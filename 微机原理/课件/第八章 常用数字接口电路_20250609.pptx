
<file path=[Content_Types].xml><?xml version="1.0" encoding="utf-8"?>
<Types xmlns="http://schemas.openxmlformats.org/package/2006/content-types">
  <Default Extension="vml" ContentType="application/vnd.openxmlformats-officedocument.vmlDrawing"/>
  <Default Extension="bin" ContentType="application/vnd.openxmlformats-officedocument.oleObject"/>
  <Default Extension="png" ContentType="image/png"/>
  <Default Extension="emf" ContentType="image/x-emf"/>
  <Default Extension="wmf" ContentType="image/x-wmf"/>
  <Default Extension="jpeg" ContentType="image/jpeg"/>
  <Default Extension="JPG" ContentType="image/.jpg"/>
  <Default Extension="gif" ContentType="image/gi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3" Type="http://schemas.openxmlformats.org/package/2006/relationships/metadata/core-properties" Target="docProps/core.xml"/><Relationship Id="rId2" Type="http://schemas.openxmlformats.org/officeDocument/2006/relationships/extended-properties" Target="docProps/app.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60" r:id="rId3"/>
    <p:sldMasterId id="2147483672" r:id="rId4"/>
    <p:sldMasterId id="2147483685" r:id="rId5"/>
  </p:sldMasterIdLst>
  <p:notesMasterIdLst>
    <p:notesMasterId r:id="rId20"/>
  </p:notesMasterIdLst>
  <p:sldIdLst>
    <p:sldId id="284" r:id="rId6"/>
    <p:sldId id="285" r:id="rId7"/>
    <p:sldId id="286" r:id="rId8"/>
    <p:sldId id="334" r:id="rId9"/>
    <p:sldId id="335" r:id="rId10"/>
    <p:sldId id="336" r:id="rId11"/>
    <p:sldId id="337" r:id="rId12"/>
    <p:sldId id="338" r:id="rId13"/>
    <p:sldId id="339" r:id="rId14"/>
    <p:sldId id="345" r:id="rId15"/>
    <p:sldId id="340" r:id="rId16"/>
    <p:sldId id="341" r:id="rId17"/>
    <p:sldId id="346" r:id="rId18"/>
    <p:sldId id="353" r:id="rId19"/>
    <p:sldId id="398" r:id="rId21"/>
    <p:sldId id="399" r:id="rId22"/>
    <p:sldId id="400" r:id="rId23"/>
    <p:sldId id="421" r:id="rId24"/>
    <p:sldId id="422" r:id="rId25"/>
    <p:sldId id="423" r:id="rId26"/>
    <p:sldId id="424" r:id="rId27"/>
    <p:sldId id="355" r:id="rId28"/>
    <p:sldId id="293" r:id="rId29"/>
    <p:sldId id="403" r:id="rId30"/>
    <p:sldId id="404" r:id="rId31"/>
    <p:sldId id="739" r:id="rId32"/>
    <p:sldId id="740" r:id="rId33"/>
    <p:sldId id="741" r:id="rId34"/>
    <p:sldId id="742" r:id="rId35"/>
    <p:sldId id="743" r:id="rId36"/>
    <p:sldId id="744" r:id="rId37"/>
    <p:sldId id="745" r:id="rId38"/>
    <p:sldId id="746" r:id="rId39"/>
    <p:sldId id="747" r:id="rId40"/>
    <p:sldId id="748" r:id="rId41"/>
    <p:sldId id="749" r:id="rId42"/>
    <p:sldId id="750" r:id="rId43"/>
    <p:sldId id="751" r:id="rId44"/>
    <p:sldId id="752" r:id="rId45"/>
    <p:sldId id="753" r:id="rId46"/>
    <p:sldId id="754" r:id="rId47"/>
    <p:sldId id="755" r:id="rId48"/>
    <p:sldId id="756" r:id="rId49"/>
    <p:sldId id="757" r:id="rId50"/>
    <p:sldId id="758" r:id="rId51"/>
    <p:sldId id="759" r:id="rId52"/>
    <p:sldId id="760" r:id="rId53"/>
    <p:sldId id="761" r:id="rId54"/>
    <p:sldId id="762" r:id="rId55"/>
    <p:sldId id="763" r:id="rId56"/>
    <p:sldId id="764" r:id="rId57"/>
    <p:sldId id="765" r:id="rId58"/>
    <p:sldId id="766" r:id="rId59"/>
    <p:sldId id="767" r:id="rId60"/>
    <p:sldId id="768" r:id="rId61"/>
    <p:sldId id="769" r:id="rId62"/>
    <p:sldId id="770" r:id="rId63"/>
    <p:sldId id="771" r:id="rId64"/>
    <p:sldId id="772" r:id="rId65"/>
    <p:sldId id="773" r:id="rId66"/>
    <p:sldId id="395" r:id="rId67"/>
    <p:sldId id="396" r:id="rId68"/>
    <p:sldId id="397" r:id="rId69"/>
    <p:sldId id="405" r:id="rId70"/>
    <p:sldId id="426" r:id="rId71"/>
    <p:sldId id="407" r:id="rId72"/>
    <p:sldId id="408" r:id="rId73"/>
    <p:sldId id="409" r:id="rId74"/>
    <p:sldId id="298" r:id="rId75"/>
    <p:sldId id="299" r:id="rId76"/>
    <p:sldId id="300" r:id="rId77"/>
    <p:sldId id="301" r:id="rId78"/>
    <p:sldId id="302" r:id="rId79"/>
    <p:sldId id="303" r:id="rId80"/>
    <p:sldId id="304" r:id="rId81"/>
    <p:sldId id="305" r:id="rId82"/>
    <p:sldId id="306" r:id="rId83"/>
    <p:sldId id="307" r:id="rId84"/>
    <p:sldId id="308" r:id="rId85"/>
    <p:sldId id="309" r:id="rId86"/>
    <p:sldId id="310" r:id="rId87"/>
    <p:sldId id="311" r:id="rId88"/>
    <p:sldId id="312" r:id="rId89"/>
    <p:sldId id="410" r:id="rId90"/>
    <p:sldId id="411" r:id="rId91"/>
    <p:sldId id="412" r:id="rId92"/>
    <p:sldId id="413" r:id="rId93"/>
    <p:sldId id="414" r:id="rId94"/>
    <p:sldId id="428" r:id="rId95"/>
    <p:sldId id="419" r:id="rId96"/>
    <p:sldId id="420" r:id="rId97"/>
    <p:sldId id="427" r:id="rId98"/>
    <p:sldId id="416" r:id="rId99"/>
    <p:sldId id="313" r:id="rId100"/>
    <p:sldId id="314" r:id="rId101"/>
    <p:sldId id="434" r:id="rId102"/>
    <p:sldId id="436" r:id="rId103"/>
    <p:sldId id="435" r:id="rId104"/>
    <p:sldId id="439" r:id="rId105"/>
    <p:sldId id="429" r:id="rId106"/>
    <p:sldId id="432" r:id="rId107"/>
    <p:sldId id="437" r:id="rId108"/>
    <p:sldId id="547" r:id="rId109"/>
    <p:sldId id="438" r:id="rId110"/>
    <p:sldId id="318" r:id="rId111"/>
    <p:sldId id="513" r:id="rId112"/>
    <p:sldId id="514" r:id="rId113"/>
    <p:sldId id="774" r:id="rId114"/>
    <p:sldId id="775" r:id="rId115"/>
    <p:sldId id="517" r:id="rId116"/>
    <p:sldId id="518" r:id="rId117"/>
    <p:sldId id="519" r:id="rId118"/>
    <p:sldId id="520" r:id="rId119"/>
    <p:sldId id="443" r:id="rId120"/>
    <p:sldId id="490" r:id="rId121"/>
    <p:sldId id="545" r:id="rId122"/>
    <p:sldId id="449" r:id="rId123"/>
    <p:sldId id="448" r:id="rId124"/>
    <p:sldId id="509" r:id="rId125"/>
    <p:sldId id="491" r:id="rId126"/>
    <p:sldId id="492" r:id="rId127"/>
    <p:sldId id="493" r:id="rId128"/>
    <p:sldId id="495" r:id="rId129"/>
    <p:sldId id="496" r:id="rId130"/>
    <p:sldId id="497" r:id="rId131"/>
    <p:sldId id="498" r:id="rId132"/>
    <p:sldId id="499" r:id="rId133"/>
    <p:sldId id="500" r:id="rId134"/>
    <p:sldId id="502" r:id="rId135"/>
    <p:sldId id="503" r:id="rId136"/>
    <p:sldId id="504" r:id="rId137"/>
    <p:sldId id="505" r:id="rId138"/>
    <p:sldId id="510" r:id="rId139"/>
    <p:sldId id="511" r:id="rId140"/>
    <p:sldId id="512" r:id="rId141"/>
    <p:sldId id="506" r:id="rId142"/>
    <p:sldId id="507" r:id="rId143"/>
    <p:sldId id="467" r:id="rId144"/>
    <p:sldId id="548" r:id="rId145"/>
    <p:sldId id="521" r:id="rId146"/>
    <p:sldId id="329" r:id="rId147"/>
    <p:sldId id="522" r:id="rId148"/>
    <p:sldId id="523" r:id="rId149"/>
    <p:sldId id="524" r:id="rId150"/>
    <p:sldId id="525" r:id="rId151"/>
    <p:sldId id="330" r:id="rId152"/>
    <p:sldId id="487" r:id="rId153"/>
    <p:sldId id="488" r:id="rId154"/>
    <p:sldId id="529" r:id="rId155"/>
    <p:sldId id="531" r:id="rId156"/>
    <p:sldId id="532" r:id="rId157"/>
    <p:sldId id="533" r:id="rId158"/>
    <p:sldId id="534" r:id="rId159"/>
    <p:sldId id="535" r:id="rId160"/>
    <p:sldId id="536" r:id="rId161"/>
    <p:sldId id="537" r:id="rId162"/>
    <p:sldId id="776" r:id="rId163"/>
    <p:sldId id="526" r:id="rId164"/>
    <p:sldId id="527" r:id="rId165"/>
    <p:sldId id="528" r:id="rId166"/>
    <p:sldId id="538" r:id="rId167"/>
    <p:sldId id="539" r:id="rId168"/>
    <p:sldId id="540" r:id="rId169"/>
    <p:sldId id="541" r:id="rId170"/>
    <p:sldId id="542" r:id="rId171"/>
    <p:sldId id="543" r:id="rId172"/>
    <p:sldId id="544" r:id="rId173"/>
    <p:sldId id="333" r:id="rId174"/>
  </p:sldIdLst>
  <p:sldSz cx="9144000" cy="6858000" type="screen4x3"/>
  <p:notesSz cx="6934200" cy="9398000"/>
  <p:custDataLst>
    <p:tags r:id="rId178"/>
  </p:custDataLst>
  <p:defaultTextStyle>
    <a:defPPr>
      <a:defRPr lang="en-US"/>
    </a:defPPr>
    <a:lvl1pPr marL="0" lvl="0" indent="0" algn="l" defTabSz="914400" rtl="0" eaLnBrk="0" fontAlgn="base" latinLnBrk="0" hangingPunct="0">
      <a:lnSpc>
        <a:spcPct val="100000"/>
      </a:lnSpc>
      <a:spcBef>
        <a:spcPct val="0"/>
      </a:spcBef>
      <a:spcAft>
        <a:spcPct val="0"/>
      </a:spcAft>
      <a:buNone/>
      <a:defRPr b="0" i="0" u="none" kern="1200" baseline="0">
        <a:solidFill>
          <a:schemeClr val="tx1"/>
        </a:solidFill>
        <a:latin typeface="Verdana" panose="020B0604030504040204" pitchFamily="34" charset="0"/>
        <a:ea typeface="+mn-ea"/>
        <a:cs typeface="+mn-cs"/>
      </a:defRPr>
    </a:lvl1pPr>
    <a:lvl2pPr marL="457200" lvl="1" indent="0" algn="l" defTabSz="914400" rtl="0" eaLnBrk="0" fontAlgn="base" latinLnBrk="0" hangingPunct="0">
      <a:lnSpc>
        <a:spcPct val="100000"/>
      </a:lnSpc>
      <a:spcBef>
        <a:spcPct val="0"/>
      </a:spcBef>
      <a:spcAft>
        <a:spcPct val="0"/>
      </a:spcAft>
      <a:buNone/>
      <a:defRPr b="0" i="0" u="none" kern="1200" baseline="0">
        <a:solidFill>
          <a:schemeClr val="tx1"/>
        </a:solidFill>
        <a:latin typeface="Verdana" panose="020B0604030504040204" pitchFamily="34" charset="0"/>
        <a:ea typeface="+mn-ea"/>
        <a:cs typeface="+mn-cs"/>
      </a:defRPr>
    </a:lvl2pPr>
    <a:lvl3pPr marL="914400" lvl="2" indent="0" algn="l" defTabSz="914400" rtl="0" eaLnBrk="0" fontAlgn="base" latinLnBrk="0" hangingPunct="0">
      <a:lnSpc>
        <a:spcPct val="100000"/>
      </a:lnSpc>
      <a:spcBef>
        <a:spcPct val="0"/>
      </a:spcBef>
      <a:spcAft>
        <a:spcPct val="0"/>
      </a:spcAft>
      <a:buNone/>
      <a:defRPr b="0" i="0" u="none" kern="1200" baseline="0">
        <a:solidFill>
          <a:schemeClr val="tx1"/>
        </a:solidFill>
        <a:latin typeface="Verdana" panose="020B0604030504040204" pitchFamily="34" charset="0"/>
        <a:ea typeface="+mn-ea"/>
        <a:cs typeface="+mn-cs"/>
      </a:defRPr>
    </a:lvl3pPr>
    <a:lvl4pPr marL="1371600" lvl="3" indent="0" algn="l" defTabSz="914400" rtl="0" eaLnBrk="0" fontAlgn="base" latinLnBrk="0" hangingPunct="0">
      <a:lnSpc>
        <a:spcPct val="100000"/>
      </a:lnSpc>
      <a:spcBef>
        <a:spcPct val="0"/>
      </a:spcBef>
      <a:spcAft>
        <a:spcPct val="0"/>
      </a:spcAft>
      <a:buNone/>
      <a:defRPr b="0" i="0" u="none" kern="1200" baseline="0">
        <a:solidFill>
          <a:schemeClr val="tx1"/>
        </a:solidFill>
        <a:latin typeface="Verdana" panose="020B0604030504040204" pitchFamily="34" charset="0"/>
        <a:ea typeface="+mn-ea"/>
        <a:cs typeface="+mn-cs"/>
      </a:defRPr>
    </a:lvl4pPr>
    <a:lvl5pPr marL="1828800" lvl="4" indent="0" algn="l" defTabSz="914400" rtl="0" eaLnBrk="0" fontAlgn="base" latinLnBrk="0" hangingPunct="0">
      <a:lnSpc>
        <a:spcPct val="100000"/>
      </a:lnSpc>
      <a:spcBef>
        <a:spcPct val="0"/>
      </a:spcBef>
      <a:spcAft>
        <a:spcPct val="0"/>
      </a:spcAft>
      <a:buNone/>
      <a:defRPr b="0" i="0" u="none" kern="1200" baseline="0">
        <a:solidFill>
          <a:schemeClr val="tx1"/>
        </a:solidFill>
        <a:latin typeface="Verdana" panose="020B0604030504040204" pitchFamily="34" charset="0"/>
        <a:ea typeface="+mn-ea"/>
        <a:cs typeface="+mn-cs"/>
      </a:defRPr>
    </a:lvl5pPr>
    <a:lvl6pPr marL="2286000" lvl="5" indent="0" algn="l" defTabSz="914400" rtl="0" eaLnBrk="0" fontAlgn="base" latinLnBrk="0" hangingPunct="0">
      <a:lnSpc>
        <a:spcPct val="100000"/>
      </a:lnSpc>
      <a:spcBef>
        <a:spcPct val="0"/>
      </a:spcBef>
      <a:spcAft>
        <a:spcPct val="0"/>
      </a:spcAft>
      <a:buNone/>
      <a:defRPr b="0" i="0" u="none" kern="1200" baseline="0">
        <a:solidFill>
          <a:schemeClr val="tx1"/>
        </a:solidFill>
        <a:latin typeface="Verdana" panose="020B0604030504040204" pitchFamily="34" charset="0"/>
        <a:ea typeface="+mn-ea"/>
        <a:cs typeface="+mn-cs"/>
      </a:defRPr>
    </a:lvl6pPr>
    <a:lvl7pPr marL="2743200" lvl="6" indent="0" algn="l" defTabSz="914400" rtl="0" eaLnBrk="0" fontAlgn="base" latinLnBrk="0" hangingPunct="0">
      <a:lnSpc>
        <a:spcPct val="100000"/>
      </a:lnSpc>
      <a:spcBef>
        <a:spcPct val="0"/>
      </a:spcBef>
      <a:spcAft>
        <a:spcPct val="0"/>
      </a:spcAft>
      <a:buNone/>
      <a:defRPr b="0" i="0" u="none" kern="1200" baseline="0">
        <a:solidFill>
          <a:schemeClr val="tx1"/>
        </a:solidFill>
        <a:latin typeface="Verdana" panose="020B0604030504040204" pitchFamily="34" charset="0"/>
        <a:ea typeface="+mn-ea"/>
        <a:cs typeface="+mn-cs"/>
      </a:defRPr>
    </a:lvl7pPr>
    <a:lvl8pPr marL="3200400" lvl="7" indent="0" algn="l" defTabSz="914400" rtl="0" eaLnBrk="0" fontAlgn="base" latinLnBrk="0" hangingPunct="0">
      <a:lnSpc>
        <a:spcPct val="100000"/>
      </a:lnSpc>
      <a:spcBef>
        <a:spcPct val="0"/>
      </a:spcBef>
      <a:spcAft>
        <a:spcPct val="0"/>
      </a:spcAft>
      <a:buNone/>
      <a:defRPr b="0" i="0" u="none" kern="1200" baseline="0">
        <a:solidFill>
          <a:schemeClr val="tx1"/>
        </a:solidFill>
        <a:latin typeface="Verdana" panose="020B0604030504040204" pitchFamily="34" charset="0"/>
        <a:ea typeface="+mn-ea"/>
        <a:cs typeface="+mn-cs"/>
      </a:defRPr>
    </a:lvl8pPr>
    <a:lvl9pPr marL="3657600" lvl="8" indent="0" algn="l" defTabSz="914400" rtl="0" eaLnBrk="0" fontAlgn="base" latinLnBrk="0" hangingPunct="0">
      <a:lnSpc>
        <a:spcPct val="100000"/>
      </a:lnSpc>
      <a:spcBef>
        <a:spcPct val="0"/>
      </a:spcBef>
      <a:spcAft>
        <a:spcPct val="0"/>
      </a:spcAft>
      <a:buNone/>
      <a:defRPr b="0" i="0" u="none" kern="1200" baseline="0">
        <a:solidFill>
          <a:schemeClr val="tx1"/>
        </a:solidFill>
        <a:latin typeface="Verdana" panose="020B0604030504040204" pitchFamily="34" charset="0"/>
        <a:ea typeface="+mn-ea"/>
        <a:cs typeface="+mn-cs"/>
      </a:defRPr>
    </a:lvl9pPr>
  </p:defaultTextStyle>
  <p:extLst>
    <p:ext uri="{EFAFB233-063F-42B5-8137-9DF3F51BA10A}">
      <p15:sldGuideLst xmlns:p15="http://schemas.microsoft.com/office/powerpoint/2012/main">
        <p15:guide id="1" orient="horz" pos="2194" userDrawn="1">
          <p15:clr>
            <a:srgbClr val="A4A3A4"/>
          </p15:clr>
        </p15:guide>
        <p15:guide id="2" pos="2927"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B2B2B2"/>
    <a:srgbClr val="FFFFFF"/>
    <a:srgbClr val="692AA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showOutlineIcons="0">
    <p:restoredLeft sz="18369"/>
    <p:restoredTop sz="85071"/>
  </p:normalViewPr>
  <p:slideViewPr>
    <p:cSldViewPr showGuides="1">
      <p:cViewPr varScale="1">
        <p:scale>
          <a:sx n="98" d="100"/>
          <a:sy n="98" d="100"/>
        </p:scale>
        <p:origin x="1818" y="78"/>
      </p:cViewPr>
      <p:guideLst>
        <p:guide orient="horz" pos="2194"/>
        <p:guide pos="2927"/>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99" Type="http://schemas.openxmlformats.org/officeDocument/2006/relationships/slide" Target="slides/slide93.xml"/><Relationship Id="rId98" Type="http://schemas.openxmlformats.org/officeDocument/2006/relationships/slide" Target="slides/slide92.xml"/><Relationship Id="rId97" Type="http://schemas.openxmlformats.org/officeDocument/2006/relationships/slide" Target="slides/slide91.xml"/><Relationship Id="rId96" Type="http://schemas.openxmlformats.org/officeDocument/2006/relationships/slide" Target="slides/slide90.xml"/><Relationship Id="rId95" Type="http://schemas.openxmlformats.org/officeDocument/2006/relationships/slide" Target="slides/slide89.xml"/><Relationship Id="rId94" Type="http://schemas.openxmlformats.org/officeDocument/2006/relationships/slide" Target="slides/slide88.xml"/><Relationship Id="rId93" Type="http://schemas.openxmlformats.org/officeDocument/2006/relationships/slide" Target="slides/slide87.xml"/><Relationship Id="rId92" Type="http://schemas.openxmlformats.org/officeDocument/2006/relationships/slide" Target="slides/slide86.xml"/><Relationship Id="rId91" Type="http://schemas.openxmlformats.org/officeDocument/2006/relationships/slide" Target="slides/slide85.xml"/><Relationship Id="rId90" Type="http://schemas.openxmlformats.org/officeDocument/2006/relationships/slide" Target="slides/slide84.xml"/><Relationship Id="rId9" Type="http://schemas.openxmlformats.org/officeDocument/2006/relationships/slide" Target="slides/slide4.xml"/><Relationship Id="rId89" Type="http://schemas.openxmlformats.org/officeDocument/2006/relationships/slide" Target="slides/slide83.xml"/><Relationship Id="rId88" Type="http://schemas.openxmlformats.org/officeDocument/2006/relationships/slide" Target="slides/slide82.xml"/><Relationship Id="rId87" Type="http://schemas.openxmlformats.org/officeDocument/2006/relationships/slide" Target="slides/slide81.xml"/><Relationship Id="rId86" Type="http://schemas.openxmlformats.org/officeDocument/2006/relationships/slide" Target="slides/slide80.xml"/><Relationship Id="rId85" Type="http://schemas.openxmlformats.org/officeDocument/2006/relationships/slide" Target="slides/slide79.xml"/><Relationship Id="rId84" Type="http://schemas.openxmlformats.org/officeDocument/2006/relationships/slide" Target="slides/slide78.xml"/><Relationship Id="rId83" Type="http://schemas.openxmlformats.org/officeDocument/2006/relationships/slide" Target="slides/slide77.xml"/><Relationship Id="rId82" Type="http://schemas.openxmlformats.org/officeDocument/2006/relationships/slide" Target="slides/slide76.xml"/><Relationship Id="rId81" Type="http://schemas.openxmlformats.org/officeDocument/2006/relationships/slide" Target="slides/slide75.xml"/><Relationship Id="rId80" Type="http://schemas.openxmlformats.org/officeDocument/2006/relationships/slide" Target="slides/slide74.xml"/><Relationship Id="rId8" Type="http://schemas.openxmlformats.org/officeDocument/2006/relationships/slide" Target="slides/slide3.xml"/><Relationship Id="rId79" Type="http://schemas.openxmlformats.org/officeDocument/2006/relationships/slide" Target="slides/slide73.xml"/><Relationship Id="rId78" Type="http://schemas.openxmlformats.org/officeDocument/2006/relationships/slide" Target="slides/slide72.xml"/><Relationship Id="rId77" Type="http://schemas.openxmlformats.org/officeDocument/2006/relationships/slide" Target="slides/slide71.xml"/><Relationship Id="rId76" Type="http://schemas.openxmlformats.org/officeDocument/2006/relationships/slide" Target="slides/slide70.xml"/><Relationship Id="rId75" Type="http://schemas.openxmlformats.org/officeDocument/2006/relationships/slide" Target="slides/slide69.xml"/><Relationship Id="rId74" Type="http://schemas.openxmlformats.org/officeDocument/2006/relationships/slide" Target="slides/slide68.xml"/><Relationship Id="rId73" Type="http://schemas.openxmlformats.org/officeDocument/2006/relationships/slide" Target="slides/slide67.xml"/><Relationship Id="rId72" Type="http://schemas.openxmlformats.org/officeDocument/2006/relationships/slide" Target="slides/slide66.xml"/><Relationship Id="rId71" Type="http://schemas.openxmlformats.org/officeDocument/2006/relationships/slide" Target="slides/slide65.xml"/><Relationship Id="rId70" Type="http://schemas.openxmlformats.org/officeDocument/2006/relationships/slide" Target="slides/slide64.xml"/><Relationship Id="rId7" Type="http://schemas.openxmlformats.org/officeDocument/2006/relationships/slide" Target="slides/slide2.xml"/><Relationship Id="rId69" Type="http://schemas.openxmlformats.org/officeDocument/2006/relationships/slide" Target="slides/slide63.xml"/><Relationship Id="rId68" Type="http://schemas.openxmlformats.org/officeDocument/2006/relationships/slide" Target="slides/slide62.xml"/><Relationship Id="rId67" Type="http://schemas.openxmlformats.org/officeDocument/2006/relationships/slide" Target="slides/slide61.xml"/><Relationship Id="rId66" Type="http://schemas.openxmlformats.org/officeDocument/2006/relationships/slide" Target="slides/slide60.xml"/><Relationship Id="rId65" Type="http://schemas.openxmlformats.org/officeDocument/2006/relationships/slide" Target="slides/slide59.xml"/><Relationship Id="rId64" Type="http://schemas.openxmlformats.org/officeDocument/2006/relationships/slide" Target="slides/slide58.xml"/><Relationship Id="rId63" Type="http://schemas.openxmlformats.org/officeDocument/2006/relationships/slide" Target="slides/slide57.xml"/><Relationship Id="rId62" Type="http://schemas.openxmlformats.org/officeDocument/2006/relationships/slide" Target="slides/slide56.xml"/><Relationship Id="rId61" Type="http://schemas.openxmlformats.org/officeDocument/2006/relationships/slide" Target="slides/slide55.xml"/><Relationship Id="rId60" Type="http://schemas.openxmlformats.org/officeDocument/2006/relationships/slide" Target="slides/slide54.xml"/><Relationship Id="rId6" Type="http://schemas.openxmlformats.org/officeDocument/2006/relationships/slide" Target="slides/slide1.xml"/><Relationship Id="rId59" Type="http://schemas.openxmlformats.org/officeDocument/2006/relationships/slide" Target="slides/slide53.xml"/><Relationship Id="rId58" Type="http://schemas.openxmlformats.org/officeDocument/2006/relationships/slide" Target="slides/slide52.xml"/><Relationship Id="rId57" Type="http://schemas.openxmlformats.org/officeDocument/2006/relationships/slide" Target="slides/slide51.xml"/><Relationship Id="rId56" Type="http://schemas.openxmlformats.org/officeDocument/2006/relationships/slide" Target="slides/slide50.xml"/><Relationship Id="rId55" Type="http://schemas.openxmlformats.org/officeDocument/2006/relationships/slide" Target="slides/slide49.xml"/><Relationship Id="rId54" Type="http://schemas.openxmlformats.org/officeDocument/2006/relationships/slide" Target="slides/slide48.xml"/><Relationship Id="rId53" Type="http://schemas.openxmlformats.org/officeDocument/2006/relationships/slide" Target="slides/slide47.xml"/><Relationship Id="rId52" Type="http://schemas.openxmlformats.org/officeDocument/2006/relationships/slide" Target="slides/slide46.xml"/><Relationship Id="rId51" Type="http://schemas.openxmlformats.org/officeDocument/2006/relationships/slide" Target="slides/slide45.xml"/><Relationship Id="rId50" Type="http://schemas.openxmlformats.org/officeDocument/2006/relationships/slide" Target="slides/slide44.xml"/><Relationship Id="rId5" Type="http://schemas.openxmlformats.org/officeDocument/2006/relationships/slideMaster" Target="slideMasters/slideMaster4.xml"/><Relationship Id="rId49" Type="http://schemas.openxmlformats.org/officeDocument/2006/relationships/slide" Target="slides/slide43.xml"/><Relationship Id="rId48" Type="http://schemas.openxmlformats.org/officeDocument/2006/relationships/slide" Target="slides/slide42.xml"/><Relationship Id="rId47" Type="http://schemas.openxmlformats.org/officeDocument/2006/relationships/slide" Target="slides/slide41.xml"/><Relationship Id="rId46" Type="http://schemas.openxmlformats.org/officeDocument/2006/relationships/slide" Target="slides/slide40.xml"/><Relationship Id="rId45" Type="http://schemas.openxmlformats.org/officeDocument/2006/relationships/slide" Target="slides/slide39.xml"/><Relationship Id="rId44" Type="http://schemas.openxmlformats.org/officeDocument/2006/relationships/slide" Target="slides/slide38.xml"/><Relationship Id="rId43" Type="http://schemas.openxmlformats.org/officeDocument/2006/relationships/slide" Target="slides/slide37.xml"/><Relationship Id="rId42" Type="http://schemas.openxmlformats.org/officeDocument/2006/relationships/slide" Target="slides/slide36.xml"/><Relationship Id="rId41" Type="http://schemas.openxmlformats.org/officeDocument/2006/relationships/slide" Target="slides/slide35.xml"/><Relationship Id="rId40" Type="http://schemas.openxmlformats.org/officeDocument/2006/relationships/slide" Target="slides/slide34.xml"/><Relationship Id="rId4" Type="http://schemas.openxmlformats.org/officeDocument/2006/relationships/slideMaster" Target="slideMasters/slideMaster3.xml"/><Relationship Id="rId39" Type="http://schemas.openxmlformats.org/officeDocument/2006/relationships/slide" Target="slides/slide33.xml"/><Relationship Id="rId38" Type="http://schemas.openxmlformats.org/officeDocument/2006/relationships/slide" Target="slides/slide32.xml"/><Relationship Id="rId37" Type="http://schemas.openxmlformats.org/officeDocument/2006/relationships/slide" Target="slides/slide31.xml"/><Relationship Id="rId36" Type="http://schemas.openxmlformats.org/officeDocument/2006/relationships/slide" Target="slides/slide30.xml"/><Relationship Id="rId35" Type="http://schemas.openxmlformats.org/officeDocument/2006/relationships/slide" Target="slides/slide29.xml"/><Relationship Id="rId34" Type="http://schemas.openxmlformats.org/officeDocument/2006/relationships/slide" Target="slides/slide28.xml"/><Relationship Id="rId33" Type="http://schemas.openxmlformats.org/officeDocument/2006/relationships/slide" Target="slides/slide27.xml"/><Relationship Id="rId32" Type="http://schemas.openxmlformats.org/officeDocument/2006/relationships/slide" Target="slides/slide26.xml"/><Relationship Id="rId31" Type="http://schemas.openxmlformats.org/officeDocument/2006/relationships/slide" Target="slides/slide25.xml"/><Relationship Id="rId30" Type="http://schemas.openxmlformats.org/officeDocument/2006/relationships/slide" Target="slides/slide24.xml"/><Relationship Id="rId3" Type="http://schemas.openxmlformats.org/officeDocument/2006/relationships/slideMaster" Target="slideMasters/slideMaster2.xml"/><Relationship Id="rId29" Type="http://schemas.openxmlformats.org/officeDocument/2006/relationships/slide" Target="slides/slide23.xml"/><Relationship Id="rId28" Type="http://schemas.openxmlformats.org/officeDocument/2006/relationships/slide" Target="slides/slide22.xml"/><Relationship Id="rId27" Type="http://schemas.openxmlformats.org/officeDocument/2006/relationships/slide" Target="slides/slide21.xml"/><Relationship Id="rId26" Type="http://schemas.openxmlformats.org/officeDocument/2006/relationships/slide" Target="slides/slide20.xml"/><Relationship Id="rId25" Type="http://schemas.openxmlformats.org/officeDocument/2006/relationships/slide" Target="slides/slide19.xml"/><Relationship Id="rId24" Type="http://schemas.openxmlformats.org/officeDocument/2006/relationships/slide" Target="slides/slide18.xml"/><Relationship Id="rId23" Type="http://schemas.openxmlformats.org/officeDocument/2006/relationships/slide" Target="slides/slide17.xml"/><Relationship Id="rId22" Type="http://schemas.openxmlformats.org/officeDocument/2006/relationships/slide" Target="slides/slide16.xml"/><Relationship Id="rId21" Type="http://schemas.openxmlformats.org/officeDocument/2006/relationships/slide" Target="slides/slide15.xml"/><Relationship Id="rId20" Type="http://schemas.openxmlformats.org/officeDocument/2006/relationships/notesMaster" Target="notesMasters/notesMaster1.xml"/><Relationship Id="rId2" Type="http://schemas.openxmlformats.org/officeDocument/2006/relationships/theme" Target="theme/theme1.xml"/><Relationship Id="rId19" Type="http://schemas.openxmlformats.org/officeDocument/2006/relationships/slide" Target="slides/slide14.xml"/><Relationship Id="rId18" Type="http://schemas.openxmlformats.org/officeDocument/2006/relationships/slide" Target="slides/slide13.xml"/><Relationship Id="rId178" Type="http://schemas.openxmlformats.org/officeDocument/2006/relationships/tags" Target="tags/tag1.xml"/><Relationship Id="rId177" Type="http://schemas.openxmlformats.org/officeDocument/2006/relationships/tableStyles" Target="tableStyles.xml"/><Relationship Id="rId176" Type="http://schemas.openxmlformats.org/officeDocument/2006/relationships/viewProps" Target="viewProps.xml"/><Relationship Id="rId175" Type="http://schemas.openxmlformats.org/officeDocument/2006/relationships/presProps" Target="presProps.xml"/><Relationship Id="rId174" Type="http://schemas.openxmlformats.org/officeDocument/2006/relationships/slide" Target="slides/slide168.xml"/><Relationship Id="rId173" Type="http://schemas.openxmlformats.org/officeDocument/2006/relationships/slide" Target="slides/slide167.xml"/><Relationship Id="rId172" Type="http://schemas.openxmlformats.org/officeDocument/2006/relationships/slide" Target="slides/slide166.xml"/><Relationship Id="rId171" Type="http://schemas.openxmlformats.org/officeDocument/2006/relationships/slide" Target="slides/slide165.xml"/><Relationship Id="rId170" Type="http://schemas.openxmlformats.org/officeDocument/2006/relationships/slide" Target="slides/slide164.xml"/><Relationship Id="rId17" Type="http://schemas.openxmlformats.org/officeDocument/2006/relationships/slide" Target="slides/slide12.xml"/><Relationship Id="rId169" Type="http://schemas.openxmlformats.org/officeDocument/2006/relationships/slide" Target="slides/slide163.xml"/><Relationship Id="rId168" Type="http://schemas.openxmlformats.org/officeDocument/2006/relationships/slide" Target="slides/slide162.xml"/><Relationship Id="rId167" Type="http://schemas.openxmlformats.org/officeDocument/2006/relationships/slide" Target="slides/slide161.xml"/><Relationship Id="rId166" Type="http://schemas.openxmlformats.org/officeDocument/2006/relationships/slide" Target="slides/slide160.xml"/><Relationship Id="rId165" Type="http://schemas.openxmlformats.org/officeDocument/2006/relationships/slide" Target="slides/slide159.xml"/><Relationship Id="rId164" Type="http://schemas.openxmlformats.org/officeDocument/2006/relationships/slide" Target="slides/slide158.xml"/><Relationship Id="rId163" Type="http://schemas.openxmlformats.org/officeDocument/2006/relationships/slide" Target="slides/slide157.xml"/><Relationship Id="rId162" Type="http://schemas.openxmlformats.org/officeDocument/2006/relationships/slide" Target="slides/slide156.xml"/><Relationship Id="rId161" Type="http://schemas.openxmlformats.org/officeDocument/2006/relationships/slide" Target="slides/slide155.xml"/><Relationship Id="rId160" Type="http://schemas.openxmlformats.org/officeDocument/2006/relationships/slide" Target="slides/slide154.xml"/><Relationship Id="rId16" Type="http://schemas.openxmlformats.org/officeDocument/2006/relationships/slide" Target="slides/slide11.xml"/><Relationship Id="rId159" Type="http://schemas.openxmlformats.org/officeDocument/2006/relationships/slide" Target="slides/slide153.xml"/><Relationship Id="rId158" Type="http://schemas.openxmlformats.org/officeDocument/2006/relationships/slide" Target="slides/slide152.xml"/><Relationship Id="rId157" Type="http://schemas.openxmlformats.org/officeDocument/2006/relationships/slide" Target="slides/slide151.xml"/><Relationship Id="rId156" Type="http://schemas.openxmlformats.org/officeDocument/2006/relationships/slide" Target="slides/slide150.xml"/><Relationship Id="rId155" Type="http://schemas.openxmlformats.org/officeDocument/2006/relationships/slide" Target="slides/slide149.xml"/><Relationship Id="rId154" Type="http://schemas.openxmlformats.org/officeDocument/2006/relationships/slide" Target="slides/slide148.xml"/><Relationship Id="rId153" Type="http://schemas.openxmlformats.org/officeDocument/2006/relationships/slide" Target="slides/slide147.xml"/><Relationship Id="rId152" Type="http://schemas.openxmlformats.org/officeDocument/2006/relationships/slide" Target="slides/slide146.xml"/><Relationship Id="rId151" Type="http://schemas.openxmlformats.org/officeDocument/2006/relationships/slide" Target="slides/slide145.xml"/><Relationship Id="rId150" Type="http://schemas.openxmlformats.org/officeDocument/2006/relationships/slide" Target="slides/slide144.xml"/><Relationship Id="rId15" Type="http://schemas.openxmlformats.org/officeDocument/2006/relationships/slide" Target="slides/slide10.xml"/><Relationship Id="rId149" Type="http://schemas.openxmlformats.org/officeDocument/2006/relationships/slide" Target="slides/slide143.xml"/><Relationship Id="rId148" Type="http://schemas.openxmlformats.org/officeDocument/2006/relationships/slide" Target="slides/slide142.xml"/><Relationship Id="rId147" Type="http://schemas.openxmlformats.org/officeDocument/2006/relationships/slide" Target="slides/slide141.xml"/><Relationship Id="rId146" Type="http://schemas.openxmlformats.org/officeDocument/2006/relationships/slide" Target="slides/slide140.xml"/><Relationship Id="rId145" Type="http://schemas.openxmlformats.org/officeDocument/2006/relationships/slide" Target="slides/slide139.xml"/><Relationship Id="rId144" Type="http://schemas.openxmlformats.org/officeDocument/2006/relationships/slide" Target="slides/slide138.xml"/><Relationship Id="rId143" Type="http://schemas.openxmlformats.org/officeDocument/2006/relationships/slide" Target="slides/slide137.xml"/><Relationship Id="rId142" Type="http://schemas.openxmlformats.org/officeDocument/2006/relationships/slide" Target="slides/slide136.xml"/><Relationship Id="rId141" Type="http://schemas.openxmlformats.org/officeDocument/2006/relationships/slide" Target="slides/slide135.xml"/><Relationship Id="rId140" Type="http://schemas.openxmlformats.org/officeDocument/2006/relationships/slide" Target="slides/slide134.xml"/><Relationship Id="rId14" Type="http://schemas.openxmlformats.org/officeDocument/2006/relationships/slide" Target="slides/slide9.xml"/><Relationship Id="rId139" Type="http://schemas.openxmlformats.org/officeDocument/2006/relationships/slide" Target="slides/slide133.xml"/><Relationship Id="rId138" Type="http://schemas.openxmlformats.org/officeDocument/2006/relationships/slide" Target="slides/slide132.xml"/><Relationship Id="rId137" Type="http://schemas.openxmlformats.org/officeDocument/2006/relationships/slide" Target="slides/slide131.xml"/><Relationship Id="rId136" Type="http://schemas.openxmlformats.org/officeDocument/2006/relationships/slide" Target="slides/slide130.xml"/><Relationship Id="rId135" Type="http://schemas.openxmlformats.org/officeDocument/2006/relationships/slide" Target="slides/slide129.xml"/><Relationship Id="rId134" Type="http://schemas.openxmlformats.org/officeDocument/2006/relationships/slide" Target="slides/slide128.xml"/><Relationship Id="rId133" Type="http://schemas.openxmlformats.org/officeDocument/2006/relationships/slide" Target="slides/slide127.xml"/><Relationship Id="rId132" Type="http://schemas.openxmlformats.org/officeDocument/2006/relationships/slide" Target="slides/slide126.xml"/><Relationship Id="rId131" Type="http://schemas.openxmlformats.org/officeDocument/2006/relationships/slide" Target="slides/slide125.xml"/><Relationship Id="rId130" Type="http://schemas.openxmlformats.org/officeDocument/2006/relationships/slide" Target="slides/slide124.xml"/><Relationship Id="rId13" Type="http://schemas.openxmlformats.org/officeDocument/2006/relationships/slide" Target="slides/slide8.xml"/><Relationship Id="rId129" Type="http://schemas.openxmlformats.org/officeDocument/2006/relationships/slide" Target="slides/slide123.xml"/><Relationship Id="rId128" Type="http://schemas.openxmlformats.org/officeDocument/2006/relationships/slide" Target="slides/slide122.xml"/><Relationship Id="rId127" Type="http://schemas.openxmlformats.org/officeDocument/2006/relationships/slide" Target="slides/slide121.xml"/><Relationship Id="rId126" Type="http://schemas.openxmlformats.org/officeDocument/2006/relationships/slide" Target="slides/slide120.xml"/><Relationship Id="rId125" Type="http://schemas.openxmlformats.org/officeDocument/2006/relationships/slide" Target="slides/slide119.xml"/><Relationship Id="rId124" Type="http://schemas.openxmlformats.org/officeDocument/2006/relationships/slide" Target="slides/slide118.xml"/><Relationship Id="rId123" Type="http://schemas.openxmlformats.org/officeDocument/2006/relationships/slide" Target="slides/slide117.xml"/><Relationship Id="rId122" Type="http://schemas.openxmlformats.org/officeDocument/2006/relationships/slide" Target="slides/slide116.xml"/><Relationship Id="rId121" Type="http://schemas.openxmlformats.org/officeDocument/2006/relationships/slide" Target="slides/slide115.xml"/><Relationship Id="rId120" Type="http://schemas.openxmlformats.org/officeDocument/2006/relationships/slide" Target="slides/slide114.xml"/><Relationship Id="rId12" Type="http://schemas.openxmlformats.org/officeDocument/2006/relationships/slide" Target="slides/slide7.xml"/><Relationship Id="rId119" Type="http://schemas.openxmlformats.org/officeDocument/2006/relationships/slide" Target="slides/slide113.xml"/><Relationship Id="rId118" Type="http://schemas.openxmlformats.org/officeDocument/2006/relationships/slide" Target="slides/slide112.xml"/><Relationship Id="rId117" Type="http://schemas.openxmlformats.org/officeDocument/2006/relationships/slide" Target="slides/slide111.xml"/><Relationship Id="rId116" Type="http://schemas.openxmlformats.org/officeDocument/2006/relationships/slide" Target="slides/slide110.xml"/><Relationship Id="rId115" Type="http://schemas.openxmlformats.org/officeDocument/2006/relationships/slide" Target="slides/slide109.xml"/><Relationship Id="rId114" Type="http://schemas.openxmlformats.org/officeDocument/2006/relationships/slide" Target="slides/slide108.xml"/><Relationship Id="rId113" Type="http://schemas.openxmlformats.org/officeDocument/2006/relationships/slide" Target="slides/slide107.xml"/><Relationship Id="rId112" Type="http://schemas.openxmlformats.org/officeDocument/2006/relationships/slide" Target="slides/slide106.xml"/><Relationship Id="rId111" Type="http://schemas.openxmlformats.org/officeDocument/2006/relationships/slide" Target="slides/slide105.xml"/><Relationship Id="rId110" Type="http://schemas.openxmlformats.org/officeDocument/2006/relationships/slide" Target="slides/slide104.xml"/><Relationship Id="rId11" Type="http://schemas.openxmlformats.org/officeDocument/2006/relationships/slide" Target="slides/slide6.xml"/><Relationship Id="rId109" Type="http://schemas.openxmlformats.org/officeDocument/2006/relationships/slide" Target="slides/slide103.xml"/><Relationship Id="rId108" Type="http://schemas.openxmlformats.org/officeDocument/2006/relationships/slide" Target="slides/slide102.xml"/><Relationship Id="rId107" Type="http://schemas.openxmlformats.org/officeDocument/2006/relationships/slide" Target="slides/slide101.xml"/><Relationship Id="rId106" Type="http://schemas.openxmlformats.org/officeDocument/2006/relationships/slide" Target="slides/slide100.xml"/><Relationship Id="rId105" Type="http://schemas.openxmlformats.org/officeDocument/2006/relationships/slide" Target="slides/slide99.xml"/><Relationship Id="rId104" Type="http://schemas.openxmlformats.org/officeDocument/2006/relationships/slide" Target="slides/slide98.xml"/><Relationship Id="rId103" Type="http://schemas.openxmlformats.org/officeDocument/2006/relationships/slide" Target="slides/slide97.xml"/><Relationship Id="rId102" Type="http://schemas.openxmlformats.org/officeDocument/2006/relationships/slide" Target="slides/slide96.xml"/><Relationship Id="rId101" Type="http://schemas.openxmlformats.org/officeDocument/2006/relationships/slide" Target="slides/slide95.xml"/><Relationship Id="rId100" Type="http://schemas.openxmlformats.org/officeDocument/2006/relationships/slide" Target="slides/slide94.xml"/><Relationship Id="rId10" Type="http://schemas.openxmlformats.org/officeDocument/2006/relationships/slide" Target="slides/slide5.xml"/><Relationship Id="rId1" Type="http://schemas.openxmlformats.org/officeDocument/2006/relationships/slideMaster" Target="slideMasters/slideMaster1.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png"/></Relationships>
</file>

<file path=ppt/drawings/_rels/vmlDrawing2.vml.rels><?xml version="1.0" encoding="UTF-8" standalone="yes"?>
<Relationships xmlns="http://schemas.openxmlformats.org/package/2006/relationships"><Relationship Id="rId1" Type="http://schemas.openxmlformats.org/officeDocument/2006/relationships/image" Target="../media/image8.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9.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0.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12.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18.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p:sp>
        <p:nvSpPr>
          <p:cNvPr id="4098" name="页眉占位符 1"/>
          <p:cNvSpPr>
            <a:spLocks noGrp="1" noChangeArrowheads="1"/>
          </p:cNvSpPr>
          <p:nvPr>
            <p:ph type="hdr" sz="quarter"/>
          </p:nvPr>
        </p:nvSpPr>
        <p:spPr bwMode="auto">
          <a:xfrm>
            <a:off x="0" y="0"/>
            <a:ext cx="3003550"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lvl1pPr eaLnBrk="0" hangingPunct="0">
              <a:buFont typeface="Arial" panose="020B0604020202020204" pitchFamily="34" charset="0"/>
              <a:buNone/>
              <a:defRPr sz="1200">
                <a:latin typeface="Arial" panose="020B0604020202020204" pitchFamily="34" charset="0"/>
              </a:defRPr>
            </a:lvl1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CN" alt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endParaRPr>
          </a:p>
        </p:txBody>
      </p:sp>
      <p:sp>
        <p:nvSpPr>
          <p:cNvPr id="4099" name="日期占位符 2"/>
          <p:cNvSpPr>
            <a:spLocks noGrp="1" noChangeArrowheads="1"/>
          </p:cNvSpPr>
          <p:nvPr>
            <p:ph type="dt" idx="1"/>
          </p:nvPr>
        </p:nvSpPr>
        <p:spPr bwMode="auto">
          <a:xfrm>
            <a:off x="3927475" y="0"/>
            <a:ext cx="3005138"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lvl1pPr algn="r" eaLnBrk="0" hangingPunct="0">
              <a:buFont typeface="Arial" panose="020B0604020202020204" pitchFamily="34" charset="0"/>
              <a:buNone/>
              <a:defRPr sz="1200">
                <a:latin typeface="Arial" panose="020B0604020202020204" pitchFamily="34" charset="0"/>
              </a:defRPr>
            </a:lvl1pPr>
          </a:lstStyle>
          <a:p>
            <a:pPr marL="0" marR="0" lvl="0" indent="0" algn="r"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CN" alt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endParaRPr>
          </a:p>
        </p:txBody>
      </p:sp>
      <p:sp>
        <p:nvSpPr>
          <p:cNvPr id="40964" name="幻灯片图像占位符 3"/>
          <p:cNvSpPr>
            <a:spLocks noGrp="1"/>
          </p:cNvSpPr>
          <p:nvPr>
            <p:ph type="sldImg"/>
          </p:nvPr>
        </p:nvSpPr>
        <p:spPr>
          <a:xfrm>
            <a:off x="1385888" y="1174750"/>
            <a:ext cx="4160837" cy="3171825"/>
          </a:xfrm>
          <a:prstGeom prst="rect">
            <a:avLst/>
          </a:prstGeom>
          <a:noFill/>
          <a:ln w="12700">
            <a:noFill/>
          </a:ln>
        </p:spPr>
      </p:sp>
      <p:sp>
        <p:nvSpPr>
          <p:cNvPr id="4101" name="备注占位符 4"/>
          <p:cNvSpPr>
            <a:spLocks noGrp="1" noChangeArrowheads="1"/>
          </p:cNvSpPr>
          <p:nvPr>
            <p:ph type="body" sz="quarter" idx="3"/>
          </p:nvPr>
        </p:nvSpPr>
        <p:spPr bwMode="auto">
          <a:xfrm>
            <a:off x="692150" y="4522788"/>
            <a:ext cx="5548313" cy="3700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vert="horz" wrap="square" lIns="91440" tIns="45720" rIns="91440" bIns="45720" numCol="1" anchor="ctr" anchorCtr="0" compatLnSpc="1"/>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102" name="页脚占位符 5"/>
          <p:cNvSpPr>
            <a:spLocks noGrp="1" noChangeArrowheads="1"/>
          </p:cNvSpPr>
          <p:nvPr>
            <p:ph type="ftr" sz="quarter" idx="4"/>
          </p:nvPr>
        </p:nvSpPr>
        <p:spPr bwMode="auto">
          <a:xfrm>
            <a:off x="0" y="8926513"/>
            <a:ext cx="3003550"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eaLnBrk="0" hangingPunct="0">
              <a:buFont typeface="Arial" panose="020B0604020202020204" pitchFamily="34" charset="0"/>
              <a:buNone/>
              <a:defRPr sz="1200">
                <a:latin typeface="Arial" panose="020B0604020202020204" pitchFamily="34" charset="0"/>
              </a:defRPr>
            </a:lvl1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CN" alt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endParaRPr>
          </a:p>
        </p:txBody>
      </p:sp>
      <p:sp>
        <p:nvSpPr>
          <p:cNvPr id="4103" name="灯片编号占位符 6"/>
          <p:cNvSpPr>
            <a:spLocks noGrp="1" noChangeArrowheads="1"/>
          </p:cNvSpPr>
          <p:nvPr>
            <p:ph type="sldNum" sz="quarter" idx="5"/>
          </p:nvPr>
        </p:nvSpPr>
        <p:spPr bwMode="auto">
          <a:xfrm>
            <a:off x="3927475" y="8926513"/>
            <a:ext cx="3005138"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lgn="r" eaLnBrk="0" hangingPunct="0">
              <a:buFont typeface="Arial" panose="020B0604020202020204" pitchFamily="34" charset="0"/>
              <a:buNone/>
              <a:defRPr sz="1200">
                <a:latin typeface="Arial" panose="020B0604020202020204" pitchFamily="34" charset="0"/>
              </a:defRPr>
            </a:lvl1pPr>
          </a:lstStyle>
          <a:p>
            <a:pPr marL="0" marR="0" lvl="0" indent="0" algn="r" defTabSz="914400" rtl="0" eaLnBrk="0" fontAlgn="base" latinLnBrk="0" hangingPunct="0">
              <a:lnSpc>
                <a:spcPct val="100000"/>
              </a:lnSpc>
              <a:spcBef>
                <a:spcPct val="0"/>
              </a:spcBef>
              <a:spcAft>
                <a:spcPct val="0"/>
              </a:spcAft>
              <a:buClrTx/>
              <a:buSzTx/>
              <a:buFont typeface="Arial" panose="020B0604020202020204" pitchFamily="34" charset="0"/>
              <a:buNone/>
              <a:defRPr/>
            </a:pPr>
            <a:fld id="{505BBB71-936E-4DE8-8D56-D8E7C7D1F718}" type="slidenum">
              <a:rPr kumimoji="0" lang="zh-CN" alt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rPr>
            </a:fld>
            <a:endParaRPr kumimoji="0" lang="zh-CN" alt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endParaRPr>
          </a:p>
        </p:txBody>
      </p:sp>
    </p:spTree>
  </p:cSld>
  <p:clrMap bg1="lt1" tx1="dk1" bg2="lt2" tx2="dk2" accent1="accent1" accent2="accent2" accent3="accent3" accent4="accent4" accent5="accent5" accent6="accent6" hlink="hlink" folHlink="folHlink"/>
  <p:hf sldNum="0" hdr="0" ftr="0" dt="0"/>
  <p:notesStyle>
    <a:lvl1pPr algn="l" rtl="0" eaLnBrk="0" fontAlgn="base" hangingPunct="0">
      <a:spcBef>
        <a:spcPct val="30000"/>
      </a:spcBef>
      <a:spcAft>
        <a:spcPct val="0"/>
      </a:spcAft>
      <a:defRPr sz="1200" kern="1200">
        <a:solidFill>
          <a:schemeClr val="tx1"/>
        </a:solidFill>
        <a:latin typeface="Calibri" panose="020F0502020204030204" pitchFamily="34" charset="0"/>
        <a:ea typeface="+mn-ea"/>
        <a:cs typeface="Arial" panose="020B0604020202020204" pitchFamily="34" charset="0"/>
      </a:defRPr>
    </a:lvl1pPr>
    <a:lvl2pPr marL="457200" algn="l" rtl="0" eaLnBrk="0" fontAlgn="base" hangingPunct="0">
      <a:spcBef>
        <a:spcPct val="30000"/>
      </a:spcBef>
      <a:spcAft>
        <a:spcPct val="0"/>
      </a:spcAft>
      <a:defRPr sz="1200" kern="1200">
        <a:solidFill>
          <a:schemeClr val="tx1"/>
        </a:solidFill>
        <a:latin typeface="Calibri" panose="020F0502020204030204" pitchFamily="34" charset="0"/>
        <a:ea typeface="+mn-ea"/>
        <a:cs typeface="Arial" panose="020B0604020202020204" pitchFamily="34" charset="0"/>
      </a:defRPr>
    </a:lvl2pPr>
    <a:lvl3pPr marL="914400" algn="l" rtl="0" eaLnBrk="0" fontAlgn="base" hangingPunct="0">
      <a:spcBef>
        <a:spcPct val="30000"/>
      </a:spcBef>
      <a:spcAft>
        <a:spcPct val="0"/>
      </a:spcAft>
      <a:defRPr sz="1200" kern="1200">
        <a:solidFill>
          <a:schemeClr val="tx1"/>
        </a:solidFill>
        <a:latin typeface="Calibri" panose="020F0502020204030204" pitchFamily="34" charset="0"/>
        <a:ea typeface="+mn-ea"/>
        <a:cs typeface="Arial" panose="020B0604020202020204" pitchFamily="34" charset="0"/>
      </a:defRPr>
    </a:lvl3pPr>
    <a:lvl4pPr marL="1371600" algn="l" rtl="0" eaLnBrk="0" fontAlgn="base" hangingPunct="0">
      <a:spcBef>
        <a:spcPct val="30000"/>
      </a:spcBef>
      <a:spcAft>
        <a:spcPct val="0"/>
      </a:spcAft>
      <a:defRPr sz="1200" kern="1200">
        <a:solidFill>
          <a:schemeClr val="tx1"/>
        </a:solidFill>
        <a:latin typeface="Calibri" panose="020F0502020204030204" pitchFamily="34" charset="0"/>
        <a:ea typeface="+mn-ea"/>
        <a:cs typeface="Arial" panose="020B0604020202020204" pitchFamily="34" charset="0"/>
      </a:defRPr>
    </a:lvl4pPr>
    <a:lvl5pPr marL="1828800" algn="l" rtl="0" eaLnBrk="0" fontAlgn="base" hangingPunct="0">
      <a:spcBef>
        <a:spcPct val="30000"/>
      </a:spcBef>
      <a:spcAft>
        <a:spcPct val="0"/>
      </a:spcAft>
      <a:defRPr sz="1200" kern="1200">
        <a:solidFill>
          <a:schemeClr val="tx1"/>
        </a:solidFill>
        <a:latin typeface="Calibri" panose="020F0502020204030204" pitchFamily="34" charset="0"/>
        <a:ea typeface="+mn-ea"/>
        <a:cs typeface="Arial" panose="020B0604020202020204" pitchFamily="34" charset="0"/>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9.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7.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2.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7.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8.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0.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3.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9.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1.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7.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8.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9.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9.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2.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6.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7.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56322" name="幻灯片图像占位符 1"/>
          <p:cNvSpPr>
            <a:spLocks noGrp="1" noRot="1" noChangeAspect="1" noTextEdit="1"/>
          </p:cNvSpPr>
          <p:nvPr>
            <p:ph type="sldImg"/>
          </p:nvPr>
        </p:nvSpPr>
        <p:spPr>
          <a:xfrm>
            <a:off x="1352550" y="1174750"/>
            <a:ext cx="4227513" cy="3171825"/>
          </a:xfrm>
        </p:spPr>
      </p:sp>
      <p:sp>
        <p:nvSpPr>
          <p:cNvPr id="56323" name="备注占位符 2"/>
          <p:cNvSpPr>
            <a:spLocks noGrp="1"/>
          </p:cNvSpPr>
          <p:nvPr>
            <p:ph type="body"/>
          </p:nvPr>
        </p:nvSpPr>
        <p:spPr>
          <a:xfrm>
            <a:off x="692150" y="4522788"/>
            <a:ext cx="5548313" cy="3700462"/>
          </a:xfrm>
          <a:ln w="12700"/>
        </p:spPr>
        <p:txBody>
          <a:bodyPr wrap="square" lIns="91440" tIns="45720" rIns="91440" bIns="45720" anchor="ctr" anchorCtr="0"/>
          <a:p>
            <a:pPr lvl="0"/>
            <a:endParaRPr lang="zh-CN" altLang="en-US" dirty="0">
              <a:ea typeface="宋体" panose="02010600030101010101" pitchFamily="2" charset="-122"/>
            </a:endParaRPr>
          </a:p>
        </p:txBody>
      </p:sp>
      <p:sp>
        <p:nvSpPr>
          <p:cNvPr id="56324" name="灯片编号占位符 3"/>
          <p:cNvSpPr txBox="1">
            <a:spLocks noGrp="1"/>
          </p:cNvSpPr>
          <p:nvPr>
            <p:ph type="sldNum" sz="quarter"/>
          </p:nvPr>
        </p:nvSpPr>
        <p:spPr>
          <a:xfrm>
            <a:off x="3927475" y="8926513"/>
            <a:ext cx="3005138" cy="471487"/>
          </a:xfrm>
          <a:prstGeom prst="rect">
            <a:avLst/>
          </a:prstGeom>
          <a:noFill/>
          <a:ln w="9525">
            <a:noFill/>
          </a:ln>
        </p:spPr>
        <p:txBody>
          <a:bodyPr anchor="b" anchorCtr="0"/>
          <a:p>
            <a:pPr lvl="0" algn="r" eaLnBrk="1" hangingPunct="1">
              <a:buFont typeface="Arial" panose="020B0604020202020204" pitchFamily="34" charset="0"/>
              <a:buChar char="•"/>
            </a:pPr>
            <a:fld id="{9A0DB2DC-4C9A-4742-B13C-FB6460FD3503}" type="slidenum">
              <a:rPr lang="zh-CN" altLang="en-US" sz="1200" dirty="0">
                <a:latin typeface="Calibri" panose="020F0502020204030204" pitchFamily="34" charset="0"/>
                <a:ea typeface="宋体" panose="02010600030101010101" pitchFamily="2" charset="-122"/>
              </a:rPr>
            </a:fld>
            <a:endParaRPr lang="zh-CN" altLang="en-US" sz="1200" dirty="0">
              <a:latin typeface="Calibri" panose="020F0502020204030204" pitchFamily="34" charset="0"/>
              <a:ea typeface="宋体" panose="02010600030101010101" pitchFamily="2" charset="-122"/>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23906" name="幻灯片图像占位符 1"/>
          <p:cNvSpPr>
            <a:spLocks noGrp="1" noRot="1" noChangeAspect="1" noTextEdit="1"/>
          </p:cNvSpPr>
          <p:nvPr>
            <p:ph type="sldImg"/>
          </p:nvPr>
        </p:nvSpPr>
        <p:spPr>
          <a:xfrm>
            <a:off x="1352550" y="1174750"/>
            <a:ext cx="4227513" cy="3171825"/>
          </a:xfrm>
        </p:spPr>
      </p:sp>
      <p:sp>
        <p:nvSpPr>
          <p:cNvPr id="123907" name="备注占位符 2"/>
          <p:cNvSpPr>
            <a:spLocks noGrp="1"/>
          </p:cNvSpPr>
          <p:nvPr>
            <p:ph type="body"/>
          </p:nvPr>
        </p:nvSpPr>
        <p:spPr>
          <a:xfrm>
            <a:off x="692150" y="4522788"/>
            <a:ext cx="5548313" cy="3700462"/>
          </a:xfrm>
          <a:ln w="12700"/>
        </p:spPr>
        <p:txBody>
          <a:bodyPr wrap="square" lIns="91440" tIns="45720" rIns="91440" bIns="45720" anchor="ctr" anchorCtr="0"/>
          <a:p>
            <a:pPr lvl="0"/>
            <a:r>
              <a:rPr lang="en-US" altLang="zh-CN" dirty="0">
                <a:ea typeface="宋体" panose="02010600030101010101" pitchFamily="2" charset="-122"/>
              </a:rPr>
              <a:t>CP=0</a:t>
            </a:r>
            <a:r>
              <a:rPr lang="zh-CN" altLang="en-US" dirty="0">
                <a:ea typeface="宋体" panose="02010600030101010101" pitchFamily="2" charset="-122"/>
              </a:rPr>
              <a:t>时，</a:t>
            </a:r>
            <a:r>
              <a:rPr lang="en-US" altLang="zh-CN" dirty="0">
                <a:ea typeface="宋体" panose="02010600030101010101" pitchFamily="2" charset="-122"/>
              </a:rPr>
              <a:t>D=Q</a:t>
            </a:r>
            <a:endParaRPr lang="zh-CN" altLang="en-US" dirty="0">
              <a:ea typeface="宋体" panose="02010600030101010101" pitchFamily="2" charset="-122"/>
            </a:endParaRPr>
          </a:p>
        </p:txBody>
      </p:sp>
      <p:sp>
        <p:nvSpPr>
          <p:cNvPr id="123908" name="灯片编号占位符 3"/>
          <p:cNvSpPr txBox="1">
            <a:spLocks noGrp="1"/>
          </p:cNvSpPr>
          <p:nvPr>
            <p:ph type="sldNum" sz="quarter"/>
          </p:nvPr>
        </p:nvSpPr>
        <p:spPr>
          <a:xfrm>
            <a:off x="3927475" y="8926513"/>
            <a:ext cx="3005138" cy="471487"/>
          </a:xfrm>
          <a:prstGeom prst="rect">
            <a:avLst/>
          </a:prstGeom>
          <a:noFill/>
          <a:ln w="9525">
            <a:noFill/>
          </a:ln>
        </p:spPr>
        <p:txBody>
          <a:bodyPr anchor="b" anchorCtr="0"/>
          <a:p>
            <a:pPr lvl="0" algn="r" eaLnBrk="1" hangingPunct="1">
              <a:buFont typeface="Arial" panose="020B0604020202020204" pitchFamily="34" charset="0"/>
              <a:buChar char="•"/>
            </a:pPr>
            <a:fld id="{9A0DB2DC-4C9A-4742-B13C-FB6460FD3503}" type="slidenum">
              <a:rPr lang="zh-CN" altLang="en-US" sz="1200" dirty="0">
                <a:latin typeface="Calibri" panose="020F0502020204030204" pitchFamily="34" charset="0"/>
                <a:ea typeface="宋体" panose="02010600030101010101" pitchFamily="2" charset="-122"/>
              </a:rPr>
            </a:fld>
            <a:endParaRPr lang="zh-CN" altLang="en-US" sz="1200" dirty="0">
              <a:latin typeface="Calibri" panose="020F0502020204030204" pitchFamily="34" charset="0"/>
              <a:ea typeface="宋体" panose="02010600030101010101" pitchFamily="2" charset="-122"/>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53602" name="幻灯片图像占位符 1"/>
          <p:cNvSpPr>
            <a:spLocks noGrp="1" noRot="1" noChangeAspect="1" noTextEdit="1"/>
          </p:cNvSpPr>
          <p:nvPr>
            <p:ph type="sldImg"/>
          </p:nvPr>
        </p:nvSpPr>
        <p:spPr>
          <a:xfrm>
            <a:off x="1352550" y="1174750"/>
            <a:ext cx="4227513" cy="3171825"/>
          </a:xfrm>
        </p:spPr>
      </p:sp>
      <p:sp>
        <p:nvSpPr>
          <p:cNvPr id="153603" name="备注占位符 2"/>
          <p:cNvSpPr>
            <a:spLocks noGrp="1"/>
          </p:cNvSpPr>
          <p:nvPr>
            <p:ph type="body"/>
          </p:nvPr>
        </p:nvSpPr>
        <p:spPr>
          <a:xfrm>
            <a:off x="692150" y="4522788"/>
            <a:ext cx="5548313" cy="3700462"/>
          </a:xfrm>
          <a:ln w="12700"/>
        </p:spPr>
        <p:txBody>
          <a:bodyPr wrap="square" lIns="91440" tIns="45720" rIns="91440" bIns="45720" anchor="ctr" anchorCtr="0"/>
          <a:p>
            <a:pPr lvl="0"/>
            <a:r>
              <a:rPr lang="zh-CN" altLang="en-US" dirty="0">
                <a:ea typeface="宋体" panose="02010600030101010101" pitchFamily="2" charset="-122"/>
              </a:rPr>
              <a:t>注意：</a:t>
            </a:r>
            <a:r>
              <a:rPr lang="en-US" altLang="zh-CN" dirty="0">
                <a:ea typeface="宋体" panose="02010600030101010101" pitchFamily="2" charset="-122"/>
              </a:rPr>
              <a:t>8255</a:t>
            </a:r>
            <a:r>
              <a:rPr lang="zh-CN" altLang="en-US" dirty="0">
                <a:ea typeface="宋体" panose="02010600030101010101" pitchFamily="2" charset="-122"/>
              </a:rPr>
              <a:t>在工作过程中如果改变工作方式，则控制口设置的内容全部复位（</a:t>
            </a:r>
            <a:r>
              <a:rPr lang="en-US" altLang="zh-CN" dirty="0">
                <a:ea typeface="宋体" panose="02010600030101010101" pitchFamily="2" charset="-122"/>
              </a:rPr>
              <a:t>CPU</a:t>
            </a:r>
            <a:r>
              <a:rPr lang="zh-CN" altLang="en-US" dirty="0">
                <a:ea typeface="宋体" panose="02010600030101010101" pitchFamily="2" charset="-122"/>
              </a:rPr>
              <a:t>自动完成），接着要设置新的方式控制字后才能进入新的工作方式。</a:t>
            </a:r>
            <a:endParaRPr lang="zh-CN" altLang="en-US" dirty="0">
              <a:ea typeface="宋体" panose="02010600030101010101" pitchFamily="2" charset="-122"/>
            </a:endParaRPr>
          </a:p>
          <a:p>
            <a:pPr lvl="0"/>
            <a:endParaRPr lang="zh-CN" altLang="en-US" dirty="0">
              <a:ea typeface="宋体" panose="02010600030101010101" pitchFamily="2" charset="-122"/>
            </a:endParaRPr>
          </a:p>
        </p:txBody>
      </p:sp>
      <p:sp>
        <p:nvSpPr>
          <p:cNvPr id="153604" name="灯片编号占位符 3"/>
          <p:cNvSpPr txBox="1">
            <a:spLocks noGrp="1"/>
          </p:cNvSpPr>
          <p:nvPr>
            <p:ph type="sldNum" sz="quarter"/>
          </p:nvPr>
        </p:nvSpPr>
        <p:spPr>
          <a:xfrm>
            <a:off x="3927475" y="8926513"/>
            <a:ext cx="3005138" cy="471487"/>
          </a:xfrm>
          <a:prstGeom prst="rect">
            <a:avLst/>
          </a:prstGeom>
          <a:noFill/>
          <a:ln w="9525">
            <a:noFill/>
          </a:ln>
        </p:spPr>
        <p:txBody>
          <a:bodyPr anchor="b" anchorCtr="0"/>
          <a:p>
            <a:pPr lvl="0" algn="r" eaLnBrk="1" hangingPunct="1">
              <a:buFont typeface="Arial" panose="020B0604020202020204" pitchFamily="34" charset="0"/>
              <a:buChar char="•"/>
            </a:pPr>
            <a:fld id="{9A0DB2DC-4C9A-4742-B13C-FB6460FD3503}" type="slidenum">
              <a:rPr lang="zh-CN" altLang="en-US" sz="1200" dirty="0">
                <a:latin typeface="Calibri" panose="020F0502020204030204" pitchFamily="34" charset="0"/>
                <a:ea typeface="宋体" panose="02010600030101010101" pitchFamily="2" charset="-122"/>
              </a:rPr>
            </a:fld>
            <a:endParaRPr lang="zh-CN" altLang="en-US" sz="1200" dirty="0">
              <a:latin typeface="Calibri" panose="020F0502020204030204" pitchFamily="34" charset="0"/>
              <a:ea typeface="宋体" panose="02010600030101010101" pitchFamily="2" charset="-122"/>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59746" name="幻灯片图像占位符 1"/>
          <p:cNvSpPr>
            <a:spLocks noGrp="1" noRot="1" noChangeAspect="1" noTextEdit="1"/>
          </p:cNvSpPr>
          <p:nvPr>
            <p:ph type="sldImg"/>
          </p:nvPr>
        </p:nvSpPr>
        <p:spPr>
          <a:xfrm>
            <a:off x="1352550" y="1174750"/>
            <a:ext cx="4227513" cy="3171825"/>
          </a:xfrm>
        </p:spPr>
      </p:sp>
      <p:sp>
        <p:nvSpPr>
          <p:cNvPr id="159747" name="备注占位符 2"/>
          <p:cNvSpPr>
            <a:spLocks noGrp="1"/>
          </p:cNvSpPr>
          <p:nvPr>
            <p:ph type="body"/>
          </p:nvPr>
        </p:nvSpPr>
        <p:spPr>
          <a:xfrm>
            <a:off x="692150" y="4522788"/>
            <a:ext cx="5548313" cy="3700462"/>
          </a:xfrm>
          <a:ln w="12700"/>
        </p:spPr>
        <p:txBody>
          <a:bodyPr wrap="square" lIns="91440" tIns="45720" rIns="91440" bIns="45720" anchor="ctr" anchorCtr="0"/>
          <a:p>
            <a:pPr lvl="0"/>
            <a:r>
              <a:rPr lang="zh-CN" altLang="en-US" dirty="0">
                <a:ea typeface="宋体" panose="02010600030101010101" pitchFamily="2" charset="-122"/>
              </a:rPr>
              <a:t>使</a:t>
            </a:r>
            <a:r>
              <a:rPr lang="en-US" altLang="zh-CN" dirty="0">
                <a:ea typeface="宋体" panose="02010600030101010101" pitchFamily="2" charset="-122"/>
              </a:rPr>
              <a:t>C</a:t>
            </a:r>
            <a:r>
              <a:rPr lang="zh-CN" altLang="en-US" dirty="0">
                <a:ea typeface="宋体" panose="02010600030101010101" pitchFamily="2" charset="-122"/>
              </a:rPr>
              <a:t>口中的某一位为</a:t>
            </a:r>
            <a:r>
              <a:rPr lang="en-US" altLang="zh-CN" dirty="0">
                <a:ea typeface="宋体" panose="02010600030101010101" pitchFamily="2" charset="-122"/>
              </a:rPr>
              <a:t>1</a:t>
            </a:r>
            <a:r>
              <a:rPr lang="zh-CN" altLang="en-US" dirty="0">
                <a:ea typeface="宋体" panose="02010600030101010101" pitchFamily="2" charset="-122"/>
              </a:rPr>
              <a:t>（置位）或</a:t>
            </a:r>
            <a:r>
              <a:rPr lang="en-US" altLang="zh-CN" dirty="0">
                <a:ea typeface="宋体" panose="02010600030101010101" pitchFamily="2" charset="-122"/>
              </a:rPr>
              <a:t>0</a:t>
            </a:r>
            <a:r>
              <a:rPr lang="zh-CN" altLang="en-US" dirty="0">
                <a:ea typeface="宋体" panose="02010600030101010101" pitchFamily="2" charset="-122"/>
              </a:rPr>
              <a:t>（复位）；或在</a:t>
            </a:r>
            <a:r>
              <a:rPr lang="en-US" altLang="zh-CN" dirty="0">
                <a:ea typeface="宋体" panose="02010600030101010101" pitchFamily="2" charset="-122"/>
              </a:rPr>
              <a:t>A</a:t>
            </a:r>
            <a:r>
              <a:rPr lang="zh-CN" altLang="en-US" dirty="0">
                <a:ea typeface="宋体" panose="02010600030101010101" pitchFamily="2" charset="-122"/>
              </a:rPr>
              <a:t>口、</a:t>
            </a:r>
            <a:r>
              <a:rPr lang="en-US" altLang="zh-CN" dirty="0">
                <a:ea typeface="宋体" panose="02010600030101010101" pitchFamily="2" charset="-122"/>
              </a:rPr>
              <a:t>B</a:t>
            </a:r>
            <a:r>
              <a:rPr lang="zh-CN" altLang="en-US" dirty="0">
                <a:ea typeface="宋体" panose="02010600030101010101" pitchFamily="2" charset="-122"/>
              </a:rPr>
              <a:t>口采用中断方式时，通过向</a:t>
            </a:r>
            <a:r>
              <a:rPr lang="en-US" altLang="zh-CN" dirty="0">
                <a:ea typeface="宋体" panose="02010600030101010101" pitchFamily="2" charset="-122"/>
              </a:rPr>
              <a:t>C</a:t>
            </a:r>
            <a:r>
              <a:rPr lang="zh-CN" altLang="en-US" dirty="0">
                <a:ea typeface="宋体" panose="02010600030101010101" pitchFamily="2" charset="-122"/>
              </a:rPr>
              <a:t>口的指定位置位，允许</a:t>
            </a:r>
            <a:r>
              <a:rPr lang="en-US" altLang="zh-CN" dirty="0">
                <a:ea typeface="宋体" panose="02010600030101010101" pitchFamily="2" charset="-122"/>
              </a:rPr>
              <a:t>8255A</a:t>
            </a:r>
            <a:r>
              <a:rPr lang="zh-CN" altLang="en-US" dirty="0">
                <a:ea typeface="宋体" panose="02010600030101010101" pitchFamily="2" charset="-122"/>
              </a:rPr>
              <a:t>的中断信号发出</a:t>
            </a:r>
            <a:endParaRPr lang="en-US" altLang="zh-CN" dirty="0">
              <a:ea typeface="宋体" panose="02010600030101010101" pitchFamily="2" charset="-122"/>
            </a:endParaRPr>
          </a:p>
          <a:p>
            <a:pPr lvl="0"/>
            <a:r>
              <a:rPr lang="zh-CN" altLang="en-US" dirty="0">
                <a:ea typeface="宋体" panose="02010600030101010101" pitchFamily="2" charset="-122"/>
              </a:rPr>
              <a:t>方式</a:t>
            </a:r>
            <a:r>
              <a:rPr lang="en-US" altLang="zh-CN" dirty="0">
                <a:ea typeface="宋体" panose="02010600030101010101" pitchFamily="2" charset="-122"/>
              </a:rPr>
              <a:t>1</a:t>
            </a:r>
            <a:r>
              <a:rPr lang="zh-CN" altLang="en-US" dirty="0">
                <a:ea typeface="宋体" panose="02010600030101010101" pitchFamily="2" charset="-122"/>
              </a:rPr>
              <a:t>和</a:t>
            </a:r>
            <a:r>
              <a:rPr lang="en-US" altLang="zh-CN" dirty="0">
                <a:ea typeface="宋体" panose="02010600030101010101" pitchFamily="2" charset="-122"/>
              </a:rPr>
              <a:t>2</a:t>
            </a:r>
            <a:r>
              <a:rPr lang="zh-CN" altLang="en-US" dirty="0">
                <a:ea typeface="宋体" panose="02010600030101010101" pitchFamily="2" charset="-122"/>
              </a:rPr>
              <a:t>时，</a:t>
            </a:r>
            <a:r>
              <a:rPr lang="en-US" altLang="zh-CN" dirty="0">
                <a:ea typeface="宋体" panose="02010600030101010101" pitchFamily="2" charset="-122"/>
              </a:rPr>
              <a:t>C</a:t>
            </a:r>
            <a:r>
              <a:rPr lang="zh-CN" altLang="en-US" dirty="0">
                <a:ea typeface="宋体" panose="02010600030101010101" pitchFamily="2" charset="-122"/>
              </a:rPr>
              <a:t>口用作联络信号。用</a:t>
            </a:r>
            <a:r>
              <a:rPr lang="en-US" altLang="zh-CN" dirty="0">
                <a:ea typeface="宋体" panose="02010600030101010101" pitchFamily="2" charset="-122"/>
              </a:rPr>
              <a:t>IN</a:t>
            </a:r>
            <a:r>
              <a:rPr lang="zh-CN" altLang="en-US" dirty="0">
                <a:ea typeface="宋体" panose="02010600030101010101" pitchFamily="2" charset="-122"/>
              </a:rPr>
              <a:t>指令读取</a:t>
            </a:r>
            <a:r>
              <a:rPr lang="en-US" altLang="zh-CN" dirty="0">
                <a:ea typeface="宋体" panose="02010600030101010101" pitchFamily="2" charset="-122"/>
              </a:rPr>
              <a:t>C</a:t>
            </a:r>
            <a:r>
              <a:rPr lang="zh-CN" altLang="en-US" dirty="0">
                <a:ea typeface="宋体" panose="02010600030101010101" pitchFamily="2" charset="-122"/>
              </a:rPr>
              <a:t>口内容可检测外设状态，这样</a:t>
            </a:r>
            <a:r>
              <a:rPr lang="en-US" altLang="zh-CN" dirty="0">
                <a:ea typeface="宋体" panose="02010600030101010101" pitchFamily="2" charset="-122"/>
              </a:rPr>
              <a:t>, </a:t>
            </a:r>
            <a:r>
              <a:rPr lang="zh-CN" altLang="en-US" dirty="0">
                <a:ea typeface="宋体" panose="02010600030101010101" pitchFamily="2" charset="-122"/>
              </a:rPr>
              <a:t>就可采用查询方式而不用中断方式实现数据交换。</a:t>
            </a:r>
            <a:endParaRPr lang="zh-CN" altLang="en-US" dirty="0">
              <a:ea typeface="宋体" panose="02010600030101010101" pitchFamily="2" charset="-122"/>
            </a:endParaRPr>
          </a:p>
          <a:p>
            <a:pPr lvl="0"/>
            <a:endParaRPr lang="zh-CN" altLang="en-US" dirty="0">
              <a:ea typeface="宋体" panose="02010600030101010101" pitchFamily="2" charset="-122"/>
            </a:endParaRPr>
          </a:p>
        </p:txBody>
      </p:sp>
      <p:sp>
        <p:nvSpPr>
          <p:cNvPr id="159748" name="灯片编号占位符 3"/>
          <p:cNvSpPr txBox="1">
            <a:spLocks noGrp="1"/>
          </p:cNvSpPr>
          <p:nvPr>
            <p:ph type="sldNum" sz="quarter"/>
          </p:nvPr>
        </p:nvSpPr>
        <p:spPr>
          <a:xfrm>
            <a:off x="3927475" y="8926513"/>
            <a:ext cx="3005138" cy="471487"/>
          </a:xfrm>
          <a:prstGeom prst="rect">
            <a:avLst/>
          </a:prstGeom>
          <a:noFill/>
          <a:ln w="9525">
            <a:noFill/>
          </a:ln>
        </p:spPr>
        <p:txBody>
          <a:bodyPr anchor="b" anchorCtr="0"/>
          <a:p>
            <a:pPr lvl="0" algn="r" eaLnBrk="1" hangingPunct="1">
              <a:buFont typeface="Arial" panose="020B0604020202020204" pitchFamily="34" charset="0"/>
              <a:buChar char="•"/>
            </a:pPr>
            <a:fld id="{9A0DB2DC-4C9A-4742-B13C-FB6460FD3503}" type="slidenum">
              <a:rPr lang="zh-CN" altLang="en-US" sz="1200" dirty="0">
                <a:latin typeface="Calibri" panose="020F0502020204030204" pitchFamily="34" charset="0"/>
                <a:ea typeface="宋体" panose="02010600030101010101" pitchFamily="2" charset="-122"/>
              </a:rPr>
            </a:fld>
            <a:endParaRPr lang="zh-CN" altLang="en-US" sz="1200" dirty="0">
              <a:latin typeface="Calibri" panose="020F0502020204030204" pitchFamily="34" charset="0"/>
              <a:ea typeface="宋体" panose="02010600030101010101" pitchFamily="2" charset="-122"/>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65890" name="幻灯片图像占位符 1"/>
          <p:cNvSpPr>
            <a:spLocks noGrp="1" noRot="1" noChangeAspect="1" noTextEdit="1"/>
          </p:cNvSpPr>
          <p:nvPr>
            <p:ph type="sldImg"/>
          </p:nvPr>
        </p:nvSpPr>
        <p:spPr>
          <a:xfrm>
            <a:off x="1352550" y="1174750"/>
            <a:ext cx="4227513" cy="3171825"/>
          </a:xfrm>
        </p:spPr>
      </p:sp>
      <p:sp>
        <p:nvSpPr>
          <p:cNvPr id="165891" name="备注占位符 2"/>
          <p:cNvSpPr>
            <a:spLocks noGrp="1"/>
          </p:cNvSpPr>
          <p:nvPr>
            <p:ph type="body"/>
          </p:nvPr>
        </p:nvSpPr>
        <p:spPr>
          <a:xfrm>
            <a:off x="692150" y="4522788"/>
            <a:ext cx="5548313" cy="3700462"/>
          </a:xfrm>
          <a:ln w="12700"/>
        </p:spPr>
        <p:txBody>
          <a:bodyPr wrap="square" lIns="91440" tIns="45720" rIns="91440" bIns="45720" anchor="ctr" anchorCtr="0"/>
          <a:p>
            <a:pPr lvl="0"/>
            <a:r>
              <a:rPr lang="en-US" altLang="zh-CN" dirty="0">
                <a:ea typeface="宋体" panose="02010600030101010101" pitchFamily="2" charset="-122"/>
              </a:rPr>
              <a:t>1</a:t>
            </a:r>
            <a:r>
              <a:rPr lang="zh-CN" altLang="en-US" dirty="0">
                <a:ea typeface="宋体" panose="02010600030101010101" pitchFamily="2" charset="-122"/>
              </a:rPr>
              <a:t>、外设的数据已经准备好，数据存入接口数据寄存器</a:t>
            </a:r>
            <a:endParaRPr lang="en-US" altLang="zh-CN" dirty="0">
              <a:ea typeface="宋体" panose="02010600030101010101" pitchFamily="2" charset="-122"/>
            </a:endParaRPr>
          </a:p>
          <a:p>
            <a:pPr lvl="0"/>
            <a:r>
              <a:rPr lang="en-US" altLang="zh-CN" dirty="0">
                <a:ea typeface="宋体" panose="02010600030101010101" pitchFamily="2" charset="-122"/>
              </a:rPr>
              <a:t>2</a:t>
            </a:r>
            <a:r>
              <a:rPr lang="zh-CN" altLang="en-US" dirty="0">
                <a:ea typeface="宋体" panose="02010600030101010101" pitchFamily="2" charset="-122"/>
              </a:rPr>
              <a:t>、</a:t>
            </a:r>
            <a:r>
              <a:rPr lang="en-US" altLang="zh-CN" dirty="0">
                <a:ea typeface="宋体" panose="02010600030101010101" pitchFamily="2" charset="-122"/>
              </a:rPr>
              <a:t>CPU</a:t>
            </a:r>
            <a:r>
              <a:rPr lang="zh-CN" altLang="en-US" dirty="0">
                <a:ea typeface="宋体" panose="02010600030101010101" pitchFamily="2" charset="-122"/>
              </a:rPr>
              <a:t>执行一条 </a:t>
            </a:r>
            <a:r>
              <a:rPr lang="en-US" altLang="zh-CN" dirty="0">
                <a:ea typeface="宋体" panose="02010600030101010101" pitchFamily="2" charset="-122"/>
              </a:rPr>
              <a:t>(IN  AL,PORT)</a:t>
            </a:r>
            <a:r>
              <a:rPr lang="zh-CN" altLang="en-US" dirty="0">
                <a:ea typeface="宋体" panose="02010600030101010101" pitchFamily="2" charset="-122"/>
              </a:rPr>
              <a:t>指令从</a:t>
            </a:r>
            <a:r>
              <a:rPr lang="en-US" altLang="zh-CN" dirty="0">
                <a:ea typeface="宋体" panose="02010600030101010101" pitchFamily="2" charset="-122"/>
              </a:rPr>
              <a:t>8255A</a:t>
            </a:r>
            <a:r>
              <a:rPr lang="zh-CN" altLang="en-US" dirty="0">
                <a:ea typeface="宋体" panose="02010600030101010101" pitchFamily="2" charset="-122"/>
              </a:rPr>
              <a:t>读取数据，</a:t>
            </a:r>
            <a:r>
              <a:rPr lang="en-US" altLang="zh-CN" dirty="0">
                <a:ea typeface="宋体" panose="02010600030101010101" pitchFamily="2" charset="-122"/>
              </a:rPr>
              <a:t>I/O</a:t>
            </a:r>
            <a:r>
              <a:rPr lang="zh-CN" altLang="en-US" dirty="0">
                <a:ea typeface="宋体" panose="02010600030101010101" pitchFamily="2" charset="-122"/>
              </a:rPr>
              <a:t>读周期</a:t>
            </a:r>
            <a:endParaRPr lang="en-US" altLang="zh-CN" dirty="0">
              <a:ea typeface="宋体" panose="02010600030101010101" pitchFamily="2" charset="-122"/>
            </a:endParaRPr>
          </a:p>
          <a:p>
            <a:pPr lvl="0"/>
            <a:r>
              <a:rPr lang="en-US" altLang="zh-CN" dirty="0">
                <a:ea typeface="宋体" panose="02010600030101010101" pitchFamily="2" charset="-122"/>
              </a:rPr>
              <a:t>3</a:t>
            </a:r>
            <a:r>
              <a:rPr lang="zh-CN" altLang="en-US" dirty="0">
                <a:ea typeface="宋体" panose="02010600030101010101" pitchFamily="2" charset="-122"/>
              </a:rPr>
              <a:t>、</a:t>
            </a:r>
            <a:r>
              <a:rPr lang="en-US" altLang="zh-CN" dirty="0">
                <a:ea typeface="宋体" panose="02010600030101010101" pitchFamily="2" charset="-122"/>
              </a:rPr>
              <a:t>8088CPU</a:t>
            </a:r>
            <a:r>
              <a:rPr lang="zh-CN" altLang="en-US" dirty="0">
                <a:ea typeface="宋体" panose="02010600030101010101" pitchFamily="2" charset="-122"/>
              </a:rPr>
              <a:t>与</a:t>
            </a:r>
            <a:r>
              <a:rPr lang="en-US" altLang="zh-CN" dirty="0">
                <a:ea typeface="宋体" panose="02010600030101010101" pitchFamily="2" charset="-122"/>
              </a:rPr>
              <a:t>8255A</a:t>
            </a:r>
            <a:r>
              <a:rPr lang="zh-CN" altLang="en-US" dirty="0">
                <a:ea typeface="宋体" panose="02010600030101010101" pitchFamily="2" charset="-122"/>
              </a:rPr>
              <a:t>在时序上不能很好配合，需要</a:t>
            </a:r>
            <a:r>
              <a:rPr lang="en-US" altLang="zh-CN" dirty="0">
                <a:ea typeface="宋体" panose="02010600030101010101" pitchFamily="2" charset="-122"/>
              </a:rPr>
              <a:t>CPU</a:t>
            </a:r>
            <a:r>
              <a:rPr lang="zh-CN" altLang="en-US" dirty="0">
                <a:ea typeface="宋体" panose="02010600030101010101" pitchFamily="2" charset="-122"/>
              </a:rPr>
              <a:t>插入一个等待状态。</a:t>
            </a:r>
            <a:endParaRPr lang="zh-CN" altLang="en-US" dirty="0">
              <a:ea typeface="宋体" panose="02010600030101010101" pitchFamily="2" charset="-122"/>
            </a:endParaRPr>
          </a:p>
          <a:p>
            <a:pPr lvl="0"/>
            <a:endParaRPr lang="zh-CN" altLang="en-US" dirty="0">
              <a:ea typeface="宋体" panose="02010600030101010101" pitchFamily="2" charset="-122"/>
            </a:endParaRPr>
          </a:p>
        </p:txBody>
      </p:sp>
      <p:sp>
        <p:nvSpPr>
          <p:cNvPr id="165892" name="灯片编号占位符 3"/>
          <p:cNvSpPr txBox="1">
            <a:spLocks noGrp="1"/>
          </p:cNvSpPr>
          <p:nvPr>
            <p:ph type="sldNum" sz="quarter"/>
          </p:nvPr>
        </p:nvSpPr>
        <p:spPr>
          <a:xfrm>
            <a:off x="3927475" y="8926513"/>
            <a:ext cx="3005138" cy="471487"/>
          </a:xfrm>
          <a:prstGeom prst="rect">
            <a:avLst/>
          </a:prstGeom>
          <a:noFill/>
          <a:ln w="9525">
            <a:noFill/>
          </a:ln>
        </p:spPr>
        <p:txBody>
          <a:bodyPr anchor="b" anchorCtr="0"/>
          <a:p>
            <a:pPr lvl="0" algn="r" eaLnBrk="1" hangingPunct="1">
              <a:buFont typeface="Arial" panose="020B0604020202020204" pitchFamily="34" charset="0"/>
              <a:buChar char="•"/>
            </a:pPr>
            <a:fld id="{9A0DB2DC-4C9A-4742-B13C-FB6460FD3503}" type="slidenum">
              <a:rPr lang="zh-CN" altLang="en-US" sz="1200" dirty="0">
                <a:latin typeface="Calibri" panose="020F0502020204030204" pitchFamily="34" charset="0"/>
                <a:ea typeface="宋体" panose="02010600030101010101" pitchFamily="2" charset="-122"/>
              </a:rPr>
            </a:fld>
            <a:endParaRPr lang="zh-CN" altLang="en-US" sz="1200" dirty="0">
              <a:latin typeface="Calibri" panose="020F0502020204030204" pitchFamily="34" charset="0"/>
              <a:ea typeface="宋体" panose="02010600030101010101" pitchFamily="2" charset="-122"/>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67938" name="幻灯片图像占位符 1"/>
          <p:cNvSpPr>
            <a:spLocks noGrp="1" noRot="1" noChangeAspect="1" noTextEdit="1"/>
          </p:cNvSpPr>
          <p:nvPr>
            <p:ph type="sldImg"/>
          </p:nvPr>
        </p:nvSpPr>
        <p:spPr>
          <a:xfrm>
            <a:off x="1352550" y="1174750"/>
            <a:ext cx="4227513" cy="3171825"/>
          </a:xfrm>
        </p:spPr>
      </p:sp>
      <p:sp>
        <p:nvSpPr>
          <p:cNvPr id="167939" name="备注占位符 2"/>
          <p:cNvSpPr>
            <a:spLocks noGrp="1"/>
          </p:cNvSpPr>
          <p:nvPr>
            <p:ph type="body"/>
          </p:nvPr>
        </p:nvSpPr>
        <p:spPr>
          <a:xfrm>
            <a:off x="692150" y="4522788"/>
            <a:ext cx="5548313" cy="3700462"/>
          </a:xfrm>
          <a:ln w="12700"/>
        </p:spPr>
        <p:txBody>
          <a:bodyPr wrap="square" lIns="91440" tIns="45720" rIns="91440" bIns="45720" anchor="ctr" anchorCtr="0"/>
          <a:p>
            <a:pPr lvl="0"/>
            <a:r>
              <a:rPr lang="en-US" altLang="zh-CN" dirty="0">
                <a:ea typeface="宋体" panose="02010600030101010101" pitchFamily="2" charset="-122"/>
              </a:rPr>
              <a:t>I/O</a:t>
            </a:r>
            <a:r>
              <a:rPr lang="zh-CN" altLang="en-US" dirty="0">
                <a:ea typeface="宋体" panose="02010600030101010101" pitchFamily="2" charset="-122"/>
              </a:rPr>
              <a:t>写周期，</a:t>
            </a:r>
            <a:r>
              <a:rPr lang="en-US" altLang="zh-CN" dirty="0">
                <a:ea typeface="宋体" panose="02010600030101010101" pitchFamily="2" charset="-122"/>
              </a:rPr>
              <a:t>8088CPU</a:t>
            </a:r>
            <a:r>
              <a:rPr lang="zh-CN" altLang="en-US" dirty="0">
                <a:ea typeface="宋体" panose="02010600030101010101" pitchFamily="2" charset="-122"/>
              </a:rPr>
              <a:t>与</a:t>
            </a:r>
            <a:r>
              <a:rPr lang="en-US" altLang="zh-CN" dirty="0">
                <a:ea typeface="宋体" panose="02010600030101010101" pitchFamily="2" charset="-122"/>
              </a:rPr>
              <a:t>8255A</a:t>
            </a:r>
            <a:r>
              <a:rPr lang="zh-CN" altLang="en-US" dirty="0">
                <a:ea typeface="宋体" panose="02010600030101010101" pitchFamily="2" charset="-122"/>
              </a:rPr>
              <a:t>在时序上不能很好配合，需要</a:t>
            </a:r>
            <a:r>
              <a:rPr lang="en-US" altLang="zh-CN" dirty="0">
                <a:ea typeface="宋体" panose="02010600030101010101" pitchFamily="2" charset="-122"/>
              </a:rPr>
              <a:t>CPU</a:t>
            </a:r>
            <a:r>
              <a:rPr lang="zh-CN" altLang="en-US" dirty="0">
                <a:ea typeface="宋体" panose="02010600030101010101" pitchFamily="2" charset="-122"/>
              </a:rPr>
              <a:t>插入一个等待状态。</a:t>
            </a:r>
            <a:endParaRPr lang="zh-CN" altLang="en-US" dirty="0">
              <a:ea typeface="宋体" panose="02010600030101010101" pitchFamily="2" charset="-122"/>
            </a:endParaRPr>
          </a:p>
          <a:p>
            <a:pPr lvl="0"/>
            <a:endParaRPr lang="zh-CN" altLang="en-US" dirty="0">
              <a:ea typeface="宋体" panose="02010600030101010101" pitchFamily="2" charset="-122"/>
            </a:endParaRPr>
          </a:p>
        </p:txBody>
      </p:sp>
      <p:sp>
        <p:nvSpPr>
          <p:cNvPr id="167940" name="灯片编号占位符 3"/>
          <p:cNvSpPr txBox="1">
            <a:spLocks noGrp="1"/>
          </p:cNvSpPr>
          <p:nvPr>
            <p:ph type="sldNum" sz="quarter"/>
          </p:nvPr>
        </p:nvSpPr>
        <p:spPr>
          <a:xfrm>
            <a:off x="3927475" y="8926513"/>
            <a:ext cx="3005138" cy="471487"/>
          </a:xfrm>
          <a:prstGeom prst="rect">
            <a:avLst/>
          </a:prstGeom>
          <a:noFill/>
          <a:ln w="9525">
            <a:noFill/>
          </a:ln>
        </p:spPr>
        <p:txBody>
          <a:bodyPr anchor="b" anchorCtr="0"/>
          <a:p>
            <a:pPr lvl="0" algn="r" eaLnBrk="1" hangingPunct="1">
              <a:buFont typeface="Arial" panose="020B0604020202020204" pitchFamily="34" charset="0"/>
              <a:buChar char="•"/>
            </a:pPr>
            <a:fld id="{9A0DB2DC-4C9A-4742-B13C-FB6460FD3503}" type="slidenum">
              <a:rPr lang="zh-CN" altLang="en-US" sz="1200" dirty="0">
                <a:latin typeface="Calibri" panose="020F0502020204030204" pitchFamily="34" charset="0"/>
                <a:ea typeface="宋体" panose="02010600030101010101" pitchFamily="2" charset="-122"/>
              </a:rPr>
            </a:fld>
            <a:endParaRPr lang="zh-CN" altLang="en-US" sz="1200" dirty="0">
              <a:latin typeface="Calibri" panose="020F0502020204030204" pitchFamily="34" charset="0"/>
              <a:ea typeface="宋体" panose="02010600030101010101" pitchFamily="2" charset="-122"/>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71010" name="幻灯片图像占位符 1"/>
          <p:cNvSpPr>
            <a:spLocks noGrp="1" noRot="1" noChangeAspect="1" noTextEdit="1"/>
          </p:cNvSpPr>
          <p:nvPr>
            <p:ph type="sldImg"/>
          </p:nvPr>
        </p:nvSpPr>
        <p:spPr>
          <a:xfrm>
            <a:off x="1352550" y="1174750"/>
            <a:ext cx="4227513" cy="3171825"/>
          </a:xfrm>
        </p:spPr>
      </p:sp>
      <p:sp>
        <p:nvSpPr>
          <p:cNvPr id="171011" name="备注占位符 2"/>
          <p:cNvSpPr>
            <a:spLocks noGrp="1"/>
          </p:cNvSpPr>
          <p:nvPr>
            <p:ph type="body"/>
          </p:nvPr>
        </p:nvSpPr>
        <p:spPr>
          <a:xfrm>
            <a:off x="692150" y="4522788"/>
            <a:ext cx="5548313" cy="3700462"/>
          </a:xfrm>
          <a:ln w="12700"/>
        </p:spPr>
        <p:txBody>
          <a:bodyPr wrap="square" lIns="91440" tIns="45720" rIns="91440" bIns="45720" anchor="ctr" anchorCtr="0"/>
          <a:p>
            <a:pPr lvl="0"/>
            <a:endParaRPr lang="zh-CN" altLang="en-US" dirty="0">
              <a:ea typeface="宋体" panose="02010600030101010101" pitchFamily="2" charset="-122"/>
            </a:endParaRPr>
          </a:p>
        </p:txBody>
      </p:sp>
      <p:sp>
        <p:nvSpPr>
          <p:cNvPr id="171012" name="灯片编号占位符 3"/>
          <p:cNvSpPr txBox="1">
            <a:spLocks noGrp="1"/>
          </p:cNvSpPr>
          <p:nvPr>
            <p:ph type="sldNum" sz="quarter"/>
          </p:nvPr>
        </p:nvSpPr>
        <p:spPr>
          <a:xfrm>
            <a:off x="3927475" y="8926513"/>
            <a:ext cx="3005138" cy="471487"/>
          </a:xfrm>
          <a:prstGeom prst="rect">
            <a:avLst/>
          </a:prstGeom>
          <a:noFill/>
          <a:ln w="9525">
            <a:noFill/>
          </a:ln>
        </p:spPr>
        <p:txBody>
          <a:bodyPr anchor="b" anchorCtr="0"/>
          <a:p>
            <a:pPr lvl="0" algn="r" eaLnBrk="1" hangingPunct="1">
              <a:buFont typeface="Arial" panose="020B0604020202020204" pitchFamily="34" charset="0"/>
              <a:buChar char="•"/>
            </a:pPr>
            <a:fld id="{9A0DB2DC-4C9A-4742-B13C-FB6460FD3503}" type="slidenum">
              <a:rPr lang="zh-CN" altLang="en-US" sz="1200" dirty="0">
                <a:latin typeface="Calibri" panose="020F0502020204030204" pitchFamily="34" charset="0"/>
                <a:ea typeface="宋体" panose="02010600030101010101" pitchFamily="2" charset="-122"/>
              </a:rPr>
            </a:fld>
            <a:endParaRPr lang="zh-CN" altLang="en-US" sz="1200" dirty="0">
              <a:latin typeface="Calibri" panose="020F0502020204030204" pitchFamily="34" charset="0"/>
              <a:ea typeface="宋体" panose="02010600030101010101" pitchFamily="2" charset="-122"/>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75106" name="幻灯片图像占位符 1"/>
          <p:cNvSpPr>
            <a:spLocks noGrp="1" noRot="1" noChangeAspect="1" noTextEdit="1"/>
          </p:cNvSpPr>
          <p:nvPr>
            <p:ph type="sldImg"/>
          </p:nvPr>
        </p:nvSpPr>
        <p:spPr>
          <a:xfrm>
            <a:off x="1352550" y="1174750"/>
            <a:ext cx="4227513" cy="3171825"/>
          </a:xfrm>
        </p:spPr>
      </p:sp>
      <p:sp>
        <p:nvSpPr>
          <p:cNvPr id="175107" name="备注占位符 2"/>
          <p:cNvSpPr>
            <a:spLocks noGrp="1"/>
          </p:cNvSpPr>
          <p:nvPr>
            <p:ph type="body"/>
          </p:nvPr>
        </p:nvSpPr>
        <p:spPr>
          <a:xfrm>
            <a:off x="692150" y="4522788"/>
            <a:ext cx="5548313" cy="3700462"/>
          </a:xfrm>
          <a:ln w="12700"/>
        </p:spPr>
        <p:txBody>
          <a:bodyPr wrap="square" lIns="91440" tIns="45720" rIns="91440" bIns="45720" anchor="ctr" anchorCtr="0"/>
          <a:p>
            <a:pPr lvl="0"/>
            <a:r>
              <a:rPr lang="zh-CN" altLang="en-US" dirty="0">
                <a:ea typeface="宋体" panose="02010600030101010101" pitchFamily="2" charset="-122"/>
              </a:rPr>
              <a:t>当外设检测到输入缓冲器满信号为低电平，将数据送到8255的数据端口时，用选通信号把数据打入8255的输入缓冲器中。从有效经过</a:t>
            </a:r>
            <a:r>
              <a:rPr lang="en-US" altLang="zh-CN" dirty="0">
                <a:ea typeface="宋体" panose="02010600030101010101" pitchFamily="2" charset="-122"/>
              </a:rPr>
              <a:t>t</a:t>
            </a:r>
            <a:r>
              <a:rPr lang="en-US" altLang="zh-CN" baseline="-30000" dirty="0">
                <a:ea typeface="宋体" panose="02010600030101010101" pitchFamily="2" charset="-122"/>
              </a:rPr>
              <a:t>STB</a:t>
            </a:r>
            <a:r>
              <a:rPr lang="zh-CN" altLang="en-US" dirty="0">
                <a:ea typeface="宋体" panose="02010600030101010101" pitchFamily="2" charset="-122"/>
              </a:rPr>
              <a:t>后，8255的输入缓冲器满，使</a:t>
            </a:r>
            <a:r>
              <a:rPr lang="en-US" altLang="zh-CN" dirty="0">
                <a:ea typeface="宋体" panose="02010600030101010101" pitchFamily="2" charset="-122"/>
              </a:rPr>
              <a:t>IBF</a:t>
            </a:r>
            <a:r>
              <a:rPr lang="zh-CN" altLang="en-US" dirty="0">
                <a:ea typeface="宋体" panose="02010600030101010101" pitchFamily="2" charset="-122"/>
              </a:rPr>
              <a:t>为有效的高电平。从无效开始，经过</a:t>
            </a:r>
            <a:r>
              <a:rPr lang="en-US" altLang="zh-CN" dirty="0">
                <a:ea typeface="宋体" panose="02010600030101010101" pitchFamily="2" charset="-122"/>
              </a:rPr>
              <a:t>t</a:t>
            </a:r>
            <a:r>
              <a:rPr lang="en-US" altLang="zh-CN" baseline="-30000" dirty="0">
                <a:ea typeface="宋体" panose="02010600030101010101" pitchFamily="2" charset="-122"/>
              </a:rPr>
              <a:t>SIT</a:t>
            </a:r>
            <a:r>
              <a:rPr lang="zh-CN" altLang="en-US" dirty="0">
                <a:ea typeface="宋体" panose="02010600030101010101" pitchFamily="2" charset="-122"/>
              </a:rPr>
              <a:t>后，在</a:t>
            </a:r>
            <a:r>
              <a:rPr lang="en-US" altLang="zh-CN" dirty="0">
                <a:ea typeface="宋体" panose="02010600030101010101" pitchFamily="2" charset="-122"/>
              </a:rPr>
              <a:t>INTE</a:t>
            </a:r>
            <a:r>
              <a:rPr lang="zh-CN" altLang="en-US" dirty="0">
                <a:ea typeface="宋体" panose="02010600030101010101" pitchFamily="2" charset="-122"/>
              </a:rPr>
              <a:t>有效的前提下，使</a:t>
            </a:r>
            <a:r>
              <a:rPr lang="en-US" altLang="zh-CN" dirty="0">
                <a:ea typeface="宋体" panose="02010600030101010101" pitchFamily="2" charset="-122"/>
              </a:rPr>
              <a:t>INTR</a:t>
            </a:r>
            <a:r>
              <a:rPr lang="zh-CN" altLang="en-US" dirty="0">
                <a:ea typeface="宋体" panose="02010600030101010101" pitchFamily="2" charset="-122"/>
              </a:rPr>
              <a:t>有效(由低到高) ，向</a:t>
            </a:r>
            <a:r>
              <a:rPr lang="en-US" altLang="zh-CN" dirty="0">
                <a:ea typeface="宋体" panose="02010600030101010101" pitchFamily="2" charset="-122"/>
              </a:rPr>
              <a:t>CPU</a:t>
            </a:r>
            <a:r>
              <a:rPr lang="zh-CN" altLang="en-US" dirty="0">
                <a:ea typeface="宋体" panose="02010600030101010101" pitchFamily="2" charset="-122"/>
              </a:rPr>
              <a:t>发送中断请求信号，要求</a:t>
            </a:r>
            <a:r>
              <a:rPr lang="en-US" altLang="zh-CN" dirty="0">
                <a:ea typeface="宋体" panose="02010600030101010101" pitchFamily="2" charset="-122"/>
              </a:rPr>
              <a:t>CPU</a:t>
            </a:r>
            <a:r>
              <a:rPr lang="zh-CN" altLang="en-US" dirty="0">
                <a:ea typeface="宋体" panose="02010600030101010101" pitchFamily="2" charset="-122"/>
              </a:rPr>
              <a:t>读取数据。</a:t>
            </a:r>
            <a:r>
              <a:rPr lang="en-US" altLang="zh-CN" dirty="0">
                <a:ea typeface="宋体" panose="02010600030101010101" pitchFamily="2" charset="-122"/>
              </a:rPr>
              <a:t>CPU</a:t>
            </a:r>
            <a:r>
              <a:rPr lang="zh-CN" altLang="en-US" dirty="0">
                <a:ea typeface="宋体" panose="02010600030101010101" pitchFamily="2" charset="-122"/>
              </a:rPr>
              <a:t>如果检测到</a:t>
            </a:r>
            <a:r>
              <a:rPr lang="en-US" altLang="zh-CN" dirty="0">
                <a:ea typeface="宋体" panose="02010600030101010101" pitchFamily="2" charset="-122"/>
              </a:rPr>
              <a:t>INTR</a:t>
            </a:r>
            <a:r>
              <a:rPr lang="zh-CN" altLang="en-US" dirty="0">
                <a:ea typeface="宋体" panose="02010600030101010101" pitchFamily="2" charset="-122"/>
              </a:rPr>
              <a:t>为高或进入中断，则用一条输入指令（如</a:t>
            </a:r>
            <a:r>
              <a:rPr lang="en-US" altLang="zh-CN" dirty="0">
                <a:ea typeface="宋体" panose="02010600030101010101" pitchFamily="2" charset="-122"/>
              </a:rPr>
              <a:t>IN AL,DX），</a:t>
            </a:r>
            <a:r>
              <a:rPr lang="zh-CN" altLang="en-US" dirty="0">
                <a:ea typeface="宋体" panose="02010600030101010101" pitchFamily="2" charset="-122"/>
              </a:rPr>
              <a:t>使读信号为低电平，取走8255输入缓冲器中的数据。同时在信号有效，经过</a:t>
            </a:r>
            <a:r>
              <a:rPr lang="en-US" altLang="zh-CN" dirty="0">
                <a:ea typeface="宋体" panose="02010600030101010101" pitchFamily="2" charset="-122"/>
              </a:rPr>
              <a:t>t</a:t>
            </a:r>
            <a:r>
              <a:rPr lang="en-US" altLang="zh-CN" baseline="-30000" dirty="0">
                <a:ea typeface="宋体" panose="02010600030101010101" pitchFamily="2" charset="-122"/>
              </a:rPr>
              <a:t>RIT</a:t>
            </a:r>
            <a:r>
              <a:rPr lang="zh-CN" altLang="en-US" dirty="0">
                <a:ea typeface="宋体" panose="02010600030101010101" pitchFamily="2" charset="-122"/>
              </a:rPr>
              <a:t>的时间后使</a:t>
            </a:r>
            <a:r>
              <a:rPr lang="en-US" altLang="zh-CN" dirty="0">
                <a:ea typeface="宋体" panose="02010600030101010101" pitchFamily="2" charset="-122"/>
              </a:rPr>
              <a:t>INTR</a:t>
            </a:r>
            <a:r>
              <a:rPr lang="zh-CN" altLang="en-US" dirty="0">
                <a:ea typeface="宋体" panose="02010600030101010101" pitchFamily="2" charset="-122"/>
              </a:rPr>
              <a:t>复位为无效的低电平。从读信号无效开始，经过</a:t>
            </a:r>
            <a:r>
              <a:rPr lang="en-US" altLang="zh-CN" dirty="0">
                <a:ea typeface="宋体" panose="02010600030101010101" pitchFamily="2" charset="-122"/>
              </a:rPr>
              <a:t>t</a:t>
            </a:r>
            <a:r>
              <a:rPr lang="en-US" altLang="zh-CN" baseline="-30000" dirty="0">
                <a:ea typeface="宋体" panose="02010600030101010101" pitchFamily="2" charset="-122"/>
              </a:rPr>
              <a:t>RIB</a:t>
            </a:r>
            <a:r>
              <a:rPr lang="zh-CN" altLang="en-US" dirty="0">
                <a:ea typeface="宋体" panose="02010600030101010101" pitchFamily="2" charset="-122"/>
              </a:rPr>
              <a:t>的时间后，使</a:t>
            </a:r>
            <a:r>
              <a:rPr lang="en-US" altLang="zh-CN" dirty="0">
                <a:ea typeface="宋体" panose="02010600030101010101" pitchFamily="2" charset="-122"/>
              </a:rPr>
              <a:t>IBF</a:t>
            </a:r>
            <a:r>
              <a:rPr lang="zh-CN" altLang="en-US" dirty="0">
                <a:ea typeface="宋体" panose="02010600030101010101" pitchFamily="2" charset="-122"/>
              </a:rPr>
              <a:t>复位为无效的低电平，以示输入缓冲器已空。外设又可继续传送数据给8255。完成一个数据的输入，并准备下一个数据的输入操作。 </a:t>
            </a:r>
            <a:endParaRPr lang="zh-CN" altLang="en-US" dirty="0">
              <a:ea typeface="宋体" panose="02010600030101010101" pitchFamily="2" charset="-122"/>
            </a:endParaRPr>
          </a:p>
          <a:p>
            <a:pPr lvl="0"/>
            <a:endParaRPr lang="zh-CN" altLang="en-US" dirty="0">
              <a:ea typeface="宋体" panose="02010600030101010101" pitchFamily="2" charset="-122"/>
            </a:endParaRPr>
          </a:p>
        </p:txBody>
      </p:sp>
      <p:sp>
        <p:nvSpPr>
          <p:cNvPr id="175108" name="灯片编号占位符 3"/>
          <p:cNvSpPr txBox="1">
            <a:spLocks noGrp="1"/>
          </p:cNvSpPr>
          <p:nvPr>
            <p:ph type="sldNum" sz="quarter"/>
          </p:nvPr>
        </p:nvSpPr>
        <p:spPr>
          <a:xfrm>
            <a:off x="3927475" y="8926513"/>
            <a:ext cx="3005138" cy="471487"/>
          </a:xfrm>
          <a:prstGeom prst="rect">
            <a:avLst/>
          </a:prstGeom>
          <a:noFill/>
          <a:ln w="9525">
            <a:noFill/>
          </a:ln>
        </p:spPr>
        <p:txBody>
          <a:bodyPr anchor="b" anchorCtr="0"/>
          <a:p>
            <a:pPr lvl="0" algn="r" eaLnBrk="1" hangingPunct="1">
              <a:buFont typeface="Arial" panose="020B0604020202020204" pitchFamily="34" charset="0"/>
              <a:buChar char="•"/>
            </a:pPr>
            <a:fld id="{9A0DB2DC-4C9A-4742-B13C-FB6460FD3503}" type="slidenum">
              <a:rPr lang="zh-CN" altLang="en-US" sz="1200" dirty="0">
                <a:latin typeface="Calibri" panose="020F0502020204030204" pitchFamily="34" charset="0"/>
                <a:ea typeface="宋体" panose="02010600030101010101" pitchFamily="2" charset="-122"/>
              </a:rPr>
            </a:fld>
            <a:endParaRPr lang="zh-CN" altLang="en-US" sz="1200" dirty="0">
              <a:latin typeface="Calibri" panose="020F0502020204030204" pitchFamily="34" charset="0"/>
              <a:ea typeface="宋体" panose="02010600030101010101" pitchFamily="2" charset="-122"/>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82274" name="幻灯片图像占位符 1"/>
          <p:cNvSpPr>
            <a:spLocks noGrp="1" noRot="1" noChangeAspect="1" noTextEdit="1"/>
          </p:cNvSpPr>
          <p:nvPr>
            <p:ph type="sldImg"/>
          </p:nvPr>
        </p:nvSpPr>
        <p:spPr>
          <a:xfrm>
            <a:off x="1352550" y="1174750"/>
            <a:ext cx="4227513" cy="3171825"/>
          </a:xfrm>
        </p:spPr>
      </p:sp>
      <p:sp>
        <p:nvSpPr>
          <p:cNvPr id="182275" name="备注占位符 2"/>
          <p:cNvSpPr>
            <a:spLocks noGrp="1"/>
          </p:cNvSpPr>
          <p:nvPr>
            <p:ph type="body"/>
          </p:nvPr>
        </p:nvSpPr>
        <p:spPr>
          <a:xfrm>
            <a:off x="692150" y="4522788"/>
            <a:ext cx="5548313" cy="3700462"/>
          </a:xfrm>
          <a:ln w="12700"/>
        </p:spPr>
        <p:txBody>
          <a:bodyPr wrap="square" lIns="91440" tIns="45720" rIns="91440" bIns="45720" anchor="ctr" anchorCtr="0"/>
          <a:p>
            <a:pPr lvl="0"/>
            <a:r>
              <a:rPr lang="zh-CN" altLang="en-US" dirty="0">
                <a:ea typeface="宋体" panose="02010600030101010101" pitchFamily="2" charset="-122"/>
              </a:rPr>
              <a:t>当</a:t>
            </a:r>
            <a:r>
              <a:rPr lang="en-US" altLang="zh-CN" dirty="0">
                <a:ea typeface="宋体" panose="02010600030101010101" pitchFamily="2" charset="-122"/>
              </a:rPr>
              <a:t>CPU</a:t>
            </a:r>
            <a:r>
              <a:rPr lang="zh-CN" altLang="en-US" dirty="0">
                <a:ea typeface="宋体" panose="02010600030101010101" pitchFamily="2" charset="-122"/>
              </a:rPr>
              <a:t>检测到</a:t>
            </a:r>
            <a:r>
              <a:rPr lang="en-US" altLang="zh-CN" dirty="0">
                <a:ea typeface="宋体" panose="02010600030101010101" pitchFamily="2" charset="-122"/>
              </a:rPr>
              <a:t>INTR</a:t>
            </a:r>
            <a:r>
              <a:rPr lang="zh-CN" altLang="en-US" dirty="0">
                <a:ea typeface="宋体" panose="02010600030101010101" pitchFamily="2" charset="-122"/>
              </a:rPr>
              <a:t>为高电平时，用一条输出指令（如</a:t>
            </a:r>
            <a:r>
              <a:rPr lang="en-US" altLang="zh-CN" dirty="0">
                <a:ea typeface="宋体" panose="02010600030101010101" pitchFamily="2" charset="-122"/>
              </a:rPr>
              <a:t>OUT DX,AL），</a:t>
            </a:r>
            <a:r>
              <a:rPr lang="zh-CN" altLang="en-US" dirty="0">
                <a:ea typeface="宋体" panose="02010600030101010101" pitchFamily="2" charset="-122"/>
              </a:rPr>
              <a:t>使写信号为低电平，将送往外设的数据写入8255相应输出缓冲器中。从写信号有效经过</a:t>
            </a:r>
            <a:r>
              <a:rPr lang="en-US" altLang="zh-CN" dirty="0">
                <a:ea typeface="宋体" panose="02010600030101010101" pitchFamily="2" charset="-122"/>
              </a:rPr>
              <a:t>t</a:t>
            </a:r>
            <a:r>
              <a:rPr lang="en-US" altLang="zh-CN" baseline="-30000" dirty="0">
                <a:ea typeface="宋体" panose="02010600030101010101" pitchFamily="2" charset="-122"/>
              </a:rPr>
              <a:t>WIT</a:t>
            </a:r>
            <a:r>
              <a:rPr lang="zh-CN" altLang="en-US" dirty="0">
                <a:ea typeface="宋体" panose="02010600030101010101" pitchFamily="2" charset="-122"/>
              </a:rPr>
              <a:t>时间后，使中断请求信号复位（变为无效的低电平。从写信号无效开始（由低变高）经过</a:t>
            </a:r>
            <a:r>
              <a:rPr lang="en-US" altLang="zh-CN" dirty="0">
                <a:ea typeface="宋体" panose="02010600030101010101" pitchFamily="2" charset="-122"/>
              </a:rPr>
              <a:t>t</a:t>
            </a:r>
            <a:r>
              <a:rPr lang="en-US" altLang="zh-CN" baseline="-30000" dirty="0">
                <a:ea typeface="宋体" panose="02010600030101010101" pitchFamily="2" charset="-122"/>
              </a:rPr>
              <a:t>WOB</a:t>
            </a:r>
            <a:r>
              <a:rPr lang="zh-CN" altLang="en-US" dirty="0">
                <a:ea typeface="宋体" panose="02010600030101010101" pitchFamily="2" charset="-122"/>
              </a:rPr>
              <a:t>时间后，使输出缓冲器满（为低）。从写信号无效开始，经过</a:t>
            </a:r>
            <a:r>
              <a:rPr lang="en-US" altLang="zh-CN" dirty="0">
                <a:ea typeface="宋体" panose="02010600030101010101" pitchFamily="2" charset="-122"/>
              </a:rPr>
              <a:t>t</a:t>
            </a:r>
            <a:r>
              <a:rPr lang="en-US" altLang="zh-CN" baseline="-30000" dirty="0">
                <a:ea typeface="宋体" panose="02010600030101010101" pitchFamily="2" charset="-122"/>
              </a:rPr>
              <a:t>WD</a:t>
            </a:r>
            <a:r>
              <a:rPr lang="zh-CN" altLang="en-US" dirty="0">
                <a:ea typeface="宋体" panose="02010600030101010101" pitchFamily="2" charset="-122"/>
              </a:rPr>
              <a:t>时间后，使送往外设的数据有效（外设可以取数）。外设检测到为低电平后，取走相应端口（</a:t>
            </a:r>
            <a:r>
              <a:rPr lang="en-US" altLang="zh-CN" dirty="0">
                <a:ea typeface="宋体" panose="02010600030101010101" pitchFamily="2" charset="-122"/>
              </a:rPr>
              <a:t>A</a:t>
            </a:r>
            <a:r>
              <a:rPr lang="zh-CN" altLang="en-US" dirty="0">
                <a:ea typeface="宋体" panose="02010600030101010101" pitchFamily="2" charset="-122"/>
              </a:rPr>
              <a:t>或</a:t>
            </a:r>
            <a:r>
              <a:rPr lang="en-US" altLang="zh-CN" dirty="0">
                <a:ea typeface="宋体" panose="02010600030101010101" pitchFamily="2" charset="-122"/>
              </a:rPr>
              <a:t>B</a:t>
            </a:r>
            <a:r>
              <a:rPr lang="zh-CN" altLang="en-US" dirty="0">
                <a:ea typeface="宋体" panose="02010600030101010101" pitchFamily="2" charset="-122"/>
              </a:rPr>
              <a:t>口）上呈现的稳定数据，同时外设发送作为取走数据的应答信号。8255检测到为低电平，经过</a:t>
            </a:r>
            <a:r>
              <a:rPr lang="en-US" altLang="zh-CN" dirty="0">
                <a:ea typeface="宋体" panose="02010600030101010101" pitchFamily="2" charset="-122"/>
              </a:rPr>
              <a:t>t</a:t>
            </a:r>
            <a:r>
              <a:rPr lang="en-US" altLang="zh-CN" baseline="-30000" dirty="0">
                <a:ea typeface="宋体" panose="02010600030101010101" pitchFamily="2" charset="-122"/>
              </a:rPr>
              <a:t>AOB</a:t>
            </a:r>
            <a:r>
              <a:rPr lang="zh-CN" altLang="en-US" dirty="0">
                <a:ea typeface="宋体" panose="02010600030101010101" pitchFamily="2" charset="-122"/>
              </a:rPr>
              <a:t>后，使无效，，即输出缓冲器已空。从无效开始（由低变高）经过</a:t>
            </a:r>
            <a:r>
              <a:rPr lang="en-US" altLang="zh-CN" dirty="0">
                <a:ea typeface="宋体" panose="02010600030101010101" pitchFamily="2" charset="-122"/>
              </a:rPr>
              <a:t>t</a:t>
            </a:r>
            <a:r>
              <a:rPr lang="en-US" altLang="zh-CN" baseline="-30000" dirty="0">
                <a:ea typeface="宋体" panose="02010600030101010101" pitchFamily="2" charset="-122"/>
              </a:rPr>
              <a:t>AIT</a:t>
            </a:r>
            <a:r>
              <a:rPr lang="zh-CN" altLang="en-US" dirty="0">
                <a:ea typeface="宋体" panose="02010600030101010101" pitchFamily="2" charset="-122"/>
              </a:rPr>
              <a:t>后，在</a:t>
            </a:r>
            <a:r>
              <a:rPr lang="en-US" altLang="zh-CN" dirty="0">
                <a:ea typeface="宋体" panose="02010600030101010101" pitchFamily="2" charset="-122"/>
              </a:rPr>
              <a:t>INTE</a:t>
            </a:r>
            <a:r>
              <a:rPr lang="zh-CN" altLang="en-US" dirty="0">
                <a:ea typeface="宋体" panose="02010600030101010101" pitchFamily="2" charset="-122"/>
              </a:rPr>
              <a:t>有效的前提下，使中断请求信号有效（由低变高）。向</a:t>
            </a:r>
            <a:r>
              <a:rPr lang="en-US" altLang="zh-CN" dirty="0">
                <a:ea typeface="宋体" panose="02010600030101010101" pitchFamily="2" charset="-122"/>
              </a:rPr>
              <a:t>CPU</a:t>
            </a:r>
            <a:r>
              <a:rPr lang="zh-CN" altLang="en-US" dirty="0">
                <a:ea typeface="宋体" panose="02010600030101010101" pitchFamily="2" charset="-122"/>
              </a:rPr>
              <a:t>发出中断请求信号，要求再发送一个数据。完成一个数据的输出并进入下一个数据的输出准备。 </a:t>
            </a:r>
            <a:endParaRPr lang="zh-CN" altLang="en-US" dirty="0">
              <a:ea typeface="宋体" panose="02010600030101010101" pitchFamily="2" charset="-122"/>
            </a:endParaRPr>
          </a:p>
          <a:p>
            <a:pPr lvl="0"/>
            <a:endParaRPr lang="zh-CN" altLang="en-US" dirty="0">
              <a:ea typeface="宋体" panose="02010600030101010101" pitchFamily="2" charset="-122"/>
            </a:endParaRPr>
          </a:p>
          <a:p>
            <a:pPr lvl="0"/>
            <a:endParaRPr lang="zh-CN" altLang="en-US" dirty="0">
              <a:ea typeface="宋体" panose="02010600030101010101" pitchFamily="2" charset="-122"/>
            </a:endParaRPr>
          </a:p>
        </p:txBody>
      </p:sp>
      <p:sp>
        <p:nvSpPr>
          <p:cNvPr id="182276" name="灯片编号占位符 3"/>
          <p:cNvSpPr txBox="1">
            <a:spLocks noGrp="1"/>
          </p:cNvSpPr>
          <p:nvPr>
            <p:ph type="sldNum" sz="quarter"/>
          </p:nvPr>
        </p:nvSpPr>
        <p:spPr>
          <a:xfrm>
            <a:off x="3927475" y="8926513"/>
            <a:ext cx="3005138" cy="471487"/>
          </a:xfrm>
          <a:prstGeom prst="rect">
            <a:avLst/>
          </a:prstGeom>
          <a:noFill/>
          <a:ln w="9525">
            <a:noFill/>
          </a:ln>
        </p:spPr>
        <p:txBody>
          <a:bodyPr anchor="b" anchorCtr="0"/>
          <a:p>
            <a:pPr lvl="0" algn="r" eaLnBrk="1" hangingPunct="1">
              <a:buFont typeface="Arial" panose="020B0604020202020204" pitchFamily="34" charset="0"/>
              <a:buChar char="•"/>
            </a:pPr>
            <a:fld id="{9A0DB2DC-4C9A-4742-B13C-FB6460FD3503}" type="slidenum">
              <a:rPr lang="zh-CN" altLang="en-US" sz="1200" dirty="0">
                <a:latin typeface="Calibri" panose="020F0502020204030204" pitchFamily="34" charset="0"/>
                <a:ea typeface="宋体" panose="02010600030101010101" pitchFamily="2" charset="-122"/>
              </a:rPr>
            </a:fld>
            <a:endParaRPr lang="zh-CN" altLang="en-US" sz="1200" dirty="0">
              <a:latin typeface="Calibri" panose="020F0502020204030204" pitchFamily="34" charset="0"/>
              <a:ea typeface="宋体" panose="02010600030101010101" pitchFamily="2" charset="-122"/>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85346" name="幻灯片图像占位符 1"/>
          <p:cNvSpPr>
            <a:spLocks noGrp="1" noRot="1" noChangeAspect="1" noTextEdit="1"/>
          </p:cNvSpPr>
          <p:nvPr>
            <p:ph type="sldImg"/>
          </p:nvPr>
        </p:nvSpPr>
        <p:spPr>
          <a:xfrm>
            <a:off x="1352550" y="1174750"/>
            <a:ext cx="4227513" cy="3171825"/>
          </a:xfrm>
        </p:spPr>
      </p:sp>
      <p:sp>
        <p:nvSpPr>
          <p:cNvPr id="185347" name="备注占位符 2"/>
          <p:cNvSpPr>
            <a:spLocks noGrp="1"/>
          </p:cNvSpPr>
          <p:nvPr>
            <p:ph type="body"/>
          </p:nvPr>
        </p:nvSpPr>
        <p:spPr>
          <a:xfrm>
            <a:off x="692150" y="4522788"/>
            <a:ext cx="5548313" cy="3700462"/>
          </a:xfrm>
          <a:ln w="12700"/>
        </p:spPr>
        <p:txBody>
          <a:bodyPr wrap="square" lIns="91440" tIns="45720" rIns="91440" bIns="45720" anchor="ctr" anchorCtr="0"/>
          <a:p>
            <a:pPr lvl="0"/>
            <a:r>
              <a:rPr lang="zh-CN" altLang="en-US" dirty="0">
                <a:ea typeface="宋体" panose="02010600030101010101" pitchFamily="2" charset="-122"/>
              </a:rPr>
              <a:t>这里可以仅查询</a:t>
            </a:r>
            <a:r>
              <a:rPr lang="en-US" altLang="zh-CN" dirty="0">
                <a:ea typeface="宋体" panose="02010600030101010101" pitchFamily="2" charset="-122"/>
              </a:rPr>
              <a:t>OBF</a:t>
            </a:r>
            <a:r>
              <a:rPr lang="zh-CN" altLang="en-US" dirty="0">
                <a:ea typeface="宋体" panose="02010600030101010101" pitchFamily="2" charset="-122"/>
              </a:rPr>
              <a:t>，尽管</a:t>
            </a:r>
            <a:r>
              <a:rPr lang="en-US" altLang="zh-CN" dirty="0">
                <a:ea typeface="宋体" panose="02010600030101010101" pitchFamily="2" charset="-122"/>
              </a:rPr>
              <a:t>OBF</a:t>
            </a:r>
            <a:r>
              <a:rPr lang="zh-CN" altLang="en-US" dirty="0">
                <a:ea typeface="宋体" panose="02010600030101010101" pitchFamily="2" charset="-122"/>
              </a:rPr>
              <a:t>在开始的时候也是高电平，但只要写信号完成之后，</a:t>
            </a:r>
            <a:r>
              <a:rPr lang="en-US" altLang="zh-CN" dirty="0">
                <a:ea typeface="宋体" panose="02010600030101010101" pitchFamily="2" charset="-122"/>
              </a:rPr>
              <a:t>OBF</a:t>
            </a:r>
            <a:r>
              <a:rPr lang="zh-CN" altLang="en-US" dirty="0">
                <a:ea typeface="宋体" panose="02010600030101010101" pitchFamily="2" charset="-122"/>
              </a:rPr>
              <a:t>必然变低，而它再次变高，则表示缓冲区已清空，可以再次输出数据。如果</a:t>
            </a:r>
            <a:r>
              <a:rPr lang="en-US" altLang="zh-CN" dirty="0">
                <a:ea typeface="宋体" panose="02010600030101010101" pitchFamily="2" charset="-122"/>
              </a:rPr>
              <a:t>OBF</a:t>
            </a:r>
            <a:r>
              <a:rPr lang="zh-CN" altLang="en-US" dirty="0">
                <a:ea typeface="宋体" panose="02010600030101010101" pitchFamily="2" charset="-122"/>
              </a:rPr>
              <a:t>不可以，中断的</a:t>
            </a:r>
            <a:r>
              <a:rPr lang="en-US" altLang="zh-CN" dirty="0">
                <a:ea typeface="宋体" panose="02010600030101010101" pitchFamily="2" charset="-122"/>
              </a:rPr>
              <a:t>INTR</a:t>
            </a:r>
            <a:r>
              <a:rPr lang="zh-CN" altLang="en-US" dirty="0">
                <a:ea typeface="宋体" panose="02010600030101010101" pitchFamily="2" charset="-122"/>
              </a:rPr>
              <a:t>也不能检测，因为</a:t>
            </a:r>
            <a:r>
              <a:rPr lang="en-US" altLang="zh-CN" dirty="0">
                <a:ea typeface="宋体" panose="02010600030101010101" pitchFamily="2" charset="-122"/>
              </a:rPr>
              <a:t>INTR</a:t>
            </a:r>
            <a:r>
              <a:rPr lang="zh-CN" altLang="en-US" dirty="0">
                <a:ea typeface="宋体" panose="02010600030101010101" pitchFamily="2" charset="-122"/>
              </a:rPr>
              <a:t>一开始也是高电平。</a:t>
            </a:r>
            <a:endParaRPr lang="zh-CN" altLang="en-US" dirty="0">
              <a:ea typeface="宋体" panose="02010600030101010101" pitchFamily="2" charset="-122"/>
            </a:endParaRPr>
          </a:p>
        </p:txBody>
      </p:sp>
      <p:sp>
        <p:nvSpPr>
          <p:cNvPr id="185348" name="灯片编号占位符 3"/>
          <p:cNvSpPr txBox="1">
            <a:spLocks noGrp="1"/>
          </p:cNvSpPr>
          <p:nvPr>
            <p:ph type="sldNum" sz="quarter"/>
          </p:nvPr>
        </p:nvSpPr>
        <p:spPr>
          <a:xfrm>
            <a:off x="3927475" y="8926513"/>
            <a:ext cx="3005138" cy="471487"/>
          </a:xfrm>
          <a:prstGeom prst="rect">
            <a:avLst/>
          </a:prstGeom>
          <a:noFill/>
          <a:ln w="9525">
            <a:noFill/>
          </a:ln>
        </p:spPr>
        <p:txBody>
          <a:bodyPr anchor="b" anchorCtr="0"/>
          <a:p>
            <a:pPr lvl="0" algn="r" eaLnBrk="1" hangingPunct="1">
              <a:buFont typeface="Arial" panose="020B0604020202020204" pitchFamily="34" charset="0"/>
              <a:buChar char="•"/>
            </a:pPr>
            <a:fld id="{9A0DB2DC-4C9A-4742-B13C-FB6460FD3503}" type="slidenum">
              <a:rPr lang="zh-CN" altLang="en-US" sz="1200" dirty="0">
                <a:latin typeface="Calibri" panose="020F0502020204030204" pitchFamily="34" charset="0"/>
                <a:ea typeface="宋体" panose="02010600030101010101" pitchFamily="2" charset="-122"/>
              </a:rPr>
            </a:fld>
            <a:endParaRPr lang="zh-CN" altLang="en-US" sz="1200" dirty="0">
              <a:latin typeface="Calibri" panose="020F0502020204030204" pitchFamily="34" charset="0"/>
              <a:ea typeface="宋体" panose="02010600030101010101" pitchFamily="2" charset="-122"/>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92514" name="幻灯片图像占位符 1"/>
          <p:cNvSpPr>
            <a:spLocks noGrp="1" noRot="1" noChangeAspect="1" noTextEdit="1"/>
          </p:cNvSpPr>
          <p:nvPr>
            <p:ph type="sldImg"/>
          </p:nvPr>
        </p:nvSpPr>
        <p:spPr>
          <a:xfrm>
            <a:off x="1352550" y="1174750"/>
            <a:ext cx="4227513" cy="3171825"/>
          </a:xfrm>
        </p:spPr>
      </p:sp>
      <p:sp>
        <p:nvSpPr>
          <p:cNvPr id="192515" name="备注占位符 2"/>
          <p:cNvSpPr>
            <a:spLocks noGrp="1"/>
          </p:cNvSpPr>
          <p:nvPr>
            <p:ph type="body"/>
          </p:nvPr>
        </p:nvSpPr>
        <p:spPr>
          <a:xfrm>
            <a:off x="692150" y="4522788"/>
            <a:ext cx="5548313" cy="3700462"/>
          </a:xfrm>
          <a:ln w="12700"/>
        </p:spPr>
        <p:txBody>
          <a:bodyPr wrap="square" lIns="91440" tIns="45720" rIns="91440" bIns="45720" anchor="ctr" anchorCtr="0"/>
          <a:p>
            <a:pPr lvl="0"/>
            <a:r>
              <a:rPr lang="zh-CN" altLang="en-US" dirty="0">
                <a:ea typeface="宋体" panose="02010600030101010101" pitchFamily="2" charset="-122"/>
              </a:rPr>
              <a:t>方式</a:t>
            </a:r>
            <a:r>
              <a:rPr lang="en-US" altLang="zh-CN" dirty="0">
                <a:ea typeface="宋体" panose="02010600030101010101" pitchFamily="2" charset="-122"/>
              </a:rPr>
              <a:t>2</a:t>
            </a:r>
            <a:r>
              <a:rPr lang="zh-CN" altLang="en-US" dirty="0">
                <a:ea typeface="宋体" panose="02010600030101010101" pitchFamily="2" charset="-122"/>
              </a:rPr>
              <a:t>是双向的数据传输方式，仅限于</a:t>
            </a:r>
            <a:r>
              <a:rPr lang="en-US" altLang="zh-CN" dirty="0">
                <a:ea typeface="宋体" panose="02010600030101010101" pitchFamily="2" charset="-122"/>
              </a:rPr>
              <a:t>A</a:t>
            </a:r>
            <a:r>
              <a:rPr lang="zh-CN" altLang="en-US" dirty="0">
                <a:ea typeface="宋体" panose="02010600030101010101" pitchFamily="2" charset="-122"/>
              </a:rPr>
              <a:t>口，这时</a:t>
            </a:r>
            <a:r>
              <a:rPr lang="en-US" altLang="zh-CN" dirty="0">
                <a:ea typeface="宋体" panose="02010600030101010101" pitchFamily="2" charset="-122"/>
              </a:rPr>
              <a:t>C</a:t>
            </a:r>
            <a:r>
              <a:rPr lang="zh-CN" altLang="en-US" dirty="0">
                <a:ea typeface="宋体" panose="02010600030101010101" pitchFamily="2" charset="-122"/>
              </a:rPr>
              <a:t>端口配合其工作。</a:t>
            </a:r>
            <a:endParaRPr lang="zh-CN" altLang="en-US" dirty="0">
              <a:ea typeface="宋体" panose="02010600030101010101" pitchFamily="2" charset="-122"/>
            </a:endParaRPr>
          </a:p>
          <a:p>
            <a:pPr lvl="0"/>
            <a:r>
              <a:rPr lang="zh-CN" altLang="en-US" dirty="0">
                <a:ea typeface="宋体" panose="02010600030101010101" pitchFamily="2" charset="-122"/>
              </a:rPr>
              <a:t>实际上是方式</a:t>
            </a:r>
            <a:r>
              <a:rPr lang="en-US" altLang="zh-CN" dirty="0">
                <a:ea typeface="宋体" panose="02010600030101010101" pitchFamily="2" charset="-122"/>
              </a:rPr>
              <a:t>1</a:t>
            </a:r>
            <a:r>
              <a:rPr lang="zh-CN" altLang="en-US" dirty="0">
                <a:ea typeface="宋体" panose="02010600030101010101" pitchFamily="2" charset="-122"/>
              </a:rPr>
              <a:t>输入和输出的组合，所不同的是</a:t>
            </a:r>
            <a:r>
              <a:rPr lang="en-US" altLang="zh-CN" dirty="0">
                <a:ea typeface="宋体" panose="02010600030101010101" pitchFamily="2" charset="-122"/>
              </a:rPr>
              <a:t>C</a:t>
            </a:r>
            <a:r>
              <a:rPr lang="zh-CN" altLang="en-US" dirty="0">
                <a:ea typeface="宋体" panose="02010600030101010101" pitchFamily="2" charset="-122"/>
              </a:rPr>
              <a:t>端口某些选通控制或应答信号有点差别，输入和输出共用一个中断请求信号。在内部采用一个或门将输入中断和输出中断联系起来。只要输入和输出有一个满足中断条件，就在</a:t>
            </a:r>
            <a:r>
              <a:rPr lang="en-US" altLang="zh-CN" dirty="0">
                <a:ea typeface="宋体" panose="02010600030101010101" pitchFamily="2" charset="-122"/>
              </a:rPr>
              <a:t>PC3</a:t>
            </a:r>
            <a:r>
              <a:rPr lang="zh-CN" altLang="en-US" dirty="0">
                <a:ea typeface="宋体" panose="02010600030101010101" pitchFamily="2" charset="-122"/>
              </a:rPr>
              <a:t>端产生中断信号。 </a:t>
            </a:r>
            <a:endParaRPr lang="zh-CN" altLang="en-US" dirty="0">
              <a:ea typeface="宋体" panose="02010600030101010101" pitchFamily="2" charset="-122"/>
            </a:endParaRPr>
          </a:p>
        </p:txBody>
      </p:sp>
      <p:sp>
        <p:nvSpPr>
          <p:cNvPr id="192516" name="灯片编号占位符 3"/>
          <p:cNvSpPr txBox="1">
            <a:spLocks noGrp="1"/>
          </p:cNvSpPr>
          <p:nvPr>
            <p:ph type="sldNum" sz="quarter"/>
          </p:nvPr>
        </p:nvSpPr>
        <p:spPr>
          <a:xfrm>
            <a:off x="3927475" y="8926513"/>
            <a:ext cx="3005138" cy="471487"/>
          </a:xfrm>
          <a:prstGeom prst="rect">
            <a:avLst/>
          </a:prstGeom>
          <a:noFill/>
          <a:ln w="9525">
            <a:noFill/>
          </a:ln>
        </p:spPr>
        <p:txBody>
          <a:bodyPr anchor="b" anchorCtr="0"/>
          <a:p>
            <a:pPr lvl="0" algn="r" eaLnBrk="1" hangingPunct="1">
              <a:buFont typeface="Arial" panose="020B0604020202020204" pitchFamily="34" charset="0"/>
              <a:buChar char="•"/>
            </a:pPr>
            <a:fld id="{9A0DB2DC-4C9A-4742-B13C-FB6460FD3503}" type="slidenum">
              <a:rPr lang="zh-CN" altLang="en-US" sz="1200" dirty="0">
                <a:latin typeface="Calibri" panose="020F0502020204030204" pitchFamily="34" charset="0"/>
                <a:ea typeface="宋体" panose="02010600030101010101" pitchFamily="2" charset="-122"/>
              </a:rPr>
            </a:fld>
            <a:endParaRPr lang="zh-CN" altLang="en-US" sz="1200" dirty="0">
              <a:latin typeface="Calibri" panose="020F0502020204030204" pitchFamily="34" charset="0"/>
              <a:ea typeface="宋体" panose="02010600030101010101" pitchFamily="2" charset="-122"/>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94562" name="幻灯片图像占位符 1"/>
          <p:cNvSpPr>
            <a:spLocks noGrp="1" noRot="1" noChangeAspect="1" noTextEdit="1"/>
          </p:cNvSpPr>
          <p:nvPr>
            <p:ph type="sldImg"/>
          </p:nvPr>
        </p:nvSpPr>
        <p:spPr>
          <a:xfrm>
            <a:off x="1352550" y="1174750"/>
            <a:ext cx="4227513" cy="3171825"/>
          </a:xfrm>
        </p:spPr>
      </p:sp>
      <p:sp>
        <p:nvSpPr>
          <p:cNvPr id="194563" name="备注占位符 2"/>
          <p:cNvSpPr>
            <a:spLocks noGrp="1"/>
          </p:cNvSpPr>
          <p:nvPr>
            <p:ph type="body"/>
          </p:nvPr>
        </p:nvSpPr>
        <p:spPr>
          <a:xfrm>
            <a:off x="692150" y="4522788"/>
            <a:ext cx="5548313" cy="3700462"/>
          </a:xfrm>
          <a:ln w="12700"/>
        </p:spPr>
        <p:txBody>
          <a:bodyPr wrap="square" lIns="91440" tIns="45720" rIns="91440" bIns="45720" anchor="ctr" anchorCtr="0"/>
          <a:p>
            <a:pPr lvl="0"/>
            <a:endParaRPr lang="zh-CN" altLang="en-US" dirty="0">
              <a:ea typeface="宋体" panose="02010600030101010101" pitchFamily="2" charset="-122"/>
            </a:endParaRPr>
          </a:p>
        </p:txBody>
      </p:sp>
      <p:sp>
        <p:nvSpPr>
          <p:cNvPr id="194564" name="灯片编号占位符 3"/>
          <p:cNvSpPr txBox="1">
            <a:spLocks noGrp="1"/>
          </p:cNvSpPr>
          <p:nvPr>
            <p:ph type="sldNum" sz="quarter"/>
          </p:nvPr>
        </p:nvSpPr>
        <p:spPr>
          <a:xfrm>
            <a:off x="3927475" y="8926513"/>
            <a:ext cx="3005138" cy="471487"/>
          </a:xfrm>
          <a:prstGeom prst="rect">
            <a:avLst/>
          </a:prstGeom>
          <a:noFill/>
          <a:ln w="9525">
            <a:noFill/>
          </a:ln>
        </p:spPr>
        <p:txBody>
          <a:bodyPr anchor="b" anchorCtr="0"/>
          <a:p>
            <a:pPr lvl="0" algn="r" eaLnBrk="1" hangingPunct="1">
              <a:buFont typeface="Arial" panose="020B0604020202020204" pitchFamily="34" charset="0"/>
              <a:buChar char="•"/>
            </a:pPr>
            <a:fld id="{9A0DB2DC-4C9A-4742-B13C-FB6460FD3503}" type="slidenum">
              <a:rPr lang="zh-CN" altLang="en-US" sz="1200" dirty="0">
                <a:latin typeface="Calibri" panose="020F0502020204030204" pitchFamily="34" charset="0"/>
                <a:ea typeface="宋体" panose="02010600030101010101" pitchFamily="2" charset="-122"/>
              </a:rPr>
            </a:fld>
            <a:endParaRPr lang="zh-CN" altLang="en-US" sz="1200" dirty="0">
              <a:latin typeface="Calibri" panose="020F0502020204030204" pitchFamily="34" charset="0"/>
              <a:ea typeface="宋体" panose="02010600030101010101" pitchFamily="2" charset="-122"/>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96610" name="幻灯片图像占位符 1"/>
          <p:cNvSpPr>
            <a:spLocks noGrp="1" noRot="1" noChangeAspect="1" noTextEdit="1"/>
          </p:cNvSpPr>
          <p:nvPr>
            <p:ph type="sldImg"/>
          </p:nvPr>
        </p:nvSpPr>
        <p:spPr>
          <a:xfrm>
            <a:off x="1352550" y="1174750"/>
            <a:ext cx="4227513" cy="3171825"/>
          </a:xfrm>
        </p:spPr>
      </p:sp>
      <p:sp>
        <p:nvSpPr>
          <p:cNvPr id="196611" name="备注占位符 2"/>
          <p:cNvSpPr>
            <a:spLocks noGrp="1"/>
          </p:cNvSpPr>
          <p:nvPr>
            <p:ph type="body"/>
          </p:nvPr>
        </p:nvSpPr>
        <p:spPr>
          <a:xfrm>
            <a:off x="692150" y="4522788"/>
            <a:ext cx="5548313" cy="3700462"/>
          </a:xfrm>
          <a:ln w="12700"/>
        </p:spPr>
        <p:txBody>
          <a:bodyPr wrap="square" lIns="91440" tIns="45720" rIns="91440" bIns="45720" anchor="ctr" anchorCtr="0"/>
          <a:p>
            <a:pPr lvl="0"/>
            <a:r>
              <a:rPr lang="zh-CN" altLang="en-US" dirty="0">
                <a:ea typeface="宋体" panose="02010600030101010101" pitchFamily="2" charset="-122"/>
              </a:rPr>
              <a:t>注意：输出时，</a:t>
            </a:r>
            <a:r>
              <a:rPr lang="en-US" altLang="zh-CN" dirty="0">
                <a:ea typeface="宋体" panose="02010600030101010101" pitchFamily="2" charset="-122"/>
              </a:rPr>
              <a:t>ACK</a:t>
            </a:r>
            <a:r>
              <a:rPr lang="zh-CN" altLang="en-US" dirty="0">
                <a:ea typeface="宋体" panose="02010600030101010101" pitchFamily="2" charset="-122"/>
              </a:rPr>
              <a:t>信号变高导致</a:t>
            </a:r>
            <a:r>
              <a:rPr lang="en-US" altLang="zh-CN" dirty="0">
                <a:ea typeface="宋体" panose="02010600030101010101" pitchFamily="2" charset="-122"/>
              </a:rPr>
              <a:t>INTR</a:t>
            </a:r>
            <a:r>
              <a:rPr lang="zh-CN" altLang="en-US" dirty="0">
                <a:ea typeface="宋体" panose="02010600030101010101" pitchFamily="2" charset="-122"/>
              </a:rPr>
              <a:t>变高，而在图中看到</a:t>
            </a:r>
            <a:r>
              <a:rPr lang="en-US" altLang="zh-CN" dirty="0">
                <a:ea typeface="宋体" panose="02010600030101010101" pitchFamily="2" charset="-122"/>
              </a:rPr>
              <a:t>INTR</a:t>
            </a:r>
            <a:r>
              <a:rPr lang="zh-CN" altLang="en-US" dirty="0">
                <a:ea typeface="宋体" panose="02010600030101010101" pitchFamily="2" charset="-122"/>
              </a:rPr>
              <a:t>在</a:t>
            </a:r>
            <a:r>
              <a:rPr lang="en-US" altLang="zh-CN" dirty="0">
                <a:ea typeface="宋体" panose="02010600030101010101" pitchFamily="2" charset="-122"/>
              </a:rPr>
              <a:t>ACK</a:t>
            </a:r>
            <a:r>
              <a:rPr lang="zh-CN" altLang="en-US" dirty="0">
                <a:ea typeface="宋体" panose="02010600030101010101" pitchFamily="2" charset="-122"/>
              </a:rPr>
              <a:t>变高之前就已经变高。这个问题是因为该图把输入和输出画在一起，这里提前变高的状态其实是针对输入状态的</a:t>
            </a:r>
            <a:r>
              <a:rPr lang="en-US" altLang="zh-CN" dirty="0">
                <a:ea typeface="宋体" panose="02010600030101010101" pitchFamily="2" charset="-122"/>
              </a:rPr>
              <a:t>STB</a:t>
            </a:r>
            <a:r>
              <a:rPr lang="zh-CN" altLang="en-US" dirty="0">
                <a:ea typeface="宋体" panose="02010600030101010101" pitchFamily="2" charset="-122"/>
              </a:rPr>
              <a:t>信号所说。</a:t>
            </a:r>
            <a:endParaRPr lang="zh-CN" altLang="en-US" dirty="0">
              <a:ea typeface="宋体" panose="02010600030101010101" pitchFamily="2" charset="-122"/>
            </a:endParaRPr>
          </a:p>
        </p:txBody>
      </p:sp>
      <p:sp>
        <p:nvSpPr>
          <p:cNvPr id="196612" name="灯片编号占位符 3"/>
          <p:cNvSpPr txBox="1">
            <a:spLocks noGrp="1"/>
          </p:cNvSpPr>
          <p:nvPr>
            <p:ph type="sldNum" sz="quarter"/>
          </p:nvPr>
        </p:nvSpPr>
        <p:spPr>
          <a:xfrm>
            <a:off x="3927475" y="8926513"/>
            <a:ext cx="3005138" cy="471487"/>
          </a:xfrm>
          <a:prstGeom prst="rect">
            <a:avLst/>
          </a:prstGeom>
          <a:noFill/>
          <a:ln w="9525">
            <a:noFill/>
          </a:ln>
        </p:spPr>
        <p:txBody>
          <a:bodyPr anchor="b" anchorCtr="0"/>
          <a:p>
            <a:pPr lvl="0" algn="r" eaLnBrk="1" hangingPunct="1">
              <a:buFont typeface="Arial" panose="020B0604020202020204" pitchFamily="34" charset="0"/>
              <a:buChar char="•"/>
            </a:pPr>
            <a:fld id="{9A0DB2DC-4C9A-4742-B13C-FB6460FD3503}" type="slidenum">
              <a:rPr lang="zh-CN" altLang="en-US" sz="1200" dirty="0">
                <a:latin typeface="Calibri" panose="020F0502020204030204" pitchFamily="34" charset="0"/>
                <a:ea typeface="宋体" panose="02010600030101010101" pitchFamily="2" charset="-122"/>
              </a:rPr>
            </a:fld>
            <a:endParaRPr lang="zh-CN" altLang="en-US" sz="1200" dirty="0">
              <a:latin typeface="Calibri" panose="020F0502020204030204" pitchFamily="34" charset="0"/>
              <a:ea typeface="宋体" panose="02010600030101010101" pitchFamily="2" charset="-122"/>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07874" name="幻灯片图像占位符 1"/>
          <p:cNvSpPr>
            <a:spLocks noGrp="1" noRot="1" noChangeAspect="1" noTextEdit="1"/>
          </p:cNvSpPr>
          <p:nvPr>
            <p:ph type="sldImg"/>
          </p:nvPr>
        </p:nvSpPr>
        <p:spPr>
          <a:xfrm>
            <a:off x="1352550" y="1174750"/>
            <a:ext cx="4227513" cy="3171825"/>
          </a:xfrm>
        </p:spPr>
      </p:sp>
      <p:sp>
        <p:nvSpPr>
          <p:cNvPr id="207875" name="备注占位符 2"/>
          <p:cNvSpPr>
            <a:spLocks noGrp="1"/>
          </p:cNvSpPr>
          <p:nvPr>
            <p:ph type="body" idx="1"/>
          </p:nvPr>
        </p:nvSpPr>
        <p:spPr>
          <a:xfrm>
            <a:off x="692150" y="4522788"/>
            <a:ext cx="5548313" cy="3700462"/>
          </a:xfrm>
          <a:ln w="12700"/>
        </p:spPr>
        <p:txBody>
          <a:bodyPr wrap="square" lIns="91440" tIns="45720" rIns="91440" bIns="45720" anchor="ctr" anchorCtr="0"/>
          <a:p>
            <a:pPr lvl="0"/>
            <a:r>
              <a:rPr lang="zh-CN" altLang="en-US" dirty="0">
                <a:ea typeface="宋体" panose="02010600030101010101" pitchFamily="2" charset="-122"/>
              </a:rPr>
              <a:t>扫描法和反转法，</a:t>
            </a:r>
            <a:r>
              <a:rPr lang="en-US" altLang="zh-CN" dirty="0">
                <a:ea typeface="宋体" panose="02010600030101010101" pitchFamily="2" charset="-122"/>
              </a:rPr>
              <a:t>ppt</a:t>
            </a:r>
            <a:r>
              <a:rPr lang="zh-CN" altLang="en-US" dirty="0">
                <a:ea typeface="宋体" panose="02010600030101010101" pitchFamily="2" charset="-122"/>
              </a:rPr>
              <a:t>中提供的是扫描法</a:t>
            </a:r>
            <a:endParaRPr lang="zh-CN" altLang="en-US" dirty="0">
              <a:ea typeface="宋体" panose="02010600030101010101" pitchFamily="2" charset="-122"/>
            </a:endParaRPr>
          </a:p>
        </p:txBody>
      </p:sp>
      <p:sp>
        <p:nvSpPr>
          <p:cNvPr id="207876" name="灯片编号占位符 3"/>
          <p:cNvSpPr txBox="1">
            <a:spLocks noGrp="1"/>
          </p:cNvSpPr>
          <p:nvPr>
            <p:ph type="sldNum" sz="quarter"/>
          </p:nvPr>
        </p:nvSpPr>
        <p:spPr>
          <a:xfrm>
            <a:off x="3927475" y="8926513"/>
            <a:ext cx="3005138" cy="471487"/>
          </a:xfrm>
          <a:prstGeom prst="rect">
            <a:avLst/>
          </a:prstGeom>
          <a:noFill/>
          <a:ln w="9525">
            <a:noFill/>
          </a:ln>
        </p:spPr>
        <p:txBody>
          <a:bodyPr anchor="b" anchorCtr="0"/>
          <a:p>
            <a:pPr lvl="0" algn="r">
              <a:buNone/>
            </a:pPr>
            <a:fld id="{9A0DB2DC-4C9A-4742-B13C-FB6460FD3503}" type="slidenum">
              <a:rPr lang="zh-CN" altLang="en-US" sz="1200" dirty="0">
                <a:latin typeface="Arial" panose="020B0604020202020204" pitchFamily="34" charset="0"/>
                <a:ea typeface="宋体" panose="02010600030101010101" pitchFamily="2" charset="-122"/>
              </a:rPr>
            </a:fld>
            <a:endParaRPr lang="zh-CN" altLang="en-US" sz="1200" dirty="0">
              <a:latin typeface="Arial" panose="020B0604020202020204" pitchFamily="34" charset="0"/>
              <a:ea typeface="宋体" panose="02010600030101010101" pitchFamily="2" charset="-122"/>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p:nvPr>
        </p:nvSpPr>
        <p:spPr/>
      </p:sp>
      <p:sp>
        <p:nvSpPr>
          <p:cNvPr id="3" name="文本占位符 2"/>
          <p:cNvSpPr>
            <a:spLocks noGrp="1"/>
          </p:cNvSpPr>
          <p:nvPr>
            <p:ph type="body" idx="3"/>
          </p:nvPr>
        </p:nvSpPr>
        <p:spPr/>
        <p:txBody>
          <a:bodyPr/>
          <a:p>
            <a:endParaRPr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p:nvPr>
        </p:nvSpPr>
        <p:spPr/>
      </p:sp>
      <p:sp>
        <p:nvSpPr>
          <p:cNvPr id="3" name="文本占位符 2"/>
          <p:cNvSpPr>
            <a:spLocks noGrp="1"/>
          </p:cNvSpPr>
          <p:nvPr>
            <p:ph type="body" idx="3"/>
          </p:nvPr>
        </p:nvSpPr>
        <p:spPr/>
        <p:txBody>
          <a:bodyPr/>
          <a:p>
            <a:r>
              <a:rPr lang="en-US" altLang="zh-CN"/>
              <a:t>DW</a:t>
            </a:r>
            <a:r>
              <a:rPr lang="zh-CN" altLang="en-US"/>
              <a:t>中的每个值构成：</a:t>
            </a:r>
            <a:r>
              <a:rPr lang="en-US" altLang="zh-CN"/>
              <a:t>[PA</a:t>
            </a:r>
            <a:r>
              <a:rPr lang="zh-CN" altLang="en-US"/>
              <a:t>行输出值（低</a:t>
            </a:r>
            <a:r>
              <a:rPr lang="en-US" altLang="zh-CN"/>
              <a:t>4</a:t>
            </a:r>
            <a:r>
              <a:rPr lang="zh-CN" altLang="en-US"/>
              <a:t>位）</a:t>
            </a:r>
            <a:r>
              <a:rPr lang="en-US" altLang="zh-CN"/>
              <a:t>][PB</a:t>
            </a:r>
            <a:r>
              <a:rPr lang="zh-CN" altLang="en-US"/>
              <a:t>口读值（低</a:t>
            </a:r>
            <a:r>
              <a:rPr lang="en-US" altLang="zh-CN"/>
              <a:t>4</a:t>
            </a:r>
            <a:r>
              <a:rPr lang="zh-CN" altLang="en-US"/>
              <a:t>位）</a:t>
            </a:r>
            <a:r>
              <a:rPr lang="en-US" altLang="zh-CN"/>
              <a:t>]</a:t>
            </a:r>
            <a:endParaRPr lang="en-US" altLang="zh-CN"/>
          </a:p>
          <a:p>
            <a:r>
              <a:rPr lang="zh-CN" altLang="en-US"/>
              <a:t>例如：</a:t>
            </a:r>
            <a:endParaRPr lang="en-US" altLang="zh-CN"/>
          </a:p>
          <a:p>
            <a:r>
              <a:rPr lang="en-US" altLang="zh-CN"/>
              <a:t>FE0E</a:t>
            </a:r>
            <a:r>
              <a:rPr lang="zh-CN" altLang="en-US"/>
              <a:t>代表：</a:t>
            </a:r>
            <a:endParaRPr lang="en-US" altLang="zh-CN"/>
          </a:p>
          <a:p>
            <a:r>
              <a:rPr lang="zh-CN" altLang="en-US"/>
              <a:t>行输出为</a:t>
            </a:r>
            <a:r>
              <a:rPr lang="en-US" altLang="zh-CN"/>
              <a:t> 1111 1110B = FEH</a:t>
            </a:r>
            <a:r>
              <a:rPr lang="zh-CN" altLang="en-US"/>
              <a:t>：第</a:t>
            </a:r>
            <a:r>
              <a:rPr lang="en-US" altLang="zh-CN"/>
              <a:t>0</a:t>
            </a:r>
            <a:r>
              <a:rPr lang="zh-CN" altLang="en-US"/>
              <a:t>行扫描（</a:t>
            </a:r>
            <a:r>
              <a:rPr lang="en-US" altLang="zh-CN"/>
              <a:t>PA0=0</a:t>
            </a:r>
            <a:r>
              <a:rPr lang="zh-CN" altLang="en-US"/>
              <a:t>，其它为</a:t>
            </a:r>
            <a:r>
              <a:rPr lang="en-US" altLang="zh-CN"/>
              <a:t>1</a:t>
            </a:r>
            <a:r>
              <a:rPr lang="zh-CN" altLang="en-US"/>
              <a:t>）</a:t>
            </a:r>
            <a:endParaRPr lang="en-US" altLang="zh-CN"/>
          </a:p>
          <a:p>
            <a:r>
              <a:rPr lang="zh-CN" altLang="en-US"/>
              <a:t>列输入为</a:t>
            </a:r>
            <a:r>
              <a:rPr lang="en-US" altLang="zh-CN"/>
              <a:t> 0000 1110B = 0EH</a:t>
            </a:r>
            <a:r>
              <a:rPr lang="zh-CN" altLang="en-US"/>
              <a:t>：第</a:t>
            </a:r>
            <a:r>
              <a:rPr lang="en-US" altLang="zh-CN"/>
              <a:t>0</a:t>
            </a:r>
            <a:r>
              <a:rPr lang="zh-CN" altLang="en-US"/>
              <a:t>列有按键（</a:t>
            </a:r>
            <a:r>
              <a:rPr lang="en-US" altLang="zh-CN"/>
              <a:t>PB0=0</a:t>
            </a:r>
            <a:r>
              <a:rPr lang="zh-CN" altLang="en-US"/>
              <a:t>）</a:t>
            </a:r>
            <a:endParaRPr lang="zh-CN"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p:nvPr>
        </p:nvSpPr>
        <p:spPr/>
      </p:sp>
      <p:sp>
        <p:nvSpPr>
          <p:cNvPr id="3" name="文本占位符 2"/>
          <p:cNvSpPr>
            <a:spLocks noGrp="1"/>
          </p:cNvSpPr>
          <p:nvPr>
            <p:ph type="body" idx="3"/>
          </p:nvPr>
        </p:nvSpPr>
        <p:spPr/>
        <p:txBody>
          <a:bodyPr/>
          <a:p>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6000"/>
            </a:lvl1pPr>
          </a:lstStyle>
          <a:p>
            <a:r>
              <a:rPr lang="zh-CN" altLang="en-US" noProof="1"/>
              <a:t>单击此处编辑母版标题样式</a:t>
            </a:r>
            <a:endParaRPr lang="zh-CN" altLang="en-US" noProof="1"/>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noProof="1"/>
              <a:t>单击此处编辑母版副标题样式</a:t>
            </a:r>
            <a:endParaRPr lang="zh-CN" altLang="en-US" noProof="1"/>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endParaRPr lang="zh-CN" altLang="en-US" noProof="1"/>
          </a:p>
        </p:txBody>
      </p:sp>
      <p:sp>
        <p:nvSpPr>
          <p:cNvPr id="3" name="内容占位符 2"/>
          <p:cNvSpPr>
            <a:spLocks noGrp="1"/>
          </p:cNvSpPr>
          <p:nvPr>
            <p:ph idx="1"/>
          </p:nvPr>
        </p:nvSpPr>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nchor="b"/>
          <a:lstStyle>
            <a:lvl1pPr>
              <a:defRPr sz="6000"/>
            </a:lvl1pPr>
          </a:lstStyle>
          <a:p>
            <a:r>
              <a:rPr lang="zh-CN" altLang="en-US" noProof="1"/>
              <a:t>单击此处编辑母版标题样式</a:t>
            </a:r>
            <a:endParaRPr lang="zh-CN" altLang="en-US" noProof="1"/>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noProof="1"/>
              <a:t>单击此处编辑母版文本样式</a:t>
            </a:r>
            <a:endParaRPr lang="zh-CN" altLang="en-US" noProof="1"/>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endParaRPr lang="zh-CN" altLang="en-US" noProof="1"/>
          </a:p>
        </p:txBody>
      </p:sp>
      <p:sp>
        <p:nvSpPr>
          <p:cNvPr id="3" name="内容占位符 2"/>
          <p:cNvSpPr>
            <a:spLocks noGrp="1"/>
          </p:cNvSpPr>
          <p:nvPr>
            <p:ph sz="half" idx="1"/>
          </p:nvPr>
        </p:nvSpPr>
        <p:spPr>
          <a:xfrm>
            <a:off x="457200" y="990600"/>
            <a:ext cx="4114800" cy="5410200"/>
          </a:xfrm>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4" name="内容占位符 3"/>
          <p:cNvSpPr>
            <a:spLocks noGrp="1"/>
          </p:cNvSpPr>
          <p:nvPr>
            <p:ph sz="half" idx="2"/>
          </p:nvPr>
        </p:nvSpPr>
        <p:spPr>
          <a:xfrm>
            <a:off x="4724400" y="990600"/>
            <a:ext cx="4114800" cy="5410200"/>
          </a:xfrm>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noProof="1"/>
              <a:t>单击此处编辑母版标题样式</a:t>
            </a:r>
            <a:endParaRPr lang="zh-CN" altLang="en-US" noProof="1"/>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noProof="1"/>
              <a:t>单击此处编辑母版文本样式</a:t>
            </a:r>
            <a:endParaRPr lang="zh-CN" altLang="en-US" noProof="1"/>
          </a:p>
        </p:txBody>
      </p:sp>
      <p:sp>
        <p:nvSpPr>
          <p:cNvPr id="4" name="内容占位符 3"/>
          <p:cNvSpPr>
            <a:spLocks noGrp="1"/>
          </p:cNvSpPr>
          <p:nvPr>
            <p:ph sz="half" idx="2"/>
          </p:nvPr>
        </p:nvSpPr>
        <p:spPr>
          <a:xfrm>
            <a:off x="630238" y="2505075"/>
            <a:ext cx="3868737" cy="3684588"/>
          </a:xfrm>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noProof="1"/>
              <a:t>单击此处编辑母版文本样式</a:t>
            </a:r>
            <a:endParaRPr lang="zh-CN" altLang="en-US" noProof="1"/>
          </a:p>
        </p:txBody>
      </p:sp>
      <p:sp>
        <p:nvSpPr>
          <p:cNvPr id="6" name="内容占位符 5"/>
          <p:cNvSpPr>
            <a:spLocks noGrp="1"/>
          </p:cNvSpPr>
          <p:nvPr>
            <p:ph sz="quarter" idx="4"/>
          </p:nvPr>
        </p:nvSpPr>
        <p:spPr>
          <a:xfrm>
            <a:off x="4629150" y="2505075"/>
            <a:ext cx="3887788" cy="3684588"/>
          </a:xfrm>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endParaRPr lang="zh-CN" altLang="en-US" noProof="1"/>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noProof="1"/>
              <a:t>单击此处编辑母版标题样式</a:t>
            </a:r>
            <a:endParaRPr lang="zh-CN" altLang="en-US" noProof="1"/>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noProof="1"/>
              <a:t>单击此处编辑母版文本样式</a:t>
            </a:r>
            <a:endParaRPr lang="zh-CN" altLang="en-US" noProof="1"/>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nchor="b"/>
          <a:lstStyle>
            <a:lvl1pPr>
              <a:defRPr sz="3200"/>
            </a:lvl1pPr>
          </a:lstStyle>
          <a:p>
            <a:r>
              <a:rPr lang="zh-CN" altLang="en-US" noProof="1"/>
              <a:t>单击此处编辑母版标题样式</a:t>
            </a:r>
            <a:endParaRPr lang="zh-CN" altLang="en-US" noProof="1"/>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
                <a:schemeClr val="hlink"/>
              </a:buClr>
              <a:buSzTx/>
              <a:buFont typeface="Wingdings" panose="05000000000000000000" pitchFamily="2" charset="2"/>
              <a:buNone/>
              <a:defRPr/>
            </a:pPr>
            <a:endParaRPr kumimoji="0" lang="zh-CN" altLang="en-US" sz="3200" b="1" i="0" u="none" strike="noStrike" kern="1200" cap="none" spc="0" normalizeH="0" baseline="0" noProof="0">
              <a:ln>
                <a:noFill/>
              </a:ln>
              <a:solidFill>
                <a:schemeClr val="tx1"/>
              </a:solidFill>
              <a:effectLst/>
              <a:uLnTx/>
              <a:uFillTx/>
              <a:latin typeface="+mn-lt"/>
              <a:ea typeface="+mn-ea"/>
              <a:cs typeface="Arial" panose="020B0604020202020204" pitchFamily="34" charset="0"/>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noProof="1"/>
              <a:t>单击此处编辑母版文本样式</a:t>
            </a:r>
            <a:endParaRPr lang="zh-CN" altLang="en-US" noProof="1"/>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endParaRPr lang="zh-CN" altLang="en-US" noProof="1"/>
          </a:p>
        </p:txBody>
      </p:sp>
      <p:sp>
        <p:nvSpPr>
          <p:cNvPr id="3" name="竖排文字占位符 2"/>
          <p:cNvSpPr>
            <a:spLocks noGrp="1"/>
          </p:cNvSpPr>
          <p:nvPr>
            <p:ph type="body" orient="vert" idx="1"/>
          </p:nvPr>
        </p:nvSpPr>
        <p:spPr/>
        <p:txBody>
          <a:bodyPr vert="eaVert"/>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743700" y="152400"/>
            <a:ext cx="2095500" cy="6248400"/>
          </a:xfrm>
        </p:spPr>
        <p:txBody>
          <a:bodyPr vert="eaVert"/>
          <a:lstStyle/>
          <a:p>
            <a:r>
              <a:rPr lang="zh-CN" altLang="en-US" noProof="1"/>
              <a:t>单击此处编辑母版标题样式</a:t>
            </a:r>
            <a:endParaRPr lang="zh-CN" altLang="en-US" noProof="1"/>
          </a:p>
        </p:txBody>
      </p:sp>
      <p:sp>
        <p:nvSpPr>
          <p:cNvPr id="3" name="竖排文字占位符 2"/>
          <p:cNvSpPr>
            <a:spLocks noGrp="1"/>
          </p:cNvSpPr>
          <p:nvPr>
            <p:ph type="body" orient="vert" idx="1"/>
          </p:nvPr>
        </p:nvSpPr>
        <p:spPr>
          <a:xfrm>
            <a:off x="457200" y="152400"/>
            <a:ext cx="6134100" cy="6248400"/>
          </a:xfrm>
        </p:spPr>
        <p:txBody>
          <a:bodyPr vert="eaVert"/>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标题幻灯片">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lstStyle>
            <a:lvl1pPr algn="ctr">
              <a:defRPr sz="6000"/>
            </a:lvl1pPr>
          </a:lstStyle>
          <a:p>
            <a:r>
              <a:rPr lang="zh-CN" altLang="en-US" noProof="1"/>
              <a:t>单击此处编辑母版标题样式</a:t>
            </a:r>
            <a:endParaRPr lang="zh-CN" altLang="en-US" noProof="1"/>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noProof="1"/>
              <a:t>单击此处编辑母版副标题样式</a:t>
            </a:r>
            <a:endParaRPr lang="zh-CN" altLang="en-US" noProof="1"/>
          </a:p>
        </p:txBody>
      </p:sp>
      <p:sp>
        <p:nvSpPr>
          <p:cNvPr id="17" name="日期占位符 3"/>
          <p:cNvSpPr>
            <a:spLocks noGrp="1"/>
          </p:cNvSpPr>
          <p:nvPr>
            <p:ph type="dt" sz="half" idx="2"/>
          </p:nvPr>
        </p:nvSpPr>
        <p:spPr bwMode="auto">
          <a:xfrm>
            <a:off x="9906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
        <p:nvSpPr>
          <p:cNvPr id="18" name="页脚占位符 4"/>
          <p:cNvSpPr>
            <a:spLocks noGrp="1"/>
          </p:cNvSpPr>
          <p:nvPr>
            <p:ph type="ftr" sz="quarter" idx="3"/>
          </p:nvPr>
        </p:nvSpPr>
        <p:spPr bwMode="auto">
          <a:xfrm>
            <a:off x="3429000" y="6248400"/>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bg2"/>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bg2"/>
              </a:solidFill>
              <a:effectLst/>
              <a:uLnTx/>
              <a:uFillTx/>
              <a:latin typeface="Tahoma" panose="020B0604030504040204" pitchFamily="34" charset="0"/>
              <a:ea typeface="+mn-ea"/>
              <a:cs typeface="+mn-cs"/>
            </a:endParaRPr>
          </a:p>
        </p:txBody>
      </p:sp>
      <p:sp>
        <p:nvSpPr>
          <p:cNvPr id="19" name="灯片编号占位符 5"/>
          <p:cNvSpPr>
            <a:spLocks noGrp="1"/>
          </p:cNvSpPr>
          <p:nvPr>
            <p:ph type="sldNum" sz="quarter" idx="4"/>
          </p:nvPr>
        </p:nvSpPr>
        <p:spPr bwMode="auto">
          <a:xfrm>
            <a:off x="68580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2B6E174A-9A83-4F5A-8592-465B69BD8653}" type="slidenum">
              <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标题和内容">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endParaRPr lang="zh-CN" altLang="en-US" noProof="1"/>
          </a:p>
        </p:txBody>
      </p:sp>
      <p:sp>
        <p:nvSpPr>
          <p:cNvPr id="3" name="内容占位符 2"/>
          <p:cNvSpPr>
            <a:spLocks noGrp="1"/>
          </p:cNvSpPr>
          <p:nvPr>
            <p:ph idx="1"/>
          </p:nvPr>
        </p:nvSpPr>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17" name="日期占位符 3"/>
          <p:cNvSpPr>
            <a:spLocks noGrp="1"/>
          </p:cNvSpPr>
          <p:nvPr>
            <p:ph type="dt" sz="half" idx="2"/>
          </p:nvPr>
        </p:nvSpPr>
        <p:spPr bwMode="auto">
          <a:xfrm>
            <a:off x="9906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
        <p:nvSpPr>
          <p:cNvPr id="18" name="页脚占位符 4"/>
          <p:cNvSpPr>
            <a:spLocks noGrp="1"/>
          </p:cNvSpPr>
          <p:nvPr>
            <p:ph type="ftr" sz="quarter" idx="3"/>
          </p:nvPr>
        </p:nvSpPr>
        <p:spPr bwMode="auto">
          <a:xfrm>
            <a:off x="3429000" y="6248400"/>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bg2"/>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bg2"/>
              </a:solidFill>
              <a:effectLst/>
              <a:uLnTx/>
              <a:uFillTx/>
              <a:latin typeface="Tahoma" panose="020B0604030504040204" pitchFamily="34" charset="0"/>
              <a:ea typeface="+mn-ea"/>
              <a:cs typeface="+mn-cs"/>
            </a:endParaRPr>
          </a:p>
        </p:txBody>
      </p:sp>
      <p:sp>
        <p:nvSpPr>
          <p:cNvPr id="19" name="灯片编号占位符 5"/>
          <p:cNvSpPr>
            <a:spLocks noGrp="1"/>
          </p:cNvSpPr>
          <p:nvPr>
            <p:ph type="sldNum" sz="quarter" idx="4"/>
          </p:nvPr>
        </p:nvSpPr>
        <p:spPr bwMode="auto">
          <a:xfrm>
            <a:off x="68580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C6F4614E-E88F-4849-A1F9-01BB334E2162}" type="slidenum">
              <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节标题">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lstStyle>
            <a:lvl1pPr>
              <a:defRPr sz="6000"/>
            </a:lvl1pPr>
          </a:lstStyle>
          <a:p>
            <a:r>
              <a:rPr lang="zh-CN" altLang="en-US" noProof="1"/>
              <a:t>单击此处编辑母版标题样式</a:t>
            </a:r>
            <a:endParaRPr lang="zh-CN" altLang="en-US" noProof="1"/>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noProof="1"/>
              <a:t>单击此处编辑母版文本样式</a:t>
            </a:r>
            <a:endParaRPr lang="zh-CN" altLang="en-US" noProof="1"/>
          </a:p>
        </p:txBody>
      </p:sp>
      <p:sp>
        <p:nvSpPr>
          <p:cNvPr id="17" name="日期占位符 3"/>
          <p:cNvSpPr>
            <a:spLocks noGrp="1"/>
          </p:cNvSpPr>
          <p:nvPr>
            <p:ph type="dt" sz="half" idx="2"/>
          </p:nvPr>
        </p:nvSpPr>
        <p:spPr bwMode="auto">
          <a:xfrm>
            <a:off x="9906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
        <p:nvSpPr>
          <p:cNvPr id="18" name="页脚占位符 4"/>
          <p:cNvSpPr>
            <a:spLocks noGrp="1"/>
          </p:cNvSpPr>
          <p:nvPr>
            <p:ph type="ftr" sz="quarter" idx="3"/>
          </p:nvPr>
        </p:nvSpPr>
        <p:spPr bwMode="auto">
          <a:xfrm>
            <a:off x="3429000" y="6248400"/>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bg2"/>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bg2"/>
              </a:solidFill>
              <a:effectLst/>
              <a:uLnTx/>
              <a:uFillTx/>
              <a:latin typeface="Tahoma" panose="020B0604030504040204" pitchFamily="34" charset="0"/>
              <a:ea typeface="+mn-ea"/>
              <a:cs typeface="+mn-cs"/>
            </a:endParaRPr>
          </a:p>
        </p:txBody>
      </p:sp>
      <p:sp>
        <p:nvSpPr>
          <p:cNvPr id="19" name="灯片编号占位符 5"/>
          <p:cNvSpPr>
            <a:spLocks noGrp="1"/>
          </p:cNvSpPr>
          <p:nvPr>
            <p:ph type="sldNum" sz="quarter" idx="4"/>
          </p:nvPr>
        </p:nvSpPr>
        <p:spPr bwMode="auto">
          <a:xfrm>
            <a:off x="68580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5F5581A4-9931-47EB-8E95-1A71AF11B2F0}" type="slidenum">
              <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两栏内容">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endParaRPr lang="zh-CN" altLang="en-US" noProof="1"/>
          </a:p>
        </p:txBody>
      </p:sp>
      <p:sp>
        <p:nvSpPr>
          <p:cNvPr id="3" name="内容占位符 2"/>
          <p:cNvSpPr>
            <a:spLocks noGrp="1"/>
          </p:cNvSpPr>
          <p:nvPr>
            <p:ph sz="half" idx="1"/>
          </p:nvPr>
        </p:nvSpPr>
        <p:spPr>
          <a:xfrm>
            <a:off x="1182688" y="2017713"/>
            <a:ext cx="3810000" cy="4114800"/>
          </a:xfrm>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4" name="内容占位符 3"/>
          <p:cNvSpPr>
            <a:spLocks noGrp="1"/>
          </p:cNvSpPr>
          <p:nvPr>
            <p:ph sz="half" idx="2"/>
          </p:nvPr>
        </p:nvSpPr>
        <p:spPr>
          <a:xfrm>
            <a:off x="5145088" y="2017713"/>
            <a:ext cx="3810000" cy="4114800"/>
          </a:xfrm>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17" name="日期占位符 4"/>
          <p:cNvSpPr>
            <a:spLocks noGrp="1"/>
          </p:cNvSpPr>
          <p:nvPr>
            <p:ph type="dt" sz="half" idx="12"/>
          </p:nvPr>
        </p:nvSpPr>
        <p:spPr bwMode="auto">
          <a:xfrm>
            <a:off x="9906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
        <p:nvSpPr>
          <p:cNvPr id="18" name="页脚占位符 5"/>
          <p:cNvSpPr>
            <a:spLocks noGrp="1"/>
          </p:cNvSpPr>
          <p:nvPr>
            <p:ph type="ftr" sz="quarter" idx="3"/>
          </p:nvPr>
        </p:nvSpPr>
        <p:spPr bwMode="auto">
          <a:xfrm>
            <a:off x="3429000" y="6248400"/>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bg2"/>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bg2"/>
              </a:solidFill>
              <a:effectLst/>
              <a:uLnTx/>
              <a:uFillTx/>
              <a:latin typeface="Tahoma" panose="020B0604030504040204" pitchFamily="34" charset="0"/>
              <a:ea typeface="+mn-ea"/>
              <a:cs typeface="+mn-cs"/>
            </a:endParaRPr>
          </a:p>
        </p:txBody>
      </p:sp>
      <p:sp>
        <p:nvSpPr>
          <p:cNvPr id="19" name="灯片编号占位符 6"/>
          <p:cNvSpPr>
            <a:spLocks noGrp="1"/>
          </p:cNvSpPr>
          <p:nvPr>
            <p:ph type="sldNum" sz="quarter" idx="4"/>
          </p:nvPr>
        </p:nvSpPr>
        <p:spPr bwMode="auto">
          <a:xfrm>
            <a:off x="68580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7D4BCB53-896D-4C66-83FA-6F50F5B6FE9D}" type="slidenum">
              <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比较">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noProof="1"/>
              <a:t>单击此处编辑母版标题样式</a:t>
            </a:r>
            <a:endParaRPr lang="zh-CN" altLang="en-US" noProof="1"/>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noProof="1"/>
              <a:t>单击此处编辑母版文本样式</a:t>
            </a:r>
            <a:endParaRPr lang="zh-CN" altLang="en-US" noProof="1"/>
          </a:p>
        </p:txBody>
      </p:sp>
      <p:sp>
        <p:nvSpPr>
          <p:cNvPr id="4" name="内容占位符 3"/>
          <p:cNvSpPr>
            <a:spLocks noGrp="1"/>
          </p:cNvSpPr>
          <p:nvPr>
            <p:ph sz="half" idx="2"/>
          </p:nvPr>
        </p:nvSpPr>
        <p:spPr>
          <a:xfrm>
            <a:off x="630238" y="2505075"/>
            <a:ext cx="3868737" cy="3684588"/>
          </a:xfrm>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noProof="1"/>
              <a:t>单击此处编辑母版文本样式</a:t>
            </a:r>
            <a:endParaRPr lang="zh-CN" altLang="en-US" noProof="1"/>
          </a:p>
        </p:txBody>
      </p:sp>
      <p:sp>
        <p:nvSpPr>
          <p:cNvPr id="6" name="内容占位符 5"/>
          <p:cNvSpPr>
            <a:spLocks noGrp="1"/>
          </p:cNvSpPr>
          <p:nvPr>
            <p:ph sz="quarter" idx="4"/>
          </p:nvPr>
        </p:nvSpPr>
        <p:spPr>
          <a:xfrm>
            <a:off x="4629150" y="2505075"/>
            <a:ext cx="3887788" cy="3684588"/>
          </a:xfrm>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17" name="日期占位符 6"/>
          <p:cNvSpPr>
            <a:spLocks noGrp="1"/>
          </p:cNvSpPr>
          <p:nvPr>
            <p:ph type="dt" sz="half" idx="12"/>
          </p:nvPr>
        </p:nvSpPr>
        <p:spPr bwMode="auto">
          <a:xfrm>
            <a:off x="9906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
        <p:nvSpPr>
          <p:cNvPr id="18" name="页脚占位符 7"/>
          <p:cNvSpPr>
            <a:spLocks noGrp="1"/>
          </p:cNvSpPr>
          <p:nvPr>
            <p:ph type="ftr" sz="quarter" idx="13"/>
          </p:nvPr>
        </p:nvSpPr>
        <p:spPr bwMode="auto">
          <a:xfrm>
            <a:off x="3429000" y="6248400"/>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bg2"/>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bg2"/>
              </a:solidFill>
              <a:effectLst/>
              <a:uLnTx/>
              <a:uFillTx/>
              <a:latin typeface="Tahoma" panose="020B0604030504040204" pitchFamily="34" charset="0"/>
              <a:ea typeface="+mn-ea"/>
              <a:cs typeface="+mn-cs"/>
            </a:endParaRPr>
          </a:p>
        </p:txBody>
      </p:sp>
      <p:sp>
        <p:nvSpPr>
          <p:cNvPr id="19" name="灯片编号占位符 8"/>
          <p:cNvSpPr>
            <a:spLocks noGrp="1"/>
          </p:cNvSpPr>
          <p:nvPr>
            <p:ph type="sldNum" sz="quarter" idx="14"/>
          </p:nvPr>
        </p:nvSpPr>
        <p:spPr bwMode="auto">
          <a:xfrm>
            <a:off x="68580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5B9C9079-7F3B-45A8-95B7-283F9C2FE55F}" type="slidenum">
              <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仅标题">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endParaRPr lang="zh-CN" altLang="en-US" noProof="1"/>
          </a:p>
        </p:txBody>
      </p:sp>
      <p:sp>
        <p:nvSpPr>
          <p:cNvPr id="17" name="日期占位符 2"/>
          <p:cNvSpPr>
            <a:spLocks noGrp="1"/>
          </p:cNvSpPr>
          <p:nvPr>
            <p:ph type="dt" sz="half" idx="2"/>
          </p:nvPr>
        </p:nvSpPr>
        <p:spPr bwMode="auto">
          <a:xfrm>
            <a:off x="9906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
        <p:nvSpPr>
          <p:cNvPr id="18" name="页脚占位符 3"/>
          <p:cNvSpPr>
            <a:spLocks noGrp="1"/>
          </p:cNvSpPr>
          <p:nvPr>
            <p:ph type="ftr" sz="quarter" idx="3"/>
          </p:nvPr>
        </p:nvSpPr>
        <p:spPr bwMode="auto">
          <a:xfrm>
            <a:off x="3429000" y="6248400"/>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bg2"/>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bg2"/>
              </a:solidFill>
              <a:effectLst/>
              <a:uLnTx/>
              <a:uFillTx/>
              <a:latin typeface="Tahoma" panose="020B0604030504040204" pitchFamily="34" charset="0"/>
              <a:ea typeface="+mn-ea"/>
              <a:cs typeface="+mn-cs"/>
            </a:endParaRPr>
          </a:p>
        </p:txBody>
      </p:sp>
      <p:sp>
        <p:nvSpPr>
          <p:cNvPr id="19" name="灯片编号占位符 4"/>
          <p:cNvSpPr>
            <a:spLocks noGrp="1"/>
          </p:cNvSpPr>
          <p:nvPr>
            <p:ph type="sldNum" sz="quarter" idx="4"/>
          </p:nvPr>
        </p:nvSpPr>
        <p:spPr bwMode="auto">
          <a:xfrm>
            <a:off x="68580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EE00ACB7-594C-433C-ADAF-701D6F9218A6}" type="slidenum">
              <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空白">
    <p:bg>
      <p:bgPr>
        <a:solidFill>
          <a:schemeClr val="bg1"/>
        </a:solidFill>
        <a:effectLst/>
      </p:bgPr>
    </p:bg>
    <p:spTree>
      <p:nvGrpSpPr>
        <p:cNvPr id="1" name=""/>
        <p:cNvGrpSpPr/>
        <p:nvPr/>
      </p:nvGrpSpPr>
      <p:grpSpPr>
        <a:xfrm>
          <a:off x="0" y="0"/>
          <a:ext cx="0" cy="0"/>
          <a:chOff x="0" y="0"/>
          <a:chExt cx="0" cy="0"/>
        </a:xfrm>
      </p:grpSpPr>
      <p:sp>
        <p:nvSpPr>
          <p:cNvPr id="17" name="日期占位符 1"/>
          <p:cNvSpPr>
            <a:spLocks noGrp="1"/>
          </p:cNvSpPr>
          <p:nvPr>
            <p:ph type="dt" sz="half" idx="2"/>
          </p:nvPr>
        </p:nvSpPr>
        <p:spPr bwMode="auto">
          <a:xfrm>
            <a:off x="9906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
        <p:nvSpPr>
          <p:cNvPr id="18" name="页脚占位符 2"/>
          <p:cNvSpPr>
            <a:spLocks noGrp="1"/>
          </p:cNvSpPr>
          <p:nvPr>
            <p:ph type="ftr" sz="quarter" idx="3"/>
          </p:nvPr>
        </p:nvSpPr>
        <p:spPr bwMode="auto">
          <a:xfrm>
            <a:off x="3429000" y="6248400"/>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bg2"/>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bg2"/>
              </a:solidFill>
              <a:effectLst/>
              <a:uLnTx/>
              <a:uFillTx/>
              <a:latin typeface="Tahoma" panose="020B0604030504040204" pitchFamily="34" charset="0"/>
              <a:ea typeface="+mn-ea"/>
              <a:cs typeface="+mn-cs"/>
            </a:endParaRPr>
          </a:p>
        </p:txBody>
      </p:sp>
      <p:sp>
        <p:nvSpPr>
          <p:cNvPr id="19" name="灯片编号占位符 3"/>
          <p:cNvSpPr>
            <a:spLocks noGrp="1"/>
          </p:cNvSpPr>
          <p:nvPr>
            <p:ph type="sldNum" sz="quarter" idx="4"/>
          </p:nvPr>
        </p:nvSpPr>
        <p:spPr bwMode="auto">
          <a:xfrm>
            <a:off x="68580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31C81A3A-C7AB-4EA8-B7EB-FEBB1322E567}" type="slidenum">
              <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内容与标题">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lstStyle>
            <a:lvl1pPr>
              <a:defRPr sz="3200"/>
            </a:lvl1pPr>
          </a:lstStyle>
          <a:p>
            <a:r>
              <a:rPr lang="zh-CN" altLang="en-US" noProof="1"/>
              <a:t>单击此处编辑母版标题样式</a:t>
            </a:r>
            <a:endParaRPr lang="zh-CN" altLang="en-US" noProof="1"/>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noProof="1"/>
              <a:t>单击此处编辑母版文本样式</a:t>
            </a:r>
            <a:endParaRPr lang="zh-CN" altLang="en-US" noProof="1"/>
          </a:p>
        </p:txBody>
      </p:sp>
      <p:sp>
        <p:nvSpPr>
          <p:cNvPr id="17" name="日期占位符 4"/>
          <p:cNvSpPr>
            <a:spLocks noGrp="1"/>
          </p:cNvSpPr>
          <p:nvPr>
            <p:ph type="dt" sz="half" idx="12"/>
          </p:nvPr>
        </p:nvSpPr>
        <p:spPr bwMode="auto">
          <a:xfrm>
            <a:off x="9906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
        <p:nvSpPr>
          <p:cNvPr id="18" name="页脚占位符 5"/>
          <p:cNvSpPr>
            <a:spLocks noGrp="1"/>
          </p:cNvSpPr>
          <p:nvPr>
            <p:ph type="ftr" sz="quarter" idx="3"/>
          </p:nvPr>
        </p:nvSpPr>
        <p:spPr bwMode="auto">
          <a:xfrm>
            <a:off x="3429000" y="6248400"/>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bg2"/>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bg2"/>
              </a:solidFill>
              <a:effectLst/>
              <a:uLnTx/>
              <a:uFillTx/>
              <a:latin typeface="Tahoma" panose="020B0604030504040204" pitchFamily="34" charset="0"/>
              <a:ea typeface="+mn-ea"/>
              <a:cs typeface="+mn-cs"/>
            </a:endParaRPr>
          </a:p>
        </p:txBody>
      </p:sp>
      <p:sp>
        <p:nvSpPr>
          <p:cNvPr id="19" name="灯片编号占位符 6"/>
          <p:cNvSpPr>
            <a:spLocks noGrp="1"/>
          </p:cNvSpPr>
          <p:nvPr>
            <p:ph type="sldNum" sz="quarter" idx="4"/>
          </p:nvPr>
        </p:nvSpPr>
        <p:spPr bwMode="auto">
          <a:xfrm>
            <a:off x="68580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739A4127-8C8B-4BCC-8A08-170B617DC253}" type="slidenum">
              <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图片与标题">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lstStyle>
            <a:lvl1pPr>
              <a:defRPr sz="3200"/>
            </a:lvl1pPr>
          </a:lstStyle>
          <a:p>
            <a:r>
              <a:rPr lang="zh-CN" altLang="en-US" noProof="1"/>
              <a:t>单击此处编辑母版标题样式</a:t>
            </a:r>
            <a:endParaRPr lang="zh-CN" altLang="en-US" noProof="1"/>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None/>
              <a:defRPr/>
            </a:pPr>
            <a:endParaRPr kumimoji="0" lang="zh-CN" altLang="en-US" sz="3200" b="1" i="0" u="none" strike="noStrike" kern="1200" cap="none" spc="0" normalizeH="0" baseline="0" noProof="0">
              <a:ln>
                <a:noFill/>
              </a:ln>
              <a:solidFill>
                <a:schemeClr val="tx2"/>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noProof="1"/>
              <a:t>单击此处编辑母版文本样式</a:t>
            </a:r>
            <a:endParaRPr lang="zh-CN" altLang="en-US" noProof="1"/>
          </a:p>
        </p:txBody>
      </p:sp>
      <p:sp>
        <p:nvSpPr>
          <p:cNvPr id="17" name="日期占位符 4"/>
          <p:cNvSpPr>
            <a:spLocks noGrp="1"/>
          </p:cNvSpPr>
          <p:nvPr>
            <p:ph type="dt" sz="half" idx="12"/>
          </p:nvPr>
        </p:nvSpPr>
        <p:spPr bwMode="auto">
          <a:xfrm>
            <a:off x="9906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
        <p:nvSpPr>
          <p:cNvPr id="18" name="页脚占位符 5"/>
          <p:cNvSpPr>
            <a:spLocks noGrp="1"/>
          </p:cNvSpPr>
          <p:nvPr>
            <p:ph type="ftr" sz="quarter" idx="3"/>
          </p:nvPr>
        </p:nvSpPr>
        <p:spPr bwMode="auto">
          <a:xfrm>
            <a:off x="3429000" y="6248400"/>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bg2"/>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bg2"/>
              </a:solidFill>
              <a:effectLst/>
              <a:uLnTx/>
              <a:uFillTx/>
              <a:latin typeface="Tahoma" panose="020B0604030504040204" pitchFamily="34" charset="0"/>
              <a:ea typeface="+mn-ea"/>
              <a:cs typeface="+mn-cs"/>
            </a:endParaRPr>
          </a:p>
        </p:txBody>
      </p:sp>
      <p:sp>
        <p:nvSpPr>
          <p:cNvPr id="19" name="灯片编号占位符 6"/>
          <p:cNvSpPr>
            <a:spLocks noGrp="1"/>
          </p:cNvSpPr>
          <p:nvPr>
            <p:ph type="sldNum" sz="quarter" idx="4"/>
          </p:nvPr>
        </p:nvSpPr>
        <p:spPr bwMode="auto">
          <a:xfrm>
            <a:off x="68580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5FEE505D-0454-477A-AF33-6E45A8C95CFE}" type="slidenum">
              <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标题和竖排文字">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endParaRPr lang="zh-CN" altLang="en-US" noProof="1"/>
          </a:p>
        </p:txBody>
      </p:sp>
      <p:sp>
        <p:nvSpPr>
          <p:cNvPr id="3" name="竖排文字占位符 2"/>
          <p:cNvSpPr>
            <a:spLocks noGrp="1"/>
          </p:cNvSpPr>
          <p:nvPr>
            <p:ph type="body" orient="vert" idx="1"/>
          </p:nvPr>
        </p:nvSpPr>
        <p:spPr/>
        <p:txBody>
          <a:bodyPr vert="eaVert"/>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17" name="日期占位符 3"/>
          <p:cNvSpPr>
            <a:spLocks noGrp="1"/>
          </p:cNvSpPr>
          <p:nvPr>
            <p:ph type="dt" sz="half" idx="2"/>
          </p:nvPr>
        </p:nvSpPr>
        <p:spPr bwMode="auto">
          <a:xfrm>
            <a:off x="9906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
        <p:nvSpPr>
          <p:cNvPr id="18" name="页脚占位符 4"/>
          <p:cNvSpPr>
            <a:spLocks noGrp="1"/>
          </p:cNvSpPr>
          <p:nvPr>
            <p:ph type="ftr" sz="quarter" idx="3"/>
          </p:nvPr>
        </p:nvSpPr>
        <p:spPr bwMode="auto">
          <a:xfrm>
            <a:off x="3429000" y="6248400"/>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bg2"/>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bg2"/>
              </a:solidFill>
              <a:effectLst/>
              <a:uLnTx/>
              <a:uFillTx/>
              <a:latin typeface="Tahoma" panose="020B0604030504040204" pitchFamily="34" charset="0"/>
              <a:ea typeface="+mn-ea"/>
              <a:cs typeface="+mn-cs"/>
            </a:endParaRPr>
          </a:p>
        </p:txBody>
      </p:sp>
      <p:sp>
        <p:nvSpPr>
          <p:cNvPr id="19" name="灯片编号占位符 5"/>
          <p:cNvSpPr>
            <a:spLocks noGrp="1"/>
          </p:cNvSpPr>
          <p:nvPr>
            <p:ph type="sldNum" sz="quarter" idx="4"/>
          </p:nvPr>
        </p:nvSpPr>
        <p:spPr bwMode="auto">
          <a:xfrm>
            <a:off x="68580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8357EC8E-157F-4705-97EF-246334EF6197}" type="slidenum">
              <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bg>
      <p:bgPr>
        <a:solidFill>
          <a:schemeClr val="bg1"/>
        </a:solidFill>
        <a:effectLst/>
      </p:bgPr>
    </p:bg>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7004050" y="214313"/>
            <a:ext cx="1951038" cy="5918200"/>
          </a:xfrm>
        </p:spPr>
        <p:txBody>
          <a:bodyPr vert="eaVert"/>
          <a:lstStyle/>
          <a:p>
            <a:r>
              <a:rPr lang="zh-CN" altLang="en-US" noProof="1"/>
              <a:t>单击此处编辑母版标题样式</a:t>
            </a:r>
            <a:endParaRPr lang="zh-CN" altLang="en-US" noProof="1"/>
          </a:p>
        </p:txBody>
      </p:sp>
      <p:sp>
        <p:nvSpPr>
          <p:cNvPr id="3" name="竖排文字占位符 2"/>
          <p:cNvSpPr>
            <a:spLocks noGrp="1"/>
          </p:cNvSpPr>
          <p:nvPr>
            <p:ph type="body" orient="vert" idx="1"/>
          </p:nvPr>
        </p:nvSpPr>
        <p:spPr>
          <a:xfrm>
            <a:off x="1150938" y="214313"/>
            <a:ext cx="5700712" cy="5918200"/>
          </a:xfrm>
        </p:spPr>
        <p:txBody>
          <a:bodyPr vert="eaVert"/>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17" name="日期占位符 3"/>
          <p:cNvSpPr>
            <a:spLocks noGrp="1"/>
          </p:cNvSpPr>
          <p:nvPr>
            <p:ph type="dt" sz="half" idx="2"/>
          </p:nvPr>
        </p:nvSpPr>
        <p:spPr bwMode="auto">
          <a:xfrm>
            <a:off x="9906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
        <p:nvSpPr>
          <p:cNvPr id="18" name="页脚占位符 4"/>
          <p:cNvSpPr>
            <a:spLocks noGrp="1"/>
          </p:cNvSpPr>
          <p:nvPr>
            <p:ph type="ftr" sz="quarter" idx="3"/>
          </p:nvPr>
        </p:nvSpPr>
        <p:spPr bwMode="auto">
          <a:xfrm>
            <a:off x="3429000" y="6248400"/>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bg2"/>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bg2"/>
              </a:solidFill>
              <a:effectLst/>
              <a:uLnTx/>
              <a:uFillTx/>
              <a:latin typeface="Tahoma" panose="020B0604030504040204" pitchFamily="34" charset="0"/>
              <a:ea typeface="+mn-ea"/>
              <a:cs typeface="+mn-cs"/>
            </a:endParaRPr>
          </a:p>
        </p:txBody>
      </p:sp>
      <p:sp>
        <p:nvSpPr>
          <p:cNvPr id="19" name="灯片编号占位符 5"/>
          <p:cNvSpPr>
            <a:spLocks noGrp="1"/>
          </p:cNvSpPr>
          <p:nvPr>
            <p:ph type="sldNum" sz="quarter" idx="4"/>
          </p:nvPr>
        </p:nvSpPr>
        <p:spPr bwMode="auto">
          <a:xfrm>
            <a:off x="6858000" y="6248400"/>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DDFE9B6F-829B-44BA-AE4F-267883CBB70D}" type="slidenum">
              <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标题幻灯片">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lstStyle>
            <a:lvl1pPr algn="ctr">
              <a:defRPr sz="6000"/>
            </a:lvl1pPr>
          </a:lstStyle>
          <a:p>
            <a:r>
              <a:rPr lang="zh-CN" altLang="en-US" noProof="1"/>
              <a:t>单击此处编辑母版标题样式</a:t>
            </a:r>
            <a:endParaRPr lang="zh-CN" altLang="en-US" noProof="1"/>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noProof="1"/>
              <a:t>单击此处编辑母版副标题样式</a:t>
            </a:r>
            <a:endParaRPr lang="zh-CN" altLang="en-US" noProof="1"/>
          </a:p>
        </p:txBody>
      </p:sp>
      <p:sp>
        <p:nvSpPr>
          <p:cNvPr id="17" name="日期占位符 3"/>
          <p:cNvSpPr>
            <a:spLocks noGrp="1"/>
          </p:cNvSpPr>
          <p:nvPr>
            <p:ph type="dt" sz="half" idx="2"/>
          </p:nvPr>
        </p:nvSpPr>
        <p:spPr bwMode="auto">
          <a:xfrm>
            <a:off x="11620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页脚占位符 4"/>
          <p:cNvSpPr>
            <a:spLocks noGrp="1"/>
          </p:cNvSpPr>
          <p:nvPr>
            <p:ph type="ftr" sz="quarter" idx="3"/>
          </p:nvPr>
        </p:nvSpPr>
        <p:spPr bwMode="auto">
          <a:xfrm>
            <a:off x="3657600" y="6243638"/>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灯片编号占位符 5"/>
          <p:cNvSpPr>
            <a:spLocks noGrp="1"/>
          </p:cNvSpPr>
          <p:nvPr>
            <p:ph type="sldNum" sz="quarter" idx="4"/>
          </p:nvPr>
        </p:nvSpPr>
        <p:spPr bwMode="auto">
          <a:xfrm>
            <a:off x="70421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7ED358B1-61CD-4287-9AF7-D72C19209833}" type="slidenum">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标题和内容">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endParaRPr lang="zh-CN" altLang="en-US" noProof="1"/>
          </a:p>
        </p:txBody>
      </p:sp>
      <p:sp>
        <p:nvSpPr>
          <p:cNvPr id="3" name="内容占位符 2"/>
          <p:cNvSpPr>
            <a:spLocks noGrp="1"/>
          </p:cNvSpPr>
          <p:nvPr>
            <p:ph idx="1"/>
          </p:nvPr>
        </p:nvSpPr>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17" name="日期占位符 3"/>
          <p:cNvSpPr>
            <a:spLocks noGrp="1"/>
          </p:cNvSpPr>
          <p:nvPr>
            <p:ph type="dt" sz="half" idx="2"/>
          </p:nvPr>
        </p:nvSpPr>
        <p:spPr bwMode="auto">
          <a:xfrm>
            <a:off x="11620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页脚占位符 4"/>
          <p:cNvSpPr>
            <a:spLocks noGrp="1"/>
          </p:cNvSpPr>
          <p:nvPr>
            <p:ph type="ftr" sz="quarter" idx="3"/>
          </p:nvPr>
        </p:nvSpPr>
        <p:spPr bwMode="auto">
          <a:xfrm>
            <a:off x="3657600" y="6243638"/>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灯片编号占位符 5"/>
          <p:cNvSpPr>
            <a:spLocks noGrp="1"/>
          </p:cNvSpPr>
          <p:nvPr>
            <p:ph type="sldNum" sz="quarter" idx="4"/>
          </p:nvPr>
        </p:nvSpPr>
        <p:spPr bwMode="auto">
          <a:xfrm>
            <a:off x="70421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D7BD6CC8-829B-4484-9C71-86CE97E2B0EE}" type="slidenum">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节标题">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lstStyle>
            <a:lvl1pPr>
              <a:defRPr sz="6000"/>
            </a:lvl1pPr>
          </a:lstStyle>
          <a:p>
            <a:r>
              <a:rPr lang="zh-CN" altLang="en-US" noProof="1"/>
              <a:t>单击此处编辑母版标题样式</a:t>
            </a:r>
            <a:endParaRPr lang="zh-CN" altLang="en-US" noProof="1"/>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noProof="1"/>
              <a:t>单击此处编辑母版文本样式</a:t>
            </a:r>
            <a:endParaRPr lang="zh-CN" altLang="en-US" noProof="1"/>
          </a:p>
        </p:txBody>
      </p:sp>
      <p:sp>
        <p:nvSpPr>
          <p:cNvPr id="17" name="日期占位符 3"/>
          <p:cNvSpPr>
            <a:spLocks noGrp="1"/>
          </p:cNvSpPr>
          <p:nvPr>
            <p:ph type="dt" sz="half" idx="2"/>
          </p:nvPr>
        </p:nvSpPr>
        <p:spPr bwMode="auto">
          <a:xfrm>
            <a:off x="11620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页脚占位符 4"/>
          <p:cNvSpPr>
            <a:spLocks noGrp="1"/>
          </p:cNvSpPr>
          <p:nvPr>
            <p:ph type="ftr" sz="quarter" idx="3"/>
          </p:nvPr>
        </p:nvSpPr>
        <p:spPr bwMode="auto">
          <a:xfrm>
            <a:off x="3657600" y="6243638"/>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灯片编号占位符 5"/>
          <p:cNvSpPr>
            <a:spLocks noGrp="1"/>
          </p:cNvSpPr>
          <p:nvPr>
            <p:ph type="sldNum" sz="quarter" idx="4"/>
          </p:nvPr>
        </p:nvSpPr>
        <p:spPr bwMode="auto">
          <a:xfrm>
            <a:off x="70421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ED8A51C9-2C1F-4C77-AA13-A6A997DA300C}" type="slidenum">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两栏内容">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endParaRPr lang="zh-CN" altLang="en-US" noProof="1"/>
          </a:p>
        </p:txBody>
      </p:sp>
      <p:sp>
        <p:nvSpPr>
          <p:cNvPr id="3" name="内容占位符 2"/>
          <p:cNvSpPr>
            <a:spLocks noGrp="1"/>
          </p:cNvSpPr>
          <p:nvPr>
            <p:ph sz="half" idx="1"/>
          </p:nvPr>
        </p:nvSpPr>
        <p:spPr>
          <a:xfrm>
            <a:off x="1182688" y="2017713"/>
            <a:ext cx="3810000" cy="4114800"/>
          </a:xfrm>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4" name="内容占位符 3"/>
          <p:cNvSpPr>
            <a:spLocks noGrp="1"/>
          </p:cNvSpPr>
          <p:nvPr>
            <p:ph sz="half" idx="2"/>
          </p:nvPr>
        </p:nvSpPr>
        <p:spPr>
          <a:xfrm>
            <a:off x="5145088" y="2017713"/>
            <a:ext cx="3810000" cy="4114800"/>
          </a:xfrm>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17" name="日期占位符 4"/>
          <p:cNvSpPr>
            <a:spLocks noGrp="1"/>
          </p:cNvSpPr>
          <p:nvPr>
            <p:ph type="dt" sz="half" idx="12"/>
          </p:nvPr>
        </p:nvSpPr>
        <p:spPr bwMode="auto">
          <a:xfrm>
            <a:off x="11620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页脚占位符 5"/>
          <p:cNvSpPr>
            <a:spLocks noGrp="1"/>
          </p:cNvSpPr>
          <p:nvPr>
            <p:ph type="ftr" sz="quarter" idx="3"/>
          </p:nvPr>
        </p:nvSpPr>
        <p:spPr bwMode="auto">
          <a:xfrm>
            <a:off x="3657600" y="6243638"/>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灯片编号占位符 6"/>
          <p:cNvSpPr>
            <a:spLocks noGrp="1"/>
          </p:cNvSpPr>
          <p:nvPr>
            <p:ph type="sldNum" sz="quarter" idx="4"/>
          </p:nvPr>
        </p:nvSpPr>
        <p:spPr bwMode="auto">
          <a:xfrm>
            <a:off x="70421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8C8991ED-1183-4A23-A057-48B2A1069092}" type="slidenum">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比较">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noProof="1"/>
              <a:t>单击此处编辑母版标题样式</a:t>
            </a:r>
            <a:endParaRPr lang="zh-CN" altLang="en-US" noProof="1"/>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noProof="1"/>
              <a:t>单击此处编辑母版文本样式</a:t>
            </a:r>
            <a:endParaRPr lang="zh-CN" altLang="en-US" noProof="1"/>
          </a:p>
        </p:txBody>
      </p:sp>
      <p:sp>
        <p:nvSpPr>
          <p:cNvPr id="4" name="内容占位符 3"/>
          <p:cNvSpPr>
            <a:spLocks noGrp="1"/>
          </p:cNvSpPr>
          <p:nvPr>
            <p:ph sz="half" idx="2"/>
          </p:nvPr>
        </p:nvSpPr>
        <p:spPr>
          <a:xfrm>
            <a:off x="630238" y="2505075"/>
            <a:ext cx="3868737" cy="3684588"/>
          </a:xfrm>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noProof="1"/>
              <a:t>单击此处编辑母版文本样式</a:t>
            </a:r>
            <a:endParaRPr lang="zh-CN" altLang="en-US" noProof="1"/>
          </a:p>
        </p:txBody>
      </p:sp>
      <p:sp>
        <p:nvSpPr>
          <p:cNvPr id="6" name="内容占位符 5"/>
          <p:cNvSpPr>
            <a:spLocks noGrp="1"/>
          </p:cNvSpPr>
          <p:nvPr>
            <p:ph sz="quarter" idx="4"/>
          </p:nvPr>
        </p:nvSpPr>
        <p:spPr>
          <a:xfrm>
            <a:off x="4629150" y="2505075"/>
            <a:ext cx="3887788" cy="3684588"/>
          </a:xfrm>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17" name="日期占位符 6"/>
          <p:cNvSpPr>
            <a:spLocks noGrp="1"/>
          </p:cNvSpPr>
          <p:nvPr>
            <p:ph type="dt" sz="half" idx="12"/>
          </p:nvPr>
        </p:nvSpPr>
        <p:spPr bwMode="auto">
          <a:xfrm>
            <a:off x="11620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页脚占位符 7"/>
          <p:cNvSpPr>
            <a:spLocks noGrp="1"/>
          </p:cNvSpPr>
          <p:nvPr>
            <p:ph type="ftr" sz="quarter" idx="13"/>
          </p:nvPr>
        </p:nvSpPr>
        <p:spPr bwMode="auto">
          <a:xfrm>
            <a:off x="3657600" y="6243638"/>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灯片编号占位符 8"/>
          <p:cNvSpPr>
            <a:spLocks noGrp="1"/>
          </p:cNvSpPr>
          <p:nvPr>
            <p:ph type="sldNum" sz="quarter" idx="14"/>
          </p:nvPr>
        </p:nvSpPr>
        <p:spPr bwMode="auto">
          <a:xfrm>
            <a:off x="70421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ABC84E19-409D-43F4-A713-DF0275A42D1F}" type="slidenum">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仅标题">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endParaRPr lang="zh-CN" altLang="en-US" noProof="1"/>
          </a:p>
        </p:txBody>
      </p:sp>
      <p:sp>
        <p:nvSpPr>
          <p:cNvPr id="17" name="日期占位符 2"/>
          <p:cNvSpPr>
            <a:spLocks noGrp="1"/>
          </p:cNvSpPr>
          <p:nvPr>
            <p:ph type="dt" sz="half" idx="2"/>
          </p:nvPr>
        </p:nvSpPr>
        <p:spPr bwMode="auto">
          <a:xfrm>
            <a:off x="11620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页脚占位符 3"/>
          <p:cNvSpPr>
            <a:spLocks noGrp="1"/>
          </p:cNvSpPr>
          <p:nvPr>
            <p:ph type="ftr" sz="quarter" idx="3"/>
          </p:nvPr>
        </p:nvSpPr>
        <p:spPr bwMode="auto">
          <a:xfrm>
            <a:off x="3657600" y="6243638"/>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灯片编号占位符 4"/>
          <p:cNvSpPr>
            <a:spLocks noGrp="1"/>
          </p:cNvSpPr>
          <p:nvPr>
            <p:ph type="sldNum" sz="quarter" idx="4"/>
          </p:nvPr>
        </p:nvSpPr>
        <p:spPr bwMode="auto">
          <a:xfrm>
            <a:off x="70421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A7715C34-E91F-4B55-86D6-A9DF3FEC35E2}" type="slidenum">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空白">
    <p:bg>
      <p:bgPr>
        <a:solidFill>
          <a:schemeClr val="bg1"/>
        </a:solidFill>
        <a:effectLst/>
      </p:bgPr>
    </p:bg>
    <p:spTree>
      <p:nvGrpSpPr>
        <p:cNvPr id="1" name=""/>
        <p:cNvGrpSpPr/>
        <p:nvPr/>
      </p:nvGrpSpPr>
      <p:grpSpPr>
        <a:xfrm>
          <a:off x="0" y="0"/>
          <a:ext cx="0" cy="0"/>
          <a:chOff x="0" y="0"/>
          <a:chExt cx="0" cy="0"/>
        </a:xfrm>
      </p:grpSpPr>
      <p:sp>
        <p:nvSpPr>
          <p:cNvPr id="17" name="页脚占位符 2"/>
          <p:cNvSpPr>
            <a:spLocks noGrp="1"/>
          </p:cNvSpPr>
          <p:nvPr>
            <p:ph type="ftr" sz="quarter" idx="3"/>
          </p:nvPr>
        </p:nvSpPr>
        <p:spPr bwMode="auto">
          <a:xfrm>
            <a:off x="3657600" y="6243638"/>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8" name="灯片编号占位符 3"/>
          <p:cNvSpPr>
            <a:spLocks noGrp="1"/>
          </p:cNvSpPr>
          <p:nvPr>
            <p:ph type="sldNum" sz="quarter" idx="4"/>
          </p:nvPr>
        </p:nvSpPr>
        <p:spPr bwMode="auto">
          <a:xfrm>
            <a:off x="70421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18CD1B58-11B5-43DC-AC96-66FCE3FA38FF}" type="slidenum">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9" name="日期占位符 1"/>
          <p:cNvSpPr>
            <a:spLocks noGrp="1"/>
          </p:cNvSpPr>
          <p:nvPr>
            <p:ph type="dt" sz="half" idx="2"/>
          </p:nvPr>
        </p:nvSpPr>
        <p:spPr bwMode="auto">
          <a:xfrm>
            <a:off x="11620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fld id="{326B4D28-11A0-4E5F-8E1D-E8903FCB3256}" type="datetimeFigureOut">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内容与标题">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lstStyle>
            <a:lvl1pPr>
              <a:defRPr sz="3200"/>
            </a:lvl1pPr>
          </a:lstStyle>
          <a:p>
            <a:r>
              <a:rPr lang="zh-CN" altLang="en-US" noProof="1"/>
              <a:t>单击此处编辑母版标题样式</a:t>
            </a:r>
            <a:endParaRPr lang="zh-CN" altLang="en-US" noProof="1"/>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noProof="1"/>
              <a:t>单击此处编辑母版文本样式</a:t>
            </a:r>
            <a:endParaRPr lang="zh-CN" altLang="en-US" noProof="1"/>
          </a:p>
        </p:txBody>
      </p:sp>
      <p:sp>
        <p:nvSpPr>
          <p:cNvPr id="17" name="日期占位符 4"/>
          <p:cNvSpPr>
            <a:spLocks noGrp="1"/>
          </p:cNvSpPr>
          <p:nvPr>
            <p:ph type="dt" sz="half" idx="12"/>
          </p:nvPr>
        </p:nvSpPr>
        <p:spPr bwMode="auto">
          <a:xfrm>
            <a:off x="11620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页脚占位符 5"/>
          <p:cNvSpPr>
            <a:spLocks noGrp="1"/>
          </p:cNvSpPr>
          <p:nvPr>
            <p:ph type="ftr" sz="quarter" idx="3"/>
          </p:nvPr>
        </p:nvSpPr>
        <p:spPr bwMode="auto">
          <a:xfrm>
            <a:off x="3657600" y="6243638"/>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灯片编号占位符 6"/>
          <p:cNvSpPr>
            <a:spLocks noGrp="1"/>
          </p:cNvSpPr>
          <p:nvPr>
            <p:ph type="sldNum" sz="quarter" idx="4"/>
          </p:nvPr>
        </p:nvSpPr>
        <p:spPr bwMode="auto">
          <a:xfrm>
            <a:off x="70421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551E331F-4E59-4B18-B0A1-47EA8449BF56}" type="slidenum">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图片与标题">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lstStyle>
            <a:lvl1pPr>
              <a:defRPr sz="3200"/>
            </a:lvl1pPr>
          </a:lstStyle>
          <a:p>
            <a:r>
              <a:rPr lang="zh-CN" altLang="en-US" noProof="1"/>
              <a:t>单击此处编辑母版标题样式</a:t>
            </a:r>
            <a:endParaRPr lang="zh-CN" altLang="en-US" noProof="1"/>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None/>
              <a:defRPr/>
            </a:pPr>
            <a:endParaRPr kumimoji="0" lang="zh-CN" altLang="en-US" sz="3200" b="1" i="0" u="none" strike="noStrike" kern="1200" cap="none" spc="0" normalizeH="0" baseline="0" noProof="0">
              <a:ln>
                <a:noFill/>
              </a:ln>
              <a:solidFill>
                <a:schemeClr val="tx2"/>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noProof="1"/>
              <a:t>单击此处编辑母版文本样式</a:t>
            </a:r>
            <a:endParaRPr lang="zh-CN" altLang="en-US" noProof="1"/>
          </a:p>
        </p:txBody>
      </p:sp>
      <p:sp>
        <p:nvSpPr>
          <p:cNvPr id="17" name="日期占位符 4"/>
          <p:cNvSpPr>
            <a:spLocks noGrp="1"/>
          </p:cNvSpPr>
          <p:nvPr>
            <p:ph type="dt" sz="half" idx="12"/>
          </p:nvPr>
        </p:nvSpPr>
        <p:spPr bwMode="auto">
          <a:xfrm>
            <a:off x="11620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页脚占位符 5"/>
          <p:cNvSpPr>
            <a:spLocks noGrp="1"/>
          </p:cNvSpPr>
          <p:nvPr>
            <p:ph type="ftr" sz="quarter" idx="3"/>
          </p:nvPr>
        </p:nvSpPr>
        <p:spPr bwMode="auto">
          <a:xfrm>
            <a:off x="3657600" y="6243638"/>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灯片编号占位符 6"/>
          <p:cNvSpPr>
            <a:spLocks noGrp="1"/>
          </p:cNvSpPr>
          <p:nvPr>
            <p:ph type="sldNum" sz="quarter" idx="4"/>
          </p:nvPr>
        </p:nvSpPr>
        <p:spPr bwMode="auto">
          <a:xfrm>
            <a:off x="70421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08657CCA-F39A-4BA3-949D-808F9E718C37}" type="slidenum">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标题和竖排文字">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endParaRPr lang="zh-CN" altLang="en-US" noProof="1"/>
          </a:p>
        </p:txBody>
      </p:sp>
      <p:sp>
        <p:nvSpPr>
          <p:cNvPr id="3" name="竖排文字占位符 2"/>
          <p:cNvSpPr>
            <a:spLocks noGrp="1"/>
          </p:cNvSpPr>
          <p:nvPr>
            <p:ph type="body" orient="vert" idx="1"/>
          </p:nvPr>
        </p:nvSpPr>
        <p:spPr/>
        <p:txBody>
          <a:bodyPr vert="eaVert"/>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17" name="日期占位符 3"/>
          <p:cNvSpPr>
            <a:spLocks noGrp="1"/>
          </p:cNvSpPr>
          <p:nvPr>
            <p:ph type="dt" sz="half" idx="2"/>
          </p:nvPr>
        </p:nvSpPr>
        <p:spPr bwMode="auto">
          <a:xfrm>
            <a:off x="11620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页脚占位符 4"/>
          <p:cNvSpPr>
            <a:spLocks noGrp="1"/>
          </p:cNvSpPr>
          <p:nvPr>
            <p:ph type="ftr" sz="quarter" idx="3"/>
          </p:nvPr>
        </p:nvSpPr>
        <p:spPr bwMode="auto">
          <a:xfrm>
            <a:off x="3657600" y="6243638"/>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灯片编号占位符 5"/>
          <p:cNvSpPr>
            <a:spLocks noGrp="1"/>
          </p:cNvSpPr>
          <p:nvPr>
            <p:ph type="sldNum" sz="quarter" idx="4"/>
          </p:nvPr>
        </p:nvSpPr>
        <p:spPr bwMode="auto">
          <a:xfrm>
            <a:off x="70421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54A1EF13-5866-4911-8967-9E2B06D4DABB}" type="slidenum">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bg>
      <p:bgPr>
        <a:solidFill>
          <a:schemeClr val="bg1"/>
        </a:solidFill>
        <a:effectLst/>
      </p:bgPr>
    </p:bg>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7004050" y="214313"/>
            <a:ext cx="1951038" cy="5918200"/>
          </a:xfrm>
        </p:spPr>
        <p:txBody>
          <a:bodyPr vert="eaVert"/>
          <a:lstStyle/>
          <a:p>
            <a:r>
              <a:rPr lang="zh-CN" altLang="en-US" noProof="1"/>
              <a:t>单击此处编辑母版标题样式</a:t>
            </a:r>
            <a:endParaRPr lang="zh-CN" altLang="en-US" noProof="1"/>
          </a:p>
        </p:txBody>
      </p:sp>
      <p:sp>
        <p:nvSpPr>
          <p:cNvPr id="3" name="竖排文字占位符 2"/>
          <p:cNvSpPr>
            <a:spLocks noGrp="1"/>
          </p:cNvSpPr>
          <p:nvPr>
            <p:ph type="body" orient="vert" idx="1"/>
          </p:nvPr>
        </p:nvSpPr>
        <p:spPr>
          <a:xfrm>
            <a:off x="1150938" y="214313"/>
            <a:ext cx="5700712" cy="5918200"/>
          </a:xfrm>
        </p:spPr>
        <p:txBody>
          <a:bodyPr vert="eaVert"/>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17" name="日期占位符 3"/>
          <p:cNvSpPr>
            <a:spLocks noGrp="1"/>
          </p:cNvSpPr>
          <p:nvPr>
            <p:ph type="dt" sz="half" idx="2"/>
          </p:nvPr>
        </p:nvSpPr>
        <p:spPr bwMode="auto">
          <a:xfrm>
            <a:off x="11620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页脚占位符 4"/>
          <p:cNvSpPr>
            <a:spLocks noGrp="1"/>
          </p:cNvSpPr>
          <p:nvPr>
            <p:ph type="ftr" sz="quarter" idx="3"/>
          </p:nvPr>
        </p:nvSpPr>
        <p:spPr bwMode="auto">
          <a:xfrm>
            <a:off x="3657600" y="6243638"/>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灯片编号占位符 5"/>
          <p:cNvSpPr>
            <a:spLocks noGrp="1"/>
          </p:cNvSpPr>
          <p:nvPr>
            <p:ph type="sldNum" sz="quarter" idx="4"/>
          </p:nvPr>
        </p:nvSpPr>
        <p:spPr bwMode="auto">
          <a:xfrm>
            <a:off x="70421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buFont typeface="Arial" panose="020B0604020202020204" pitchFamily="34" charset="0"/>
              <a:buNone/>
              <a:defRPr noProof="0">
                <a:latin typeface="+mn-lt"/>
                <a:cs typeface="+mn-cs"/>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C3527D1A-1DEE-40D3-BF9C-C4DF10EA64D9}" type="slidenum">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type="objOnly">
  <p:cSld name="内容">
    <p:bg>
      <p:bgPr>
        <a:solidFill>
          <a:schemeClr val="bg1"/>
        </a:solidFill>
        <a:effectLst/>
      </p:bgPr>
    </p:bg>
    <p:spTree>
      <p:nvGrpSpPr>
        <p:cNvPr id="1" name=""/>
        <p:cNvGrpSpPr/>
        <p:nvPr/>
      </p:nvGrpSpPr>
      <p:grpSpPr>
        <a:xfrm>
          <a:off x="0" y="0"/>
          <a:ext cx="0" cy="0"/>
          <a:chOff x="0" y="0"/>
          <a:chExt cx="0" cy="0"/>
        </a:xfrm>
      </p:grpSpPr>
      <p:sp>
        <p:nvSpPr>
          <p:cNvPr id="2" name="内容占位符 1"/>
          <p:cNvSpPr>
            <a:spLocks noGrp="1"/>
          </p:cNvSpPr>
          <p:nvPr>
            <p:ph/>
          </p:nvPr>
        </p:nvSpPr>
        <p:spPr>
          <a:xfrm>
            <a:off x="395288" y="908050"/>
            <a:ext cx="8291512" cy="5218113"/>
          </a:xfrm>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17" name="日期占位符 2"/>
          <p:cNvSpPr>
            <a:spLocks noGrp="1"/>
          </p:cNvSpPr>
          <p:nvPr>
            <p:ph type="dt" sz="half" idx="2"/>
          </p:nvPr>
        </p:nvSpPr>
        <p:spPr bwMode="auto">
          <a:xfrm>
            <a:off x="11620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fld id="{326B4D28-11A0-4E5F-8E1D-E8903FCB3256}" type="datetimeFigureOut">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页脚占位符 3"/>
          <p:cNvSpPr>
            <a:spLocks noGrp="1"/>
          </p:cNvSpPr>
          <p:nvPr>
            <p:ph type="ftr" sz="quarter" idx="3"/>
          </p:nvPr>
        </p:nvSpPr>
        <p:spPr bwMode="auto">
          <a:xfrm>
            <a:off x="3657600" y="6243638"/>
            <a:ext cx="2895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灯片编号占位符 4"/>
          <p:cNvSpPr>
            <a:spLocks noGrp="1"/>
          </p:cNvSpPr>
          <p:nvPr>
            <p:ph type="sldNum" sz="quarter" idx="4"/>
          </p:nvPr>
        </p:nvSpPr>
        <p:spPr bwMode="auto">
          <a:xfrm>
            <a:off x="7042150" y="6243638"/>
            <a:ext cx="19050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Char char="•"/>
              <a:defRPr/>
            </a:pPr>
            <a:fld id="{59696E0A-0825-4A89-A42D-4AD79D1C9A34}" type="slidenum">
              <a:rPr kumimoji="0" lang="zh-CN" altLang="en-US"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rPr>
            </a:fld>
            <a:endParaRPr kumimoji="0" lang="en-US" altLang="zh-CN"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endParaRPr>
          </a:p>
        </p:txBody>
      </p:sp>
    </p:spTree>
  </p:cSld>
  <p:clrMapOvr>
    <a:masterClrMapping/>
  </p:clrMapOvr>
  <p:transition spd="slow">
    <p:zoom/>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type="title" preserve="1">
  <p:cSld name="标题幻灯片">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lstStyle>
            <a:lvl1pPr algn="ctr">
              <a:defRPr sz="6000"/>
            </a:lvl1pPr>
          </a:lstStyle>
          <a:p>
            <a:r>
              <a:rPr lang="zh-CN" altLang="en-US" noProof="1"/>
              <a:t>单击此处编辑母版标题样式</a:t>
            </a:r>
            <a:endParaRPr lang="zh-CN" altLang="en-US" noProof="1"/>
          </a:p>
        </p:txBody>
      </p:sp>
      <p:sp>
        <p:nvSpPr>
          <p:cNvPr id="3" name="副标题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noProof="1"/>
              <a:t>单击此处编辑母版副标题样式</a:t>
            </a:r>
            <a:endParaRPr lang="zh-CN" altLang="en-US" noProof="1"/>
          </a:p>
        </p:txBody>
      </p:sp>
      <p:sp>
        <p:nvSpPr>
          <p:cNvPr id="17" name="Rectangle 11"/>
          <p:cNvSpPr>
            <a:spLocks noGrp="1" noChangeArrowheads="1"/>
          </p:cNvSpPr>
          <p:nvPr>
            <p:ph type="dt" sz="half" idx="2"/>
          </p:nvPr>
        </p:nvSpPr>
        <p:spPr bwMode="auto">
          <a:xfrm>
            <a:off x="11620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fld id="{B289253C-BE9A-40B6-8A1A-68178A5823E5}" type="datetime1">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Rectangle 12"/>
          <p:cNvSpPr>
            <a:spLocks noGrp="1" noChangeArrowheads="1"/>
          </p:cNvSpPr>
          <p:nvPr>
            <p:ph type="ftr" sz="quarter" idx="3"/>
          </p:nvPr>
        </p:nvSpPr>
        <p:spPr bwMode="auto">
          <a:xfrm>
            <a:off x="3657600" y="6243638"/>
            <a:ext cx="2895600" cy="457200"/>
          </a:xfrm>
          <a:prstGeom prst="rect">
            <a:avLst/>
          </a:prstGeom>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Rectangle 13"/>
          <p:cNvSpPr>
            <a:spLocks noGrp="1" noChangeArrowheads="1"/>
          </p:cNvSpPr>
          <p:nvPr>
            <p:ph type="sldNum" sz="quarter" idx="4"/>
          </p:nvPr>
        </p:nvSpPr>
        <p:spPr bwMode="auto">
          <a:xfrm>
            <a:off x="70421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Char char="•"/>
              <a:defRPr/>
            </a:pPr>
            <a:fld id="{426261F0-2327-4280-A40D-0C23CE5F301D}" type="slidenum">
              <a:rPr kumimoji="0" lang="zh-CN" altLang="en-US"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rPr>
            </a:fld>
            <a:endParaRPr kumimoji="0" lang="en-US" altLang="zh-CN"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endParaRPr>
          </a:p>
        </p:txBody>
      </p:sp>
    </p:spTree>
  </p:cSld>
  <p:clrMapOvr>
    <a:masterClrMapping/>
  </p:clrMapOvr>
  <p:transition spd="slow">
    <p:zoom/>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type="obj" preserve="1">
  <p:cSld name="标题和内容">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endParaRPr lang="zh-CN" altLang="en-US" noProof="1"/>
          </a:p>
        </p:txBody>
      </p:sp>
      <p:sp>
        <p:nvSpPr>
          <p:cNvPr id="3" name="内容占位符 2"/>
          <p:cNvSpPr>
            <a:spLocks noGrp="1"/>
          </p:cNvSpPr>
          <p:nvPr>
            <p:ph idx="1"/>
          </p:nvPr>
        </p:nvSpPr>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17" name="Rectangle 11"/>
          <p:cNvSpPr>
            <a:spLocks noGrp="1" noChangeArrowheads="1"/>
          </p:cNvSpPr>
          <p:nvPr>
            <p:ph type="dt" sz="half" idx="2"/>
          </p:nvPr>
        </p:nvSpPr>
        <p:spPr bwMode="auto">
          <a:xfrm>
            <a:off x="11620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fld id="{AACD8444-15FA-4EF3-8543-EE30290E38F0}" type="datetime1">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Rectangle 12"/>
          <p:cNvSpPr>
            <a:spLocks noGrp="1" noChangeArrowheads="1"/>
          </p:cNvSpPr>
          <p:nvPr>
            <p:ph type="ftr" sz="quarter" idx="3"/>
          </p:nvPr>
        </p:nvSpPr>
        <p:spPr bwMode="auto">
          <a:xfrm>
            <a:off x="3657600" y="6243638"/>
            <a:ext cx="2895600" cy="457200"/>
          </a:xfrm>
          <a:prstGeom prst="rect">
            <a:avLst/>
          </a:prstGeom>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Rectangle 13"/>
          <p:cNvSpPr>
            <a:spLocks noGrp="1" noChangeArrowheads="1"/>
          </p:cNvSpPr>
          <p:nvPr>
            <p:ph type="sldNum" sz="quarter" idx="4"/>
          </p:nvPr>
        </p:nvSpPr>
        <p:spPr bwMode="auto">
          <a:xfrm>
            <a:off x="70421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Char char="•"/>
              <a:defRPr/>
            </a:pPr>
            <a:fld id="{849CBBA4-6D32-4720-A571-347BB7B727AF}" type="slidenum">
              <a:rPr kumimoji="0" lang="zh-CN" altLang="en-US"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rPr>
            </a:fld>
            <a:endParaRPr kumimoji="0" lang="en-US" altLang="zh-CN"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endParaRPr>
          </a:p>
        </p:txBody>
      </p:sp>
    </p:spTree>
  </p:cSld>
  <p:clrMapOvr>
    <a:masterClrMapping/>
  </p:clrMapOvr>
  <p:transition spd="slow">
    <p:zoom/>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secHead" preserve="1">
  <p:cSld name="节标题">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a:xfrm>
            <a:off x="623888" y="1709738"/>
            <a:ext cx="7886700" cy="2852737"/>
          </a:xfrm>
        </p:spPr>
        <p:txBody>
          <a:bodyPr/>
          <a:lstStyle>
            <a:lvl1pPr>
              <a:defRPr sz="6000"/>
            </a:lvl1pPr>
          </a:lstStyle>
          <a:p>
            <a:r>
              <a:rPr lang="zh-CN" altLang="en-US" noProof="1"/>
              <a:t>单击此处编辑母版标题样式</a:t>
            </a:r>
            <a:endParaRPr lang="zh-CN" altLang="en-US" noProof="1"/>
          </a:p>
        </p:txBody>
      </p:sp>
      <p:sp>
        <p:nvSpPr>
          <p:cNvPr id="3" name="文本占位符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noProof="1"/>
              <a:t>单击此处编辑母版文本样式</a:t>
            </a:r>
            <a:endParaRPr lang="zh-CN" altLang="en-US" noProof="1"/>
          </a:p>
        </p:txBody>
      </p:sp>
      <p:sp>
        <p:nvSpPr>
          <p:cNvPr id="17" name="Rectangle 11"/>
          <p:cNvSpPr>
            <a:spLocks noGrp="1" noChangeArrowheads="1"/>
          </p:cNvSpPr>
          <p:nvPr>
            <p:ph type="dt" sz="half" idx="2"/>
          </p:nvPr>
        </p:nvSpPr>
        <p:spPr bwMode="auto">
          <a:xfrm>
            <a:off x="11620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fld id="{D8012032-3686-4F87-BD96-8C328357489F}" type="datetime1">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Rectangle 12"/>
          <p:cNvSpPr>
            <a:spLocks noGrp="1" noChangeArrowheads="1"/>
          </p:cNvSpPr>
          <p:nvPr>
            <p:ph type="ftr" sz="quarter" idx="3"/>
          </p:nvPr>
        </p:nvSpPr>
        <p:spPr bwMode="auto">
          <a:xfrm>
            <a:off x="3657600" y="6243638"/>
            <a:ext cx="2895600" cy="457200"/>
          </a:xfrm>
          <a:prstGeom prst="rect">
            <a:avLst/>
          </a:prstGeom>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Rectangle 13"/>
          <p:cNvSpPr>
            <a:spLocks noGrp="1" noChangeArrowheads="1"/>
          </p:cNvSpPr>
          <p:nvPr>
            <p:ph type="sldNum" sz="quarter" idx="4"/>
          </p:nvPr>
        </p:nvSpPr>
        <p:spPr bwMode="auto">
          <a:xfrm>
            <a:off x="70421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Char char="•"/>
              <a:defRPr/>
            </a:pPr>
            <a:fld id="{C11B361D-0AF7-4BFA-B006-268B56C08443}" type="slidenum">
              <a:rPr kumimoji="0" lang="zh-CN" altLang="en-US"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rPr>
            </a:fld>
            <a:endParaRPr kumimoji="0" lang="en-US" altLang="zh-CN"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endParaRPr>
          </a:p>
        </p:txBody>
      </p:sp>
    </p:spTree>
  </p:cSld>
  <p:clrMapOvr>
    <a:masterClrMapping/>
  </p:clrMapOvr>
  <p:transition spd="slow">
    <p:zoom/>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twoObj" preserve="1">
  <p:cSld name="两栏内容">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endParaRPr lang="zh-CN" altLang="en-US" noProof="1"/>
          </a:p>
        </p:txBody>
      </p:sp>
      <p:sp>
        <p:nvSpPr>
          <p:cNvPr id="3" name="内容占位符 2"/>
          <p:cNvSpPr>
            <a:spLocks noGrp="1"/>
          </p:cNvSpPr>
          <p:nvPr>
            <p:ph sz="half" idx="1"/>
          </p:nvPr>
        </p:nvSpPr>
        <p:spPr>
          <a:xfrm>
            <a:off x="1182688" y="2017713"/>
            <a:ext cx="3810000" cy="4114800"/>
          </a:xfrm>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4" name="内容占位符 3"/>
          <p:cNvSpPr>
            <a:spLocks noGrp="1"/>
          </p:cNvSpPr>
          <p:nvPr>
            <p:ph sz="half" idx="2"/>
          </p:nvPr>
        </p:nvSpPr>
        <p:spPr>
          <a:xfrm>
            <a:off x="5145088" y="2017713"/>
            <a:ext cx="3810000" cy="4114800"/>
          </a:xfrm>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17" name="Rectangle 11"/>
          <p:cNvSpPr>
            <a:spLocks noGrp="1" noChangeArrowheads="1"/>
          </p:cNvSpPr>
          <p:nvPr>
            <p:ph type="dt" sz="half" idx="12"/>
          </p:nvPr>
        </p:nvSpPr>
        <p:spPr bwMode="auto">
          <a:xfrm>
            <a:off x="11620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fld id="{6B11258F-E968-4BC0-8A80-9FEFBFD5C309}" type="datetime1">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Rectangle 12"/>
          <p:cNvSpPr>
            <a:spLocks noGrp="1" noChangeArrowheads="1"/>
          </p:cNvSpPr>
          <p:nvPr>
            <p:ph type="ftr" sz="quarter" idx="3"/>
          </p:nvPr>
        </p:nvSpPr>
        <p:spPr bwMode="auto">
          <a:xfrm>
            <a:off x="3657600" y="6243638"/>
            <a:ext cx="2895600" cy="457200"/>
          </a:xfrm>
          <a:prstGeom prst="rect">
            <a:avLst/>
          </a:prstGeom>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Rectangle 13"/>
          <p:cNvSpPr>
            <a:spLocks noGrp="1" noChangeArrowheads="1"/>
          </p:cNvSpPr>
          <p:nvPr>
            <p:ph type="sldNum" sz="quarter" idx="4"/>
          </p:nvPr>
        </p:nvSpPr>
        <p:spPr bwMode="auto">
          <a:xfrm>
            <a:off x="70421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Char char="•"/>
              <a:defRPr/>
            </a:pPr>
            <a:fld id="{58794923-84EF-404F-BF6F-F856A5EF0655}" type="slidenum">
              <a:rPr kumimoji="0" lang="zh-CN" altLang="en-US"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rPr>
            </a:fld>
            <a:endParaRPr kumimoji="0" lang="en-US" altLang="zh-CN"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endParaRPr>
          </a:p>
        </p:txBody>
      </p:sp>
    </p:spTree>
  </p:cSld>
  <p:clrMapOvr>
    <a:masterClrMapping/>
  </p:clrMapOvr>
  <p:transition spd="slow">
    <p:zoom/>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twoTxTwoObj" preserve="1">
  <p:cSld name="比较">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a:xfrm>
            <a:off x="630238" y="365125"/>
            <a:ext cx="7886700" cy="1325563"/>
          </a:xfrm>
        </p:spPr>
        <p:txBody>
          <a:bodyPr/>
          <a:lstStyle/>
          <a:p>
            <a:r>
              <a:rPr lang="zh-CN" altLang="en-US" noProof="1"/>
              <a:t>单击此处编辑母版标题样式</a:t>
            </a:r>
            <a:endParaRPr lang="zh-CN" altLang="en-US" noProof="1"/>
          </a:p>
        </p:txBody>
      </p:sp>
      <p:sp>
        <p:nvSpPr>
          <p:cNvPr id="3" name="文本占位符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noProof="1"/>
              <a:t>单击此处编辑母版文本样式</a:t>
            </a:r>
            <a:endParaRPr lang="zh-CN" altLang="en-US" noProof="1"/>
          </a:p>
        </p:txBody>
      </p:sp>
      <p:sp>
        <p:nvSpPr>
          <p:cNvPr id="4" name="内容占位符 3"/>
          <p:cNvSpPr>
            <a:spLocks noGrp="1"/>
          </p:cNvSpPr>
          <p:nvPr>
            <p:ph sz="half" idx="2"/>
          </p:nvPr>
        </p:nvSpPr>
        <p:spPr>
          <a:xfrm>
            <a:off x="630238" y="2505075"/>
            <a:ext cx="3868737" cy="3684588"/>
          </a:xfrm>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5" name="文本占位符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noProof="1"/>
              <a:t>单击此处编辑母版文本样式</a:t>
            </a:r>
            <a:endParaRPr lang="zh-CN" altLang="en-US" noProof="1"/>
          </a:p>
        </p:txBody>
      </p:sp>
      <p:sp>
        <p:nvSpPr>
          <p:cNvPr id="6" name="内容占位符 5"/>
          <p:cNvSpPr>
            <a:spLocks noGrp="1"/>
          </p:cNvSpPr>
          <p:nvPr>
            <p:ph sz="quarter" idx="4"/>
          </p:nvPr>
        </p:nvSpPr>
        <p:spPr>
          <a:xfrm>
            <a:off x="4629150" y="2505075"/>
            <a:ext cx="3887788" cy="3684588"/>
          </a:xfrm>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17" name="Rectangle 11"/>
          <p:cNvSpPr>
            <a:spLocks noGrp="1" noChangeArrowheads="1"/>
          </p:cNvSpPr>
          <p:nvPr>
            <p:ph type="dt" sz="half" idx="12"/>
          </p:nvPr>
        </p:nvSpPr>
        <p:spPr bwMode="auto">
          <a:xfrm>
            <a:off x="11620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fld id="{EF6A9822-2B25-4892-822E-651A91477C60}" type="datetime1">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Rectangle 12"/>
          <p:cNvSpPr>
            <a:spLocks noGrp="1" noChangeArrowheads="1"/>
          </p:cNvSpPr>
          <p:nvPr>
            <p:ph type="ftr" sz="quarter" idx="13"/>
          </p:nvPr>
        </p:nvSpPr>
        <p:spPr bwMode="auto">
          <a:xfrm>
            <a:off x="3657600" y="6243638"/>
            <a:ext cx="2895600" cy="457200"/>
          </a:xfrm>
          <a:prstGeom prst="rect">
            <a:avLst/>
          </a:prstGeom>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Rectangle 13"/>
          <p:cNvSpPr>
            <a:spLocks noGrp="1" noChangeArrowheads="1"/>
          </p:cNvSpPr>
          <p:nvPr>
            <p:ph type="sldNum" sz="quarter" idx="14"/>
          </p:nvPr>
        </p:nvSpPr>
        <p:spPr bwMode="auto">
          <a:xfrm>
            <a:off x="70421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Char char="•"/>
              <a:defRPr/>
            </a:pPr>
            <a:fld id="{122CEC7E-9860-45D9-83E1-7F73B51DA728}" type="slidenum">
              <a:rPr kumimoji="0" lang="zh-CN" altLang="en-US"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rPr>
            </a:fld>
            <a:endParaRPr kumimoji="0" lang="en-US" altLang="zh-CN"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endParaRPr>
          </a:p>
        </p:txBody>
      </p:sp>
    </p:spTree>
  </p:cSld>
  <p:clrMapOvr>
    <a:masterClrMapping/>
  </p:clrMapOvr>
  <p:transition spd="slow">
    <p:zoom/>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titleOnly" preserve="1">
  <p:cSld name="仅标题">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endParaRPr lang="zh-CN" altLang="en-US" noProof="1"/>
          </a:p>
        </p:txBody>
      </p:sp>
      <p:sp>
        <p:nvSpPr>
          <p:cNvPr id="17" name="Rectangle 11"/>
          <p:cNvSpPr>
            <a:spLocks noGrp="1" noChangeArrowheads="1"/>
          </p:cNvSpPr>
          <p:nvPr>
            <p:ph type="dt" sz="half" idx="2"/>
          </p:nvPr>
        </p:nvSpPr>
        <p:spPr bwMode="auto">
          <a:xfrm>
            <a:off x="11620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fld id="{A02341D0-734F-4522-8B71-24F9848112CE}" type="datetime1">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Rectangle 12"/>
          <p:cNvSpPr>
            <a:spLocks noGrp="1" noChangeArrowheads="1"/>
          </p:cNvSpPr>
          <p:nvPr>
            <p:ph type="ftr" sz="quarter" idx="3"/>
          </p:nvPr>
        </p:nvSpPr>
        <p:spPr bwMode="auto">
          <a:xfrm>
            <a:off x="3657600" y="6243638"/>
            <a:ext cx="2895600" cy="457200"/>
          </a:xfrm>
          <a:prstGeom prst="rect">
            <a:avLst/>
          </a:prstGeom>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Rectangle 13"/>
          <p:cNvSpPr>
            <a:spLocks noGrp="1" noChangeArrowheads="1"/>
          </p:cNvSpPr>
          <p:nvPr>
            <p:ph type="sldNum" sz="quarter" idx="4"/>
          </p:nvPr>
        </p:nvSpPr>
        <p:spPr bwMode="auto">
          <a:xfrm>
            <a:off x="70421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Char char="•"/>
              <a:defRPr/>
            </a:pPr>
            <a:fld id="{AFA48546-3B96-4E65-9CC4-2987D1D8616A}" type="slidenum">
              <a:rPr kumimoji="0" lang="zh-CN" altLang="en-US"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rPr>
            </a:fld>
            <a:endParaRPr kumimoji="0" lang="en-US" altLang="zh-CN"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endParaRPr>
          </a:p>
        </p:txBody>
      </p:sp>
    </p:spTree>
  </p:cSld>
  <p:clrMapOvr>
    <a:masterClrMapping/>
  </p:clrMapOvr>
  <p:transition spd="slow">
    <p:zoom/>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blank" preserve="1">
  <p:cSld name="空白">
    <p:bg>
      <p:bgPr>
        <a:solidFill>
          <a:schemeClr val="bg1"/>
        </a:solidFill>
        <a:effectLst/>
      </p:bgPr>
    </p:bg>
    <p:spTree>
      <p:nvGrpSpPr>
        <p:cNvPr id="1" name=""/>
        <p:cNvGrpSpPr/>
        <p:nvPr/>
      </p:nvGrpSpPr>
      <p:grpSpPr>
        <a:xfrm>
          <a:off x="0" y="0"/>
          <a:ext cx="0" cy="0"/>
          <a:chOff x="0" y="0"/>
          <a:chExt cx="0" cy="0"/>
        </a:xfrm>
      </p:grpSpPr>
      <p:sp>
        <p:nvSpPr>
          <p:cNvPr id="17" name="页脚占位符 2"/>
          <p:cNvSpPr>
            <a:spLocks noGrp="1"/>
          </p:cNvSpPr>
          <p:nvPr>
            <p:ph type="ftr" sz="quarter" idx="3"/>
          </p:nvPr>
        </p:nvSpPr>
        <p:spPr bwMode="auto">
          <a:xfrm>
            <a:off x="3657600" y="6243638"/>
            <a:ext cx="2895600" cy="457200"/>
          </a:xfrm>
          <a:prstGeom prst="rect">
            <a:avLst/>
          </a:prstGeom>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8" name="灯片编号占位符 3"/>
          <p:cNvSpPr>
            <a:spLocks noGrp="1"/>
          </p:cNvSpPr>
          <p:nvPr>
            <p:ph type="sldNum" sz="quarter" idx="4"/>
          </p:nvPr>
        </p:nvSpPr>
        <p:spPr bwMode="auto">
          <a:xfrm>
            <a:off x="70421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Char char="•"/>
              <a:defRPr/>
            </a:pPr>
            <a:fld id="{0B4A500A-DC64-41BE-BC8A-C544EA3DD6AC}" type="slidenum">
              <a:rPr kumimoji="0" lang="zh-CN" altLang="en-US"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rPr>
            </a:fld>
            <a:endParaRPr kumimoji="0" lang="en-US" altLang="zh-CN"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endParaRPr>
          </a:p>
        </p:txBody>
      </p:sp>
      <p:sp>
        <p:nvSpPr>
          <p:cNvPr id="19" name="日期占位符 1"/>
          <p:cNvSpPr>
            <a:spLocks noGrp="1"/>
          </p:cNvSpPr>
          <p:nvPr>
            <p:ph type="dt" sz="half" idx="2"/>
          </p:nvPr>
        </p:nvSpPr>
        <p:spPr bwMode="auto">
          <a:xfrm>
            <a:off x="11620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fld id="{E37E9BB9-4A12-4EC2-A75E-A4B7499C9228}" type="datetime1">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Tree>
  </p:cSld>
  <p:clrMapOvr>
    <a:masterClrMapping/>
  </p:clrMapOvr>
  <p:transition spd="slow">
    <p:zoom/>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objTx" preserve="1">
  <p:cSld name="内容与标题">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lstStyle>
            <a:lvl1pPr>
              <a:defRPr sz="3200"/>
            </a:lvl1pPr>
          </a:lstStyle>
          <a:p>
            <a:r>
              <a:rPr lang="zh-CN" altLang="en-US" noProof="1"/>
              <a:t>单击此处编辑母版标题样式</a:t>
            </a:r>
            <a:endParaRPr lang="zh-CN" altLang="en-US" noProof="1"/>
          </a:p>
        </p:txBody>
      </p:sp>
      <p:sp>
        <p:nvSpPr>
          <p:cNvPr id="3" name="内容占位符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noProof="1"/>
              <a:t>单击此处编辑母版文本样式</a:t>
            </a:r>
            <a:endParaRPr lang="zh-CN" altLang="en-US" noProof="1"/>
          </a:p>
        </p:txBody>
      </p:sp>
      <p:sp>
        <p:nvSpPr>
          <p:cNvPr id="17" name="Rectangle 11"/>
          <p:cNvSpPr>
            <a:spLocks noGrp="1" noChangeArrowheads="1"/>
          </p:cNvSpPr>
          <p:nvPr>
            <p:ph type="dt" sz="half" idx="12"/>
          </p:nvPr>
        </p:nvSpPr>
        <p:spPr bwMode="auto">
          <a:xfrm>
            <a:off x="11620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fld id="{52AA2192-4258-48E6-ADE4-4BBE62B1A574}" type="datetime1">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Rectangle 12"/>
          <p:cNvSpPr>
            <a:spLocks noGrp="1" noChangeArrowheads="1"/>
          </p:cNvSpPr>
          <p:nvPr>
            <p:ph type="ftr" sz="quarter" idx="3"/>
          </p:nvPr>
        </p:nvSpPr>
        <p:spPr bwMode="auto">
          <a:xfrm>
            <a:off x="3657600" y="6243638"/>
            <a:ext cx="2895600" cy="457200"/>
          </a:xfrm>
          <a:prstGeom prst="rect">
            <a:avLst/>
          </a:prstGeom>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Rectangle 13"/>
          <p:cNvSpPr>
            <a:spLocks noGrp="1" noChangeArrowheads="1"/>
          </p:cNvSpPr>
          <p:nvPr>
            <p:ph type="sldNum" sz="quarter" idx="4"/>
          </p:nvPr>
        </p:nvSpPr>
        <p:spPr bwMode="auto">
          <a:xfrm>
            <a:off x="70421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Char char="•"/>
              <a:defRPr/>
            </a:pPr>
            <a:fld id="{DC41C35E-3D30-42E9-AFCE-DA5EA5A53F95}" type="slidenum">
              <a:rPr kumimoji="0" lang="zh-CN" altLang="en-US"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rPr>
            </a:fld>
            <a:endParaRPr kumimoji="0" lang="en-US" altLang="zh-CN"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endParaRPr>
          </a:p>
        </p:txBody>
      </p:sp>
    </p:spTree>
  </p:cSld>
  <p:clrMapOvr>
    <a:masterClrMapping/>
  </p:clrMapOvr>
  <p:transition spd="slow">
    <p:zoom/>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picTx" preserve="1">
  <p:cSld name="图片与标题">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a:xfrm>
            <a:off x="630238" y="457200"/>
            <a:ext cx="2949575" cy="1600200"/>
          </a:xfrm>
        </p:spPr>
        <p:txBody>
          <a:bodyPr/>
          <a:lstStyle>
            <a:lvl1pPr>
              <a:defRPr sz="3200"/>
            </a:lvl1pPr>
          </a:lstStyle>
          <a:p>
            <a:r>
              <a:rPr lang="zh-CN" altLang="en-US" noProof="1"/>
              <a:t>单击此处编辑母版标题样式</a:t>
            </a:r>
            <a:endParaRPr lang="zh-CN" altLang="en-US" noProof="1"/>
          </a:p>
        </p:txBody>
      </p:sp>
      <p:sp>
        <p:nvSpPr>
          <p:cNvPr id="3" name="图片占位符 2"/>
          <p:cNvSpPr>
            <a:spLocks noGrp="1"/>
          </p:cNvSpPr>
          <p:nvPr>
            <p:ph type="pic" idx="1"/>
          </p:nvPr>
        </p:nvSpPr>
        <p:spPr>
          <a:xfrm>
            <a:off x="3887788" y="987425"/>
            <a:ext cx="4629150" cy="4873625"/>
          </a:xfrm>
        </p:spPr>
        <p:txBody>
          <a:bodyPr vert="horz" wrap="square" lIns="91440" tIns="45720" rIns="91440" bIns="45720" numCol="1" anchor="t" anchorCtr="0" compatLnSpc="1"/>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None/>
              <a:defRPr/>
            </a:pPr>
            <a:endParaRPr kumimoji="0" lang="zh-CN" altLang="en-US" sz="3200" b="1" i="0" u="none" strike="noStrike" kern="1200" cap="none" spc="0" normalizeH="0" baseline="0" noProof="0">
              <a:ln>
                <a:noFill/>
              </a:ln>
              <a:solidFill>
                <a:schemeClr val="tx2"/>
              </a:solidFill>
              <a:effectLst/>
              <a:uLnTx/>
              <a:uFillTx/>
              <a:latin typeface="+mn-lt"/>
              <a:ea typeface="+mn-ea"/>
              <a:cs typeface="+mn-cs"/>
            </a:endParaRPr>
          </a:p>
        </p:txBody>
      </p:sp>
      <p:sp>
        <p:nvSpPr>
          <p:cNvPr id="4" name="文本占位符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noProof="1"/>
              <a:t>单击此处编辑母版文本样式</a:t>
            </a:r>
            <a:endParaRPr lang="zh-CN" altLang="en-US" noProof="1"/>
          </a:p>
        </p:txBody>
      </p:sp>
      <p:sp>
        <p:nvSpPr>
          <p:cNvPr id="17" name="Rectangle 11"/>
          <p:cNvSpPr>
            <a:spLocks noGrp="1" noChangeArrowheads="1"/>
          </p:cNvSpPr>
          <p:nvPr>
            <p:ph type="dt" sz="half" idx="12"/>
          </p:nvPr>
        </p:nvSpPr>
        <p:spPr bwMode="auto">
          <a:xfrm>
            <a:off x="11620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fld id="{50DBFE65-F726-443A-B88C-3F8D3F18E660}" type="datetime1">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Rectangle 12"/>
          <p:cNvSpPr>
            <a:spLocks noGrp="1" noChangeArrowheads="1"/>
          </p:cNvSpPr>
          <p:nvPr>
            <p:ph type="ftr" sz="quarter" idx="3"/>
          </p:nvPr>
        </p:nvSpPr>
        <p:spPr bwMode="auto">
          <a:xfrm>
            <a:off x="3657600" y="6243638"/>
            <a:ext cx="2895600" cy="457200"/>
          </a:xfrm>
          <a:prstGeom prst="rect">
            <a:avLst/>
          </a:prstGeom>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Rectangle 13"/>
          <p:cNvSpPr>
            <a:spLocks noGrp="1" noChangeArrowheads="1"/>
          </p:cNvSpPr>
          <p:nvPr>
            <p:ph type="sldNum" sz="quarter" idx="4"/>
          </p:nvPr>
        </p:nvSpPr>
        <p:spPr bwMode="auto">
          <a:xfrm>
            <a:off x="70421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Char char="•"/>
              <a:defRPr/>
            </a:pPr>
            <a:fld id="{335F2B0F-D0E8-4F8B-A9D5-D06409F13793}" type="slidenum">
              <a:rPr kumimoji="0" lang="zh-CN" altLang="en-US"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rPr>
            </a:fld>
            <a:endParaRPr kumimoji="0" lang="en-US" altLang="zh-CN"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endParaRPr>
          </a:p>
        </p:txBody>
      </p:sp>
    </p:spTree>
  </p:cSld>
  <p:clrMapOvr>
    <a:masterClrMapping/>
  </p:clrMapOvr>
  <p:transition spd="slow">
    <p:zoom/>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x" preserve="1">
  <p:cSld name="标题和竖排文字">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endParaRPr lang="zh-CN" altLang="en-US" noProof="1"/>
          </a:p>
        </p:txBody>
      </p:sp>
      <p:sp>
        <p:nvSpPr>
          <p:cNvPr id="3" name="竖排文字占位符 2"/>
          <p:cNvSpPr>
            <a:spLocks noGrp="1"/>
          </p:cNvSpPr>
          <p:nvPr>
            <p:ph type="body" orient="vert" idx="1"/>
          </p:nvPr>
        </p:nvSpPr>
        <p:spPr/>
        <p:txBody>
          <a:bodyPr vert="eaVert"/>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17" name="Rectangle 11"/>
          <p:cNvSpPr>
            <a:spLocks noGrp="1" noChangeArrowheads="1"/>
          </p:cNvSpPr>
          <p:nvPr>
            <p:ph type="dt" sz="half" idx="2"/>
          </p:nvPr>
        </p:nvSpPr>
        <p:spPr bwMode="auto">
          <a:xfrm>
            <a:off x="11620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fld id="{FE78E988-FEE3-4496-A52D-DFA784274A3A}" type="datetime1">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Rectangle 12"/>
          <p:cNvSpPr>
            <a:spLocks noGrp="1" noChangeArrowheads="1"/>
          </p:cNvSpPr>
          <p:nvPr>
            <p:ph type="ftr" sz="quarter" idx="3"/>
          </p:nvPr>
        </p:nvSpPr>
        <p:spPr bwMode="auto">
          <a:xfrm>
            <a:off x="3657600" y="6243638"/>
            <a:ext cx="2895600" cy="457200"/>
          </a:xfrm>
          <a:prstGeom prst="rect">
            <a:avLst/>
          </a:prstGeom>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Rectangle 13"/>
          <p:cNvSpPr>
            <a:spLocks noGrp="1" noChangeArrowheads="1"/>
          </p:cNvSpPr>
          <p:nvPr>
            <p:ph type="sldNum" sz="quarter" idx="4"/>
          </p:nvPr>
        </p:nvSpPr>
        <p:spPr bwMode="auto">
          <a:xfrm>
            <a:off x="70421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Char char="•"/>
              <a:defRPr/>
            </a:pPr>
            <a:fld id="{1E17AF4A-8DA1-4543-8539-46713FF777DB}" type="slidenum">
              <a:rPr kumimoji="0" lang="zh-CN" altLang="en-US"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rPr>
            </a:fld>
            <a:endParaRPr kumimoji="0" lang="en-US" altLang="zh-CN"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endParaRPr>
          </a:p>
        </p:txBody>
      </p:sp>
    </p:spTree>
  </p:cSld>
  <p:clrMapOvr>
    <a:masterClrMapping/>
  </p:clrMapOvr>
  <p:transition spd="slow">
    <p:zoom/>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bg>
      <p:bgPr>
        <a:solidFill>
          <a:schemeClr val="bg1"/>
        </a:solidFill>
        <a:effectLst/>
      </p:bgPr>
    </p:bg>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7004050" y="214313"/>
            <a:ext cx="1951038" cy="5918200"/>
          </a:xfrm>
        </p:spPr>
        <p:txBody>
          <a:bodyPr vert="eaVert"/>
          <a:lstStyle/>
          <a:p>
            <a:r>
              <a:rPr lang="zh-CN" altLang="en-US" noProof="1"/>
              <a:t>单击此处编辑母版标题样式</a:t>
            </a:r>
            <a:endParaRPr lang="zh-CN" altLang="en-US" noProof="1"/>
          </a:p>
        </p:txBody>
      </p:sp>
      <p:sp>
        <p:nvSpPr>
          <p:cNvPr id="3" name="竖排文字占位符 2"/>
          <p:cNvSpPr>
            <a:spLocks noGrp="1"/>
          </p:cNvSpPr>
          <p:nvPr>
            <p:ph type="body" orient="vert" idx="1"/>
          </p:nvPr>
        </p:nvSpPr>
        <p:spPr>
          <a:xfrm>
            <a:off x="1150938" y="214313"/>
            <a:ext cx="5700712" cy="5918200"/>
          </a:xfrm>
        </p:spPr>
        <p:txBody>
          <a:bodyPr vert="eaVert"/>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17" name="Rectangle 11"/>
          <p:cNvSpPr>
            <a:spLocks noGrp="1" noChangeArrowheads="1"/>
          </p:cNvSpPr>
          <p:nvPr>
            <p:ph type="dt" sz="half" idx="2"/>
          </p:nvPr>
        </p:nvSpPr>
        <p:spPr bwMode="auto">
          <a:xfrm>
            <a:off x="11620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fld id="{7DC454EF-8B9F-4267-A921-CD59243F3EE3}" type="datetime1">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Rectangle 12"/>
          <p:cNvSpPr>
            <a:spLocks noGrp="1" noChangeArrowheads="1"/>
          </p:cNvSpPr>
          <p:nvPr>
            <p:ph type="ftr" sz="quarter" idx="3"/>
          </p:nvPr>
        </p:nvSpPr>
        <p:spPr bwMode="auto">
          <a:xfrm>
            <a:off x="3657600" y="6243638"/>
            <a:ext cx="2895600" cy="457200"/>
          </a:xfrm>
          <a:prstGeom prst="rect">
            <a:avLst/>
          </a:prstGeom>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Rectangle 13"/>
          <p:cNvSpPr>
            <a:spLocks noGrp="1" noChangeArrowheads="1"/>
          </p:cNvSpPr>
          <p:nvPr>
            <p:ph type="sldNum" sz="quarter" idx="4"/>
          </p:nvPr>
        </p:nvSpPr>
        <p:spPr bwMode="auto">
          <a:xfrm>
            <a:off x="70421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Char char="•"/>
              <a:defRPr/>
            </a:pPr>
            <a:fld id="{6EF24418-B641-4C9F-927F-67EC4E01E6FE}" type="slidenum">
              <a:rPr kumimoji="0" lang="zh-CN" altLang="en-US"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rPr>
            </a:fld>
            <a:endParaRPr kumimoji="0" lang="en-US" altLang="zh-CN"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endParaRPr>
          </a:p>
        </p:txBody>
      </p:sp>
    </p:spTree>
  </p:cSld>
  <p:clrMapOvr>
    <a:masterClrMapping/>
  </p:clrMapOvr>
  <p:transition spd="slow">
    <p:zoom/>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type="objOnly">
  <p:cSld name="内容">
    <p:bg>
      <p:bgPr>
        <a:solidFill>
          <a:schemeClr val="bg1"/>
        </a:solidFill>
        <a:effectLst/>
      </p:bgPr>
    </p:bg>
    <p:spTree>
      <p:nvGrpSpPr>
        <p:cNvPr id="1" name=""/>
        <p:cNvGrpSpPr/>
        <p:nvPr/>
      </p:nvGrpSpPr>
      <p:grpSpPr>
        <a:xfrm>
          <a:off x="0" y="0"/>
          <a:ext cx="0" cy="0"/>
          <a:chOff x="0" y="0"/>
          <a:chExt cx="0" cy="0"/>
        </a:xfrm>
      </p:grpSpPr>
      <p:sp>
        <p:nvSpPr>
          <p:cNvPr id="2" name="内容占位符 1"/>
          <p:cNvSpPr>
            <a:spLocks noGrp="1"/>
          </p:cNvSpPr>
          <p:nvPr>
            <p:ph/>
          </p:nvPr>
        </p:nvSpPr>
        <p:spPr>
          <a:xfrm>
            <a:off x="395288" y="908050"/>
            <a:ext cx="8291512" cy="5218113"/>
          </a:xfrm>
        </p:spPr>
        <p:txBody>
          <a:bodyPr/>
          <a:lstStyle/>
          <a:p>
            <a:pPr lvl="0"/>
            <a:r>
              <a:rPr lang="zh-CN" altLang="en-US" noProof="1"/>
              <a:t>单击此处编辑母版文本样式</a:t>
            </a:r>
            <a:endParaRPr lang="zh-CN" altLang="en-US" noProof="1"/>
          </a:p>
          <a:p>
            <a:pPr lvl="1"/>
            <a:r>
              <a:rPr lang="zh-CN" altLang="en-US" noProof="1"/>
              <a:t>第二级</a:t>
            </a:r>
            <a:endParaRPr lang="zh-CN" altLang="en-US" noProof="1"/>
          </a:p>
          <a:p>
            <a:pPr lvl="2"/>
            <a:r>
              <a:rPr lang="zh-CN" altLang="en-US" noProof="1"/>
              <a:t>第三级</a:t>
            </a:r>
            <a:endParaRPr lang="zh-CN" altLang="en-US" noProof="1"/>
          </a:p>
          <a:p>
            <a:pPr lvl="3"/>
            <a:r>
              <a:rPr lang="zh-CN" altLang="en-US" noProof="1"/>
              <a:t>第四级</a:t>
            </a:r>
            <a:endParaRPr lang="zh-CN" altLang="en-US" noProof="1"/>
          </a:p>
          <a:p>
            <a:pPr lvl="4"/>
            <a:r>
              <a:rPr lang="zh-CN" altLang="en-US" noProof="1"/>
              <a:t>第五级</a:t>
            </a:r>
            <a:endParaRPr lang="zh-CN" altLang="en-US" noProof="1"/>
          </a:p>
        </p:txBody>
      </p:sp>
      <p:sp>
        <p:nvSpPr>
          <p:cNvPr id="17" name="日期占位符 2"/>
          <p:cNvSpPr>
            <a:spLocks noGrp="1"/>
          </p:cNvSpPr>
          <p:nvPr>
            <p:ph type="dt" sz="half" idx="2"/>
          </p:nvPr>
        </p:nvSpPr>
        <p:spPr bwMode="auto">
          <a:xfrm>
            <a:off x="11620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fld id="{DECCD544-F625-48F5-8D73-9B9A6FB01AED}" type="datetime1">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18" name="页脚占位符 3"/>
          <p:cNvSpPr>
            <a:spLocks noGrp="1"/>
          </p:cNvSpPr>
          <p:nvPr>
            <p:ph type="ftr" sz="quarter" idx="3"/>
          </p:nvPr>
        </p:nvSpPr>
        <p:spPr bwMode="auto">
          <a:xfrm>
            <a:off x="3657600" y="6243638"/>
            <a:ext cx="2895600" cy="457200"/>
          </a:xfrm>
          <a:prstGeom prst="rect">
            <a:avLst/>
          </a:prstGeom>
        </p:spPr>
        <p:txBody>
          <a:bodyPr vert="horz" wrap="square" lIns="91440" tIns="45720" rIns="91440" bIns="45720" numCol="1" anchor="b"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19" name="灯片编号占位符 4"/>
          <p:cNvSpPr>
            <a:spLocks noGrp="1"/>
          </p:cNvSpPr>
          <p:nvPr>
            <p:ph type="sldNum" sz="quarter" idx="4"/>
          </p:nvPr>
        </p:nvSpPr>
        <p:spPr bwMode="auto">
          <a:xfrm>
            <a:off x="7042150" y="6243638"/>
            <a:ext cx="1905000" cy="457200"/>
          </a:xfrm>
          <a:prstGeom prst="rect">
            <a:avLst/>
          </a:prstGeom>
        </p:spPr>
        <p:txBody>
          <a:bodyPr vert="horz" wrap="square" lIns="91440" tIns="45720" rIns="91440" bIns="45720" numCol="1" anchor="b" anchorCtr="0" compatLnSpc="1"/>
          <a:lstStyle>
            <a:lvl1pPr>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Char char="•"/>
              <a:defRPr/>
            </a:pPr>
            <a:fld id="{D949F280-DE6A-4DD0-95DD-9A5B4FB7CCD0}" type="slidenum">
              <a:rPr kumimoji="0" lang="zh-CN" altLang="en-US"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rPr>
            </a:fld>
            <a:endParaRPr kumimoji="0" lang="en-US" altLang="zh-CN"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endParaRPr>
          </a:p>
        </p:txBody>
      </p:sp>
    </p:spTree>
  </p:cSld>
  <p:clrMapOvr>
    <a:masterClrMapping/>
  </p:clrMapOvr>
  <p:transition spd="slow">
    <p:zoom/>
  </p:transition>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0" Type="http://schemas.openxmlformats.org/officeDocument/2006/relationships/theme" Target="../theme/theme1.xml"/><Relationship Id="rId2" Type="http://schemas.openxmlformats.org/officeDocument/2006/relationships/slideLayout" Target="../slideLayouts/slideLayout2.xml"/><Relationship Id="rId19" Type="http://schemas.openxmlformats.org/officeDocument/2006/relationships/vmlDrawing" Target="../drawings/vmlDrawing1.vml"/><Relationship Id="rId18" Type="http://schemas.openxmlformats.org/officeDocument/2006/relationships/image" Target="../media/image6.jpeg"/><Relationship Id="rId17" Type="http://schemas.openxmlformats.org/officeDocument/2006/relationships/image" Target="../media/image5.png"/><Relationship Id="rId16" Type="http://schemas.openxmlformats.org/officeDocument/2006/relationships/image" Target="../media/image4.jpeg"/><Relationship Id="rId15" Type="http://schemas.openxmlformats.org/officeDocument/2006/relationships/image" Target="../media/image3.jpeg"/><Relationship Id="rId14" Type="http://schemas.openxmlformats.org/officeDocument/2006/relationships/image" Target="../media/image2.jpeg"/><Relationship Id="rId13" Type="http://schemas.openxmlformats.org/officeDocument/2006/relationships/image" Target="../media/image1.png"/><Relationship Id="rId12" Type="http://schemas.openxmlformats.org/officeDocument/2006/relationships/oleObject" Target="../embeddings/oleObject1.bin"/><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9" Type="http://schemas.openxmlformats.org/officeDocument/2006/relationships/slideLayout" Target="../slideLayouts/slideLayout20.xml"/><Relationship Id="rId8" Type="http://schemas.openxmlformats.org/officeDocument/2006/relationships/slideLayout" Target="../slideLayouts/slideLayout19.xml"/><Relationship Id="rId7" Type="http://schemas.openxmlformats.org/officeDocument/2006/relationships/slideLayout" Target="../slideLayouts/slideLayout18.xml"/><Relationship Id="rId6" Type="http://schemas.openxmlformats.org/officeDocument/2006/relationships/slideLayout" Target="../slideLayouts/slideLayout17.xml"/><Relationship Id="rId5" Type="http://schemas.openxmlformats.org/officeDocument/2006/relationships/slideLayout" Target="../slideLayouts/slideLayout16.xml"/><Relationship Id="rId4" Type="http://schemas.openxmlformats.org/officeDocument/2006/relationships/slideLayout" Target="../slideLayouts/slideLayout15.xml"/><Relationship Id="rId3" Type="http://schemas.openxmlformats.org/officeDocument/2006/relationships/slideLayout" Target="../slideLayouts/slideLayout14.xml"/><Relationship Id="rId2" Type="http://schemas.openxmlformats.org/officeDocument/2006/relationships/slideLayout" Target="../slideLayouts/slideLayout13.xml"/><Relationship Id="rId12" Type="http://schemas.openxmlformats.org/officeDocument/2006/relationships/theme" Target="../theme/theme2.xml"/><Relationship Id="rId11" Type="http://schemas.openxmlformats.org/officeDocument/2006/relationships/slideLayout" Target="../slideLayouts/slideLayout22.xml"/><Relationship Id="rId10" Type="http://schemas.openxmlformats.org/officeDocument/2006/relationships/slideLayout" Target="../slideLayouts/slideLayout21.xml"/><Relationship Id="rId1" Type="http://schemas.openxmlformats.org/officeDocument/2006/relationships/slideLayout" Target="../slideLayouts/slideLayout12.xml"/></Relationships>
</file>

<file path=ppt/slideMasters/_rels/slideMaster3.xml.rels><?xml version="1.0" encoding="UTF-8" standalone="yes"?>
<Relationships xmlns="http://schemas.openxmlformats.org/package/2006/relationships"><Relationship Id="rId9" Type="http://schemas.openxmlformats.org/officeDocument/2006/relationships/slideLayout" Target="../slideLayouts/slideLayout31.xml"/><Relationship Id="rId8" Type="http://schemas.openxmlformats.org/officeDocument/2006/relationships/slideLayout" Target="../slideLayouts/slideLayout30.xml"/><Relationship Id="rId7" Type="http://schemas.openxmlformats.org/officeDocument/2006/relationships/slideLayout" Target="../slideLayouts/slideLayout29.xml"/><Relationship Id="rId6" Type="http://schemas.openxmlformats.org/officeDocument/2006/relationships/slideLayout" Target="../slideLayouts/slideLayout28.xml"/><Relationship Id="rId5" Type="http://schemas.openxmlformats.org/officeDocument/2006/relationships/slideLayout" Target="../slideLayouts/slideLayout27.xml"/><Relationship Id="rId4" Type="http://schemas.openxmlformats.org/officeDocument/2006/relationships/slideLayout" Target="../slideLayouts/slideLayout26.xml"/><Relationship Id="rId3" Type="http://schemas.openxmlformats.org/officeDocument/2006/relationships/slideLayout" Target="../slideLayouts/slideLayout25.xml"/><Relationship Id="rId2" Type="http://schemas.openxmlformats.org/officeDocument/2006/relationships/slideLayout" Target="../slideLayouts/slideLayout24.xml"/><Relationship Id="rId14" Type="http://schemas.openxmlformats.org/officeDocument/2006/relationships/theme" Target="../theme/theme3.xml"/><Relationship Id="rId13" Type="http://schemas.openxmlformats.org/officeDocument/2006/relationships/image" Target="../media/image7.GIF"/><Relationship Id="rId12" Type="http://schemas.openxmlformats.org/officeDocument/2006/relationships/slideLayout" Target="../slideLayouts/slideLayout34.xml"/><Relationship Id="rId11" Type="http://schemas.openxmlformats.org/officeDocument/2006/relationships/slideLayout" Target="../slideLayouts/slideLayout33.xml"/><Relationship Id="rId10" Type="http://schemas.openxmlformats.org/officeDocument/2006/relationships/slideLayout" Target="../slideLayouts/slideLayout32.xml"/><Relationship Id="rId1" Type="http://schemas.openxmlformats.org/officeDocument/2006/relationships/slideLayout" Target="../slideLayouts/slideLayout23.xml"/></Relationships>
</file>

<file path=ppt/slideMasters/_rels/slideMaster4.xml.rels><?xml version="1.0" encoding="UTF-8" standalone="yes"?>
<Relationships xmlns="http://schemas.openxmlformats.org/package/2006/relationships"><Relationship Id="rId9" Type="http://schemas.openxmlformats.org/officeDocument/2006/relationships/slideLayout" Target="../slideLayouts/slideLayout43.xml"/><Relationship Id="rId8" Type="http://schemas.openxmlformats.org/officeDocument/2006/relationships/slideLayout" Target="../slideLayouts/slideLayout42.xml"/><Relationship Id="rId7" Type="http://schemas.openxmlformats.org/officeDocument/2006/relationships/slideLayout" Target="../slideLayouts/slideLayout41.xml"/><Relationship Id="rId6" Type="http://schemas.openxmlformats.org/officeDocument/2006/relationships/slideLayout" Target="../slideLayouts/slideLayout40.xml"/><Relationship Id="rId5" Type="http://schemas.openxmlformats.org/officeDocument/2006/relationships/slideLayout" Target="../slideLayouts/slideLayout39.xml"/><Relationship Id="rId4" Type="http://schemas.openxmlformats.org/officeDocument/2006/relationships/slideLayout" Target="../slideLayouts/slideLayout38.xml"/><Relationship Id="rId3" Type="http://schemas.openxmlformats.org/officeDocument/2006/relationships/slideLayout" Target="../slideLayouts/slideLayout37.xml"/><Relationship Id="rId2" Type="http://schemas.openxmlformats.org/officeDocument/2006/relationships/slideLayout" Target="../slideLayouts/slideLayout36.xml"/><Relationship Id="rId14" Type="http://schemas.openxmlformats.org/officeDocument/2006/relationships/theme" Target="../theme/theme4.xml"/><Relationship Id="rId13" Type="http://schemas.openxmlformats.org/officeDocument/2006/relationships/image" Target="../media/image7.GIF"/><Relationship Id="rId12" Type="http://schemas.openxmlformats.org/officeDocument/2006/relationships/slideLayout" Target="../slideLayouts/slideLayout46.xml"/><Relationship Id="rId11" Type="http://schemas.openxmlformats.org/officeDocument/2006/relationships/slideLayout" Target="../slideLayouts/slideLayout45.xml"/><Relationship Id="rId10" Type="http://schemas.openxmlformats.org/officeDocument/2006/relationships/slideLayout" Target="../slideLayouts/slideLayout44.xml"/><Relationship Id="rId1" Type="http://schemas.openxmlformats.org/officeDocument/2006/relationships/slideLayout" Target="../slideLayouts/slideLayout3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1026" name="Rectangle 2"/>
          <p:cNvSpPr>
            <a:spLocks noChangeArrowheads="1"/>
          </p:cNvSpPr>
          <p:nvPr/>
        </p:nvSpPr>
        <p:spPr bwMode="auto">
          <a:xfrm>
            <a:off x="0" y="1412875"/>
            <a:ext cx="468313" cy="3298825"/>
          </a:xfrm>
          <a:prstGeom prst="rect">
            <a:avLst/>
          </a:prstGeom>
          <a:solidFill>
            <a:schemeClr val="hlink"/>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endParaRPr>
          </a:p>
        </p:txBody>
      </p:sp>
      <p:sp>
        <p:nvSpPr>
          <p:cNvPr id="1027" name="Rectangle 3"/>
          <p:cNvSpPr>
            <a:spLocks noChangeArrowheads="1"/>
          </p:cNvSpPr>
          <p:nvPr/>
        </p:nvSpPr>
        <p:spPr bwMode="auto">
          <a:xfrm>
            <a:off x="0" y="0"/>
            <a:ext cx="9144000" cy="1412875"/>
          </a:xfrm>
          <a:prstGeom prst="rect">
            <a:avLst/>
          </a:prstGeom>
          <a:gradFill rotWithShape="1">
            <a:gsLst>
              <a:gs pos="0">
                <a:schemeClr val="tx2"/>
              </a:gs>
              <a:gs pos="100000">
                <a:srgbClr val="1C3071"/>
              </a:gs>
            </a:gsLst>
            <a:lin ang="5400000" scaled="1"/>
          </a:gra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endParaRPr>
          </a:p>
        </p:txBody>
      </p:sp>
      <p:sp>
        <p:nvSpPr>
          <p:cNvPr id="1028" name="Rectangle 4"/>
          <p:cNvSpPr>
            <a:spLocks noChangeArrowheads="1"/>
          </p:cNvSpPr>
          <p:nvPr/>
        </p:nvSpPr>
        <p:spPr bwMode="auto">
          <a:xfrm>
            <a:off x="438150" y="0"/>
            <a:ext cx="1739900" cy="4724400"/>
          </a:xfrm>
          <a:prstGeom prst="rect">
            <a:avLst/>
          </a:prstGeom>
          <a:gradFill rotWithShape="1">
            <a:gsLst>
              <a:gs pos="0">
                <a:schemeClr val="tx2"/>
              </a:gs>
              <a:gs pos="100000">
                <a:srgbClr val="FFFFFF"/>
              </a:gs>
            </a:gsLst>
            <a:lin ang="5400000" scaled="1"/>
          </a:gra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endParaRPr>
          </a:p>
        </p:txBody>
      </p:sp>
      <p:graphicFrame>
        <p:nvGraphicFramePr>
          <p:cNvPr id="1029" name="Object 6"/>
          <p:cNvGraphicFramePr>
            <a:graphicFrameLocks noChangeAspect="1"/>
          </p:cNvGraphicFramePr>
          <p:nvPr/>
        </p:nvGraphicFramePr>
        <p:xfrm>
          <a:off x="442913" y="3151188"/>
          <a:ext cx="1711325" cy="784225"/>
        </p:xfrm>
        <a:graphic>
          <a:graphicData uri="http://schemas.openxmlformats.org/presentationml/2006/ole">
            <mc:AlternateContent xmlns:mc="http://schemas.openxmlformats.org/markup-compatibility/2006">
              <mc:Choice xmlns:v="urn:schemas-microsoft-com:vml" Requires="v">
                <p:oleObj spid="_x0000_s3076" name="" r:id="rId12" imgW="1219200" imgH="890270" progId="">
                  <p:embed/>
                </p:oleObj>
              </mc:Choice>
              <mc:Fallback>
                <p:oleObj name="" r:id="rId12" imgW="1219200" imgH="890270" progId="">
                  <p:embed/>
                  <p:pic>
                    <p:nvPicPr>
                      <p:cNvPr id="0" name="图片 3075"/>
                      <p:cNvPicPr/>
                      <p:nvPr/>
                    </p:nvPicPr>
                    <p:blipFill>
                      <a:blip r:embed="rId13"/>
                      <a:stretch>
                        <a:fillRect/>
                      </a:stretch>
                    </p:blipFill>
                    <p:spPr>
                      <a:xfrm>
                        <a:off x="442913" y="3151188"/>
                        <a:ext cx="1711325" cy="784225"/>
                      </a:xfrm>
                      <a:prstGeom prst="rect">
                        <a:avLst/>
                      </a:prstGeom>
                      <a:noFill/>
                      <a:ln w="38100">
                        <a:noFill/>
                        <a:miter/>
                      </a:ln>
                    </p:spPr>
                  </p:pic>
                </p:oleObj>
              </mc:Fallback>
            </mc:AlternateContent>
          </a:graphicData>
        </a:graphic>
      </p:graphicFrame>
      <p:pic>
        <p:nvPicPr>
          <p:cNvPr id="1030" name="Picture 7"/>
          <p:cNvPicPr>
            <a:picLocks noChangeAspect="1"/>
          </p:cNvPicPr>
          <p:nvPr/>
        </p:nvPicPr>
        <p:blipFill>
          <a:blip r:embed="rId14"/>
          <a:stretch>
            <a:fillRect/>
          </a:stretch>
        </p:blipFill>
        <p:spPr>
          <a:xfrm>
            <a:off x="439738" y="1412875"/>
            <a:ext cx="1711325" cy="820738"/>
          </a:xfrm>
          <a:prstGeom prst="rect">
            <a:avLst/>
          </a:prstGeom>
          <a:noFill/>
          <a:ln w="9525">
            <a:noFill/>
          </a:ln>
        </p:spPr>
      </p:pic>
      <p:pic>
        <p:nvPicPr>
          <p:cNvPr id="1031" name="Picture 8"/>
          <p:cNvPicPr>
            <a:picLocks noChangeAspect="1"/>
          </p:cNvPicPr>
          <p:nvPr/>
        </p:nvPicPr>
        <p:blipFill>
          <a:blip r:embed="rId15"/>
          <a:stretch>
            <a:fillRect/>
          </a:stretch>
        </p:blipFill>
        <p:spPr>
          <a:xfrm>
            <a:off x="438150" y="3976688"/>
            <a:ext cx="1711325" cy="728662"/>
          </a:xfrm>
          <a:prstGeom prst="rect">
            <a:avLst/>
          </a:prstGeom>
          <a:noFill/>
          <a:ln w="9525">
            <a:noFill/>
          </a:ln>
        </p:spPr>
      </p:pic>
      <p:pic>
        <p:nvPicPr>
          <p:cNvPr id="1032" name="Picture 9"/>
          <p:cNvPicPr>
            <a:picLocks noChangeAspect="1"/>
          </p:cNvPicPr>
          <p:nvPr/>
        </p:nvPicPr>
        <p:blipFill>
          <a:blip r:embed="rId16"/>
          <a:stretch>
            <a:fillRect/>
          </a:stretch>
        </p:blipFill>
        <p:spPr>
          <a:xfrm>
            <a:off x="439738" y="2262188"/>
            <a:ext cx="1698625" cy="860425"/>
          </a:xfrm>
          <a:prstGeom prst="rect">
            <a:avLst/>
          </a:prstGeom>
          <a:noFill/>
          <a:ln w="9525">
            <a:noFill/>
          </a:ln>
        </p:spPr>
      </p:pic>
      <p:pic>
        <p:nvPicPr>
          <p:cNvPr id="1033" name="Picture 11" descr="hui"/>
          <p:cNvPicPr>
            <a:picLocks noChangeAspect="1"/>
          </p:cNvPicPr>
          <p:nvPr userDrawn="1"/>
        </p:nvPicPr>
        <p:blipFill>
          <a:blip r:embed="rId17"/>
          <a:stretch>
            <a:fillRect/>
          </a:stretch>
        </p:blipFill>
        <p:spPr>
          <a:xfrm>
            <a:off x="684213" y="44450"/>
            <a:ext cx="1314450" cy="1314450"/>
          </a:xfrm>
          <a:prstGeom prst="rect">
            <a:avLst/>
          </a:prstGeom>
          <a:noFill/>
          <a:ln w="9525">
            <a:noFill/>
          </a:ln>
        </p:spPr>
      </p:pic>
      <p:pic>
        <p:nvPicPr>
          <p:cNvPr id="1034" name="Picture 2" descr="image02"/>
          <p:cNvPicPr>
            <a:picLocks noChangeAspect="1"/>
          </p:cNvPicPr>
          <p:nvPr userDrawn="1"/>
        </p:nvPicPr>
        <p:blipFill>
          <a:blip r:embed="rId18"/>
          <a:srcRect t="6381" b="8911"/>
          <a:stretch>
            <a:fillRect/>
          </a:stretch>
        </p:blipFill>
        <p:spPr>
          <a:xfrm>
            <a:off x="2178050" y="1412875"/>
            <a:ext cx="6965950" cy="3292475"/>
          </a:xfrm>
          <a:prstGeom prst="rect">
            <a:avLst/>
          </a:prstGeom>
          <a:noFill/>
          <a:ln w="9525">
            <a:noFill/>
          </a:ln>
        </p:spPr>
      </p:pic>
      <p:sp>
        <p:nvSpPr>
          <p:cNvPr id="1035" name="Rectangle 4"/>
          <p:cNvSpPr>
            <a:spLocks noGrp="1"/>
          </p:cNvSpPr>
          <p:nvPr>
            <p:ph type="body"/>
          </p:nvPr>
        </p:nvSpPr>
        <p:spPr>
          <a:xfrm>
            <a:off x="457200" y="990600"/>
            <a:ext cx="8382000" cy="5410200"/>
          </a:xfrm>
          <a:prstGeom prst="rect">
            <a:avLst/>
          </a:prstGeom>
          <a:noFill/>
          <a:ln w="9525">
            <a:noFill/>
          </a:ln>
        </p:spPr>
        <p:txBody>
          <a:bodyPr/>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1036" name="Rectangle 7"/>
          <p:cNvSpPr>
            <a:spLocks noGrp="1"/>
          </p:cNvSpPr>
          <p:nvPr>
            <p:ph type="title"/>
          </p:nvPr>
        </p:nvSpPr>
        <p:spPr>
          <a:xfrm>
            <a:off x="1828800" y="152400"/>
            <a:ext cx="6553200" cy="563563"/>
          </a:xfrm>
          <a:prstGeom prst="rect">
            <a:avLst/>
          </a:prstGeom>
          <a:noFill/>
          <a:ln w="9525">
            <a:noFill/>
          </a:ln>
        </p:spPr>
        <p:txBody>
          <a:bodyPr anchor="ctr" anchorCtr="0"/>
          <a:p>
            <a:pPr lvl="0"/>
            <a:r>
              <a:rPr lang="zh-CN" altLang="en-US" dirty="0"/>
              <a:t>单击此处编辑母版标题样式</a:t>
            </a:r>
            <a:endParaRPr lang="zh-CN" altLang="en-US" dirty="0"/>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hf sldNum="0" hdr="0" ftr="0" dt="0"/>
  <p:txStyles>
    <p:titleStyle>
      <a:lvl1pPr algn="l" rtl="0" eaLnBrk="0" fontAlgn="base" hangingPunct="0">
        <a:spcBef>
          <a:spcPct val="0"/>
        </a:spcBef>
        <a:spcAft>
          <a:spcPct val="0"/>
        </a:spcAft>
        <a:defRPr sz="2800" b="1" kern="1200">
          <a:solidFill>
            <a:schemeClr val="bg1"/>
          </a:solidFill>
          <a:latin typeface="+mj-lt"/>
          <a:ea typeface="+mj-ea"/>
          <a:cs typeface="Arial" panose="020B0604020202020204" pitchFamily="34" charset="0"/>
        </a:defRPr>
      </a:lvl1pPr>
      <a:lvl2pPr algn="l" rtl="0" eaLnBrk="0" fontAlgn="base" hangingPunct="0">
        <a:spcBef>
          <a:spcPct val="0"/>
        </a:spcBef>
        <a:spcAft>
          <a:spcPct val="0"/>
        </a:spcAft>
        <a:defRPr sz="2800" b="1">
          <a:solidFill>
            <a:schemeClr val="bg1"/>
          </a:solidFill>
          <a:latin typeface="Arial" panose="020B0604020202020204" pitchFamily="34" charset="0"/>
          <a:cs typeface="Arial" panose="020B0604020202020204" pitchFamily="34" charset="0"/>
        </a:defRPr>
      </a:lvl2pPr>
      <a:lvl3pPr algn="l" rtl="0" eaLnBrk="0" fontAlgn="base" hangingPunct="0">
        <a:spcBef>
          <a:spcPct val="0"/>
        </a:spcBef>
        <a:spcAft>
          <a:spcPct val="0"/>
        </a:spcAft>
        <a:defRPr sz="2800" b="1">
          <a:solidFill>
            <a:schemeClr val="bg1"/>
          </a:solidFill>
          <a:latin typeface="Arial" panose="020B0604020202020204" pitchFamily="34" charset="0"/>
          <a:cs typeface="Arial" panose="020B0604020202020204" pitchFamily="34" charset="0"/>
        </a:defRPr>
      </a:lvl3pPr>
      <a:lvl4pPr algn="l" rtl="0" eaLnBrk="0" fontAlgn="base" hangingPunct="0">
        <a:spcBef>
          <a:spcPct val="0"/>
        </a:spcBef>
        <a:spcAft>
          <a:spcPct val="0"/>
        </a:spcAft>
        <a:defRPr sz="2800" b="1">
          <a:solidFill>
            <a:schemeClr val="bg1"/>
          </a:solidFill>
          <a:latin typeface="Arial" panose="020B0604020202020204" pitchFamily="34" charset="0"/>
          <a:cs typeface="Arial" panose="020B0604020202020204" pitchFamily="34" charset="0"/>
        </a:defRPr>
      </a:lvl4pPr>
      <a:lvl5pPr algn="l" rtl="0" eaLnBrk="0" fontAlgn="base" hangingPunct="0">
        <a:spcBef>
          <a:spcPct val="0"/>
        </a:spcBef>
        <a:spcAft>
          <a:spcPct val="0"/>
        </a:spcAft>
        <a:defRPr sz="2800" b="1">
          <a:solidFill>
            <a:schemeClr val="bg1"/>
          </a:solidFill>
          <a:latin typeface="Arial" panose="020B0604020202020204" pitchFamily="34" charset="0"/>
          <a:cs typeface="Arial" panose="020B0604020202020204" pitchFamily="34" charset="0"/>
        </a:defRPr>
      </a:lvl5pPr>
      <a:lvl6pPr marL="457200" algn="l" rtl="0" eaLnBrk="0" fontAlgn="base" hangingPunct="0">
        <a:spcBef>
          <a:spcPct val="0"/>
        </a:spcBef>
        <a:spcAft>
          <a:spcPct val="0"/>
        </a:spcAft>
        <a:defRPr sz="2800" b="1">
          <a:solidFill>
            <a:schemeClr val="bg1"/>
          </a:solidFill>
          <a:latin typeface="Arial" panose="020B0604020202020204" pitchFamily="34" charset="0"/>
        </a:defRPr>
      </a:lvl6pPr>
      <a:lvl7pPr marL="914400" algn="l" rtl="0" eaLnBrk="0" fontAlgn="base" hangingPunct="0">
        <a:spcBef>
          <a:spcPct val="0"/>
        </a:spcBef>
        <a:spcAft>
          <a:spcPct val="0"/>
        </a:spcAft>
        <a:defRPr sz="2800" b="1">
          <a:solidFill>
            <a:schemeClr val="bg1"/>
          </a:solidFill>
          <a:latin typeface="Arial" panose="020B0604020202020204" pitchFamily="34" charset="0"/>
        </a:defRPr>
      </a:lvl7pPr>
      <a:lvl8pPr marL="1371600" algn="l" rtl="0" eaLnBrk="0" fontAlgn="base" hangingPunct="0">
        <a:spcBef>
          <a:spcPct val="0"/>
        </a:spcBef>
        <a:spcAft>
          <a:spcPct val="0"/>
        </a:spcAft>
        <a:defRPr sz="2800" b="1">
          <a:solidFill>
            <a:schemeClr val="bg1"/>
          </a:solidFill>
          <a:latin typeface="Arial" panose="020B0604020202020204" pitchFamily="34" charset="0"/>
        </a:defRPr>
      </a:lvl8pPr>
      <a:lvl9pPr marL="1828800" algn="l" rtl="0" eaLnBrk="0" fontAlgn="base" hangingPunct="0">
        <a:spcBef>
          <a:spcPct val="0"/>
        </a:spcBef>
        <a:spcAft>
          <a:spcPct val="0"/>
        </a:spcAft>
        <a:defRPr sz="2800" b="1">
          <a:solidFill>
            <a:schemeClr val="bg1"/>
          </a:solidFill>
          <a:latin typeface="Arial" panose="020B0604020202020204" pitchFamily="34" charset="0"/>
        </a:defRPr>
      </a:lvl9pPr>
    </p:titleStyle>
    <p:bodyStyle>
      <a:lvl1pPr marL="342900" indent="-342900" algn="l" rtl="0" eaLnBrk="0" fontAlgn="base" hangingPunct="0">
        <a:spcBef>
          <a:spcPct val="20000"/>
        </a:spcBef>
        <a:spcAft>
          <a:spcPct val="0"/>
        </a:spcAft>
        <a:buClr>
          <a:schemeClr val="hlink"/>
        </a:buClr>
        <a:buFont typeface="Wingdings" panose="05000000000000000000" pitchFamily="2" charset="2"/>
        <a:buChar char="v"/>
        <a:defRPr sz="2800" b="1" kern="1200">
          <a:solidFill>
            <a:schemeClr val="tx1"/>
          </a:solidFill>
          <a:latin typeface="+mn-lt"/>
          <a:ea typeface="+mn-ea"/>
          <a:cs typeface="Arial" panose="020B0604020202020204" pitchFamily="34" charset="0"/>
        </a:defRPr>
      </a:lvl1pPr>
      <a:lvl2pPr marL="742950" indent="-285750" algn="l" rtl="0" eaLnBrk="0" fontAlgn="base" hangingPunct="0">
        <a:spcBef>
          <a:spcPct val="20000"/>
        </a:spcBef>
        <a:spcAft>
          <a:spcPct val="0"/>
        </a:spcAft>
        <a:buClr>
          <a:schemeClr val="hlink"/>
        </a:buClr>
        <a:buFont typeface="Wingdings" panose="05000000000000000000" pitchFamily="2" charset="2"/>
        <a:buChar char="§"/>
        <a:defRPr sz="2400" b="1" kern="1200">
          <a:solidFill>
            <a:schemeClr val="tx1"/>
          </a:solidFill>
          <a:latin typeface="+mj-lt"/>
          <a:ea typeface="+mn-ea"/>
          <a:cs typeface="Arial" panose="020B0604020202020204" pitchFamily="34" charset="0"/>
        </a:defRPr>
      </a:lvl2pPr>
      <a:lvl3pPr marL="1143000" indent="-228600" algn="l" rtl="0" eaLnBrk="0" fontAlgn="base" hangingPunct="0">
        <a:spcBef>
          <a:spcPct val="20000"/>
        </a:spcBef>
        <a:spcAft>
          <a:spcPct val="0"/>
        </a:spcAft>
        <a:buClr>
          <a:schemeClr val="hlink"/>
        </a:buClr>
        <a:buFont typeface="Wingdings" panose="05000000000000000000" pitchFamily="2" charset="2"/>
        <a:buChar char="•"/>
        <a:defRPr sz="2200" b="1" kern="1200">
          <a:solidFill>
            <a:schemeClr val="tx1"/>
          </a:solidFill>
          <a:latin typeface="+mj-lt"/>
          <a:ea typeface="+mn-ea"/>
          <a:cs typeface="Arial" panose="020B0604020202020204" pitchFamily="34" charset="0"/>
        </a:defRPr>
      </a:lvl3pPr>
      <a:lvl4pPr marL="1600200" indent="-228600" algn="l" rtl="0" eaLnBrk="0" fontAlgn="base" hangingPunct="0">
        <a:spcBef>
          <a:spcPct val="20000"/>
        </a:spcBef>
        <a:spcAft>
          <a:spcPct val="0"/>
        </a:spcAft>
        <a:buFont typeface="Wingdings" panose="05000000000000000000" pitchFamily="2" charset="2"/>
        <a:buChar char="–"/>
        <a:defRPr sz="2000" b="1" kern="1200">
          <a:solidFill>
            <a:schemeClr val="tx1"/>
          </a:solidFill>
          <a:latin typeface="+mj-lt"/>
          <a:ea typeface="+mn-ea"/>
          <a:cs typeface="Arial" panose="020B0604020202020204" pitchFamily="34" charset="0"/>
        </a:defRPr>
      </a:lvl4pPr>
      <a:lvl5pPr marL="2057400" indent="-228600" algn="l" rtl="0" eaLnBrk="0" fontAlgn="base" hangingPunct="0">
        <a:spcBef>
          <a:spcPct val="20000"/>
        </a:spcBef>
        <a:spcAft>
          <a:spcPct val="0"/>
        </a:spcAft>
        <a:buFont typeface="Wingdings" panose="05000000000000000000" pitchFamily="2" charset="2"/>
        <a:buChar char="»"/>
        <a:defRPr sz="2000" b="1" kern="1200">
          <a:solidFill>
            <a:schemeClr val="tx1"/>
          </a:solidFill>
          <a:latin typeface="+mj-lt"/>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p:grpSp>
        <p:nvGrpSpPr>
          <p:cNvPr id="2050" name="Group 2"/>
          <p:cNvGrpSpPr/>
          <p:nvPr/>
        </p:nvGrpSpPr>
        <p:grpSpPr>
          <a:xfrm>
            <a:off x="0" y="2438400"/>
            <a:ext cx="9009063" cy="1052513"/>
            <a:chOff x="0" y="0"/>
            <a:chExt cx="5675" cy="663"/>
          </a:xfrm>
        </p:grpSpPr>
        <p:grpSp>
          <p:nvGrpSpPr>
            <p:cNvPr id="2056" name="Group 3"/>
            <p:cNvGrpSpPr/>
            <p:nvPr/>
          </p:nvGrpSpPr>
          <p:grpSpPr>
            <a:xfrm>
              <a:off x="185" y="68"/>
              <a:ext cx="449" cy="299"/>
              <a:chOff x="0" y="0"/>
              <a:chExt cx="624" cy="432"/>
            </a:xfrm>
          </p:grpSpPr>
          <p:sp>
            <p:nvSpPr>
              <p:cNvPr id="2" name="Rectangle 4"/>
              <p:cNvSpPr>
                <a:spLocks noChangeArrowheads="1"/>
              </p:cNvSpPr>
              <p:nvPr/>
            </p:nvSpPr>
            <p:spPr bwMode="auto">
              <a:xfrm>
                <a:off x="0" y="0"/>
                <a:ext cx="384" cy="432"/>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endParaRPr>
              </a:p>
            </p:txBody>
          </p:sp>
          <p:sp>
            <p:nvSpPr>
              <p:cNvPr id="2053" name="Rectangle 5"/>
              <p:cNvSpPr>
                <a:spLocks noChangeArrowheads="1"/>
              </p:cNvSpPr>
              <p:nvPr/>
            </p:nvSpPr>
            <p:spPr bwMode="auto">
              <a:xfrm>
                <a:off x="336" y="0"/>
                <a:ext cx="288" cy="432"/>
              </a:xfrm>
              <a:prstGeom prst="rect">
                <a:avLst/>
              </a:prstGeom>
              <a:gradFill rotWithShape="0">
                <a:gsLst>
                  <a:gs pos="0">
                    <a:schemeClr val="folHlink"/>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endParaRPr>
              </a:p>
            </p:txBody>
          </p:sp>
        </p:grpSp>
        <p:grpSp>
          <p:nvGrpSpPr>
            <p:cNvPr id="2057" name="Group 6"/>
            <p:cNvGrpSpPr/>
            <p:nvPr/>
          </p:nvGrpSpPr>
          <p:grpSpPr>
            <a:xfrm>
              <a:off x="263" y="334"/>
              <a:ext cx="466" cy="299"/>
              <a:chOff x="0" y="0"/>
              <a:chExt cx="672" cy="432"/>
            </a:xfrm>
          </p:grpSpPr>
          <p:sp>
            <p:nvSpPr>
              <p:cNvPr id="2055" name="Rectangle 7"/>
              <p:cNvSpPr>
                <a:spLocks noChangeArrowheads="1"/>
              </p:cNvSpPr>
              <p:nvPr/>
            </p:nvSpPr>
            <p:spPr bwMode="auto">
              <a:xfrm>
                <a:off x="0" y="0"/>
                <a:ext cx="384" cy="432"/>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endParaRPr>
              </a:p>
            </p:txBody>
          </p:sp>
          <p:sp>
            <p:nvSpPr>
              <p:cNvPr id="3" name="Rectangle 8"/>
              <p:cNvSpPr>
                <a:spLocks noChangeArrowheads="1"/>
              </p:cNvSpPr>
              <p:nvPr/>
            </p:nvSpPr>
            <p:spPr bwMode="auto">
              <a:xfrm>
                <a:off x="336" y="0"/>
                <a:ext cx="336" cy="432"/>
              </a:xfrm>
              <a:prstGeom prst="rect">
                <a:avLst/>
              </a:prstGeom>
              <a:gradFill rotWithShape="0">
                <a:gsLst>
                  <a:gs pos="0">
                    <a:schemeClr val="accent2"/>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endParaRPr>
              </a:p>
            </p:txBody>
          </p:sp>
        </p:grpSp>
        <p:sp>
          <p:nvSpPr>
            <p:cNvPr id="4" name="Rectangle 9"/>
            <p:cNvSpPr>
              <a:spLocks noChangeArrowheads="1"/>
            </p:cNvSpPr>
            <p:nvPr/>
          </p:nvSpPr>
          <p:spPr bwMode="auto">
            <a:xfrm>
              <a:off x="0" y="288"/>
              <a:ext cx="353" cy="266"/>
            </a:xfrm>
            <a:prstGeom prst="rect">
              <a:avLst/>
            </a:prstGeom>
            <a:gradFill rotWithShape="0">
              <a:gsLst>
                <a:gs pos="0">
                  <a:schemeClr val="bg1"/>
                </a:gs>
                <a:gs pos="100000">
                  <a:schemeClr val="hlink"/>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endParaRPr>
            </a:p>
          </p:txBody>
        </p:sp>
        <p:sp>
          <p:nvSpPr>
            <p:cNvPr id="2058" name="Rectangle 10"/>
            <p:cNvSpPr>
              <a:spLocks noChangeArrowheads="1"/>
            </p:cNvSpPr>
            <p:nvPr/>
          </p:nvSpPr>
          <p:spPr bwMode="auto">
            <a:xfrm>
              <a:off x="400" y="0"/>
              <a:ext cx="20" cy="66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endParaRPr>
            </a:p>
          </p:txBody>
        </p:sp>
        <p:sp>
          <p:nvSpPr>
            <p:cNvPr id="2059" name="Rectangle 11"/>
            <p:cNvSpPr>
              <a:spLocks noChangeArrowheads="1"/>
            </p:cNvSpPr>
            <p:nvPr/>
          </p:nvSpPr>
          <p:spPr bwMode="auto">
            <a:xfrm flipV="1">
              <a:off x="199" y="518"/>
              <a:ext cx="5476" cy="35"/>
            </a:xfrm>
            <a:prstGeom prst="rect">
              <a:avLst/>
            </a:prstGeom>
            <a:gradFill rotWithShape="0">
              <a:gsLst>
                <a:gs pos="0">
                  <a:schemeClr val="bg2"/>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endParaRPr>
            </a:p>
          </p:txBody>
        </p:sp>
      </p:grpSp>
      <p:sp>
        <p:nvSpPr>
          <p:cNvPr id="2051" name="Rectangle 9"/>
          <p:cNvSpPr>
            <a:spLocks noGrp="1"/>
          </p:cNvSpPr>
          <p:nvPr>
            <p:ph type="title"/>
          </p:nvPr>
        </p:nvSpPr>
        <p:spPr>
          <a:xfrm>
            <a:off x="1150938" y="214313"/>
            <a:ext cx="7793037" cy="1462087"/>
          </a:xfrm>
          <a:prstGeom prst="rect">
            <a:avLst/>
          </a:prstGeom>
          <a:noFill/>
          <a:ln w="9525">
            <a:noFill/>
          </a:ln>
        </p:spPr>
        <p:txBody>
          <a:bodyPr anchor="b" anchorCtr="0"/>
          <a:p>
            <a:pPr lvl="0"/>
            <a:r>
              <a:rPr lang="zh-CN" altLang="en-US" dirty="0"/>
              <a:t>单击此处编辑母版标题样式</a:t>
            </a:r>
            <a:endParaRPr lang="zh-CN" altLang="en-US" dirty="0"/>
          </a:p>
        </p:txBody>
      </p:sp>
      <p:sp>
        <p:nvSpPr>
          <p:cNvPr id="2052" name="Rectangle 10"/>
          <p:cNvSpPr>
            <a:spLocks noGrp="1"/>
          </p:cNvSpPr>
          <p:nvPr>
            <p:ph type="body"/>
          </p:nvPr>
        </p:nvSpPr>
        <p:spPr>
          <a:xfrm>
            <a:off x="1182688" y="2017713"/>
            <a:ext cx="7772400" cy="4114800"/>
          </a:xfrm>
          <a:prstGeom prst="rect">
            <a:avLst/>
          </a:prstGeom>
          <a:noFill/>
          <a:ln w="9525">
            <a:noFill/>
          </a:ln>
        </p:spPr>
        <p:txBody>
          <a:bodyPr/>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2062" name="Rectangle 14"/>
          <p:cNvSpPr>
            <a:spLocks noGrp="1" noChangeArrowheads="1"/>
          </p:cNvSpPr>
          <p:nvPr>
            <p:ph type="dt" sz="half" idx="2"/>
          </p:nvPr>
        </p:nvSpPr>
        <p:spPr bwMode="auto">
          <a:xfrm>
            <a:off x="990600" y="6248400"/>
            <a:ext cx="1905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eaLnBrk="1" hangingPunct="1">
              <a:buFont typeface="Arial" panose="020B0604020202020204" pitchFamily="34" charset="0"/>
              <a:buNone/>
              <a:defRPr sz="1400">
                <a:solidFill>
                  <a:schemeClr val="bg2"/>
                </a:solidFill>
                <a:latin typeface="+mn-lt"/>
                <a:ea typeface="宋体" panose="02010600030101010101" pitchFamily="2" charset="-122"/>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bg2"/>
              </a:solidFill>
              <a:effectLst/>
              <a:uLnTx/>
              <a:uFillTx/>
              <a:latin typeface="+mn-lt"/>
              <a:ea typeface="宋体" panose="02010600030101010101" pitchFamily="2" charset="-122"/>
              <a:cs typeface="+mn-cs"/>
            </a:endParaRPr>
          </a:p>
        </p:txBody>
      </p:sp>
      <p:sp>
        <p:nvSpPr>
          <p:cNvPr id="2063" name="Rectangle 15"/>
          <p:cNvSpPr>
            <a:spLocks noGrp="1" noChangeArrowheads="1"/>
          </p:cNvSpPr>
          <p:nvPr>
            <p:ph type="ftr" sz="quarter" idx="3"/>
          </p:nvPr>
        </p:nvSpPr>
        <p:spPr bwMode="auto">
          <a:xfrm>
            <a:off x="3429000" y="6248400"/>
            <a:ext cx="2895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lgn="ctr" eaLnBrk="1" hangingPunct="1">
              <a:buFont typeface="Arial" panose="020B0604020202020204" pitchFamily="34" charset="0"/>
              <a:buChar char="•"/>
              <a:defRPr sz="1400">
                <a:solidFill>
                  <a:schemeClr val="bg2"/>
                </a:solidFill>
                <a:latin typeface="Tahoma" panose="020B0604030504040204" pitchFamily="34" charset="0"/>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bg2"/>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bg2"/>
              </a:solidFill>
              <a:effectLst/>
              <a:uLnTx/>
              <a:uFillTx/>
              <a:latin typeface="Tahoma" panose="020B0604030504040204" pitchFamily="34" charset="0"/>
              <a:ea typeface="+mn-ea"/>
              <a:cs typeface="+mn-cs"/>
            </a:endParaRPr>
          </a:p>
        </p:txBody>
      </p:sp>
      <p:sp>
        <p:nvSpPr>
          <p:cNvPr id="2064" name="Rectangle 16"/>
          <p:cNvSpPr>
            <a:spLocks noGrp="1" noChangeArrowheads="1"/>
          </p:cNvSpPr>
          <p:nvPr>
            <p:ph type="sldNum" sz="quarter" idx="4"/>
          </p:nvPr>
        </p:nvSpPr>
        <p:spPr bwMode="auto">
          <a:xfrm>
            <a:off x="6858000" y="6248400"/>
            <a:ext cx="1905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lgn="r" eaLnBrk="1" hangingPunct="1">
              <a:buFont typeface="Arial" panose="020B0604020202020204" pitchFamily="34" charset="0"/>
              <a:buChar char="•"/>
              <a:defRPr sz="1400" noProof="1">
                <a:solidFill>
                  <a:schemeClr val="bg2"/>
                </a:solidFill>
                <a:latin typeface="Tahoma" panose="020B0604030504040204" pitchFamily="34" charset="0"/>
                <a:ea typeface="宋体" panose="02010600030101010101" pitchFamily="2" charset="-122"/>
                <a:cs typeface="+mn-ea"/>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Char char="•"/>
              <a:defRPr/>
            </a:pPr>
            <a:fld id="{1FA3D3BD-34BA-483E-B7D1-34987F674B26}" type="slidenum">
              <a:rPr kumimoji="0" lang="zh-CN" altLang="en-US" sz="1400" b="0" i="0" u="none" strike="noStrike" kern="1200" cap="none" spc="0" normalizeH="0" baseline="0" noProof="1">
                <a:ln>
                  <a:noFill/>
                </a:ln>
                <a:solidFill>
                  <a:schemeClr val="bg2"/>
                </a:solidFill>
                <a:effectLst/>
                <a:uLnTx/>
                <a:uFillTx/>
                <a:latin typeface="Tahoma" panose="020B0604030504040204" pitchFamily="34" charset="0"/>
                <a:ea typeface="宋体" panose="02010600030101010101" pitchFamily="2" charset="-122"/>
                <a:cs typeface="+mn-ea"/>
              </a:rPr>
            </a:fld>
            <a:endParaRPr kumimoji="0" lang="en-US" altLang="zh-CN" sz="1400" b="0" i="0" u="none" strike="noStrike" kern="1200" cap="none" spc="0" normalizeH="0" baseline="0" noProof="1">
              <a:ln>
                <a:noFill/>
              </a:ln>
              <a:solidFill>
                <a:schemeClr val="bg2"/>
              </a:solidFill>
              <a:effectLst/>
              <a:uLnTx/>
              <a:uFillTx/>
              <a:latin typeface="Tahoma" panose="020B0604030504040204" pitchFamily="34" charset="0"/>
              <a:ea typeface="宋体" panose="02010600030101010101" pitchFamily="2" charset="-122"/>
              <a:cs typeface="+mn-cs"/>
            </a:endParaRPr>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ransition spd="slow">
    <p:zoom/>
  </p:transition>
  <p:hf sldNum="0" hdr="0" ftr="0" dt="0"/>
  <p:txStyles>
    <p:titleStyle>
      <a:lvl1pPr algn="l" rtl="0" eaLnBrk="0" fontAlgn="base" hangingPunct="0">
        <a:spcBef>
          <a:spcPct val="0"/>
        </a:spcBef>
        <a:spcAft>
          <a:spcPct val="0"/>
        </a:spcAft>
        <a:defRPr sz="4400" kern="1200">
          <a:solidFill>
            <a:srgbClr val="800000"/>
          </a:solidFill>
          <a:latin typeface="+mj-lt"/>
          <a:ea typeface="+mj-ea"/>
          <a:cs typeface="+mj-cs"/>
        </a:defRPr>
      </a:lvl1pPr>
      <a:lvl2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2pPr>
      <a:lvl3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3pPr>
      <a:lvl4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4pPr>
      <a:lvl5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5pPr>
      <a:lvl6pPr marL="4572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6pPr>
      <a:lvl7pPr marL="9144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7pPr>
      <a:lvl8pPr marL="13716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8pPr>
      <a:lvl9pPr marL="18288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9pPr>
    </p:titleStyle>
    <p:body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p:sp>
        <p:nvSpPr>
          <p:cNvPr id="3074" name="Rectangle 2"/>
          <p:cNvSpPr>
            <a:spLocks noChangeArrowheads="1"/>
          </p:cNvSpPr>
          <p:nvPr/>
        </p:nvSpPr>
        <p:spPr bwMode="auto">
          <a:xfrm>
            <a:off x="417513" y="1098550"/>
            <a:ext cx="438150" cy="474663"/>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Tahoma" panose="020B0604030504040204" pitchFamily="34" charset="0"/>
              <a:ea typeface="宋体" panose="02010600030101010101" pitchFamily="2" charset="-122"/>
              <a:cs typeface="+mn-cs"/>
            </a:endParaRPr>
          </a:p>
        </p:txBody>
      </p:sp>
      <p:sp>
        <p:nvSpPr>
          <p:cNvPr id="3075" name="Rectangle 3"/>
          <p:cNvSpPr>
            <a:spLocks noChangeArrowheads="1"/>
          </p:cNvSpPr>
          <p:nvPr/>
        </p:nvSpPr>
        <p:spPr bwMode="auto">
          <a:xfrm>
            <a:off x="800100" y="1098550"/>
            <a:ext cx="328613" cy="474663"/>
          </a:xfrm>
          <a:prstGeom prst="rect">
            <a:avLst/>
          </a:prstGeom>
          <a:gradFill rotWithShape="0">
            <a:gsLst>
              <a:gs pos="0">
                <a:schemeClr val="accent2"/>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Tahoma" panose="020B0604030504040204" pitchFamily="34" charset="0"/>
              <a:ea typeface="宋体" panose="02010600030101010101" pitchFamily="2" charset="-122"/>
              <a:cs typeface="+mn-cs"/>
            </a:endParaRPr>
          </a:p>
        </p:txBody>
      </p:sp>
      <p:sp>
        <p:nvSpPr>
          <p:cNvPr id="3076" name="Rectangle 4"/>
          <p:cNvSpPr>
            <a:spLocks noChangeArrowheads="1"/>
          </p:cNvSpPr>
          <p:nvPr/>
        </p:nvSpPr>
        <p:spPr bwMode="auto">
          <a:xfrm>
            <a:off x="541338" y="1520825"/>
            <a:ext cx="422275" cy="474663"/>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Tahoma" panose="020B0604030504040204" pitchFamily="34" charset="0"/>
              <a:ea typeface="宋体" panose="02010600030101010101" pitchFamily="2" charset="-122"/>
              <a:cs typeface="+mn-cs"/>
            </a:endParaRPr>
          </a:p>
        </p:txBody>
      </p:sp>
      <p:sp>
        <p:nvSpPr>
          <p:cNvPr id="3077" name="Rectangle 5"/>
          <p:cNvSpPr>
            <a:spLocks noChangeArrowheads="1"/>
          </p:cNvSpPr>
          <p:nvPr/>
        </p:nvSpPr>
        <p:spPr bwMode="auto">
          <a:xfrm>
            <a:off x="911225" y="1520825"/>
            <a:ext cx="368300" cy="474663"/>
          </a:xfrm>
          <a:prstGeom prst="rect">
            <a:avLst/>
          </a:prstGeom>
          <a:gradFill rotWithShape="0">
            <a:gsLst>
              <a:gs pos="0">
                <a:schemeClr val="folHlink"/>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Tahoma" panose="020B0604030504040204" pitchFamily="34" charset="0"/>
              <a:ea typeface="宋体" panose="02010600030101010101" pitchFamily="2" charset="-122"/>
              <a:cs typeface="+mn-cs"/>
            </a:endParaRPr>
          </a:p>
        </p:txBody>
      </p:sp>
      <p:sp>
        <p:nvSpPr>
          <p:cNvPr id="3078" name="Rectangle 6"/>
          <p:cNvSpPr>
            <a:spLocks noChangeArrowheads="1"/>
          </p:cNvSpPr>
          <p:nvPr/>
        </p:nvSpPr>
        <p:spPr bwMode="auto">
          <a:xfrm>
            <a:off x="127000" y="1447800"/>
            <a:ext cx="560388" cy="422275"/>
          </a:xfrm>
          <a:prstGeom prst="rect">
            <a:avLst/>
          </a:prstGeom>
          <a:gradFill rotWithShape="0">
            <a:gsLst>
              <a:gs pos="0">
                <a:schemeClr val="bg1"/>
              </a:gs>
              <a:gs pos="100000">
                <a:schemeClr val="hlink"/>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Tahoma" panose="020B0604030504040204" pitchFamily="34" charset="0"/>
              <a:ea typeface="宋体" panose="02010600030101010101" pitchFamily="2" charset="-122"/>
              <a:cs typeface="+mn-cs"/>
            </a:endParaRPr>
          </a:p>
        </p:txBody>
      </p:sp>
      <p:sp>
        <p:nvSpPr>
          <p:cNvPr id="3079" name="Rectangle 7"/>
          <p:cNvSpPr>
            <a:spLocks noChangeArrowheads="1"/>
          </p:cNvSpPr>
          <p:nvPr/>
        </p:nvSpPr>
        <p:spPr bwMode="auto">
          <a:xfrm>
            <a:off x="762000" y="990600"/>
            <a:ext cx="31750" cy="105251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Tahoma" panose="020B0604030504040204" pitchFamily="34" charset="0"/>
              <a:ea typeface="宋体" panose="02010600030101010101" pitchFamily="2" charset="-122"/>
              <a:cs typeface="+mn-cs"/>
            </a:endParaRPr>
          </a:p>
        </p:txBody>
      </p:sp>
      <p:sp>
        <p:nvSpPr>
          <p:cNvPr id="3080" name="Rectangle 8"/>
          <p:cNvSpPr>
            <a:spLocks noChangeArrowheads="1"/>
          </p:cNvSpPr>
          <p:nvPr/>
        </p:nvSpPr>
        <p:spPr bwMode="auto">
          <a:xfrm>
            <a:off x="442913" y="1781175"/>
            <a:ext cx="8226425" cy="31750"/>
          </a:xfrm>
          <a:prstGeom prst="rect">
            <a:avLst/>
          </a:prstGeom>
          <a:gradFill rotWithShape="0">
            <a:gsLst>
              <a:gs pos="0">
                <a:schemeClr val="bg2"/>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Tahoma" panose="020B0604030504040204" pitchFamily="34" charset="0"/>
              <a:ea typeface="宋体" panose="02010600030101010101" pitchFamily="2" charset="-122"/>
              <a:cs typeface="+mn-cs"/>
            </a:endParaRPr>
          </a:p>
        </p:txBody>
      </p:sp>
      <p:sp>
        <p:nvSpPr>
          <p:cNvPr id="3081" name="Rectangle 9"/>
          <p:cNvSpPr>
            <a:spLocks noGrp="1"/>
          </p:cNvSpPr>
          <p:nvPr>
            <p:ph type="title"/>
          </p:nvPr>
        </p:nvSpPr>
        <p:spPr>
          <a:xfrm>
            <a:off x="1150938" y="214313"/>
            <a:ext cx="7793037" cy="1462087"/>
          </a:xfrm>
          <a:prstGeom prst="rect">
            <a:avLst/>
          </a:prstGeom>
          <a:noFill/>
          <a:ln w="9525">
            <a:noFill/>
          </a:ln>
        </p:spPr>
        <p:txBody>
          <a:bodyPr anchor="b" anchorCtr="0"/>
          <a:p>
            <a:pPr lvl="0"/>
            <a:r>
              <a:rPr lang="zh-CN" altLang="en-US" dirty="0"/>
              <a:t>单击此处编辑母版标题样式</a:t>
            </a:r>
            <a:endParaRPr lang="zh-CN" altLang="en-US" dirty="0"/>
          </a:p>
        </p:txBody>
      </p:sp>
      <p:sp>
        <p:nvSpPr>
          <p:cNvPr id="3082" name="Rectangle 10"/>
          <p:cNvSpPr>
            <a:spLocks noGrp="1"/>
          </p:cNvSpPr>
          <p:nvPr>
            <p:ph type="body"/>
          </p:nvPr>
        </p:nvSpPr>
        <p:spPr>
          <a:xfrm>
            <a:off x="1182688" y="2017713"/>
            <a:ext cx="7772400" cy="4114800"/>
          </a:xfrm>
          <a:prstGeom prst="rect">
            <a:avLst/>
          </a:prstGeom>
          <a:noFill/>
          <a:ln w="9525">
            <a:noFill/>
          </a:ln>
        </p:spPr>
        <p:txBody>
          <a:bodyPr/>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3083" name="Rectangle 11"/>
          <p:cNvSpPr>
            <a:spLocks noGrp="1" noChangeArrowheads="1"/>
          </p:cNvSpPr>
          <p:nvPr>
            <p:ph type="dt" sz="half" idx="2"/>
          </p:nvPr>
        </p:nvSpPr>
        <p:spPr bwMode="auto">
          <a:xfrm>
            <a:off x="1162050" y="6243638"/>
            <a:ext cx="1905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eaLnBrk="1" hangingPunct="1">
              <a:buFont typeface="Arial" panose="020B0604020202020204" pitchFamily="34" charset="0"/>
              <a:buNone/>
              <a:defRPr sz="1400">
                <a:latin typeface="+mn-lt"/>
                <a:ea typeface="宋体" panose="02010600030101010101" pitchFamily="2" charset="-122"/>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3084" name="Rectangle 12"/>
          <p:cNvSpPr>
            <a:spLocks noGrp="1" noChangeArrowheads="1"/>
          </p:cNvSpPr>
          <p:nvPr>
            <p:ph type="ftr" sz="quarter" idx="3"/>
          </p:nvPr>
        </p:nvSpPr>
        <p:spPr bwMode="auto">
          <a:xfrm>
            <a:off x="3657600" y="6243638"/>
            <a:ext cx="2895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lgn="ctr" eaLnBrk="1" hangingPunct="1">
              <a:buFont typeface="Arial" panose="020B0604020202020204" pitchFamily="34" charset="0"/>
              <a:buChar char="•"/>
              <a:defRPr sz="1400">
                <a:latin typeface="Tahoma" panose="020B0604030504040204" pitchFamily="34" charset="0"/>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3085" name="Rectangle 13"/>
          <p:cNvSpPr>
            <a:spLocks noGrp="1" noChangeArrowheads="1"/>
          </p:cNvSpPr>
          <p:nvPr>
            <p:ph type="sldNum" sz="quarter" idx="4"/>
          </p:nvPr>
        </p:nvSpPr>
        <p:spPr bwMode="auto">
          <a:xfrm>
            <a:off x="7042150" y="6243638"/>
            <a:ext cx="1905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lstStyle>
            <a:lvl1pPr algn="r" eaLnBrk="1" hangingPunct="1">
              <a:buFont typeface="Arial" panose="020B0604020202020204" pitchFamily="34" charset="0"/>
              <a:buChar char="•"/>
              <a:defRPr sz="1400" noProof="1">
                <a:latin typeface="Tahoma" panose="020B0604030504040204" pitchFamily="34" charset="0"/>
                <a:ea typeface="宋体" panose="02010600030101010101" pitchFamily="2" charset="-122"/>
                <a:cs typeface="+mn-ea"/>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Char char="•"/>
              <a:defRPr/>
            </a:pPr>
            <a:fld id="{5AD99F89-0023-449A-9D5F-E31670D2EFFF}" type="slidenum">
              <a:rPr kumimoji="0" lang="zh-CN" altLang="en-US"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rPr>
            </a:fld>
            <a:endParaRPr kumimoji="0" lang="en-US" altLang="zh-CN"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cs"/>
            </a:endParaRPr>
          </a:p>
        </p:txBody>
      </p:sp>
      <p:pic>
        <p:nvPicPr>
          <p:cNvPr id="3086" name="Picture 14" descr="gif020"/>
          <p:cNvPicPr>
            <a:picLocks noChangeAspect="1"/>
          </p:cNvPicPr>
          <p:nvPr userDrawn="1"/>
        </p:nvPicPr>
        <p:blipFill>
          <a:blip r:embed="rId13"/>
          <a:stretch>
            <a:fillRect/>
          </a:stretch>
        </p:blipFill>
        <p:spPr>
          <a:xfrm>
            <a:off x="7019925" y="260350"/>
            <a:ext cx="304800" cy="304800"/>
          </a:xfrm>
          <a:prstGeom prst="rect">
            <a:avLst/>
          </a:prstGeom>
          <a:noFill/>
          <a:ln w="9525">
            <a:noFill/>
          </a:ln>
        </p:spPr>
      </p:pic>
      <p:pic>
        <p:nvPicPr>
          <p:cNvPr id="3087" name="Picture 15" descr="gif020"/>
          <p:cNvPicPr>
            <a:picLocks noChangeAspect="1"/>
          </p:cNvPicPr>
          <p:nvPr userDrawn="1"/>
        </p:nvPicPr>
        <p:blipFill>
          <a:blip r:embed="rId13"/>
          <a:stretch>
            <a:fillRect/>
          </a:stretch>
        </p:blipFill>
        <p:spPr>
          <a:xfrm>
            <a:off x="379413" y="260350"/>
            <a:ext cx="304800" cy="304800"/>
          </a:xfrm>
          <a:prstGeom prst="rect">
            <a:avLst/>
          </a:prstGeom>
          <a:noFill/>
          <a:ln w="9525">
            <a:noFill/>
          </a:ln>
        </p:spPr>
      </p:pic>
      <p:pic>
        <p:nvPicPr>
          <p:cNvPr id="3088" name="Picture 16" descr="gif020"/>
          <p:cNvPicPr>
            <a:picLocks noChangeAspect="1"/>
          </p:cNvPicPr>
          <p:nvPr userDrawn="1"/>
        </p:nvPicPr>
        <p:blipFill>
          <a:blip r:embed="rId13"/>
          <a:stretch>
            <a:fillRect/>
          </a:stretch>
        </p:blipFill>
        <p:spPr>
          <a:xfrm>
            <a:off x="8659813" y="1341438"/>
            <a:ext cx="304800" cy="304800"/>
          </a:xfrm>
          <a:prstGeom prst="rect">
            <a:avLst/>
          </a:prstGeom>
          <a:noFill/>
          <a:ln w="9525">
            <a:noFill/>
          </a:ln>
        </p:spPr>
      </p:pic>
    </p:spTree>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 id="2147483684" r:id="rId12"/>
  </p:sldLayoutIdLst>
  <p:transition spd="slow">
    <p:zoom/>
  </p:transition>
  <p:hf sldNum="0" hdr="0" ftr="0" dt="0"/>
  <p:txStyles>
    <p:titleStyle>
      <a:lvl1pPr algn="l" rtl="0" eaLnBrk="0" fontAlgn="base" hangingPunct="0">
        <a:spcBef>
          <a:spcPct val="0"/>
        </a:spcBef>
        <a:spcAft>
          <a:spcPct val="0"/>
        </a:spcAft>
        <a:defRPr sz="4400" kern="1200">
          <a:solidFill>
            <a:srgbClr val="800000"/>
          </a:solidFill>
          <a:latin typeface="+mj-lt"/>
          <a:ea typeface="+mj-ea"/>
          <a:cs typeface="+mj-cs"/>
        </a:defRPr>
      </a:lvl1pPr>
      <a:lvl2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2pPr>
      <a:lvl3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3pPr>
      <a:lvl4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4pPr>
      <a:lvl5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5pPr>
      <a:lvl6pPr marL="4572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6pPr>
      <a:lvl7pPr marL="9144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7pPr>
      <a:lvl8pPr marL="13716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8pPr>
      <a:lvl9pPr marL="18288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9pPr>
    </p:titleStyle>
    <p:body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p:sp>
        <p:nvSpPr>
          <p:cNvPr id="3074" name="Rectangle 2"/>
          <p:cNvSpPr>
            <a:spLocks noChangeArrowheads="1"/>
          </p:cNvSpPr>
          <p:nvPr/>
        </p:nvSpPr>
        <p:spPr bwMode="auto">
          <a:xfrm>
            <a:off x="417513" y="1098550"/>
            <a:ext cx="438150" cy="474663"/>
          </a:xfrm>
          <a:prstGeom prst="rect">
            <a:avLst/>
          </a:prstGeom>
          <a:solidFill>
            <a:schemeClr val="accent2"/>
          </a:solidFill>
          <a:ln>
            <a:noFill/>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Tahoma" panose="020B0604030504040204" pitchFamily="34" charset="0"/>
              <a:ea typeface="宋体" panose="02010600030101010101" pitchFamily="2" charset="-122"/>
              <a:cs typeface="+mn-cs"/>
            </a:endParaRPr>
          </a:p>
        </p:txBody>
      </p:sp>
      <p:sp>
        <p:nvSpPr>
          <p:cNvPr id="3075" name="Rectangle 3"/>
          <p:cNvSpPr>
            <a:spLocks noChangeArrowheads="1"/>
          </p:cNvSpPr>
          <p:nvPr/>
        </p:nvSpPr>
        <p:spPr bwMode="auto">
          <a:xfrm>
            <a:off x="800100" y="1098550"/>
            <a:ext cx="328613" cy="474663"/>
          </a:xfrm>
          <a:prstGeom prst="rect">
            <a:avLst/>
          </a:prstGeom>
          <a:gradFill rotWithShape="0">
            <a:gsLst>
              <a:gs pos="0">
                <a:schemeClr val="accent2"/>
              </a:gs>
              <a:gs pos="100000">
                <a:schemeClr val="bg1"/>
              </a:gs>
            </a:gsLst>
            <a:lin ang="0" scaled="1"/>
          </a:gradFill>
          <a:ln>
            <a:noFill/>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Tahoma" panose="020B0604030504040204" pitchFamily="34" charset="0"/>
              <a:ea typeface="宋体" panose="02010600030101010101" pitchFamily="2" charset="-122"/>
              <a:cs typeface="+mn-cs"/>
            </a:endParaRPr>
          </a:p>
        </p:txBody>
      </p:sp>
      <p:sp>
        <p:nvSpPr>
          <p:cNvPr id="3076" name="Rectangle 4"/>
          <p:cNvSpPr>
            <a:spLocks noChangeArrowheads="1"/>
          </p:cNvSpPr>
          <p:nvPr/>
        </p:nvSpPr>
        <p:spPr bwMode="auto">
          <a:xfrm>
            <a:off x="541338" y="1520825"/>
            <a:ext cx="422275" cy="474663"/>
          </a:xfrm>
          <a:prstGeom prst="rect">
            <a:avLst/>
          </a:prstGeom>
          <a:solidFill>
            <a:schemeClr val="folHlink"/>
          </a:solidFill>
          <a:ln>
            <a:noFill/>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Tahoma" panose="020B0604030504040204" pitchFamily="34" charset="0"/>
              <a:ea typeface="宋体" panose="02010600030101010101" pitchFamily="2" charset="-122"/>
              <a:cs typeface="+mn-cs"/>
            </a:endParaRPr>
          </a:p>
        </p:txBody>
      </p:sp>
      <p:sp>
        <p:nvSpPr>
          <p:cNvPr id="3077" name="Rectangle 5"/>
          <p:cNvSpPr>
            <a:spLocks noChangeArrowheads="1"/>
          </p:cNvSpPr>
          <p:nvPr/>
        </p:nvSpPr>
        <p:spPr bwMode="auto">
          <a:xfrm>
            <a:off x="911225" y="1520825"/>
            <a:ext cx="368300" cy="474663"/>
          </a:xfrm>
          <a:prstGeom prst="rect">
            <a:avLst/>
          </a:prstGeom>
          <a:gradFill rotWithShape="0">
            <a:gsLst>
              <a:gs pos="0">
                <a:schemeClr val="folHlink"/>
              </a:gs>
              <a:gs pos="100000">
                <a:schemeClr val="bg1"/>
              </a:gs>
            </a:gsLst>
            <a:lin ang="0" scaled="1"/>
          </a:gradFill>
          <a:ln>
            <a:noFill/>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Tahoma" panose="020B0604030504040204" pitchFamily="34" charset="0"/>
              <a:ea typeface="宋体" panose="02010600030101010101" pitchFamily="2" charset="-122"/>
              <a:cs typeface="+mn-cs"/>
            </a:endParaRPr>
          </a:p>
        </p:txBody>
      </p:sp>
      <p:sp>
        <p:nvSpPr>
          <p:cNvPr id="3078" name="Rectangle 6"/>
          <p:cNvSpPr>
            <a:spLocks noChangeArrowheads="1"/>
          </p:cNvSpPr>
          <p:nvPr/>
        </p:nvSpPr>
        <p:spPr bwMode="auto">
          <a:xfrm>
            <a:off x="127000" y="1447800"/>
            <a:ext cx="560388" cy="422275"/>
          </a:xfrm>
          <a:prstGeom prst="rect">
            <a:avLst/>
          </a:prstGeom>
          <a:gradFill rotWithShape="0">
            <a:gsLst>
              <a:gs pos="0">
                <a:schemeClr val="bg1"/>
              </a:gs>
              <a:gs pos="100000">
                <a:schemeClr val="hlink"/>
              </a:gs>
            </a:gsLst>
            <a:lin ang="2700000" scaled="1"/>
          </a:gradFill>
          <a:ln>
            <a:noFill/>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Tahoma" panose="020B0604030504040204" pitchFamily="34" charset="0"/>
              <a:ea typeface="宋体" panose="02010600030101010101" pitchFamily="2" charset="-122"/>
              <a:cs typeface="+mn-cs"/>
            </a:endParaRPr>
          </a:p>
        </p:txBody>
      </p:sp>
      <p:sp>
        <p:nvSpPr>
          <p:cNvPr id="3079" name="Rectangle 7"/>
          <p:cNvSpPr>
            <a:spLocks noChangeArrowheads="1"/>
          </p:cNvSpPr>
          <p:nvPr/>
        </p:nvSpPr>
        <p:spPr bwMode="auto">
          <a:xfrm>
            <a:off x="762000" y="990600"/>
            <a:ext cx="31750" cy="1052513"/>
          </a:xfrm>
          <a:prstGeom prst="rect">
            <a:avLst/>
          </a:prstGeom>
          <a:solidFill>
            <a:schemeClr val="bg2"/>
          </a:solidFill>
          <a:ln>
            <a:noFill/>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Tahoma" panose="020B0604030504040204" pitchFamily="34" charset="0"/>
              <a:ea typeface="宋体" panose="02010600030101010101" pitchFamily="2" charset="-122"/>
              <a:cs typeface="+mn-cs"/>
            </a:endParaRPr>
          </a:p>
        </p:txBody>
      </p:sp>
      <p:sp>
        <p:nvSpPr>
          <p:cNvPr id="3080" name="Rectangle 8"/>
          <p:cNvSpPr>
            <a:spLocks noChangeArrowheads="1"/>
          </p:cNvSpPr>
          <p:nvPr/>
        </p:nvSpPr>
        <p:spPr bwMode="auto">
          <a:xfrm>
            <a:off x="442913" y="1781175"/>
            <a:ext cx="8226425" cy="31750"/>
          </a:xfrm>
          <a:prstGeom prst="rect">
            <a:avLst/>
          </a:prstGeom>
          <a:gradFill rotWithShape="0">
            <a:gsLst>
              <a:gs pos="0">
                <a:schemeClr val="bg2"/>
              </a:gs>
              <a:gs pos="100000">
                <a:schemeClr val="bg1"/>
              </a:gs>
            </a:gsLst>
            <a:lin ang="0" scaled="1"/>
          </a:gradFill>
          <a:ln>
            <a:noFill/>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Tahoma" panose="020B0604030504040204" pitchFamily="34" charset="0"/>
              <a:ea typeface="宋体" panose="02010600030101010101" pitchFamily="2" charset="-122"/>
              <a:cs typeface="+mn-cs"/>
            </a:endParaRPr>
          </a:p>
        </p:txBody>
      </p:sp>
      <p:sp>
        <p:nvSpPr>
          <p:cNvPr id="4105" name="Rectangle 9"/>
          <p:cNvSpPr>
            <a:spLocks noGrp="1"/>
          </p:cNvSpPr>
          <p:nvPr>
            <p:ph type="title"/>
          </p:nvPr>
        </p:nvSpPr>
        <p:spPr>
          <a:xfrm>
            <a:off x="1150938" y="214313"/>
            <a:ext cx="7793037" cy="1462087"/>
          </a:xfrm>
          <a:prstGeom prst="rect">
            <a:avLst/>
          </a:prstGeom>
          <a:noFill/>
          <a:ln w="9525">
            <a:noFill/>
          </a:ln>
        </p:spPr>
        <p:txBody>
          <a:bodyPr anchor="b" anchorCtr="0"/>
          <a:p>
            <a:pPr lvl="0"/>
            <a:r>
              <a:rPr lang="zh-CN" altLang="en-US" dirty="0"/>
              <a:t>单击此处编辑母版标题样式</a:t>
            </a:r>
            <a:endParaRPr lang="zh-CN" altLang="en-US" dirty="0"/>
          </a:p>
        </p:txBody>
      </p:sp>
      <p:sp>
        <p:nvSpPr>
          <p:cNvPr id="4106" name="Rectangle 10"/>
          <p:cNvSpPr>
            <a:spLocks noGrp="1"/>
          </p:cNvSpPr>
          <p:nvPr>
            <p:ph type="body"/>
          </p:nvPr>
        </p:nvSpPr>
        <p:spPr>
          <a:xfrm>
            <a:off x="1182688" y="2017713"/>
            <a:ext cx="7772400" cy="4114800"/>
          </a:xfrm>
          <a:prstGeom prst="rect">
            <a:avLst/>
          </a:prstGeom>
          <a:noFill/>
          <a:ln w="9525">
            <a:noFill/>
          </a:ln>
        </p:spPr>
        <p:txBody>
          <a:bodyPr/>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3083" name="Rectangle 11"/>
          <p:cNvSpPr>
            <a:spLocks noGrp="1" noChangeArrowheads="1"/>
          </p:cNvSpPr>
          <p:nvPr>
            <p:ph type="dt" sz="half" idx="2"/>
          </p:nvPr>
        </p:nvSpPr>
        <p:spPr bwMode="auto">
          <a:xfrm>
            <a:off x="1162050" y="6243638"/>
            <a:ext cx="1905000" cy="457200"/>
          </a:xfrm>
          <a:prstGeom prst="rect">
            <a:avLst/>
          </a:prstGeom>
          <a:noFill/>
          <a:ln>
            <a:noFill/>
          </a:ln>
        </p:spPr>
        <p:txBody>
          <a:bodyPr vert="horz" wrap="square" lIns="91440" tIns="45720" rIns="91440" bIns="45720" numCol="1" anchor="b" anchorCtr="0" compatLnSpc="1"/>
          <a:lstStyle>
            <a:lvl1pPr eaLnBrk="1" hangingPunct="1">
              <a:buFont typeface="Arial" panose="020B0604020202020204" pitchFamily="34" charset="0"/>
              <a:buNone/>
              <a:defRPr sz="1400">
                <a:latin typeface="+mn-lt"/>
                <a:ea typeface="宋体" panose="02010600030101010101" pitchFamily="2" charset="-122"/>
              </a:defRPr>
            </a:lvl1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fld id="{8E923CCF-7F9B-4200-8122-1EB86A95A337}" type="datetime1">
              <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zh-CN" altLang="en-US"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sp>
        <p:nvSpPr>
          <p:cNvPr id="3084" name="Rectangle 12"/>
          <p:cNvSpPr>
            <a:spLocks noGrp="1" noChangeArrowheads="1"/>
          </p:cNvSpPr>
          <p:nvPr>
            <p:ph type="ftr" sz="quarter" idx="3"/>
          </p:nvPr>
        </p:nvSpPr>
        <p:spPr bwMode="auto">
          <a:xfrm>
            <a:off x="3657600" y="6243638"/>
            <a:ext cx="2895600" cy="457200"/>
          </a:xfrm>
          <a:prstGeom prst="rect">
            <a:avLst/>
          </a:prstGeom>
          <a:noFill/>
          <a:ln>
            <a:noFill/>
          </a:ln>
        </p:spPr>
        <p:txBody>
          <a:bodyPr vert="horz" wrap="square" lIns="91440" tIns="45720" rIns="91440" bIns="45720" numCol="1" anchor="b" anchorCtr="0" compatLnSpc="1"/>
          <a:lstStyle>
            <a:lvl1pPr algn="ctr" eaLnBrk="1" hangingPunct="1">
              <a:buFont typeface="Arial" panose="020B0604020202020204" pitchFamily="34" charset="0"/>
              <a:buChar char="•"/>
              <a:defRPr sz="1400">
                <a:latin typeface="Tahoma" panose="020B0604030504040204" pitchFamily="34" charset="0"/>
              </a:defRPr>
            </a:lvl1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Char char="•"/>
              <a:defRPr/>
            </a:pPr>
            <a:r>
              <a:rPr kumimoji="0" lang="zh-CN" altLang="en-US" sz="1400" b="0" i="0" u="none" strike="noStrike" kern="1200" cap="none" spc="0" normalizeH="0" baseline="0" noProof="0">
                <a:ln>
                  <a:noFill/>
                </a:ln>
                <a:solidFill>
                  <a:schemeClr val="tx1"/>
                </a:solidFill>
                <a:effectLst/>
                <a:uLnTx/>
                <a:uFillTx/>
                <a:latin typeface="Tahoma" panose="020B0604030504040204" pitchFamily="34" charset="0"/>
                <a:ea typeface="+mn-ea"/>
                <a:cs typeface="+mn-cs"/>
              </a:rPr>
              <a:t>南京农业大学信息科技学院熊迎军</a:t>
            </a:r>
            <a:endParaRPr kumimoji="0" lang="en-US" altLang="zh-CN" sz="1400" b="0" i="0" u="none" strike="noStrike" kern="1200" cap="none" spc="0" normalizeH="0" baseline="0" noProof="0">
              <a:ln>
                <a:noFill/>
              </a:ln>
              <a:solidFill>
                <a:schemeClr val="tx1"/>
              </a:solidFill>
              <a:effectLst/>
              <a:uLnTx/>
              <a:uFillTx/>
              <a:latin typeface="Tahoma" panose="020B0604030504040204" pitchFamily="34" charset="0"/>
              <a:ea typeface="+mn-ea"/>
              <a:cs typeface="+mn-cs"/>
            </a:endParaRPr>
          </a:p>
        </p:txBody>
      </p:sp>
      <p:sp>
        <p:nvSpPr>
          <p:cNvPr id="3085" name="Rectangle 13"/>
          <p:cNvSpPr>
            <a:spLocks noGrp="1" noChangeArrowheads="1"/>
          </p:cNvSpPr>
          <p:nvPr>
            <p:ph type="sldNum" sz="quarter" idx="4"/>
          </p:nvPr>
        </p:nvSpPr>
        <p:spPr bwMode="auto">
          <a:xfrm>
            <a:off x="7042150" y="6243638"/>
            <a:ext cx="1905000" cy="457200"/>
          </a:xfrm>
          <a:prstGeom prst="rect">
            <a:avLst/>
          </a:prstGeom>
          <a:noFill/>
          <a:ln>
            <a:noFill/>
          </a:ln>
        </p:spPr>
        <p:txBody>
          <a:bodyPr vert="horz" wrap="square" lIns="91440" tIns="45720" rIns="91440" bIns="45720" numCol="1" anchor="b" anchorCtr="0" compatLnSpc="1"/>
          <a:lstStyle>
            <a:lvl1pPr algn="r" eaLnBrk="1" hangingPunct="1">
              <a:buFont typeface="Arial" panose="020B0604020202020204" pitchFamily="34" charset="0"/>
              <a:buChar char="•"/>
              <a:defRPr sz="1400" noProof="1">
                <a:latin typeface="Tahoma" panose="020B0604030504040204" pitchFamily="34" charset="0"/>
                <a:ea typeface="宋体" panose="02010600030101010101" pitchFamily="2" charset="-122"/>
                <a:cs typeface="+mn-ea"/>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Char char="•"/>
              <a:defRPr/>
            </a:pPr>
            <a:fld id="{D47C6034-7E1B-4C98-88EA-8F9F25D2ADBC}" type="slidenum">
              <a:rPr kumimoji="0" lang="zh-CN" altLang="en-US"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ea"/>
              </a:rPr>
            </a:fld>
            <a:endParaRPr kumimoji="0" lang="en-US" altLang="zh-CN" sz="1400" b="0" i="0" u="none" strike="noStrike" kern="1200" cap="none" spc="0" normalizeH="0" baseline="0" noProof="1">
              <a:ln>
                <a:noFill/>
              </a:ln>
              <a:solidFill>
                <a:schemeClr val="tx1"/>
              </a:solidFill>
              <a:effectLst/>
              <a:uLnTx/>
              <a:uFillTx/>
              <a:latin typeface="Tahoma" panose="020B0604030504040204" pitchFamily="34" charset="0"/>
              <a:ea typeface="宋体" panose="02010600030101010101" pitchFamily="2" charset="-122"/>
              <a:cs typeface="+mn-cs"/>
            </a:endParaRPr>
          </a:p>
        </p:txBody>
      </p:sp>
      <p:pic>
        <p:nvPicPr>
          <p:cNvPr id="4110" name="Picture 14" descr="gif020"/>
          <p:cNvPicPr>
            <a:picLocks noChangeAspect="1"/>
          </p:cNvPicPr>
          <p:nvPr userDrawn="1"/>
        </p:nvPicPr>
        <p:blipFill>
          <a:blip r:embed="rId13"/>
          <a:stretch>
            <a:fillRect/>
          </a:stretch>
        </p:blipFill>
        <p:spPr>
          <a:xfrm>
            <a:off x="7019925" y="260350"/>
            <a:ext cx="304800" cy="304800"/>
          </a:xfrm>
          <a:prstGeom prst="rect">
            <a:avLst/>
          </a:prstGeom>
          <a:noFill/>
          <a:ln w="9525">
            <a:noFill/>
          </a:ln>
        </p:spPr>
      </p:pic>
      <p:pic>
        <p:nvPicPr>
          <p:cNvPr id="4111" name="Picture 15" descr="gif020"/>
          <p:cNvPicPr>
            <a:picLocks noChangeAspect="1"/>
          </p:cNvPicPr>
          <p:nvPr userDrawn="1"/>
        </p:nvPicPr>
        <p:blipFill>
          <a:blip r:embed="rId13"/>
          <a:stretch>
            <a:fillRect/>
          </a:stretch>
        </p:blipFill>
        <p:spPr>
          <a:xfrm>
            <a:off x="379413" y="260350"/>
            <a:ext cx="304800" cy="304800"/>
          </a:xfrm>
          <a:prstGeom prst="rect">
            <a:avLst/>
          </a:prstGeom>
          <a:noFill/>
          <a:ln w="9525">
            <a:noFill/>
          </a:ln>
        </p:spPr>
      </p:pic>
      <p:pic>
        <p:nvPicPr>
          <p:cNvPr id="4112" name="Picture 16" descr="gif020"/>
          <p:cNvPicPr>
            <a:picLocks noChangeAspect="1"/>
          </p:cNvPicPr>
          <p:nvPr userDrawn="1"/>
        </p:nvPicPr>
        <p:blipFill>
          <a:blip r:embed="rId13"/>
          <a:stretch>
            <a:fillRect/>
          </a:stretch>
        </p:blipFill>
        <p:spPr>
          <a:xfrm>
            <a:off x="8659813" y="1341438"/>
            <a:ext cx="304800" cy="304800"/>
          </a:xfrm>
          <a:prstGeom prst="rect">
            <a:avLst/>
          </a:prstGeom>
          <a:noFill/>
          <a:ln w="9525">
            <a:noFill/>
          </a:ln>
        </p:spPr>
      </p:pic>
    </p:spTree>
  </p:cSld>
  <p:clrMap bg1="lt1" tx1="dk1" bg2="lt2" tx2="dk2" accent1="accent1" accent2="accent2" accent3="accent3" accent4="accent4" accent5="accent5" accent6="accent6" hlink="hlink" folHlink="folHlink"/>
  <p:sldLayoutIdLst>
    <p:sldLayoutId id="2147483686" r:id="rId1"/>
    <p:sldLayoutId id="2147483687" r:id="rId2"/>
    <p:sldLayoutId id="2147483688" r:id="rId3"/>
    <p:sldLayoutId id="2147483689" r:id="rId4"/>
    <p:sldLayoutId id="2147483690" r:id="rId5"/>
    <p:sldLayoutId id="2147483691" r:id="rId6"/>
    <p:sldLayoutId id="2147483692" r:id="rId7"/>
    <p:sldLayoutId id="2147483693" r:id="rId8"/>
    <p:sldLayoutId id="2147483694" r:id="rId9"/>
    <p:sldLayoutId id="2147483695" r:id="rId10"/>
    <p:sldLayoutId id="2147483696" r:id="rId11"/>
    <p:sldLayoutId id="2147483697" r:id="rId12"/>
  </p:sldLayoutIdLst>
  <p:transition spd="slow">
    <p:zoom/>
  </p:transition>
  <p:hf sldNum="0" hdr="0" ftr="0" dt="0"/>
  <p:txStyles>
    <p:titleStyle>
      <a:lvl1pPr algn="l" rtl="0" eaLnBrk="0" fontAlgn="base" hangingPunct="0">
        <a:spcBef>
          <a:spcPct val="0"/>
        </a:spcBef>
        <a:spcAft>
          <a:spcPct val="0"/>
        </a:spcAft>
        <a:defRPr sz="4400" kern="1200">
          <a:solidFill>
            <a:srgbClr val="800000"/>
          </a:solidFill>
          <a:latin typeface="+mj-lt"/>
          <a:ea typeface="+mj-ea"/>
          <a:cs typeface="+mj-cs"/>
        </a:defRPr>
      </a:lvl1pPr>
      <a:lvl2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2pPr>
      <a:lvl3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3pPr>
      <a:lvl4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4pPr>
      <a:lvl5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5pPr>
      <a:lvl6pPr marL="4572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6pPr>
      <a:lvl7pPr marL="9144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7pPr>
      <a:lvl8pPr marL="13716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8pPr>
      <a:lvl9pPr marL="18288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9pPr>
    </p:titleStyle>
    <p:body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4" Type="http://schemas.openxmlformats.org/officeDocument/2006/relationships/vmlDrawing" Target="../drawings/vmlDrawing2.vml"/><Relationship Id="rId3" Type="http://schemas.openxmlformats.org/officeDocument/2006/relationships/slideLayout" Target="../slideLayouts/slideLayout18.xml"/><Relationship Id="rId2" Type="http://schemas.openxmlformats.org/officeDocument/2006/relationships/image" Target="../media/image8.wmf"/><Relationship Id="rId1" Type="http://schemas.openxmlformats.org/officeDocument/2006/relationships/oleObject" Target="../embeddings/oleObject2.bin"/></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9.xml.rels><?xml version="1.0" encoding="UTF-8" standalone="yes"?>
<Relationships xmlns="http://schemas.openxmlformats.org/package/2006/relationships"><Relationship Id="rId5" Type="http://schemas.openxmlformats.org/officeDocument/2006/relationships/notesSlide" Target="../notesSlides/notesSlide2.xml"/><Relationship Id="rId4" Type="http://schemas.openxmlformats.org/officeDocument/2006/relationships/vmlDrawing" Target="../drawings/vmlDrawing3.vml"/><Relationship Id="rId3" Type="http://schemas.openxmlformats.org/officeDocument/2006/relationships/slideLayout" Target="../slideLayouts/slideLayout29.xml"/><Relationship Id="rId2" Type="http://schemas.openxmlformats.org/officeDocument/2006/relationships/image" Target="../media/image9.emf"/><Relationship Id="rId1" Type="http://schemas.openxmlformats.org/officeDocument/2006/relationships/oleObject" Target="../embeddings/oleObject3.bin"/></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9.xml"/></Relationships>
</file>

<file path=ppt/slides/_rels/slide108.xml.rels><?xml version="1.0" encoding="UTF-8" standalone="yes"?>
<Relationships xmlns="http://schemas.openxmlformats.org/package/2006/relationships"><Relationship Id="rId4" Type="http://schemas.openxmlformats.org/officeDocument/2006/relationships/vmlDrawing" Target="../drawings/vmlDrawing4.vml"/><Relationship Id="rId3" Type="http://schemas.openxmlformats.org/officeDocument/2006/relationships/slideLayout" Target="../slideLayouts/slideLayout41.xml"/><Relationship Id="rId2" Type="http://schemas.openxmlformats.org/officeDocument/2006/relationships/image" Target="../media/image10.emf"/><Relationship Id="rId1" Type="http://schemas.openxmlformats.org/officeDocument/2006/relationships/oleObject" Target="../embeddings/oleObject4.bin"/></Relationships>
</file>

<file path=ppt/slides/_rels/slide109.xml.rels><?xml version="1.0" encoding="UTF-8" standalone="yes"?>
<Relationships xmlns="http://schemas.openxmlformats.org/package/2006/relationships"><Relationship Id="rId4" Type="http://schemas.openxmlformats.org/officeDocument/2006/relationships/vmlDrawing" Target="../drawings/vmlDrawing5.vml"/><Relationship Id="rId3" Type="http://schemas.openxmlformats.org/officeDocument/2006/relationships/slideLayout" Target="../slideLayouts/slideLayout41.xml"/><Relationship Id="rId2" Type="http://schemas.openxmlformats.org/officeDocument/2006/relationships/image" Target="../media/image11.emf"/><Relationship Id="rId1" Type="http://schemas.openxmlformats.org/officeDocument/2006/relationships/oleObject" Target="../embeddings/oleObject5.bin"/></Relationships>
</file>

<file path=ppt/slides/_rels/slide110.xml.rels><?xml version="1.0" encoding="UTF-8" standalone="yes"?>
<Relationships xmlns="http://schemas.openxmlformats.org/package/2006/relationships"><Relationship Id="rId4" Type="http://schemas.openxmlformats.org/officeDocument/2006/relationships/vmlDrawing" Target="../drawings/vmlDrawing6.vml"/><Relationship Id="rId3" Type="http://schemas.openxmlformats.org/officeDocument/2006/relationships/slideLayout" Target="../slideLayouts/slideLayout29.xml"/><Relationship Id="rId2" Type="http://schemas.openxmlformats.org/officeDocument/2006/relationships/image" Target="../media/image12.wmf"/><Relationship Id="rId1" Type="http://schemas.openxmlformats.org/officeDocument/2006/relationships/oleObject" Target="../embeddings/oleObject6.bin"/></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12.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29.xml"/><Relationship Id="rId1" Type="http://schemas.openxmlformats.org/officeDocument/2006/relationships/image" Target="../media/image13.wmf"/></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16.xml.rels><?xml version="1.0" encoding="UTF-8" standalone="yes"?>
<Relationships xmlns="http://schemas.openxmlformats.org/package/2006/relationships"><Relationship Id="rId2" Type="http://schemas.openxmlformats.org/officeDocument/2006/relationships/slideLayout" Target="../slideLayouts/slideLayout24.xml"/><Relationship Id="rId1" Type="http://schemas.openxmlformats.org/officeDocument/2006/relationships/image" Target="../media/image14.png"/></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9.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9.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9.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9.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9.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9.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9.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4.xml"/></Relationships>
</file>

<file path=ppt/slides/_rels/slide139.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24.xml"/><Relationship Id="rId1" Type="http://schemas.openxmlformats.org/officeDocument/2006/relationships/image" Target="../media/image15.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47.xml.rels><?xml version="1.0" encoding="UTF-8" standalone="yes"?>
<Relationships xmlns="http://schemas.openxmlformats.org/package/2006/relationships"><Relationship Id="rId2" Type="http://schemas.openxmlformats.org/officeDocument/2006/relationships/slideLayout" Target="../slideLayouts/slideLayout29.xml"/><Relationship Id="rId1" Type="http://schemas.openxmlformats.org/officeDocument/2006/relationships/image" Target="../media/image16.jpeg"/></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9.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9.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9.xml"/></Relationships>
</file>

<file path=ppt/slides/_rels/slide15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29.xml"/><Relationship Id="rId1" Type="http://schemas.openxmlformats.org/officeDocument/2006/relationships/image" Target="../media/image17.png"/></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62.xml.rels><?xml version="1.0" encoding="UTF-8" standalone="yes"?>
<Relationships xmlns="http://schemas.openxmlformats.org/package/2006/relationships"><Relationship Id="rId4" Type="http://schemas.openxmlformats.org/officeDocument/2006/relationships/vmlDrawing" Target="../drawings/vmlDrawing7.vml"/><Relationship Id="rId3" Type="http://schemas.openxmlformats.org/officeDocument/2006/relationships/slideLayout" Target="../slideLayouts/slideLayout24.xml"/><Relationship Id="rId2" Type="http://schemas.openxmlformats.org/officeDocument/2006/relationships/image" Target="../media/image18.emf"/><Relationship Id="rId1" Type="http://schemas.openxmlformats.org/officeDocument/2006/relationships/oleObject" Target="../embeddings/oleObject7.bin"/></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1986" name="Rectangle 16"/>
          <p:cNvSpPr txBox="1">
            <a:spLocks noGrp="1"/>
          </p:cNvSpPr>
          <p:nvPr/>
        </p:nvSpPr>
        <p:spPr>
          <a:xfrm>
            <a:off x="6858000" y="6248400"/>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bg2"/>
                </a:solidFill>
                <a:ea typeface="宋体" panose="02010600030101010101" pitchFamily="2" charset="-122"/>
              </a:rPr>
            </a:fld>
            <a:endParaRPr lang="zh-CN" altLang="en-US" sz="1400" b="0" dirty="0">
              <a:solidFill>
                <a:schemeClr val="bg2"/>
              </a:solidFill>
              <a:ea typeface="宋体" panose="02010600030101010101" pitchFamily="2" charset="-122"/>
            </a:endParaRPr>
          </a:p>
        </p:txBody>
      </p:sp>
      <p:sp>
        <p:nvSpPr>
          <p:cNvPr id="41987" name="Rectangle 3"/>
          <p:cNvSpPr>
            <a:spLocks noGrp="1"/>
          </p:cNvSpPr>
          <p:nvPr>
            <p:ph type="ctrTitle" idx="4294967295"/>
          </p:nvPr>
        </p:nvSpPr>
        <p:spPr>
          <a:xfrm>
            <a:off x="971550" y="1052513"/>
            <a:ext cx="7315200" cy="2286000"/>
          </a:xfrm>
        </p:spPr>
        <p:txBody>
          <a:bodyPr vert="horz" wrap="square" lIns="92075" tIns="46038" rIns="92075" bIns="46038" anchor="b" anchorCtr="0"/>
          <a:lstStyle>
            <a:lvl1pPr lvl="0">
              <a:buClrTx/>
              <a:buSzTx/>
              <a:buFontTx/>
              <a:defRPr/>
            </a:lvl1pPr>
          </a:lstStyle>
          <a:p>
            <a:pPr lvl="0" algn="ctr" eaLnBrk="1" hangingPunct="1">
              <a:lnSpc>
                <a:spcPct val="115000"/>
              </a:lnSpc>
            </a:pPr>
            <a:r>
              <a:rPr lang="zh-CN" altLang="en-US" sz="4000" dirty="0">
                <a:latin typeface="黑体" panose="02010609060101010101" pitchFamily="49" charset="-122"/>
                <a:ea typeface="黑体" panose="02010609060101010101" pitchFamily="49" charset="-122"/>
              </a:rPr>
              <a:t>第</a:t>
            </a:r>
            <a:r>
              <a:rPr lang="zh-CN" altLang="en-US" sz="4000" dirty="0">
                <a:latin typeface="黑体" panose="02010609060101010101" pitchFamily="49" charset="-122"/>
                <a:ea typeface="黑体" panose="02010609060101010101" pitchFamily="49" charset="-122"/>
              </a:rPr>
              <a:t>八章</a:t>
            </a:r>
            <a:r>
              <a:rPr lang="zh-CN" altLang="en-US" sz="5400" dirty="0">
                <a:latin typeface="隶书" panose="02010509060101010101" pitchFamily="49" charset="-122"/>
              </a:rPr>
              <a:t> </a:t>
            </a:r>
            <a:br>
              <a:rPr lang="zh-CN" altLang="en-US" sz="5400" dirty="0">
                <a:latin typeface="隶书" panose="02010509060101010101" pitchFamily="49" charset="-122"/>
              </a:rPr>
            </a:br>
            <a:r>
              <a:rPr lang="zh-CN" altLang="en-US" sz="5400" dirty="0">
                <a:latin typeface="华文行楷" panose="02010800040101010101" pitchFamily="2" charset="-122"/>
                <a:ea typeface="华文行楷" panose="02010800040101010101" pitchFamily="2" charset="-122"/>
              </a:rPr>
              <a:t>常用数字接口电路</a:t>
            </a:r>
            <a:endParaRPr lang="zh-CN" altLang="en-US" sz="5400" dirty="0">
              <a:latin typeface="华文行楷" panose="02010800040101010101" pitchFamily="2" charset="-122"/>
              <a:ea typeface="华文行楷" panose="02010800040101010101" pitchFamily="2" charset="-122"/>
            </a:endParaRPr>
          </a:p>
        </p:txBody>
      </p:sp>
      <p:graphicFrame>
        <p:nvGraphicFramePr>
          <p:cNvPr id="41988" name="Object 18"/>
          <p:cNvGraphicFramePr>
            <a:graphicFrameLocks noChangeAspect="1"/>
          </p:cNvGraphicFramePr>
          <p:nvPr/>
        </p:nvGraphicFramePr>
        <p:xfrm>
          <a:off x="6019800" y="4419600"/>
          <a:ext cx="1676400" cy="1447800"/>
        </p:xfrm>
        <a:graphic>
          <a:graphicData uri="http://schemas.openxmlformats.org/presentationml/2006/ole">
            <mc:AlternateContent xmlns:mc="http://schemas.openxmlformats.org/markup-compatibility/2006">
              <mc:Choice xmlns:v="urn:schemas-microsoft-com:vml" Requires="v">
                <p:oleObj spid="_x0000_s3077" name="" r:id="rId1" imgW="4755515" imgH="4827905" progId="">
                  <p:embed/>
                </p:oleObj>
              </mc:Choice>
              <mc:Fallback>
                <p:oleObj name="" r:id="rId1" imgW="4755515" imgH="4827905" progId="">
                  <p:embed/>
                  <p:pic>
                    <p:nvPicPr>
                      <p:cNvPr id="0" name="图片 3076"/>
                      <p:cNvPicPr/>
                      <p:nvPr/>
                    </p:nvPicPr>
                    <p:blipFill>
                      <a:blip r:embed="rId2"/>
                      <a:stretch>
                        <a:fillRect/>
                      </a:stretch>
                    </p:blipFill>
                    <p:spPr>
                      <a:xfrm>
                        <a:off x="6019800" y="4419600"/>
                        <a:ext cx="1676400" cy="1447800"/>
                      </a:xfrm>
                      <a:prstGeom prst="rect">
                        <a:avLst/>
                      </a:prstGeom>
                      <a:noFill/>
                      <a:ln w="38100">
                        <a:noFill/>
                        <a:miter/>
                      </a:ln>
                    </p:spPr>
                  </p:pic>
                </p:oleObj>
              </mc:Fallback>
            </mc:AlternateContent>
          </a:graphicData>
        </a:graphic>
      </p:graphicFrame>
    </p:spTree>
  </p:cSld>
  <p:clrMapOvr>
    <a:masterClrMapping/>
  </p:clrMapOvr>
  <p:transition spd="slow">
    <p:zoom/>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3010"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43011" name="Rectangle 2"/>
          <p:cNvSpPr>
            <a:spLocks noGrp="1"/>
          </p:cNvSpPr>
          <p:nvPr>
            <p:ph type="title" idx="4294967295"/>
          </p:nvPr>
        </p:nvSpPr>
        <p:spPr/>
        <p:txBody>
          <a:bodyPr vert="horz" wrap="square" lIns="91440" tIns="45720" rIns="91440" bIns="45720" anchor="b" anchorCtr="0"/>
          <a:p>
            <a:pPr eaLnBrk="1" hangingPunct="1"/>
            <a:r>
              <a:rPr lang="zh-CN" altLang="en-US" dirty="0"/>
              <a:t>主要内容：</a:t>
            </a:r>
            <a:endParaRPr lang="zh-CN" altLang="en-US" dirty="0"/>
          </a:p>
        </p:txBody>
      </p:sp>
      <p:sp>
        <p:nvSpPr>
          <p:cNvPr id="43012" name="Rectangle 5"/>
          <p:cNvSpPr>
            <a:spLocks noGrp="1"/>
          </p:cNvSpPr>
          <p:nvPr>
            <p:ph type="body" idx="4294967295"/>
          </p:nvPr>
        </p:nvSpPr>
        <p:spPr>
          <a:xfrm>
            <a:off x="827088" y="2205038"/>
            <a:ext cx="7561262" cy="2851150"/>
          </a:xfrm>
        </p:spPr>
        <p:txBody>
          <a:bodyPr vert="horz" wrap="square" lIns="92075" tIns="46038" rIns="92075" bIns="46038" anchor="t" anchorCtr="0"/>
          <a:p>
            <a:pPr eaLnBrk="1" hangingPunct="1">
              <a:lnSpc>
                <a:spcPct val="135000"/>
              </a:lnSpc>
              <a:spcBef>
                <a:spcPct val="40000"/>
              </a:spcBef>
            </a:pPr>
            <a:r>
              <a:rPr lang="zh-CN" altLang="en-US" sz="3200" b="0" dirty="0">
                <a:latin typeface="宋体" panose="02010600030101010101" pitchFamily="2" charset="-122"/>
                <a:ea typeface="宋体" panose="02010600030101010101" pitchFamily="2" charset="-122"/>
              </a:rPr>
              <a:t>可编程定时计数器8253</a:t>
            </a:r>
            <a:endParaRPr lang="zh-CN" altLang="en-US" sz="3200" b="0" dirty="0">
              <a:latin typeface="宋体" panose="02010600030101010101" pitchFamily="2" charset="-122"/>
              <a:ea typeface="宋体" panose="02010600030101010101" pitchFamily="2" charset="-122"/>
            </a:endParaRPr>
          </a:p>
          <a:p>
            <a:pPr eaLnBrk="1" hangingPunct="1">
              <a:lnSpc>
                <a:spcPct val="135000"/>
              </a:lnSpc>
              <a:spcBef>
                <a:spcPct val="40000"/>
              </a:spcBef>
            </a:pPr>
            <a:r>
              <a:rPr lang="zh-CN" altLang="en-US" sz="3200" b="0" dirty="0">
                <a:latin typeface="宋体" panose="02010600030101010101" pitchFamily="2" charset="-122"/>
                <a:ea typeface="宋体" panose="02010600030101010101" pitchFamily="2" charset="-122"/>
              </a:rPr>
              <a:t>可编程并行接口8255</a:t>
            </a:r>
            <a:endParaRPr lang="zh-CN" altLang="en-US" sz="3200" b="0" dirty="0">
              <a:latin typeface="宋体" panose="02010600030101010101" pitchFamily="2" charset="-122"/>
              <a:ea typeface="宋体" panose="02010600030101010101" pitchFamily="2" charset="-122"/>
            </a:endParaRPr>
          </a:p>
          <a:p>
            <a:pPr eaLnBrk="1" hangingPunct="1">
              <a:lnSpc>
                <a:spcPct val="135000"/>
              </a:lnSpc>
              <a:spcBef>
                <a:spcPct val="40000"/>
              </a:spcBef>
            </a:pPr>
            <a:r>
              <a:rPr lang="zh-CN" altLang="en-US" sz="3200" b="0" dirty="0">
                <a:latin typeface="宋体" panose="02010600030101010101" pitchFamily="2" charset="-122"/>
                <a:ea typeface="宋体" panose="02010600030101010101" pitchFamily="2" charset="-122"/>
              </a:rPr>
              <a:t>可编程串行通信接口8250</a:t>
            </a:r>
            <a:endParaRPr lang="zh-CN" altLang="en-US" sz="3200" b="0" dirty="0">
              <a:latin typeface="宋体" panose="02010600030101010101" pitchFamily="2" charset="-122"/>
              <a:ea typeface="宋体" panose="02010600030101010101" pitchFamily="2" charset="-122"/>
            </a:endParaRPr>
          </a:p>
        </p:txBody>
      </p:sp>
    </p:spTree>
  </p:cSld>
  <p:clrMapOvr>
    <a:masterClrMapping/>
  </p:clrMapOvr>
  <p:transition spd="slow">
    <p:zoom/>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4034" name="Rectangle 16"/>
          <p:cNvSpPr txBox="1">
            <a:spLocks noGrp="1"/>
          </p:cNvSpPr>
          <p:nvPr/>
        </p:nvSpPr>
        <p:spPr>
          <a:xfrm>
            <a:off x="6858000" y="6248400"/>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bg2"/>
                </a:solidFill>
                <a:ea typeface="宋体" panose="02010600030101010101" pitchFamily="2" charset="-122"/>
              </a:rPr>
            </a:fld>
            <a:endParaRPr lang="zh-CN" altLang="en-US" sz="1400" b="0" dirty="0">
              <a:solidFill>
                <a:schemeClr val="bg2"/>
              </a:solidFill>
              <a:ea typeface="宋体" panose="02010600030101010101" pitchFamily="2" charset="-122"/>
            </a:endParaRPr>
          </a:p>
        </p:txBody>
      </p:sp>
      <p:sp>
        <p:nvSpPr>
          <p:cNvPr id="7171" name="Rectangle 4"/>
          <p:cNvSpPr>
            <a:spLocks noGrp="1" noChangeArrowheads="1"/>
          </p:cNvSpPr>
          <p:nvPr>
            <p:ph type="ctrTitle" idx="4294967295"/>
          </p:nvPr>
        </p:nvSpPr>
        <p:spPr>
          <a:xfrm>
            <a:off x="539750" y="1628775"/>
            <a:ext cx="7772400" cy="1462088"/>
          </a:xfrm>
          <a:ln>
            <a:miter/>
          </a:ln>
        </p:spPr>
        <p:txBody>
          <a:bodyPr vert="horz" wrap="square" lIns="91440" tIns="45720" rIns="91440" bIns="45720" numCol="1" anchor="b"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CN" sz="4400" b="1" i="0" u="none" strike="noStrike" kern="1200" cap="none" spc="0" normalizeH="0" baseline="0" noProof="0" dirty="0">
                <a:ln>
                  <a:noFill/>
                </a:ln>
                <a:solidFill>
                  <a:srgbClr val="800000"/>
                </a:solidFill>
                <a:effectLst/>
                <a:uLnTx/>
                <a:uFillTx/>
                <a:latin typeface="+mj-ea"/>
                <a:ea typeface="+mj-ea"/>
                <a:cs typeface="+mj-cs"/>
              </a:rPr>
              <a:t>§7.1 </a:t>
            </a:r>
            <a:r>
              <a:rPr kumimoji="0" lang="zh-CN" altLang="en-US" sz="4400" b="1" i="0" u="none" strike="noStrike" kern="1200" cap="none" spc="0" normalizeH="0" baseline="0" noProof="0" dirty="0">
                <a:ln>
                  <a:noFill/>
                </a:ln>
                <a:solidFill>
                  <a:srgbClr val="800000"/>
                </a:solidFill>
                <a:effectLst/>
                <a:uLnTx/>
                <a:uFillTx/>
                <a:latin typeface="+mj-ea"/>
                <a:ea typeface="+mj-ea"/>
                <a:cs typeface="+mj-cs"/>
              </a:rPr>
              <a:t>可编程定时器</a:t>
            </a:r>
            <a:r>
              <a:rPr kumimoji="0" lang="en-US" altLang="zh-CN" sz="4400" b="1" i="0" u="none" strike="noStrike" kern="1200" cap="none" spc="0" normalizeH="0" baseline="0" noProof="0" dirty="0">
                <a:ln>
                  <a:noFill/>
                </a:ln>
                <a:solidFill>
                  <a:srgbClr val="800000"/>
                </a:solidFill>
                <a:effectLst/>
                <a:uLnTx/>
                <a:uFillTx/>
                <a:latin typeface="+mj-ea"/>
                <a:ea typeface="+mj-ea"/>
                <a:cs typeface="+mj-cs"/>
              </a:rPr>
              <a:t>8253</a:t>
            </a:r>
            <a:endParaRPr kumimoji="0" lang="en-US" altLang="zh-CN" sz="4400" b="1" i="0" u="none" strike="noStrike" kern="1200" cap="none" spc="0" normalizeH="0" baseline="0" noProof="0" dirty="0">
              <a:ln>
                <a:noFill/>
              </a:ln>
              <a:solidFill>
                <a:srgbClr val="800000"/>
              </a:solidFill>
              <a:effectLst/>
              <a:uLnTx/>
              <a:uFillTx/>
              <a:latin typeface="+mj-ea"/>
              <a:ea typeface="+mj-ea"/>
              <a:cs typeface="+mj-cs"/>
            </a:endParaRPr>
          </a:p>
        </p:txBody>
      </p:sp>
    </p:spTree>
  </p:cSld>
  <p:clrMapOvr>
    <a:masterClrMapping/>
  </p:clrMapOvr>
  <p:transition spd="slow">
    <p:zoom/>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47462" name="Rectangle 6"/>
          <p:cNvSpPr>
            <a:spLocks noGrp="1" noChangeArrowheads="1"/>
          </p:cNvSpPr>
          <p:nvPr>
            <p:ph type="ctrTitle"/>
          </p:nvPr>
        </p:nvSpPr>
        <p:spPr>
          <a:xfrm>
            <a:off x="1087438" y="908050"/>
            <a:ext cx="3124200" cy="863600"/>
          </a:xfrm>
          <a:ln>
            <a:miter/>
          </a:ln>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4400" b="0" i="0" u="none" strike="noStrike" kern="1200" cap="none" spc="0" normalizeH="0" baseline="0" noProof="0" dirty="0">
                <a:ln>
                  <a:noFill/>
                </a:ln>
                <a:solidFill>
                  <a:srgbClr val="C00000"/>
                </a:solidFill>
                <a:effectLst/>
                <a:uLnTx/>
                <a:uFillTx/>
                <a:latin typeface="+mj-ea"/>
                <a:ea typeface="+mj-ea"/>
                <a:cs typeface="Arial" panose="020B0604020202020204" pitchFamily="34" charset="0"/>
              </a:rPr>
              <a:t>7.1.1 </a:t>
            </a:r>
            <a:r>
              <a:rPr kumimoji="0" lang="zh-CN" altLang="en-US" sz="4400" b="0" i="0" u="none" strike="noStrike" kern="1200" cap="none" spc="0" normalizeH="0" baseline="0" noProof="0" dirty="0">
                <a:ln>
                  <a:noFill/>
                </a:ln>
                <a:solidFill>
                  <a:srgbClr val="C00000"/>
                </a:solidFill>
                <a:effectLst/>
                <a:uLnTx/>
                <a:uFillTx/>
                <a:latin typeface="+mj-ea"/>
                <a:ea typeface="+mj-ea"/>
                <a:cs typeface="+mj-cs"/>
              </a:rPr>
              <a:t>概述</a:t>
            </a:r>
            <a:endParaRPr kumimoji="0" lang="zh-CN" altLang="en-US" sz="4400" b="0" i="0" u="none" strike="noStrike" kern="1200" cap="none" spc="0" normalizeH="0" baseline="0" noProof="0" dirty="0">
              <a:ln>
                <a:noFill/>
              </a:ln>
              <a:solidFill>
                <a:srgbClr val="C00000"/>
              </a:solidFill>
              <a:effectLst/>
              <a:uLnTx/>
              <a:uFillTx/>
              <a:latin typeface="+mj-ea"/>
              <a:ea typeface="+mj-ea"/>
              <a:cs typeface="+mj-cs"/>
            </a:endParaRPr>
          </a:p>
        </p:txBody>
      </p:sp>
      <p:sp>
        <p:nvSpPr>
          <p:cNvPr id="147463" name="Rectangle 7"/>
          <p:cNvSpPr>
            <a:spLocks noGrp="1" noChangeArrowheads="1"/>
          </p:cNvSpPr>
          <p:nvPr>
            <p:ph type="subTitle" idx="1"/>
          </p:nvPr>
        </p:nvSpPr>
        <p:spPr>
          <a:xfrm>
            <a:off x="323850" y="2492375"/>
            <a:ext cx="8496300" cy="3887788"/>
          </a:xfrm>
          <a:solidFill>
            <a:schemeClr val="accent1"/>
          </a:solidFill>
          <a:ln>
            <a:solidFill>
              <a:srgbClr val="FF00FF"/>
            </a:solidFill>
            <a:miter lim="800000"/>
          </a:ln>
        </p:spPr>
        <p:txBody>
          <a:bodyPr vert="horz" wrap="square" lIns="91440" tIns="45720" rIns="91440" bIns="45720" numCol="1" anchor="t" anchorCtr="0" compatLnSpc="1"/>
          <a:lstStyle/>
          <a:p>
            <a:pPr marL="0" marR="0" lvl="0" indent="0" algn="l" defTabSz="914400" rtl="0" eaLnBrk="0" fontAlgn="base" latinLnBrk="0" hangingPunct="0">
              <a:lnSpc>
                <a:spcPct val="150000"/>
              </a:lnSpc>
              <a:spcBef>
                <a:spcPct val="20000"/>
              </a:spcBef>
              <a:spcAft>
                <a:spcPct val="5000"/>
              </a:spcAft>
              <a:buClr>
                <a:schemeClr val="folHlink"/>
              </a:buClr>
              <a:buSzPct val="60000"/>
              <a:buFont typeface="Wingdings" panose="05000000000000000000" pitchFamily="2" charset="2"/>
              <a:buNone/>
              <a:defRPr/>
            </a:pPr>
            <a:r>
              <a:rPr kumimoji="0" lang="en-US" altLang="zh-CN" sz="32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在微机系统中</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要求对外部信号进行计数或对时间进行精确定时</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计数</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定时器</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计数由外部脉冲信号提供</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当达到设定的计数值时</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输出一个电平信号</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告知外部设备已经计满。定时时间基准由</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8086</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内部时钟源提供，经定时时钟分频后得到所需的时间信号，当定时时间到后也输出</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个电平信号</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告知外部设备定时时间到。     </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Tree>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7347" name="Rectangle 3"/>
          <p:cNvSpPr>
            <a:spLocks noGrp="1" noChangeArrowheads="1"/>
          </p:cNvSpPr>
          <p:nvPr>
            <p:ph idx="1"/>
          </p:nvPr>
        </p:nvSpPr>
        <p:spPr>
          <a:xfrm>
            <a:off x="179388" y="2620963"/>
            <a:ext cx="8785225" cy="2447925"/>
          </a:xfrm>
          <a:solidFill>
            <a:srgbClr val="CCFFCC"/>
          </a:solidFill>
          <a:ln>
            <a:solidFill>
              <a:srgbClr val="FF0000"/>
            </a:solidFill>
            <a:miter lim="800000"/>
          </a:ln>
        </p:spPr>
        <p:txBody>
          <a:bodyPr vert="horz" wrap="square" lIns="91440" tIns="45720" rIns="91440" bIns="45720" numCol="1" anchor="t" anchorCtr="0" compatLnSpc="1"/>
          <a:lstStyle/>
          <a:p>
            <a:pPr marL="0" marR="0" lvl="0" indent="0" algn="just" defTabSz="914400" rtl="0" eaLnBrk="0" fontAlgn="base" latinLnBrk="0" hangingPunct="0">
              <a:lnSpc>
                <a:spcPct val="150000"/>
              </a:lnSpc>
              <a:spcBef>
                <a:spcPct val="20000"/>
              </a:spcBef>
              <a:spcAft>
                <a:spcPct val="5000"/>
              </a:spcAft>
              <a:buClr>
                <a:schemeClr val="folHlink"/>
              </a:buClr>
              <a:buSzPct val="60000"/>
              <a:buFontTx/>
              <a:buNone/>
              <a:defRPr/>
            </a:pPr>
            <a:r>
              <a:rPr kumimoji="0" lang="en-US" altLang="zh-CN" sz="28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利用</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CPU</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每执行一条指令都需要几个固定的指令周期的原理，</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因此执行一个程序段就需要一定的时间，</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运用软件编程的方式，</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通过改变指令执行的循环次数就可以控制定时时间，由于它占用了</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CPU</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，因而降低了</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CPU</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的利用率。 </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57350" name="Rectangle 6"/>
          <p:cNvSpPr>
            <a:spLocks noChangeArrowheads="1"/>
          </p:cNvSpPr>
          <p:nvPr/>
        </p:nvSpPr>
        <p:spPr bwMode="auto">
          <a:xfrm>
            <a:off x="1082675" y="1082675"/>
            <a:ext cx="7519988" cy="768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4400" b="0" i="0" u="none" strike="noStrike" kern="1200" cap="none" spc="0" normalizeH="0" baseline="0" noProof="0" dirty="0">
                <a:ln>
                  <a:noFill/>
                </a:ln>
                <a:solidFill>
                  <a:srgbClr val="C00000"/>
                </a:solidFill>
                <a:effectLst/>
                <a:uLnTx/>
                <a:uFillTx/>
                <a:latin typeface="+mj-ea"/>
                <a:ea typeface="+mj-ea"/>
                <a:cs typeface="+mn-cs"/>
              </a:rPr>
              <a:t>7.1.2</a:t>
            </a:r>
            <a:r>
              <a:rPr kumimoji="0" lang="zh-CN" altLang="en-US" sz="4400" b="0" i="0" u="none" strike="noStrike" kern="1200" cap="none" spc="0" normalizeH="0" baseline="0" noProof="0" dirty="0">
                <a:ln>
                  <a:noFill/>
                </a:ln>
                <a:solidFill>
                  <a:srgbClr val="C00000"/>
                </a:solidFill>
                <a:effectLst/>
                <a:uLnTx/>
                <a:uFillTx/>
                <a:latin typeface="+mj-ea"/>
                <a:ea typeface="+mj-ea"/>
                <a:cs typeface="+mn-cs"/>
              </a:rPr>
              <a:t> 定时与计数的三种方式</a:t>
            </a:r>
            <a:endParaRPr kumimoji="0" lang="zh-CN" altLang="en-US" sz="4400" b="0" i="0" u="none" strike="noStrike" kern="1200" cap="none" spc="0" normalizeH="0" baseline="0" noProof="0" dirty="0">
              <a:ln>
                <a:noFill/>
              </a:ln>
              <a:solidFill>
                <a:srgbClr val="C00000"/>
              </a:solidFill>
              <a:effectLst/>
              <a:uLnTx/>
              <a:uFillTx/>
              <a:latin typeface="+mj-ea"/>
              <a:ea typeface="+mj-ea"/>
              <a:cs typeface="+mn-cs"/>
            </a:endParaRPr>
          </a:p>
        </p:txBody>
      </p:sp>
      <p:sp>
        <p:nvSpPr>
          <p:cNvPr id="46084" name="Rectangle 8"/>
          <p:cNvSpPr/>
          <p:nvPr/>
        </p:nvSpPr>
        <p:spPr>
          <a:xfrm>
            <a:off x="179388" y="5229225"/>
            <a:ext cx="8785225" cy="1512888"/>
          </a:xfrm>
          <a:prstGeom prst="rect">
            <a:avLst/>
          </a:prstGeom>
          <a:no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Aft>
                <a:spcPct val="0"/>
              </a:spcAft>
              <a:buClrTx/>
              <a:buSzTx/>
              <a:buNone/>
            </a:pPr>
            <a:r>
              <a:rPr lang="zh-CN" altLang="en-US" b="0" dirty="0">
                <a:solidFill>
                  <a:schemeClr val="tx1"/>
                </a:solidFill>
                <a:latin typeface="宋体" panose="02010600030101010101" pitchFamily="2" charset="-122"/>
                <a:ea typeface="宋体" panose="02010600030101010101" pitchFamily="2" charset="-122"/>
              </a:rPr>
              <a:t>例</a:t>
            </a:r>
            <a:r>
              <a:rPr lang="en-US" altLang="zh-CN" b="0" dirty="0">
                <a:solidFill>
                  <a:schemeClr val="tx1"/>
                </a:solidFill>
                <a:latin typeface="宋体" panose="02010600030101010101" pitchFamily="2" charset="-122"/>
                <a:ea typeface="宋体" panose="02010600030101010101" pitchFamily="2" charset="-122"/>
              </a:rPr>
              <a:t>:         MOV  CX,1000H</a:t>
            </a:r>
            <a:endParaRPr lang="en-US" altLang="zh-CN" b="0" dirty="0">
              <a:solidFill>
                <a:schemeClr val="tx1"/>
              </a:solidFill>
              <a:latin typeface="宋体" panose="02010600030101010101" pitchFamily="2" charset="-122"/>
              <a:ea typeface="宋体" panose="02010600030101010101" pitchFamily="2" charset="-122"/>
            </a:endParaRPr>
          </a:p>
          <a:p>
            <a:pPr marL="0" lvl="0" indent="0" algn="just">
              <a:lnSpc>
                <a:spcPct val="100000"/>
              </a:lnSpc>
              <a:spcAft>
                <a:spcPct val="0"/>
              </a:spcAft>
              <a:buClrTx/>
              <a:buSzTx/>
              <a:buNone/>
            </a:pPr>
            <a:r>
              <a:rPr lang="en-US" altLang="zh-CN" b="0" dirty="0">
                <a:solidFill>
                  <a:schemeClr val="tx1"/>
                </a:solidFill>
                <a:latin typeface="宋体" panose="02010600030101010101" pitchFamily="2" charset="-122"/>
                <a:ea typeface="宋体" panose="02010600030101010101" pitchFamily="2" charset="-122"/>
              </a:rPr>
              <a:t>     DEALY: MOV  BX,1000H</a:t>
            </a:r>
            <a:endParaRPr lang="en-US" altLang="zh-CN" b="0" dirty="0">
              <a:solidFill>
                <a:schemeClr val="tx1"/>
              </a:solidFill>
              <a:latin typeface="宋体" panose="02010600030101010101" pitchFamily="2" charset="-122"/>
              <a:ea typeface="宋体" panose="02010600030101010101" pitchFamily="2" charset="-122"/>
            </a:endParaRPr>
          </a:p>
          <a:p>
            <a:pPr marL="0" lvl="0" indent="0" algn="just">
              <a:lnSpc>
                <a:spcPct val="100000"/>
              </a:lnSpc>
              <a:spcAft>
                <a:spcPct val="0"/>
              </a:spcAft>
              <a:buClrTx/>
              <a:buSzTx/>
              <a:buNone/>
            </a:pPr>
            <a:r>
              <a:rPr lang="en-US" altLang="zh-CN" b="0" dirty="0">
                <a:solidFill>
                  <a:schemeClr val="tx1"/>
                </a:solidFill>
                <a:latin typeface="宋体" panose="02010600030101010101" pitchFamily="2" charset="-122"/>
                <a:ea typeface="宋体" panose="02010600030101010101" pitchFamily="2" charset="-122"/>
              </a:rPr>
              <a:t>            LOOP  DEALY</a:t>
            </a:r>
            <a:endParaRPr lang="en-US" altLang="zh-CN" dirty="0">
              <a:solidFill>
                <a:schemeClr val="tx1"/>
              </a:solidFill>
              <a:latin typeface="宋体" panose="02010600030101010101" pitchFamily="2" charset="-122"/>
              <a:ea typeface="宋体" panose="02010600030101010101" pitchFamily="2" charset="-122"/>
            </a:endParaRPr>
          </a:p>
        </p:txBody>
      </p:sp>
      <p:sp>
        <p:nvSpPr>
          <p:cNvPr id="46085" name="Rectangle 9"/>
          <p:cNvSpPr/>
          <p:nvPr/>
        </p:nvSpPr>
        <p:spPr>
          <a:xfrm>
            <a:off x="179388" y="5154613"/>
            <a:ext cx="8785225" cy="73025"/>
          </a:xfrm>
          <a:prstGeom prst="rect">
            <a:avLst/>
          </a:prstGeom>
          <a:gradFill rotWithShape="1">
            <a:gsLst>
              <a:gs pos="0">
                <a:srgbClr val="FF00FF"/>
              </a:gs>
              <a:gs pos="100000">
                <a:srgbClr val="FFBEFF"/>
              </a:gs>
            </a:gsLst>
            <a:lin ang="0" scaled="1"/>
            <a:tileRect/>
          </a:gra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46086" name="文本框 1"/>
          <p:cNvSpPr txBox="1"/>
          <p:nvPr/>
        </p:nvSpPr>
        <p:spPr>
          <a:xfrm>
            <a:off x="468313" y="2011363"/>
            <a:ext cx="3024187" cy="585787"/>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3200" b="0" dirty="0">
                <a:solidFill>
                  <a:srgbClr val="FF0000"/>
                </a:solidFill>
                <a:latin typeface="Arial" panose="020B0604020202020204" pitchFamily="34" charset="0"/>
              </a:rPr>
              <a:t>（</a:t>
            </a:r>
            <a:r>
              <a:rPr lang="en-US" altLang="zh-CN" sz="3200" b="0" dirty="0">
                <a:solidFill>
                  <a:srgbClr val="FF0000"/>
                </a:solidFill>
                <a:latin typeface="Arial" panose="020B0604020202020204" pitchFamily="34" charset="0"/>
              </a:rPr>
              <a:t>1</a:t>
            </a:r>
            <a:r>
              <a:rPr lang="zh-CN" altLang="en-US" sz="3200" b="0" dirty="0">
                <a:solidFill>
                  <a:srgbClr val="FF0000"/>
                </a:solidFill>
                <a:latin typeface="Arial" panose="020B0604020202020204" pitchFamily="34" charset="0"/>
              </a:rPr>
              <a:t>）软件定时</a:t>
            </a:r>
            <a:endParaRPr lang="zh-CN" altLang="en-US" sz="3200" b="0" dirty="0">
              <a:solidFill>
                <a:srgbClr val="FF0000"/>
              </a:solidFill>
              <a:latin typeface="Arial" panose="020B0604020202020204" pitchFamily="34" charset="0"/>
            </a:endParaRPr>
          </a:p>
        </p:txBody>
      </p:sp>
    </p:spTree>
  </p:cSld>
  <p:clrMapOvr>
    <a:masterClrMapping/>
  </p:clrMapOvr>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7106" name="Rectangle 2"/>
          <p:cNvSpPr>
            <a:spLocks noGrp="1"/>
          </p:cNvSpPr>
          <p:nvPr>
            <p:ph idx="1"/>
          </p:nvPr>
        </p:nvSpPr>
        <p:spPr>
          <a:xfrm>
            <a:off x="395288" y="5445125"/>
            <a:ext cx="8461375" cy="1296988"/>
          </a:xfrm>
          <a:solidFill>
            <a:srgbClr val="CCFFCC">
              <a:alpha val="61960"/>
            </a:srgbClr>
          </a:solidFill>
          <a:ln>
            <a:solidFill>
              <a:srgbClr val="3366FF">
                <a:alpha val="100000"/>
              </a:srgbClr>
            </a:solidFill>
            <a:miter lim="800000"/>
          </a:ln>
        </p:spPr>
        <p:txBody>
          <a:bodyPr vert="horz" wrap="square" lIns="91440" tIns="45720" rIns="91440" bIns="45720" anchor="t" anchorCtr="0"/>
          <a:p>
            <a:pPr marL="0" indent="0" algn="just">
              <a:lnSpc>
                <a:spcPct val="150000"/>
              </a:lnSpc>
              <a:buNone/>
            </a:pPr>
            <a:r>
              <a:rPr lang="en-US" altLang="zh-CN" dirty="0">
                <a:latin typeface="宋体" panose="02010600030101010101" pitchFamily="2" charset="-122"/>
              </a:rPr>
              <a:t>   </a:t>
            </a:r>
            <a:r>
              <a:rPr lang="zh-CN" altLang="en-US" sz="2400" dirty="0">
                <a:latin typeface="宋体" panose="02010600030101010101" pitchFamily="2" charset="-122"/>
              </a:rPr>
              <a:t>由硬件和软件相结合</a:t>
            </a:r>
            <a:r>
              <a:rPr lang="en-US" altLang="zh-CN" sz="2400" dirty="0">
                <a:latin typeface="宋体" panose="02010600030101010101" pitchFamily="2" charset="-122"/>
              </a:rPr>
              <a:t>, </a:t>
            </a:r>
            <a:r>
              <a:rPr lang="zh-CN" altLang="en-US" sz="2400" dirty="0">
                <a:latin typeface="宋体" panose="02010600030101010101" pitchFamily="2" charset="-122"/>
              </a:rPr>
              <a:t>可以有多种定时和计数工作方式供选用，可应用与各中不同型号的计算机系统。</a:t>
            </a:r>
            <a:endParaRPr lang="zh-CN" altLang="en-US" sz="2400" dirty="0">
              <a:latin typeface="宋体" panose="02010600030101010101" pitchFamily="2" charset="-122"/>
            </a:endParaRPr>
          </a:p>
        </p:txBody>
      </p:sp>
      <p:sp>
        <p:nvSpPr>
          <p:cNvPr id="47107" name="Rectangle 3"/>
          <p:cNvSpPr/>
          <p:nvPr/>
        </p:nvSpPr>
        <p:spPr>
          <a:xfrm>
            <a:off x="395288" y="3043238"/>
            <a:ext cx="8461375" cy="1200150"/>
          </a:xfrm>
          <a:prstGeom prst="rect">
            <a:avLst/>
          </a:prstGeom>
          <a:solidFill>
            <a:schemeClr val="accent1"/>
          </a:solidFill>
          <a:ln w="9525" cap="flat" cmpd="sng">
            <a:solidFill>
              <a:srgbClr val="FF0000"/>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50000"/>
              </a:lnSpc>
              <a:spcAft>
                <a:spcPct val="0"/>
              </a:spcAft>
              <a:buClrTx/>
              <a:buSzTx/>
              <a:buFont typeface="Arial" panose="020B0604020202020204" pitchFamily="34" charset="0"/>
              <a:buNone/>
            </a:pPr>
            <a:r>
              <a:rPr lang="en-US" altLang="zh-CN" sz="2400" dirty="0">
                <a:solidFill>
                  <a:schemeClr val="tx1"/>
                </a:solidFill>
                <a:latin typeface="楷体_GB2312" pitchFamily="1" charset="-122"/>
              </a:rPr>
              <a:t>   </a:t>
            </a:r>
            <a:r>
              <a:rPr lang="zh-CN" altLang="en-US" sz="2400" dirty="0">
                <a:solidFill>
                  <a:schemeClr val="tx1"/>
                </a:solidFill>
                <a:latin typeface="楷体_GB2312" pitchFamily="1" charset="-122"/>
              </a:rPr>
              <a:t>利用专门的定时电路实现精确定时。不受控制</a:t>
            </a:r>
            <a:r>
              <a:rPr lang="en-US" altLang="zh-CN" sz="2400" dirty="0">
                <a:solidFill>
                  <a:schemeClr val="tx1"/>
                </a:solidFill>
                <a:latin typeface="楷体_GB2312" pitchFamily="1" charset="-122"/>
              </a:rPr>
              <a:t>,</a:t>
            </a:r>
            <a:r>
              <a:rPr lang="zh-CN" altLang="en-US" sz="2400" dirty="0">
                <a:solidFill>
                  <a:schemeClr val="tx1"/>
                </a:solidFill>
                <a:latin typeface="楷体_GB2312" pitchFamily="1" charset="-122"/>
              </a:rPr>
              <a:t>无法修改。如</a:t>
            </a:r>
            <a:r>
              <a:rPr lang="en-US" altLang="zh-CN" sz="2400" dirty="0">
                <a:solidFill>
                  <a:schemeClr val="tx1"/>
                </a:solidFill>
                <a:latin typeface="楷体_GB2312" pitchFamily="1" charset="-122"/>
              </a:rPr>
              <a:t>555</a:t>
            </a:r>
            <a:r>
              <a:rPr lang="zh-CN" altLang="en-US" sz="2400" dirty="0">
                <a:solidFill>
                  <a:schemeClr val="tx1"/>
                </a:solidFill>
                <a:latin typeface="楷体_GB2312" pitchFamily="1" charset="-122"/>
              </a:rPr>
              <a:t>电路。</a:t>
            </a:r>
            <a:endParaRPr lang="zh-CN" altLang="en-US" sz="2400" dirty="0">
              <a:solidFill>
                <a:schemeClr val="tx1"/>
              </a:solidFill>
              <a:latin typeface="楷体_GB2312" pitchFamily="1" charset="-122"/>
            </a:endParaRPr>
          </a:p>
        </p:txBody>
      </p:sp>
      <p:sp>
        <p:nvSpPr>
          <p:cNvPr id="47108" name="Rectangle 4"/>
          <p:cNvSpPr/>
          <p:nvPr/>
        </p:nvSpPr>
        <p:spPr>
          <a:xfrm>
            <a:off x="571500" y="2089150"/>
            <a:ext cx="2884488" cy="584200"/>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3200" b="0" dirty="0">
                <a:solidFill>
                  <a:srgbClr val="FF3300"/>
                </a:solidFill>
                <a:latin typeface="楷体_GB2312" pitchFamily="1" charset="-122"/>
              </a:rPr>
              <a:t>（</a:t>
            </a:r>
            <a:r>
              <a:rPr lang="en-US" altLang="zh-CN" sz="3200" b="0" dirty="0">
                <a:solidFill>
                  <a:srgbClr val="FF3300"/>
                </a:solidFill>
                <a:latin typeface="楷体_GB2312" pitchFamily="1" charset="-122"/>
              </a:rPr>
              <a:t>2</a:t>
            </a:r>
            <a:r>
              <a:rPr lang="zh-CN" altLang="en-US" sz="3200" b="0" dirty="0">
                <a:solidFill>
                  <a:srgbClr val="FF3300"/>
                </a:solidFill>
                <a:latin typeface="楷体_GB2312" pitchFamily="1" charset="-122"/>
              </a:rPr>
              <a:t>）硬件定时</a:t>
            </a:r>
            <a:endParaRPr lang="zh-CN" altLang="en-US" sz="3200" b="0" dirty="0">
              <a:solidFill>
                <a:srgbClr val="FF3300"/>
              </a:solidFill>
              <a:latin typeface="楷体_GB2312" pitchFamily="1" charset="-122"/>
            </a:endParaRPr>
          </a:p>
        </p:txBody>
      </p:sp>
      <p:sp>
        <p:nvSpPr>
          <p:cNvPr id="47109" name="Rectangle 5"/>
          <p:cNvSpPr/>
          <p:nvPr/>
        </p:nvSpPr>
        <p:spPr>
          <a:xfrm>
            <a:off x="549275" y="4489450"/>
            <a:ext cx="5767388" cy="585788"/>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3200" b="0" dirty="0">
                <a:solidFill>
                  <a:srgbClr val="FF3300"/>
                </a:solidFill>
                <a:latin typeface="楷体_GB2312" pitchFamily="1" charset="-122"/>
              </a:rPr>
              <a:t>（</a:t>
            </a:r>
            <a:r>
              <a:rPr lang="en-US" altLang="zh-CN" sz="3200" b="0" dirty="0">
                <a:solidFill>
                  <a:srgbClr val="FF3300"/>
                </a:solidFill>
                <a:latin typeface="楷体_GB2312" pitchFamily="1" charset="-122"/>
              </a:rPr>
              <a:t>3</a:t>
            </a:r>
            <a:r>
              <a:rPr lang="zh-CN" altLang="en-US" sz="3200" b="0" dirty="0">
                <a:solidFill>
                  <a:srgbClr val="FF3300"/>
                </a:solidFill>
                <a:latin typeface="楷体_GB2312" pitchFamily="1" charset="-122"/>
              </a:rPr>
              <a:t>）通用可编程接口芯片定时</a:t>
            </a:r>
            <a:endParaRPr lang="zh-CN" altLang="en-US" sz="3200" b="0" dirty="0">
              <a:solidFill>
                <a:srgbClr val="FF3300"/>
              </a:solidFill>
              <a:latin typeface="楷体_GB2312" pitchFamily="1" charset="-122"/>
            </a:endParaRPr>
          </a:p>
        </p:txBody>
      </p:sp>
    </p:spTree>
  </p:cSld>
  <p:clrMapOvr>
    <a:masterClrMapping/>
  </p:clrMapOvr>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3171" name="Rectangle 3"/>
          <p:cNvSpPr>
            <a:spLocks noGrp="1" noChangeArrowheads="1"/>
          </p:cNvSpPr>
          <p:nvPr>
            <p:ph idx="1"/>
          </p:nvPr>
        </p:nvSpPr>
        <p:spPr>
          <a:xfrm>
            <a:off x="468313" y="2241550"/>
            <a:ext cx="8229600" cy="3529013"/>
          </a:xfrm>
          <a:solidFill>
            <a:schemeClr val="accent1"/>
          </a:solidFill>
          <a:ln>
            <a:solidFill>
              <a:schemeClr val="tx1"/>
            </a:solidFill>
            <a:miter lim="800000"/>
          </a:ln>
        </p:spPr>
        <p:txBody>
          <a:bodyPr vert="horz" wrap="square" lIns="91440" tIns="45720" rIns="91440" bIns="45720" numCol="1" anchor="t" anchorCtr="0" compatLnSpc="1"/>
          <a:lstStyle/>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en-US" altLang="zh-CN" sz="28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   </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8253</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是</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Intel</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公司生产的可编程计数</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定时器芯片。</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8253</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的操作对所在系统没有特殊要求，其通用性强，适用于各种微处理器组成的系统。它有</a:t>
            </a:r>
            <a:r>
              <a:rPr kumimoji="1" lang="en-US" altLang="zh-CN" sz="2400" b="1" i="0" u="none" strike="noStrike" kern="1200" cap="none" spc="0" normalizeH="0" baseline="0" noProof="0" dirty="0">
                <a:ln>
                  <a:noFill/>
                </a:ln>
                <a:solidFill>
                  <a:srgbClr val="FF0000"/>
                </a:solidFill>
                <a:effectLst/>
                <a:uLnTx/>
                <a:uFillTx/>
                <a:latin typeface="+mn-ea"/>
                <a:ea typeface="+mn-ea"/>
                <a:cs typeface="+mn-cs"/>
              </a:rPr>
              <a:t>3</a:t>
            </a:r>
            <a:r>
              <a:rPr kumimoji="1" lang="zh-CN" altLang="en-US" sz="2400" b="1" i="0" u="none" strike="noStrike" kern="1200" cap="none" spc="0" normalizeH="0" baseline="0" noProof="0" dirty="0">
                <a:ln>
                  <a:noFill/>
                </a:ln>
                <a:solidFill>
                  <a:srgbClr val="FF0000"/>
                </a:solidFill>
                <a:effectLst/>
                <a:uLnTx/>
                <a:uFillTx/>
                <a:latin typeface="+mn-ea"/>
                <a:ea typeface="+mn-ea"/>
                <a:cs typeface="+mn-cs"/>
              </a:rPr>
              <a:t>个独立的</a:t>
            </a:r>
            <a:r>
              <a:rPr kumimoji="1" lang="en-US" altLang="zh-CN" sz="2400" b="1" i="0" u="none" strike="noStrike" kern="1200" cap="none" spc="0" normalizeH="0" baseline="0" noProof="0" dirty="0">
                <a:ln>
                  <a:noFill/>
                </a:ln>
                <a:solidFill>
                  <a:srgbClr val="FF0000"/>
                </a:solidFill>
                <a:effectLst/>
                <a:uLnTx/>
                <a:uFillTx/>
                <a:latin typeface="+mn-ea"/>
                <a:ea typeface="+mn-ea"/>
                <a:cs typeface="+mn-cs"/>
              </a:rPr>
              <a:t>16</a:t>
            </a:r>
            <a:r>
              <a:rPr kumimoji="1" lang="zh-CN" altLang="en-US" sz="2400" b="1" i="0" u="none" strike="noStrike" kern="1200" cap="none" spc="0" normalizeH="0" baseline="0" noProof="0" dirty="0">
                <a:ln>
                  <a:noFill/>
                </a:ln>
                <a:solidFill>
                  <a:srgbClr val="FF0000"/>
                </a:solidFill>
                <a:effectLst/>
                <a:uLnTx/>
                <a:uFillTx/>
                <a:latin typeface="+mn-ea"/>
                <a:ea typeface="+mn-ea"/>
                <a:cs typeface="+mn-cs"/>
              </a:rPr>
              <a:t>位减</a:t>
            </a:r>
            <a:r>
              <a:rPr kumimoji="1" lang="en-US" altLang="zh-CN" sz="2400" b="1" i="0" u="none" strike="noStrike" kern="1200" cap="none" spc="0" normalizeH="0" baseline="0" noProof="0" dirty="0">
                <a:ln>
                  <a:noFill/>
                </a:ln>
                <a:solidFill>
                  <a:srgbClr val="FF0000"/>
                </a:solidFill>
                <a:effectLst/>
                <a:uLnTx/>
                <a:uFillTx/>
                <a:latin typeface="+mn-ea"/>
                <a:ea typeface="+mn-ea"/>
                <a:cs typeface="+mn-cs"/>
              </a:rPr>
              <a:t>1</a:t>
            </a:r>
            <a:r>
              <a:rPr kumimoji="1" lang="zh-CN" altLang="en-US" sz="2400" b="1" i="0" u="none" strike="noStrike" kern="1200" cap="none" spc="0" normalizeH="0" baseline="0" noProof="0" dirty="0">
                <a:ln>
                  <a:noFill/>
                </a:ln>
                <a:solidFill>
                  <a:srgbClr val="FF0000"/>
                </a:solidFill>
                <a:effectLst/>
                <a:uLnTx/>
                <a:uFillTx/>
                <a:latin typeface="+mn-ea"/>
                <a:ea typeface="+mn-ea"/>
                <a:cs typeface="+mn-cs"/>
              </a:rPr>
              <a:t>计数器，每个计数器有</a:t>
            </a:r>
            <a:r>
              <a:rPr kumimoji="1" lang="en-US" altLang="zh-CN" sz="2400" b="1" i="0" u="none" strike="noStrike" kern="1200" cap="none" spc="0" normalizeH="0" baseline="0" noProof="0" dirty="0">
                <a:ln>
                  <a:noFill/>
                </a:ln>
                <a:solidFill>
                  <a:srgbClr val="FF0000"/>
                </a:solidFill>
                <a:effectLst/>
                <a:uLnTx/>
                <a:uFillTx/>
                <a:latin typeface="+mn-ea"/>
                <a:ea typeface="+mn-ea"/>
                <a:cs typeface="+mn-cs"/>
              </a:rPr>
              <a:t>6</a:t>
            </a:r>
            <a:r>
              <a:rPr kumimoji="1" lang="zh-CN" altLang="en-US" sz="2400" b="1" i="0" u="none" strike="noStrike" kern="1200" cap="none" spc="0" normalizeH="0" baseline="0" noProof="0" dirty="0">
                <a:ln>
                  <a:noFill/>
                </a:ln>
                <a:solidFill>
                  <a:srgbClr val="FF0000"/>
                </a:solidFill>
                <a:effectLst/>
                <a:uLnTx/>
                <a:uFillTx/>
                <a:latin typeface="+mn-ea"/>
                <a:ea typeface="+mn-ea"/>
                <a:cs typeface="+mn-cs"/>
              </a:rPr>
              <a:t>种工作方式</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，能进行</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2</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进制或</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10</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进制（</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BCD</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码）计数或定时操作，计数速率可达</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2MHz</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，所有的输入</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输出都与</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TTL</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电平兼容。 </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263172" name="Rectangle 4"/>
          <p:cNvSpPr>
            <a:spLocks noChangeArrowheads="1"/>
          </p:cNvSpPr>
          <p:nvPr/>
        </p:nvSpPr>
        <p:spPr bwMode="auto">
          <a:xfrm>
            <a:off x="1116013" y="1125538"/>
            <a:ext cx="6519863" cy="768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4400" b="0" i="0" u="none" strike="noStrike" kern="1200" cap="none" spc="0" normalizeH="0" baseline="0" noProof="0" dirty="0">
                <a:ln>
                  <a:noFill/>
                </a:ln>
                <a:solidFill>
                  <a:srgbClr val="C00000"/>
                </a:solidFill>
                <a:effectLst/>
                <a:uLnTx/>
                <a:uFillTx/>
                <a:latin typeface="+mj-ea"/>
                <a:ea typeface="+mj-ea"/>
                <a:cs typeface="+mn-cs"/>
              </a:rPr>
              <a:t>7.1.3 8253</a:t>
            </a:r>
            <a:r>
              <a:rPr kumimoji="0" lang="zh-CN" altLang="en-US" sz="4400" b="0" i="0" u="none" strike="noStrike" kern="1200" cap="none" spc="0" normalizeH="0" baseline="0" noProof="0" dirty="0">
                <a:ln>
                  <a:noFill/>
                </a:ln>
                <a:solidFill>
                  <a:srgbClr val="C00000"/>
                </a:solidFill>
                <a:effectLst/>
                <a:uLnTx/>
                <a:uFillTx/>
                <a:latin typeface="+mj-ea"/>
                <a:ea typeface="+mj-ea"/>
                <a:cs typeface="+mn-cs"/>
              </a:rPr>
              <a:t>的结构及引脚</a:t>
            </a:r>
            <a:endParaRPr kumimoji="0" lang="zh-CN" altLang="en-US" sz="4400" b="0" i="0" u="none" strike="noStrike" kern="1200" cap="none" spc="0" normalizeH="0" baseline="0" noProof="0" dirty="0">
              <a:ln>
                <a:noFill/>
              </a:ln>
              <a:solidFill>
                <a:srgbClr val="C00000"/>
              </a:solidFill>
              <a:effectLst/>
              <a:uLnTx/>
              <a:uFillTx/>
              <a:latin typeface="+mj-ea"/>
              <a:ea typeface="+mj-ea"/>
              <a:cs typeface="+mn-cs"/>
            </a:endParaRPr>
          </a:p>
        </p:txBody>
      </p:sp>
      <p:sp>
        <p:nvSpPr>
          <p:cNvPr id="48132" name="矩形 1"/>
          <p:cNvSpPr/>
          <p:nvPr/>
        </p:nvSpPr>
        <p:spPr>
          <a:xfrm>
            <a:off x="1981200" y="5876925"/>
            <a:ext cx="4787900" cy="904875"/>
          </a:xfrm>
          <a:prstGeom prst="rect">
            <a:avLst/>
          </a:prstGeom>
          <a:noFill/>
          <a:ln w="28575" cap="flat" cmpd="sng">
            <a:solidFill>
              <a:schemeClr val="tx1"/>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457200" lvl="1" indent="0">
              <a:spcAft>
                <a:spcPct val="0"/>
              </a:spcAft>
              <a:buClr>
                <a:schemeClr val="bg2"/>
              </a:buClr>
              <a:buSzPct val="60000"/>
              <a:buFont typeface="Arial" panose="020B0604020202020204" pitchFamily="34" charset="0"/>
              <a:buNone/>
            </a:pPr>
            <a:r>
              <a:rPr lang="zh-CN" altLang="en-US" dirty="0">
                <a:solidFill>
                  <a:schemeClr val="hlink"/>
                </a:solidFill>
                <a:latin typeface="Arial" panose="020B0604020202020204" pitchFamily="34" charset="0"/>
                <a:ea typeface="宋体" panose="02010600030101010101" pitchFamily="2" charset="-122"/>
              </a:rPr>
              <a:t>根据计数脉冲的频率及需要定时的时间长度确定计数初值</a:t>
            </a:r>
            <a:endParaRPr lang="zh-CN" altLang="en-US" dirty="0">
              <a:solidFill>
                <a:schemeClr val="hlink"/>
              </a:solidFill>
              <a:latin typeface="Arial" panose="020B0604020202020204" pitchFamily="34" charset="0"/>
              <a:ea typeface="宋体" panose="02010600030101010101" pitchFamily="2" charset="-122"/>
            </a:endParaRPr>
          </a:p>
        </p:txBody>
      </p:sp>
    </p:spTree>
  </p:cSld>
  <p:clrMapOvr>
    <a:masterClrMapping/>
  </p:clrMapOvr>
  <p:transition spd="slow">
    <p:zoom/>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9154" name="Rectangle 3"/>
          <p:cNvSpPr/>
          <p:nvPr/>
        </p:nvSpPr>
        <p:spPr>
          <a:xfrm>
            <a:off x="1763713" y="2205038"/>
            <a:ext cx="1784350" cy="4464050"/>
          </a:xfrm>
          <a:prstGeom prst="rect">
            <a:avLst/>
          </a:prstGeom>
          <a:solidFill>
            <a:srgbClr val="99CCFF"/>
          </a:solidFill>
          <a:ln w="25400" cap="sq"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49155" name="AutoShape 4"/>
          <p:cNvSpPr/>
          <p:nvPr/>
        </p:nvSpPr>
        <p:spPr>
          <a:xfrm>
            <a:off x="739775" y="2540000"/>
            <a:ext cx="1035050" cy="369888"/>
          </a:xfrm>
          <a:prstGeom prst="leftRightArrow">
            <a:avLst>
              <a:gd name="adj1" fmla="val 50000"/>
              <a:gd name="adj2" fmla="val 56691"/>
            </a:avLst>
          </a:prstGeom>
          <a:solidFill>
            <a:srgbClr val="FF0000"/>
          </a:solidFill>
          <a:ln w="25400" cap="sq" cmpd="sng">
            <a:solidFill>
              <a:srgbClr val="FF0000"/>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49156" name="Text Box 5"/>
          <p:cNvSpPr txBox="1"/>
          <p:nvPr/>
        </p:nvSpPr>
        <p:spPr>
          <a:xfrm>
            <a:off x="236538" y="2546350"/>
            <a:ext cx="588962" cy="3698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Font typeface="Arial" panose="020B0604020202020204" pitchFamily="34" charset="0"/>
              <a:buNone/>
            </a:pPr>
            <a:r>
              <a:rPr lang="en-US" altLang="zh-CN" sz="1800" dirty="0">
                <a:solidFill>
                  <a:schemeClr val="tx1"/>
                </a:solidFill>
                <a:latin typeface="Arial" panose="020B0604020202020204" pitchFamily="34" charset="0"/>
              </a:rPr>
              <a:t>DB</a:t>
            </a:r>
            <a:endParaRPr lang="en-US" altLang="zh-CN" sz="1800" dirty="0">
              <a:solidFill>
                <a:schemeClr val="tx1"/>
              </a:solidFill>
              <a:latin typeface="Arial" panose="020B0604020202020204" pitchFamily="34" charset="0"/>
            </a:endParaRPr>
          </a:p>
        </p:txBody>
      </p:sp>
      <p:sp>
        <p:nvSpPr>
          <p:cNvPr id="49157" name="Text Box 6"/>
          <p:cNvSpPr txBox="1"/>
          <p:nvPr/>
        </p:nvSpPr>
        <p:spPr>
          <a:xfrm>
            <a:off x="1893888" y="2540000"/>
            <a:ext cx="935037" cy="369888"/>
          </a:xfrm>
          <a:prstGeom prst="rect">
            <a:avLst/>
          </a:prstGeom>
          <a:noFill/>
          <a:ln w="9525">
            <a:noFill/>
          </a:ln>
        </p:spPr>
        <p:txBody>
          <a:bodyPr lIns="0" r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Font typeface="Arial" panose="020B0604020202020204" pitchFamily="34" charset="0"/>
              <a:buNone/>
            </a:pPr>
            <a:r>
              <a:rPr lang="en-US" altLang="zh-CN" sz="1800" dirty="0">
                <a:solidFill>
                  <a:schemeClr val="tx1"/>
                </a:solidFill>
                <a:latin typeface="Arial" panose="020B0604020202020204" pitchFamily="34" charset="0"/>
              </a:rPr>
              <a:t>D7-D0</a:t>
            </a:r>
            <a:endParaRPr lang="en-US" altLang="zh-CN" sz="1800" dirty="0">
              <a:solidFill>
                <a:schemeClr val="tx1"/>
              </a:solidFill>
              <a:latin typeface="Arial" panose="020B0604020202020204" pitchFamily="34" charset="0"/>
            </a:endParaRPr>
          </a:p>
        </p:txBody>
      </p:sp>
      <p:sp>
        <p:nvSpPr>
          <p:cNvPr id="49158" name="Text Box 7"/>
          <p:cNvSpPr txBox="1"/>
          <p:nvPr/>
        </p:nvSpPr>
        <p:spPr>
          <a:xfrm>
            <a:off x="2341563" y="6310313"/>
            <a:ext cx="733425" cy="369887"/>
          </a:xfrm>
          <a:prstGeom prst="rect">
            <a:avLst/>
          </a:prstGeom>
          <a:noFill/>
          <a:ln w="9525">
            <a:noFill/>
          </a:ln>
        </p:spPr>
        <p:txBody>
          <a:bodyPr lIns="0" r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Font typeface="Arial" panose="020B0604020202020204" pitchFamily="34" charset="0"/>
              <a:buNone/>
            </a:pPr>
            <a:r>
              <a:rPr lang="en-US" altLang="zh-CN" sz="1800" dirty="0">
                <a:solidFill>
                  <a:schemeClr val="tx1"/>
                </a:solidFill>
                <a:latin typeface="Arial" panose="020B0604020202020204" pitchFamily="34" charset="0"/>
              </a:rPr>
              <a:t>8253</a:t>
            </a:r>
            <a:endParaRPr lang="en-US" altLang="zh-CN" sz="1800" dirty="0">
              <a:solidFill>
                <a:schemeClr val="tx1"/>
              </a:solidFill>
              <a:latin typeface="Arial" panose="020B0604020202020204" pitchFamily="34" charset="0"/>
            </a:endParaRPr>
          </a:p>
        </p:txBody>
      </p:sp>
      <p:sp>
        <p:nvSpPr>
          <p:cNvPr id="49159" name="Line 8"/>
          <p:cNvSpPr/>
          <p:nvPr/>
        </p:nvSpPr>
        <p:spPr>
          <a:xfrm>
            <a:off x="825500" y="3571875"/>
            <a:ext cx="923925" cy="1588"/>
          </a:xfrm>
          <a:prstGeom prst="line">
            <a:avLst/>
          </a:prstGeom>
          <a:ln w="12700" cap="sq" cmpd="sng">
            <a:solidFill>
              <a:srgbClr val="FF0000"/>
            </a:solidFill>
            <a:prstDash val="solid"/>
            <a:headEnd type="none" w="med" len="med"/>
            <a:tailEnd type="triangle" w="lg" len="lg"/>
          </a:ln>
        </p:spPr>
      </p:sp>
      <p:sp>
        <p:nvSpPr>
          <p:cNvPr id="49160" name="Line 9"/>
          <p:cNvSpPr/>
          <p:nvPr/>
        </p:nvSpPr>
        <p:spPr>
          <a:xfrm>
            <a:off x="825500" y="4005263"/>
            <a:ext cx="923925" cy="0"/>
          </a:xfrm>
          <a:prstGeom prst="line">
            <a:avLst/>
          </a:prstGeom>
          <a:ln w="12700" cap="sq" cmpd="sng">
            <a:solidFill>
              <a:srgbClr val="FF0000"/>
            </a:solidFill>
            <a:prstDash val="solid"/>
            <a:headEnd type="none" w="med" len="med"/>
            <a:tailEnd type="triangle" w="lg" len="lg"/>
          </a:ln>
        </p:spPr>
      </p:sp>
      <p:sp>
        <p:nvSpPr>
          <p:cNvPr id="49161" name="Line 10"/>
          <p:cNvSpPr/>
          <p:nvPr/>
        </p:nvSpPr>
        <p:spPr>
          <a:xfrm>
            <a:off x="800100" y="5156200"/>
            <a:ext cx="949325" cy="1588"/>
          </a:xfrm>
          <a:prstGeom prst="line">
            <a:avLst/>
          </a:prstGeom>
          <a:ln w="12700" cap="sq" cmpd="sng">
            <a:solidFill>
              <a:srgbClr val="FF0000"/>
            </a:solidFill>
            <a:prstDash val="solid"/>
            <a:headEnd type="none" w="med" len="med"/>
            <a:tailEnd type="triangle" w="lg" len="lg"/>
          </a:ln>
        </p:spPr>
      </p:sp>
      <p:sp>
        <p:nvSpPr>
          <p:cNvPr id="49162" name="Line 11"/>
          <p:cNvSpPr/>
          <p:nvPr/>
        </p:nvSpPr>
        <p:spPr>
          <a:xfrm flipV="1">
            <a:off x="920750" y="5734050"/>
            <a:ext cx="784225" cy="15875"/>
          </a:xfrm>
          <a:prstGeom prst="line">
            <a:avLst/>
          </a:prstGeom>
          <a:ln w="12700" cap="sq" cmpd="sng">
            <a:solidFill>
              <a:srgbClr val="FF0000"/>
            </a:solidFill>
            <a:prstDash val="solid"/>
            <a:headEnd type="none" w="med" len="med"/>
            <a:tailEnd type="triangle" w="lg" len="lg"/>
          </a:ln>
        </p:spPr>
      </p:sp>
      <p:sp>
        <p:nvSpPr>
          <p:cNvPr id="49163" name="Line 12"/>
          <p:cNvSpPr/>
          <p:nvPr/>
        </p:nvSpPr>
        <p:spPr>
          <a:xfrm>
            <a:off x="825500" y="4579938"/>
            <a:ext cx="923925" cy="1587"/>
          </a:xfrm>
          <a:prstGeom prst="line">
            <a:avLst/>
          </a:prstGeom>
          <a:ln w="12700" cap="sq" cmpd="sng">
            <a:solidFill>
              <a:srgbClr val="FF0000"/>
            </a:solidFill>
            <a:prstDash val="solid"/>
            <a:headEnd type="none" w="med" len="med"/>
            <a:tailEnd type="triangle" w="lg" len="lg"/>
          </a:ln>
        </p:spPr>
      </p:sp>
      <p:sp>
        <p:nvSpPr>
          <p:cNvPr id="49164" name="Text Box 13"/>
          <p:cNvSpPr txBox="1"/>
          <p:nvPr/>
        </p:nvSpPr>
        <p:spPr>
          <a:xfrm>
            <a:off x="1893888" y="3357563"/>
            <a:ext cx="431800" cy="369887"/>
          </a:xfrm>
          <a:prstGeom prst="rect">
            <a:avLst/>
          </a:prstGeom>
          <a:noFill/>
          <a:ln w="9525">
            <a:noFill/>
          </a:ln>
        </p:spPr>
        <p:txBody>
          <a:bodyPr lIns="0" r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Font typeface="Arial" panose="020B0604020202020204" pitchFamily="34" charset="0"/>
              <a:buNone/>
            </a:pPr>
            <a:r>
              <a:rPr lang="en-US" altLang="zh-CN" sz="1800" dirty="0">
                <a:solidFill>
                  <a:schemeClr val="tx1"/>
                </a:solidFill>
                <a:latin typeface="Arial" panose="020B0604020202020204" pitchFamily="34" charset="0"/>
              </a:rPr>
              <a:t>A1</a:t>
            </a:r>
            <a:endParaRPr lang="en-US" altLang="zh-CN" sz="1800" dirty="0">
              <a:solidFill>
                <a:schemeClr val="tx1"/>
              </a:solidFill>
              <a:latin typeface="Arial" panose="020B0604020202020204" pitchFamily="34" charset="0"/>
            </a:endParaRPr>
          </a:p>
        </p:txBody>
      </p:sp>
      <p:sp>
        <p:nvSpPr>
          <p:cNvPr id="49165" name="Text Box 14"/>
          <p:cNvSpPr txBox="1"/>
          <p:nvPr/>
        </p:nvSpPr>
        <p:spPr>
          <a:xfrm>
            <a:off x="1893888" y="3789363"/>
            <a:ext cx="431800" cy="369887"/>
          </a:xfrm>
          <a:prstGeom prst="rect">
            <a:avLst/>
          </a:prstGeom>
          <a:noFill/>
          <a:ln w="9525">
            <a:noFill/>
          </a:ln>
        </p:spPr>
        <p:txBody>
          <a:bodyPr lIns="0" r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Font typeface="Arial" panose="020B0604020202020204" pitchFamily="34" charset="0"/>
              <a:buNone/>
            </a:pPr>
            <a:r>
              <a:rPr lang="en-US" altLang="zh-CN" sz="1800" dirty="0">
                <a:solidFill>
                  <a:schemeClr val="tx1"/>
                </a:solidFill>
                <a:latin typeface="Arial" panose="020B0604020202020204" pitchFamily="34" charset="0"/>
              </a:rPr>
              <a:t>A0</a:t>
            </a:r>
            <a:endParaRPr lang="en-US" altLang="zh-CN" sz="1800" dirty="0">
              <a:solidFill>
                <a:schemeClr val="tx1"/>
              </a:solidFill>
              <a:latin typeface="Arial" panose="020B0604020202020204" pitchFamily="34" charset="0"/>
            </a:endParaRPr>
          </a:p>
        </p:txBody>
      </p:sp>
      <p:sp>
        <p:nvSpPr>
          <p:cNvPr id="49166" name="Text Box 15"/>
          <p:cNvSpPr txBox="1"/>
          <p:nvPr/>
        </p:nvSpPr>
        <p:spPr>
          <a:xfrm>
            <a:off x="1893888" y="4365625"/>
            <a:ext cx="647700" cy="369888"/>
          </a:xfrm>
          <a:prstGeom prst="rect">
            <a:avLst/>
          </a:prstGeom>
          <a:noFill/>
          <a:ln w="9525">
            <a:noFill/>
          </a:ln>
        </p:spPr>
        <p:txBody>
          <a:bodyPr lIns="0" r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Font typeface="Arial" panose="020B0604020202020204" pitchFamily="34" charset="0"/>
              <a:buNone/>
            </a:pPr>
            <a:r>
              <a:rPr lang="en-US" altLang="zh-CN" sz="1800" dirty="0">
                <a:solidFill>
                  <a:schemeClr val="tx1"/>
                </a:solidFill>
                <a:latin typeface="Arial" panose="020B0604020202020204" pitchFamily="34" charset="0"/>
              </a:rPr>
              <a:t>WR</a:t>
            </a:r>
            <a:endParaRPr lang="en-US" altLang="zh-CN" sz="1800" dirty="0">
              <a:solidFill>
                <a:schemeClr val="tx1"/>
              </a:solidFill>
              <a:latin typeface="Arial" panose="020B0604020202020204" pitchFamily="34" charset="0"/>
            </a:endParaRPr>
          </a:p>
        </p:txBody>
      </p:sp>
      <p:sp>
        <p:nvSpPr>
          <p:cNvPr id="49167" name="Text Box 16"/>
          <p:cNvSpPr txBox="1"/>
          <p:nvPr/>
        </p:nvSpPr>
        <p:spPr>
          <a:xfrm>
            <a:off x="1893888" y="4940300"/>
            <a:ext cx="647700" cy="369888"/>
          </a:xfrm>
          <a:prstGeom prst="rect">
            <a:avLst/>
          </a:prstGeom>
          <a:noFill/>
          <a:ln w="9525">
            <a:noFill/>
          </a:ln>
        </p:spPr>
        <p:txBody>
          <a:bodyPr lIns="0" r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Font typeface="Arial" panose="020B0604020202020204" pitchFamily="34" charset="0"/>
              <a:buNone/>
            </a:pPr>
            <a:r>
              <a:rPr lang="en-US" altLang="zh-CN" sz="1800" dirty="0">
                <a:solidFill>
                  <a:schemeClr val="tx1"/>
                </a:solidFill>
                <a:latin typeface="Arial" panose="020B0604020202020204" pitchFamily="34" charset="0"/>
              </a:rPr>
              <a:t>RD</a:t>
            </a:r>
            <a:endParaRPr lang="en-US" altLang="zh-CN" sz="1800" dirty="0">
              <a:solidFill>
                <a:schemeClr val="tx1"/>
              </a:solidFill>
              <a:latin typeface="Arial" panose="020B0604020202020204" pitchFamily="34" charset="0"/>
            </a:endParaRPr>
          </a:p>
        </p:txBody>
      </p:sp>
      <p:sp>
        <p:nvSpPr>
          <p:cNvPr id="49168" name="Text Box 17"/>
          <p:cNvSpPr txBox="1"/>
          <p:nvPr/>
        </p:nvSpPr>
        <p:spPr>
          <a:xfrm>
            <a:off x="1893888" y="5516563"/>
            <a:ext cx="647700" cy="369887"/>
          </a:xfrm>
          <a:prstGeom prst="rect">
            <a:avLst/>
          </a:prstGeom>
          <a:noFill/>
          <a:ln w="9525">
            <a:noFill/>
          </a:ln>
        </p:spPr>
        <p:txBody>
          <a:bodyPr lIns="0" r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Font typeface="Arial" panose="020B0604020202020204" pitchFamily="34" charset="0"/>
              <a:buNone/>
            </a:pPr>
            <a:r>
              <a:rPr lang="en-US" altLang="zh-CN" sz="1800" dirty="0">
                <a:solidFill>
                  <a:schemeClr val="tx1"/>
                </a:solidFill>
                <a:latin typeface="Arial" panose="020B0604020202020204" pitchFamily="34" charset="0"/>
              </a:rPr>
              <a:t>CS</a:t>
            </a:r>
            <a:endParaRPr lang="en-US" altLang="zh-CN" sz="1800" dirty="0">
              <a:solidFill>
                <a:schemeClr val="tx1"/>
              </a:solidFill>
              <a:latin typeface="Arial" panose="020B0604020202020204" pitchFamily="34" charset="0"/>
            </a:endParaRPr>
          </a:p>
        </p:txBody>
      </p:sp>
      <p:sp>
        <p:nvSpPr>
          <p:cNvPr id="49169" name="Line 18"/>
          <p:cNvSpPr/>
          <p:nvPr/>
        </p:nvSpPr>
        <p:spPr>
          <a:xfrm>
            <a:off x="1865313" y="4997450"/>
            <a:ext cx="431800" cy="0"/>
          </a:xfrm>
          <a:prstGeom prst="line">
            <a:avLst/>
          </a:prstGeom>
          <a:ln w="25400" cap="sq" cmpd="sng">
            <a:solidFill>
              <a:schemeClr val="bg1"/>
            </a:solidFill>
            <a:prstDash val="solid"/>
            <a:headEnd type="none" w="med" len="med"/>
            <a:tailEnd type="none" w="med" len="med"/>
          </a:ln>
        </p:spPr>
      </p:sp>
      <p:sp>
        <p:nvSpPr>
          <p:cNvPr id="49170" name="Line 19"/>
          <p:cNvSpPr/>
          <p:nvPr/>
        </p:nvSpPr>
        <p:spPr>
          <a:xfrm>
            <a:off x="1893888" y="4394200"/>
            <a:ext cx="431800" cy="0"/>
          </a:xfrm>
          <a:prstGeom prst="line">
            <a:avLst/>
          </a:prstGeom>
          <a:ln w="25400" cap="sq" cmpd="sng">
            <a:solidFill>
              <a:schemeClr val="bg1"/>
            </a:solidFill>
            <a:prstDash val="solid"/>
            <a:headEnd type="none" w="med" len="med"/>
            <a:tailEnd type="none" w="med" len="med"/>
          </a:ln>
        </p:spPr>
      </p:sp>
      <p:sp>
        <p:nvSpPr>
          <p:cNvPr id="49171" name="Line 20"/>
          <p:cNvSpPr/>
          <p:nvPr/>
        </p:nvSpPr>
        <p:spPr>
          <a:xfrm>
            <a:off x="1893888" y="5561013"/>
            <a:ext cx="431800" cy="0"/>
          </a:xfrm>
          <a:prstGeom prst="line">
            <a:avLst/>
          </a:prstGeom>
          <a:ln w="25400" cap="sq" cmpd="sng">
            <a:solidFill>
              <a:schemeClr val="bg1"/>
            </a:solidFill>
            <a:prstDash val="solid"/>
            <a:headEnd type="none" w="med" len="med"/>
            <a:tailEnd type="none" w="med" len="med"/>
          </a:ln>
        </p:spPr>
      </p:sp>
      <p:sp>
        <p:nvSpPr>
          <p:cNvPr id="49172" name="Line 21"/>
          <p:cNvSpPr/>
          <p:nvPr/>
        </p:nvSpPr>
        <p:spPr>
          <a:xfrm>
            <a:off x="3563938" y="2781300"/>
            <a:ext cx="863600" cy="0"/>
          </a:xfrm>
          <a:prstGeom prst="line">
            <a:avLst/>
          </a:prstGeom>
          <a:ln w="25400" cap="sq" cmpd="sng">
            <a:solidFill>
              <a:srgbClr val="FF0000"/>
            </a:solidFill>
            <a:prstDash val="solid"/>
            <a:headEnd type="triangle" w="lg" len="lg"/>
            <a:tailEnd type="none" w="med" len="med"/>
          </a:ln>
        </p:spPr>
      </p:sp>
      <p:sp>
        <p:nvSpPr>
          <p:cNvPr id="49173" name="Line 22"/>
          <p:cNvSpPr/>
          <p:nvPr/>
        </p:nvSpPr>
        <p:spPr>
          <a:xfrm>
            <a:off x="3563938" y="3213100"/>
            <a:ext cx="863600" cy="0"/>
          </a:xfrm>
          <a:prstGeom prst="line">
            <a:avLst/>
          </a:prstGeom>
          <a:ln w="25400" cap="sq" cmpd="sng">
            <a:solidFill>
              <a:srgbClr val="FF0000"/>
            </a:solidFill>
            <a:prstDash val="solid"/>
            <a:headEnd type="none" w="med" len="med"/>
            <a:tailEnd type="triangle" w="lg" len="lg"/>
          </a:ln>
        </p:spPr>
      </p:sp>
      <p:sp>
        <p:nvSpPr>
          <p:cNvPr id="49174" name="Line 23"/>
          <p:cNvSpPr/>
          <p:nvPr/>
        </p:nvSpPr>
        <p:spPr>
          <a:xfrm>
            <a:off x="3563938" y="4294188"/>
            <a:ext cx="863600" cy="0"/>
          </a:xfrm>
          <a:prstGeom prst="line">
            <a:avLst/>
          </a:prstGeom>
          <a:ln w="25400" cap="sq" cmpd="sng">
            <a:solidFill>
              <a:srgbClr val="FF0000"/>
            </a:solidFill>
            <a:prstDash val="solid"/>
            <a:headEnd type="triangle" w="lg" len="lg"/>
            <a:tailEnd type="none" w="med" len="med"/>
          </a:ln>
        </p:spPr>
      </p:sp>
      <p:sp>
        <p:nvSpPr>
          <p:cNvPr id="49175" name="Line 24"/>
          <p:cNvSpPr/>
          <p:nvPr/>
        </p:nvSpPr>
        <p:spPr>
          <a:xfrm>
            <a:off x="3563938" y="4725988"/>
            <a:ext cx="863600" cy="0"/>
          </a:xfrm>
          <a:prstGeom prst="line">
            <a:avLst/>
          </a:prstGeom>
          <a:ln w="25400" cap="sq" cmpd="sng">
            <a:solidFill>
              <a:srgbClr val="FF0000"/>
            </a:solidFill>
            <a:prstDash val="solid"/>
            <a:headEnd type="none" w="med" len="med"/>
            <a:tailEnd type="triangle" w="lg" len="lg"/>
          </a:ln>
        </p:spPr>
      </p:sp>
      <p:sp>
        <p:nvSpPr>
          <p:cNvPr id="49176" name="Line 25"/>
          <p:cNvSpPr/>
          <p:nvPr/>
        </p:nvSpPr>
        <p:spPr>
          <a:xfrm>
            <a:off x="3563938" y="5805488"/>
            <a:ext cx="863600" cy="0"/>
          </a:xfrm>
          <a:prstGeom prst="line">
            <a:avLst/>
          </a:prstGeom>
          <a:ln w="25400" cap="sq" cmpd="sng">
            <a:solidFill>
              <a:srgbClr val="FF0000"/>
            </a:solidFill>
            <a:prstDash val="solid"/>
            <a:headEnd type="triangle" w="lg" len="lg"/>
            <a:tailEnd type="none" w="med" len="med"/>
          </a:ln>
        </p:spPr>
      </p:sp>
      <p:sp>
        <p:nvSpPr>
          <p:cNvPr id="49177" name="Line 26"/>
          <p:cNvSpPr/>
          <p:nvPr/>
        </p:nvSpPr>
        <p:spPr>
          <a:xfrm>
            <a:off x="3563938" y="6237288"/>
            <a:ext cx="863600" cy="0"/>
          </a:xfrm>
          <a:prstGeom prst="line">
            <a:avLst/>
          </a:prstGeom>
          <a:ln w="25400" cap="sq" cmpd="sng">
            <a:solidFill>
              <a:srgbClr val="FF0000"/>
            </a:solidFill>
            <a:prstDash val="solid"/>
            <a:headEnd type="none" w="med" len="med"/>
            <a:tailEnd type="triangle" w="lg" len="lg"/>
          </a:ln>
        </p:spPr>
      </p:sp>
      <p:sp>
        <p:nvSpPr>
          <p:cNvPr id="49178" name="AutoShape 27"/>
          <p:cNvSpPr/>
          <p:nvPr/>
        </p:nvSpPr>
        <p:spPr>
          <a:xfrm>
            <a:off x="4572000" y="2336800"/>
            <a:ext cx="71438" cy="863600"/>
          </a:xfrm>
          <a:prstGeom prst="rightBrace">
            <a:avLst>
              <a:gd name="adj1" fmla="val 100348"/>
              <a:gd name="adj2" fmla="val 50000"/>
            </a:avLst>
          </a:prstGeom>
          <a:solidFill>
            <a:srgbClr val="FF0000"/>
          </a:solidFill>
          <a:ln w="25400" cap="sq" cmpd="sng">
            <a:solidFill>
              <a:srgbClr val="FF0000"/>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49179" name="AutoShape 28"/>
          <p:cNvSpPr/>
          <p:nvPr/>
        </p:nvSpPr>
        <p:spPr>
          <a:xfrm>
            <a:off x="4572000" y="3848100"/>
            <a:ext cx="71438" cy="863600"/>
          </a:xfrm>
          <a:prstGeom prst="rightBrace">
            <a:avLst>
              <a:gd name="adj1" fmla="val 100348"/>
              <a:gd name="adj2" fmla="val 50000"/>
            </a:avLst>
          </a:prstGeom>
          <a:solidFill>
            <a:srgbClr val="FF0000"/>
          </a:solidFill>
          <a:ln w="25400" cap="sq" cmpd="sng">
            <a:solidFill>
              <a:srgbClr val="FF0000"/>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49180" name="AutoShape 29"/>
          <p:cNvSpPr/>
          <p:nvPr/>
        </p:nvSpPr>
        <p:spPr>
          <a:xfrm>
            <a:off x="4572000" y="5360988"/>
            <a:ext cx="71438" cy="863600"/>
          </a:xfrm>
          <a:prstGeom prst="rightBrace">
            <a:avLst>
              <a:gd name="adj1" fmla="val 100348"/>
              <a:gd name="adj2" fmla="val 50000"/>
            </a:avLst>
          </a:prstGeom>
          <a:solidFill>
            <a:srgbClr val="FF0000"/>
          </a:solidFill>
          <a:ln w="25400" cap="sq" cmpd="sng">
            <a:solidFill>
              <a:srgbClr val="FF0000"/>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49181" name="Text Box 30"/>
          <p:cNvSpPr txBox="1"/>
          <p:nvPr/>
        </p:nvSpPr>
        <p:spPr>
          <a:xfrm>
            <a:off x="4716463" y="5576888"/>
            <a:ext cx="863600" cy="369887"/>
          </a:xfrm>
          <a:prstGeom prst="rect">
            <a:avLst/>
          </a:prstGeom>
          <a:noFill/>
          <a:ln w="9525">
            <a:noFill/>
          </a:ln>
        </p:spPr>
        <p:txBody>
          <a:bodyPr lIns="0" r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50000"/>
              </a:spcBef>
              <a:spcAft>
                <a:spcPct val="0"/>
              </a:spcAft>
              <a:buClrTx/>
              <a:buSzTx/>
              <a:buFont typeface="Arial" panose="020B0604020202020204" pitchFamily="34" charset="0"/>
              <a:buNone/>
            </a:pPr>
            <a:r>
              <a:rPr lang="zh-CN" altLang="en-US" sz="1800" dirty="0">
                <a:solidFill>
                  <a:schemeClr val="tx1"/>
                </a:solidFill>
                <a:latin typeface="Arial" panose="020B0604020202020204" pitchFamily="34" charset="0"/>
              </a:rPr>
              <a:t>通道</a:t>
            </a:r>
            <a:r>
              <a:rPr lang="en-US" altLang="zh-CN" sz="1800" dirty="0">
                <a:solidFill>
                  <a:schemeClr val="tx1"/>
                </a:solidFill>
                <a:latin typeface="Arial" panose="020B0604020202020204" pitchFamily="34" charset="0"/>
              </a:rPr>
              <a:t>2</a:t>
            </a:r>
            <a:endParaRPr lang="en-US" altLang="zh-CN" sz="1800" dirty="0">
              <a:solidFill>
                <a:schemeClr val="tx1"/>
              </a:solidFill>
              <a:latin typeface="Arial" panose="020B0604020202020204" pitchFamily="34" charset="0"/>
            </a:endParaRPr>
          </a:p>
        </p:txBody>
      </p:sp>
      <p:sp>
        <p:nvSpPr>
          <p:cNvPr id="49182" name="Text Box 31"/>
          <p:cNvSpPr txBox="1"/>
          <p:nvPr/>
        </p:nvSpPr>
        <p:spPr>
          <a:xfrm>
            <a:off x="4716463" y="4065588"/>
            <a:ext cx="863600" cy="369887"/>
          </a:xfrm>
          <a:prstGeom prst="rect">
            <a:avLst/>
          </a:prstGeom>
          <a:noFill/>
          <a:ln w="9525">
            <a:noFill/>
          </a:ln>
        </p:spPr>
        <p:txBody>
          <a:bodyPr lIns="0" r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50000"/>
              </a:spcBef>
              <a:spcAft>
                <a:spcPct val="0"/>
              </a:spcAft>
              <a:buClrTx/>
              <a:buSzTx/>
              <a:buFont typeface="Arial" panose="020B0604020202020204" pitchFamily="34" charset="0"/>
              <a:buNone/>
            </a:pPr>
            <a:r>
              <a:rPr lang="zh-CN" altLang="en-US" sz="1800" dirty="0">
                <a:solidFill>
                  <a:schemeClr val="tx1"/>
                </a:solidFill>
                <a:latin typeface="Arial" panose="020B0604020202020204" pitchFamily="34" charset="0"/>
              </a:rPr>
              <a:t>通道</a:t>
            </a:r>
            <a:r>
              <a:rPr lang="en-US" altLang="zh-CN" sz="1800" dirty="0">
                <a:solidFill>
                  <a:schemeClr val="tx1"/>
                </a:solidFill>
                <a:latin typeface="Arial" panose="020B0604020202020204" pitchFamily="34" charset="0"/>
              </a:rPr>
              <a:t>1</a:t>
            </a:r>
            <a:endParaRPr lang="en-US" altLang="zh-CN" sz="1800" dirty="0">
              <a:solidFill>
                <a:schemeClr val="tx1"/>
              </a:solidFill>
              <a:latin typeface="Arial" panose="020B0604020202020204" pitchFamily="34" charset="0"/>
            </a:endParaRPr>
          </a:p>
        </p:txBody>
      </p:sp>
      <p:sp>
        <p:nvSpPr>
          <p:cNvPr id="49183" name="Text Box 32"/>
          <p:cNvSpPr txBox="1"/>
          <p:nvPr/>
        </p:nvSpPr>
        <p:spPr>
          <a:xfrm>
            <a:off x="4716463" y="2552700"/>
            <a:ext cx="863600" cy="369888"/>
          </a:xfrm>
          <a:prstGeom prst="rect">
            <a:avLst/>
          </a:prstGeom>
          <a:noFill/>
          <a:ln w="9525">
            <a:noFill/>
          </a:ln>
        </p:spPr>
        <p:txBody>
          <a:bodyPr lIns="0" r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50000"/>
              </a:spcBef>
              <a:spcAft>
                <a:spcPct val="0"/>
              </a:spcAft>
              <a:buClrTx/>
              <a:buSzTx/>
              <a:buFont typeface="Arial" panose="020B0604020202020204" pitchFamily="34" charset="0"/>
              <a:buNone/>
            </a:pPr>
            <a:r>
              <a:rPr lang="zh-CN" altLang="en-US" sz="1800" dirty="0">
                <a:solidFill>
                  <a:schemeClr val="tx1"/>
                </a:solidFill>
                <a:latin typeface="Arial" panose="020B0604020202020204" pitchFamily="34" charset="0"/>
              </a:rPr>
              <a:t>通道</a:t>
            </a:r>
            <a:r>
              <a:rPr lang="en-US" altLang="zh-CN" sz="1800" dirty="0">
                <a:solidFill>
                  <a:schemeClr val="tx1"/>
                </a:solidFill>
                <a:latin typeface="Arial" panose="020B0604020202020204" pitchFamily="34" charset="0"/>
              </a:rPr>
              <a:t>0</a:t>
            </a:r>
            <a:endParaRPr lang="en-US" altLang="zh-CN" sz="1800" dirty="0">
              <a:solidFill>
                <a:schemeClr val="tx1"/>
              </a:solidFill>
              <a:latin typeface="Arial" panose="020B0604020202020204" pitchFamily="34" charset="0"/>
            </a:endParaRPr>
          </a:p>
        </p:txBody>
      </p:sp>
      <p:sp>
        <p:nvSpPr>
          <p:cNvPr id="49184" name="Text Box 33"/>
          <p:cNvSpPr txBox="1"/>
          <p:nvPr/>
        </p:nvSpPr>
        <p:spPr>
          <a:xfrm>
            <a:off x="2490788" y="2249488"/>
            <a:ext cx="936625" cy="1144587"/>
          </a:xfrm>
          <a:prstGeom prst="rect">
            <a:avLst/>
          </a:prstGeom>
          <a:noFill/>
          <a:ln w="9525">
            <a:noFill/>
          </a:ln>
        </p:spPr>
        <p:txBody>
          <a:bodyPr lIns="0" r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Aft>
                <a:spcPct val="20000"/>
              </a:spcAft>
              <a:buClrTx/>
              <a:buSzTx/>
              <a:buFont typeface="Arial" panose="020B0604020202020204" pitchFamily="34" charset="0"/>
              <a:buNone/>
            </a:pPr>
            <a:r>
              <a:rPr lang="en-US" altLang="zh-CN" sz="1800" dirty="0">
                <a:solidFill>
                  <a:schemeClr val="tx1"/>
                </a:solidFill>
                <a:latin typeface="Arial" panose="020B0604020202020204" pitchFamily="34" charset="0"/>
              </a:rPr>
              <a:t>CLK0</a:t>
            </a:r>
            <a:endParaRPr lang="en-US" altLang="zh-CN" sz="1800" dirty="0">
              <a:solidFill>
                <a:schemeClr val="tx1"/>
              </a:solidFill>
              <a:latin typeface="Arial" panose="020B0604020202020204" pitchFamily="34" charset="0"/>
            </a:endParaRPr>
          </a:p>
          <a:p>
            <a:pPr marL="0" lvl="0" indent="0" algn="r">
              <a:lnSpc>
                <a:spcPct val="100000"/>
              </a:lnSpc>
              <a:spcAft>
                <a:spcPct val="20000"/>
              </a:spcAft>
              <a:buClrTx/>
              <a:buSzTx/>
              <a:buFont typeface="Arial" panose="020B0604020202020204" pitchFamily="34" charset="0"/>
              <a:buNone/>
            </a:pPr>
            <a:r>
              <a:rPr lang="en-US" altLang="zh-CN" sz="1800" dirty="0">
                <a:solidFill>
                  <a:schemeClr val="tx1"/>
                </a:solidFill>
                <a:latin typeface="Arial" panose="020B0604020202020204" pitchFamily="34" charset="0"/>
              </a:rPr>
              <a:t>GATE0</a:t>
            </a:r>
            <a:endParaRPr lang="en-US" altLang="zh-CN" sz="1800" dirty="0">
              <a:solidFill>
                <a:schemeClr val="tx1"/>
              </a:solidFill>
              <a:latin typeface="Arial" panose="020B0604020202020204" pitchFamily="34" charset="0"/>
            </a:endParaRPr>
          </a:p>
          <a:p>
            <a:pPr marL="0" lvl="0" indent="0" algn="r">
              <a:lnSpc>
                <a:spcPct val="100000"/>
              </a:lnSpc>
              <a:spcAft>
                <a:spcPct val="20000"/>
              </a:spcAft>
              <a:buClrTx/>
              <a:buSzTx/>
              <a:buFont typeface="Arial" panose="020B0604020202020204" pitchFamily="34" charset="0"/>
              <a:buNone/>
            </a:pPr>
            <a:r>
              <a:rPr lang="en-US" altLang="zh-CN" sz="1800" dirty="0">
                <a:solidFill>
                  <a:schemeClr val="tx1"/>
                </a:solidFill>
                <a:latin typeface="Arial" panose="020B0604020202020204" pitchFamily="34" charset="0"/>
              </a:rPr>
              <a:t>OUT0</a:t>
            </a:r>
            <a:endParaRPr lang="en-US" altLang="zh-CN" sz="1800" dirty="0">
              <a:solidFill>
                <a:schemeClr val="tx1"/>
              </a:solidFill>
              <a:latin typeface="Arial" panose="020B0604020202020204" pitchFamily="34" charset="0"/>
            </a:endParaRPr>
          </a:p>
        </p:txBody>
      </p:sp>
      <p:sp>
        <p:nvSpPr>
          <p:cNvPr id="49185" name="Text Box 34"/>
          <p:cNvSpPr txBox="1"/>
          <p:nvPr/>
        </p:nvSpPr>
        <p:spPr>
          <a:xfrm>
            <a:off x="2519363" y="3773488"/>
            <a:ext cx="936625" cy="1144587"/>
          </a:xfrm>
          <a:prstGeom prst="rect">
            <a:avLst/>
          </a:prstGeom>
          <a:noFill/>
          <a:ln w="9525">
            <a:noFill/>
          </a:ln>
        </p:spPr>
        <p:txBody>
          <a:bodyPr lIns="0" r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Aft>
                <a:spcPct val="20000"/>
              </a:spcAft>
              <a:buClrTx/>
              <a:buSzTx/>
              <a:buFont typeface="Arial" panose="020B0604020202020204" pitchFamily="34" charset="0"/>
              <a:buNone/>
            </a:pPr>
            <a:r>
              <a:rPr lang="en-US" altLang="zh-CN" sz="1800" dirty="0">
                <a:solidFill>
                  <a:schemeClr val="tx1"/>
                </a:solidFill>
                <a:latin typeface="Arial" panose="020B0604020202020204" pitchFamily="34" charset="0"/>
              </a:rPr>
              <a:t>CLK1</a:t>
            </a:r>
            <a:endParaRPr lang="en-US" altLang="zh-CN" sz="1800" dirty="0">
              <a:solidFill>
                <a:schemeClr val="tx1"/>
              </a:solidFill>
              <a:latin typeface="Arial" panose="020B0604020202020204" pitchFamily="34" charset="0"/>
            </a:endParaRPr>
          </a:p>
          <a:p>
            <a:pPr marL="0" lvl="0" indent="0" algn="r">
              <a:lnSpc>
                <a:spcPct val="100000"/>
              </a:lnSpc>
              <a:spcAft>
                <a:spcPct val="20000"/>
              </a:spcAft>
              <a:buClrTx/>
              <a:buSzTx/>
              <a:buFont typeface="Arial" panose="020B0604020202020204" pitchFamily="34" charset="0"/>
              <a:buNone/>
            </a:pPr>
            <a:r>
              <a:rPr lang="en-US" altLang="zh-CN" sz="1800" dirty="0">
                <a:solidFill>
                  <a:schemeClr val="tx1"/>
                </a:solidFill>
                <a:latin typeface="Arial" panose="020B0604020202020204" pitchFamily="34" charset="0"/>
              </a:rPr>
              <a:t>GATE1</a:t>
            </a:r>
            <a:endParaRPr lang="en-US" altLang="zh-CN" sz="1800" dirty="0">
              <a:solidFill>
                <a:schemeClr val="tx1"/>
              </a:solidFill>
              <a:latin typeface="Arial" panose="020B0604020202020204" pitchFamily="34" charset="0"/>
            </a:endParaRPr>
          </a:p>
          <a:p>
            <a:pPr marL="0" lvl="0" indent="0" algn="r">
              <a:lnSpc>
                <a:spcPct val="100000"/>
              </a:lnSpc>
              <a:spcAft>
                <a:spcPct val="20000"/>
              </a:spcAft>
              <a:buClrTx/>
              <a:buSzTx/>
              <a:buFont typeface="Arial" panose="020B0604020202020204" pitchFamily="34" charset="0"/>
              <a:buNone/>
            </a:pPr>
            <a:r>
              <a:rPr lang="en-US" altLang="zh-CN" sz="1800" dirty="0">
                <a:solidFill>
                  <a:schemeClr val="tx1"/>
                </a:solidFill>
                <a:latin typeface="Arial" panose="020B0604020202020204" pitchFamily="34" charset="0"/>
              </a:rPr>
              <a:t>OUT1</a:t>
            </a:r>
            <a:endParaRPr lang="en-US" altLang="zh-CN" sz="1800" dirty="0">
              <a:solidFill>
                <a:schemeClr val="tx1"/>
              </a:solidFill>
              <a:latin typeface="Arial" panose="020B0604020202020204" pitchFamily="34" charset="0"/>
            </a:endParaRPr>
          </a:p>
        </p:txBody>
      </p:sp>
      <p:sp>
        <p:nvSpPr>
          <p:cNvPr id="49186" name="Text Box 35"/>
          <p:cNvSpPr txBox="1"/>
          <p:nvPr/>
        </p:nvSpPr>
        <p:spPr>
          <a:xfrm>
            <a:off x="2547938" y="5164138"/>
            <a:ext cx="936625" cy="1146175"/>
          </a:xfrm>
          <a:prstGeom prst="rect">
            <a:avLst/>
          </a:prstGeom>
          <a:noFill/>
          <a:ln w="9525">
            <a:noFill/>
          </a:ln>
        </p:spPr>
        <p:txBody>
          <a:bodyPr lIns="0" r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Aft>
                <a:spcPct val="20000"/>
              </a:spcAft>
              <a:buClrTx/>
              <a:buSzTx/>
              <a:buFont typeface="Arial" panose="020B0604020202020204" pitchFamily="34" charset="0"/>
              <a:buNone/>
            </a:pPr>
            <a:r>
              <a:rPr lang="en-US" altLang="zh-CN" sz="1800" dirty="0">
                <a:solidFill>
                  <a:schemeClr val="tx1"/>
                </a:solidFill>
                <a:latin typeface="Arial" panose="020B0604020202020204" pitchFamily="34" charset="0"/>
              </a:rPr>
              <a:t>CLK1</a:t>
            </a:r>
            <a:endParaRPr lang="en-US" altLang="zh-CN" sz="1800" dirty="0">
              <a:solidFill>
                <a:schemeClr val="tx1"/>
              </a:solidFill>
              <a:latin typeface="Arial" panose="020B0604020202020204" pitchFamily="34" charset="0"/>
            </a:endParaRPr>
          </a:p>
          <a:p>
            <a:pPr marL="0" lvl="0" indent="0" algn="r">
              <a:lnSpc>
                <a:spcPct val="100000"/>
              </a:lnSpc>
              <a:spcAft>
                <a:spcPct val="20000"/>
              </a:spcAft>
              <a:buClrTx/>
              <a:buSzTx/>
              <a:buFont typeface="Arial" panose="020B0604020202020204" pitchFamily="34" charset="0"/>
              <a:buNone/>
            </a:pPr>
            <a:r>
              <a:rPr lang="en-US" altLang="zh-CN" sz="1800" dirty="0">
                <a:solidFill>
                  <a:schemeClr val="tx1"/>
                </a:solidFill>
                <a:latin typeface="Arial" panose="020B0604020202020204" pitchFamily="34" charset="0"/>
              </a:rPr>
              <a:t>GATE1</a:t>
            </a:r>
            <a:endParaRPr lang="en-US" altLang="zh-CN" sz="1800" dirty="0">
              <a:solidFill>
                <a:schemeClr val="tx1"/>
              </a:solidFill>
              <a:latin typeface="Arial" panose="020B0604020202020204" pitchFamily="34" charset="0"/>
            </a:endParaRPr>
          </a:p>
          <a:p>
            <a:pPr marL="0" lvl="0" indent="0" algn="r">
              <a:lnSpc>
                <a:spcPct val="100000"/>
              </a:lnSpc>
              <a:spcAft>
                <a:spcPct val="20000"/>
              </a:spcAft>
              <a:buClrTx/>
              <a:buSzTx/>
              <a:buFont typeface="Arial" panose="020B0604020202020204" pitchFamily="34" charset="0"/>
              <a:buNone/>
            </a:pPr>
            <a:r>
              <a:rPr lang="en-US" altLang="zh-CN" sz="1800" dirty="0">
                <a:solidFill>
                  <a:schemeClr val="tx1"/>
                </a:solidFill>
                <a:latin typeface="Arial" panose="020B0604020202020204" pitchFamily="34" charset="0"/>
              </a:rPr>
              <a:t>OUT1</a:t>
            </a:r>
            <a:endParaRPr lang="en-US" altLang="zh-CN" sz="1800" dirty="0">
              <a:solidFill>
                <a:schemeClr val="tx1"/>
              </a:solidFill>
              <a:latin typeface="Arial" panose="020B0604020202020204" pitchFamily="34" charset="0"/>
            </a:endParaRPr>
          </a:p>
        </p:txBody>
      </p:sp>
      <p:sp>
        <p:nvSpPr>
          <p:cNvPr id="49187" name="Text Box 36"/>
          <p:cNvSpPr txBox="1"/>
          <p:nvPr/>
        </p:nvSpPr>
        <p:spPr>
          <a:xfrm>
            <a:off x="252413" y="3484563"/>
            <a:ext cx="431800" cy="609600"/>
          </a:xfrm>
          <a:prstGeom prst="rect">
            <a:avLst/>
          </a:prstGeom>
          <a:noFill/>
          <a:ln w="95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10000"/>
              </a:spcBef>
              <a:spcAft>
                <a:spcPct val="10000"/>
              </a:spcAft>
              <a:buClrTx/>
              <a:buSzTx/>
              <a:buFont typeface="Arial" panose="020B0604020202020204" pitchFamily="34" charset="0"/>
              <a:buNone/>
            </a:pPr>
            <a:r>
              <a:rPr lang="en-US" altLang="zh-CN" sz="1800" dirty="0">
                <a:solidFill>
                  <a:schemeClr val="tx1"/>
                </a:solidFill>
                <a:latin typeface="Arial" panose="020B0604020202020204" pitchFamily="34" charset="0"/>
              </a:rPr>
              <a:t>A1</a:t>
            </a:r>
            <a:endParaRPr lang="en-US" altLang="zh-CN" sz="1800" dirty="0">
              <a:solidFill>
                <a:schemeClr val="tx1"/>
              </a:solidFill>
              <a:latin typeface="Arial" panose="020B0604020202020204" pitchFamily="34" charset="0"/>
            </a:endParaRPr>
          </a:p>
          <a:p>
            <a:pPr marL="0" lvl="0" indent="0" algn="r">
              <a:lnSpc>
                <a:spcPct val="100000"/>
              </a:lnSpc>
              <a:spcBef>
                <a:spcPct val="10000"/>
              </a:spcBef>
              <a:spcAft>
                <a:spcPct val="10000"/>
              </a:spcAft>
              <a:buClrTx/>
              <a:buSzTx/>
              <a:buFont typeface="Arial" panose="020B0604020202020204" pitchFamily="34" charset="0"/>
              <a:buNone/>
            </a:pPr>
            <a:r>
              <a:rPr lang="en-US" altLang="zh-CN" sz="1800" dirty="0">
                <a:solidFill>
                  <a:schemeClr val="tx1"/>
                </a:solidFill>
                <a:latin typeface="Arial" panose="020B0604020202020204" pitchFamily="34" charset="0"/>
              </a:rPr>
              <a:t>A0</a:t>
            </a:r>
            <a:endParaRPr lang="en-US" altLang="zh-CN" sz="1800" dirty="0">
              <a:solidFill>
                <a:schemeClr val="tx1"/>
              </a:solidFill>
              <a:latin typeface="Arial" panose="020B0604020202020204" pitchFamily="34" charset="0"/>
            </a:endParaRPr>
          </a:p>
        </p:txBody>
      </p:sp>
      <p:sp>
        <p:nvSpPr>
          <p:cNvPr id="49188" name="Text Box 37"/>
          <p:cNvSpPr txBox="1"/>
          <p:nvPr/>
        </p:nvSpPr>
        <p:spPr>
          <a:xfrm>
            <a:off x="250825" y="4448175"/>
            <a:ext cx="501650" cy="276225"/>
          </a:xfrm>
          <a:prstGeom prst="rect">
            <a:avLst/>
          </a:prstGeom>
          <a:noFill/>
          <a:ln w="95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10000"/>
              </a:spcBef>
              <a:spcAft>
                <a:spcPct val="40000"/>
              </a:spcAft>
              <a:buClrTx/>
              <a:buSzTx/>
              <a:buFont typeface="Arial" panose="020B0604020202020204" pitchFamily="34" charset="0"/>
              <a:buNone/>
            </a:pPr>
            <a:r>
              <a:rPr lang="en-US" altLang="zh-CN" sz="1800" dirty="0">
                <a:solidFill>
                  <a:schemeClr val="tx1"/>
                </a:solidFill>
                <a:latin typeface="Arial" panose="020B0604020202020204" pitchFamily="34" charset="0"/>
              </a:rPr>
              <a:t>IOW</a:t>
            </a:r>
            <a:endParaRPr lang="en-US" altLang="zh-CN" sz="1800" dirty="0">
              <a:solidFill>
                <a:schemeClr val="tx1"/>
              </a:solidFill>
              <a:latin typeface="Arial" panose="020B0604020202020204" pitchFamily="34" charset="0"/>
            </a:endParaRPr>
          </a:p>
        </p:txBody>
      </p:sp>
      <p:sp>
        <p:nvSpPr>
          <p:cNvPr id="49189" name="Line 38"/>
          <p:cNvSpPr/>
          <p:nvPr/>
        </p:nvSpPr>
        <p:spPr>
          <a:xfrm>
            <a:off x="250825" y="4384675"/>
            <a:ext cx="576263" cy="0"/>
          </a:xfrm>
          <a:prstGeom prst="line">
            <a:avLst/>
          </a:prstGeom>
          <a:ln w="25400" cap="sq" cmpd="sng">
            <a:solidFill>
              <a:schemeClr val="tx1"/>
            </a:solidFill>
            <a:prstDash val="solid"/>
            <a:headEnd type="none" w="med" len="med"/>
            <a:tailEnd type="none" w="med" len="med"/>
          </a:ln>
        </p:spPr>
      </p:sp>
      <p:sp>
        <p:nvSpPr>
          <p:cNvPr id="49190" name="Line 40"/>
          <p:cNvSpPr/>
          <p:nvPr/>
        </p:nvSpPr>
        <p:spPr>
          <a:xfrm>
            <a:off x="3563938" y="3886200"/>
            <a:ext cx="863600" cy="0"/>
          </a:xfrm>
          <a:prstGeom prst="line">
            <a:avLst/>
          </a:prstGeom>
          <a:ln w="25400" cap="sq" cmpd="sng">
            <a:solidFill>
              <a:srgbClr val="FF0000"/>
            </a:solidFill>
            <a:prstDash val="solid"/>
            <a:headEnd type="triangle" w="lg" len="lg"/>
            <a:tailEnd type="none" w="med" len="med"/>
          </a:ln>
        </p:spPr>
      </p:sp>
      <p:sp>
        <p:nvSpPr>
          <p:cNvPr id="49191" name="Line 41"/>
          <p:cNvSpPr/>
          <p:nvPr/>
        </p:nvSpPr>
        <p:spPr>
          <a:xfrm>
            <a:off x="3563938" y="2349500"/>
            <a:ext cx="863600" cy="0"/>
          </a:xfrm>
          <a:prstGeom prst="line">
            <a:avLst/>
          </a:prstGeom>
          <a:ln w="25400" cap="sq" cmpd="sng">
            <a:solidFill>
              <a:srgbClr val="FF0000"/>
            </a:solidFill>
            <a:prstDash val="solid"/>
            <a:headEnd type="triangle" w="lg" len="lg"/>
            <a:tailEnd type="none" w="med" len="med"/>
          </a:ln>
        </p:spPr>
      </p:sp>
      <p:sp>
        <p:nvSpPr>
          <p:cNvPr id="49192" name="Line 42"/>
          <p:cNvSpPr/>
          <p:nvPr/>
        </p:nvSpPr>
        <p:spPr>
          <a:xfrm>
            <a:off x="3563938" y="5373688"/>
            <a:ext cx="863600" cy="0"/>
          </a:xfrm>
          <a:prstGeom prst="line">
            <a:avLst/>
          </a:prstGeom>
          <a:ln w="25400" cap="sq" cmpd="sng">
            <a:solidFill>
              <a:srgbClr val="FF0000"/>
            </a:solidFill>
            <a:prstDash val="solid"/>
            <a:headEnd type="triangle" w="lg" len="lg"/>
            <a:tailEnd type="none" w="med" len="med"/>
          </a:ln>
        </p:spPr>
      </p:sp>
      <p:sp>
        <p:nvSpPr>
          <p:cNvPr id="49193" name="Text Box 37"/>
          <p:cNvSpPr txBox="1"/>
          <p:nvPr/>
        </p:nvSpPr>
        <p:spPr>
          <a:xfrm>
            <a:off x="-92075" y="5608638"/>
            <a:ext cx="971550" cy="277812"/>
          </a:xfrm>
          <a:prstGeom prst="rect">
            <a:avLst/>
          </a:prstGeom>
          <a:noFill/>
          <a:ln w="95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0"/>
              </a:spcBef>
              <a:spcAft>
                <a:spcPct val="40000"/>
              </a:spcAft>
              <a:buClrTx/>
              <a:buSzTx/>
              <a:buFont typeface="Arial" panose="020B0604020202020204" pitchFamily="34" charset="0"/>
              <a:buNone/>
            </a:pPr>
            <a:r>
              <a:rPr lang="zh-CN" altLang="en-US" sz="1800" dirty="0">
                <a:solidFill>
                  <a:schemeClr val="tx1"/>
                </a:solidFill>
                <a:latin typeface="Arial" panose="020B0604020202020204" pitchFamily="34" charset="0"/>
              </a:rPr>
              <a:t>片选信号</a:t>
            </a:r>
            <a:endParaRPr lang="zh-CN" altLang="en-US" sz="1800" dirty="0">
              <a:solidFill>
                <a:schemeClr val="tx1"/>
              </a:solidFill>
              <a:latin typeface="Arial" panose="020B0604020202020204" pitchFamily="34" charset="0"/>
            </a:endParaRPr>
          </a:p>
        </p:txBody>
      </p:sp>
      <p:sp>
        <p:nvSpPr>
          <p:cNvPr id="49194" name="Text Box 37"/>
          <p:cNvSpPr txBox="1"/>
          <p:nvPr/>
        </p:nvSpPr>
        <p:spPr>
          <a:xfrm>
            <a:off x="228600" y="5056188"/>
            <a:ext cx="477838" cy="276225"/>
          </a:xfrm>
          <a:prstGeom prst="rect">
            <a:avLst/>
          </a:prstGeom>
          <a:noFill/>
          <a:ln w="95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10000"/>
              </a:spcBef>
              <a:spcAft>
                <a:spcPct val="40000"/>
              </a:spcAft>
              <a:buClrTx/>
              <a:buSzTx/>
              <a:buFont typeface="Arial" panose="020B0604020202020204" pitchFamily="34" charset="0"/>
              <a:buNone/>
            </a:pPr>
            <a:r>
              <a:rPr lang="en-US" altLang="zh-CN" sz="1800" dirty="0">
                <a:solidFill>
                  <a:schemeClr val="tx1"/>
                </a:solidFill>
                <a:latin typeface="Arial" panose="020B0604020202020204" pitchFamily="34" charset="0"/>
              </a:rPr>
              <a:t>IOR</a:t>
            </a:r>
            <a:endParaRPr lang="en-US" altLang="zh-CN" sz="1800" dirty="0">
              <a:solidFill>
                <a:schemeClr val="tx1"/>
              </a:solidFill>
              <a:latin typeface="Arial" panose="020B0604020202020204" pitchFamily="34" charset="0"/>
            </a:endParaRPr>
          </a:p>
        </p:txBody>
      </p:sp>
      <p:sp>
        <p:nvSpPr>
          <p:cNvPr id="49195" name="Line 38"/>
          <p:cNvSpPr/>
          <p:nvPr/>
        </p:nvSpPr>
        <p:spPr>
          <a:xfrm>
            <a:off x="236538" y="5013325"/>
            <a:ext cx="576262" cy="0"/>
          </a:xfrm>
          <a:prstGeom prst="line">
            <a:avLst/>
          </a:prstGeom>
          <a:ln w="25400" cap="sq" cmpd="sng">
            <a:solidFill>
              <a:schemeClr val="tx1"/>
            </a:solidFill>
            <a:prstDash val="solid"/>
            <a:headEnd type="none" w="med" len="med"/>
            <a:tailEnd type="none" w="med" len="med"/>
          </a:ln>
        </p:spPr>
      </p:sp>
      <p:sp>
        <p:nvSpPr>
          <p:cNvPr id="49196" name="Text Box 7"/>
          <p:cNvSpPr txBox="1"/>
          <p:nvPr/>
        </p:nvSpPr>
        <p:spPr>
          <a:xfrm>
            <a:off x="6011863" y="4448175"/>
            <a:ext cx="2952750" cy="2246313"/>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50000"/>
              </a:spcBef>
              <a:spcAft>
                <a:spcPct val="0"/>
              </a:spcAft>
              <a:buClrTx/>
              <a:buSzTx/>
              <a:buFont typeface="Arial" panose="020B0604020202020204" pitchFamily="34" charset="0"/>
              <a:buNone/>
            </a:pPr>
            <a:r>
              <a:rPr lang="en-US" altLang="zh-CN" sz="2000" dirty="0">
                <a:solidFill>
                  <a:srgbClr val="0070C0"/>
                </a:solidFill>
                <a:latin typeface="楷体_GB2312" pitchFamily="1" charset="-122"/>
              </a:rPr>
              <a:t>A1  A0      </a:t>
            </a:r>
            <a:r>
              <a:rPr lang="zh-CN" altLang="en-US" sz="2000" dirty="0">
                <a:solidFill>
                  <a:srgbClr val="0070C0"/>
                </a:solidFill>
                <a:latin typeface="楷体_GB2312" pitchFamily="1" charset="-122"/>
              </a:rPr>
              <a:t>选  择</a:t>
            </a:r>
            <a:endParaRPr lang="zh-CN" altLang="en-US" sz="2000" dirty="0">
              <a:solidFill>
                <a:srgbClr val="0070C0"/>
              </a:solidFill>
              <a:latin typeface="楷体_GB2312" pitchFamily="1" charset="-122"/>
            </a:endParaRPr>
          </a:p>
          <a:p>
            <a:pPr marL="0" lvl="0" indent="0" eaLnBrk="1" hangingPunct="1">
              <a:lnSpc>
                <a:spcPct val="100000"/>
              </a:lnSpc>
              <a:spcBef>
                <a:spcPct val="50000"/>
              </a:spcBef>
              <a:spcAft>
                <a:spcPct val="0"/>
              </a:spcAft>
              <a:buClrTx/>
              <a:buSzTx/>
              <a:buFont typeface="Arial" panose="020B0604020202020204" pitchFamily="34" charset="0"/>
              <a:buNone/>
            </a:pPr>
            <a:r>
              <a:rPr lang="en-US" altLang="zh-CN" sz="2000" dirty="0">
                <a:solidFill>
                  <a:srgbClr val="0070C0"/>
                </a:solidFill>
                <a:latin typeface="楷体_GB2312" pitchFamily="1" charset="-122"/>
              </a:rPr>
              <a:t>0    0     </a:t>
            </a:r>
            <a:r>
              <a:rPr lang="zh-CN" altLang="en-US" sz="2000" dirty="0">
                <a:solidFill>
                  <a:srgbClr val="0070C0"/>
                </a:solidFill>
                <a:latin typeface="楷体_GB2312" pitchFamily="1" charset="-122"/>
              </a:rPr>
              <a:t>计数通道</a:t>
            </a:r>
            <a:r>
              <a:rPr lang="en-US" altLang="zh-CN" sz="2000" dirty="0">
                <a:solidFill>
                  <a:srgbClr val="0070C0"/>
                </a:solidFill>
                <a:latin typeface="楷体_GB2312" pitchFamily="1" charset="-122"/>
              </a:rPr>
              <a:t>0</a:t>
            </a:r>
            <a:endParaRPr lang="en-US" altLang="zh-CN" sz="2000" dirty="0">
              <a:solidFill>
                <a:srgbClr val="0070C0"/>
              </a:solidFill>
              <a:latin typeface="楷体_GB2312" pitchFamily="1" charset="-122"/>
            </a:endParaRPr>
          </a:p>
          <a:p>
            <a:pPr marL="0" lvl="0" indent="0" eaLnBrk="1" hangingPunct="1">
              <a:lnSpc>
                <a:spcPct val="100000"/>
              </a:lnSpc>
              <a:spcBef>
                <a:spcPct val="50000"/>
              </a:spcBef>
              <a:spcAft>
                <a:spcPct val="0"/>
              </a:spcAft>
              <a:buClrTx/>
              <a:buSzTx/>
              <a:buFont typeface="Arial" panose="020B0604020202020204" pitchFamily="34" charset="0"/>
              <a:buNone/>
            </a:pPr>
            <a:r>
              <a:rPr lang="en-US" altLang="zh-CN" sz="2000" dirty="0">
                <a:solidFill>
                  <a:srgbClr val="0070C0"/>
                </a:solidFill>
                <a:latin typeface="楷体_GB2312" pitchFamily="1" charset="-122"/>
              </a:rPr>
              <a:t>0    1     </a:t>
            </a:r>
            <a:r>
              <a:rPr lang="zh-CN" altLang="en-US" sz="2000" dirty="0">
                <a:solidFill>
                  <a:srgbClr val="0070C0"/>
                </a:solidFill>
                <a:latin typeface="楷体_GB2312" pitchFamily="1" charset="-122"/>
              </a:rPr>
              <a:t>计数通道</a:t>
            </a:r>
            <a:r>
              <a:rPr lang="en-US" altLang="zh-CN" sz="2000" dirty="0">
                <a:solidFill>
                  <a:srgbClr val="0070C0"/>
                </a:solidFill>
                <a:latin typeface="楷体_GB2312" pitchFamily="1" charset="-122"/>
              </a:rPr>
              <a:t>1</a:t>
            </a:r>
            <a:endParaRPr lang="en-US" altLang="zh-CN" sz="2000" dirty="0">
              <a:solidFill>
                <a:srgbClr val="0070C0"/>
              </a:solidFill>
              <a:latin typeface="楷体_GB2312" pitchFamily="1" charset="-122"/>
            </a:endParaRPr>
          </a:p>
          <a:p>
            <a:pPr marL="0" lvl="0" indent="0" eaLnBrk="1" hangingPunct="1">
              <a:lnSpc>
                <a:spcPct val="100000"/>
              </a:lnSpc>
              <a:spcBef>
                <a:spcPct val="50000"/>
              </a:spcBef>
              <a:spcAft>
                <a:spcPct val="0"/>
              </a:spcAft>
              <a:buClrTx/>
              <a:buSzTx/>
              <a:buFont typeface="Arial" panose="020B0604020202020204" pitchFamily="34" charset="0"/>
              <a:buNone/>
            </a:pPr>
            <a:r>
              <a:rPr lang="en-US" altLang="zh-CN" sz="2000" dirty="0">
                <a:solidFill>
                  <a:srgbClr val="0070C0"/>
                </a:solidFill>
                <a:latin typeface="楷体_GB2312" pitchFamily="1" charset="-122"/>
              </a:rPr>
              <a:t>1    0     </a:t>
            </a:r>
            <a:r>
              <a:rPr lang="zh-CN" altLang="en-US" sz="2000" dirty="0">
                <a:solidFill>
                  <a:srgbClr val="0070C0"/>
                </a:solidFill>
                <a:latin typeface="楷体_GB2312" pitchFamily="1" charset="-122"/>
              </a:rPr>
              <a:t>计数通道</a:t>
            </a:r>
            <a:r>
              <a:rPr lang="en-US" altLang="zh-CN" sz="2000" dirty="0">
                <a:solidFill>
                  <a:srgbClr val="0070C0"/>
                </a:solidFill>
                <a:latin typeface="楷体_GB2312" pitchFamily="1" charset="-122"/>
              </a:rPr>
              <a:t>2</a:t>
            </a:r>
            <a:endParaRPr lang="en-US" altLang="zh-CN" sz="2000" dirty="0">
              <a:solidFill>
                <a:srgbClr val="0070C0"/>
              </a:solidFill>
              <a:latin typeface="楷体_GB2312" pitchFamily="1" charset="-122"/>
            </a:endParaRPr>
          </a:p>
          <a:p>
            <a:pPr marL="0" lvl="0" indent="0" eaLnBrk="1" hangingPunct="1">
              <a:lnSpc>
                <a:spcPct val="100000"/>
              </a:lnSpc>
              <a:spcBef>
                <a:spcPct val="50000"/>
              </a:spcBef>
              <a:spcAft>
                <a:spcPct val="0"/>
              </a:spcAft>
              <a:buClrTx/>
              <a:buSzTx/>
              <a:buFont typeface="Arial" panose="020B0604020202020204" pitchFamily="34" charset="0"/>
              <a:buNone/>
            </a:pPr>
            <a:r>
              <a:rPr lang="en-US" altLang="zh-CN" sz="2000" dirty="0">
                <a:solidFill>
                  <a:srgbClr val="0070C0"/>
                </a:solidFill>
                <a:latin typeface="楷体_GB2312" pitchFamily="1" charset="-122"/>
              </a:rPr>
              <a:t>1    1     </a:t>
            </a:r>
            <a:r>
              <a:rPr lang="zh-CN" altLang="en-US" sz="2000" dirty="0">
                <a:solidFill>
                  <a:srgbClr val="0070C0"/>
                </a:solidFill>
                <a:latin typeface="楷体_GB2312" pitchFamily="1" charset="-122"/>
              </a:rPr>
              <a:t>控制寄存器</a:t>
            </a:r>
            <a:endParaRPr lang="zh-CN" altLang="en-US" sz="2000" dirty="0">
              <a:solidFill>
                <a:srgbClr val="0070C0"/>
              </a:solidFill>
              <a:latin typeface="楷体_GB2312" pitchFamily="1" charset="-122"/>
            </a:endParaRPr>
          </a:p>
        </p:txBody>
      </p:sp>
      <p:sp>
        <p:nvSpPr>
          <p:cNvPr id="49197" name="Line 8"/>
          <p:cNvSpPr/>
          <p:nvPr/>
        </p:nvSpPr>
        <p:spPr>
          <a:xfrm>
            <a:off x="5938838" y="4964113"/>
            <a:ext cx="2886075" cy="1587"/>
          </a:xfrm>
          <a:prstGeom prst="line">
            <a:avLst/>
          </a:prstGeom>
          <a:ln w="25400" cap="sq" cmpd="sng">
            <a:solidFill>
              <a:srgbClr val="FF6600"/>
            </a:solidFill>
            <a:prstDash val="solid"/>
            <a:headEnd type="none" w="med" len="med"/>
            <a:tailEnd type="none" w="med" len="med"/>
          </a:ln>
        </p:spPr>
      </p:sp>
      <p:sp>
        <p:nvSpPr>
          <p:cNvPr id="49198" name="Line 9"/>
          <p:cNvSpPr/>
          <p:nvPr/>
        </p:nvSpPr>
        <p:spPr>
          <a:xfrm flipH="1">
            <a:off x="7237413" y="4460875"/>
            <a:ext cx="3175" cy="2233613"/>
          </a:xfrm>
          <a:prstGeom prst="line">
            <a:avLst/>
          </a:prstGeom>
          <a:ln w="25400" cap="sq" cmpd="sng">
            <a:solidFill>
              <a:srgbClr val="FF6600"/>
            </a:solidFill>
            <a:prstDash val="solid"/>
            <a:headEnd type="none" w="med" len="med"/>
            <a:tailEnd type="none" w="med" len="med"/>
          </a:ln>
        </p:spPr>
      </p:sp>
      <p:sp>
        <p:nvSpPr>
          <p:cNvPr id="49199" name="矩形 52"/>
          <p:cNvSpPr/>
          <p:nvPr/>
        </p:nvSpPr>
        <p:spPr>
          <a:xfrm>
            <a:off x="5983288" y="2182813"/>
            <a:ext cx="2952750" cy="1920875"/>
          </a:xfrm>
          <a:prstGeom prst="rect">
            <a:avLst/>
          </a:prstGeom>
          <a:noFill/>
          <a:ln w="28575" cap="flat" cmpd="sng">
            <a:solidFill>
              <a:schemeClr val="tx1"/>
            </a:solidFill>
            <a:prstDash val="solid"/>
            <a:round/>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40000"/>
              </a:spcAft>
              <a:buClrTx/>
              <a:buSzTx/>
              <a:buFont typeface="Arial" panose="020B0604020202020204" pitchFamily="34" charset="0"/>
              <a:buNone/>
            </a:pPr>
            <a:r>
              <a:rPr lang="en-US" altLang="zh-CN" sz="1800" dirty="0">
                <a:solidFill>
                  <a:srgbClr val="0070C0"/>
                </a:solidFill>
                <a:latin typeface="楷体_GB2312" pitchFamily="1" charset="-122"/>
              </a:rPr>
              <a:t>CLK</a:t>
            </a:r>
            <a:r>
              <a:rPr lang="en-US" altLang="zh-CN" sz="1800" baseline="-20000" dirty="0">
                <a:solidFill>
                  <a:srgbClr val="0070C0"/>
                </a:solidFill>
                <a:latin typeface="楷体_GB2312" pitchFamily="1" charset="-122"/>
              </a:rPr>
              <a:t>n</a:t>
            </a:r>
            <a:r>
              <a:rPr lang="en-US" altLang="zh-CN" sz="1800" dirty="0">
                <a:solidFill>
                  <a:srgbClr val="0070C0"/>
                </a:solidFill>
                <a:latin typeface="楷体_GB2312" pitchFamily="1" charset="-122"/>
              </a:rPr>
              <a:t>  </a:t>
            </a:r>
            <a:r>
              <a:rPr lang="zh-CN" altLang="en-US" sz="1800" dirty="0">
                <a:solidFill>
                  <a:srgbClr val="0070C0"/>
                </a:solidFill>
                <a:latin typeface="楷体_GB2312" pitchFamily="1" charset="-122"/>
              </a:rPr>
              <a:t>时钟脉冲输入</a:t>
            </a:r>
            <a:r>
              <a:rPr lang="en-US" altLang="zh-CN" sz="1800" dirty="0">
                <a:solidFill>
                  <a:srgbClr val="0070C0"/>
                </a:solidFill>
                <a:latin typeface="楷体_GB2312" pitchFamily="1" charset="-122"/>
              </a:rPr>
              <a:t>,  </a:t>
            </a:r>
            <a:endParaRPr lang="en-US" altLang="zh-CN" sz="1800" dirty="0">
              <a:solidFill>
                <a:srgbClr val="0070C0"/>
              </a:solidFill>
              <a:latin typeface="楷体_GB2312" pitchFamily="1" charset="-122"/>
            </a:endParaRPr>
          </a:p>
          <a:p>
            <a:pPr marL="0" lvl="0" indent="0" eaLnBrk="1" hangingPunct="1">
              <a:lnSpc>
                <a:spcPct val="100000"/>
              </a:lnSpc>
              <a:spcBef>
                <a:spcPct val="0"/>
              </a:spcBef>
              <a:spcAft>
                <a:spcPct val="40000"/>
              </a:spcAft>
              <a:buClrTx/>
              <a:buSzTx/>
              <a:buFont typeface="Arial" panose="020B0604020202020204" pitchFamily="34" charset="0"/>
              <a:buNone/>
            </a:pPr>
            <a:r>
              <a:rPr lang="en-US" altLang="zh-CN" sz="1800" dirty="0">
                <a:solidFill>
                  <a:srgbClr val="0070C0"/>
                </a:solidFill>
                <a:latin typeface="楷体_GB2312" pitchFamily="1" charset="-122"/>
              </a:rPr>
              <a:t>     </a:t>
            </a:r>
            <a:r>
              <a:rPr lang="zh-CN" altLang="en-US" sz="1800" dirty="0">
                <a:solidFill>
                  <a:srgbClr val="0070C0"/>
                </a:solidFill>
                <a:latin typeface="楷体_GB2312" pitchFamily="1" charset="-122"/>
              </a:rPr>
              <a:t>计数器的计时基准。</a:t>
            </a:r>
            <a:endParaRPr lang="en-US" altLang="zh-CN" sz="1800" dirty="0">
              <a:solidFill>
                <a:srgbClr val="0070C0"/>
              </a:solidFill>
              <a:latin typeface="楷体_GB2312" pitchFamily="1" charset="-122"/>
            </a:endParaRPr>
          </a:p>
          <a:p>
            <a:pPr marL="0" lvl="0" indent="0" eaLnBrk="1" hangingPunct="1">
              <a:lnSpc>
                <a:spcPct val="100000"/>
              </a:lnSpc>
              <a:spcBef>
                <a:spcPct val="0"/>
              </a:spcBef>
              <a:spcAft>
                <a:spcPct val="40000"/>
              </a:spcAft>
              <a:buClrTx/>
              <a:buSzTx/>
              <a:buFont typeface="Arial" panose="020B0604020202020204" pitchFamily="34" charset="0"/>
              <a:buNone/>
            </a:pPr>
            <a:r>
              <a:rPr lang="en-US" altLang="zh-CN" sz="1800" dirty="0">
                <a:solidFill>
                  <a:srgbClr val="0070C0"/>
                </a:solidFill>
                <a:latin typeface="楷体_GB2312" pitchFamily="1" charset="-122"/>
              </a:rPr>
              <a:t>GATE</a:t>
            </a:r>
            <a:r>
              <a:rPr lang="en-US" altLang="zh-CN" sz="1800" baseline="-20000" dirty="0">
                <a:solidFill>
                  <a:srgbClr val="0070C0"/>
                </a:solidFill>
                <a:latin typeface="楷体_GB2312" pitchFamily="1" charset="-122"/>
              </a:rPr>
              <a:t>n  </a:t>
            </a:r>
            <a:r>
              <a:rPr lang="zh-CN" altLang="en-US" sz="1800" dirty="0">
                <a:solidFill>
                  <a:srgbClr val="0070C0"/>
                </a:solidFill>
                <a:latin typeface="楷体_GB2312" pitchFamily="1" charset="-122"/>
              </a:rPr>
              <a:t>门控信号输入，控制</a:t>
            </a:r>
            <a:endParaRPr lang="en-US" altLang="zh-CN" sz="1800" dirty="0">
              <a:solidFill>
                <a:srgbClr val="0070C0"/>
              </a:solidFill>
              <a:latin typeface="楷体_GB2312" pitchFamily="1" charset="-122"/>
            </a:endParaRPr>
          </a:p>
          <a:p>
            <a:pPr marL="0" lvl="0" indent="0" eaLnBrk="1" hangingPunct="1">
              <a:lnSpc>
                <a:spcPct val="100000"/>
              </a:lnSpc>
              <a:spcBef>
                <a:spcPct val="0"/>
              </a:spcBef>
              <a:spcAft>
                <a:spcPct val="40000"/>
              </a:spcAft>
              <a:buClrTx/>
              <a:buSzTx/>
              <a:buFont typeface="Arial" panose="020B0604020202020204" pitchFamily="34" charset="0"/>
              <a:buNone/>
            </a:pPr>
            <a:r>
              <a:rPr lang="en-US" altLang="zh-CN" sz="1800" dirty="0">
                <a:solidFill>
                  <a:srgbClr val="0070C0"/>
                </a:solidFill>
                <a:latin typeface="楷体_GB2312" pitchFamily="1" charset="-122"/>
              </a:rPr>
              <a:t>     </a:t>
            </a:r>
            <a:r>
              <a:rPr lang="zh-CN" altLang="en-US" sz="1800" dirty="0">
                <a:solidFill>
                  <a:srgbClr val="0070C0"/>
                </a:solidFill>
                <a:latin typeface="楷体_GB2312" pitchFamily="1" charset="-122"/>
              </a:rPr>
              <a:t>计数器的启停。</a:t>
            </a:r>
            <a:endParaRPr lang="zh-CN" altLang="en-US" sz="1800" dirty="0">
              <a:solidFill>
                <a:srgbClr val="0070C0"/>
              </a:solidFill>
              <a:latin typeface="楷体_GB2312" pitchFamily="1"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sz="1800" dirty="0">
                <a:solidFill>
                  <a:srgbClr val="0070C0"/>
                </a:solidFill>
                <a:latin typeface="楷体_GB2312" pitchFamily="1" charset="-122"/>
              </a:rPr>
              <a:t>OUT</a:t>
            </a:r>
            <a:r>
              <a:rPr lang="en-US" altLang="zh-CN" sz="1800" baseline="-20000" dirty="0">
                <a:solidFill>
                  <a:srgbClr val="0070C0"/>
                </a:solidFill>
                <a:latin typeface="楷体_GB2312" pitchFamily="1" charset="-122"/>
              </a:rPr>
              <a:t>n</a:t>
            </a:r>
            <a:r>
              <a:rPr lang="en-US" altLang="zh-CN" sz="1800" dirty="0">
                <a:solidFill>
                  <a:srgbClr val="0070C0"/>
                </a:solidFill>
                <a:latin typeface="楷体_GB2312" pitchFamily="1" charset="-122"/>
              </a:rPr>
              <a:t>  </a:t>
            </a:r>
            <a:r>
              <a:rPr lang="zh-CN" altLang="en-US" sz="1800" dirty="0">
                <a:solidFill>
                  <a:srgbClr val="0070C0"/>
                </a:solidFill>
                <a:latin typeface="楷体_GB2312" pitchFamily="1" charset="-122"/>
              </a:rPr>
              <a:t>计数器输出信号。</a:t>
            </a:r>
            <a:endParaRPr lang="zh-CN" altLang="en-US" sz="1800" dirty="0">
              <a:solidFill>
                <a:srgbClr val="0070C0"/>
              </a:solidFill>
              <a:latin typeface="楷体_GB2312" pitchFamily="1" charset="-122"/>
            </a:endParaRPr>
          </a:p>
        </p:txBody>
      </p:sp>
    </p:spTree>
  </p:cSld>
  <p:clrMapOvr>
    <a:masterClrMapping/>
  </p:clrMapOvr>
  <p:transition spd="slow">
    <p:zoom/>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0178" name="Line 3"/>
          <p:cNvSpPr/>
          <p:nvPr/>
        </p:nvSpPr>
        <p:spPr>
          <a:xfrm>
            <a:off x="539750" y="5157788"/>
            <a:ext cx="381000" cy="0"/>
          </a:xfrm>
          <a:prstGeom prst="line">
            <a:avLst/>
          </a:prstGeom>
          <a:ln w="22225">
            <a:noFill/>
          </a:ln>
        </p:spPr>
      </p:sp>
      <p:sp>
        <p:nvSpPr>
          <p:cNvPr id="50179" name="Line 4"/>
          <p:cNvSpPr/>
          <p:nvPr/>
        </p:nvSpPr>
        <p:spPr>
          <a:xfrm>
            <a:off x="463550" y="4471988"/>
            <a:ext cx="457200" cy="0"/>
          </a:xfrm>
          <a:prstGeom prst="line">
            <a:avLst/>
          </a:prstGeom>
          <a:ln w="22225">
            <a:noFill/>
          </a:ln>
        </p:spPr>
      </p:sp>
      <p:sp>
        <p:nvSpPr>
          <p:cNvPr id="50180" name="Line 5"/>
          <p:cNvSpPr/>
          <p:nvPr/>
        </p:nvSpPr>
        <p:spPr>
          <a:xfrm>
            <a:off x="768350" y="4090988"/>
            <a:ext cx="228600" cy="0"/>
          </a:xfrm>
          <a:prstGeom prst="line">
            <a:avLst/>
          </a:prstGeom>
          <a:ln w="22225">
            <a:noFill/>
          </a:ln>
        </p:spPr>
      </p:sp>
      <p:grpSp>
        <p:nvGrpSpPr>
          <p:cNvPr id="127" name="Group 6"/>
          <p:cNvGrpSpPr/>
          <p:nvPr/>
        </p:nvGrpSpPr>
        <p:grpSpPr>
          <a:xfrm>
            <a:off x="196850" y="2363788"/>
            <a:ext cx="3314700" cy="609600"/>
            <a:chOff x="120" y="1424"/>
            <a:chExt cx="2088" cy="384"/>
          </a:xfrm>
        </p:grpSpPr>
        <p:sp>
          <p:nvSpPr>
            <p:cNvPr id="50249" name="Rectangle 7"/>
            <p:cNvSpPr/>
            <p:nvPr/>
          </p:nvSpPr>
          <p:spPr>
            <a:xfrm>
              <a:off x="1056" y="1424"/>
              <a:ext cx="1152" cy="384"/>
            </a:xfrm>
            <a:prstGeom prst="rect">
              <a:avLst/>
            </a:prstGeom>
            <a:noFill/>
            <a:ln w="22225" cap="flat" cmpd="sng">
              <a:solidFill>
                <a:schemeClr val="tx1"/>
              </a:solidFill>
              <a:prstDash val="solid"/>
              <a:miter/>
              <a:headEnd type="none" w="med" len="med"/>
              <a:tailEnd type="none" w="lg" len="lg"/>
            </a:ln>
          </p:spPr>
          <p:txBody>
            <a:bodyPr wrap="none" lIns="0" tIns="0" rIns="0" bIns="0"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zh-CN" altLang="en-US" sz="2000" dirty="0">
                  <a:solidFill>
                    <a:schemeClr val="tx1"/>
                  </a:solidFill>
                  <a:latin typeface="Times New Roman" panose="02020603050405020304" pitchFamily="18" charset="0"/>
                </a:rPr>
                <a:t>数据总线缓冲器</a:t>
              </a:r>
              <a:endParaRPr lang="zh-CN" altLang="en-US" sz="2000" dirty="0">
                <a:solidFill>
                  <a:schemeClr val="tx1"/>
                </a:solidFill>
                <a:latin typeface="Times New Roman" panose="02020603050405020304" pitchFamily="18" charset="0"/>
              </a:endParaRPr>
            </a:p>
          </p:txBody>
        </p:sp>
        <p:sp>
          <p:nvSpPr>
            <p:cNvPr id="50250" name="AutoShape 8"/>
            <p:cNvSpPr/>
            <p:nvPr/>
          </p:nvSpPr>
          <p:spPr>
            <a:xfrm>
              <a:off x="624" y="1520"/>
              <a:ext cx="432" cy="192"/>
            </a:xfrm>
            <a:prstGeom prst="leftRightArrow">
              <a:avLst>
                <a:gd name="adj1" fmla="val 50000"/>
                <a:gd name="adj2" fmla="val 45000"/>
              </a:avLst>
            </a:prstGeom>
            <a:noFill/>
            <a:ln w="22225" cap="flat" cmpd="sng">
              <a:solidFill>
                <a:schemeClr val="tx1"/>
              </a:solidFill>
              <a:prstDash val="solid"/>
              <a:miter/>
              <a:headEnd type="none" w="med" len="med"/>
              <a:tailEnd type="none" w="lg" len="lg"/>
            </a:ln>
          </p:spPr>
          <p:txBody>
            <a:bodyPr wrap="none" lIns="0" tIns="0" rIns="0" bIns="0"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en-US" altLang="zh-CN" sz="2000" dirty="0">
                  <a:solidFill>
                    <a:schemeClr val="tx1"/>
                  </a:solidFill>
                  <a:latin typeface="Times New Roman" panose="02020603050405020304" pitchFamily="18" charset="0"/>
                </a:rPr>
                <a:t>8</a:t>
              </a:r>
              <a:endParaRPr lang="en-US" altLang="zh-CN" sz="2000" dirty="0">
                <a:solidFill>
                  <a:schemeClr val="tx1"/>
                </a:solidFill>
                <a:latin typeface="Times New Roman" panose="02020603050405020304" pitchFamily="18" charset="0"/>
              </a:endParaRPr>
            </a:p>
          </p:txBody>
        </p:sp>
        <p:sp>
          <p:nvSpPr>
            <p:cNvPr id="50251" name="Text Box 9"/>
            <p:cNvSpPr txBox="1"/>
            <p:nvPr/>
          </p:nvSpPr>
          <p:spPr>
            <a:xfrm>
              <a:off x="120" y="1510"/>
              <a:ext cx="480" cy="192"/>
            </a:xfrm>
            <a:prstGeom prst="rect">
              <a:avLst/>
            </a:prstGeom>
            <a:noFill/>
            <a:ln w="222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50000"/>
                </a:spcBef>
                <a:spcAft>
                  <a:spcPct val="0"/>
                </a:spcAft>
                <a:buClrTx/>
                <a:buSzTx/>
                <a:buFont typeface="Arial" panose="020B0604020202020204" pitchFamily="34" charset="0"/>
                <a:buNone/>
              </a:pPr>
              <a:r>
                <a:rPr lang="en-US" altLang="zh-CN" sz="2000" dirty="0">
                  <a:solidFill>
                    <a:schemeClr val="tx1"/>
                  </a:solidFill>
                  <a:latin typeface="Times New Roman" panose="02020603050405020304" pitchFamily="18" charset="0"/>
                </a:rPr>
                <a:t>D0~D7</a:t>
              </a:r>
              <a:endParaRPr lang="en-US" altLang="zh-CN" sz="2000" dirty="0">
                <a:solidFill>
                  <a:schemeClr val="tx1"/>
                </a:solidFill>
                <a:latin typeface="Times New Roman" panose="02020603050405020304" pitchFamily="18" charset="0"/>
              </a:endParaRPr>
            </a:p>
          </p:txBody>
        </p:sp>
      </p:grpSp>
      <p:grpSp>
        <p:nvGrpSpPr>
          <p:cNvPr id="131" name="Group 10"/>
          <p:cNvGrpSpPr/>
          <p:nvPr/>
        </p:nvGrpSpPr>
        <p:grpSpPr>
          <a:xfrm>
            <a:off x="3054350" y="2973388"/>
            <a:ext cx="2971800" cy="3073400"/>
            <a:chOff x="1920" y="1808"/>
            <a:chExt cx="1872" cy="1936"/>
          </a:xfrm>
        </p:grpSpPr>
        <p:sp>
          <p:nvSpPr>
            <p:cNvPr id="50242" name="Line 11"/>
            <p:cNvSpPr/>
            <p:nvPr/>
          </p:nvSpPr>
          <p:spPr>
            <a:xfrm flipV="1">
              <a:off x="2928" y="2000"/>
              <a:ext cx="0" cy="1728"/>
            </a:xfrm>
            <a:prstGeom prst="line">
              <a:avLst/>
            </a:prstGeom>
            <a:ln w="22225" cap="flat" cmpd="sng">
              <a:solidFill>
                <a:schemeClr val="tx1"/>
              </a:solidFill>
              <a:prstDash val="solid"/>
              <a:headEnd type="none" w="med" len="med"/>
              <a:tailEnd type="none" w="lg" len="lg"/>
            </a:ln>
          </p:spPr>
        </p:sp>
        <p:sp>
          <p:nvSpPr>
            <p:cNvPr id="50243" name="Line 12"/>
            <p:cNvSpPr/>
            <p:nvPr/>
          </p:nvSpPr>
          <p:spPr>
            <a:xfrm flipV="1">
              <a:off x="1920" y="3744"/>
              <a:ext cx="1776" cy="0"/>
            </a:xfrm>
            <a:prstGeom prst="line">
              <a:avLst/>
            </a:prstGeom>
            <a:ln w="22225" cap="flat" cmpd="sng">
              <a:solidFill>
                <a:schemeClr val="tx1"/>
              </a:solidFill>
              <a:prstDash val="solid"/>
              <a:headEnd type="none" w="med" len="med"/>
              <a:tailEnd type="none" w="lg" len="lg"/>
            </a:ln>
          </p:spPr>
        </p:sp>
        <p:sp>
          <p:nvSpPr>
            <p:cNvPr id="50244" name="Line 13"/>
            <p:cNvSpPr/>
            <p:nvPr/>
          </p:nvSpPr>
          <p:spPr>
            <a:xfrm flipV="1">
              <a:off x="3696" y="3536"/>
              <a:ext cx="0" cy="192"/>
            </a:xfrm>
            <a:prstGeom prst="line">
              <a:avLst/>
            </a:prstGeom>
            <a:ln w="22225" cap="flat" cmpd="sng">
              <a:solidFill>
                <a:schemeClr val="tx1"/>
              </a:solidFill>
              <a:prstDash val="solid"/>
              <a:headEnd type="none" w="med" len="med"/>
              <a:tailEnd type="stealth" w="lg" len="lg"/>
            </a:ln>
          </p:spPr>
        </p:sp>
        <p:sp>
          <p:nvSpPr>
            <p:cNvPr id="50245" name="Line 14"/>
            <p:cNvSpPr/>
            <p:nvPr/>
          </p:nvSpPr>
          <p:spPr>
            <a:xfrm>
              <a:off x="2928" y="2000"/>
              <a:ext cx="816" cy="0"/>
            </a:xfrm>
            <a:prstGeom prst="line">
              <a:avLst/>
            </a:prstGeom>
            <a:ln w="22225" cap="flat" cmpd="sng">
              <a:solidFill>
                <a:schemeClr val="tx1"/>
              </a:solidFill>
              <a:prstDash val="solid"/>
              <a:headEnd type="none" w="med" len="med"/>
              <a:tailEnd type="none" w="lg" len="lg"/>
            </a:ln>
          </p:spPr>
        </p:sp>
        <p:sp>
          <p:nvSpPr>
            <p:cNvPr id="50246" name="Line 15"/>
            <p:cNvSpPr/>
            <p:nvPr/>
          </p:nvSpPr>
          <p:spPr>
            <a:xfrm flipV="1">
              <a:off x="3744" y="1808"/>
              <a:ext cx="0" cy="192"/>
            </a:xfrm>
            <a:prstGeom prst="line">
              <a:avLst/>
            </a:prstGeom>
            <a:ln w="22225" cap="flat" cmpd="sng">
              <a:solidFill>
                <a:schemeClr val="tx1"/>
              </a:solidFill>
              <a:prstDash val="solid"/>
              <a:headEnd type="none" w="med" len="med"/>
              <a:tailEnd type="stealth" w="lg" len="lg"/>
            </a:ln>
          </p:spPr>
        </p:sp>
        <p:sp>
          <p:nvSpPr>
            <p:cNvPr id="50247" name="Line 16"/>
            <p:cNvSpPr/>
            <p:nvPr/>
          </p:nvSpPr>
          <p:spPr>
            <a:xfrm>
              <a:off x="2928" y="3008"/>
              <a:ext cx="864" cy="0"/>
            </a:xfrm>
            <a:prstGeom prst="line">
              <a:avLst/>
            </a:prstGeom>
            <a:ln w="22225" cap="flat" cmpd="sng">
              <a:solidFill>
                <a:schemeClr val="tx1"/>
              </a:solidFill>
              <a:prstDash val="solid"/>
              <a:headEnd type="none" w="med" len="med"/>
              <a:tailEnd type="none" w="lg" len="lg"/>
            </a:ln>
          </p:spPr>
        </p:sp>
        <p:sp>
          <p:nvSpPr>
            <p:cNvPr id="50248" name="Line 17"/>
            <p:cNvSpPr/>
            <p:nvPr/>
          </p:nvSpPr>
          <p:spPr>
            <a:xfrm flipV="1">
              <a:off x="3792" y="2720"/>
              <a:ext cx="0" cy="288"/>
            </a:xfrm>
            <a:prstGeom prst="line">
              <a:avLst/>
            </a:prstGeom>
            <a:ln w="22225" cap="flat" cmpd="sng">
              <a:solidFill>
                <a:schemeClr val="tx1"/>
              </a:solidFill>
              <a:prstDash val="solid"/>
              <a:headEnd type="none" w="med" len="med"/>
              <a:tailEnd type="stealth" w="lg" len="lg"/>
            </a:ln>
          </p:spPr>
        </p:sp>
      </p:grpSp>
      <p:grpSp>
        <p:nvGrpSpPr>
          <p:cNvPr id="139" name="Group 18"/>
          <p:cNvGrpSpPr/>
          <p:nvPr/>
        </p:nvGrpSpPr>
        <p:grpSpPr>
          <a:xfrm>
            <a:off x="3511550" y="2135188"/>
            <a:ext cx="1524000" cy="4510087"/>
            <a:chOff x="2208" y="1280"/>
            <a:chExt cx="960" cy="2841"/>
          </a:xfrm>
        </p:grpSpPr>
        <p:sp>
          <p:nvSpPr>
            <p:cNvPr id="50234" name="Line 19"/>
            <p:cNvSpPr/>
            <p:nvPr/>
          </p:nvSpPr>
          <p:spPr>
            <a:xfrm>
              <a:off x="2640" y="1280"/>
              <a:ext cx="0" cy="2592"/>
            </a:xfrm>
            <a:prstGeom prst="line">
              <a:avLst/>
            </a:prstGeom>
            <a:ln w="22225" cap="flat" cmpd="sng">
              <a:solidFill>
                <a:schemeClr val="tx1"/>
              </a:solidFill>
              <a:prstDash val="solid"/>
              <a:headEnd type="none" w="med" len="med"/>
              <a:tailEnd type="none" w="lg" len="lg"/>
            </a:ln>
          </p:spPr>
        </p:sp>
        <p:sp>
          <p:nvSpPr>
            <p:cNvPr id="50235" name="Line 20"/>
            <p:cNvSpPr/>
            <p:nvPr/>
          </p:nvSpPr>
          <p:spPr>
            <a:xfrm>
              <a:off x="2736" y="1280"/>
              <a:ext cx="0" cy="2608"/>
            </a:xfrm>
            <a:prstGeom prst="line">
              <a:avLst/>
            </a:prstGeom>
            <a:ln w="22225" cap="flat" cmpd="sng">
              <a:solidFill>
                <a:schemeClr val="tx1"/>
              </a:solidFill>
              <a:prstDash val="solid"/>
              <a:headEnd type="none" w="med" len="med"/>
              <a:tailEnd type="none" w="lg" len="lg"/>
            </a:ln>
          </p:spPr>
        </p:sp>
        <p:sp>
          <p:nvSpPr>
            <p:cNvPr id="50236" name="AutoShape 21"/>
            <p:cNvSpPr/>
            <p:nvPr/>
          </p:nvSpPr>
          <p:spPr>
            <a:xfrm>
              <a:off x="2208" y="1568"/>
              <a:ext cx="432" cy="96"/>
            </a:xfrm>
            <a:prstGeom prst="leftRightArrow">
              <a:avLst>
                <a:gd name="adj1" fmla="val 50000"/>
                <a:gd name="adj2" fmla="val 90000"/>
              </a:avLst>
            </a:prstGeom>
            <a:noFill/>
            <a:ln w="22225" cap="flat" cmpd="sng">
              <a:solidFill>
                <a:schemeClr val="tx1"/>
              </a:solidFill>
              <a:prstDash val="solid"/>
              <a:miter/>
              <a:headEnd type="none" w="med" len="med"/>
              <a:tailEnd type="none" w="lg" len="lg"/>
            </a:ln>
          </p:spPr>
          <p:txBody>
            <a:bodyPr wrap="none" lIns="0" tIns="0" rIns="0" bIns="0"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50237" name="Text Box 22"/>
            <p:cNvSpPr txBox="1"/>
            <p:nvPr/>
          </p:nvSpPr>
          <p:spPr>
            <a:xfrm>
              <a:off x="2304" y="3888"/>
              <a:ext cx="816" cy="233"/>
            </a:xfrm>
            <a:prstGeom prst="rect">
              <a:avLst/>
            </a:prstGeom>
            <a:noFill/>
            <a:ln w="222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50000"/>
                </a:spcBef>
                <a:spcAft>
                  <a:spcPct val="0"/>
                </a:spcAft>
                <a:buClrTx/>
                <a:buSzTx/>
                <a:buFont typeface="Arial" panose="020B0604020202020204" pitchFamily="34" charset="0"/>
                <a:buNone/>
              </a:pPr>
              <a:r>
                <a:rPr lang="zh-CN" altLang="en-US" sz="2400" dirty="0">
                  <a:solidFill>
                    <a:schemeClr val="tx1"/>
                  </a:solidFill>
                  <a:latin typeface="Times New Roman" panose="02020603050405020304" pitchFamily="18" charset="0"/>
                </a:rPr>
                <a:t>内部总线</a:t>
              </a:r>
              <a:endParaRPr lang="zh-CN" altLang="en-US" sz="2400" dirty="0">
                <a:solidFill>
                  <a:schemeClr val="tx1"/>
                </a:solidFill>
                <a:latin typeface="Times New Roman" panose="02020603050405020304" pitchFamily="18" charset="0"/>
              </a:endParaRPr>
            </a:p>
          </p:txBody>
        </p:sp>
        <p:sp>
          <p:nvSpPr>
            <p:cNvPr id="50238" name="AutoShape 23"/>
            <p:cNvSpPr/>
            <p:nvPr/>
          </p:nvSpPr>
          <p:spPr>
            <a:xfrm>
              <a:off x="2304" y="3344"/>
              <a:ext cx="336" cy="192"/>
            </a:xfrm>
            <a:prstGeom prst="leftArrow">
              <a:avLst>
                <a:gd name="adj1" fmla="val 50000"/>
                <a:gd name="adj2" fmla="val 43750"/>
              </a:avLst>
            </a:prstGeom>
            <a:noFill/>
            <a:ln w="22225" cap="flat" cmpd="sng">
              <a:solidFill>
                <a:schemeClr val="tx1"/>
              </a:solidFill>
              <a:prstDash val="solid"/>
              <a:miter/>
              <a:headEnd type="none" w="med" len="med"/>
              <a:tailEnd type="none" w="lg" len="lg"/>
            </a:ln>
          </p:spPr>
          <p:txBody>
            <a:bodyPr wrap="none" lIns="0" tIns="0" rIns="0" bIns="0"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50239" name="AutoShape 24"/>
            <p:cNvSpPr/>
            <p:nvPr/>
          </p:nvSpPr>
          <p:spPr>
            <a:xfrm>
              <a:off x="2784" y="3248"/>
              <a:ext cx="384" cy="96"/>
            </a:xfrm>
            <a:prstGeom prst="leftRightArrow">
              <a:avLst>
                <a:gd name="adj1" fmla="val 50000"/>
                <a:gd name="adj2" fmla="val 80000"/>
              </a:avLst>
            </a:prstGeom>
            <a:noFill/>
            <a:ln w="22225" cap="flat" cmpd="sng">
              <a:solidFill>
                <a:schemeClr val="tx1"/>
              </a:solidFill>
              <a:prstDash val="solid"/>
              <a:miter/>
              <a:headEnd type="none" w="med" len="med"/>
              <a:tailEnd type="none" w="lg" len="lg"/>
            </a:ln>
          </p:spPr>
          <p:txBody>
            <a:bodyPr wrap="none" lIns="0" tIns="0" rIns="0" bIns="0"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50240" name="AutoShape 25"/>
            <p:cNvSpPr/>
            <p:nvPr/>
          </p:nvSpPr>
          <p:spPr>
            <a:xfrm>
              <a:off x="2736" y="2480"/>
              <a:ext cx="384" cy="96"/>
            </a:xfrm>
            <a:prstGeom prst="leftRightArrow">
              <a:avLst>
                <a:gd name="adj1" fmla="val 50000"/>
                <a:gd name="adj2" fmla="val 80000"/>
              </a:avLst>
            </a:prstGeom>
            <a:noFill/>
            <a:ln w="22225" cap="flat" cmpd="sng">
              <a:solidFill>
                <a:schemeClr val="tx1"/>
              </a:solidFill>
              <a:prstDash val="solid"/>
              <a:miter/>
              <a:headEnd type="none" w="med" len="med"/>
              <a:tailEnd type="none" w="lg" len="lg"/>
            </a:ln>
          </p:spPr>
          <p:txBody>
            <a:bodyPr wrap="none" lIns="0" tIns="0" rIns="0" bIns="0"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50241" name="AutoShape 26"/>
            <p:cNvSpPr/>
            <p:nvPr/>
          </p:nvSpPr>
          <p:spPr>
            <a:xfrm>
              <a:off x="2736" y="1568"/>
              <a:ext cx="384" cy="96"/>
            </a:xfrm>
            <a:prstGeom prst="leftRightArrow">
              <a:avLst>
                <a:gd name="adj1" fmla="val 50000"/>
                <a:gd name="adj2" fmla="val 80000"/>
              </a:avLst>
            </a:prstGeom>
            <a:noFill/>
            <a:ln w="22225" cap="flat" cmpd="sng">
              <a:solidFill>
                <a:schemeClr val="tx1"/>
              </a:solidFill>
              <a:prstDash val="solid"/>
              <a:miter/>
              <a:headEnd type="none" w="med" len="med"/>
              <a:tailEnd type="none" w="lg" len="lg"/>
            </a:ln>
          </p:spPr>
          <p:txBody>
            <a:bodyPr wrap="none" lIns="0" tIns="0" rIns="0" bIns="0"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grpSp>
      <p:grpSp>
        <p:nvGrpSpPr>
          <p:cNvPr id="148" name="Group 27"/>
          <p:cNvGrpSpPr/>
          <p:nvPr/>
        </p:nvGrpSpPr>
        <p:grpSpPr>
          <a:xfrm>
            <a:off x="4959350" y="2160588"/>
            <a:ext cx="3733800" cy="914400"/>
            <a:chOff x="3120" y="1296"/>
            <a:chExt cx="2352" cy="576"/>
          </a:xfrm>
        </p:grpSpPr>
        <p:sp>
          <p:nvSpPr>
            <p:cNvPr id="50227" name="Text Box 28"/>
            <p:cNvSpPr txBox="1"/>
            <p:nvPr/>
          </p:nvSpPr>
          <p:spPr>
            <a:xfrm>
              <a:off x="4800" y="1296"/>
              <a:ext cx="672" cy="192"/>
            </a:xfrm>
            <a:prstGeom prst="rect">
              <a:avLst/>
            </a:prstGeom>
            <a:noFill/>
            <a:ln w="222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Font typeface="Arial" panose="020B0604020202020204" pitchFamily="34" charset="0"/>
                <a:buNone/>
              </a:pPr>
              <a:r>
                <a:rPr lang="en-US" altLang="zh-CN" sz="2000" dirty="0">
                  <a:solidFill>
                    <a:schemeClr val="tx1"/>
                  </a:solidFill>
                  <a:latin typeface="Times New Roman" panose="02020603050405020304" pitchFamily="18" charset="0"/>
                </a:rPr>
                <a:t>CLK0</a:t>
              </a:r>
              <a:endParaRPr lang="en-US" altLang="zh-CN" sz="2000" dirty="0">
                <a:solidFill>
                  <a:schemeClr val="tx1"/>
                </a:solidFill>
                <a:latin typeface="Times New Roman" panose="02020603050405020304" pitchFamily="18" charset="0"/>
              </a:endParaRPr>
            </a:p>
          </p:txBody>
        </p:sp>
        <p:sp>
          <p:nvSpPr>
            <p:cNvPr id="50228" name="Rectangle 29"/>
            <p:cNvSpPr/>
            <p:nvPr/>
          </p:nvSpPr>
          <p:spPr>
            <a:xfrm>
              <a:off x="3120" y="1328"/>
              <a:ext cx="1200" cy="480"/>
            </a:xfrm>
            <a:prstGeom prst="rect">
              <a:avLst/>
            </a:prstGeom>
            <a:noFill/>
            <a:ln w="22225" cap="flat" cmpd="sng">
              <a:solidFill>
                <a:schemeClr val="tx1"/>
              </a:solidFill>
              <a:prstDash val="solid"/>
              <a:miter/>
              <a:headEnd type="none" w="med" len="med"/>
              <a:tailEnd type="none" w="lg" len="lg"/>
            </a:ln>
          </p:spPr>
          <p:txBody>
            <a:bodyPr wrap="none" lIns="0" tIns="0" rIns="0" bIns="0"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zh-CN" altLang="en-US" sz="3200" dirty="0">
                  <a:solidFill>
                    <a:schemeClr val="tx1"/>
                  </a:solidFill>
                  <a:latin typeface="Times New Roman" panose="02020603050405020304" pitchFamily="18" charset="0"/>
                </a:rPr>
                <a:t>计数器</a:t>
              </a:r>
              <a:r>
                <a:rPr lang="en-US" altLang="zh-CN" sz="3200" dirty="0">
                  <a:solidFill>
                    <a:schemeClr val="tx1"/>
                  </a:solidFill>
                  <a:latin typeface="Times New Roman" panose="02020603050405020304" pitchFamily="18" charset="0"/>
                </a:rPr>
                <a:t>0</a:t>
              </a:r>
              <a:endParaRPr lang="en-US" altLang="zh-CN" sz="3200" dirty="0">
                <a:solidFill>
                  <a:schemeClr val="tx1"/>
                </a:solidFill>
                <a:latin typeface="Times New Roman" panose="02020603050405020304" pitchFamily="18" charset="0"/>
              </a:endParaRPr>
            </a:p>
          </p:txBody>
        </p:sp>
        <p:sp>
          <p:nvSpPr>
            <p:cNvPr id="50229" name="Line 30"/>
            <p:cNvSpPr/>
            <p:nvPr/>
          </p:nvSpPr>
          <p:spPr>
            <a:xfrm>
              <a:off x="4320" y="1376"/>
              <a:ext cx="336" cy="0"/>
            </a:xfrm>
            <a:prstGeom prst="line">
              <a:avLst/>
            </a:prstGeom>
            <a:ln w="22225" cap="flat" cmpd="sng">
              <a:solidFill>
                <a:schemeClr val="tx1"/>
              </a:solidFill>
              <a:prstDash val="solid"/>
              <a:headEnd type="stealth" w="med" len="lg"/>
              <a:tailEnd type="none" w="lg" len="lg"/>
            </a:ln>
          </p:spPr>
        </p:sp>
        <p:sp>
          <p:nvSpPr>
            <p:cNvPr id="50230" name="Line 31"/>
            <p:cNvSpPr/>
            <p:nvPr/>
          </p:nvSpPr>
          <p:spPr>
            <a:xfrm>
              <a:off x="4320" y="1584"/>
              <a:ext cx="336" cy="0"/>
            </a:xfrm>
            <a:prstGeom prst="line">
              <a:avLst/>
            </a:prstGeom>
            <a:ln w="22225" cap="flat" cmpd="sng">
              <a:solidFill>
                <a:schemeClr val="tx1"/>
              </a:solidFill>
              <a:prstDash val="solid"/>
              <a:headEnd type="stealth" w="med" len="lg"/>
              <a:tailEnd type="none" w="lg" len="lg"/>
            </a:ln>
          </p:spPr>
        </p:sp>
        <p:sp>
          <p:nvSpPr>
            <p:cNvPr id="50231" name="Line 32"/>
            <p:cNvSpPr/>
            <p:nvPr/>
          </p:nvSpPr>
          <p:spPr>
            <a:xfrm>
              <a:off x="4320" y="1760"/>
              <a:ext cx="336" cy="0"/>
            </a:xfrm>
            <a:prstGeom prst="line">
              <a:avLst/>
            </a:prstGeom>
            <a:ln w="22225" cap="flat" cmpd="sng">
              <a:solidFill>
                <a:schemeClr val="tx1"/>
              </a:solidFill>
              <a:prstDash val="solid"/>
              <a:headEnd type="none" w="med" len="med"/>
              <a:tailEnd type="stealth" w="med" len="lg"/>
            </a:ln>
          </p:spPr>
        </p:sp>
        <p:sp>
          <p:nvSpPr>
            <p:cNvPr id="50232" name="Text Box 33"/>
            <p:cNvSpPr txBox="1"/>
            <p:nvPr/>
          </p:nvSpPr>
          <p:spPr>
            <a:xfrm>
              <a:off x="4800" y="1488"/>
              <a:ext cx="672" cy="192"/>
            </a:xfrm>
            <a:prstGeom prst="rect">
              <a:avLst/>
            </a:prstGeom>
            <a:noFill/>
            <a:ln w="222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Font typeface="Arial" panose="020B0604020202020204" pitchFamily="34" charset="0"/>
                <a:buNone/>
              </a:pPr>
              <a:r>
                <a:rPr lang="en-US" altLang="zh-CN" sz="2000" dirty="0">
                  <a:solidFill>
                    <a:schemeClr val="tx1"/>
                  </a:solidFill>
                  <a:latin typeface="Times New Roman" panose="02020603050405020304" pitchFamily="18" charset="0"/>
                </a:rPr>
                <a:t>GATE0</a:t>
              </a:r>
              <a:endParaRPr lang="en-US" altLang="zh-CN" sz="2000" dirty="0">
                <a:solidFill>
                  <a:schemeClr val="tx1"/>
                </a:solidFill>
                <a:latin typeface="Times New Roman" panose="02020603050405020304" pitchFamily="18" charset="0"/>
              </a:endParaRPr>
            </a:p>
          </p:txBody>
        </p:sp>
        <p:sp>
          <p:nvSpPr>
            <p:cNvPr id="50233" name="Text Box 34"/>
            <p:cNvSpPr txBox="1"/>
            <p:nvPr/>
          </p:nvSpPr>
          <p:spPr>
            <a:xfrm>
              <a:off x="4800" y="1680"/>
              <a:ext cx="672" cy="192"/>
            </a:xfrm>
            <a:prstGeom prst="rect">
              <a:avLst/>
            </a:prstGeom>
            <a:noFill/>
            <a:ln w="222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Font typeface="Arial" panose="020B0604020202020204" pitchFamily="34" charset="0"/>
                <a:buNone/>
              </a:pPr>
              <a:r>
                <a:rPr lang="en-US" altLang="zh-CN" sz="2000" dirty="0">
                  <a:solidFill>
                    <a:schemeClr val="tx1"/>
                  </a:solidFill>
                  <a:latin typeface="Times New Roman" panose="02020603050405020304" pitchFamily="18" charset="0"/>
                </a:rPr>
                <a:t>OUT0</a:t>
              </a:r>
              <a:endParaRPr lang="en-US" altLang="zh-CN" sz="2000" dirty="0">
                <a:solidFill>
                  <a:schemeClr val="tx1"/>
                </a:solidFill>
                <a:latin typeface="Times New Roman" panose="02020603050405020304" pitchFamily="18" charset="0"/>
              </a:endParaRPr>
            </a:p>
          </p:txBody>
        </p:sp>
      </p:grpSp>
      <p:grpSp>
        <p:nvGrpSpPr>
          <p:cNvPr id="156" name="Group 35"/>
          <p:cNvGrpSpPr/>
          <p:nvPr/>
        </p:nvGrpSpPr>
        <p:grpSpPr>
          <a:xfrm>
            <a:off x="4959350" y="3532188"/>
            <a:ext cx="3733800" cy="914400"/>
            <a:chOff x="3120" y="2160"/>
            <a:chExt cx="2352" cy="576"/>
          </a:xfrm>
        </p:grpSpPr>
        <p:sp>
          <p:nvSpPr>
            <p:cNvPr id="50220" name="Rectangle 36"/>
            <p:cNvSpPr/>
            <p:nvPr/>
          </p:nvSpPr>
          <p:spPr>
            <a:xfrm>
              <a:off x="3120" y="2192"/>
              <a:ext cx="1200" cy="528"/>
            </a:xfrm>
            <a:prstGeom prst="rect">
              <a:avLst/>
            </a:prstGeom>
            <a:noFill/>
            <a:ln w="22225" cap="flat" cmpd="sng">
              <a:solidFill>
                <a:schemeClr val="tx1"/>
              </a:solidFill>
              <a:prstDash val="solid"/>
              <a:miter/>
              <a:headEnd type="none" w="med" len="med"/>
              <a:tailEnd type="none" w="lg" len="lg"/>
            </a:ln>
          </p:spPr>
          <p:txBody>
            <a:bodyPr wrap="none" lIns="0" tIns="0" rIns="0" bIns="0"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zh-CN" altLang="en-US" sz="3200" dirty="0">
                  <a:solidFill>
                    <a:schemeClr val="tx1"/>
                  </a:solidFill>
                  <a:latin typeface="Times New Roman" panose="02020603050405020304" pitchFamily="18" charset="0"/>
                </a:rPr>
                <a:t>计数器</a:t>
              </a:r>
              <a:r>
                <a:rPr lang="en-US" altLang="zh-CN" sz="3200" dirty="0">
                  <a:solidFill>
                    <a:schemeClr val="tx1"/>
                  </a:solidFill>
                  <a:latin typeface="Times New Roman" panose="02020603050405020304" pitchFamily="18" charset="0"/>
                </a:rPr>
                <a:t>1</a:t>
              </a:r>
              <a:endParaRPr lang="en-US" altLang="zh-CN" sz="3200" dirty="0">
                <a:solidFill>
                  <a:schemeClr val="tx1"/>
                </a:solidFill>
                <a:latin typeface="Times New Roman" panose="02020603050405020304" pitchFamily="18" charset="0"/>
              </a:endParaRPr>
            </a:p>
          </p:txBody>
        </p:sp>
        <p:sp>
          <p:nvSpPr>
            <p:cNvPr id="50221" name="Text Box 37"/>
            <p:cNvSpPr txBox="1"/>
            <p:nvPr/>
          </p:nvSpPr>
          <p:spPr>
            <a:xfrm>
              <a:off x="4800" y="2160"/>
              <a:ext cx="672" cy="192"/>
            </a:xfrm>
            <a:prstGeom prst="rect">
              <a:avLst/>
            </a:prstGeom>
            <a:noFill/>
            <a:ln w="222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Font typeface="Arial" panose="020B0604020202020204" pitchFamily="34" charset="0"/>
                <a:buNone/>
              </a:pPr>
              <a:r>
                <a:rPr lang="en-US" altLang="zh-CN" sz="2000" dirty="0">
                  <a:solidFill>
                    <a:schemeClr val="tx1"/>
                  </a:solidFill>
                  <a:latin typeface="Times New Roman" panose="02020603050405020304" pitchFamily="18" charset="0"/>
                </a:rPr>
                <a:t>CLK1</a:t>
              </a:r>
              <a:endParaRPr lang="en-US" altLang="zh-CN" sz="2000" dirty="0">
                <a:solidFill>
                  <a:schemeClr val="tx1"/>
                </a:solidFill>
                <a:latin typeface="Times New Roman" panose="02020603050405020304" pitchFamily="18" charset="0"/>
              </a:endParaRPr>
            </a:p>
          </p:txBody>
        </p:sp>
        <p:sp>
          <p:nvSpPr>
            <p:cNvPr id="50222" name="Text Box 38"/>
            <p:cNvSpPr txBox="1"/>
            <p:nvPr/>
          </p:nvSpPr>
          <p:spPr>
            <a:xfrm>
              <a:off x="4800" y="2352"/>
              <a:ext cx="672" cy="192"/>
            </a:xfrm>
            <a:prstGeom prst="rect">
              <a:avLst/>
            </a:prstGeom>
            <a:noFill/>
            <a:ln w="222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Font typeface="Arial" panose="020B0604020202020204" pitchFamily="34" charset="0"/>
                <a:buNone/>
              </a:pPr>
              <a:r>
                <a:rPr lang="en-US" altLang="zh-CN" sz="2000" dirty="0">
                  <a:solidFill>
                    <a:schemeClr val="tx1"/>
                  </a:solidFill>
                  <a:latin typeface="Times New Roman" panose="02020603050405020304" pitchFamily="18" charset="0"/>
                </a:rPr>
                <a:t>GATE1</a:t>
              </a:r>
              <a:endParaRPr lang="en-US" altLang="zh-CN" sz="2000" dirty="0">
                <a:solidFill>
                  <a:schemeClr val="tx1"/>
                </a:solidFill>
                <a:latin typeface="Times New Roman" panose="02020603050405020304" pitchFamily="18" charset="0"/>
              </a:endParaRPr>
            </a:p>
          </p:txBody>
        </p:sp>
        <p:sp>
          <p:nvSpPr>
            <p:cNvPr id="50223" name="Text Box 39"/>
            <p:cNvSpPr txBox="1"/>
            <p:nvPr/>
          </p:nvSpPr>
          <p:spPr>
            <a:xfrm>
              <a:off x="4800" y="2544"/>
              <a:ext cx="672" cy="192"/>
            </a:xfrm>
            <a:prstGeom prst="rect">
              <a:avLst/>
            </a:prstGeom>
            <a:noFill/>
            <a:ln w="222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Font typeface="Arial" panose="020B0604020202020204" pitchFamily="34" charset="0"/>
                <a:buNone/>
              </a:pPr>
              <a:r>
                <a:rPr lang="en-US" altLang="zh-CN" sz="2000" dirty="0">
                  <a:solidFill>
                    <a:schemeClr val="tx1"/>
                  </a:solidFill>
                  <a:latin typeface="Times New Roman" panose="02020603050405020304" pitchFamily="18" charset="0"/>
                </a:rPr>
                <a:t>OUT1</a:t>
              </a:r>
              <a:endParaRPr lang="en-US" altLang="zh-CN" sz="2000" dirty="0">
                <a:solidFill>
                  <a:schemeClr val="tx1"/>
                </a:solidFill>
                <a:latin typeface="Times New Roman" panose="02020603050405020304" pitchFamily="18" charset="0"/>
              </a:endParaRPr>
            </a:p>
          </p:txBody>
        </p:sp>
        <p:sp>
          <p:nvSpPr>
            <p:cNvPr id="50224" name="Line 40"/>
            <p:cNvSpPr/>
            <p:nvPr/>
          </p:nvSpPr>
          <p:spPr>
            <a:xfrm>
              <a:off x="4320" y="2256"/>
              <a:ext cx="336" cy="0"/>
            </a:xfrm>
            <a:prstGeom prst="line">
              <a:avLst/>
            </a:prstGeom>
            <a:ln w="22225" cap="flat" cmpd="sng">
              <a:solidFill>
                <a:schemeClr val="tx1"/>
              </a:solidFill>
              <a:prstDash val="solid"/>
              <a:headEnd type="stealth" w="med" len="lg"/>
              <a:tailEnd type="none" w="lg" len="lg"/>
            </a:ln>
          </p:spPr>
        </p:sp>
        <p:sp>
          <p:nvSpPr>
            <p:cNvPr id="50225" name="Line 41"/>
            <p:cNvSpPr/>
            <p:nvPr/>
          </p:nvSpPr>
          <p:spPr>
            <a:xfrm>
              <a:off x="4320" y="2464"/>
              <a:ext cx="336" cy="0"/>
            </a:xfrm>
            <a:prstGeom prst="line">
              <a:avLst/>
            </a:prstGeom>
            <a:ln w="22225" cap="flat" cmpd="sng">
              <a:solidFill>
                <a:schemeClr val="tx1"/>
              </a:solidFill>
              <a:prstDash val="solid"/>
              <a:headEnd type="stealth" w="med" len="lg"/>
              <a:tailEnd type="none" w="lg" len="lg"/>
            </a:ln>
          </p:spPr>
        </p:sp>
        <p:sp>
          <p:nvSpPr>
            <p:cNvPr id="50226" name="Line 42"/>
            <p:cNvSpPr/>
            <p:nvPr/>
          </p:nvSpPr>
          <p:spPr>
            <a:xfrm>
              <a:off x="4320" y="2640"/>
              <a:ext cx="336" cy="0"/>
            </a:xfrm>
            <a:prstGeom prst="line">
              <a:avLst/>
            </a:prstGeom>
            <a:ln w="22225" cap="flat" cmpd="sng">
              <a:solidFill>
                <a:schemeClr val="tx1"/>
              </a:solidFill>
              <a:prstDash val="solid"/>
              <a:headEnd type="none" w="med" len="med"/>
              <a:tailEnd type="stealth" w="med" len="lg"/>
            </a:ln>
          </p:spPr>
        </p:sp>
      </p:grpSp>
      <p:grpSp>
        <p:nvGrpSpPr>
          <p:cNvPr id="164" name="Group 43"/>
          <p:cNvGrpSpPr/>
          <p:nvPr/>
        </p:nvGrpSpPr>
        <p:grpSpPr>
          <a:xfrm>
            <a:off x="5035550" y="4903788"/>
            <a:ext cx="3657600" cy="914400"/>
            <a:chOff x="3168" y="3024"/>
            <a:chExt cx="2304" cy="576"/>
          </a:xfrm>
        </p:grpSpPr>
        <p:sp>
          <p:nvSpPr>
            <p:cNvPr id="50213" name="Rectangle 44"/>
            <p:cNvSpPr/>
            <p:nvPr/>
          </p:nvSpPr>
          <p:spPr>
            <a:xfrm>
              <a:off x="3168" y="3104"/>
              <a:ext cx="1200" cy="480"/>
            </a:xfrm>
            <a:prstGeom prst="rect">
              <a:avLst/>
            </a:prstGeom>
            <a:noFill/>
            <a:ln w="22225" cap="flat" cmpd="sng">
              <a:solidFill>
                <a:schemeClr val="tx1"/>
              </a:solidFill>
              <a:prstDash val="solid"/>
              <a:miter/>
              <a:headEnd type="none" w="med" len="med"/>
              <a:tailEnd type="none" w="lg" len="lg"/>
            </a:ln>
          </p:spPr>
          <p:txBody>
            <a:bodyPr wrap="none" lIns="0" tIns="0" rIns="0" bIns="0"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zh-CN" altLang="en-US" sz="3200" dirty="0">
                  <a:solidFill>
                    <a:schemeClr val="tx1"/>
                  </a:solidFill>
                  <a:latin typeface="Times New Roman" panose="02020603050405020304" pitchFamily="18" charset="0"/>
                </a:rPr>
                <a:t>计数器</a:t>
              </a:r>
              <a:r>
                <a:rPr lang="en-US" altLang="zh-CN" sz="3200" dirty="0">
                  <a:solidFill>
                    <a:schemeClr val="tx1"/>
                  </a:solidFill>
                  <a:latin typeface="Times New Roman" panose="02020603050405020304" pitchFamily="18" charset="0"/>
                </a:rPr>
                <a:t>2</a:t>
              </a:r>
              <a:endParaRPr lang="en-US" altLang="zh-CN" sz="3200" dirty="0">
                <a:solidFill>
                  <a:schemeClr val="tx1"/>
                </a:solidFill>
                <a:latin typeface="Times New Roman" panose="02020603050405020304" pitchFamily="18" charset="0"/>
              </a:endParaRPr>
            </a:p>
          </p:txBody>
        </p:sp>
        <p:sp>
          <p:nvSpPr>
            <p:cNvPr id="50214" name="Text Box 45"/>
            <p:cNvSpPr txBox="1"/>
            <p:nvPr/>
          </p:nvSpPr>
          <p:spPr>
            <a:xfrm>
              <a:off x="4800" y="3024"/>
              <a:ext cx="672" cy="192"/>
            </a:xfrm>
            <a:prstGeom prst="rect">
              <a:avLst/>
            </a:prstGeom>
            <a:noFill/>
            <a:ln w="222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Font typeface="Arial" panose="020B0604020202020204" pitchFamily="34" charset="0"/>
                <a:buNone/>
              </a:pPr>
              <a:r>
                <a:rPr lang="en-US" altLang="zh-CN" sz="2000" dirty="0">
                  <a:solidFill>
                    <a:schemeClr val="tx1"/>
                  </a:solidFill>
                  <a:latin typeface="Times New Roman" panose="02020603050405020304" pitchFamily="18" charset="0"/>
                </a:rPr>
                <a:t>CLK2</a:t>
              </a:r>
              <a:endParaRPr lang="en-US" altLang="zh-CN" sz="2000" dirty="0">
                <a:solidFill>
                  <a:schemeClr val="tx1"/>
                </a:solidFill>
                <a:latin typeface="Times New Roman" panose="02020603050405020304" pitchFamily="18" charset="0"/>
              </a:endParaRPr>
            </a:p>
          </p:txBody>
        </p:sp>
        <p:sp>
          <p:nvSpPr>
            <p:cNvPr id="50215" name="Text Box 46"/>
            <p:cNvSpPr txBox="1"/>
            <p:nvPr/>
          </p:nvSpPr>
          <p:spPr>
            <a:xfrm>
              <a:off x="4800" y="3216"/>
              <a:ext cx="672" cy="192"/>
            </a:xfrm>
            <a:prstGeom prst="rect">
              <a:avLst/>
            </a:prstGeom>
            <a:noFill/>
            <a:ln w="222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Font typeface="Arial" panose="020B0604020202020204" pitchFamily="34" charset="0"/>
                <a:buNone/>
              </a:pPr>
              <a:r>
                <a:rPr lang="en-US" altLang="zh-CN" sz="2000" dirty="0">
                  <a:solidFill>
                    <a:schemeClr val="tx1"/>
                  </a:solidFill>
                  <a:latin typeface="Times New Roman" panose="02020603050405020304" pitchFamily="18" charset="0"/>
                </a:rPr>
                <a:t>GATE2</a:t>
              </a:r>
              <a:endParaRPr lang="en-US" altLang="zh-CN" sz="2000" dirty="0">
                <a:solidFill>
                  <a:schemeClr val="tx1"/>
                </a:solidFill>
                <a:latin typeface="Times New Roman" panose="02020603050405020304" pitchFamily="18" charset="0"/>
              </a:endParaRPr>
            </a:p>
          </p:txBody>
        </p:sp>
        <p:sp>
          <p:nvSpPr>
            <p:cNvPr id="50216" name="Text Box 47"/>
            <p:cNvSpPr txBox="1"/>
            <p:nvPr/>
          </p:nvSpPr>
          <p:spPr>
            <a:xfrm>
              <a:off x="4800" y="3408"/>
              <a:ext cx="672" cy="192"/>
            </a:xfrm>
            <a:prstGeom prst="rect">
              <a:avLst/>
            </a:prstGeom>
            <a:noFill/>
            <a:ln w="222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Font typeface="Arial" panose="020B0604020202020204" pitchFamily="34" charset="0"/>
                <a:buNone/>
              </a:pPr>
              <a:r>
                <a:rPr lang="en-US" altLang="zh-CN" sz="2000" dirty="0">
                  <a:solidFill>
                    <a:schemeClr val="tx1"/>
                  </a:solidFill>
                  <a:latin typeface="Times New Roman" panose="02020603050405020304" pitchFamily="18" charset="0"/>
                </a:rPr>
                <a:t>OUT2</a:t>
              </a:r>
              <a:endParaRPr lang="en-US" altLang="zh-CN" sz="2000" dirty="0">
                <a:solidFill>
                  <a:schemeClr val="tx1"/>
                </a:solidFill>
                <a:latin typeface="Times New Roman" panose="02020603050405020304" pitchFamily="18" charset="0"/>
              </a:endParaRPr>
            </a:p>
          </p:txBody>
        </p:sp>
        <p:sp>
          <p:nvSpPr>
            <p:cNvPr id="50217" name="Line 48"/>
            <p:cNvSpPr/>
            <p:nvPr/>
          </p:nvSpPr>
          <p:spPr>
            <a:xfrm>
              <a:off x="4368" y="3168"/>
              <a:ext cx="336" cy="0"/>
            </a:xfrm>
            <a:prstGeom prst="line">
              <a:avLst/>
            </a:prstGeom>
            <a:ln w="22225" cap="flat" cmpd="sng">
              <a:solidFill>
                <a:schemeClr val="tx1"/>
              </a:solidFill>
              <a:prstDash val="solid"/>
              <a:headEnd type="stealth" w="med" len="lg"/>
              <a:tailEnd type="none" w="lg" len="lg"/>
            </a:ln>
          </p:spPr>
        </p:sp>
        <p:sp>
          <p:nvSpPr>
            <p:cNvPr id="50218" name="Line 49"/>
            <p:cNvSpPr/>
            <p:nvPr/>
          </p:nvSpPr>
          <p:spPr>
            <a:xfrm>
              <a:off x="4368" y="3376"/>
              <a:ext cx="336" cy="0"/>
            </a:xfrm>
            <a:prstGeom prst="line">
              <a:avLst/>
            </a:prstGeom>
            <a:ln w="22225" cap="flat" cmpd="sng">
              <a:solidFill>
                <a:schemeClr val="tx1"/>
              </a:solidFill>
              <a:prstDash val="solid"/>
              <a:headEnd type="stealth" w="med" len="lg"/>
              <a:tailEnd type="none" w="lg" len="lg"/>
            </a:ln>
          </p:spPr>
        </p:sp>
        <p:sp>
          <p:nvSpPr>
            <p:cNvPr id="50219" name="Line 50"/>
            <p:cNvSpPr/>
            <p:nvPr/>
          </p:nvSpPr>
          <p:spPr>
            <a:xfrm>
              <a:off x="4368" y="3552"/>
              <a:ext cx="336" cy="0"/>
            </a:xfrm>
            <a:prstGeom prst="line">
              <a:avLst/>
            </a:prstGeom>
            <a:ln w="22225" cap="flat" cmpd="sng">
              <a:solidFill>
                <a:schemeClr val="tx1"/>
              </a:solidFill>
              <a:prstDash val="solid"/>
              <a:headEnd type="none" w="med" len="med"/>
              <a:tailEnd type="stealth" w="med" len="lg"/>
            </a:ln>
          </p:spPr>
        </p:sp>
      </p:grpSp>
      <p:grpSp>
        <p:nvGrpSpPr>
          <p:cNvPr id="172" name="Group 51"/>
          <p:cNvGrpSpPr/>
          <p:nvPr/>
        </p:nvGrpSpPr>
        <p:grpSpPr>
          <a:xfrm>
            <a:off x="311150" y="3125788"/>
            <a:ext cx="3276600" cy="1905000"/>
            <a:chOff x="192" y="1904"/>
            <a:chExt cx="2064" cy="1200"/>
          </a:xfrm>
        </p:grpSpPr>
        <p:sp>
          <p:nvSpPr>
            <p:cNvPr id="50192" name="Rectangle 52"/>
            <p:cNvSpPr/>
            <p:nvPr/>
          </p:nvSpPr>
          <p:spPr>
            <a:xfrm>
              <a:off x="1056" y="1952"/>
              <a:ext cx="1200" cy="816"/>
            </a:xfrm>
            <a:prstGeom prst="rect">
              <a:avLst/>
            </a:prstGeom>
            <a:noFill/>
            <a:ln w="22225" cap="flat" cmpd="sng">
              <a:solidFill>
                <a:schemeClr val="tx1"/>
              </a:solidFill>
              <a:prstDash val="solid"/>
              <a:miter/>
              <a:headEnd type="none" w="med" len="med"/>
              <a:tailEnd type="none" w="lg" len="lg"/>
            </a:ln>
          </p:spPr>
          <p:txBody>
            <a:bodyPr wrap="none" lIns="0" tIns="0" rIns="0" bIns="0"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zh-CN" altLang="en-US" sz="3200" dirty="0">
                  <a:solidFill>
                    <a:schemeClr val="tx1"/>
                  </a:solidFill>
                  <a:latin typeface="Times New Roman" panose="02020603050405020304" pitchFamily="18" charset="0"/>
                </a:rPr>
                <a:t>读</a:t>
              </a:r>
              <a:r>
                <a:rPr lang="en-US" altLang="zh-CN" sz="3200" dirty="0">
                  <a:solidFill>
                    <a:schemeClr val="tx1"/>
                  </a:solidFill>
                  <a:latin typeface="Times New Roman" panose="02020603050405020304" pitchFamily="18" charset="0"/>
                </a:rPr>
                <a:t>/</a:t>
              </a:r>
              <a:r>
                <a:rPr lang="zh-CN" altLang="en-US" sz="3200" dirty="0">
                  <a:solidFill>
                    <a:schemeClr val="tx1"/>
                  </a:solidFill>
                  <a:latin typeface="Times New Roman" panose="02020603050405020304" pitchFamily="18" charset="0"/>
                </a:rPr>
                <a:t>写逻辑</a:t>
              </a:r>
              <a:endParaRPr lang="zh-CN" altLang="en-US" sz="3200" dirty="0">
                <a:solidFill>
                  <a:schemeClr val="tx1"/>
                </a:solidFill>
                <a:latin typeface="Times New Roman" panose="02020603050405020304" pitchFamily="18" charset="0"/>
              </a:endParaRPr>
            </a:p>
          </p:txBody>
        </p:sp>
        <p:sp>
          <p:nvSpPr>
            <p:cNvPr id="50193" name="Text Box 53"/>
            <p:cNvSpPr txBox="1"/>
            <p:nvPr/>
          </p:nvSpPr>
          <p:spPr>
            <a:xfrm>
              <a:off x="288" y="1904"/>
              <a:ext cx="432" cy="192"/>
            </a:xfrm>
            <a:prstGeom prst="rect">
              <a:avLst/>
            </a:prstGeom>
            <a:noFill/>
            <a:ln w="222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50000"/>
                </a:spcBef>
                <a:spcAft>
                  <a:spcPct val="0"/>
                </a:spcAft>
                <a:buClrTx/>
                <a:buSzTx/>
                <a:buFont typeface="Arial" panose="020B0604020202020204" pitchFamily="34" charset="0"/>
                <a:buNone/>
              </a:pPr>
              <a:r>
                <a:rPr lang="en-US" altLang="zh-CN" sz="2000" dirty="0">
                  <a:solidFill>
                    <a:schemeClr val="tx1"/>
                  </a:solidFill>
                  <a:latin typeface="Times New Roman" panose="02020603050405020304" pitchFamily="18" charset="0"/>
                </a:rPr>
                <a:t>A0</a:t>
              </a:r>
              <a:endParaRPr lang="en-US" altLang="zh-CN" sz="2000" dirty="0">
                <a:solidFill>
                  <a:schemeClr val="tx1"/>
                </a:solidFill>
                <a:latin typeface="Times New Roman" panose="02020603050405020304" pitchFamily="18" charset="0"/>
              </a:endParaRPr>
            </a:p>
          </p:txBody>
        </p:sp>
        <p:sp>
          <p:nvSpPr>
            <p:cNvPr id="50194" name="Line 54"/>
            <p:cNvSpPr/>
            <p:nvPr/>
          </p:nvSpPr>
          <p:spPr>
            <a:xfrm>
              <a:off x="672" y="2000"/>
              <a:ext cx="336" cy="0"/>
            </a:xfrm>
            <a:prstGeom prst="line">
              <a:avLst/>
            </a:prstGeom>
            <a:ln w="22225" cap="flat" cmpd="sng">
              <a:solidFill>
                <a:schemeClr val="tx1"/>
              </a:solidFill>
              <a:prstDash val="solid"/>
              <a:headEnd type="none" w="med" len="med"/>
              <a:tailEnd type="stealth" w="lg" len="lg"/>
            </a:ln>
          </p:spPr>
        </p:sp>
        <p:sp>
          <p:nvSpPr>
            <p:cNvPr id="50195" name="Text Box 55"/>
            <p:cNvSpPr txBox="1"/>
            <p:nvPr/>
          </p:nvSpPr>
          <p:spPr>
            <a:xfrm>
              <a:off x="336" y="2048"/>
              <a:ext cx="288" cy="192"/>
            </a:xfrm>
            <a:prstGeom prst="rect">
              <a:avLst/>
            </a:prstGeom>
            <a:noFill/>
            <a:ln w="222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50000"/>
                </a:spcBef>
                <a:spcAft>
                  <a:spcPct val="0"/>
                </a:spcAft>
                <a:buClrTx/>
                <a:buSzTx/>
                <a:buFont typeface="Arial" panose="020B0604020202020204" pitchFamily="34" charset="0"/>
                <a:buNone/>
              </a:pPr>
              <a:r>
                <a:rPr lang="en-US" altLang="zh-CN" sz="2000" dirty="0">
                  <a:solidFill>
                    <a:schemeClr val="tx1"/>
                  </a:solidFill>
                  <a:latin typeface="Times New Roman" panose="02020603050405020304" pitchFamily="18" charset="0"/>
                </a:rPr>
                <a:t>A1</a:t>
              </a:r>
              <a:endParaRPr lang="en-US" altLang="zh-CN" sz="2000" dirty="0">
                <a:solidFill>
                  <a:schemeClr val="tx1"/>
                </a:solidFill>
                <a:latin typeface="Times New Roman" panose="02020603050405020304" pitchFamily="18" charset="0"/>
              </a:endParaRPr>
            </a:p>
          </p:txBody>
        </p:sp>
        <p:sp>
          <p:nvSpPr>
            <p:cNvPr id="50196" name="Line 56"/>
            <p:cNvSpPr/>
            <p:nvPr/>
          </p:nvSpPr>
          <p:spPr>
            <a:xfrm>
              <a:off x="672" y="2144"/>
              <a:ext cx="336" cy="0"/>
            </a:xfrm>
            <a:prstGeom prst="line">
              <a:avLst/>
            </a:prstGeom>
            <a:ln w="22225" cap="flat" cmpd="sng">
              <a:solidFill>
                <a:schemeClr val="tx1"/>
              </a:solidFill>
              <a:prstDash val="solid"/>
              <a:headEnd type="none" w="med" len="med"/>
              <a:tailEnd type="stealth" w="lg" len="lg"/>
            </a:ln>
          </p:spPr>
        </p:sp>
        <p:sp>
          <p:nvSpPr>
            <p:cNvPr id="50197" name="Oval 57"/>
            <p:cNvSpPr/>
            <p:nvPr/>
          </p:nvSpPr>
          <p:spPr>
            <a:xfrm>
              <a:off x="1008" y="2528"/>
              <a:ext cx="48" cy="96"/>
            </a:xfrm>
            <a:prstGeom prst="ellipse">
              <a:avLst/>
            </a:prstGeom>
            <a:noFill/>
            <a:ln w="22225" cap="flat" cmpd="sng">
              <a:solidFill>
                <a:schemeClr val="tx1"/>
              </a:solidFill>
              <a:prstDash val="solid"/>
              <a:headEnd type="none" w="med" len="med"/>
              <a:tailEnd type="none" w="lg" len="lg"/>
            </a:ln>
          </p:spPr>
          <p:txBody>
            <a:bodyPr wrap="none" lIns="0" tIns="0" rIns="0" bIns="0"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50198" name="Oval 58"/>
            <p:cNvSpPr/>
            <p:nvPr/>
          </p:nvSpPr>
          <p:spPr>
            <a:xfrm>
              <a:off x="1008" y="2288"/>
              <a:ext cx="48" cy="96"/>
            </a:xfrm>
            <a:prstGeom prst="ellipse">
              <a:avLst/>
            </a:prstGeom>
            <a:noFill/>
            <a:ln w="22225" cap="flat" cmpd="sng">
              <a:solidFill>
                <a:schemeClr val="tx1"/>
              </a:solidFill>
              <a:prstDash val="solid"/>
              <a:headEnd type="none" w="med" len="med"/>
              <a:tailEnd type="none" w="lg" len="lg"/>
            </a:ln>
          </p:spPr>
          <p:txBody>
            <a:bodyPr wrap="none" lIns="0" tIns="0" rIns="0" bIns="0"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50199" name="Line 59"/>
            <p:cNvSpPr/>
            <p:nvPr/>
          </p:nvSpPr>
          <p:spPr>
            <a:xfrm>
              <a:off x="672" y="2336"/>
              <a:ext cx="336" cy="0"/>
            </a:xfrm>
            <a:prstGeom prst="line">
              <a:avLst/>
            </a:prstGeom>
            <a:ln w="22225" cap="flat" cmpd="sng">
              <a:solidFill>
                <a:schemeClr val="tx1"/>
              </a:solidFill>
              <a:prstDash val="solid"/>
              <a:headEnd type="none" w="med" len="med"/>
              <a:tailEnd type="stealth" w="lg" len="lg"/>
            </a:ln>
          </p:spPr>
        </p:sp>
        <p:sp>
          <p:nvSpPr>
            <p:cNvPr id="50200" name="Line 60"/>
            <p:cNvSpPr/>
            <p:nvPr/>
          </p:nvSpPr>
          <p:spPr>
            <a:xfrm>
              <a:off x="576" y="2576"/>
              <a:ext cx="432" cy="0"/>
            </a:xfrm>
            <a:prstGeom prst="line">
              <a:avLst/>
            </a:prstGeom>
            <a:ln w="22225" cap="flat" cmpd="sng">
              <a:solidFill>
                <a:schemeClr val="tx1"/>
              </a:solidFill>
              <a:prstDash val="solid"/>
              <a:headEnd type="none" w="med" len="med"/>
              <a:tailEnd type="stealth" w="lg" len="lg"/>
            </a:ln>
          </p:spPr>
        </p:sp>
        <p:sp>
          <p:nvSpPr>
            <p:cNvPr id="50201" name="Oval 61"/>
            <p:cNvSpPr/>
            <p:nvPr/>
          </p:nvSpPr>
          <p:spPr>
            <a:xfrm>
              <a:off x="1488" y="2768"/>
              <a:ext cx="48" cy="48"/>
            </a:xfrm>
            <a:prstGeom prst="ellipse">
              <a:avLst/>
            </a:prstGeom>
            <a:noFill/>
            <a:ln w="22225" cap="flat" cmpd="sng">
              <a:solidFill>
                <a:schemeClr val="tx1"/>
              </a:solidFill>
              <a:prstDash val="solid"/>
              <a:headEnd type="none" w="med" len="med"/>
              <a:tailEnd type="none" w="lg" len="lg"/>
            </a:ln>
          </p:spPr>
          <p:txBody>
            <a:bodyPr wrap="none" lIns="0" tIns="0" rIns="0" bIns="0"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50202" name="Line 62"/>
            <p:cNvSpPr/>
            <p:nvPr/>
          </p:nvSpPr>
          <p:spPr>
            <a:xfrm>
              <a:off x="624" y="3008"/>
              <a:ext cx="912" cy="0"/>
            </a:xfrm>
            <a:prstGeom prst="line">
              <a:avLst/>
            </a:prstGeom>
            <a:ln w="22225" cap="flat" cmpd="sng">
              <a:solidFill>
                <a:schemeClr val="tx1"/>
              </a:solidFill>
              <a:prstDash val="solid"/>
              <a:headEnd type="none" w="med" len="med"/>
              <a:tailEnd type="none" w="lg" len="lg"/>
            </a:ln>
          </p:spPr>
        </p:sp>
        <p:sp>
          <p:nvSpPr>
            <p:cNvPr id="50203" name="Line 63"/>
            <p:cNvSpPr/>
            <p:nvPr/>
          </p:nvSpPr>
          <p:spPr>
            <a:xfrm flipV="1">
              <a:off x="1536" y="2816"/>
              <a:ext cx="0" cy="192"/>
            </a:xfrm>
            <a:prstGeom prst="line">
              <a:avLst/>
            </a:prstGeom>
            <a:ln w="22225" cap="flat" cmpd="sng">
              <a:solidFill>
                <a:schemeClr val="tx1"/>
              </a:solidFill>
              <a:prstDash val="solid"/>
              <a:headEnd type="none" w="med" len="med"/>
              <a:tailEnd type="stealth" w="lg" len="lg"/>
            </a:ln>
          </p:spPr>
        </p:sp>
        <p:grpSp>
          <p:nvGrpSpPr>
            <p:cNvPr id="50204" name="Group 64"/>
            <p:cNvGrpSpPr/>
            <p:nvPr/>
          </p:nvGrpSpPr>
          <p:grpSpPr>
            <a:xfrm>
              <a:off x="192" y="2480"/>
              <a:ext cx="480" cy="192"/>
              <a:chOff x="192" y="2480"/>
              <a:chExt cx="480" cy="192"/>
            </a:xfrm>
          </p:grpSpPr>
          <p:sp>
            <p:nvSpPr>
              <p:cNvPr id="50211" name="Text Box 65"/>
              <p:cNvSpPr txBox="1"/>
              <p:nvPr/>
            </p:nvSpPr>
            <p:spPr>
              <a:xfrm>
                <a:off x="192" y="2480"/>
                <a:ext cx="480" cy="192"/>
              </a:xfrm>
              <a:prstGeom prst="rect">
                <a:avLst/>
              </a:prstGeom>
              <a:noFill/>
              <a:ln w="222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50000"/>
                  </a:spcBef>
                  <a:spcAft>
                    <a:spcPct val="0"/>
                  </a:spcAft>
                  <a:buClrTx/>
                  <a:buSzTx/>
                  <a:buFont typeface="Arial" panose="020B0604020202020204" pitchFamily="34" charset="0"/>
                  <a:buNone/>
                </a:pPr>
                <a:r>
                  <a:rPr lang="en-US" altLang="zh-CN" sz="2000" dirty="0">
                    <a:solidFill>
                      <a:schemeClr val="tx1"/>
                    </a:solidFill>
                    <a:latin typeface="Times New Roman" panose="02020603050405020304" pitchFamily="18" charset="0"/>
                  </a:rPr>
                  <a:t>WR</a:t>
                </a:r>
                <a:endParaRPr lang="en-US" altLang="zh-CN" sz="2000" dirty="0">
                  <a:solidFill>
                    <a:schemeClr val="tx1"/>
                  </a:solidFill>
                  <a:latin typeface="Times New Roman" panose="02020603050405020304" pitchFamily="18" charset="0"/>
                </a:endParaRPr>
              </a:p>
            </p:txBody>
          </p:sp>
          <p:sp>
            <p:nvSpPr>
              <p:cNvPr id="50212" name="Line 66"/>
              <p:cNvSpPr/>
              <p:nvPr/>
            </p:nvSpPr>
            <p:spPr>
              <a:xfrm>
                <a:off x="288" y="2496"/>
                <a:ext cx="288" cy="0"/>
              </a:xfrm>
              <a:prstGeom prst="line">
                <a:avLst/>
              </a:prstGeom>
              <a:ln w="25400" cap="flat" cmpd="sng">
                <a:solidFill>
                  <a:schemeClr val="tx1"/>
                </a:solidFill>
                <a:prstDash val="solid"/>
                <a:headEnd type="none" w="med" len="med"/>
                <a:tailEnd type="none" w="med" len="med"/>
              </a:ln>
            </p:spPr>
          </p:sp>
        </p:grpSp>
        <p:grpSp>
          <p:nvGrpSpPr>
            <p:cNvPr id="50205" name="Group 67"/>
            <p:cNvGrpSpPr/>
            <p:nvPr/>
          </p:nvGrpSpPr>
          <p:grpSpPr>
            <a:xfrm>
              <a:off x="336" y="2240"/>
              <a:ext cx="336" cy="192"/>
              <a:chOff x="384" y="2240"/>
              <a:chExt cx="336" cy="192"/>
            </a:xfrm>
          </p:grpSpPr>
          <p:sp>
            <p:nvSpPr>
              <p:cNvPr id="50209" name="Text Box 68"/>
              <p:cNvSpPr txBox="1"/>
              <p:nvPr/>
            </p:nvSpPr>
            <p:spPr>
              <a:xfrm>
                <a:off x="384" y="2240"/>
                <a:ext cx="336" cy="192"/>
              </a:xfrm>
              <a:prstGeom prst="rect">
                <a:avLst/>
              </a:prstGeom>
              <a:noFill/>
              <a:ln w="222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50000"/>
                  </a:spcBef>
                  <a:spcAft>
                    <a:spcPct val="0"/>
                  </a:spcAft>
                  <a:buClrTx/>
                  <a:buSzTx/>
                  <a:buFont typeface="Arial" panose="020B0604020202020204" pitchFamily="34" charset="0"/>
                  <a:buNone/>
                </a:pPr>
                <a:r>
                  <a:rPr lang="en-US" altLang="zh-CN" sz="2000" dirty="0">
                    <a:solidFill>
                      <a:schemeClr val="tx1"/>
                    </a:solidFill>
                    <a:latin typeface="Times New Roman" panose="02020603050405020304" pitchFamily="18" charset="0"/>
                  </a:rPr>
                  <a:t>RD</a:t>
                </a:r>
                <a:endParaRPr lang="en-US" altLang="zh-CN" sz="2000" dirty="0">
                  <a:solidFill>
                    <a:schemeClr val="tx1"/>
                  </a:solidFill>
                  <a:latin typeface="Times New Roman" panose="02020603050405020304" pitchFamily="18" charset="0"/>
                </a:endParaRPr>
              </a:p>
            </p:txBody>
          </p:sp>
          <p:sp>
            <p:nvSpPr>
              <p:cNvPr id="50210" name="Line 69"/>
              <p:cNvSpPr/>
              <p:nvPr/>
            </p:nvSpPr>
            <p:spPr>
              <a:xfrm>
                <a:off x="384" y="2256"/>
                <a:ext cx="288" cy="0"/>
              </a:xfrm>
              <a:prstGeom prst="line">
                <a:avLst/>
              </a:prstGeom>
              <a:ln w="25400" cap="flat" cmpd="sng">
                <a:solidFill>
                  <a:schemeClr val="tx1"/>
                </a:solidFill>
                <a:prstDash val="solid"/>
                <a:headEnd type="none" w="med" len="med"/>
                <a:tailEnd type="none" w="med" len="med"/>
              </a:ln>
            </p:spPr>
          </p:sp>
        </p:grpSp>
        <p:grpSp>
          <p:nvGrpSpPr>
            <p:cNvPr id="50206" name="Group 70"/>
            <p:cNvGrpSpPr/>
            <p:nvPr/>
          </p:nvGrpSpPr>
          <p:grpSpPr>
            <a:xfrm>
              <a:off x="192" y="2912"/>
              <a:ext cx="480" cy="192"/>
              <a:chOff x="192" y="2912"/>
              <a:chExt cx="480" cy="192"/>
            </a:xfrm>
          </p:grpSpPr>
          <p:sp>
            <p:nvSpPr>
              <p:cNvPr id="50207" name="Text Box 71"/>
              <p:cNvSpPr txBox="1"/>
              <p:nvPr/>
            </p:nvSpPr>
            <p:spPr>
              <a:xfrm>
                <a:off x="192" y="2912"/>
                <a:ext cx="480" cy="192"/>
              </a:xfrm>
              <a:prstGeom prst="rect">
                <a:avLst/>
              </a:prstGeom>
              <a:noFill/>
              <a:ln w="222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50000"/>
                  </a:spcBef>
                  <a:spcAft>
                    <a:spcPct val="0"/>
                  </a:spcAft>
                  <a:buClrTx/>
                  <a:buSzTx/>
                  <a:buFont typeface="Arial" panose="020B0604020202020204" pitchFamily="34" charset="0"/>
                  <a:buNone/>
                </a:pPr>
                <a:r>
                  <a:rPr lang="en-US" altLang="zh-CN" sz="2000" dirty="0">
                    <a:solidFill>
                      <a:schemeClr val="tx1"/>
                    </a:solidFill>
                    <a:latin typeface="Times New Roman" panose="02020603050405020304" pitchFamily="18" charset="0"/>
                  </a:rPr>
                  <a:t>CS</a:t>
                </a:r>
                <a:endParaRPr lang="en-US" altLang="zh-CN" sz="2000" dirty="0">
                  <a:solidFill>
                    <a:schemeClr val="tx1"/>
                  </a:solidFill>
                  <a:latin typeface="Times New Roman" panose="02020603050405020304" pitchFamily="18" charset="0"/>
                </a:endParaRPr>
              </a:p>
            </p:txBody>
          </p:sp>
          <p:sp>
            <p:nvSpPr>
              <p:cNvPr id="50208" name="Line 72"/>
              <p:cNvSpPr/>
              <p:nvPr/>
            </p:nvSpPr>
            <p:spPr>
              <a:xfrm>
                <a:off x="288" y="2928"/>
                <a:ext cx="288" cy="0"/>
              </a:xfrm>
              <a:prstGeom prst="line">
                <a:avLst/>
              </a:prstGeom>
              <a:ln w="25400" cap="flat" cmpd="sng">
                <a:solidFill>
                  <a:schemeClr val="tx1"/>
                </a:solidFill>
                <a:prstDash val="solid"/>
                <a:headEnd type="none" w="med" len="med"/>
                <a:tailEnd type="none" w="med" len="med"/>
              </a:ln>
            </p:spPr>
          </p:sp>
        </p:grpSp>
      </p:grpSp>
      <p:grpSp>
        <p:nvGrpSpPr>
          <p:cNvPr id="194" name="Group 73"/>
          <p:cNvGrpSpPr/>
          <p:nvPr/>
        </p:nvGrpSpPr>
        <p:grpSpPr>
          <a:xfrm>
            <a:off x="1682750" y="4497388"/>
            <a:ext cx="1981200" cy="1549400"/>
            <a:chOff x="1056" y="2768"/>
            <a:chExt cx="1248" cy="976"/>
          </a:xfrm>
        </p:grpSpPr>
        <p:sp>
          <p:nvSpPr>
            <p:cNvPr id="50189" name="Rectangle 74"/>
            <p:cNvSpPr/>
            <p:nvPr/>
          </p:nvSpPr>
          <p:spPr>
            <a:xfrm>
              <a:off x="1056" y="3296"/>
              <a:ext cx="1248" cy="336"/>
            </a:xfrm>
            <a:prstGeom prst="rect">
              <a:avLst/>
            </a:prstGeom>
            <a:noFill/>
            <a:ln w="22225" cap="flat" cmpd="sng">
              <a:solidFill>
                <a:schemeClr val="tx1"/>
              </a:solidFill>
              <a:prstDash val="solid"/>
              <a:miter/>
              <a:headEnd type="none" w="med" len="med"/>
              <a:tailEnd type="none" w="lg" len="lg"/>
            </a:ln>
          </p:spPr>
          <p:txBody>
            <a:bodyPr wrap="none" lIns="0" tIns="0" rIns="0" bIns="0"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zh-CN" altLang="en-US" sz="2400" dirty="0">
                  <a:solidFill>
                    <a:schemeClr val="tx1"/>
                  </a:solidFill>
                  <a:latin typeface="Times New Roman" panose="02020603050405020304" pitchFamily="18" charset="0"/>
                </a:rPr>
                <a:t>控制字寄存器</a:t>
              </a:r>
              <a:endParaRPr lang="zh-CN" altLang="en-US" sz="2400" dirty="0">
                <a:solidFill>
                  <a:schemeClr val="tx1"/>
                </a:solidFill>
                <a:latin typeface="Times New Roman" panose="02020603050405020304" pitchFamily="18" charset="0"/>
              </a:endParaRPr>
            </a:p>
          </p:txBody>
        </p:sp>
        <p:sp>
          <p:nvSpPr>
            <p:cNvPr id="50190" name="Line 75"/>
            <p:cNvSpPr/>
            <p:nvPr/>
          </p:nvSpPr>
          <p:spPr>
            <a:xfrm>
              <a:off x="1968" y="2768"/>
              <a:ext cx="0" cy="528"/>
            </a:xfrm>
            <a:prstGeom prst="line">
              <a:avLst/>
            </a:prstGeom>
            <a:ln w="22225" cap="flat" cmpd="sng">
              <a:solidFill>
                <a:schemeClr val="tx1"/>
              </a:solidFill>
              <a:prstDash val="solid"/>
              <a:headEnd type="none" w="med" len="med"/>
              <a:tailEnd type="none" w="lg" len="lg"/>
            </a:ln>
          </p:spPr>
        </p:sp>
        <p:sp>
          <p:nvSpPr>
            <p:cNvPr id="50191" name="Line 76"/>
            <p:cNvSpPr/>
            <p:nvPr/>
          </p:nvSpPr>
          <p:spPr>
            <a:xfrm>
              <a:off x="1920" y="3648"/>
              <a:ext cx="0" cy="96"/>
            </a:xfrm>
            <a:prstGeom prst="line">
              <a:avLst/>
            </a:prstGeom>
            <a:ln w="25400" cap="flat" cmpd="sng">
              <a:solidFill>
                <a:schemeClr val="tx1"/>
              </a:solidFill>
              <a:prstDash val="solid"/>
              <a:headEnd type="none" w="med" len="med"/>
              <a:tailEnd type="none" w="med" len="med"/>
            </a:ln>
          </p:spPr>
        </p:sp>
      </p:grpSp>
    </p:spTree>
  </p:cSld>
  <p:clrMapOvr>
    <a:masterClrMapping/>
  </p:clrMapOvr>
  <p:transition>
    <p:zoom dir="in"/>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27"/>
                                        </p:tgtEl>
                                        <p:attrNameLst>
                                          <p:attrName>style.visibility</p:attrName>
                                        </p:attrNameLst>
                                      </p:cBhvr>
                                      <p:to>
                                        <p:strVal val="visible"/>
                                      </p:to>
                                    </p:set>
                                    <p:animEffect transition="in" filter="blinds(horizontal)">
                                      <p:cBhvr>
                                        <p:cTn id="7" dur="500"/>
                                        <p:tgtEl>
                                          <p:spTgt spid="127"/>
                                        </p:tgtEl>
                                      </p:cBhvr>
                                    </p:animEffect>
                                  </p:childTnLst>
                                </p:cTn>
                              </p:par>
                            </p:childTnLst>
                          </p:cTn>
                        </p:par>
                      </p:childTnLst>
                    </p:cTn>
                  </p:par>
                  <p:par>
                    <p:cTn id="8" fill="hold">
                      <p:stCondLst>
                        <p:cond delay="indefinite"/>
                      </p:stCondLst>
                      <p:childTnLst>
                        <p:par>
                          <p:cTn id="9" fill="hold">
                            <p:stCondLst>
                              <p:cond delay="0"/>
                            </p:stCondLst>
                            <p:childTnLst>
                              <p:par>
                                <p:cTn id="10" presetID="54" presetClass="entr" presetSubtype="0" accel="100000" fill="hold" nodeType="clickEffect">
                                  <p:stCondLst>
                                    <p:cond delay="0"/>
                                  </p:stCondLst>
                                  <p:childTnLst>
                                    <p:set>
                                      <p:cBhvr>
                                        <p:cTn id="11" dur="1" fill="hold">
                                          <p:stCondLst>
                                            <p:cond delay="0"/>
                                          </p:stCondLst>
                                        </p:cTn>
                                        <p:tgtEl>
                                          <p:spTgt spid="172"/>
                                        </p:tgtEl>
                                        <p:attrNameLst>
                                          <p:attrName>style.visibility</p:attrName>
                                        </p:attrNameLst>
                                      </p:cBhvr>
                                      <p:to>
                                        <p:strVal val="visible"/>
                                      </p:to>
                                    </p:set>
                                    <p:anim calcmode="lin" valueType="num">
                                      <p:cBhvr>
                                        <p:cTn id="12" dur="500" fill="hold"/>
                                        <p:tgtEl>
                                          <p:spTgt spid="172"/>
                                        </p:tgtEl>
                                        <p:attrNameLst>
                                          <p:attrName>ppt_w</p:attrName>
                                        </p:attrNameLst>
                                      </p:cBhvr>
                                      <p:tavLst>
                                        <p:tav tm="0">
                                          <p:val>
                                            <p:strVal val="#ppt_w*0.05"/>
                                          </p:val>
                                        </p:tav>
                                        <p:tav tm="100000">
                                          <p:val>
                                            <p:strVal val="#ppt_w"/>
                                          </p:val>
                                        </p:tav>
                                      </p:tavLst>
                                    </p:anim>
                                    <p:anim calcmode="lin" valueType="num">
                                      <p:cBhvr>
                                        <p:cTn id="13" dur="500" fill="hold"/>
                                        <p:tgtEl>
                                          <p:spTgt spid="172"/>
                                        </p:tgtEl>
                                        <p:attrNameLst>
                                          <p:attrName>ppt_h</p:attrName>
                                        </p:attrNameLst>
                                      </p:cBhvr>
                                      <p:tavLst>
                                        <p:tav tm="0">
                                          <p:val>
                                            <p:strVal val="#ppt_h"/>
                                          </p:val>
                                        </p:tav>
                                        <p:tav tm="100000">
                                          <p:val>
                                            <p:strVal val="#ppt_h"/>
                                          </p:val>
                                        </p:tav>
                                      </p:tavLst>
                                    </p:anim>
                                    <p:anim calcmode="lin" valueType="num">
                                      <p:cBhvr>
                                        <p:cTn id="14" dur="500" fill="hold"/>
                                        <p:tgtEl>
                                          <p:spTgt spid="172"/>
                                        </p:tgtEl>
                                        <p:attrNameLst>
                                          <p:attrName>ppt_x</p:attrName>
                                        </p:attrNameLst>
                                      </p:cBhvr>
                                      <p:tavLst>
                                        <p:tav tm="0">
                                          <p:val>
                                            <p:strVal val="#ppt_x-.2"/>
                                          </p:val>
                                        </p:tav>
                                        <p:tav tm="100000">
                                          <p:val>
                                            <p:strVal val="#ppt_x"/>
                                          </p:val>
                                        </p:tav>
                                      </p:tavLst>
                                    </p:anim>
                                    <p:anim calcmode="lin" valueType="num">
                                      <p:cBhvr>
                                        <p:cTn id="15" dur="500" fill="hold"/>
                                        <p:tgtEl>
                                          <p:spTgt spid="172"/>
                                        </p:tgtEl>
                                        <p:attrNameLst>
                                          <p:attrName>ppt_y</p:attrName>
                                        </p:attrNameLst>
                                      </p:cBhvr>
                                      <p:tavLst>
                                        <p:tav tm="0">
                                          <p:val>
                                            <p:strVal val="#ppt_y"/>
                                          </p:val>
                                        </p:tav>
                                        <p:tav tm="100000">
                                          <p:val>
                                            <p:strVal val="#ppt_y"/>
                                          </p:val>
                                        </p:tav>
                                      </p:tavLst>
                                    </p:anim>
                                    <p:animEffect transition="in" filter="fade">
                                      <p:cBhvr>
                                        <p:cTn id="16" dur="500"/>
                                        <p:tgtEl>
                                          <p:spTgt spid="172"/>
                                        </p:tgtEl>
                                      </p:cBhvr>
                                    </p:animEffect>
                                  </p:childTnLst>
                                </p:cTn>
                              </p:par>
                            </p:childTnLst>
                          </p:cTn>
                        </p:par>
                      </p:childTnLst>
                    </p:cTn>
                  </p:par>
                  <p:par>
                    <p:cTn id="17" fill="hold">
                      <p:stCondLst>
                        <p:cond delay="indefinite"/>
                      </p:stCondLst>
                      <p:childTnLst>
                        <p:par>
                          <p:cTn id="18" fill="hold">
                            <p:stCondLst>
                              <p:cond delay="0"/>
                            </p:stCondLst>
                            <p:childTnLst>
                              <p:par>
                                <p:cTn id="19" presetID="55" presetClass="entr" presetSubtype="0" fill="hold" nodeType="clickEffect">
                                  <p:stCondLst>
                                    <p:cond delay="0"/>
                                  </p:stCondLst>
                                  <p:childTnLst>
                                    <p:set>
                                      <p:cBhvr>
                                        <p:cTn id="20" dur="1" fill="hold">
                                          <p:stCondLst>
                                            <p:cond delay="0"/>
                                          </p:stCondLst>
                                        </p:cTn>
                                        <p:tgtEl>
                                          <p:spTgt spid="194"/>
                                        </p:tgtEl>
                                        <p:attrNameLst>
                                          <p:attrName>style.visibility</p:attrName>
                                        </p:attrNameLst>
                                      </p:cBhvr>
                                      <p:to>
                                        <p:strVal val="visible"/>
                                      </p:to>
                                    </p:set>
                                    <p:anim calcmode="lin" valueType="num">
                                      <p:cBhvr>
                                        <p:cTn id="21" dur="1000" fill="hold"/>
                                        <p:tgtEl>
                                          <p:spTgt spid="194"/>
                                        </p:tgtEl>
                                        <p:attrNameLst>
                                          <p:attrName>ppt_w</p:attrName>
                                        </p:attrNameLst>
                                      </p:cBhvr>
                                      <p:tavLst>
                                        <p:tav tm="0">
                                          <p:val>
                                            <p:strVal val="#ppt_w*0.70"/>
                                          </p:val>
                                        </p:tav>
                                        <p:tav tm="100000">
                                          <p:val>
                                            <p:strVal val="#ppt_w"/>
                                          </p:val>
                                        </p:tav>
                                      </p:tavLst>
                                    </p:anim>
                                    <p:anim calcmode="lin" valueType="num">
                                      <p:cBhvr>
                                        <p:cTn id="22" dur="1000" fill="hold"/>
                                        <p:tgtEl>
                                          <p:spTgt spid="194"/>
                                        </p:tgtEl>
                                        <p:attrNameLst>
                                          <p:attrName>ppt_h</p:attrName>
                                        </p:attrNameLst>
                                      </p:cBhvr>
                                      <p:tavLst>
                                        <p:tav tm="0">
                                          <p:val>
                                            <p:strVal val="#ppt_h"/>
                                          </p:val>
                                        </p:tav>
                                        <p:tav tm="100000">
                                          <p:val>
                                            <p:strVal val="#ppt_h"/>
                                          </p:val>
                                        </p:tav>
                                      </p:tavLst>
                                    </p:anim>
                                    <p:animEffect transition="in" filter="fade">
                                      <p:cBhvr>
                                        <p:cTn id="23" dur="1000"/>
                                        <p:tgtEl>
                                          <p:spTgt spid="194"/>
                                        </p:tgtEl>
                                      </p:cBhvr>
                                    </p:animEffect>
                                  </p:childTnLst>
                                </p:cTn>
                              </p:par>
                            </p:childTnLst>
                          </p:cTn>
                        </p:par>
                      </p:childTnLst>
                    </p:cTn>
                  </p:par>
                  <p:par>
                    <p:cTn id="24" fill="hold">
                      <p:stCondLst>
                        <p:cond delay="indefinite"/>
                      </p:stCondLst>
                      <p:childTnLst>
                        <p:par>
                          <p:cTn id="25" fill="hold">
                            <p:stCondLst>
                              <p:cond delay="0"/>
                            </p:stCondLst>
                            <p:childTnLst>
                              <p:par>
                                <p:cTn id="26" presetID="55" presetClass="entr" presetSubtype="0" fill="hold" nodeType="clickEffect">
                                  <p:stCondLst>
                                    <p:cond delay="0"/>
                                  </p:stCondLst>
                                  <p:childTnLst>
                                    <p:set>
                                      <p:cBhvr>
                                        <p:cTn id="27" dur="1" fill="hold">
                                          <p:stCondLst>
                                            <p:cond delay="0"/>
                                          </p:stCondLst>
                                        </p:cTn>
                                        <p:tgtEl>
                                          <p:spTgt spid="148"/>
                                        </p:tgtEl>
                                        <p:attrNameLst>
                                          <p:attrName>style.visibility</p:attrName>
                                        </p:attrNameLst>
                                      </p:cBhvr>
                                      <p:to>
                                        <p:strVal val="visible"/>
                                      </p:to>
                                    </p:set>
                                    <p:anim calcmode="lin" valueType="num">
                                      <p:cBhvr>
                                        <p:cTn id="28" dur="1000" fill="hold"/>
                                        <p:tgtEl>
                                          <p:spTgt spid="148"/>
                                        </p:tgtEl>
                                        <p:attrNameLst>
                                          <p:attrName>ppt_w</p:attrName>
                                        </p:attrNameLst>
                                      </p:cBhvr>
                                      <p:tavLst>
                                        <p:tav tm="0">
                                          <p:val>
                                            <p:strVal val="#ppt_w*0.70"/>
                                          </p:val>
                                        </p:tav>
                                        <p:tav tm="100000">
                                          <p:val>
                                            <p:strVal val="#ppt_w"/>
                                          </p:val>
                                        </p:tav>
                                      </p:tavLst>
                                    </p:anim>
                                    <p:anim calcmode="lin" valueType="num">
                                      <p:cBhvr>
                                        <p:cTn id="29" dur="1000" fill="hold"/>
                                        <p:tgtEl>
                                          <p:spTgt spid="148"/>
                                        </p:tgtEl>
                                        <p:attrNameLst>
                                          <p:attrName>ppt_h</p:attrName>
                                        </p:attrNameLst>
                                      </p:cBhvr>
                                      <p:tavLst>
                                        <p:tav tm="0">
                                          <p:val>
                                            <p:strVal val="#ppt_h"/>
                                          </p:val>
                                        </p:tav>
                                        <p:tav tm="100000">
                                          <p:val>
                                            <p:strVal val="#ppt_h"/>
                                          </p:val>
                                        </p:tav>
                                      </p:tavLst>
                                    </p:anim>
                                    <p:animEffect transition="in" filter="fade">
                                      <p:cBhvr>
                                        <p:cTn id="30" dur="1000"/>
                                        <p:tgtEl>
                                          <p:spTgt spid="148"/>
                                        </p:tgtEl>
                                      </p:cBhvr>
                                    </p:animEffect>
                                  </p:childTnLst>
                                </p:cTn>
                              </p:par>
                            </p:childTnLst>
                          </p:cTn>
                        </p:par>
                      </p:childTnLst>
                    </p:cTn>
                  </p:par>
                  <p:par>
                    <p:cTn id="31" fill="hold">
                      <p:stCondLst>
                        <p:cond delay="indefinite"/>
                      </p:stCondLst>
                      <p:childTnLst>
                        <p:par>
                          <p:cTn id="32" fill="hold">
                            <p:stCondLst>
                              <p:cond delay="0"/>
                            </p:stCondLst>
                            <p:childTnLst>
                              <p:par>
                                <p:cTn id="33" presetID="5" presetClass="entr" presetSubtype="10" fill="hold" nodeType="clickEffect">
                                  <p:stCondLst>
                                    <p:cond delay="0"/>
                                  </p:stCondLst>
                                  <p:childTnLst>
                                    <p:set>
                                      <p:cBhvr>
                                        <p:cTn id="34" dur="1" fill="hold">
                                          <p:stCondLst>
                                            <p:cond delay="0"/>
                                          </p:stCondLst>
                                        </p:cTn>
                                        <p:tgtEl>
                                          <p:spTgt spid="156"/>
                                        </p:tgtEl>
                                        <p:attrNameLst>
                                          <p:attrName>style.visibility</p:attrName>
                                        </p:attrNameLst>
                                      </p:cBhvr>
                                      <p:to>
                                        <p:strVal val="visible"/>
                                      </p:to>
                                    </p:set>
                                    <p:animEffect transition="in" filter="checkerboard(across)">
                                      <p:cBhvr>
                                        <p:cTn id="35" dur="500"/>
                                        <p:tgtEl>
                                          <p:spTgt spid="156"/>
                                        </p:tgtEl>
                                      </p:cBhvr>
                                    </p:animEffect>
                                  </p:childTnLst>
                                </p:cTn>
                              </p:par>
                            </p:childTnLst>
                          </p:cTn>
                        </p:par>
                      </p:childTnLst>
                    </p:cTn>
                  </p:par>
                  <p:par>
                    <p:cTn id="36" fill="hold">
                      <p:stCondLst>
                        <p:cond delay="indefinite"/>
                      </p:stCondLst>
                      <p:childTnLst>
                        <p:par>
                          <p:cTn id="37" fill="hold">
                            <p:stCondLst>
                              <p:cond delay="0"/>
                            </p:stCondLst>
                            <p:childTnLst>
                              <p:par>
                                <p:cTn id="38" presetID="54" presetClass="entr" presetSubtype="0" accel="100000" fill="hold" nodeType="clickEffect">
                                  <p:stCondLst>
                                    <p:cond delay="0"/>
                                  </p:stCondLst>
                                  <p:childTnLst>
                                    <p:set>
                                      <p:cBhvr>
                                        <p:cTn id="39" dur="1" fill="hold">
                                          <p:stCondLst>
                                            <p:cond delay="0"/>
                                          </p:stCondLst>
                                        </p:cTn>
                                        <p:tgtEl>
                                          <p:spTgt spid="164"/>
                                        </p:tgtEl>
                                        <p:attrNameLst>
                                          <p:attrName>style.visibility</p:attrName>
                                        </p:attrNameLst>
                                      </p:cBhvr>
                                      <p:to>
                                        <p:strVal val="visible"/>
                                      </p:to>
                                    </p:set>
                                    <p:anim calcmode="lin" valueType="num">
                                      <p:cBhvr>
                                        <p:cTn id="40" dur="500" fill="hold"/>
                                        <p:tgtEl>
                                          <p:spTgt spid="164"/>
                                        </p:tgtEl>
                                        <p:attrNameLst>
                                          <p:attrName>ppt_w</p:attrName>
                                        </p:attrNameLst>
                                      </p:cBhvr>
                                      <p:tavLst>
                                        <p:tav tm="0">
                                          <p:val>
                                            <p:strVal val="#ppt_w*0.05"/>
                                          </p:val>
                                        </p:tav>
                                        <p:tav tm="100000">
                                          <p:val>
                                            <p:strVal val="#ppt_w"/>
                                          </p:val>
                                        </p:tav>
                                      </p:tavLst>
                                    </p:anim>
                                    <p:anim calcmode="lin" valueType="num">
                                      <p:cBhvr>
                                        <p:cTn id="41" dur="500" fill="hold"/>
                                        <p:tgtEl>
                                          <p:spTgt spid="164"/>
                                        </p:tgtEl>
                                        <p:attrNameLst>
                                          <p:attrName>ppt_h</p:attrName>
                                        </p:attrNameLst>
                                      </p:cBhvr>
                                      <p:tavLst>
                                        <p:tav tm="0">
                                          <p:val>
                                            <p:strVal val="#ppt_h"/>
                                          </p:val>
                                        </p:tav>
                                        <p:tav tm="100000">
                                          <p:val>
                                            <p:strVal val="#ppt_h"/>
                                          </p:val>
                                        </p:tav>
                                      </p:tavLst>
                                    </p:anim>
                                    <p:anim calcmode="lin" valueType="num">
                                      <p:cBhvr>
                                        <p:cTn id="42" dur="500" fill="hold"/>
                                        <p:tgtEl>
                                          <p:spTgt spid="164"/>
                                        </p:tgtEl>
                                        <p:attrNameLst>
                                          <p:attrName>ppt_x</p:attrName>
                                        </p:attrNameLst>
                                      </p:cBhvr>
                                      <p:tavLst>
                                        <p:tav tm="0">
                                          <p:val>
                                            <p:strVal val="#ppt_x-.2"/>
                                          </p:val>
                                        </p:tav>
                                        <p:tav tm="100000">
                                          <p:val>
                                            <p:strVal val="#ppt_x"/>
                                          </p:val>
                                        </p:tav>
                                      </p:tavLst>
                                    </p:anim>
                                    <p:anim calcmode="lin" valueType="num">
                                      <p:cBhvr>
                                        <p:cTn id="43" dur="500" fill="hold"/>
                                        <p:tgtEl>
                                          <p:spTgt spid="164"/>
                                        </p:tgtEl>
                                        <p:attrNameLst>
                                          <p:attrName>ppt_y</p:attrName>
                                        </p:attrNameLst>
                                      </p:cBhvr>
                                      <p:tavLst>
                                        <p:tav tm="0">
                                          <p:val>
                                            <p:strVal val="#ppt_y"/>
                                          </p:val>
                                        </p:tav>
                                        <p:tav tm="100000">
                                          <p:val>
                                            <p:strVal val="#ppt_y"/>
                                          </p:val>
                                        </p:tav>
                                      </p:tavLst>
                                    </p:anim>
                                    <p:animEffect transition="in" filter="fade">
                                      <p:cBhvr>
                                        <p:cTn id="44" dur="500"/>
                                        <p:tgtEl>
                                          <p:spTgt spid="164"/>
                                        </p:tgtEl>
                                      </p:cBhvr>
                                    </p:animEffect>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139"/>
                                        </p:tgtEl>
                                        <p:attrNameLst>
                                          <p:attrName>style.visibility</p:attrName>
                                        </p:attrNameLst>
                                      </p:cBhvr>
                                      <p:to>
                                        <p:strVal val="visible"/>
                                      </p:to>
                                    </p:set>
                                    <p:anim calcmode="lin" valueType="num">
                                      <p:cBhvr additive="base">
                                        <p:cTn id="49" dur="500" fill="hold"/>
                                        <p:tgtEl>
                                          <p:spTgt spid="139"/>
                                        </p:tgtEl>
                                        <p:attrNameLst>
                                          <p:attrName>ppt_x</p:attrName>
                                        </p:attrNameLst>
                                      </p:cBhvr>
                                      <p:tavLst>
                                        <p:tav tm="0">
                                          <p:val>
                                            <p:strVal val="#ppt_x"/>
                                          </p:val>
                                        </p:tav>
                                        <p:tav tm="100000">
                                          <p:val>
                                            <p:strVal val="#ppt_x"/>
                                          </p:val>
                                        </p:tav>
                                      </p:tavLst>
                                    </p:anim>
                                    <p:anim calcmode="lin" valueType="num">
                                      <p:cBhvr additive="base">
                                        <p:cTn id="50" dur="500" fill="hold"/>
                                        <p:tgtEl>
                                          <p:spTgt spid="139"/>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5" presetClass="entr" presetSubtype="0" fill="hold" nodeType="clickEffect">
                                  <p:stCondLst>
                                    <p:cond delay="0"/>
                                  </p:stCondLst>
                                  <p:childTnLst>
                                    <p:set>
                                      <p:cBhvr>
                                        <p:cTn id="54" dur="1" fill="hold">
                                          <p:stCondLst>
                                            <p:cond delay="0"/>
                                          </p:stCondLst>
                                        </p:cTn>
                                        <p:tgtEl>
                                          <p:spTgt spid="131"/>
                                        </p:tgtEl>
                                        <p:attrNameLst>
                                          <p:attrName>style.visibility</p:attrName>
                                        </p:attrNameLst>
                                      </p:cBhvr>
                                      <p:to>
                                        <p:strVal val="visible"/>
                                      </p:to>
                                    </p:set>
                                    <p:anim calcmode="lin" valueType="num">
                                      <p:cBhvr>
                                        <p:cTn id="55" dur="500" decel="50000" fill="hold">
                                          <p:stCondLst>
                                            <p:cond delay="0"/>
                                          </p:stCondLst>
                                        </p:cTn>
                                        <p:tgtEl>
                                          <p:spTgt spid="131"/>
                                        </p:tgtEl>
                                        <p:attrNameLst>
                                          <p:attrName>style.rotation</p:attrName>
                                        </p:attrNameLst>
                                      </p:cBhvr>
                                      <p:tavLst>
                                        <p:tav tm="0">
                                          <p:val>
                                            <p:fltVal val="-90.000000"/>
                                          </p:val>
                                        </p:tav>
                                        <p:tav tm="100000">
                                          <p:val>
                                            <p:fltVal val="0.000000"/>
                                          </p:val>
                                        </p:tav>
                                      </p:tavLst>
                                    </p:anim>
                                    <p:anim calcmode="lin" valueType="num">
                                      <p:cBhvr>
                                        <p:cTn id="56" dur="500" decel="50000" fill="hold">
                                          <p:stCondLst>
                                            <p:cond delay="0"/>
                                          </p:stCondLst>
                                        </p:cTn>
                                        <p:tgtEl>
                                          <p:spTgt spid="131"/>
                                        </p:tgtEl>
                                        <p:attrNameLst>
                                          <p:attrName>ppt_w</p:attrName>
                                        </p:attrNameLst>
                                      </p:cBhvr>
                                      <p:tavLst>
                                        <p:tav tm="0">
                                          <p:val>
                                            <p:strVal val="#ppt_w"/>
                                          </p:val>
                                        </p:tav>
                                        <p:tav tm="100000">
                                          <p:val>
                                            <p:strVal val="#ppt_w*.05"/>
                                          </p:val>
                                        </p:tav>
                                      </p:tavLst>
                                    </p:anim>
                                    <p:anim calcmode="lin" valueType="num">
                                      <p:cBhvr>
                                        <p:cTn id="57" dur="500" accel="50000" fill="hold">
                                          <p:stCondLst>
                                            <p:cond delay="500"/>
                                          </p:stCondLst>
                                        </p:cTn>
                                        <p:tgtEl>
                                          <p:spTgt spid="131"/>
                                        </p:tgtEl>
                                        <p:attrNameLst>
                                          <p:attrName>ppt_w</p:attrName>
                                        </p:attrNameLst>
                                      </p:cBhvr>
                                      <p:tavLst>
                                        <p:tav tm="0">
                                          <p:val>
                                            <p:strVal val="#ppt_w*.05"/>
                                          </p:val>
                                        </p:tav>
                                        <p:tav tm="100000">
                                          <p:val>
                                            <p:strVal val="#ppt_w"/>
                                          </p:val>
                                        </p:tav>
                                      </p:tavLst>
                                    </p:anim>
                                    <p:anim calcmode="lin" valueType="num">
                                      <p:cBhvr>
                                        <p:cTn id="58" dur="1000" fill="hold"/>
                                        <p:tgtEl>
                                          <p:spTgt spid="131"/>
                                        </p:tgtEl>
                                        <p:attrNameLst>
                                          <p:attrName>ppt_h</p:attrName>
                                        </p:attrNameLst>
                                      </p:cBhvr>
                                      <p:tavLst>
                                        <p:tav tm="0">
                                          <p:val>
                                            <p:strVal val="#ppt_h"/>
                                          </p:val>
                                        </p:tav>
                                        <p:tav tm="100000">
                                          <p:val>
                                            <p:strVal val="#ppt_h"/>
                                          </p:val>
                                        </p:tav>
                                      </p:tavLst>
                                    </p:anim>
                                    <p:anim calcmode="lin" valueType="num">
                                      <p:cBhvr>
                                        <p:cTn id="59" dur="500" decel="50000" fill="hold">
                                          <p:stCondLst>
                                            <p:cond delay="0"/>
                                          </p:stCondLst>
                                        </p:cTn>
                                        <p:tgtEl>
                                          <p:spTgt spid="131"/>
                                        </p:tgtEl>
                                        <p:attrNameLst>
                                          <p:attrName>ppt_x</p:attrName>
                                        </p:attrNameLst>
                                      </p:cBhvr>
                                      <p:tavLst>
                                        <p:tav tm="0">
                                          <p:val>
                                            <p:strVal val="#ppt_x+.4"/>
                                          </p:val>
                                        </p:tav>
                                        <p:tav tm="100000">
                                          <p:val>
                                            <p:strVal val="#ppt_x"/>
                                          </p:val>
                                        </p:tav>
                                      </p:tavLst>
                                    </p:anim>
                                    <p:anim calcmode="lin" valueType="num">
                                      <p:cBhvr>
                                        <p:cTn id="60" dur="500" decel="50000" fill="hold">
                                          <p:stCondLst>
                                            <p:cond delay="0"/>
                                          </p:stCondLst>
                                        </p:cTn>
                                        <p:tgtEl>
                                          <p:spTgt spid="131"/>
                                        </p:tgtEl>
                                        <p:attrNameLst>
                                          <p:attrName>ppt_y</p:attrName>
                                        </p:attrNameLst>
                                      </p:cBhvr>
                                      <p:tavLst>
                                        <p:tav tm="0">
                                          <p:val>
                                            <p:strVal val="#ppt_y-.2"/>
                                          </p:val>
                                        </p:tav>
                                        <p:tav tm="100000">
                                          <p:val>
                                            <p:strVal val="#ppt_y+.1"/>
                                          </p:val>
                                        </p:tav>
                                      </p:tavLst>
                                    </p:anim>
                                    <p:anim calcmode="lin" valueType="num">
                                      <p:cBhvr>
                                        <p:cTn id="61" dur="500" accel="50000" fill="hold">
                                          <p:stCondLst>
                                            <p:cond delay="500"/>
                                          </p:stCondLst>
                                        </p:cTn>
                                        <p:tgtEl>
                                          <p:spTgt spid="131"/>
                                        </p:tgtEl>
                                        <p:attrNameLst>
                                          <p:attrName>ppt_y</p:attrName>
                                        </p:attrNameLst>
                                      </p:cBhvr>
                                      <p:tavLst>
                                        <p:tav tm="0">
                                          <p:val>
                                            <p:strVal val="#ppt_y+.1"/>
                                          </p:val>
                                        </p:tav>
                                        <p:tav tm="100000">
                                          <p:val>
                                            <p:strVal val="#ppt_y"/>
                                          </p:val>
                                        </p:tav>
                                      </p:tavLst>
                                    </p:anim>
                                    <p:animEffect transition="in" filter="fade">
                                      <p:cBhvr>
                                        <p:cTn id="62" dur="1000" decel="50000">
                                          <p:stCondLst>
                                            <p:cond delay="0"/>
                                          </p:stCondLst>
                                        </p:cTn>
                                        <p:tgtEl>
                                          <p:spTgt spid="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80227" name="Rectangle 3"/>
          <p:cNvSpPr>
            <a:spLocks noGrp="1" noChangeArrowheads="1"/>
          </p:cNvSpPr>
          <p:nvPr>
            <p:ph idx="1"/>
          </p:nvPr>
        </p:nvSpPr>
        <p:spPr>
          <a:xfrm>
            <a:off x="611188" y="2133600"/>
            <a:ext cx="7921625" cy="2879725"/>
          </a:xfrm>
          <a:solidFill>
            <a:srgbClr val="CCFFCC"/>
          </a:solidFill>
          <a:ln>
            <a:solidFill>
              <a:srgbClr val="FF00FF"/>
            </a:solidFill>
            <a:miter lim="800000"/>
          </a:ln>
        </p:spPr>
        <p:txBody>
          <a:bodyPr vert="horz" wrap="square" lIns="91440" tIns="45720" rIns="91440" bIns="45720" numCol="1" anchor="t" anchorCtr="0" compatLnSpc="1"/>
          <a:lstStyle/>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800" b="1" i="0" u="none" strike="noStrike" kern="1200" cap="none" spc="0" normalizeH="0" baseline="0" noProof="0" dirty="0">
                <a:ln>
                  <a:noFill/>
                </a:ln>
                <a:solidFill>
                  <a:schemeClr val="tx2"/>
                </a:solidFill>
                <a:effectLst/>
                <a:uLnTx/>
                <a:uFillTx/>
                <a:latin typeface="+mn-lt"/>
                <a:ea typeface="+mn-ea"/>
                <a:cs typeface="+mn-cs"/>
              </a:rPr>
              <a:t>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八位双向三态，用于暂时存放数据，存放的数据有：</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l"/>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初时化编程时向</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8253</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写入的控制字。</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l"/>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向某一通道写入的计数值。</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l"/>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从某一通道读计数值。</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      </a:t>
            </a:r>
            <a:endParaRPr kumimoji="1" lang="zh-CN" altLang="en-US" sz="2400" b="1" i="0" u="none" strike="noStrike" kern="1200" cap="none" spc="0" normalizeH="0" baseline="0" noProof="0" dirty="0">
              <a:ln>
                <a:noFill/>
              </a:ln>
              <a:solidFill>
                <a:srgbClr val="FF00FF"/>
              </a:solidFill>
              <a:effectLst/>
              <a:uLnTx/>
              <a:uFillTx/>
              <a:latin typeface="+mn-ea"/>
              <a:ea typeface="+mn-ea"/>
              <a:cs typeface="+mn-cs"/>
            </a:endParaRPr>
          </a:p>
        </p:txBody>
      </p:sp>
      <p:sp>
        <p:nvSpPr>
          <p:cNvPr id="51203" name="Rectangle 4"/>
          <p:cNvSpPr/>
          <p:nvPr/>
        </p:nvSpPr>
        <p:spPr>
          <a:xfrm>
            <a:off x="992188" y="1003300"/>
            <a:ext cx="4098925" cy="585788"/>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Font typeface="Arial" panose="020B0604020202020204" pitchFamily="34" charset="0"/>
              <a:buNone/>
            </a:pPr>
            <a:r>
              <a:rPr lang="zh-CN" altLang="en-US" sz="3200" dirty="0">
                <a:solidFill>
                  <a:srgbClr val="FF3300"/>
                </a:solidFill>
                <a:latin typeface="宋体" panose="02010600030101010101" pitchFamily="2" charset="-122"/>
              </a:rPr>
              <a:t>（</a:t>
            </a:r>
            <a:r>
              <a:rPr lang="en-US" altLang="zh-CN" sz="3200" dirty="0">
                <a:solidFill>
                  <a:srgbClr val="FF3300"/>
                </a:solidFill>
                <a:latin typeface="宋体" panose="02010600030101010101" pitchFamily="2" charset="-122"/>
              </a:rPr>
              <a:t>1</a:t>
            </a:r>
            <a:r>
              <a:rPr lang="zh-CN" altLang="en-US" sz="3200" dirty="0">
                <a:solidFill>
                  <a:srgbClr val="FF3300"/>
                </a:solidFill>
                <a:latin typeface="宋体" panose="02010600030101010101" pitchFamily="2" charset="-122"/>
              </a:rPr>
              <a:t>）数据总线缓冲器</a:t>
            </a:r>
            <a:endParaRPr lang="zh-CN" altLang="en-US" sz="3200" dirty="0">
              <a:solidFill>
                <a:srgbClr val="FF3300"/>
              </a:solidFill>
              <a:latin typeface="宋体" panose="02010600030101010101" pitchFamily="2" charset="-122"/>
            </a:endParaRPr>
          </a:p>
        </p:txBody>
      </p:sp>
      <p:sp>
        <p:nvSpPr>
          <p:cNvPr id="51204" name="Rectangle 5"/>
          <p:cNvSpPr/>
          <p:nvPr/>
        </p:nvSpPr>
        <p:spPr>
          <a:xfrm>
            <a:off x="611188" y="5157788"/>
            <a:ext cx="7921625" cy="1200150"/>
          </a:xfrm>
          <a:prstGeom prst="rect">
            <a:avLst/>
          </a:prstGeom>
          <a:solidFill>
            <a:srgbClr val="CCFFCC">
              <a:alpha val="47058"/>
            </a:srgbClr>
          </a:solidFill>
          <a:ln w="9525" cap="flat" cmpd="sng">
            <a:solidFill>
              <a:schemeClr val="tx1"/>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50000"/>
              </a:lnSpc>
              <a:spcBef>
                <a:spcPct val="0"/>
              </a:spcBef>
              <a:spcAft>
                <a:spcPct val="0"/>
              </a:spcAft>
              <a:buClrTx/>
              <a:buSzTx/>
              <a:buFont typeface="Arial" panose="020B0604020202020204" pitchFamily="34" charset="0"/>
              <a:buNone/>
            </a:pPr>
            <a:r>
              <a:rPr lang="zh-CN" altLang="en-US" sz="2400" dirty="0">
                <a:solidFill>
                  <a:srgbClr val="FF0000"/>
                </a:solidFill>
                <a:latin typeface="楷体_GB2312" pitchFamily="1" charset="-122"/>
              </a:rPr>
              <a:t>注意：</a:t>
            </a:r>
            <a:r>
              <a:rPr lang="en-US" altLang="zh-CN" sz="2400" dirty="0">
                <a:solidFill>
                  <a:srgbClr val="FF0000"/>
                </a:solidFill>
                <a:latin typeface="楷体_GB2312" pitchFamily="1" charset="-122"/>
              </a:rPr>
              <a:t>CPU</a:t>
            </a:r>
            <a:r>
              <a:rPr lang="zh-CN" altLang="en-US" sz="2400" dirty="0">
                <a:solidFill>
                  <a:srgbClr val="FF0000"/>
                </a:solidFill>
                <a:latin typeface="楷体_GB2312" pitchFamily="1" charset="-122"/>
              </a:rPr>
              <a:t>用输入</a:t>
            </a:r>
            <a:r>
              <a:rPr lang="en-US" altLang="zh-CN" sz="2400" dirty="0">
                <a:solidFill>
                  <a:srgbClr val="FF0000"/>
                </a:solidFill>
                <a:latin typeface="楷体_GB2312" pitchFamily="1" charset="-122"/>
              </a:rPr>
              <a:t>/</a:t>
            </a:r>
            <a:r>
              <a:rPr lang="zh-CN" altLang="en-US" sz="2400" dirty="0">
                <a:solidFill>
                  <a:srgbClr val="FF0000"/>
                </a:solidFill>
                <a:latin typeface="楷体_GB2312" pitchFamily="1" charset="-122"/>
              </a:rPr>
              <a:t>输出指令对</a:t>
            </a:r>
            <a:r>
              <a:rPr lang="en-US" altLang="zh-CN" sz="2400" dirty="0">
                <a:solidFill>
                  <a:srgbClr val="FF0000"/>
                </a:solidFill>
                <a:latin typeface="楷体_GB2312" pitchFamily="1" charset="-122"/>
              </a:rPr>
              <a:t>8253</a:t>
            </a:r>
            <a:r>
              <a:rPr lang="zh-CN" altLang="en-US" sz="2400" dirty="0">
                <a:solidFill>
                  <a:srgbClr val="FF0000"/>
                </a:solidFill>
                <a:latin typeface="楷体_GB2312" pitchFamily="1" charset="-122"/>
              </a:rPr>
              <a:t>进行读</a:t>
            </a:r>
            <a:r>
              <a:rPr lang="en-US" altLang="zh-CN" sz="2400" dirty="0">
                <a:solidFill>
                  <a:srgbClr val="FF0000"/>
                </a:solidFill>
                <a:latin typeface="楷体_GB2312" pitchFamily="1" charset="-122"/>
              </a:rPr>
              <a:t>/</a:t>
            </a:r>
            <a:r>
              <a:rPr lang="zh-CN" altLang="en-US" sz="2400" dirty="0">
                <a:solidFill>
                  <a:srgbClr val="FF0000"/>
                </a:solidFill>
                <a:latin typeface="楷体_GB2312" pitchFamily="1" charset="-122"/>
              </a:rPr>
              <a:t>写操作的所有信息都是通过这</a:t>
            </a:r>
            <a:r>
              <a:rPr lang="en-US" altLang="zh-CN" sz="2400" dirty="0">
                <a:solidFill>
                  <a:srgbClr val="FF0000"/>
                </a:solidFill>
                <a:latin typeface="楷体_GB2312" pitchFamily="1" charset="-122"/>
              </a:rPr>
              <a:t>8</a:t>
            </a:r>
            <a:r>
              <a:rPr lang="zh-CN" altLang="en-US" sz="2400" dirty="0">
                <a:solidFill>
                  <a:srgbClr val="FF0000"/>
                </a:solidFill>
                <a:latin typeface="楷体_GB2312" pitchFamily="1" charset="-122"/>
              </a:rPr>
              <a:t>条总线传送的。</a:t>
            </a:r>
            <a:endParaRPr lang="zh-CN" altLang="en-US" sz="2400" dirty="0">
              <a:solidFill>
                <a:srgbClr val="FF0000"/>
              </a:solidFill>
              <a:latin typeface="楷体_GB2312" pitchFamily="1" charset="-122"/>
            </a:endParaRPr>
          </a:p>
        </p:txBody>
      </p:sp>
    </p:spTree>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7266" name="Rectangle 2"/>
          <p:cNvSpPr>
            <a:spLocks noGrp="1" noChangeArrowheads="1"/>
          </p:cNvSpPr>
          <p:nvPr>
            <p:ph idx="1"/>
          </p:nvPr>
        </p:nvSpPr>
        <p:spPr>
          <a:xfrm>
            <a:off x="322263" y="1920875"/>
            <a:ext cx="8424863" cy="2808288"/>
          </a:xfrm>
          <a:solidFill>
            <a:schemeClr val="accent1">
              <a:alpha val="33000"/>
            </a:schemeClr>
          </a:solidFill>
          <a:ln>
            <a:solidFill>
              <a:srgbClr val="0000FF"/>
            </a:solidFill>
            <a:miter lim="800000"/>
          </a:ln>
        </p:spPr>
        <p:txBody>
          <a:bodyPr vert="horz" wrap="square" lIns="91440" tIns="45720" rIns="91440" bIns="45720" numCol="1" anchor="t" anchorCtr="0" compatLnSpc="1"/>
          <a:lstStyle/>
          <a:p>
            <a:pPr marL="342900" marR="0" lvl="0" indent="-342900" algn="l" defTabSz="914400" rtl="0" eaLnBrk="0" fontAlgn="base" latinLnBrk="0" hangingPunct="0">
              <a:lnSpc>
                <a:spcPct val="130000"/>
              </a:lnSpc>
              <a:spcBef>
                <a:spcPct val="20000"/>
              </a:spcBef>
              <a:spcAft>
                <a:spcPct val="5000"/>
              </a:spcAft>
              <a:buClr>
                <a:schemeClr val="folHlink"/>
              </a:buClr>
              <a:buSzPct val="60000"/>
              <a:buFont typeface="Wingdings" panose="05000000000000000000" pitchFamily="2" charset="2"/>
              <a:buChar char="l"/>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接受</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CPU</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的</a:t>
            </a:r>
            <a:r>
              <a:rPr kumimoji="0" lang="en-US" altLang="zh-CN" sz="2400" b="1" i="0" u="sng" strike="noStrike" kern="1200" cap="none" spc="0" normalizeH="0" baseline="0" noProof="0" dirty="0">
                <a:ln>
                  <a:noFill/>
                </a:ln>
                <a:solidFill>
                  <a:schemeClr val="tx2"/>
                </a:solidFill>
                <a:effectLst/>
                <a:uLnTx/>
                <a:uFillTx/>
                <a:latin typeface="+mn-ea"/>
                <a:ea typeface="+mn-ea"/>
                <a:cs typeface="+mn-cs"/>
              </a:rPr>
              <a:t>RD</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sng" strike="noStrike" kern="1200" cap="none" spc="0" normalizeH="0" baseline="0" noProof="0" dirty="0">
                <a:ln>
                  <a:noFill/>
                </a:ln>
                <a:solidFill>
                  <a:schemeClr val="tx2"/>
                </a:solidFill>
                <a:effectLst/>
                <a:uLnTx/>
                <a:uFillTx/>
                <a:latin typeface="+mn-ea"/>
                <a:ea typeface="+mn-ea"/>
                <a:cs typeface="+mn-cs"/>
              </a:rPr>
              <a:t>WR</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sng" strike="noStrike" kern="1200" cap="none" spc="0" normalizeH="0" baseline="0" noProof="0" dirty="0">
                <a:ln>
                  <a:noFill/>
                </a:ln>
                <a:solidFill>
                  <a:schemeClr val="tx2"/>
                </a:solidFill>
                <a:effectLst/>
                <a:uLnTx/>
                <a:uFillTx/>
                <a:latin typeface="+mn-ea"/>
                <a:ea typeface="+mn-ea"/>
                <a:cs typeface="+mn-cs"/>
              </a:rPr>
              <a:t>CS</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A0</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A1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信号，经</a:t>
            </a:r>
            <a:r>
              <a:rPr kumimoji="0" lang="zh-CN" altLang="en-US" sz="2400" b="1" i="0" u="none" strike="noStrike" kern="1200" cap="none" spc="0" normalizeH="0" baseline="0" noProof="0" dirty="0">
                <a:ln>
                  <a:noFill/>
                </a:ln>
                <a:solidFill>
                  <a:srgbClr val="FF00FF"/>
                </a:solidFill>
                <a:effectLst/>
                <a:uLnTx/>
                <a:uFillTx/>
                <a:latin typeface="+mn-ea"/>
                <a:ea typeface="+mn-ea"/>
                <a:cs typeface="+mn-cs"/>
              </a:rPr>
              <a:t>组合产生对某一端口的操作</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30000"/>
              </a:lnSpc>
              <a:spcBef>
                <a:spcPct val="0"/>
              </a:spcBef>
              <a:spcAft>
                <a:spcPct val="5000"/>
              </a:spcAft>
              <a:buClr>
                <a:schemeClr val="folHlink"/>
              </a:buClr>
              <a:buSzPct val="60000"/>
              <a:buFont typeface="Wingdings" panose="05000000000000000000" pitchFamily="2" charset="2"/>
              <a:buChar char="l"/>
              <a:defRPr/>
            </a:pP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当片选信号有效， 即</a:t>
            </a:r>
            <a:r>
              <a:rPr kumimoji="0" lang="en-US" altLang="zh-CN" sz="2400" b="1" i="0" u="sng" strike="noStrike" kern="1200" cap="none" spc="0" normalizeH="0" baseline="0" noProof="0" dirty="0">
                <a:ln>
                  <a:noFill/>
                </a:ln>
                <a:solidFill>
                  <a:schemeClr val="tx2"/>
                </a:solidFill>
                <a:effectLst/>
                <a:uLnTx/>
                <a:uFillTx/>
                <a:latin typeface="+mn-ea"/>
                <a:ea typeface="+mn-ea"/>
                <a:cs typeface="+mn-cs"/>
              </a:rPr>
              <a:t>CS</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 =0</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时，读</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写逻辑才能工作。</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该控制逻辑根据读</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写命令及送来的地址信息，决定三个计数器和控制字寄存器中哪一个工作，并控制内部总线上数据传送的方向。</a:t>
            </a:r>
            <a:endParaRPr kumimoji="1" lang="zh-CN" altLang="en-US" sz="2400" b="1" i="0" u="none" strike="noStrike" kern="1200" cap="none" spc="0" normalizeH="0" baseline="0" noProof="0" dirty="0">
              <a:ln>
                <a:noFill/>
              </a:ln>
              <a:solidFill>
                <a:srgbClr val="FF00FF"/>
              </a:solidFill>
              <a:effectLst/>
              <a:uLnTx/>
              <a:uFillTx/>
              <a:latin typeface="+mn-ea"/>
              <a:ea typeface="+mn-ea"/>
              <a:cs typeface="+mn-cs"/>
            </a:endParaRPr>
          </a:p>
        </p:txBody>
      </p:sp>
      <p:sp>
        <p:nvSpPr>
          <p:cNvPr id="52227" name="Rectangle 3"/>
          <p:cNvSpPr/>
          <p:nvPr/>
        </p:nvSpPr>
        <p:spPr>
          <a:xfrm>
            <a:off x="1058863" y="1065213"/>
            <a:ext cx="3894137" cy="534987"/>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90000"/>
              </a:lnSpc>
              <a:spcAft>
                <a:spcPct val="0"/>
              </a:spcAft>
              <a:buClrTx/>
              <a:buSzTx/>
              <a:buFont typeface="Arial" panose="020B0604020202020204" pitchFamily="34" charset="0"/>
              <a:buNone/>
            </a:pPr>
            <a:r>
              <a:rPr lang="zh-CN" altLang="en-US" sz="3200" dirty="0">
                <a:solidFill>
                  <a:srgbClr val="FF3300"/>
                </a:solidFill>
                <a:latin typeface="宋体" panose="02010600030101010101" pitchFamily="2" charset="-122"/>
              </a:rPr>
              <a:t>（</a:t>
            </a:r>
            <a:r>
              <a:rPr lang="en-US" altLang="zh-CN" sz="3200" dirty="0">
                <a:solidFill>
                  <a:srgbClr val="FF3300"/>
                </a:solidFill>
                <a:latin typeface="宋体" panose="02010600030101010101" pitchFamily="2" charset="-122"/>
              </a:rPr>
              <a:t>2</a:t>
            </a:r>
            <a:r>
              <a:rPr lang="zh-CN" altLang="en-US" sz="3200" dirty="0">
                <a:solidFill>
                  <a:srgbClr val="FF3300"/>
                </a:solidFill>
                <a:latin typeface="宋体" panose="02010600030101010101" pitchFamily="2" charset="-122"/>
              </a:rPr>
              <a:t>）读</a:t>
            </a:r>
            <a:r>
              <a:rPr lang="en-US" altLang="zh-CN" sz="3200" dirty="0">
                <a:solidFill>
                  <a:srgbClr val="FF3300"/>
                </a:solidFill>
                <a:latin typeface="宋体" panose="02010600030101010101" pitchFamily="2" charset="-122"/>
              </a:rPr>
              <a:t>/</a:t>
            </a:r>
            <a:r>
              <a:rPr lang="zh-CN" altLang="en-US" sz="3200" dirty="0">
                <a:solidFill>
                  <a:srgbClr val="FF3300"/>
                </a:solidFill>
                <a:latin typeface="宋体" panose="02010600030101010101" pitchFamily="2" charset="-122"/>
              </a:rPr>
              <a:t>写控制逻辑</a:t>
            </a:r>
            <a:endParaRPr lang="zh-CN" altLang="en-US" sz="3200" dirty="0">
              <a:solidFill>
                <a:srgbClr val="FF3300"/>
              </a:solidFill>
              <a:latin typeface="宋体" panose="02010600030101010101" pitchFamily="2" charset="-122"/>
            </a:endParaRPr>
          </a:p>
        </p:txBody>
      </p:sp>
      <p:sp>
        <p:nvSpPr>
          <p:cNvPr id="52228" name="Rectangle 4"/>
          <p:cNvSpPr/>
          <p:nvPr/>
        </p:nvSpPr>
        <p:spPr>
          <a:xfrm>
            <a:off x="322263" y="5589588"/>
            <a:ext cx="8424862" cy="1150937"/>
          </a:xfrm>
          <a:prstGeom prst="rect">
            <a:avLst/>
          </a:prstGeom>
          <a:solidFill>
            <a:srgbClr val="CCFFFF">
              <a:alpha val="41176"/>
            </a:srgbClr>
          </a:solidFill>
          <a:ln w="9525" cap="flat" cmpd="sng">
            <a:solidFill>
              <a:srgbClr val="FF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50000"/>
              </a:lnSpc>
              <a:spcAft>
                <a:spcPct val="0"/>
              </a:spcAft>
              <a:buClrTx/>
              <a:buSzTx/>
              <a:buNone/>
            </a:pPr>
            <a:r>
              <a:rPr lang="zh-CN" altLang="en-US" sz="2400" dirty="0">
                <a:solidFill>
                  <a:schemeClr val="tx1"/>
                </a:solidFill>
                <a:latin typeface="宋体" panose="02010600030101010101" pitchFamily="2" charset="-122"/>
                <a:ea typeface="宋体" panose="02010600030101010101" pitchFamily="2" charset="-122"/>
              </a:rPr>
              <a:t>接受</a:t>
            </a:r>
            <a:r>
              <a:rPr lang="en-US" altLang="zh-CN" sz="2400" dirty="0">
                <a:solidFill>
                  <a:schemeClr val="tx1"/>
                </a:solidFill>
                <a:latin typeface="宋体" panose="02010600030101010101" pitchFamily="2" charset="-122"/>
                <a:ea typeface="宋体" panose="02010600030101010101" pitchFamily="2" charset="-122"/>
              </a:rPr>
              <a:t>CPU</a:t>
            </a:r>
            <a:r>
              <a:rPr lang="zh-CN" altLang="en-US" sz="2400" dirty="0">
                <a:solidFill>
                  <a:schemeClr val="tx1"/>
                </a:solidFill>
                <a:latin typeface="宋体" panose="02010600030101010101" pitchFamily="2" charset="-122"/>
                <a:ea typeface="宋体" panose="02010600030101010101" pitchFamily="2" charset="-122"/>
              </a:rPr>
              <a:t>的控制字，</a:t>
            </a:r>
            <a:r>
              <a:rPr lang="zh-CN" altLang="en-US" sz="2400" dirty="0">
                <a:solidFill>
                  <a:srgbClr val="FF00FF"/>
                </a:solidFill>
                <a:latin typeface="宋体" panose="02010600030101010101" pitchFamily="2" charset="-122"/>
                <a:ea typeface="宋体" panose="02010600030101010101" pitchFamily="2" charset="-122"/>
              </a:rPr>
              <a:t>只能写，不能读</a:t>
            </a:r>
            <a:r>
              <a:rPr lang="zh-CN" altLang="en-US" sz="2400" dirty="0">
                <a:solidFill>
                  <a:schemeClr val="tx1"/>
                </a:solidFill>
                <a:latin typeface="宋体" panose="02010600030101010101" pitchFamily="2" charset="-122"/>
                <a:ea typeface="宋体" panose="02010600030101010101" pitchFamily="2" charset="-122"/>
              </a:rPr>
              <a:t>，</a:t>
            </a:r>
            <a:r>
              <a:rPr lang="zh-CN" altLang="en-US" sz="2400" dirty="0">
                <a:solidFill>
                  <a:srgbClr val="0000FF"/>
                </a:solidFill>
                <a:latin typeface="宋体" panose="02010600030101010101" pitchFamily="2" charset="-122"/>
                <a:ea typeface="宋体" panose="02010600030101010101" pitchFamily="2" charset="-122"/>
              </a:rPr>
              <a:t>根据控制字决定每个通道的工作方式。</a:t>
            </a:r>
            <a:endParaRPr lang="zh-CN" altLang="en-US" sz="2400" dirty="0">
              <a:solidFill>
                <a:srgbClr val="0000FF"/>
              </a:solidFill>
              <a:latin typeface="宋体" panose="02010600030101010101" pitchFamily="2" charset="-122"/>
              <a:ea typeface="宋体" panose="02010600030101010101" pitchFamily="2" charset="-122"/>
            </a:endParaRPr>
          </a:p>
        </p:txBody>
      </p:sp>
      <p:sp>
        <p:nvSpPr>
          <p:cNvPr id="52229" name="Rectangle 5"/>
          <p:cNvSpPr/>
          <p:nvPr/>
        </p:nvSpPr>
        <p:spPr>
          <a:xfrm>
            <a:off x="323850" y="4868863"/>
            <a:ext cx="4513263" cy="585787"/>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Font typeface="Arial" panose="020B0604020202020204" pitchFamily="34" charset="0"/>
              <a:buNone/>
            </a:pPr>
            <a:r>
              <a:rPr lang="zh-CN" altLang="en-US" sz="3200" dirty="0">
                <a:solidFill>
                  <a:srgbClr val="FF3300"/>
                </a:solidFill>
                <a:latin typeface="宋体" panose="02010600030101010101" pitchFamily="2" charset="-122"/>
              </a:rPr>
              <a:t>    （</a:t>
            </a:r>
            <a:r>
              <a:rPr lang="en-US" altLang="zh-CN" sz="3200" dirty="0">
                <a:solidFill>
                  <a:srgbClr val="FF3300"/>
                </a:solidFill>
                <a:latin typeface="宋体" panose="02010600030101010101" pitchFamily="2" charset="-122"/>
              </a:rPr>
              <a:t>3</a:t>
            </a:r>
            <a:r>
              <a:rPr lang="zh-CN" altLang="en-US" sz="3200" dirty="0">
                <a:solidFill>
                  <a:srgbClr val="FF3300"/>
                </a:solidFill>
                <a:latin typeface="宋体" panose="02010600030101010101" pitchFamily="2" charset="-122"/>
              </a:rPr>
              <a:t>）控制字寄存器</a:t>
            </a:r>
            <a:endParaRPr lang="zh-CN" altLang="en-US" sz="3200" dirty="0">
              <a:solidFill>
                <a:srgbClr val="FF3300"/>
              </a:solidFill>
              <a:latin typeface="宋体" panose="02010600030101010101" pitchFamily="2" charset="-122"/>
            </a:endParaRPr>
          </a:p>
        </p:txBody>
      </p:sp>
    </p:spTree>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66242" name="Rectangle 2"/>
          <p:cNvSpPr>
            <a:spLocks noGrp="1" noChangeArrowheads="1"/>
          </p:cNvSpPr>
          <p:nvPr>
            <p:ph idx="1"/>
          </p:nvPr>
        </p:nvSpPr>
        <p:spPr>
          <a:xfrm>
            <a:off x="250825" y="2133600"/>
            <a:ext cx="8569325" cy="969963"/>
          </a:xfrm>
          <a:solidFill>
            <a:srgbClr val="CCFFFF"/>
          </a:solidFill>
          <a:ln>
            <a:solidFill>
              <a:srgbClr val="3366FF"/>
            </a:solidFill>
            <a:miter lim="800000"/>
          </a:ln>
        </p:spPr>
        <p:txBody>
          <a:bodyPr vert="horz" wrap="square" lIns="91440" tIns="45720" rIns="91440" bIns="45720" numCol="1" anchor="t" anchorCtr="0" compatLnSpc="1"/>
          <a:lstStyle/>
          <a:p>
            <a:pPr marL="0" marR="0" lvl="0" indent="0" algn="l" defTabSz="914400" rtl="0" eaLnBrk="0" fontAlgn="base" latinLnBrk="0" hangingPunct="0">
              <a:lnSpc>
                <a:spcPct val="120000"/>
              </a:lnSpc>
              <a:spcBef>
                <a:spcPct val="0"/>
              </a:spcBef>
              <a:spcAft>
                <a:spcPct val="5000"/>
              </a:spcAft>
              <a:buClr>
                <a:schemeClr val="folHlink"/>
              </a:buClr>
              <a:buSzPct val="60000"/>
              <a:buFont typeface="Wingdings" panose="05000000000000000000" pitchFamily="2" charset="2"/>
              <a:buNone/>
              <a:defRPr/>
            </a:pP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A.</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计数</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定时器</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0</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1</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2</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是</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3</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个</a:t>
            </a:r>
            <a:r>
              <a:rPr kumimoji="1" lang="en-US" altLang="zh-CN" sz="2400" b="1" i="0" u="none" strike="noStrike" kern="1200" cap="none" spc="0" normalizeH="0" baseline="0" noProof="0" dirty="0">
                <a:ln>
                  <a:noFill/>
                </a:ln>
                <a:solidFill>
                  <a:srgbClr val="FF0000"/>
                </a:solidFill>
                <a:effectLst/>
                <a:uLnTx/>
                <a:uFillTx/>
                <a:latin typeface="+mn-ea"/>
                <a:ea typeface="+mn-ea"/>
                <a:cs typeface="+mn-cs"/>
              </a:rPr>
              <a:t>16</a:t>
            </a:r>
            <a:r>
              <a:rPr kumimoji="1" lang="zh-CN" altLang="en-US" sz="2400" b="1" i="0" u="none" strike="noStrike" kern="1200" cap="none" spc="0" normalizeH="0" baseline="0" noProof="0" dirty="0">
                <a:ln>
                  <a:noFill/>
                </a:ln>
                <a:solidFill>
                  <a:srgbClr val="FF0000"/>
                </a:solidFill>
                <a:effectLst/>
                <a:uLnTx/>
                <a:uFillTx/>
                <a:latin typeface="+mn-ea"/>
                <a:ea typeface="+mn-ea"/>
                <a:cs typeface="+mn-cs"/>
              </a:rPr>
              <a:t>位减</a:t>
            </a:r>
            <a:r>
              <a:rPr kumimoji="1" lang="en-US" altLang="zh-CN" sz="2400" b="1" i="0" u="none" strike="noStrike" kern="1200" cap="none" spc="0" normalizeH="0" baseline="0" noProof="0" dirty="0">
                <a:ln>
                  <a:noFill/>
                </a:ln>
                <a:solidFill>
                  <a:srgbClr val="FF0000"/>
                </a:solidFill>
                <a:effectLst/>
                <a:uLnTx/>
                <a:uFillTx/>
                <a:latin typeface="+mn-ea"/>
                <a:ea typeface="+mn-ea"/>
                <a:cs typeface="+mn-cs"/>
              </a:rPr>
              <a:t>1</a:t>
            </a:r>
            <a:r>
              <a:rPr kumimoji="1" lang="zh-CN" altLang="en-US" sz="2400" b="1" i="0" u="none" strike="noStrike" kern="1200" cap="none" spc="0" normalizeH="0" baseline="0" noProof="0" dirty="0">
                <a:ln>
                  <a:noFill/>
                </a:ln>
                <a:solidFill>
                  <a:srgbClr val="FF0000"/>
                </a:solidFill>
                <a:effectLst/>
                <a:uLnTx/>
                <a:uFillTx/>
                <a:latin typeface="+mn-ea"/>
                <a:ea typeface="+mn-ea"/>
                <a:cs typeface="+mn-cs"/>
              </a:rPr>
              <a:t>计数器</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，它们互相独立，内部结构和功能相同。</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53251" name="Rectangle 3"/>
          <p:cNvSpPr/>
          <p:nvPr/>
        </p:nvSpPr>
        <p:spPr>
          <a:xfrm>
            <a:off x="1258888" y="1112838"/>
            <a:ext cx="4511675" cy="584200"/>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3200" dirty="0">
                <a:solidFill>
                  <a:srgbClr val="FF3300"/>
                </a:solidFill>
                <a:latin typeface="宋体" panose="02010600030101010101" pitchFamily="2" charset="-122"/>
              </a:rPr>
              <a:t>三个计数</a:t>
            </a:r>
            <a:r>
              <a:rPr lang="en-US" altLang="zh-CN" sz="3200" dirty="0">
                <a:solidFill>
                  <a:srgbClr val="FF3300"/>
                </a:solidFill>
                <a:latin typeface="宋体" panose="02010600030101010101" pitchFamily="2" charset="-122"/>
              </a:rPr>
              <a:t>/</a:t>
            </a:r>
            <a:r>
              <a:rPr lang="zh-CN" altLang="en-US" sz="3200" dirty="0">
                <a:solidFill>
                  <a:srgbClr val="FF3300"/>
                </a:solidFill>
                <a:latin typeface="宋体" panose="02010600030101010101" pitchFamily="2" charset="-122"/>
              </a:rPr>
              <a:t>定时器的特点</a:t>
            </a:r>
            <a:endParaRPr lang="zh-CN" altLang="en-US" sz="3200" dirty="0">
              <a:solidFill>
                <a:srgbClr val="FF3300"/>
              </a:solidFill>
              <a:latin typeface="宋体" panose="02010600030101010101" pitchFamily="2" charset="-122"/>
            </a:endParaRPr>
          </a:p>
        </p:txBody>
      </p:sp>
      <p:sp>
        <p:nvSpPr>
          <p:cNvPr id="53252" name="Rectangle 4"/>
          <p:cNvSpPr/>
          <p:nvPr/>
        </p:nvSpPr>
        <p:spPr>
          <a:xfrm>
            <a:off x="242888" y="3284538"/>
            <a:ext cx="8569325" cy="893762"/>
          </a:xfrm>
          <a:prstGeom prst="rect">
            <a:avLst/>
          </a:prstGeom>
          <a:solidFill>
            <a:srgbClr val="CCFFFF"/>
          </a:solidFill>
          <a:ln w="9525" cap="flat" cmpd="sng">
            <a:solidFill>
              <a:srgbClr val="3366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20000"/>
              </a:lnSpc>
              <a:spcBef>
                <a:spcPct val="0"/>
              </a:spcBef>
              <a:spcAft>
                <a:spcPct val="0"/>
              </a:spcAft>
              <a:buClrTx/>
              <a:buSzTx/>
              <a:buFont typeface="Arial" panose="020B0604020202020204" pitchFamily="34" charset="0"/>
              <a:buNone/>
            </a:pPr>
            <a:r>
              <a:rPr lang="en-US" altLang="zh-CN" sz="2400" dirty="0">
                <a:solidFill>
                  <a:schemeClr val="tx1"/>
                </a:solidFill>
                <a:latin typeface="楷体_GB2312" pitchFamily="1" charset="-122"/>
              </a:rPr>
              <a:t>B.</a:t>
            </a:r>
            <a:r>
              <a:rPr lang="zh-CN" altLang="en-US" sz="2400" dirty="0">
                <a:solidFill>
                  <a:schemeClr val="tx1"/>
                </a:solidFill>
                <a:latin typeface="楷体_GB2312" pitchFamily="1" charset="-122"/>
              </a:rPr>
              <a:t>每个计数器有</a:t>
            </a:r>
            <a:r>
              <a:rPr lang="en-US" altLang="zh-CN" sz="2400" dirty="0">
                <a:solidFill>
                  <a:schemeClr val="tx1"/>
                </a:solidFill>
                <a:latin typeface="楷体_GB2312" pitchFamily="1" charset="-122"/>
              </a:rPr>
              <a:t>3</a:t>
            </a:r>
            <a:r>
              <a:rPr lang="zh-CN" altLang="en-US" sz="2400" dirty="0">
                <a:solidFill>
                  <a:schemeClr val="tx1"/>
                </a:solidFill>
                <a:latin typeface="楷体_GB2312" pitchFamily="1" charset="-122"/>
              </a:rPr>
              <a:t>根信号线，它们是时钟输入</a:t>
            </a:r>
            <a:r>
              <a:rPr lang="en-US" altLang="zh-CN" sz="2400" dirty="0">
                <a:solidFill>
                  <a:schemeClr val="tx1"/>
                </a:solidFill>
                <a:latin typeface="楷体_GB2312" pitchFamily="1" charset="-122"/>
              </a:rPr>
              <a:t>CLK</a:t>
            </a:r>
            <a:r>
              <a:rPr lang="zh-CN" altLang="en-US" sz="2400" dirty="0">
                <a:solidFill>
                  <a:schemeClr val="tx1"/>
                </a:solidFill>
                <a:latin typeface="楷体_GB2312" pitchFamily="1" charset="-122"/>
              </a:rPr>
              <a:t>、门控输入</a:t>
            </a:r>
            <a:r>
              <a:rPr lang="en-US" altLang="zh-CN" sz="2400" dirty="0">
                <a:solidFill>
                  <a:schemeClr val="tx1"/>
                </a:solidFill>
                <a:latin typeface="楷体_GB2312" pitchFamily="1" charset="-122"/>
              </a:rPr>
              <a:t>GATE</a:t>
            </a:r>
            <a:r>
              <a:rPr lang="zh-CN" altLang="en-US" sz="2400" dirty="0">
                <a:solidFill>
                  <a:schemeClr val="tx1"/>
                </a:solidFill>
                <a:latin typeface="楷体_GB2312" pitchFamily="1" charset="-122"/>
              </a:rPr>
              <a:t>和输出</a:t>
            </a:r>
            <a:r>
              <a:rPr lang="en-US" altLang="zh-CN" sz="2400" dirty="0">
                <a:solidFill>
                  <a:schemeClr val="tx1"/>
                </a:solidFill>
                <a:latin typeface="楷体_GB2312" pitchFamily="1" charset="-122"/>
              </a:rPr>
              <a:t>OUT</a:t>
            </a:r>
            <a:r>
              <a:rPr lang="zh-CN" altLang="en-US" sz="2400" dirty="0">
                <a:solidFill>
                  <a:schemeClr val="tx1"/>
                </a:solidFill>
                <a:latin typeface="楷体_GB2312" pitchFamily="1" charset="-122"/>
              </a:rPr>
              <a:t>。最高计数频率2MHZ。</a:t>
            </a:r>
            <a:endParaRPr lang="zh-CN" altLang="en-US" sz="2400" dirty="0">
              <a:solidFill>
                <a:schemeClr val="tx1"/>
              </a:solidFill>
              <a:latin typeface="楷体_GB2312" pitchFamily="1" charset="-122"/>
            </a:endParaRPr>
          </a:p>
        </p:txBody>
      </p:sp>
      <p:sp>
        <p:nvSpPr>
          <p:cNvPr id="53253" name="Rectangle 5"/>
          <p:cNvSpPr/>
          <p:nvPr/>
        </p:nvSpPr>
        <p:spPr>
          <a:xfrm>
            <a:off x="250825" y="4344988"/>
            <a:ext cx="8569325" cy="1316037"/>
          </a:xfrm>
          <a:prstGeom prst="rect">
            <a:avLst/>
          </a:prstGeom>
          <a:solidFill>
            <a:srgbClr val="CCFFFF"/>
          </a:solidFill>
          <a:ln w="9525" cap="flat" cmpd="sng">
            <a:solidFill>
              <a:srgbClr val="3366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20000"/>
              </a:lnSpc>
              <a:spcBef>
                <a:spcPct val="0"/>
              </a:spcBef>
              <a:spcAft>
                <a:spcPct val="0"/>
              </a:spcAft>
              <a:buClrTx/>
              <a:buSzTx/>
              <a:buFont typeface="Arial" panose="020B0604020202020204" pitchFamily="34" charset="0"/>
              <a:buNone/>
            </a:pPr>
            <a:r>
              <a:rPr lang="en-US" altLang="zh-CN" sz="2400" dirty="0">
                <a:solidFill>
                  <a:schemeClr val="tx1"/>
                </a:solidFill>
                <a:latin typeface="楷体_GB2312" pitchFamily="1" charset="-122"/>
              </a:rPr>
              <a:t>C.</a:t>
            </a:r>
            <a:r>
              <a:rPr lang="zh-CN" altLang="en-US" sz="2400" dirty="0">
                <a:solidFill>
                  <a:schemeClr val="tx1"/>
                </a:solidFill>
                <a:latin typeface="楷体_GB2312" pitchFamily="1" charset="-122"/>
              </a:rPr>
              <a:t>计数</a:t>
            </a:r>
            <a:r>
              <a:rPr lang="en-US" altLang="zh-CN" sz="2400" dirty="0">
                <a:solidFill>
                  <a:schemeClr val="tx1"/>
                </a:solidFill>
                <a:latin typeface="楷体_GB2312" pitchFamily="1" charset="-122"/>
              </a:rPr>
              <a:t>/</a:t>
            </a:r>
            <a:r>
              <a:rPr lang="zh-CN" altLang="en-US" sz="2400" dirty="0">
                <a:solidFill>
                  <a:schemeClr val="tx1"/>
                </a:solidFill>
                <a:latin typeface="楷体_GB2312" pitchFamily="1" charset="-122"/>
              </a:rPr>
              <a:t>定时器从</a:t>
            </a:r>
            <a:r>
              <a:rPr lang="en-US" altLang="zh-CN" sz="2400" dirty="0">
                <a:solidFill>
                  <a:schemeClr val="tx1"/>
                </a:solidFill>
                <a:latin typeface="楷体_GB2312" pitchFamily="1" charset="-122"/>
              </a:rPr>
              <a:t>CLK</a:t>
            </a:r>
            <a:r>
              <a:rPr lang="zh-CN" altLang="en-US" sz="2400" dirty="0">
                <a:solidFill>
                  <a:schemeClr val="tx1"/>
                </a:solidFill>
                <a:latin typeface="楷体_GB2312" pitchFamily="1" charset="-122"/>
              </a:rPr>
              <a:t>端接收时钟脉冲或事件计数脉冲，在脉冲</a:t>
            </a:r>
            <a:r>
              <a:rPr lang="zh-CN" altLang="en-US" sz="2400" dirty="0">
                <a:solidFill>
                  <a:srgbClr val="FF00FF"/>
                </a:solidFill>
                <a:latin typeface="楷体_GB2312" pitchFamily="1" charset="-122"/>
              </a:rPr>
              <a:t>下降沿</a:t>
            </a:r>
            <a:r>
              <a:rPr lang="zh-CN" altLang="en-US" sz="2400" dirty="0">
                <a:solidFill>
                  <a:schemeClr val="tx1"/>
                </a:solidFill>
                <a:latin typeface="楷体_GB2312" pitchFamily="1" charset="-122"/>
              </a:rPr>
              <a:t>按照</a:t>
            </a:r>
            <a:r>
              <a:rPr lang="en-US" altLang="zh-CN" sz="2400" dirty="0">
                <a:solidFill>
                  <a:schemeClr val="tx1"/>
                </a:solidFill>
                <a:latin typeface="楷体_GB2312" pitchFamily="1" charset="-122"/>
              </a:rPr>
              <a:t>2</a:t>
            </a:r>
            <a:r>
              <a:rPr lang="zh-CN" altLang="en-US" sz="2400" dirty="0">
                <a:solidFill>
                  <a:schemeClr val="tx1"/>
                </a:solidFill>
                <a:latin typeface="楷体_GB2312" pitchFamily="1" charset="-122"/>
              </a:rPr>
              <a:t>进制或</a:t>
            </a:r>
            <a:r>
              <a:rPr lang="en-US" altLang="zh-CN" sz="2400" dirty="0">
                <a:solidFill>
                  <a:schemeClr val="tx1"/>
                </a:solidFill>
                <a:latin typeface="楷体_GB2312" pitchFamily="1" charset="-122"/>
              </a:rPr>
              <a:t>10</a:t>
            </a:r>
            <a:r>
              <a:rPr lang="zh-CN" altLang="en-US" sz="2400" dirty="0">
                <a:solidFill>
                  <a:schemeClr val="tx1"/>
                </a:solidFill>
                <a:latin typeface="楷体_GB2312" pitchFamily="1" charset="-122"/>
              </a:rPr>
              <a:t>进制从</a:t>
            </a:r>
            <a:r>
              <a:rPr lang="zh-CN" altLang="en-US" sz="2400" dirty="0">
                <a:solidFill>
                  <a:srgbClr val="0000FF"/>
                </a:solidFill>
                <a:latin typeface="楷体_GB2312" pitchFamily="1" charset="-122"/>
              </a:rPr>
              <a:t>预置的初值开始进行减</a:t>
            </a:r>
            <a:r>
              <a:rPr lang="en-US" altLang="zh-CN" sz="2400" dirty="0">
                <a:solidFill>
                  <a:srgbClr val="0000FF"/>
                </a:solidFill>
                <a:latin typeface="楷体_GB2312" pitchFamily="1" charset="-122"/>
              </a:rPr>
              <a:t>1</a:t>
            </a:r>
            <a:r>
              <a:rPr lang="zh-CN" altLang="en-US" sz="2400" dirty="0">
                <a:solidFill>
                  <a:srgbClr val="0000FF"/>
                </a:solidFill>
                <a:latin typeface="楷体_GB2312" pitchFamily="1" charset="-122"/>
              </a:rPr>
              <a:t>计数。当计数值减到零时，从</a:t>
            </a:r>
            <a:r>
              <a:rPr lang="en-US" altLang="zh-CN" sz="2400" dirty="0">
                <a:solidFill>
                  <a:srgbClr val="0000FF"/>
                </a:solidFill>
                <a:latin typeface="楷体_GB2312" pitchFamily="1" charset="-122"/>
              </a:rPr>
              <a:t>OUT</a:t>
            </a:r>
            <a:r>
              <a:rPr lang="zh-CN" altLang="en-US" sz="2400" dirty="0">
                <a:solidFill>
                  <a:srgbClr val="0000FF"/>
                </a:solidFill>
                <a:latin typeface="楷体_GB2312" pitchFamily="1" charset="-122"/>
              </a:rPr>
              <a:t>端送出一个信号。</a:t>
            </a:r>
            <a:endParaRPr lang="zh-CN" altLang="en-US" sz="2400" dirty="0">
              <a:solidFill>
                <a:srgbClr val="0000FF"/>
              </a:solidFill>
              <a:latin typeface="楷体_GB2312" pitchFamily="1" charset="-122"/>
            </a:endParaRPr>
          </a:p>
        </p:txBody>
      </p:sp>
      <p:sp>
        <p:nvSpPr>
          <p:cNvPr id="53254" name="Rectangle 6"/>
          <p:cNvSpPr/>
          <p:nvPr/>
        </p:nvSpPr>
        <p:spPr>
          <a:xfrm>
            <a:off x="250825" y="5830888"/>
            <a:ext cx="8569325" cy="903287"/>
          </a:xfrm>
          <a:prstGeom prst="rect">
            <a:avLst/>
          </a:prstGeom>
          <a:solidFill>
            <a:srgbClr val="CCFFFF"/>
          </a:solidFill>
          <a:ln w="9525" cap="flat" cmpd="sng">
            <a:solidFill>
              <a:srgbClr val="3366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20000"/>
              </a:lnSpc>
              <a:spcBef>
                <a:spcPct val="0"/>
              </a:spcBef>
              <a:spcAft>
                <a:spcPct val="0"/>
              </a:spcAft>
              <a:buClrTx/>
              <a:buSzTx/>
              <a:buFont typeface="Arial" panose="020B0604020202020204" pitchFamily="34" charset="0"/>
              <a:buNone/>
            </a:pPr>
            <a:r>
              <a:rPr lang="en-US" altLang="zh-CN" sz="2400" dirty="0">
                <a:solidFill>
                  <a:srgbClr val="FF00FF"/>
                </a:solidFill>
                <a:latin typeface="楷体_GB2312" pitchFamily="1" charset="-122"/>
              </a:rPr>
              <a:t>D.</a:t>
            </a:r>
            <a:r>
              <a:rPr lang="zh-CN" altLang="en-US" sz="2400" dirty="0">
                <a:solidFill>
                  <a:srgbClr val="FF00FF"/>
                </a:solidFill>
                <a:latin typeface="楷体_GB2312" pitchFamily="1" charset="-122"/>
              </a:rPr>
              <a:t>计数器在开始计数和计数过程中，都要受到门控信号</a:t>
            </a:r>
            <a:r>
              <a:rPr lang="en-US" altLang="zh-CN" sz="2400" dirty="0">
                <a:solidFill>
                  <a:srgbClr val="FF00FF"/>
                </a:solidFill>
                <a:latin typeface="楷体_GB2312" pitchFamily="1" charset="-122"/>
              </a:rPr>
              <a:t>GATE</a:t>
            </a:r>
            <a:r>
              <a:rPr lang="zh-CN" altLang="en-US" sz="2400" dirty="0">
                <a:solidFill>
                  <a:srgbClr val="FF00FF"/>
                </a:solidFill>
                <a:latin typeface="楷体_GB2312" pitchFamily="1" charset="-122"/>
              </a:rPr>
              <a:t>的控制，</a:t>
            </a:r>
            <a:r>
              <a:rPr lang="en-US" altLang="zh-CN" sz="2400" dirty="0">
                <a:solidFill>
                  <a:srgbClr val="FF00FF"/>
                </a:solidFill>
                <a:latin typeface="楷体_GB2312" pitchFamily="1" charset="-122"/>
              </a:rPr>
              <a:t>GATE =1</a:t>
            </a:r>
            <a:r>
              <a:rPr lang="zh-CN" altLang="en-US" sz="2400" dirty="0">
                <a:solidFill>
                  <a:srgbClr val="FF00FF"/>
                </a:solidFill>
                <a:latin typeface="楷体_GB2312" pitchFamily="1" charset="-122"/>
              </a:rPr>
              <a:t>可以计数，</a:t>
            </a:r>
            <a:r>
              <a:rPr lang="en-US" altLang="zh-CN" sz="2400" dirty="0">
                <a:solidFill>
                  <a:srgbClr val="FF00FF"/>
                </a:solidFill>
                <a:latin typeface="楷体_GB2312" pitchFamily="1" charset="-122"/>
              </a:rPr>
              <a:t>GATE =0</a:t>
            </a:r>
            <a:r>
              <a:rPr lang="zh-CN" altLang="en-US" sz="2400" dirty="0">
                <a:solidFill>
                  <a:srgbClr val="FF00FF"/>
                </a:solidFill>
                <a:latin typeface="楷体_GB2312" pitchFamily="1" charset="-122"/>
              </a:rPr>
              <a:t>，停止计数</a:t>
            </a:r>
            <a:r>
              <a:rPr lang="zh-CN" altLang="en-US" sz="2400" dirty="0">
                <a:solidFill>
                  <a:schemeClr val="tx1"/>
                </a:solidFill>
                <a:latin typeface="楷体_GB2312" pitchFamily="1" charset="-122"/>
              </a:rPr>
              <a:t>。 </a:t>
            </a:r>
            <a:endParaRPr lang="zh-CN" altLang="en-US" sz="2400" dirty="0">
              <a:solidFill>
                <a:schemeClr val="tx1"/>
              </a:solidFill>
              <a:latin typeface="楷体_GB2312" pitchFamily="1" charset="-122"/>
            </a:endParaRPr>
          </a:p>
        </p:txBody>
      </p:sp>
    </p:spTree>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1266" name="Rectangle 2"/>
          <p:cNvSpPr>
            <a:spLocks noGrp="1" noChangeArrowheads="1"/>
          </p:cNvSpPr>
          <p:nvPr>
            <p:ph type="title"/>
          </p:nvPr>
        </p:nvSpPr>
        <p:spPr>
          <a:xfrm>
            <a:off x="1154113" y="885825"/>
            <a:ext cx="7793038" cy="742950"/>
          </a:xfrm>
          <a:ln>
            <a:miter/>
          </a:ln>
        </p:spPr>
        <p:txBody>
          <a:bodyPr vert="horz" wrap="square" lIns="91440" tIns="45720" rIns="91440" bIns="45720" numCol="1" anchor="b"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4400" b="0" i="0" u="none" strike="noStrike" kern="1200" cap="none" spc="0" normalizeH="0" baseline="0" noProof="0" dirty="0">
                <a:ln>
                  <a:noFill/>
                </a:ln>
                <a:solidFill>
                  <a:srgbClr val="800000"/>
                </a:solidFill>
                <a:effectLst/>
                <a:uLnTx/>
                <a:uFillTx/>
                <a:latin typeface="+mj-ea"/>
                <a:ea typeface="+mj-ea"/>
                <a:cs typeface="+mj-cs"/>
              </a:rPr>
              <a:t>7.1.4 </a:t>
            </a:r>
            <a:r>
              <a:rPr kumimoji="0" lang="zh-CN" altLang="en-US" sz="4400" b="0" i="0" u="none" strike="noStrike" kern="1200" cap="none" spc="0" normalizeH="0" baseline="0" noProof="0" dirty="0">
                <a:ln>
                  <a:noFill/>
                </a:ln>
                <a:solidFill>
                  <a:srgbClr val="800000"/>
                </a:solidFill>
                <a:effectLst/>
                <a:uLnTx/>
                <a:uFillTx/>
                <a:latin typeface="+mj-ea"/>
                <a:ea typeface="+mj-ea"/>
                <a:cs typeface="+mj-cs"/>
              </a:rPr>
              <a:t>计数启动方式</a:t>
            </a:r>
            <a:endParaRPr kumimoji="0" lang="zh-CN" altLang="en-US" sz="4400" b="0" i="0" u="none" strike="noStrike" kern="1200" cap="none" spc="0" normalizeH="0" baseline="0" noProof="0" dirty="0">
              <a:ln>
                <a:noFill/>
              </a:ln>
              <a:solidFill>
                <a:srgbClr val="800000"/>
              </a:solidFill>
              <a:effectLst/>
              <a:uLnTx/>
              <a:uFillTx/>
              <a:latin typeface="+mj-ea"/>
              <a:ea typeface="+mj-ea"/>
              <a:cs typeface="+mj-cs"/>
            </a:endParaRPr>
          </a:p>
        </p:txBody>
      </p:sp>
      <p:sp>
        <p:nvSpPr>
          <p:cNvPr id="11267" name="Rectangle 3"/>
          <p:cNvSpPr>
            <a:spLocks noGrp="1" noChangeArrowheads="1"/>
          </p:cNvSpPr>
          <p:nvPr>
            <p:ph idx="1"/>
          </p:nvPr>
        </p:nvSpPr>
        <p:spPr>
          <a:xfrm>
            <a:off x="855663" y="2995613"/>
            <a:ext cx="2855913" cy="2590800"/>
          </a:xfrm>
          <a:ln>
            <a:miter/>
          </a:ln>
        </p:spPr>
        <p:txBody>
          <a:bodyPr vert="horz" wrap="square" lIns="91440" tIns="45720" rIns="91440" bIns="45720" numCol="1" anchor="t" anchorCtr="0" compatLnSpc="1"/>
          <a:lstStyle/>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None/>
              <a:defRPr/>
            </a:pPr>
            <a:r>
              <a:rPr kumimoji="0" lang="zh-CN" altLang="en-US" sz="2800" b="1" i="0" u="none" strike="noStrike" kern="1200" cap="none" spc="0" normalizeH="0" baseline="0" noProof="0" dirty="0">
                <a:ln>
                  <a:noFill/>
                </a:ln>
                <a:solidFill>
                  <a:schemeClr val="tx2"/>
                </a:solidFill>
                <a:effectLst/>
                <a:uLnTx/>
                <a:uFillTx/>
                <a:latin typeface="+mn-ea"/>
                <a:ea typeface="+mn-ea"/>
                <a:cs typeface="+mn-cs"/>
              </a:rPr>
              <a:t>软件启动过程</a:t>
            </a:r>
            <a:endParaRPr kumimoji="0" lang="zh-CN" altLang="en-US" sz="28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n"/>
              <a:defRPr/>
            </a:pPr>
            <a:endParaRPr kumimoji="0" lang="zh-CN" altLang="en-US" sz="28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None/>
              <a:defRPr/>
            </a:pPr>
            <a:endParaRPr kumimoji="0" lang="zh-CN" altLang="en-US" sz="28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None/>
              <a:defRPr/>
            </a:pPr>
            <a:r>
              <a:rPr kumimoji="0" lang="zh-CN" altLang="en-US" sz="2800" b="1" i="0" u="none" strike="noStrike" kern="1200" cap="none" spc="0" normalizeH="0" baseline="0" noProof="0" dirty="0">
                <a:ln>
                  <a:noFill/>
                </a:ln>
                <a:solidFill>
                  <a:schemeClr val="tx2"/>
                </a:solidFill>
                <a:effectLst/>
                <a:uLnTx/>
                <a:uFillTx/>
                <a:latin typeface="+mn-ea"/>
                <a:ea typeface="+mn-ea"/>
                <a:cs typeface="+mn-cs"/>
              </a:rPr>
              <a:t>硬件启动过程</a:t>
            </a:r>
            <a:endParaRPr kumimoji="0" lang="zh-CN" altLang="en-US" sz="2800" b="1" i="0" u="none" strike="noStrike" kern="1200" cap="none" spc="0" normalizeH="0" baseline="0" noProof="0" dirty="0">
              <a:ln>
                <a:noFill/>
              </a:ln>
              <a:solidFill>
                <a:schemeClr val="tx2"/>
              </a:solidFill>
              <a:effectLst/>
              <a:uLnTx/>
              <a:uFillTx/>
              <a:latin typeface="+mn-ea"/>
              <a:ea typeface="+mn-ea"/>
              <a:cs typeface="+mn-cs"/>
            </a:endParaRPr>
          </a:p>
        </p:txBody>
      </p:sp>
      <p:sp>
        <p:nvSpPr>
          <p:cNvPr id="54276" name="Text Box 4"/>
          <p:cNvSpPr txBox="1"/>
          <p:nvPr/>
        </p:nvSpPr>
        <p:spPr>
          <a:xfrm>
            <a:off x="3851275" y="2781300"/>
            <a:ext cx="4729163" cy="11699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285750" lvl="0" indent="-285750" eaLnBrk="1" hangingPunct="1">
              <a:lnSpc>
                <a:spcPct val="100000"/>
              </a:lnSpc>
              <a:spcBef>
                <a:spcPct val="50000"/>
              </a:spcBef>
              <a:spcAft>
                <a:spcPct val="0"/>
              </a:spcAft>
              <a:buClrTx/>
              <a:buSzTx/>
              <a:buFont typeface="Wingdings" panose="05000000000000000000" pitchFamily="2" charset="2"/>
              <a:buChar char="l"/>
            </a:pPr>
            <a:r>
              <a:rPr lang="en-US" altLang="zh-CN" sz="2000" dirty="0">
                <a:solidFill>
                  <a:schemeClr val="tx1"/>
                </a:solidFill>
                <a:latin typeface="楷体_GB2312" pitchFamily="1" charset="-122"/>
              </a:rPr>
              <a:t>GATE</a:t>
            </a:r>
            <a:r>
              <a:rPr lang="zh-CN" altLang="en-US" sz="2000" dirty="0">
                <a:solidFill>
                  <a:schemeClr val="tx1"/>
                </a:solidFill>
                <a:latin typeface="楷体_GB2312" pitchFamily="1" charset="-122"/>
              </a:rPr>
              <a:t>端保持为高电平</a:t>
            </a:r>
            <a:endParaRPr lang="zh-CN" altLang="en-US" sz="2000" dirty="0">
              <a:solidFill>
                <a:schemeClr val="tx1"/>
              </a:solidFill>
              <a:latin typeface="楷体_GB2312" pitchFamily="1" charset="-122"/>
            </a:endParaRPr>
          </a:p>
          <a:p>
            <a:pPr marL="285750" lvl="0" indent="-285750" eaLnBrk="1" hangingPunct="1">
              <a:lnSpc>
                <a:spcPct val="100000"/>
              </a:lnSpc>
              <a:spcBef>
                <a:spcPct val="50000"/>
              </a:spcBef>
              <a:spcAft>
                <a:spcPct val="0"/>
              </a:spcAft>
              <a:buClrTx/>
              <a:buSzTx/>
              <a:buFont typeface="Wingdings" panose="05000000000000000000" pitchFamily="2" charset="2"/>
              <a:buChar char="l"/>
            </a:pPr>
            <a:r>
              <a:rPr lang="zh-CN" altLang="en-US" sz="2000" u="sng" dirty="0">
                <a:solidFill>
                  <a:srgbClr val="FF0000"/>
                </a:solidFill>
                <a:latin typeface="楷体_GB2312" pitchFamily="1" charset="-122"/>
              </a:rPr>
              <a:t>写入计数初值</a:t>
            </a:r>
            <a:r>
              <a:rPr lang="zh-CN" altLang="en-US" sz="2000" dirty="0">
                <a:solidFill>
                  <a:schemeClr val="tx1"/>
                </a:solidFill>
                <a:latin typeface="楷体_GB2312" pitchFamily="1" charset="-122"/>
              </a:rPr>
              <a:t>后的下一个</a:t>
            </a:r>
            <a:r>
              <a:rPr lang="en-US" altLang="zh-CN" sz="2000" dirty="0">
                <a:solidFill>
                  <a:schemeClr val="tx1"/>
                </a:solidFill>
                <a:latin typeface="楷体_GB2312" pitchFamily="1" charset="-122"/>
              </a:rPr>
              <a:t>CLK</a:t>
            </a:r>
            <a:r>
              <a:rPr lang="zh-CN" altLang="en-US" sz="2000" dirty="0">
                <a:solidFill>
                  <a:schemeClr val="tx1"/>
                </a:solidFill>
                <a:latin typeface="楷体_GB2312" pitchFamily="1" charset="-122"/>
              </a:rPr>
              <a:t>脉冲的下降沿开始计数</a:t>
            </a:r>
            <a:endParaRPr lang="zh-CN" altLang="en-US" sz="2000" dirty="0">
              <a:solidFill>
                <a:schemeClr val="tx1"/>
              </a:solidFill>
              <a:latin typeface="楷体_GB2312" pitchFamily="1" charset="-122"/>
            </a:endParaRPr>
          </a:p>
        </p:txBody>
      </p:sp>
      <p:sp>
        <p:nvSpPr>
          <p:cNvPr id="54277" name="Text Box 5"/>
          <p:cNvSpPr txBox="1"/>
          <p:nvPr/>
        </p:nvSpPr>
        <p:spPr>
          <a:xfrm>
            <a:off x="3795713" y="4613275"/>
            <a:ext cx="4064000" cy="862013"/>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285750" lvl="0" indent="-285750" eaLnBrk="1" hangingPunct="1">
              <a:lnSpc>
                <a:spcPct val="100000"/>
              </a:lnSpc>
              <a:spcBef>
                <a:spcPct val="50000"/>
              </a:spcBef>
              <a:spcAft>
                <a:spcPct val="0"/>
              </a:spcAft>
              <a:buClrTx/>
              <a:buSzTx/>
              <a:buFont typeface="Wingdings" panose="05000000000000000000" pitchFamily="2" charset="2"/>
              <a:buChar char="l"/>
            </a:pPr>
            <a:r>
              <a:rPr lang="en-US" altLang="zh-CN" sz="2000" u="sng" dirty="0">
                <a:solidFill>
                  <a:srgbClr val="FF0000"/>
                </a:solidFill>
                <a:latin typeface="楷体_GB2312" pitchFamily="1" charset="-122"/>
              </a:rPr>
              <a:t>GATE</a:t>
            </a:r>
            <a:r>
              <a:rPr lang="zh-CN" altLang="en-US" sz="2000" u="sng" dirty="0">
                <a:solidFill>
                  <a:srgbClr val="FF0000"/>
                </a:solidFill>
                <a:latin typeface="楷体_GB2312" pitchFamily="1" charset="-122"/>
              </a:rPr>
              <a:t>端有一个上升沿</a:t>
            </a:r>
            <a:endParaRPr lang="zh-CN" altLang="en-US" sz="2000" u="sng" dirty="0">
              <a:solidFill>
                <a:srgbClr val="FF0000"/>
              </a:solidFill>
              <a:latin typeface="楷体_GB2312" pitchFamily="1" charset="-122"/>
            </a:endParaRPr>
          </a:p>
          <a:p>
            <a:pPr marL="285750" lvl="0" indent="-285750" eaLnBrk="1" hangingPunct="1">
              <a:lnSpc>
                <a:spcPct val="100000"/>
              </a:lnSpc>
              <a:spcBef>
                <a:spcPct val="50000"/>
              </a:spcBef>
              <a:spcAft>
                <a:spcPct val="0"/>
              </a:spcAft>
              <a:buClrTx/>
              <a:buSzTx/>
              <a:buFont typeface="Wingdings" panose="05000000000000000000" pitchFamily="2" charset="2"/>
              <a:buChar char="l"/>
            </a:pPr>
            <a:r>
              <a:rPr lang="zh-CN" altLang="en-US" sz="2000" dirty="0">
                <a:solidFill>
                  <a:schemeClr val="tx1"/>
                </a:solidFill>
                <a:latin typeface="楷体_GB2312" pitchFamily="1" charset="-122"/>
              </a:rPr>
              <a:t>对应</a:t>
            </a:r>
            <a:r>
              <a:rPr lang="en-US" altLang="zh-CN" sz="2000" dirty="0">
                <a:solidFill>
                  <a:schemeClr val="tx1"/>
                </a:solidFill>
                <a:latin typeface="楷体_GB2312" pitchFamily="1" charset="-122"/>
              </a:rPr>
              <a:t>CLK</a:t>
            </a:r>
            <a:r>
              <a:rPr lang="zh-CN" altLang="en-US" sz="2000" dirty="0">
                <a:solidFill>
                  <a:schemeClr val="tx1"/>
                </a:solidFill>
                <a:latin typeface="楷体_GB2312" pitchFamily="1" charset="-122"/>
              </a:rPr>
              <a:t>脉冲的下降沿开始计数</a:t>
            </a:r>
            <a:endParaRPr lang="zh-CN" altLang="en-US" sz="2000" dirty="0">
              <a:solidFill>
                <a:schemeClr val="tx1"/>
              </a:solidFill>
              <a:latin typeface="楷体_GB2312" pitchFamily="1" charset="-122"/>
            </a:endParaRPr>
          </a:p>
        </p:txBody>
      </p:sp>
      <p:sp>
        <p:nvSpPr>
          <p:cNvPr id="54278" name="AutoShape 6"/>
          <p:cNvSpPr/>
          <p:nvPr/>
        </p:nvSpPr>
        <p:spPr>
          <a:xfrm>
            <a:off x="3563938" y="2781300"/>
            <a:ext cx="244475" cy="1066800"/>
          </a:xfrm>
          <a:prstGeom prst="leftBrace">
            <a:avLst>
              <a:gd name="adj1" fmla="val 36242"/>
              <a:gd name="adj2" fmla="val 50000"/>
            </a:avLst>
          </a:prstGeom>
          <a:noFill/>
          <a:ln w="25400" cap="sq" cmpd="sng">
            <a:solidFill>
              <a:srgbClr val="FF6600"/>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楷体_GB2312" pitchFamily="1" charset="-122"/>
            </a:endParaRPr>
          </a:p>
        </p:txBody>
      </p:sp>
      <p:sp>
        <p:nvSpPr>
          <p:cNvPr id="54279" name="AutoShape 7"/>
          <p:cNvSpPr/>
          <p:nvPr/>
        </p:nvSpPr>
        <p:spPr>
          <a:xfrm>
            <a:off x="3560763" y="4706938"/>
            <a:ext cx="244475" cy="685800"/>
          </a:xfrm>
          <a:prstGeom prst="leftBrace">
            <a:avLst>
              <a:gd name="adj1" fmla="val 23298"/>
              <a:gd name="adj2" fmla="val 50000"/>
            </a:avLst>
          </a:prstGeom>
          <a:noFill/>
          <a:ln w="25400" cap="sq" cmpd="sng">
            <a:solidFill>
              <a:srgbClr val="FF6600"/>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楷体_GB2312" pitchFamily="1" charset="-122"/>
            </a:endParaRPr>
          </a:p>
        </p:txBody>
      </p:sp>
    </p:spTree>
  </p:cSld>
  <p:clrMapOvr>
    <a:masterClrMapping/>
  </p:clrMapOvr>
  <p:transition spd="slow">
    <p:zoom/>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1743" name="Rectangle 543"/>
          <p:cNvSpPr>
            <a:spLocks noChangeArrowheads="1"/>
          </p:cNvSpPr>
          <p:nvPr/>
        </p:nvSpPr>
        <p:spPr bwMode="auto">
          <a:xfrm>
            <a:off x="455613" y="2492375"/>
            <a:ext cx="8229600" cy="3783013"/>
          </a:xfrm>
          <a:prstGeom prst="rect">
            <a:avLst/>
          </a:prstGeom>
          <a:noFill/>
          <a:ln w="57150">
            <a:solidFill>
              <a:srgbClr val="FFCCFF"/>
            </a:solidFill>
            <a:miter lim="800000"/>
          </a:ln>
          <a:effectLst>
            <a:prstShdw prst="shdw17" dist="17961" dir="2700000">
              <a:srgbClr val="FFCCFF">
                <a:gamma/>
                <a:shade val="60000"/>
                <a:invGamma/>
              </a:srgbClr>
            </a:prst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outerShdw blurRad="38100" dist="38100" dir="2700000" algn="tl">
                  <a:srgbClr val="000000">
                    <a:alpha val="43137"/>
                  </a:srgbClr>
                </a:outerShdw>
              </a:effectLst>
              <a:uLnTx/>
              <a:uFillTx/>
              <a:latin typeface="Times New Roman" panose="02020603050405020304" pitchFamily="18" charset="0"/>
              <a:ea typeface="宋体" panose="02010600030101010101" pitchFamily="2" charset="-122"/>
              <a:cs typeface="+mn-cs"/>
            </a:endParaRPr>
          </a:p>
        </p:txBody>
      </p:sp>
      <p:graphicFrame>
        <p:nvGraphicFramePr>
          <p:cNvPr id="51744" name="Group 544"/>
          <p:cNvGraphicFramePr>
            <a:graphicFrameLocks noGrp="1"/>
          </p:cNvGraphicFramePr>
          <p:nvPr/>
        </p:nvGraphicFramePr>
        <p:xfrm>
          <a:off x="468313" y="2565400"/>
          <a:ext cx="8153400" cy="3763964"/>
        </p:xfrm>
        <a:graphic>
          <a:graphicData uri="http://schemas.openxmlformats.org/drawingml/2006/table">
            <a:tbl>
              <a:tblPr/>
              <a:tblGrid>
                <a:gridCol w="528638"/>
                <a:gridCol w="754062"/>
                <a:gridCol w="774700"/>
                <a:gridCol w="1524000"/>
                <a:gridCol w="762000"/>
                <a:gridCol w="785813"/>
                <a:gridCol w="3024187"/>
              </a:tblGrid>
              <a:tr h="465138">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chemeClr val="tx1"/>
                          </a:solidFill>
                          <a:effectLst/>
                          <a:latin typeface="+mn-ea"/>
                          <a:ea typeface="+mn-ea"/>
                        </a:rPr>
                        <a:t>CS</a:t>
                      </a:r>
                      <a:endParaRPr kumimoji="1" lang="en-US" altLang="zh-CN" sz="2000" b="1" i="0" u="none" strike="noStrike" cap="none" normalizeH="0" baseline="0" dirty="0">
                        <a:ln>
                          <a:noFill/>
                        </a:ln>
                        <a:solidFill>
                          <a:schemeClr val="tx1"/>
                        </a:solidFill>
                        <a:effectLst/>
                        <a:latin typeface="+mn-ea"/>
                        <a:ea typeface="+mn-ea"/>
                      </a:endParaRPr>
                    </a:p>
                  </a:txBody>
                  <a:tcP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a:ln>
                            <a:noFill/>
                          </a:ln>
                          <a:solidFill>
                            <a:schemeClr val="tx1"/>
                          </a:solidFill>
                          <a:effectLst/>
                          <a:latin typeface="+mn-ea"/>
                          <a:ea typeface="+mn-ea"/>
                        </a:rPr>
                        <a:t>A1</a:t>
                      </a:r>
                      <a:endParaRPr kumimoji="1" lang="en-US" altLang="zh-CN" sz="2000" b="1" i="0" u="none" strike="noStrike" cap="none" normalizeH="0" baseline="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a:ln>
                            <a:noFill/>
                          </a:ln>
                          <a:solidFill>
                            <a:schemeClr val="tx1"/>
                          </a:solidFill>
                          <a:effectLst/>
                          <a:latin typeface="+mn-ea"/>
                          <a:ea typeface="+mn-ea"/>
                        </a:rPr>
                        <a:t>A0</a:t>
                      </a:r>
                      <a:endParaRPr kumimoji="1" lang="en-US" altLang="zh-CN" sz="2000" b="1" i="0" u="none" strike="noStrike" cap="none" normalizeH="0" baseline="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zh-CN" altLang="en-US" sz="2000" b="1" i="0" u="none" strike="noStrike" cap="none" normalizeH="0" baseline="0" dirty="0">
                          <a:ln>
                            <a:noFill/>
                          </a:ln>
                          <a:solidFill>
                            <a:schemeClr val="tx1"/>
                          </a:solidFill>
                          <a:effectLst/>
                          <a:latin typeface="+mn-ea"/>
                          <a:ea typeface="+mn-ea"/>
                        </a:rPr>
                        <a:t>选中的端口</a:t>
                      </a:r>
                      <a:endParaRPr kumimoji="1" lang="zh-CN" altLang="en-US"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chemeClr val="tx1"/>
                          </a:solidFill>
                          <a:effectLst/>
                          <a:latin typeface="+mn-ea"/>
                          <a:ea typeface="+mn-ea"/>
                        </a:rPr>
                        <a:t>WR</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chemeClr val="tx1"/>
                          </a:solidFill>
                          <a:effectLst/>
                          <a:latin typeface="+mn-ea"/>
                          <a:ea typeface="+mn-ea"/>
                        </a:rPr>
                        <a:t>RD</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zh-CN" altLang="en-US" sz="2000" b="1" i="0" u="none" strike="noStrike" cap="none" normalizeH="0" baseline="0" dirty="0">
                          <a:ln>
                            <a:noFill/>
                          </a:ln>
                          <a:solidFill>
                            <a:schemeClr val="tx1"/>
                          </a:solidFill>
                          <a:effectLst/>
                          <a:latin typeface="+mn-ea"/>
                          <a:ea typeface="+mn-ea"/>
                        </a:rPr>
                        <a:t>操作</a:t>
                      </a:r>
                      <a:endParaRPr kumimoji="1" lang="zh-CN" altLang="en-US"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r>
              <a:tr h="463550">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chemeClr val="tx1"/>
                          </a:solidFill>
                          <a:effectLst/>
                          <a:latin typeface="+mn-ea"/>
                          <a:ea typeface="+mn-ea"/>
                        </a:rPr>
                        <a:t>0</a:t>
                      </a:r>
                      <a:endParaRPr kumimoji="1" lang="en-US" altLang="zh-CN" sz="2000" b="1" i="0" u="none" strike="noStrike" cap="none" normalizeH="0" baseline="0" dirty="0">
                        <a:ln>
                          <a:noFill/>
                        </a:ln>
                        <a:solidFill>
                          <a:schemeClr val="tx1"/>
                        </a:solidFill>
                        <a:effectLst/>
                        <a:latin typeface="+mn-ea"/>
                        <a:ea typeface="+mn-ea"/>
                      </a:endParaRPr>
                    </a:p>
                  </a:txBody>
                  <a:tcP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chemeClr val="tx1"/>
                          </a:solidFill>
                          <a:effectLst/>
                          <a:latin typeface="+mn-ea"/>
                          <a:ea typeface="+mn-ea"/>
                        </a:rPr>
                        <a:t>0</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chemeClr val="tx1"/>
                          </a:solidFill>
                          <a:effectLst/>
                          <a:latin typeface="+mn-ea"/>
                          <a:ea typeface="+mn-ea"/>
                        </a:rPr>
                        <a:t>0</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zh-CN" altLang="en-US" sz="2000" b="1" i="0" u="none" strike="noStrike" cap="none" normalizeH="0" baseline="0">
                          <a:ln>
                            <a:noFill/>
                          </a:ln>
                          <a:solidFill>
                            <a:schemeClr val="tx1"/>
                          </a:solidFill>
                          <a:effectLst/>
                          <a:latin typeface="+mn-ea"/>
                          <a:ea typeface="+mn-ea"/>
                        </a:rPr>
                        <a:t>计数器</a:t>
                      </a:r>
                      <a:r>
                        <a:rPr kumimoji="1" lang="en-US" altLang="zh-CN" sz="2000" b="1" i="0" u="none" strike="noStrike" cap="none" normalizeH="0" baseline="0">
                          <a:ln>
                            <a:noFill/>
                          </a:ln>
                          <a:solidFill>
                            <a:schemeClr val="tx1"/>
                          </a:solidFill>
                          <a:effectLst/>
                          <a:latin typeface="+mn-ea"/>
                          <a:ea typeface="+mn-ea"/>
                        </a:rPr>
                        <a:t>0</a:t>
                      </a:r>
                      <a:endParaRPr kumimoji="1" lang="en-US" altLang="zh-CN" sz="2000" b="1" i="0" u="none" strike="noStrike" cap="none" normalizeH="0" baseline="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a:ln>
                            <a:noFill/>
                          </a:ln>
                          <a:solidFill>
                            <a:schemeClr val="tx1"/>
                          </a:solidFill>
                          <a:effectLst/>
                          <a:latin typeface="+mn-ea"/>
                          <a:ea typeface="+mn-ea"/>
                        </a:rPr>
                        <a:t>0</a:t>
                      </a:r>
                      <a:endParaRPr kumimoji="1" lang="en-US" altLang="zh-CN" sz="2000" b="1" i="0" u="none" strike="noStrike" cap="none" normalizeH="0" baseline="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a:ln>
                            <a:noFill/>
                          </a:ln>
                          <a:solidFill>
                            <a:schemeClr val="tx1"/>
                          </a:solidFill>
                          <a:effectLst/>
                          <a:latin typeface="+mn-ea"/>
                          <a:ea typeface="+mn-ea"/>
                        </a:rPr>
                        <a:t>1</a:t>
                      </a:r>
                      <a:endParaRPr kumimoji="1" lang="en-US" altLang="zh-CN" sz="2000" b="1" i="0" u="none" strike="noStrike" cap="none" normalizeH="0" baseline="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zh-CN" altLang="en-US" sz="2000" b="1" i="0" u="none" strike="noStrike" cap="none" normalizeH="0" baseline="0" dirty="0">
                          <a:ln>
                            <a:noFill/>
                          </a:ln>
                          <a:solidFill>
                            <a:schemeClr val="tx1"/>
                          </a:solidFill>
                          <a:effectLst/>
                          <a:latin typeface="+mn-ea"/>
                          <a:ea typeface="+mn-ea"/>
                        </a:rPr>
                        <a:t>计数初值 写入计数器 </a:t>
                      </a:r>
                      <a:r>
                        <a:rPr kumimoji="1" lang="en-US" altLang="zh-CN" sz="2000" b="1" i="0" u="none" strike="noStrike" cap="none" normalizeH="0" baseline="0" dirty="0">
                          <a:ln>
                            <a:noFill/>
                          </a:ln>
                          <a:solidFill>
                            <a:schemeClr val="tx1"/>
                          </a:solidFill>
                          <a:effectLst/>
                          <a:latin typeface="+mn-ea"/>
                          <a:ea typeface="+mn-ea"/>
                        </a:rPr>
                        <a:t>0</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r>
              <a:tr h="465138">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a:ln>
                            <a:noFill/>
                          </a:ln>
                          <a:solidFill>
                            <a:schemeClr val="tx1"/>
                          </a:solidFill>
                          <a:effectLst/>
                          <a:latin typeface="+mn-ea"/>
                          <a:ea typeface="+mn-ea"/>
                        </a:rPr>
                        <a:t>0</a:t>
                      </a:r>
                      <a:endParaRPr kumimoji="1" lang="en-US" altLang="zh-CN" sz="2000" b="1" i="0" u="none" strike="noStrike" cap="none" normalizeH="0" baseline="0">
                        <a:ln>
                          <a:noFill/>
                        </a:ln>
                        <a:solidFill>
                          <a:schemeClr val="tx1"/>
                        </a:solidFill>
                        <a:effectLst/>
                        <a:latin typeface="+mn-ea"/>
                        <a:ea typeface="+mn-ea"/>
                      </a:endParaRPr>
                    </a:p>
                  </a:txBody>
                  <a:tcP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a:ln>
                            <a:noFill/>
                          </a:ln>
                          <a:solidFill>
                            <a:schemeClr val="tx1"/>
                          </a:solidFill>
                          <a:effectLst/>
                          <a:latin typeface="+mn-ea"/>
                          <a:ea typeface="+mn-ea"/>
                        </a:rPr>
                        <a:t>0</a:t>
                      </a:r>
                      <a:endParaRPr kumimoji="1" lang="en-US" altLang="zh-CN" sz="2000" b="1" i="0" u="none" strike="noStrike" cap="none" normalizeH="0" baseline="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chemeClr val="tx1"/>
                          </a:solidFill>
                          <a:effectLst/>
                          <a:latin typeface="+mn-ea"/>
                          <a:ea typeface="+mn-ea"/>
                        </a:rPr>
                        <a:t>1</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zh-CN" altLang="en-US" sz="2000" b="1" i="0" u="none" strike="noStrike" cap="none" normalizeH="0" baseline="0" dirty="0">
                          <a:ln>
                            <a:noFill/>
                          </a:ln>
                          <a:solidFill>
                            <a:schemeClr val="tx1"/>
                          </a:solidFill>
                          <a:effectLst/>
                          <a:latin typeface="+mn-ea"/>
                          <a:ea typeface="+mn-ea"/>
                        </a:rPr>
                        <a:t>计数器</a:t>
                      </a:r>
                      <a:r>
                        <a:rPr kumimoji="1" lang="en-US" altLang="zh-CN" sz="2000" b="1" i="0" u="none" strike="noStrike" cap="none" normalizeH="0" baseline="0" dirty="0">
                          <a:ln>
                            <a:noFill/>
                          </a:ln>
                          <a:solidFill>
                            <a:schemeClr val="tx1"/>
                          </a:solidFill>
                          <a:effectLst/>
                          <a:latin typeface="+mn-ea"/>
                          <a:ea typeface="+mn-ea"/>
                        </a:rPr>
                        <a:t>1</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chemeClr val="tx1"/>
                          </a:solidFill>
                          <a:effectLst/>
                          <a:latin typeface="+mn-ea"/>
                          <a:ea typeface="+mn-ea"/>
                        </a:rPr>
                        <a:t>0</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chemeClr val="tx1"/>
                          </a:solidFill>
                          <a:effectLst/>
                          <a:latin typeface="+mn-ea"/>
                          <a:ea typeface="+mn-ea"/>
                        </a:rPr>
                        <a:t>1</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zh-CN" altLang="en-US" sz="2000" b="1" i="0" u="none" strike="noStrike" cap="none" normalizeH="0" baseline="0" dirty="0">
                          <a:ln>
                            <a:noFill/>
                          </a:ln>
                          <a:solidFill>
                            <a:schemeClr val="tx1"/>
                          </a:solidFill>
                          <a:effectLst/>
                          <a:latin typeface="+mn-ea"/>
                          <a:ea typeface="+mn-ea"/>
                        </a:rPr>
                        <a:t>计数初值 写入计数器 </a:t>
                      </a:r>
                      <a:r>
                        <a:rPr kumimoji="1" lang="en-US" altLang="zh-CN" sz="2000" b="1" i="0" u="none" strike="noStrike" cap="none" normalizeH="0" baseline="0" dirty="0">
                          <a:ln>
                            <a:noFill/>
                          </a:ln>
                          <a:solidFill>
                            <a:schemeClr val="tx1"/>
                          </a:solidFill>
                          <a:effectLst/>
                          <a:latin typeface="+mn-ea"/>
                          <a:ea typeface="+mn-ea"/>
                        </a:rPr>
                        <a:t>1</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r>
              <a:tr h="463550">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chemeClr val="tx1"/>
                          </a:solidFill>
                          <a:effectLst/>
                          <a:latin typeface="+mn-ea"/>
                          <a:ea typeface="+mn-ea"/>
                        </a:rPr>
                        <a:t>0</a:t>
                      </a:r>
                      <a:endParaRPr kumimoji="1" lang="en-US" altLang="zh-CN" sz="2000" b="1" i="0" u="none" strike="noStrike" cap="none" normalizeH="0" baseline="0" dirty="0">
                        <a:ln>
                          <a:noFill/>
                        </a:ln>
                        <a:solidFill>
                          <a:schemeClr val="tx1"/>
                        </a:solidFill>
                        <a:effectLst/>
                        <a:latin typeface="+mn-ea"/>
                        <a:ea typeface="+mn-ea"/>
                      </a:endParaRPr>
                    </a:p>
                  </a:txBody>
                  <a:tcP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a:ln>
                            <a:noFill/>
                          </a:ln>
                          <a:solidFill>
                            <a:schemeClr val="tx1"/>
                          </a:solidFill>
                          <a:effectLst/>
                          <a:latin typeface="+mn-ea"/>
                          <a:ea typeface="+mn-ea"/>
                        </a:rPr>
                        <a:t>1</a:t>
                      </a:r>
                      <a:endParaRPr kumimoji="1" lang="en-US" altLang="zh-CN" sz="2000" b="1" i="0" u="none" strike="noStrike" cap="none" normalizeH="0" baseline="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a:ln>
                            <a:noFill/>
                          </a:ln>
                          <a:solidFill>
                            <a:schemeClr val="tx1"/>
                          </a:solidFill>
                          <a:effectLst/>
                          <a:latin typeface="+mn-ea"/>
                          <a:ea typeface="+mn-ea"/>
                        </a:rPr>
                        <a:t>0</a:t>
                      </a:r>
                      <a:endParaRPr kumimoji="1" lang="en-US" altLang="zh-CN" sz="2000" b="1" i="0" u="none" strike="noStrike" cap="none" normalizeH="0" baseline="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zh-CN" altLang="en-US" sz="2000" b="1" i="0" u="none" strike="noStrike" cap="none" normalizeH="0" baseline="0">
                          <a:ln>
                            <a:noFill/>
                          </a:ln>
                          <a:solidFill>
                            <a:schemeClr val="tx1"/>
                          </a:solidFill>
                          <a:effectLst/>
                          <a:latin typeface="+mn-ea"/>
                          <a:ea typeface="+mn-ea"/>
                        </a:rPr>
                        <a:t>计数器</a:t>
                      </a:r>
                      <a:r>
                        <a:rPr kumimoji="1" lang="en-US" altLang="zh-CN" sz="2000" b="1" i="0" u="none" strike="noStrike" cap="none" normalizeH="0" baseline="0">
                          <a:ln>
                            <a:noFill/>
                          </a:ln>
                          <a:solidFill>
                            <a:schemeClr val="tx1"/>
                          </a:solidFill>
                          <a:effectLst/>
                          <a:latin typeface="+mn-ea"/>
                          <a:ea typeface="+mn-ea"/>
                        </a:rPr>
                        <a:t>2</a:t>
                      </a:r>
                      <a:endParaRPr kumimoji="1" lang="en-US" altLang="zh-CN" sz="2000" b="1" i="0" u="none" strike="noStrike" cap="none" normalizeH="0" baseline="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a:ln>
                            <a:noFill/>
                          </a:ln>
                          <a:solidFill>
                            <a:schemeClr val="tx1"/>
                          </a:solidFill>
                          <a:effectLst/>
                          <a:latin typeface="+mn-ea"/>
                          <a:ea typeface="+mn-ea"/>
                        </a:rPr>
                        <a:t>0</a:t>
                      </a:r>
                      <a:endParaRPr kumimoji="1" lang="en-US" altLang="zh-CN" sz="2000" b="1" i="0" u="none" strike="noStrike" cap="none" normalizeH="0" baseline="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chemeClr val="tx1"/>
                          </a:solidFill>
                          <a:effectLst/>
                          <a:latin typeface="+mn-ea"/>
                          <a:ea typeface="+mn-ea"/>
                        </a:rPr>
                        <a:t>1</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zh-CN" altLang="en-US" sz="2000" b="1" i="0" u="none" strike="noStrike" cap="none" normalizeH="0" baseline="0" dirty="0">
                          <a:ln>
                            <a:noFill/>
                          </a:ln>
                          <a:solidFill>
                            <a:schemeClr val="tx1"/>
                          </a:solidFill>
                          <a:effectLst/>
                          <a:latin typeface="+mn-ea"/>
                          <a:ea typeface="+mn-ea"/>
                        </a:rPr>
                        <a:t>计数初值 写入计数器 </a:t>
                      </a:r>
                      <a:r>
                        <a:rPr kumimoji="1" lang="en-US" altLang="zh-CN" sz="2000" b="1" i="0" u="none" strike="noStrike" cap="none" normalizeH="0" baseline="0" dirty="0">
                          <a:ln>
                            <a:noFill/>
                          </a:ln>
                          <a:solidFill>
                            <a:schemeClr val="tx1"/>
                          </a:solidFill>
                          <a:effectLst/>
                          <a:latin typeface="+mn-ea"/>
                          <a:ea typeface="+mn-ea"/>
                        </a:rPr>
                        <a:t>2</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r>
              <a:tr h="468313">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rgbClr val="FF0000"/>
                          </a:solidFill>
                          <a:effectLst/>
                          <a:latin typeface="+mn-ea"/>
                          <a:ea typeface="+mn-ea"/>
                        </a:rPr>
                        <a:t>0</a:t>
                      </a:r>
                      <a:endParaRPr kumimoji="1" lang="en-US" altLang="zh-CN" sz="2000" b="1" i="0" u="none" strike="noStrike" cap="none" normalizeH="0" baseline="0" dirty="0">
                        <a:ln>
                          <a:noFill/>
                        </a:ln>
                        <a:solidFill>
                          <a:srgbClr val="FF0000"/>
                        </a:solidFill>
                        <a:effectLst/>
                        <a:latin typeface="+mn-ea"/>
                        <a:ea typeface="+mn-ea"/>
                      </a:endParaRPr>
                    </a:p>
                  </a:txBody>
                  <a:tcP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rgbClr val="FF0000"/>
                          </a:solidFill>
                          <a:effectLst/>
                          <a:latin typeface="+mn-ea"/>
                          <a:ea typeface="+mn-ea"/>
                        </a:rPr>
                        <a:t>1</a:t>
                      </a:r>
                      <a:endParaRPr kumimoji="1" lang="en-US" altLang="zh-CN" sz="2000" b="1" i="0" u="none" strike="noStrike" cap="none" normalizeH="0" baseline="0" dirty="0">
                        <a:ln>
                          <a:noFill/>
                        </a:ln>
                        <a:solidFill>
                          <a:srgbClr val="FF0000"/>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rgbClr val="FF0000"/>
                          </a:solidFill>
                          <a:effectLst/>
                          <a:latin typeface="+mn-ea"/>
                          <a:ea typeface="+mn-ea"/>
                        </a:rPr>
                        <a:t>1</a:t>
                      </a:r>
                      <a:endParaRPr kumimoji="1" lang="en-US" altLang="zh-CN" sz="2000" b="1" i="0" u="none" strike="noStrike" cap="none" normalizeH="0" baseline="0" dirty="0">
                        <a:ln>
                          <a:noFill/>
                        </a:ln>
                        <a:solidFill>
                          <a:srgbClr val="FF0000"/>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zh-CN" altLang="en-US" sz="2000" b="1" i="0" u="none" strike="noStrike" cap="none" normalizeH="0" baseline="0" dirty="0">
                          <a:ln>
                            <a:noFill/>
                          </a:ln>
                          <a:solidFill>
                            <a:srgbClr val="FF0000"/>
                          </a:solidFill>
                          <a:effectLst/>
                          <a:latin typeface="+mn-ea"/>
                          <a:ea typeface="+mn-ea"/>
                        </a:rPr>
                        <a:t>控制寄存器</a:t>
                      </a:r>
                      <a:endParaRPr kumimoji="1" lang="zh-CN" altLang="en-US" sz="2000" b="1" i="0" u="none" strike="noStrike" cap="none" normalizeH="0" baseline="0" dirty="0">
                        <a:ln>
                          <a:noFill/>
                        </a:ln>
                        <a:solidFill>
                          <a:srgbClr val="FF0000"/>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rgbClr val="FF0000"/>
                          </a:solidFill>
                          <a:effectLst/>
                          <a:latin typeface="+mn-ea"/>
                          <a:ea typeface="+mn-ea"/>
                        </a:rPr>
                        <a:t>0</a:t>
                      </a:r>
                      <a:endParaRPr kumimoji="1" lang="en-US" altLang="zh-CN" sz="2000" b="1" i="0" u="none" strike="noStrike" cap="none" normalizeH="0" baseline="0" dirty="0">
                        <a:ln>
                          <a:noFill/>
                        </a:ln>
                        <a:solidFill>
                          <a:srgbClr val="FF0000"/>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rgbClr val="FF0000"/>
                          </a:solidFill>
                          <a:effectLst/>
                          <a:latin typeface="+mn-ea"/>
                          <a:ea typeface="+mn-ea"/>
                        </a:rPr>
                        <a:t>1</a:t>
                      </a:r>
                      <a:endParaRPr kumimoji="1" lang="en-US" altLang="zh-CN" sz="2000" b="1" i="0" u="none" strike="noStrike" cap="none" normalizeH="0" baseline="0" dirty="0">
                        <a:ln>
                          <a:noFill/>
                        </a:ln>
                        <a:solidFill>
                          <a:srgbClr val="FF0000"/>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zh-CN" altLang="en-US" sz="2000" b="1" i="0" u="none" strike="noStrike" cap="none" normalizeH="0" baseline="0" dirty="0">
                          <a:ln>
                            <a:noFill/>
                          </a:ln>
                          <a:solidFill>
                            <a:srgbClr val="FF0000"/>
                          </a:solidFill>
                          <a:effectLst/>
                          <a:latin typeface="+mn-ea"/>
                          <a:ea typeface="+mn-ea"/>
                        </a:rPr>
                        <a:t>向控制字寄存器写控制字</a:t>
                      </a:r>
                      <a:endParaRPr kumimoji="1" lang="zh-CN" altLang="en-US" sz="2000" b="1" i="0" u="none" strike="noStrike" cap="none" normalizeH="0" baseline="0" dirty="0">
                        <a:ln>
                          <a:noFill/>
                        </a:ln>
                        <a:solidFill>
                          <a:srgbClr val="FF0000"/>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r>
              <a:tr h="504825">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chemeClr val="tx1"/>
                          </a:solidFill>
                          <a:effectLst/>
                          <a:latin typeface="+mn-ea"/>
                          <a:ea typeface="+mn-ea"/>
                        </a:rPr>
                        <a:t>0</a:t>
                      </a:r>
                      <a:endParaRPr kumimoji="1" lang="en-US" altLang="zh-CN" sz="2000" b="1" i="0" u="none" strike="noStrike" cap="none" normalizeH="0" baseline="0" dirty="0">
                        <a:ln>
                          <a:noFill/>
                        </a:ln>
                        <a:solidFill>
                          <a:schemeClr val="tx1"/>
                        </a:solidFill>
                        <a:effectLst/>
                        <a:latin typeface="+mn-ea"/>
                        <a:ea typeface="+mn-ea"/>
                      </a:endParaRPr>
                    </a:p>
                  </a:txBody>
                  <a:tcP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chemeClr val="tx1"/>
                          </a:solidFill>
                          <a:effectLst/>
                          <a:latin typeface="+mn-ea"/>
                          <a:ea typeface="+mn-ea"/>
                        </a:rPr>
                        <a:t>0</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chemeClr val="tx1"/>
                          </a:solidFill>
                          <a:effectLst/>
                          <a:latin typeface="+mn-ea"/>
                          <a:ea typeface="+mn-ea"/>
                        </a:rPr>
                        <a:t>0</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zh-CN" altLang="en-US" sz="2000" b="1" i="0" u="none" strike="noStrike" cap="none" normalizeH="0" baseline="0" dirty="0">
                          <a:ln>
                            <a:noFill/>
                          </a:ln>
                          <a:solidFill>
                            <a:schemeClr val="tx1"/>
                          </a:solidFill>
                          <a:effectLst/>
                          <a:latin typeface="+mn-ea"/>
                          <a:ea typeface="+mn-ea"/>
                        </a:rPr>
                        <a:t>计数器</a:t>
                      </a:r>
                      <a:r>
                        <a:rPr kumimoji="1" lang="en-US" altLang="zh-CN" sz="2000" b="1" i="0" u="none" strike="noStrike" cap="none" normalizeH="0" baseline="0" dirty="0">
                          <a:ln>
                            <a:noFill/>
                          </a:ln>
                          <a:solidFill>
                            <a:schemeClr val="tx1"/>
                          </a:solidFill>
                          <a:effectLst/>
                          <a:latin typeface="+mn-ea"/>
                          <a:ea typeface="+mn-ea"/>
                        </a:rPr>
                        <a:t>0</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a:ln>
                            <a:noFill/>
                          </a:ln>
                          <a:solidFill>
                            <a:schemeClr val="tx1"/>
                          </a:solidFill>
                          <a:effectLst/>
                          <a:latin typeface="+mn-ea"/>
                          <a:ea typeface="+mn-ea"/>
                        </a:rPr>
                        <a:t>1</a:t>
                      </a:r>
                      <a:endParaRPr kumimoji="1" lang="en-US" altLang="zh-CN" sz="2000" b="1" i="0" u="none" strike="noStrike" cap="none" normalizeH="0" baseline="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a:ln>
                            <a:noFill/>
                          </a:ln>
                          <a:solidFill>
                            <a:schemeClr val="tx1"/>
                          </a:solidFill>
                          <a:effectLst/>
                          <a:latin typeface="+mn-ea"/>
                          <a:ea typeface="+mn-ea"/>
                        </a:rPr>
                        <a:t>0</a:t>
                      </a:r>
                      <a:endParaRPr kumimoji="1" lang="en-US" altLang="zh-CN" sz="2000" b="1" i="0" u="none" strike="noStrike" cap="none" normalizeH="0" baseline="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zh-CN" altLang="en-US" sz="2000" b="1" i="0" u="none" strike="noStrike" cap="none" normalizeH="0" baseline="0" dirty="0">
                          <a:ln>
                            <a:noFill/>
                          </a:ln>
                          <a:solidFill>
                            <a:schemeClr val="tx1"/>
                          </a:solidFill>
                          <a:effectLst/>
                          <a:latin typeface="+mn-ea"/>
                          <a:ea typeface="+mn-ea"/>
                        </a:rPr>
                        <a:t>读计数器 </a:t>
                      </a:r>
                      <a:r>
                        <a:rPr kumimoji="1" lang="en-US" altLang="zh-CN" sz="2000" b="1" i="0" u="none" strike="noStrike" cap="none" normalizeH="0" baseline="0" dirty="0">
                          <a:ln>
                            <a:noFill/>
                          </a:ln>
                          <a:solidFill>
                            <a:schemeClr val="tx1"/>
                          </a:solidFill>
                          <a:effectLst/>
                          <a:latin typeface="+mn-ea"/>
                          <a:ea typeface="+mn-ea"/>
                        </a:rPr>
                        <a:t>0  </a:t>
                      </a:r>
                      <a:r>
                        <a:rPr kumimoji="1" lang="zh-CN" altLang="en-US" sz="2000" b="1" i="0" u="none" strike="noStrike" cap="none" normalizeH="0" baseline="0" dirty="0">
                          <a:ln>
                            <a:noFill/>
                          </a:ln>
                          <a:solidFill>
                            <a:schemeClr val="tx1"/>
                          </a:solidFill>
                          <a:effectLst/>
                          <a:latin typeface="+mn-ea"/>
                          <a:ea typeface="+mn-ea"/>
                        </a:rPr>
                        <a:t>当前计数值</a:t>
                      </a:r>
                      <a:endParaRPr kumimoji="1" lang="zh-CN" altLang="en-US"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r>
              <a:tr h="466725">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a:ln>
                            <a:noFill/>
                          </a:ln>
                          <a:solidFill>
                            <a:schemeClr val="tx1"/>
                          </a:solidFill>
                          <a:effectLst/>
                          <a:latin typeface="+mn-ea"/>
                          <a:ea typeface="+mn-ea"/>
                        </a:rPr>
                        <a:t>0</a:t>
                      </a:r>
                      <a:endParaRPr kumimoji="1" lang="en-US" altLang="zh-CN" sz="2000" b="1" i="0" u="none" strike="noStrike" cap="none" normalizeH="0" baseline="0">
                        <a:ln>
                          <a:noFill/>
                        </a:ln>
                        <a:solidFill>
                          <a:schemeClr val="tx1"/>
                        </a:solidFill>
                        <a:effectLst/>
                        <a:latin typeface="+mn-ea"/>
                        <a:ea typeface="+mn-ea"/>
                      </a:endParaRPr>
                    </a:p>
                  </a:txBody>
                  <a:tcP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a:ln>
                            <a:noFill/>
                          </a:ln>
                          <a:solidFill>
                            <a:schemeClr val="tx1"/>
                          </a:solidFill>
                          <a:effectLst/>
                          <a:latin typeface="+mn-ea"/>
                          <a:ea typeface="+mn-ea"/>
                        </a:rPr>
                        <a:t>0</a:t>
                      </a:r>
                      <a:endParaRPr kumimoji="1" lang="en-US" altLang="zh-CN" sz="2000" b="1" i="0" u="none" strike="noStrike" cap="none" normalizeH="0" baseline="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a:ln>
                            <a:noFill/>
                          </a:ln>
                          <a:solidFill>
                            <a:schemeClr val="tx1"/>
                          </a:solidFill>
                          <a:effectLst/>
                          <a:latin typeface="+mn-ea"/>
                          <a:ea typeface="+mn-ea"/>
                        </a:rPr>
                        <a:t>1</a:t>
                      </a:r>
                      <a:endParaRPr kumimoji="1" lang="en-US" altLang="zh-CN" sz="2000" b="1" i="0" u="none" strike="noStrike" cap="none" normalizeH="0" baseline="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zh-CN" altLang="en-US" sz="2000" b="1" i="0" u="none" strike="noStrike" cap="none" normalizeH="0" baseline="0" dirty="0">
                          <a:ln>
                            <a:noFill/>
                          </a:ln>
                          <a:solidFill>
                            <a:schemeClr val="tx1"/>
                          </a:solidFill>
                          <a:effectLst/>
                          <a:latin typeface="+mn-ea"/>
                          <a:ea typeface="+mn-ea"/>
                        </a:rPr>
                        <a:t>计数器</a:t>
                      </a:r>
                      <a:r>
                        <a:rPr kumimoji="1" lang="en-US" altLang="zh-CN" sz="2000" b="1" i="0" u="none" strike="noStrike" cap="none" normalizeH="0" baseline="0" dirty="0">
                          <a:ln>
                            <a:noFill/>
                          </a:ln>
                          <a:solidFill>
                            <a:schemeClr val="tx1"/>
                          </a:solidFill>
                          <a:effectLst/>
                          <a:latin typeface="+mn-ea"/>
                          <a:ea typeface="+mn-ea"/>
                        </a:rPr>
                        <a:t>1</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chemeClr val="tx1"/>
                          </a:solidFill>
                          <a:effectLst/>
                          <a:latin typeface="+mn-ea"/>
                          <a:ea typeface="+mn-ea"/>
                        </a:rPr>
                        <a:t>1</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chemeClr val="tx1"/>
                          </a:solidFill>
                          <a:effectLst/>
                          <a:latin typeface="+mn-ea"/>
                          <a:ea typeface="+mn-ea"/>
                        </a:rPr>
                        <a:t>0</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zh-CN" altLang="en-US" sz="2000" b="1" i="0" u="none" strike="noStrike" cap="none" normalizeH="0" baseline="0" dirty="0">
                          <a:ln>
                            <a:noFill/>
                          </a:ln>
                          <a:solidFill>
                            <a:schemeClr val="tx1"/>
                          </a:solidFill>
                          <a:effectLst/>
                          <a:latin typeface="+mn-ea"/>
                          <a:ea typeface="+mn-ea"/>
                        </a:rPr>
                        <a:t>读计数器 </a:t>
                      </a:r>
                      <a:r>
                        <a:rPr kumimoji="1" lang="en-US" altLang="zh-CN" sz="2000" b="1" i="0" u="none" strike="noStrike" cap="none" normalizeH="0" baseline="0" dirty="0">
                          <a:ln>
                            <a:noFill/>
                          </a:ln>
                          <a:solidFill>
                            <a:schemeClr val="tx1"/>
                          </a:solidFill>
                          <a:effectLst/>
                          <a:latin typeface="+mn-ea"/>
                          <a:ea typeface="+mn-ea"/>
                        </a:rPr>
                        <a:t>1  </a:t>
                      </a:r>
                      <a:r>
                        <a:rPr kumimoji="1" lang="zh-CN" altLang="en-US" sz="2000" b="1" i="0" u="none" strike="noStrike" cap="none" normalizeH="0" baseline="0" dirty="0">
                          <a:ln>
                            <a:noFill/>
                          </a:ln>
                          <a:solidFill>
                            <a:schemeClr val="tx1"/>
                          </a:solidFill>
                          <a:effectLst/>
                          <a:latin typeface="+mn-ea"/>
                          <a:ea typeface="+mn-ea"/>
                        </a:rPr>
                        <a:t>当前计数值</a:t>
                      </a:r>
                      <a:endParaRPr kumimoji="1" lang="zh-CN" altLang="en-US"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r>
              <a:tr h="466725">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a:ln>
                            <a:noFill/>
                          </a:ln>
                          <a:solidFill>
                            <a:schemeClr val="tx1"/>
                          </a:solidFill>
                          <a:effectLst/>
                          <a:latin typeface="+mn-ea"/>
                          <a:ea typeface="+mn-ea"/>
                        </a:rPr>
                        <a:t>0</a:t>
                      </a:r>
                      <a:endParaRPr kumimoji="1" lang="en-US" altLang="zh-CN" sz="2000" b="1" i="0" u="none" strike="noStrike" cap="none" normalizeH="0" baseline="0">
                        <a:ln>
                          <a:noFill/>
                        </a:ln>
                        <a:solidFill>
                          <a:schemeClr val="tx1"/>
                        </a:solidFill>
                        <a:effectLst/>
                        <a:latin typeface="+mn-ea"/>
                        <a:ea typeface="+mn-ea"/>
                      </a:endParaRPr>
                    </a:p>
                  </a:txBody>
                  <a:tcPr horzOverflow="overflow">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chemeClr val="tx1"/>
                          </a:solidFill>
                          <a:effectLst/>
                          <a:latin typeface="+mn-ea"/>
                          <a:ea typeface="+mn-ea"/>
                        </a:rPr>
                        <a:t>1</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a:ln>
                            <a:noFill/>
                          </a:ln>
                          <a:solidFill>
                            <a:schemeClr val="tx1"/>
                          </a:solidFill>
                          <a:effectLst/>
                          <a:latin typeface="+mn-ea"/>
                          <a:ea typeface="+mn-ea"/>
                        </a:rPr>
                        <a:t>0</a:t>
                      </a:r>
                      <a:endParaRPr kumimoji="1" lang="en-US" altLang="zh-CN" sz="2000" b="1" i="0" u="none" strike="noStrike" cap="none" normalizeH="0" baseline="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zh-CN" altLang="en-US" sz="2000" b="1" i="0" u="none" strike="noStrike" cap="none" normalizeH="0" baseline="0" dirty="0">
                          <a:ln>
                            <a:noFill/>
                          </a:ln>
                          <a:solidFill>
                            <a:schemeClr val="tx1"/>
                          </a:solidFill>
                          <a:effectLst/>
                          <a:latin typeface="+mn-ea"/>
                          <a:ea typeface="+mn-ea"/>
                        </a:rPr>
                        <a:t>计数器</a:t>
                      </a:r>
                      <a:r>
                        <a:rPr kumimoji="1" lang="en-US" altLang="zh-CN" sz="2000" b="1" i="0" u="none" strike="noStrike" cap="none" normalizeH="0" baseline="0" dirty="0">
                          <a:ln>
                            <a:noFill/>
                          </a:ln>
                          <a:solidFill>
                            <a:schemeClr val="tx1"/>
                          </a:solidFill>
                          <a:effectLst/>
                          <a:latin typeface="+mn-ea"/>
                          <a:ea typeface="+mn-ea"/>
                        </a:rPr>
                        <a:t>2</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dirty="0">
                          <a:ln>
                            <a:noFill/>
                          </a:ln>
                          <a:solidFill>
                            <a:schemeClr val="tx1"/>
                          </a:solidFill>
                          <a:effectLst/>
                          <a:latin typeface="+mn-ea"/>
                          <a:ea typeface="+mn-ea"/>
                        </a:rPr>
                        <a:t>1</a:t>
                      </a:r>
                      <a:endParaRPr kumimoji="1" lang="en-US" altLang="zh-CN"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en-US" altLang="zh-CN" sz="2000" b="1" i="0" u="none" strike="noStrike" cap="none" normalizeH="0" baseline="0">
                          <a:ln>
                            <a:noFill/>
                          </a:ln>
                          <a:solidFill>
                            <a:schemeClr val="tx1"/>
                          </a:solidFill>
                          <a:effectLst/>
                          <a:latin typeface="+mn-ea"/>
                          <a:ea typeface="+mn-ea"/>
                        </a:rPr>
                        <a:t>0</a:t>
                      </a:r>
                      <a:endParaRPr kumimoji="1" lang="en-US" altLang="zh-CN" sz="2000" b="1" i="0" u="none" strike="noStrike" cap="none" normalizeH="0" baseline="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lnTlToBr>
                      <a:noFill/>
                    </a:lnTlToBr>
                    <a:lnBlToTr>
                      <a:noFill/>
                    </a:lnBlToTr>
                    <a:solidFill>
                      <a:schemeClr val="accent1"/>
                    </a:solidFill>
                  </a:tcPr>
                </a:tc>
                <a:tc>
                  <a:txBody>
                    <a:bodyPr/>
                    <a:lstStyle>
                      <a:lvl1pPr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1pPr>
                      <a:lvl2pPr marL="742950" indent="-28575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2pPr>
                      <a:lvl3pPr marL="11430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3pPr>
                      <a:lvl4pPr marL="16002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4pPr>
                      <a:lvl5pPr marL="2057400" indent="-228600" eaLnBrk="0" hangingPunct="0">
                        <a:spcBef>
                          <a:spcPct val="20000"/>
                        </a:spcBef>
                        <a:defRPr kumimoji="1" sz="2000">
                          <a:solidFill>
                            <a:schemeClr val="bg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defRPr kumimoji="1" sz="2000">
                          <a:solidFill>
                            <a:schemeClr val="bg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1" lang="zh-CN" altLang="en-US" sz="2000" b="1" i="0" u="none" strike="noStrike" cap="none" normalizeH="0" baseline="0" dirty="0">
                          <a:ln>
                            <a:noFill/>
                          </a:ln>
                          <a:solidFill>
                            <a:schemeClr val="tx1"/>
                          </a:solidFill>
                          <a:effectLst/>
                          <a:latin typeface="+mn-ea"/>
                          <a:ea typeface="+mn-ea"/>
                        </a:rPr>
                        <a:t>读计数器 </a:t>
                      </a:r>
                      <a:r>
                        <a:rPr kumimoji="1" lang="en-US" altLang="zh-CN" sz="2000" b="1" i="0" u="none" strike="noStrike" cap="none" normalizeH="0" baseline="0" dirty="0">
                          <a:ln>
                            <a:noFill/>
                          </a:ln>
                          <a:solidFill>
                            <a:schemeClr val="tx1"/>
                          </a:solidFill>
                          <a:effectLst/>
                          <a:latin typeface="+mn-ea"/>
                          <a:ea typeface="+mn-ea"/>
                        </a:rPr>
                        <a:t>2 </a:t>
                      </a:r>
                      <a:r>
                        <a:rPr kumimoji="1" lang="zh-CN" altLang="en-US" sz="2000" b="1" i="0" u="none" strike="noStrike" cap="none" normalizeH="0" baseline="0" dirty="0">
                          <a:ln>
                            <a:noFill/>
                          </a:ln>
                          <a:solidFill>
                            <a:schemeClr val="tx1"/>
                          </a:solidFill>
                          <a:effectLst/>
                          <a:latin typeface="+mn-ea"/>
                          <a:ea typeface="+mn-ea"/>
                        </a:rPr>
                        <a:t>当前计数值</a:t>
                      </a:r>
                      <a:endParaRPr kumimoji="1" lang="zh-CN" altLang="en-US" sz="2000" b="1" i="0" u="none" strike="noStrike" cap="none" normalizeH="0" baseline="0" dirty="0">
                        <a:ln>
                          <a:noFill/>
                        </a:ln>
                        <a:solidFill>
                          <a:schemeClr val="tx1"/>
                        </a:solidFill>
                        <a:effectLst/>
                        <a:latin typeface="+mn-ea"/>
                        <a:ea typeface="+mn-ea"/>
                      </a:endParaRPr>
                    </a:p>
                  </a:txBody>
                  <a:tcPr horzOverflow="overflow">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a:noFill/>
                    </a:lnB>
                    <a:lnTlToBr>
                      <a:noFill/>
                    </a:lnTlToBr>
                    <a:lnBlToTr>
                      <a:noFill/>
                    </a:lnBlToTr>
                    <a:solidFill>
                      <a:schemeClr val="accent1"/>
                    </a:solidFill>
                  </a:tcPr>
                </a:tc>
              </a:tr>
            </a:tbl>
          </a:graphicData>
        </a:graphic>
      </p:graphicFrame>
      <p:sp>
        <p:nvSpPr>
          <p:cNvPr id="51202" name="Rectangle 2"/>
          <p:cNvSpPr>
            <a:spLocks noGrp="1" noChangeArrowheads="1"/>
          </p:cNvSpPr>
          <p:nvPr>
            <p:ph type="ctrTitle"/>
          </p:nvPr>
        </p:nvSpPr>
        <p:spPr>
          <a:xfrm>
            <a:off x="957263" y="1196975"/>
            <a:ext cx="7772400" cy="533400"/>
          </a:xfrm>
          <a:ln>
            <a:miter/>
          </a:ln>
        </p:spPr>
        <p:txBody>
          <a:bodyPr vert="horz" wrap="square" lIns="91440" tIns="45720" rIns="91440" bIns="45720" numCol="1" anchor="b"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CN" sz="4400" b="1" i="0" u="none" strike="noStrike" kern="1200" cap="none" spc="0" normalizeH="0" baseline="0" noProof="0" dirty="0">
                <a:ln>
                  <a:noFill/>
                </a:ln>
                <a:solidFill>
                  <a:srgbClr val="C00000"/>
                </a:solidFill>
                <a:effectLst/>
                <a:uLnTx/>
                <a:uFillTx/>
                <a:latin typeface="+mj-ea"/>
                <a:ea typeface="+mj-ea"/>
                <a:cs typeface="+mj-cs"/>
              </a:rPr>
              <a:t>8253</a:t>
            </a:r>
            <a:r>
              <a:rPr kumimoji="0" lang="zh-CN" altLang="en-US" sz="4400" b="1" i="0" u="none" strike="noStrike" kern="1200" cap="none" spc="0" normalizeH="0" baseline="0" noProof="0" dirty="0">
                <a:ln>
                  <a:noFill/>
                </a:ln>
                <a:solidFill>
                  <a:srgbClr val="C00000"/>
                </a:solidFill>
                <a:effectLst/>
                <a:uLnTx/>
                <a:uFillTx/>
                <a:latin typeface="+mj-ea"/>
                <a:ea typeface="+mj-ea"/>
                <a:cs typeface="+mj-cs"/>
              </a:rPr>
              <a:t>内部寄存器的读</a:t>
            </a:r>
            <a:r>
              <a:rPr kumimoji="0" lang="en-US" altLang="zh-CN" sz="4400" b="1" i="0" u="none" strike="noStrike" kern="1200" cap="none" spc="0" normalizeH="0" baseline="0" noProof="0" dirty="0">
                <a:ln>
                  <a:noFill/>
                </a:ln>
                <a:solidFill>
                  <a:srgbClr val="C00000"/>
                </a:solidFill>
                <a:effectLst/>
                <a:uLnTx/>
                <a:uFillTx/>
                <a:latin typeface="+mj-ea"/>
                <a:ea typeface="+mj-ea"/>
                <a:cs typeface="+mj-cs"/>
              </a:rPr>
              <a:t>/</a:t>
            </a:r>
            <a:r>
              <a:rPr kumimoji="0" lang="zh-CN" altLang="en-US" sz="4400" b="1" i="0" u="none" strike="noStrike" kern="1200" cap="none" spc="0" normalizeH="0" baseline="0" noProof="0" dirty="0">
                <a:ln>
                  <a:noFill/>
                </a:ln>
                <a:solidFill>
                  <a:srgbClr val="C00000"/>
                </a:solidFill>
                <a:effectLst/>
                <a:uLnTx/>
                <a:uFillTx/>
                <a:latin typeface="+mj-ea"/>
                <a:ea typeface="+mj-ea"/>
                <a:cs typeface="+mj-cs"/>
              </a:rPr>
              <a:t>写操作</a:t>
            </a:r>
            <a:endParaRPr kumimoji="0" lang="zh-CN" altLang="en-US" sz="4400" b="1" i="0" u="none" strike="noStrike" kern="1200" cap="none" spc="0" normalizeH="0" baseline="0" noProof="0" dirty="0">
              <a:ln>
                <a:noFill/>
              </a:ln>
              <a:solidFill>
                <a:srgbClr val="C00000"/>
              </a:solidFill>
              <a:effectLst/>
              <a:uLnTx/>
              <a:uFillTx/>
              <a:latin typeface="+mj-ea"/>
              <a:ea typeface="+mj-ea"/>
              <a:cs typeface="+mj-cs"/>
            </a:endParaRPr>
          </a:p>
        </p:txBody>
      </p:sp>
      <p:cxnSp>
        <p:nvCxnSpPr>
          <p:cNvPr id="55371" name="直接连接符 113"/>
          <p:cNvCxnSpPr/>
          <p:nvPr/>
        </p:nvCxnSpPr>
        <p:spPr>
          <a:xfrm>
            <a:off x="614363" y="2636838"/>
            <a:ext cx="285750" cy="0"/>
          </a:xfrm>
          <a:prstGeom prst="line">
            <a:avLst/>
          </a:prstGeom>
          <a:ln w="22225" cap="flat" cmpd="sng">
            <a:solidFill>
              <a:schemeClr val="tx1"/>
            </a:solidFill>
            <a:prstDash val="solid"/>
            <a:headEnd type="none" w="med" len="med"/>
            <a:tailEnd type="none" w="med" len="med"/>
          </a:ln>
        </p:spPr>
      </p:cxnSp>
      <p:cxnSp>
        <p:nvCxnSpPr>
          <p:cNvPr id="55372" name="直接连接符 113"/>
          <p:cNvCxnSpPr/>
          <p:nvPr/>
        </p:nvCxnSpPr>
        <p:spPr>
          <a:xfrm>
            <a:off x="4284663" y="2636838"/>
            <a:ext cx="285750" cy="0"/>
          </a:xfrm>
          <a:prstGeom prst="line">
            <a:avLst/>
          </a:prstGeom>
          <a:ln w="22225" cap="flat" cmpd="sng">
            <a:solidFill>
              <a:schemeClr val="tx1"/>
            </a:solidFill>
            <a:prstDash val="solid"/>
            <a:headEnd type="none" w="med" len="med"/>
            <a:tailEnd type="none" w="med" len="med"/>
          </a:ln>
        </p:spPr>
      </p:cxnSp>
      <p:cxnSp>
        <p:nvCxnSpPr>
          <p:cNvPr id="55373" name="直接连接符 8"/>
          <p:cNvCxnSpPr/>
          <p:nvPr/>
        </p:nvCxnSpPr>
        <p:spPr>
          <a:xfrm>
            <a:off x="5076825" y="2636838"/>
            <a:ext cx="285750" cy="0"/>
          </a:xfrm>
          <a:prstGeom prst="line">
            <a:avLst/>
          </a:prstGeom>
          <a:ln w="22225" cap="flat" cmpd="sng">
            <a:solidFill>
              <a:schemeClr val="tx1"/>
            </a:solidFill>
            <a:prstDash val="solid"/>
            <a:headEnd type="none" w="med" len="med"/>
            <a:tailEnd type="none" w="med" len="med"/>
          </a:ln>
        </p:spPr>
      </p:cxnSp>
    </p:spTree>
  </p:cSld>
  <p:clrMapOvr>
    <a:masterClrMapping/>
  </p:clrMapOvr>
  <p:transition>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517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pSp>
        <p:nvGrpSpPr>
          <p:cNvPr id="57346" name="Group 2"/>
          <p:cNvGrpSpPr/>
          <p:nvPr/>
        </p:nvGrpSpPr>
        <p:grpSpPr>
          <a:xfrm>
            <a:off x="881063" y="2060575"/>
            <a:ext cx="7416800" cy="3351213"/>
            <a:chOff x="204" y="756"/>
            <a:chExt cx="4672" cy="2111"/>
          </a:xfrm>
        </p:grpSpPr>
        <p:sp>
          <p:nvSpPr>
            <p:cNvPr id="57349" name="Rectangle 3"/>
            <p:cNvSpPr/>
            <p:nvPr/>
          </p:nvSpPr>
          <p:spPr>
            <a:xfrm>
              <a:off x="98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57350" name="Rectangle 4"/>
            <p:cNvSpPr/>
            <p:nvPr/>
          </p:nvSpPr>
          <p:spPr>
            <a:xfrm>
              <a:off x="109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7</a:t>
              </a:r>
              <a:endParaRPr lang="en-US" altLang="zh-CN" sz="1800" b="0" dirty="0">
                <a:solidFill>
                  <a:schemeClr val="tx1"/>
                </a:solidFill>
                <a:latin typeface="Arial" panose="020B0604020202020204" pitchFamily="34" charset="0"/>
              </a:endParaRPr>
            </a:p>
          </p:txBody>
        </p:sp>
        <p:sp>
          <p:nvSpPr>
            <p:cNvPr id="57351" name="Rectangle 5"/>
            <p:cNvSpPr/>
            <p:nvPr/>
          </p:nvSpPr>
          <p:spPr>
            <a:xfrm>
              <a:off x="144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57352" name="Rectangle 6"/>
            <p:cNvSpPr/>
            <p:nvPr/>
          </p:nvSpPr>
          <p:spPr>
            <a:xfrm>
              <a:off x="155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6</a:t>
              </a:r>
              <a:endParaRPr lang="en-US" altLang="zh-CN" sz="1800" b="0" dirty="0">
                <a:solidFill>
                  <a:schemeClr val="tx1"/>
                </a:solidFill>
                <a:latin typeface="Arial" panose="020B0604020202020204" pitchFamily="34" charset="0"/>
              </a:endParaRPr>
            </a:p>
          </p:txBody>
        </p:sp>
        <p:sp>
          <p:nvSpPr>
            <p:cNvPr id="57353" name="Rectangle 7"/>
            <p:cNvSpPr/>
            <p:nvPr/>
          </p:nvSpPr>
          <p:spPr>
            <a:xfrm>
              <a:off x="190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57354" name="Rectangle 8"/>
            <p:cNvSpPr/>
            <p:nvPr/>
          </p:nvSpPr>
          <p:spPr>
            <a:xfrm>
              <a:off x="201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5</a:t>
              </a:r>
              <a:endParaRPr lang="en-US" altLang="zh-CN" sz="1800" b="0" dirty="0">
                <a:solidFill>
                  <a:schemeClr val="tx1"/>
                </a:solidFill>
                <a:latin typeface="Arial" panose="020B0604020202020204" pitchFamily="34" charset="0"/>
              </a:endParaRPr>
            </a:p>
          </p:txBody>
        </p:sp>
        <p:sp>
          <p:nvSpPr>
            <p:cNvPr id="57355" name="Rectangle 9"/>
            <p:cNvSpPr/>
            <p:nvPr/>
          </p:nvSpPr>
          <p:spPr>
            <a:xfrm>
              <a:off x="236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57356" name="Rectangle 10"/>
            <p:cNvSpPr/>
            <p:nvPr/>
          </p:nvSpPr>
          <p:spPr>
            <a:xfrm>
              <a:off x="247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57357" name="Rectangle 11"/>
            <p:cNvSpPr/>
            <p:nvPr/>
          </p:nvSpPr>
          <p:spPr>
            <a:xfrm>
              <a:off x="282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57358" name="Rectangle 12"/>
            <p:cNvSpPr/>
            <p:nvPr/>
          </p:nvSpPr>
          <p:spPr>
            <a:xfrm>
              <a:off x="293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57359" name="Rectangle 13"/>
            <p:cNvSpPr/>
            <p:nvPr/>
          </p:nvSpPr>
          <p:spPr>
            <a:xfrm>
              <a:off x="328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57360" name="Rectangle 14"/>
            <p:cNvSpPr/>
            <p:nvPr/>
          </p:nvSpPr>
          <p:spPr>
            <a:xfrm>
              <a:off x="339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57361" name="Rectangle 15"/>
            <p:cNvSpPr/>
            <p:nvPr/>
          </p:nvSpPr>
          <p:spPr>
            <a:xfrm>
              <a:off x="374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57362" name="Rectangle 16"/>
            <p:cNvSpPr/>
            <p:nvPr/>
          </p:nvSpPr>
          <p:spPr>
            <a:xfrm>
              <a:off x="385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57363" name="Rectangle 17"/>
            <p:cNvSpPr/>
            <p:nvPr/>
          </p:nvSpPr>
          <p:spPr>
            <a:xfrm>
              <a:off x="420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57364" name="Rectangle 18"/>
            <p:cNvSpPr/>
            <p:nvPr/>
          </p:nvSpPr>
          <p:spPr>
            <a:xfrm>
              <a:off x="431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57365" name="Rectangle 19"/>
            <p:cNvSpPr/>
            <p:nvPr/>
          </p:nvSpPr>
          <p:spPr>
            <a:xfrm>
              <a:off x="833"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366" name="Line 20"/>
            <p:cNvSpPr/>
            <p:nvPr/>
          </p:nvSpPr>
          <p:spPr>
            <a:xfrm>
              <a:off x="833" y="756"/>
              <a:ext cx="7" cy="1"/>
            </a:xfrm>
            <a:prstGeom prst="line">
              <a:avLst/>
            </a:prstGeom>
            <a:ln w="0" cap="flat" cmpd="sng">
              <a:solidFill>
                <a:srgbClr val="000000"/>
              </a:solidFill>
              <a:prstDash val="solid"/>
              <a:headEnd type="none" w="med" len="med"/>
              <a:tailEnd type="none" w="med" len="med"/>
            </a:ln>
          </p:spPr>
        </p:sp>
        <p:sp>
          <p:nvSpPr>
            <p:cNvPr id="57367" name="Line 21"/>
            <p:cNvSpPr/>
            <p:nvPr/>
          </p:nvSpPr>
          <p:spPr>
            <a:xfrm>
              <a:off x="833" y="756"/>
              <a:ext cx="1" cy="7"/>
            </a:xfrm>
            <a:prstGeom prst="line">
              <a:avLst/>
            </a:prstGeom>
            <a:ln w="0" cap="flat" cmpd="sng">
              <a:solidFill>
                <a:srgbClr val="000000"/>
              </a:solidFill>
              <a:prstDash val="solid"/>
              <a:headEnd type="none" w="med" len="med"/>
              <a:tailEnd type="none" w="med" len="med"/>
            </a:ln>
          </p:spPr>
        </p:sp>
        <p:sp>
          <p:nvSpPr>
            <p:cNvPr id="57368" name="Rectangle 22"/>
            <p:cNvSpPr/>
            <p:nvPr/>
          </p:nvSpPr>
          <p:spPr>
            <a:xfrm>
              <a:off x="833"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369" name="Line 23"/>
            <p:cNvSpPr/>
            <p:nvPr/>
          </p:nvSpPr>
          <p:spPr>
            <a:xfrm>
              <a:off x="833" y="756"/>
              <a:ext cx="7" cy="1"/>
            </a:xfrm>
            <a:prstGeom prst="line">
              <a:avLst/>
            </a:prstGeom>
            <a:ln w="0" cap="flat" cmpd="sng">
              <a:solidFill>
                <a:srgbClr val="000000"/>
              </a:solidFill>
              <a:prstDash val="solid"/>
              <a:headEnd type="none" w="med" len="med"/>
              <a:tailEnd type="none" w="med" len="med"/>
            </a:ln>
          </p:spPr>
        </p:sp>
        <p:sp>
          <p:nvSpPr>
            <p:cNvPr id="57370" name="Line 24"/>
            <p:cNvSpPr/>
            <p:nvPr/>
          </p:nvSpPr>
          <p:spPr>
            <a:xfrm>
              <a:off x="833" y="756"/>
              <a:ext cx="1" cy="7"/>
            </a:xfrm>
            <a:prstGeom prst="line">
              <a:avLst/>
            </a:prstGeom>
            <a:ln w="0" cap="flat" cmpd="sng">
              <a:solidFill>
                <a:srgbClr val="000000"/>
              </a:solidFill>
              <a:prstDash val="solid"/>
              <a:headEnd type="none" w="med" len="med"/>
              <a:tailEnd type="none" w="med" len="med"/>
            </a:ln>
          </p:spPr>
        </p:sp>
        <p:sp>
          <p:nvSpPr>
            <p:cNvPr id="57371" name="Rectangle 25"/>
            <p:cNvSpPr/>
            <p:nvPr/>
          </p:nvSpPr>
          <p:spPr>
            <a:xfrm>
              <a:off x="840" y="756"/>
              <a:ext cx="453"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372" name="Line 26"/>
            <p:cNvSpPr/>
            <p:nvPr/>
          </p:nvSpPr>
          <p:spPr>
            <a:xfrm>
              <a:off x="840" y="756"/>
              <a:ext cx="453" cy="1"/>
            </a:xfrm>
            <a:prstGeom prst="line">
              <a:avLst/>
            </a:prstGeom>
            <a:ln w="0" cap="flat" cmpd="sng">
              <a:solidFill>
                <a:srgbClr val="000000"/>
              </a:solidFill>
              <a:prstDash val="solid"/>
              <a:headEnd type="none" w="med" len="med"/>
              <a:tailEnd type="none" w="med" len="med"/>
            </a:ln>
          </p:spPr>
        </p:sp>
        <p:sp>
          <p:nvSpPr>
            <p:cNvPr id="57373" name="Rectangle 27"/>
            <p:cNvSpPr/>
            <p:nvPr/>
          </p:nvSpPr>
          <p:spPr>
            <a:xfrm>
              <a:off x="1293"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374" name="Line 28"/>
            <p:cNvSpPr/>
            <p:nvPr/>
          </p:nvSpPr>
          <p:spPr>
            <a:xfrm>
              <a:off x="1293" y="756"/>
              <a:ext cx="7" cy="1"/>
            </a:xfrm>
            <a:prstGeom prst="line">
              <a:avLst/>
            </a:prstGeom>
            <a:ln w="0" cap="flat" cmpd="sng">
              <a:solidFill>
                <a:srgbClr val="000000"/>
              </a:solidFill>
              <a:prstDash val="solid"/>
              <a:headEnd type="none" w="med" len="med"/>
              <a:tailEnd type="none" w="med" len="med"/>
            </a:ln>
          </p:spPr>
        </p:sp>
        <p:sp>
          <p:nvSpPr>
            <p:cNvPr id="57375" name="Line 29"/>
            <p:cNvSpPr/>
            <p:nvPr/>
          </p:nvSpPr>
          <p:spPr>
            <a:xfrm>
              <a:off x="1293" y="756"/>
              <a:ext cx="1" cy="7"/>
            </a:xfrm>
            <a:prstGeom prst="line">
              <a:avLst/>
            </a:prstGeom>
            <a:ln w="0" cap="flat" cmpd="sng">
              <a:solidFill>
                <a:srgbClr val="000000"/>
              </a:solidFill>
              <a:prstDash val="solid"/>
              <a:headEnd type="none" w="med" len="med"/>
              <a:tailEnd type="none" w="med" len="med"/>
            </a:ln>
          </p:spPr>
        </p:sp>
        <p:sp>
          <p:nvSpPr>
            <p:cNvPr id="57376" name="Rectangle 30"/>
            <p:cNvSpPr/>
            <p:nvPr/>
          </p:nvSpPr>
          <p:spPr>
            <a:xfrm>
              <a:off x="1300" y="756"/>
              <a:ext cx="453"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377" name="Line 31"/>
            <p:cNvSpPr/>
            <p:nvPr/>
          </p:nvSpPr>
          <p:spPr>
            <a:xfrm>
              <a:off x="1300" y="756"/>
              <a:ext cx="453" cy="1"/>
            </a:xfrm>
            <a:prstGeom prst="line">
              <a:avLst/>
            </a:prstGeom>
            <a:ln w="0" cap="flat" cmpd="sng">
              <a:solidFill>
                <a:srgbClr val="000000"/>
              </a:solidFill>
              <a:prstDash val="solid"/>
              <a:headEnd type="none" w="med" len="med"/>
              <a:tailEnd type="none" w="med" len="med"/>
            </a:ln>
          </p:spPr>
        </p:sp>
        <p:sp>
          <p:nvSpPr>
            <p:cNvPr id="57378" name="Rectangle 32"/>
            <p:cNvSpPr/>
            <p:nvPr/>
          </p:nvSpPr>
          <p:spPr>
            <a:xfrm>
              <a:off x="1753"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379" name="Line 33"/>
            <p:cNvSpPr/>
            <p:nvPr/>
          </p:nvSpPr>
          <p:spPr>
            <a:xfrm>
              <a:off x="1753" y="756"/>
              <a:ext cx="7" cy="1"/>
            </a:xfrm>
            <a:prstGeom prst="line">
              <a:avLst/>
            </a:prstGeom>
            <a:ln w="0" cap="flat" cmpd="sng">
              <a:solidFill>
                <a:srgbClr val="000000"/>
              </a:solidFill>
              <a:prstDash val="solid"/>
              <a:headEnd type="none" w="med" len="med"/>
              <a:tailEnd type="none" w="med" len="med"/>
            </a:ln>
          </p:spPr>
        </p:sp>
        <p:sp>
          <p:nvSpPr>
            <p:cNvPr id="57380" name="Line 34"/>
            <p:cNvSpPr/>
            <p:nvPr/>
          </p:nvSpPr>
          <p:spPr>
            <a:xfrm>
              <a:off x="1753" y="756"/>
              <a:ext cx="1" cy="7"/>
            </a:xfrm>
            <a:prstGeom prst="line">
              <a:avLst/>
            </a:prstGeom>
            <a:ln w="0" cap="flat" cmpd="sng">
              <a:solidFill>
                <a:srgbClr val="000000"/>
              </a:solidFill>
              <a:prstDash val="solid"/>
              <a:headEnd type="none" w="med" len="med"/>
              <a:tailEnd type="none" w="med" len="med"/>
            </a:ln>
          </p:spPr>
        </p:sp>
        <p:sp>
          <p:nvSpPr>
            <p:cNvPr id="57381" name="Rectangle 35"/>
            <p:cNvSpPr/>
            <p:nvPr/>
          </p:nvSpPr>
          <p:spPr>
            <a:xfrm>
              <a:off x="1760" y="756"/>
              <a:ext cx="453"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382" name="Line 36"/>
            <p:cNvSpPr/>
            <p:nvPr/>
          </p:nvSpPr>
          <p:spPr>
            <a:xfrm>
              <a:off x="1760" y="756"/>
              <a:ext cx="453" cy="1"/>
            </a:xfrm>
            <a:prstGeom prst="line">
              <a:avLst/>
            </a:prstGeom>
            <a:ln w="0" cap="flat" cmpd="sng">
              <a:solidFill>
                <a:srgbClr val="000000"/>
              </a:solidFill>
              <a:prstDash val="solid"/>
              <a:headEnd type="none" w="med" len="med"/>
              <a:tailEnd type="none" w="med" len="med"/>
            </a:ln>
          </p:spPr>
        </p:sp>
        <p:sp>
          <p:nvSpPr>
            <p:cNvPr id="57383" name="Rectangle 37"/>
            <p:cNvSpPr/>
            <p:nvPr/>
          </p:nvSpPr>
          <p:spPr>
            <a:xfrm>
              <a:off x="2213"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384" name="Line 38"/>
            <p:cNvSpPr/>
            <p:nvPr/>
          </p:nvSpPr>
          <p:spPr>
            <a:xfrm>
              <a:off x="2213" y="756"/>
              <a:ext cx="7" cy="1"/>
            </a:xfrm>
            <a:prstGeom prst="line">
              <a:avLst/>
            </a:prstGeom>
            <a:ln w="0" cap="flat" cmpd="sng">
              <a:solidFill>
                <a:srgbClr val="000000"/>
              </a:solidFill>
              <a:prstDash val="solid"/>
              <a:headEnd type="none" w="med" len="med"/>
              <a:tailEnd type="none" w="med" len="med"/>
            </a:ln>
          </p:spPr>
        </p:sp>
        <p:sp>
          <p:nvSpPr>
            <p:cNvPr id="57385" name="Line 39"/>
            <p:cNvSpPr/>
            <p:nvPr/>
          </p:nvSpPr>
          <p:spPr>
            <a:xfrm>
              <a:off x="2213" y="756"/>
              <a:ext cx="1" cy="7"/>
            </a:xfrm>
            <a:prstGeom prst="line">
              <a:avLst/>
            </a:prstGeom>
            <a:ln w="0" cap="flat" cmpd="sng">
              <a:solidFill>
                <a:srgbClr val="000000"/>
              </a:solidFill>
              <a:prstDash val="solid"/>
              <a:headEnd type="none" w="med" len="med"/>
              <a:tailEnd type="none" w="med" len="med"/>
            </a:ln>
          </p:spPr>
        </p:sp>
        <p:sp>
          <p:nvSpPr>
            <p:cNvPr id="57386" name="Rectangle 40"/>
            <p:cNvSpPr/>
            <p:nvPr/>
          </p:nvSpPr>
          <p:spPr>
            <a:xfrm>
              <a:off x="2220" y="756"/>
              <a:ext cx="452"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387" name="Line 41"/>
            <p:cNvSpPr/>
            <p:nvPr/>
          </p:nvSpPr>
          <p:spPr>
            <a:xfrm>
              <a:off x="2220" y="756"/>
              <a:ext cx="452" cy="1"/>
            </a:xfrm>
            <a:prstGeom prst="line">
              <a:avLst/>
            </a:prstGeom>
            <a:ln w="0" cap="flat" cmpd="sng">
              <a:solidFill>
                <a:srgbClr val="000000"/>
              </a:solidFill>
              <a:prstDash val="solid"/>
              <a:headEnd type="none" w="med" len="med"/>
              <a:tailEnd type="none" w="med" len="med"/>
            </a:ln>
          </p:spPr>
        </p:sp>
        <p:sp>
          <p:nvSpPr>
            <p:cNvPr id="57388" name="Rectangle 42"/>
            <p:cNvSpPr/>
            <p:nvPr/>
          </p:nvSpPr>
          <p:spPr>
            <a:xfrm>
              <a:off x="2672" y="756"/>
              <a:ext cx="8"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389" name="Line 43"/>
            <p:cNvSpPr/>
            <p:nvPr/>
          </p:nvSpPr>
          <p:spPr>
            <a:xfrm>
              <a:off x="2672" y="756"/>
              <a:ext cx="8" cy="1"/>
            </a:xfrm>
            <a:prstGeom prst="line">
              <a:avLst/>
            </a:prstGeom>
            <a:ln w="0" cap="flat" cmpd="sng">
              <a:solidFill>
                <a:srgbClr val="000000"/>
              </a:solidFill>
              <a:prstDash val="solid"/>
              <a:headEnd type="none" w="med" len="med"/>
              <a:tailEnd type="none" w="med" len="med"/>
            </a:ln>
          </p:spPr>
        </p:sp>
        <p:sp>
          <p:nvSpPr>
            <p:cNvPr id="57390" name="Line 44"/>
            <p:cNvSpPr/>
            <p:nvPr/>
          </p:nvSpPr>
          <p:spPr>
            <a:xfrm>
              <a:off x="2672" y="756"/>
              <a:ext cx="1" cy="7"/>
            </a:xfrm>
            <a:prstGeom prst="line">
              <a:avLst/>
            </a:prstGeom>
            <a:ln w="0" cap="flat" cmpd="sng">
              <a:solidFill>
                <a:srgbClr val="000000"/>
              </a:solidFill>
              <a:prstDash val="solid"/>
              <a:headEnd type="none" w="med" len="med"/>
              <a:tailEnd type="none" w="med" len="med"/>
            </a:ln>
          </p:spPr>
        </p:sp>
        <p:sp>
          <p:nvSpPr>
            <p:cNvPr id="57391" name="Rectangle 45"/>
            <p:cNvSpPr/>
            <p:nvPr/>
          </p:nvSpPr>
          <p:spPr>
            <a:xfrm>
              <a:off x="2680" y="756"/>
              <a:ext cx="452"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392" name="Line 46"/>
            <p:cNvSpPr/>
            <p:nvPr/>
          </p:nvSpPr>
          <p:spPr>
            <a:xfrm>
              <a:off x="2680" y="756"/>
              <a:ext cx="452" cy="1"/>
            </a:xfrm>
            <a:prstGeom prst="line">
              <a:avLst/>
            </a:prstGeom>
            <a:ln w="0" cap="flat" cmpd="sng">
              <a:solidFill>
                <a:srgbClr val="000000"/>
              </a:solidFill>
              <a:prstDash val="solid"/>
              <a:headEnd type="none" w="med" len="med"/>
              <a:tailEnd type="none" w="med" len="med"/>
            </a:ln>
          </p:spPr>
        </p:sp>
        <p:sp>
          <p:nvSpPr>
            <p:cNvPr id="57393" name="Rectangle 47"/>
            <p:cNvSpPr/>
            <p:nvPr/>
          </p:nvSpPr>
          <p:spPr>
            <a:xfrm>
              <a:off x="3132"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394" name="Line 48"/>
            <p:cNvSpPr/>
            <p:nvPr/>
          </p:nvSpPr>
          <p:spPr>
            <a:xfrm>
              <a:off x="3132" y="756"/>
              <a:ext cx="7" cy="1"/>
            </a:xfrm>
            <a:prstGeom prst="line">
              <a:avLst/>
            </a:prstGeom>
            <a:ln w="0" cap="flat" cmpd="sng">
              <a:solidFill>
                <a:srgbClr val="000000"/>
              </a:solidFill>
              <a:prstDash val="solid"/>
              <a:headEnd type="none" w="med" len="med"/>
              <a:tailEnd type="none" w="med" len="med"/>
            </a:ln>
          </p:spPr>
        </p:sp>
        <p:sp>
          <p:nvSpPr>
            <p:cNvPr id="57395" name="Line 49"/>
            <p:cNvSpPr/>
            <p:nvPr/>
          </p:nvSpPr>
          <p:spPr>
            <a:xfrm>
              <a:off x="3132" y="756"/>
              <a:ext cx="1" cy="7"/>
            </a:xfrm>
            <a:prstGeom prst="line">
              <a:avLst/>
            </a:prstGeom>
            <a:ln w="0" cap="flat" cmpd="sng">
              <a:solidFill>
                <a:srgbClr val="000000"/>
              </a:solidFill>
              <a:prstDash val="solid"/>
              <a:headEnd type="none" w="med" len="med"/>
              <a:tailEnd type="none" w="med" len="med"/>
            </a:ln>
          </p:spPr>
        </p:sp>
        <p:sp>
          <p:nvSpPr>
            <p:cNvPr id="57396" name="Rectangle 50"/>
            <p:cNvSpPr/>
            <p:nvPr/>
          </p:nvSpPr>
          <p:spPr>
            <a:xfrm>
              <a:off x="3139" y="756"/>
              <a:ext cx="453"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397" name="Line 51"/>
            <p:cNvSpPr/>
            <p:nvPr/>
          </p:nvSpPr>
          <p:spPr>
            <a:xfrm>
              <a:off x="3139" y="756"/>
              <a:ext cx="453" cy="1"/>
            </a:xfrm>
            <a:prstGeom prst="line">
              <a:avLst/>
            </a:prstGeom>
            <a:ln w="0" cap="flat" cmpd="sng">
              <a:solidFill>
                <a:srgbClr val="000000"/>
              </a:solidFill>
              <a:prstDash val="solid"/>
              <a:headEnd type="none" w="med" len="med"/>
              <a:tailEnd type="none" w="med" len="med"/>
            </a:ln>
          </p:spPr>
        </p:sp>
        <p:sp>
          <p:nvSpPr>
            <p:cNvPr id="57398" name="Rectangle 52"/>
            <p:cNvSpPr/>
            <p:nvPr/>
          </p:nvSpPr>
          <p:spPr>
            <a:xfrm>
              <a:off x="3592"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399" name="Line 53"/>
            <p:cNvSpPr/>
            <p:nvPr/>
          </p:nvSpPr>
          <p:spPr>
            <a:xfrm>
              <a:off x="3592" y="756"/>
              <a:ext cx="7" cy="1"/>
            </a:xfrm>
            <a:prstGeom prst="line">
              <a:avLst/>
            </a:prstGeom>
            <a:ln w="0" cap="flat" cmpd="sng">
              <a:solidFill>
                <a:srgbClr val="000000"/>
              </a:solidFill>
              <a:prstDash val="solid"/>
              <a:headEnd type="none" w="med" len="med"/>
              <a:tailEnd type="none" w="med" len="med"/>
            </a:ln>
          </p:spPr>
        </p:sp>
        <p:sp>
          <p:nvSpPr>
            <p:cNvPr id="57400" name="Line 54"/>
            <p:cNvSpPr/>
            <p:nvPr/>
          </p:nvSpPr>
          <p:spPr>
            <a:xfrm>
              <a:off x="3592" y="756"/>
              <a:ext cx="1" cy="7"/>
            </a:xfrm>
            <a:prstGeom prst="line">
              <a:avLst/>
            </a:prstGeom>
            <a:ln w="0" cap="flat" cmpd="sng">
              <a:solidFill>
                <a:srgbClr val="000000"/>
              </a:solidFill>
              <a:prstDash val="solid"/>
              <a:headEnd type="none" w="med" len="med"/>
              <a:tailEnd type="none" w="med" len="med"/>
            </a:ln>
          </p:spPr>
        </p:sp>
        <p:sp>
          <p:nvSpPr>
            <p:cNvPr id="57401" name="Rectangle 55"/>
            <p:cNvSpPr/>
            <p:nvPr/>
          </p:nvSpPr>
          <p:spPr>
            <a:xfrm>
              <a:off x="3599" y="756"/>
              <a:ext cx="453"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02" name="Line 56"/>
            <p:cNvSpPr/>
            <p:nvPr/>
          </p:nvSpPr>
          <p:spPr>
            <a:xfrm>
              <a:off x="3599" y="756"/>
              <a:ext cx="453" cy="1"/>
            </a:xfrm>
            <a:prstGeom prst="line">
              <a:avLst/>
            </a:prstGeom>
            <a:ln w="0" cap="flat" cmpd="sng">
              <a:solidFill>
                <a:srgbClr val="000000"/>
              </a:solidFill>
              <a:prstDash val="solid"/>
              <a:headEnd type="none" w="med" len="med"/>
              <a:tailEnd type="none" w="med" len="med"/>
            </a:ln>
          </p:spPr>
        </p:sp>
        <p:sp>
          <p:nvSpPr>
            <p:cNvPr id="57403" name="Rectangle 57"/>
            <p:cNvSpPr/>
            <p:nvPr/>
          </p:nvSpPr>
          <p:spPr>
            <a:xfrm>
              <a:off x="4052"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04" name="Line 58"/>
            <p:cNvSpPr/>
            <p:nvPr/>
          </p:nvSpPr>
          <p:spPr>
            <a:xfrm>
              <a:off x="4052" y="756"/>
              <a:ext cx="7" cy="1"/>
            </a:xfrm>
            <a:prstGeom prst="line">
              <a:avLst/>
            </a:prstGeom>
            <a:ln w="0" cap="flat" cmpd="sng">
              <a:solidFill>
                <a:srgbClr val="000000"/>
              </a:solidFill>
              <a:prstDash val="solid"/>
              <a:headEnd type="none" w="med" len="med"/>
              <a:tailEnd type="none" w="med" len="med"/>
            </a:ln>
          </p:spPr>
        </p:sp>
        <p:sp>
          <p:nvSpPr>
            <p:cNvPr id="57405" name="Line 59"/>
            <p:cNvSpPr/>
            <p:nvPr/>
          </p:nvSpPr>
          <p:spPr>
            <a:xfrm>
              <a:off x="4052" y="756"/>
              <a:ext cx="1" cy="7"/>
            </a:xfrm>
            <a:prstGeom prst="line">
              <a:avLst/>
            </a:prstGeom>
            <a:ln w="0" cap="flat" cmpd="sng">
              <a:solidFill>
                <a:srgbClr val="000000"/>
              </a:solidFill>
              <a:prstDash val="solid"/>
              <a:headEnd type="none" w="med" len="med"/>
              <a:tailEnd type="none" w="med" len="med"/>
            </a:ln>
          </p:spPr>
        </p:sp>
        <p:sp>
          <p:nvSpPr>
            <p:cNvPr id="57406" name="Rectangle 60"/>
            <p:cNvSpPr/>
            <p:nvPr/>
          </p:nvSpPr>
          <p:spPr>
            <a:xfrm>
              <a:off x="4059" y="756"/>
              <a:ext cx="453"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07" name="Line 61"/>
            <p:cNvSpPr/>
            <p:nvPr/>
          </p:nvSpPr>
          <p:spPr>
            <a:xfrm>
              <a:off x="4059" y="756"/>
              <a:ext cx="453" cy="1"/>
            </a:xfrm>
            <a:prstGeom prst="line">
              <a:avLst/>
            </a:prstGeom>
            <a:ln w="0" cap="flat" cmpd="sng">
              <a:solidFill>
                <a:srgbClr val="000000"/>
              </a:solidFill>
              <a:prstDash val="solid"/>
              <a:headEnd type="none" w="med" len="med"/>
              <a:tailEnd type="none" w="med" len="med"/>
            </a:ln>
          </p:spPr>
        </p:sp>
        <p:sp>
          <p:nvSpPr>
            <p:cNvPr id="57408" name="Rectangle 62"/>
            <p:cNvSpPr/>
            <p:nvPr/>
          </p:nvSpPr>
          <p:spPr>
            <a:xfrm>
              <a:off x="4512"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09" name="Line 63"/>
            <p:cNvSpPr/>
            <p:nvPr/>
          </p:nvSpPr>
          <p:spPr>
            <a:xfrm>
              <a:off x="4512" y="756"/>
              <a:ext cx="7" cy="1"/>
            </a:xfrm>
            <a:prstGeom prst="line">
              <a:avLst/>
            </a:prstGeom>
            <a:ln w="0" cap="flat" cmpd="sng">
              <a:solidFill>
                <a:srgbClr val="000000"/>
              </a:solidFill>
              <a:prstDash val="solid"/>
              <a:headEnd type="none" w="med" len="med"/>
              <a:tailEnd type="none" w="med" len="med"/>
            </a:ln>
          </p:spPr>
        </p:sp>
        <p:sp>
          <p:nvSpPr>
            <p:cNvPr id="57410" name="Line 64"/>
            <p:cNvSpPr/>
            <p:nvPr/>
          </p:nvSpPr>
          <p:spPr>
            <a:xfrm>
              <a:off x="4512" y="756"/>
              <a:ext cx="1" cy="7"/>
            </a:xfrm>
            <a:prstGeom prst="line">
              <a:avLst/>
            </a:prstGeom>
            <a:ln w="0" cap="flat" cmpd="sng">
              <a:solidFill>
                <a:srgbClr val="000000"/>
              </a:solidFill>
              <a:prstDash val="solid"/>
              <a:headEnd type="none" w="med" len="med"/>
              <a:tailEnd type="none" w="med" len="med"/>
            </a:ln>
          </p:spPr>
        </p:sp>
        <p:sp>
          <p:nvSpPr>
            <p:cNvPr id="57411" name="Rectangle 65"/>
            <p:cNvSpPr/>
            <p:nvPr/>
          </p:nvSpPr>
          <p:spPr>
            <a:xfrm>
              <a:off x="4512"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12" name="Line 66"/>
            <p:cNvSpPr/>
            <p:nvPr/>
          </p:nvSpPr>
          <p:spPr>
            <a:xfrm>
              <a:off x="4512" y="756"/>
              <a:ext cx="7" cy="1"/>
            </a:xfrm>
            <a:prstGeom prst="line">
              <a:avLst/>
            </a:prstGeom>
            <a:ln w="0" cap="flat" cmpd="sng">
              <a:solidFill>
                <a:srgbClr val="000000"/>
              </a:solidFill>
              <a:prstDash val="solid"/>
              <a:headEnd type="none" w="med" len="med"/>
              <a:tailEnd type="none" w="med" len="med"/>
            </a:ln>
          </p:spPr>
        </p:sp>
        <p:sp>
          <p:nvSpPr>
            <p:cNvPr id="57413" name="Line 67"/>
            <p:cNvSpPr/>
            <p:nvPr/>
          </p:nvSpPr>
          <p:spPr>
            <a:xfrm>
              <a:off x="4512" y="756"/>
              <a:ext cx="1" cy="7"/>
            </a:xfrm>
            <a:prstGeom prst="line">
              <a:avLst/>
            </a:prstGeom>
            <a:ln w="0" cap="flat" cmpd="sng">
              <a:solidFill>
                <a:srgbClr val="000000"/>
              </a:solidFill>
              <a:prstDash val="solid"/>
              <a:headEnd type="none" w="med" len="med"/>
              <a:tailEnd type="none" w="med" len="med"/>
            </a:ln>
          </p:spPr>
        </p:sp>
        <p:sp>
          <p:nvSpPr>
            <p:cNvPr id="57414" name="Rectangle 68"/>
            <p:cNvSpPr/>
            <p:nvPr/>
          </p:nvSpPr>
          <p:spPr>
            <a:xfrm>
              <a:off x="833"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15" name="Line 69"/>
            <p:cNvSpPr/>
            <p:nvPr/>
          </p:nvSpPr>
          <p:spPr>
            <a:xfrm>
              <a:off x="833" y="763"/>
              <a:ext cx="1" cy="286"/>
            </a:xfrm>
            <a:prstGeom prst="line">
              <a:avLst/>
            </a:prstGeom>
            <a:ln w="0" cap="flat" cmpd="sng">
              <a:solidFill>
                <a:srgbClr val="000000"/>
              </a:solidFill>
              <a:prstDash val="solid"/>
              <a:headEnd type="none" w="med" len="med"/>
              <a:tailEnd type="none" w="med" len="med"/>
            </a:ln>
          </p:spPr>
        </p:sp>
        <p:sp>
          <p:nvSpPr>
            <p:cNvPr id="57416" name="Rectangle 70"/>
            <p:cNvSpPr/>
            <p:nvPr/>
          </p:nvSpPr>
          <p:spPr>
            <a:xfrm>
              <a:off x="833"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17" name="Line 71"/>
            <p:cNvSpPr/>
            <p:nvPr/>
          </p:nvSpPr>
          <p:spPr>
            <a:xfrm>
              <a:off x="833" y="1049"/>
              <a:ext cx="7" cy="1"/>
            </a:xfrm>
            <a:prstGeom prst="line">
              <a:avLst/>
            </a:prstGeom>
            <a:ln w="0" cap="flat" cmpd="sng">
              <a:solidFill>
                <a:srgbClr val="000000"/>
              </a:solidFill>
              <a:prstDash val="solid"/>
              <a:headEnd type="none" w="med" len="med"/>
              <a:tailEnd type="none" w="med" len="med"/>
            </a:ln>
          </p:spPr>
        </p:sp>
        <p:sp>
          <p:nvSpPr>
            <p:cNvPr id="57418" name="Line 72"/>
            <p:cNvSpPr/>
            <p:nvPr/>
          </p:nvSpPr>
          <p:spPr>
            <a:xfrm>
              <a:off x="833" y="1049"/>
              <a:ext cx="1" cy="6"/>
            </a:xfrm>
            <a:prstGeom prst="line">
              <a:avLst/>
            </a:prstGeom>
            <a:ln w="0" cap="flat" cmpd="sng">
              <a:solidFill>
                <a:srgbClr val="000000"/>
              </a:solidFill>
              <a:prstDash val="solid"/>
              <a:headEnd type="none" w="med" len="med"/>
              <a:tailEnd type="none" w="med" len="med"/>
            </a:ln>
          </p:spPr>
        </p:sp>
        <p:sp>
          <p:nvSpPr>
            <p:cNvPr id="57419" name="Rectangle 73"/>
            <p:cNvSpPr/>
            <p:nvPr/>
          </p:nvSpPr>
          <p:spPr>
            <a:xfrm>
              <a:off x="833"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20" name="Line 74"/>
            <p:cNvSpPr/>
            <p:nvPr/>
          </p:nvSpPr>
          <p:spPr>
            <a:xfrm>
              <a:off x="833" y="1049"/>
              <a:ext cx="7" cy="1"/>
            </a:xfrm>
            <a:prstGeom prst="line">
              <a:avLst/>
            </a:prstGeom>
            <a:ln w="0" cap="flat" cmpd="sng">
              <a:solidFill>
                <a:srgbClr val="000000"/>
              </a:solidFill>
              <a:prstDash val="solid"/>
              <a:headEnd type="none" w="med" len="med"/>
              <a:tailEnd type="none" w="med" len="med"/>
            </a:ln>
          </p:spPr>
        </p:sp>
        <p:sp>
          <p:nvSpPr>
            <p:cNvPr id="57421" name="Line 75"/>
            <p:cNvSpPr/>
            <p:nvPr/>
          </p:nvSpPr>
          <p:spPr>
            <a:xfrm>
              <a:off x="833" y="1049"/>
              <a:ext cx="1" cy="6"/>
            </a:xfrm>
            <a:prstGeom prst="line">
              <a:avLst/>
            </a:prstGeom>
            <a:ln w="0" cap="flat" cmpd="sng">
              <a:solidFill>
                <a:srgbClr val="000000"/>
              </a:solidFill>
              <a:prstDash val="solid"/>
              <a:headEnd type="none" w="med" len="med"/>
              <a:tailEnd type="none" w="med" len="med"/>
            </a:ln>
          </p:spPr>
        </p:sp>
        <p:sp>
          <p:nvSpPr>
            <p:cNvPr id="57422" name="Rectangle 76"/>
            <p:cNvSpPr/>
            <p:nvPr/>
          </p:nvSpPr>
          <p:spPr>
            <a:xfrm>
              <a:off x="840" y="1049"/>
              <a:ext cx="453"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23" name="Line 77"/>
            <p:cNvSpPr/>
            <p:nvPr/>
          </p:nvSpPr>
          <p:spPr>
            <a:xfrm>
              <a:off x="840" y="1049"/>
              <a:ext cx="453" cy="1"/>
            </a:xfrm>
            <a:prstGeom prst="line">
              <a:avLst/>
            </a:prstGeom>
            <a:ln w="0" cap="flat" cmpd="sng">
              <a:solidFill>
                <a:srgbClr val="000000"/>
              </a:solidFill>
              <a:prstDash val="solid"/>
              <a:headEnd type="none" w="med" len="med"/>
              <a:tailEnd type="none" w="med" len="med"/>
            </a:ln>
          </p:spPr>
        </p:sp>
        <p:sp>
          <p:nvSpPr>
            <p:cNvPr id="57424" name="Rectangle 78"/>
            <p:cNvSpPr/>
            <p:nvPr/>
          </p:nvSpPr>
          <p:spPr>
            <a:xfrm>
              <a:off x="1293"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25" name="Line 79"/>
            <p:cNvSpPr/>
            <p:nvPr/>
          </p:nvSpPr>
          <p:spPr>
            <a:xfrm>
              <a:off x="1293" y="763"/>
              <a:ext cx="1" cy="286"/>
            </a:xfrm>
            <a:prstGeom prst="line">
              <a:avLst/>
            </a:prstGeom>
            <a:ln w="0" cap="flat" cmpd="sng">
              <a:solidFill>
                <a:srgbClr val="000000"/>
              </a:solidFill>
              <a:prstDash val="solid"/>
              <a:headEnd type="none" w="med" len="med"/>
              <a:tailEnd type="none" w="med" len="med"/>
            </a:ln>
          </p:spPr>
        </p:sp>
        <p:sp>
          <p:nvSpPr>
            <p:cNvPr id="57426" name="Rectangle 80"/>
            <p:cNvSpPr/>
            <p:nvPr/>
          </p:nvSpPr>
          <p:spPr>
            <a:xfrm>
              <a:off x="1293"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27" name="Line 81"/>
            <p:cNvSpPr/>
            <p:nvPr/>
          </p:nvSpPr>
          <p:spPr>
            <a:xfrm>
              <a:off x="1293" y="1049"/>
              <a:ext cx="7" cy="1"/>
            </a:xfrm>
            <a:prstGeom prst="line">
              <a:avLst/>
            </a:prstGeom>
            <a:ln w="0" cap="flat" cmpd="sng">
              <a:solidFill>
                <a:srgbClr val="000000"/>
              </a:solidFill>
              <a:prstDash val="solid"/>
              <a:headEnd type="none" w="med" len="med"/>
              <a:tailEnd type="none" w="med" len="med"/>
            </a:ln>
          </p:spPr>
        </p:sp>
        <p:sp>
          <p:nvSpPr>
            <p:cNvPr id="57428" name="Line 82"/>
            <p:cNvSpPr/>
            <p:nvPr/>
          </p:nvSpPr>
          <p:spPr>
            <a:xfrm>
              <a:off x="1293" y="1049"/>
              <a:ext cx="1" cy="6"/>
            </a:xfrm>
            <a:prstGeom prst="line">
              <a:avLst/>
            </a:prstGeom>
            <a:ln w="0" cap="flat" cmpd="sng">
              <a:solidFill>
                <a:srgbClr val="000000"/>
              </a:solidFill>
              <a:prstDash val="solid"/>
              <a:headEnd type="none" w="med" len="med"/>
              <a:tailEnd type="none" w="med" len="med"/>
            </a:ln>
          </p:spPr>
        </p:sp>
        <p:sp>
          <p:nvSpPr>
            <p:cNvPr id="57429" name="Rectangle 83"/>
            <p:cNvSpPr/>
            <p:nvPr/>
          </p:nvSpPr>
          <p:spPr>
            <a:xfrm>
              <a:off x="1300" y="1049"/>
              <a:ext cx="453"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30" name="Line 84"/>
            <p:cNvSpPr/>
            <p:nvPr/>
          </p:nvSpPr>
          <p:spPr>
            <a:xfrm>
              <a:off x="1300" y="1049"/>
              <a:ext cx="453" cy="1"/>
            </a:xfrm>
            <a:prstGeom prst="line">
              <a:avLst/>
            </a:prstGeom>
            <a:ln w="0" cap="flat" cmpd="sng">
              <a:solidFill>
                <a:srgbClr val="000000"/>
              </a:solidFill>
              <a:prstDash val="solid"/>
              <a:headEnd type="none" w="med" len="med"/>
              <a:tailEnd type="none" w="med" len="med"/>
            </a:ln>
          </p:spPr>
        </p:sp>
        <p:sp>
          <p:nvSpPr>
            <p:cNvPr id="57431" name="Rectangle 85"/>
            <p:cNvSpPr/>
            <p:nvPr/>
          </p:nvSpPr>
          <p:spPr>
            <a:xfrm>
              <a:off x="1753"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32" name="Line 86"/>
            <p:cNvSpPr/>
            <p:nvPr/>
          </p:nvSpPr>
          <p:spPr>
            <a:xfrm>
              <a:off x="1753" y="763"/>
              <a:ext cx="1" cy="286"/>
            </a:xfrm>
            <a:prstGeom prst="line">
              <a:avLst/>
            </a:prstGeom>
            <a:ln w="0" cap="flat" cmpd="sng">
              <a:solidFill>
                <a:srgbClr val="000000"/>
              </a:solidFill>
              <a:prstDash val="solid"/>
              <a:headEnd type="none" w="med" len="med"/>
              <a:tailEnd type="none" w="med" len="med"/>
            </a:ln>
          </p:spPr>
        </p:sp>
        <p:sp>
          <p:nvSpPr>
            <p:cNvPr id="57433" name="Rectangle 87"/>
            <p:cNvSpPr/>
            <p:nvPr/>
          </p:nvSpPr>
          <p:spPr>
            <a:xfrm>
              <a:off x="1753"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34" name="Line 88"/>
            <p:cNvSpPr/>
            <p:nvPr/>
          </p:nvSpPr>
          <p:spPr>
            <a:xfrm>
              <a:off x="1753" y="1049"/>
              <a:ext cx="7" cy="1"/>
            </a:xfrm>
            <a:prstGeom prst="line">
              <a:avLst/>
            </a:prstGeom>
            <a:ln w="0" cap="flat" cmpd="sng">
              <a:solidFill>
                <a:srgbClr val="000000"/>
              </a:solidFill>
              <a:prstDash val="solid"/>
              <a:headEnd type="none" w="med" len="med"/>
              <a:tailEnd type="none" w="med" len="med"/>
            </a:ln>
          </p:spPr>
        </p:sp>
        <p:sp>
          <p:nvSpPr>
            <p:cNvPr id="57435" name="Line 89"/>
            <p:cNvSpPr/>
            <p:nvPr/>
          </p:nvSpPr>
          <p:spPr>
            <a:xfrm>
              <a:off x="1753" y="1049"/>
              <a:ext cx="1" cy="6"/>
            </a:xfrm>
            <a:prstGeom prst="line">
              <a:avLst/>
            </a:prstGeom>
            <a:ln w="0" cap="flat" cmpd="sng">
              <a:solidFill>
                <a:srgbClr val="000000"/>
              </a:solidFill>
              <a:prstDash val="solid"/>
              <a:headEnd type="none" w="med" len="med"/>
              <a:tailEnd type="none" w="med" len="med"/>
            </a:ln>
          </p:spPr>
        </p:sp>
        <p:sp>
          <p:nvSpPr>
            <p:cNvPr id="57436" name="Rectangle 90"/>
            <p:cNvSpPr/>
            <p:nvPr/>
          </p:nvSpPr>
          <p:spPr>
            <a:xfrm>
              <a:off x="1760" y="1049"/>
              <a:ext cx="453"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37" name="Line 91"/>
            <p:cNvSpPr/>
            <p:nvPr/>
          </p:nvSpPr>
          <p:spPr>
            <a:xfrm>
              <a:off x="1760" y="1049"/>
              <a:ext cx="453" cy="1"/>
            </a:xfrm>
            <a:prstGeom prst="line">
              <a:avLst/>
            </a:prstGeom>
            <a:ln w="0" cap="flat" cmpd="sng">
              <a:solidFill>
                <a:srgbClr val="000000"/>
              </a:solidFill>
              <a:prstDash val="solid"/>
              <a:headEnd type="none" w="med" len="med"/>
              <a:tailEnd type="none" w="med" len="med"/>
            </a:ln>
          </p:spPr>
        </p:sp>
        <p:sp>
          <p:nvSpPr>
            <p:cNvPr id="57438" name="Rectangle 92"/>
            <p:cNvSpPr/>
            <p:nvPr/>
          </p:nvSpPr>
          <p:spPr>
            <a:xfrm>
              <a:off x="2213"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39" name="Line 93"/>
            <p:cNvSpPr/>
            <p:nvPr/>
          </p:nvSpPr>
          <p:spPr>
            <a:xfrm>
              <a:off x="2213" y="763"/>
              <a:ext cx="1" cy="286"/>
            </a:xfrm>
            <a:prstGeom prst="line">
              <a:avLst/>
            </a:prstGeom>
            <a:ln w="0" cap="flat" cmpd="sng">
              <a:solidFill>
                <a:srgbClr val="000000"/>
              </a:solidFill>
              <a:prstDash val="solid"/>
              <a:headEnd type="none" w="med" len="med"/>
              <a:tailEnd type="none" w="med" len="med"/>
            </a:ln>
          </p:spPr>
        </p:sp>
        <p:sp>
          <p:nvSpPr>
            <p:cNvPr id="57440" name="Rectangle 94"/>
            <p:cNvSpPr/>
            <p:nvPr/>
          </p:nvSpPr>
          <p:spPr>
            <a:xfrm>
              <a:off x="2213"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41" name="Line 95"/>
            <p:cNvSpPr/>
            <p:nvPr/>
          </p:nvSpPr>
          <p:spPr>
            <a:xfrm>
              <a:off x="2213" y="1049"/>
              <a:ext cx="7" cy="1"/>
            </a:xfrm>
            <a:prstGeom prst="line">
              <a:avLst/>
            </a:prstGeom>
            <a:ln w="0" cap="flat" cmpd="sng">
              <a:solidFill>
                <a:srgbClr val="000000"/>
              </a:solidFill>
              <a:prstDash val="solid"/>
              <a:headEnd type="none" w="med" len="med"/>
              <a:tailEnd type="none" w="med" len="med"/>
            </a:ln>
          </p:spPr>
        </p:sp>
        <p:sp>
          <p:nvSpPr>
            <p:cNvPr id="57442" name="Line 96"/>
            <p:cNvSpPr/>
            <p:nvPr/>
          </p:nvSpPr>
          <p:spPr>
            <a:xfrm>
              <a:off x="2213" y="1049"/>
              <a:ext cx="1" cy="6"/>
            </a:xfrm>
            <a:prstGeom prst="line">
              <a:avLst/>
            </a:prstGeom>
            <a:ln w="0" cap="flat" cmpd="sng">
              <a:solidFill>
                <a:srgbClr val="000000"/>
              </a:solidFill>
              <a:prstDash val="solid"/>
              <a:headEnd type="none" w="med" len="med"/>
              <a:tailEnd type="none" w="med" len="med"/>
            </a:ln>
          </p:spPr>
        </p:sp>
        <p:sp>
          <p:nvSpPr>
            <p:cNvPr id="57443" name="Rectangle 97"/>
            <p:cNvSpPr/>
            <p:nvPr/>
          </p:nvSpPr>
          <p:spPr>
            <a:xfrm>
              <a:off x="2220" y="1049"/>
              <a:ext cx="452"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44" name="Line 98"/>
            <p:cNvSpPr/>
            <p:nvPr/>
          </p:nvSpPr>
          <p:spPr>
            <a:xfrm>
              <a:off x="2220" y="1049"/>
              <a:ext cx="452" cy="1"/>
            </a:xfrm>
            <a:prstGeom prst="line">
              <a:avLst/>
            </a:prstGeom>
            <a:ln w="0" cap="flat" cmpd="sng">
              <a:solidFill>
                <a:srgbClr val="000000"/>
              </a:solidFill>
              <a:prstDash val="solid"/>
              <a:headEnd type="none" w="med" len="med"/>
              <a:tailEnd type="none" w="med" len="med"/>
            </a:ln>
          </p:spPr>
        </p:sp>
        <p:sp>
          <p:nvSpPr>
            <p:cNvPr id="57445" name="Rectangle 99"/>
            <p:cNvSpPr/>
            <p:nvPr/>
          </p:nvSpPr>
          <p:spPr>
            <a:xfrm>
              <a:off x="2672" y="763"/>
              <a:ext cx="8"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46" name="Line 100"/>
            <p:cNvSpPr/>
            <p:nvPr/>
          </p:nvSpPr>
          <p:spPr>
            <a:xfrm>
              <a:off x="2672" y="763"/>
              <a:ext cx="1" cy="286"/>
            </a:xfrm>
            <a:prstGeom prst="line">
              <a:avLst/>
            </a:prstGeom>
            <a:ln w="0" cap="flat" cmpd="sng">
              <a:solidFill>
                <a:srgbClr val="000000"/>
              </a:solidFill>
              <a:prstDash val="solid"/>
              <a:headEnd type="none" w="med" len="med"/>
              <a:tailEnd type="none" w="med" len="med"/>
            </a:ln>
          </p:spPr>
        </p:sp>
        <p:sp>
          <p:nvSpPr>
            <p:cNvPr id="57447" name="Rectangle 101"/>
            <p:cNvSpPr/>
            <p:nvPr/>
          </p:nvSpPr>
          <p:spPr>
            <a:xfrm>
              <a:off x="2672" y="1049"/>
              <a:ext cx="8"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48" name="Line 102"/>
            <p:cNvSpPr/>
            <p:nvPr/>
          </p:nvSpPr>
          <p:spPr>
            <a:xfrm>
              <a:off x="2672" y="1049"/>
              <a:ext cx="8" cy="1"/>
            </a:xfrm>
            <a:prstGeom prst="line">
              <a:avLst/>
            </a:prstGeom>
            <a:ln w="0" cap="flat" cmpd="sng">
              <a:solidFill>
                <a:srgbClr val="000000"/>
              </a:solidFill>
              <a:prstDash val="solid"/>
              <a:headEnd type="none" w="med" len="med"/>
              <a:tailEnd type="none" w="med" len="med"/>
            </a:ln>
          </p:spPr>
        </p:sp>
        <p:sp>
          <p:nvSpPr>
            <p:cNvPr id="57449" name="Line 103"/>
            <p:cNvSpPr/>
            <p:nvPr/>
          </p:nvSpPr>
          <p:spPr>
            <a:xfrm>
              <a:off x="2672" y="1049"/>
              <a:ext cx="1" cy="6"/>
            </a:xfrm>
            <a:prstGeom prst="line">
              <a:avLst/>
            </a:prstGeom>
            <a:ln w="0" cap="flat" cmpd="sng">
              <a:solidFill>
                <a:srgbClr val="000000"/>
              </a:solidFill>
              <a:prstDash val="solid"/>
              <a:headEnd type="none" w="med" len="med"/>
              <a:tailEnd type="none" w="med" len="med"/>
            </a:ln>
          </p:spPr>
        </p:sp>
        <p:sp>
          <p:nvSpPr>
            <p:cNvPr id="57450" name="Rectangle 104"/>
            <p:cNvSpPr/>
            <p:nvPr/>
          </p:nvSpPr>
          <p:spPr>
            <a:xfrm>
              <a:off x="2680" y="1049"/>
              <a:ext cx="452"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51" name="Line 105"/>
            <p:cNvSpPr/>
            <p:nvPr/>
          </p:nvSpPr>
          <p:spPr>
            <a:xfrm>
              <a:off x="2680" y="1049"/>
              <a:ext cx="452" cy="1"/>
            </a:xfrm>
            <a:prstGeom prst="line">
              <a:avLst/>
            </a:prstGeom>
            <a:ln w="0" cap="flat" cmpd="sng">
              <a:solidFill>
                <a:srgbClr val="000000"/>
              </a:solidFill>
              <a:prstDash val="solid"/>
              <a:headEnd type="none" w="med" len="med"/>
              <a:tailEnd type="none" w="med" len="med"/>
            </a:ln>
          </p:spPr>
        </p:sp>
        <p:sp>
          <p:nvSpPr>
            <p:cNvPr id="57452" name="Rectangle 106"/>
            <p:cNvSpPr/>
            <p:nvPr/>
          </p:nvSpPr>
          <p:spPr>
            <a:xfrm>
              <a:off x="3132"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53" name="Line 107"/>
            <p:cNvSpPr/>
            <p:nvPr/>
          </p:nvSpPr>
          <p:spPr>
            <a:xfrm>
              <a:off x="3132" y="763"/>
              <a:ext cx="1" cy="286"/>
            </a:xfrm>
            <a:prstGeom prst="line">
              <a:avLst/>
            </a:prstGeom>
            <a:ln w="0" cap="flat" cmpd="sng">
              <a:solidFill>
                <a:srgbClr val="000000"/>
              </a:solidFill>
              <a:prstDash val="solid"/>
              <a:headEnd type="none" w="med" len="med"/>
              <a:tailEnd type="none" w="med" len="med"/>
            </a:ln>
          </p:spPr>
        </p:sp>
        <p:sp>
          <p:nvSpPr>
            <p:cNvPr id="57454" name="Rectangle 108"/>
            <p:cNvSpPr/>
            <p:nvPr/>
          </p:nvSpPr>
          <p:spPr>
            <a:xfrm>
              <a:off x="3132"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55" name="Line 109"/>
            <p:cNvSpPr/>
            <p:nvPr/>
          </p:nvSpPr>
          <p:spPr>
            <a:xfrm>
              <a:off x="3132" y="1049"/>
              <a:ext cx="7" cy="1"/>
            </a:xfrm>
            <a:prstGeom prst="line">
              <a:avLst/>
            </a:prstGeom>
            <a:ln w="0" cap="flat" cmpd="sng">
              <a:solidFill>
                <a:srgbClr val="000000"/>
              </a:solidFill>
              <a:prstDash val="solid"/>
              <a:headEnd type="none" w="med" len="med"/>
              <a:tailEnd type="none" w="med" len="med"/>
            </a:ln>
          </p:spPr>
        </p:sp>
        <p:sp>
          <p:nvSpPr>
            <p:cNvPr id="57456" name="Line 110"/>
            <p:cNvSpPr/>
            <p:nvPr/>
          </p:nvSpPr>
          <p:spPr>
            <a:xfrm>
              <a:off x="3132" y="1049"/>
              <a:ext cx="1" cy="6"/>
            </a:xfrm>
            <a:prstGeom prst="line">
              <a:avLst/>
            </a:prstGeom>
            <a:ln w="0" cap="flat" cmpd="sng">
              <a:solidFill>
                <a:srgbClr val="000000"/>
              </a:solidFill>
              <a:prstDash val="solid"/>
              <a:headEnd type="none" w="med" len="med"/>
              <a:tailEnd type="none" w="med" len="med"/>
            </a:ln>
          </p:spPr>
        </p:sp>
        <p:sp>
          <p:nvSpPr>
            <p:cNvPr id="57457" name="Rectangle 111"/>
            <p:cNvSpPr/>
            <p:nvPr/>
          </p:nvSpPr>
          <p:spPr>
            <a:xfrm>
              <a:off x="3139" y="1049"/>
              <a:ext cx="453"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58" name="Line 112"/>
            <p:cNvSpPr/>
            <p:nvPr/>
          </p:nvSpPr>
          <p:spPr>
            <a:xfrm>
              <a:off x="3139" y="1049"/>
              <a:ext cx="453" cy="1"/>
            </a:xfrm>
            <a:prstGeom prst="line">
              <a:avLst/>
            </a:prstGeom>
            <a:ln w="0" cap="flat" cmpd="sng">
              <a:solidFill>
                <a:srgbClr val="000000"/>
              </a:solidFill>
              <a:prstDash val="solid"/>
              <a:headEnd type="none" w="med" len="med"/>
              <a:tailEnd type="none" w="med" len="med"/>
            </a:ln>
          </p:spPr>
        </p:sp>
        <p:sp>
          <p:nvSpPr>
            <p:cNvPr id="57459" name="Rectangle 113"/>
            <p:cNvSpPr/>
            <p:nvPr/>
          </p:nvSpPr>
          <p:spPr>
            <a:xfrm>
              <a:off x="3592"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60" name="Line 114"/>
            <p:cNvSpPr/>
            <p:nvPr/>
          </p:nvSpPr>
          <p:spPr>
            <a:xfrm>
              <a:off x="3592" y="763"/>
              <a:ext cx="1" cy="286"/>
            </a:xfrm>
            <a:prstGeom prst="line">
              <a:avLst/>
            </a:prstGeom>
            <a:ln w="0" cap="flat" cmpd="sng">
              <a:solidFill>
                <a:srgbClr val="000000"/>
              </a:solidFill>
              <a:prstDash val="solid"/>
              <a:headEnd type="none" w="med" len="med"/>
              <a:tailEnd type="none" w="med" len="med"/>
            </a:ln>
          </p:spPr>
        </p:sp>
        <p:sp>
          <p:nvSpPr>
            <p:cNvPr id="57461" name="Rectangle 115"/>
            <p:cNvSpPr/>
            <p:nvPr/>
          </p:nvSpPr>
          <p:spPr>
            <a:xfrm>
              <a:off x="3592"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62" name="Line 116"/>
            <p:cNvSpPr/>
            <p:nvPr/>
          </p:nvSpPr>
          <p:spPr>
            <a:xfrm>
              <a:off x="3592" y="1049"/>
              <a:ext cx="7" cy="1"/>
            </a:xfrm>
            <a:prstGeom prst="line">
              <a:avLst/>
            </a:prstGeom>
            <a:ln w="0" cap="flat" cmpd="sng">
              <a:solidFill>
                <a:srgbClr val="000000"/>
              </a:solidFill>
              <a:prstDash val="solid"/>
              <a:headEnd type="none" w="med" len="med"/>
              <a:tailEnd type="none" w="med" len="med"/>
            </a:ln>
          </p:spPr>
        </p:sp>
        <p:sp>
          <p:nvSpPr>
            <p:cNvPr id="57463" name="Line 117"/>
            <p:cNvSpPr/>
            <p:nvPr/>
          </p:nvSpPr>
          <p:spPr>
            <a:xfrm>
              <a:off x="3592" y="1049"/>
              <a:ext cx="1" cy="6"/>
            </a:xfrm>
            <a:prstGeom prst="line">
              <a:avLst/>
            </a:prstGeom>
            <a:ln w="0" cap="flat" cmpd="sng">
              <a:solidFill>
                <a:srgbClr val="000000"/>
              </a:solidFill>
              <a:prstDash val="solid"/>
              <a:headEnd type="none" w="med" len="med"/>
              <a:tailEnd type="none" w="med" len="med"/>
            </a:ln>
          </p:spPr>
        </p:sp>
        <p:sp>
          <p:nvSpPr>
            <p:cNvPr id="57464" name="Rectangle 118"/>
            <p:cNvSpPr/>
            <p:nvPr/>
          </p:nvSpPr>
          <p:spPr>
            <a:xfrm>
              <a:off x="3599" y="1049"/>
              <a:ext cx="453"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65" name="Line 119"/>
            <p:cNvSpPr/>
            <p:nvPr/>
          </p:nvSpPr>
          <p:spPr>
            <a:xfrm>
              <a:off x="3599" y="1049"/>
              <a:ext cx="453" cy="1"/>
            </a:xfrm>
            <a:prstGeom prst="line">
              <a:avLst/>
            </a:prstGeom>
            <a:ln w="0" cap="flat" cmpd="sng">
              <a:solidFill>
                <a:srgbClr val="000000"/>
              </a:solidFill>
              <a:prstDash val="solid"/>
              <a:headEnd type="none" w="med" len="med"/>
              <a:tailEnd type="none" w="med" len="med"/>
            </a:ln>
          </p:spPr>
        </p:sp>
        <p:sp>
          <p:nvSpPr>
            <p:cNvPr id="57466" name="Rectangle 120"/>
            <p:cNvSpPr/>
            <p:nvPr/>
          </p:nvSpPr>
          <p:spPr>
            <a:xfrm>
              <a:off x="4052"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67" name="Line 121"/>
            <p:cNvSpPr/>
            <p:nvPr/>
          </p:nvSpPr>
          <p:spPr>
            <a:xfrm>
              <a:off x="4052" y="763"/>
              <a:ext cx="1" cy="286"/>
            </a:xfrm>
            <a:prstGeom prst="line">
              <a:avLst/>
            </a:prstGeom>
            <a:ln w="0" cap="flat" cmpd="sng">
              <a:solidFill>
                <a:srgbClr val="000000"/>
              </a:solidFill>
              <a:prstDash val="solid"/>
              <a:headEnd type="none" w="med" len="med"/>
              <a:tailEnd type="none" w="med" len="med"/>
            </a:ln>
          </p:spPr>
        </p:sp>
        <p:sp>
          <p:nvSpPr>
            <p:cNvPr id="57468" name="Rectangle 122"/>
            <p:cNvSpPr/>
            <p:nvPr/>
          </p:nvSpPr>
          <p:spPr>
            <a:xfrm>
              <a:off x="4052"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69" name="Line 123"/>
            <p:cNvSpPr/>
            <p:nvPr/>
          </p:nvSpPr>
          <p:spPr>
            <a:xfrm>
              <a:off x="4052" y="1049"/>
              <a:ext cx="7" cy="1"/>
            </a:xfrm>
            <a:prstGeom prst="line">
              <a:avLst/>
            </a:prstGeom>
            <a:ln w="0" cap="flat" cmpd="sng">
              <a:solidFill>
                <a:srgbClr val="000000"/>
              </a:solidFill>
              <a:prstDash val="solid"/>
              <a:headEnd type="none" w="med" len="med"/>
              <a:tailEnd type="none" w="med" len="med"/>
            </a:ln>
          </p:spPr>
        </p:sp>
        <p:sp>
          <p:nvSpPr>
            <p:cNvPr id="57470" name="Line 124"/>
            <p:cNvSpPr/>
            <p:nvPr/>
          </p:nvSpPr>
          <p:spPr>
            <a:xfrm>
              <a:off x="4052" y="1049"/>
              <a:ext cx="1" cy="6"/>
            </a:xfrm>
            <a:prstGeom prst="line">
              <a:avLst/>
            </a:prstGeom>
            <a:ln w="0" cap="flat" cmpd="sng">
              <a:solidFill>
                <a:srgbClr val="000000"/>
              </a:solidFill>
              <a:prstDash val="solid"/>
              <a:headEnd type="none" w="med" len="med"/>
              <a:tailEnd type="none" w="med" len="med"/>
            </a:ln>
          </p:spPr>
        </p:sp>
        <p:sp>
          <p:nvSpPr>
            <p:cNvPr id="57471" name="Rectangle 125"/>
            <p:cNvSpPr/>
            <p:nvPr/>
          </p:nvSpPr>
          <p:spPr>
            <a:xfrm>
              <a:off x="4059" y="1049"/>
              <a:ext cx="453"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72" name="Line 126"/>
            <p:cNvSpPr/>
            <p:nvPr/>
          </p:nvSpPr>
          <p:spPr>
            <a:xfrm>
              <a:off x="4059" y="1049"/>
              <a:ext cx="453" cy="1"/>
            </a:xfrm>
            <a:prstGeom prst="line">
              <a:avLst/>
            </a:prstGeom>
            <a:ln w="0" cap="flat" cmpd="sng">
              <a:solidFill>
                <a:srgbClr val="000000"/>
              </a:solidFill>
              <a:prstDash val="solid"/>
              <a:headEnd type="none" w="med" len="med"/>
              <a:tailEnd type="none" w="med" len="med"/>
            </a:ln>
          </p:spPr>
        </p:sp>
        <p:sp>
          <p:nvSpPr>
            <p:cNvPr id="57473" name="Rectangle 127"/>
            <p:cNvSpPr/>
            <p:nvPr/>
          </p:nvSpPr>
          <p:spPr>
            <a:xfrm>
              <a:off x="4512"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74" name="Line 128"/>
            <p:cNvSpPr/>
            <p:nvPr/>
          </p:nvSpPr>
          <p:spPr>
            <a:xfrm>
              <a:off x="4512" y="763"/>
              <a:ext cx="1" cy="286"/>
            </a:xfrm>
            <a:prstGeom prst="line">
              <a:avLst/>
            </a:prstGeom>
            <a:ln w="0" cap="flat" cmpd="sng">
              <a:solidFill>
                <a:srgbClr val="000000"/>
              </a:solidFill>
              <a:prstDash val="solid"/>
              <a:headEnd type="none" w="med" len="med"/>
              <a:tailEnd type="none" w="med" len="med"/>
            </a:ln>
          </p:spPr>
        </p:sp>
        <p:sp>
          <p:nvSpPr>
            <p:cNvPr id="57475" name="Rectangle 129"/>
            <p:cNvSpPr/>
            <p:nvPr/>
          </p:nvSpPr>
          <p:spPr>
            <a:xfrm>
              <a:off x="4512"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76" name="Line 130"/>
            <p:cNvSpPr/>
            <p:nvPr/>
          </p:nvSpPr>
          <p:spPr>
            <a:xfrm>
              <a:off x="4512" y="1049"/>
              <a:ext cx="7" cy="1"/>
            </a:xfrm>
            <a:prstGeom prst="line">
              <a:avLst/>
            </a:prstGeom>
            <a:ln w="0" cap="flat" cmpd="sng">
              <a:solidFill>
                <a:srgbClr val="000000"/>
              </a:solidFill>
              <a:prstDash val="solid"/>
              <a:headEnd type="none" w="med" len="med"/>
              <a:tailEnd type="none" w="med" len="med"/>
            </a:ln>
          </p:spPr>
        </p:sp>
        <p:sp>
          <p:nvSpPr>
            <p:cNvPr id="57477" name="Line 131"/>
            <p:cNvSpPr/>
            <p:nvPr/>
          </p:nvSpPr>
          <p:spPr>
            <a:xfrm>
              <a:off x="4512" y="1049"/>
              <a:ext cx="1" cy="6"/>
            </a:xfrm>
            <a:prstGeom prst="line">
              <a:avLst/>
            </a:prstGeom>
            <a:ln w="0" cap="flat" cmpd="sng">
              <a:solidFill>
                <a:srgbClr val="000000"/>
              </a:solidFill>
              <a:prstDash val="solid"/>
              <a:headEnd type="none" w="med" len="med"/>
              <a:tailEnd type="none" w="med" len="med"/>
            </a:ln>
          </p:spPr>
        </p:sp>
        <p:sp>
          <p:nvSpPr>
            <p:cNvPr id="57478" name="Rectangle 132"/>
            <p:cNvSpPr/>
            <p:nvPr/>
          </p:nvSpPr>
          <p:spPr>
            <a:xfrm>
              <a:off x="4512"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79" name="Line 133"/>
            <p:cNvSpPr/>
            <p:nvPr/>
          </p:nvSpPr>
          <p:spPr>
            <a:xfrm>
              <a:off x="4512" y="1049"/>
              <a:ext cx="7" cy="1"/>
            </a:xfrm>
            <a:prstGeom prst="line">
              <a:avLst/>
            </a:prstGeom>
            <a:ln w="0" cap="flat" cmpd="sng">
              <a:solidFill>
                <a:srgbClr val="000000"/>
              </a:solidFill>
              <a:prstDash val="solid"/>
              <a:headEnd type="none" w="med" len="med"/>
              <a:tailEnd type="none" w="med" len="med"/>
            </a:ln>
          </p:spPr>
        </p:sp>
        <p:sp>
          <p:nvSpPr>
            <p:cNvPr id="57480" name="Line 134"/>
            <p:cNvSpPr/>
            <p:nvPr/>
          </p:nvSpPr>
          <p:spPr>
            <a:xfrm>
              <a:off x="4512" y="1049"/>
              <a:ext cx="1" cy="6"/>
            </a:xfrm>
            <a:prstGeom prst="line">
              <a:avLst/>
            </a:prstGeom>
            <a:ln w="0" cap="flat" cmpd="sng">
              <a:solidFill>
                <a:srgbClr val="000000"/>
              </a:solidFill>
              <a:prstDash val="solid"/>
              <a:headEnd type="none" w="med" len="med"/>
              <a:tailEnd type="none" w="med" len="med"/>
            </a:ln>
          </p:spPr>
        </p:sp>
        <p:grpSp>
          <p:nvGrpSpPr>
            <p:cNvPr id="57481" name="Group 135"/>
            <p:cNvGrpSpPr/>
            <p:nvPr/>
          </p:nvGrpSpPr>
          <p:grpSpPr>
            <a:xfrm>
              <a:off x="3935" y="1207"/>
              <a:ext cx="941" cy="380"/>
              <a:chOff x="3935" y="1434"/>
              <a:chExt cx="941" cy="380"/>
            </a:xfrm>
          </p:grpSpPr>
          <p:sp>
            <p:nvSpPr>
              <p:cNvPr id="57555" name="Rectangle 136"/>
              <p:cNvSpPr/>
              <p:nvPr/>
            </p:nvSpPr>
            <p:spPr>
              <a:xfrm>
                <a:off x="3935" y="1434"/>
                <a:ext cx="941" cy="375"/>
              </a:xfrm>
              <a:prstGeom prst="rect">
                <a:avLst/>
              </a:prstGeom>
              <a:solidFill>
                <a:srgbClr val="FFFFFF"/>
              </a:solidFill>
              <a:ln w="17463"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556" name="Rectangle 137"/>
              <p:cNvSpPr/>
              <p:nvPr/>
            </p:nvSpPr>
            <p:spPr>
              <a:xfrm>
                <a:off x="3983" y="1440"/>
                <a:ext cx="14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57557" name="Rectangle 138"/>
              <p:cNvSpPr/>
              <p:nvPr/>
            </p:nvSpPr>
            <p:spPr>
              <a:xfrm>
                <a:off x="4135" y="1445"/>
                <a:ext cx="384"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二进制</a:t>
                </a:r>
                <a:endParaRPr lang="zh-CN" altLang="en-US" sz="1800" b="0" dirty="0">
                  <a:solidFill>
                    <a:schemeClr val="tx1"/>
                  </a:solidFill>
                  <a:latin typeface="Arial" panose="020B0604020202020204" pitchFamily="34" charset="0"/>
                </a:endParaRPr>
              </a:p>
            </p:txBody>
          </p:sp>
          <p:sp>
            <p:nvSpPr>
              <p:cNvPr id="57558" name="Rectangle 139"/>
              <p:cNvSpPr/>
              <p:nvPr/>
            </p:nvSpPr>
            <p:spPr>
              <a:xfrm>
                <a:off x="3983" y="1655"/>
                <a:ext cx="14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57559" name="Rectangle 140"/>
              <p:cNvSpPr/>
              <p:nvPr/>
            </p:nvSpPr>
            <p:spPr>
              <a:xfrm>
                <a:off x="4135" y="1660"/>
                <a:ext cx="448"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宋体" panose="02010600030101010101" pitchFamily="2" charset="-122"/>
                  </a:rPr>
                  <a:t> </a:t>
                </a:r>
                <a:r>
                  <a:rPr lang="zh-CN" altLang="en-US" sz="1600" b="0" dirty="0">
                    <a:solidFill>
                      <a:srgbClr val="000000"/>
                    </a:solidFill>
                    <a:latin typeface="宋体" panose="02010600030101010101" pitchFamily="2" charset="-122"/>
                  </a:rPr>
                  <a:t>十进制</a:t>
                </a:r>
                <a:endParaRPr lang="zh-CN" altLang="en-US" sz="1800" b="0" dirty="0">
                  <a:solidFill>
                    <a:schemeClr val="tx1"/>
                  </a:solidFill>
                  <a:latin typeface="Arial" panose="020B0604020202020204" pitchFamily="34" charset="0"/>
                </a:endParaRPr>
              </a:p>
            </p:txBody>
          </p:sp>
        </p:grpSp>
        <p:grpSp>
          <p:nvGrpSpPr>
            <p:cNvPr id="57482" name="Group 141"/>
            <p:cNvGrpSpPr/>
            <p:nvPr/>
          </p:nvGrpSpPr>
          <p:grpSpPr>
            <a:xfrm>
              <a:off x="3923" y="1661"/>
              <a:ext cx="941" cy="1206"/>
              <a:chOff x="3935" y="2024"/>
              <a:chExt cx="941" cy="1482"/>
            </a:xfrm>
          </p:grpSpPr>
          <p:sp>
            <p:nvSpPr>
              <p:cNvPr id="57535" name="Rectangle 142"/>
              <p:cNvSpPr/>
              <p:nvPr/>
            </p:nvSpPr>
            <p:spPr>
              <a:xfrm>
                <a:off x="3935" y="2024"/>
                <a:ext cx="941" cy="1463"/>
              </a:xfrm>
              <a:prstGeom prst="rect">
                <a:avLst/>
              </a:prstGeom>
              <a:solidFill>
                <a:srgbClr val="FFFFFF"/>
              </a:solidFill>
              <a:ln w="17463"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536" name="Rectangle 143"/>
              <p:cNvSpPr/>
              <p:nvPr/>
            </p:nvSpPr>
            <p:spPr>
              <a:xfrm>
                <a:off x="3983" y="2030"/>
                <a:ext cx="768"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工作方式选择</a:t>
                </a:r>
                <a:endParaRPr lang="zh-CN" altLang="en-US" sz="1800" b="0" dirty="0">
                  <a:solidFill>
                    <a:schemeClr val="tx1"/>
                  </a:solidFill>
                  <a:latin typeface="Arial" panose="020B0604020202020204" pitchFamily="34" charset="0"/>
                </a:endParaRPr>
              </a:p>
            </p:txBody>
          </p:sp>
          <p:sp>
            <p:nvSpPr>
              <p:cNvPr id="57537" name="Rectangle 144"/>
              <p:cNvSpPr/>
              <p:nvPr/>
            </p:nvSpPr>
            <p:spPr>
              <a:xfrm>
                <a:off x="3983" y="2239"/>
                <a:ext cx="288"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000=</a:t>
                </a:r>
                <a:endParaRPr lang="en-US" altLang="zh-CN" sz="1800" b="0" dirty="0">
                  <a:solidFill>
                    <a:schemeClr val="tx1"/>
                  </a:solidFill>
                  <a:latin typeface="Arial" panose="020B0604020202020204" pitchFamily="34" charset="0"/>
                </a:endParaRPr>
              </a:p>
            </p:txBody>
          </p:sp>
          <p:sp>
            <p:nvSpPr>
              <p:cNvPr id="57538" name="Rectangle 145"/>
              <p:cNvSpPr/>
              <p:nvPr/>
            </p:nvSpPr>
            <p:spPr>
              <a:xfrm>
                <a:off x="4284" y="2244"/>
                <a:ext cx="256"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方式</a:t>
                </a:r>
                <a:endParaRPr lang="zh-CN" altLang="en-US" sz="1800" b="0" dirty="0">
                  <a:solidFill>
                    <a:schemeClr val="tx1"/>
                  </a:solidFill>
                  <a:latin typeface="Arial" panose="020B0604020202020204" pitchFamily="34" charset="0"/>
                </a:endParaRPr>
              </a:p>
            </p:txBody>
          </p:sp>
          <p:sp>
            <p:nvSpPr>
              <p:cNvPr id="57539" name="Rectangle 146"/>
              <p:cNvSpPr/>
              <p:nvPr/>
            </p:nvSpPr>
            <p:spPr>
              <a:xfrm>
                <a:off x="4581" y="2239"/>
                <a:ext cx="7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57540" name="Rectangle 147"/>
              <p:cNvSpPr/>
              <p:nvPr/>
            </p:nvSpPr>
            <p:spPr>
              <a:xfrm>
                <a:off x="3983" y="2454"/>
                <a:ext cx="288"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001=</a:t>
                </a:r>
                <a:endParaRPr lang="en-US" altLang="zh-CN" sz="1800" b="0" dirty="0">
                  <a:solidFill>
                    <a:schemeClr val="tx1"/>
                  </a:solidFill>
                  <a:latin typeface="Arial" panose="020B0604020202020204" pitchFamily="34" charset="0"/>
                </a:endParaRPr>
              </a:p>
            </p:txBody>
          </p:sp>
          <p:sp>
            <p:nvSpPr>
              <p:cNvPr id="57541" name="Rectangle 148"/>
              <p:cNvSpPr/>
              <p:nvPr/>
            </p:nvSpPr>
            <p:spPr>
              <a:xfrm>
                <a:off x="4284" y="2459"/>
                <a:ext cx="256"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方式</a:t>
                </a:r>
                <a:endParaRPr lang="zh-CN" altLang="en-US" sz="1800" b="0" dirty="0">
                  <a:solidFill>
                    <a:schemeClr val="tx1"/>
                  </a:solidFill>
                  <a:latin typeface="Arial" panose="020B0604020202020204" pitchFamily="34" charset="0"/>
                </a:endParaRPr>
              </a:p>
            </p:txBody>
          </p:sp>
          <p:sp>
            <p:nvSpPr>
              <p:cNvPr id="57542" name="Rectangle 149"/>
              <p:cNvSpPr/>
              <p:nvPr/>
            </p:nvSpPr>
            <p:spPr>
              <a:xfrm>
                <a:off x="4581" y="2454"/>
                <a:ext cx="7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57543" name="Rectangle 150"/>
              <p:cNvSpPr/>
              <p:nvPr/>
            </p:nvSpPr>
            <p:spPr>
              <a:xfrm>
                <a:off x="3983" y="2669"/>
                <a:ext cx="28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x10=</a:t>
                </a:r>
                <a:endParaRPr lang="en-US" altLang="zh-CN" sz="1800" b="0" dirty="0">
                  <a:solidFill>
                    <a:schemeClr val="tx1"/>
                  </a:solidFill>
                  <a:latin typeface="Arial" panose="020B0604020202020204" pitchFamily="34" charset="0"/>
                </a:endParaRPr>
              </a:p>
            </p:txBody>
          </p:sp>
          <p:sp>
            <p:nvSpPr>
              <p:cNvPr id="57544" name="Rectangle 151"/>
              <p:cNvSpPr/>
              <p:nvPr/>
            </p:nvSpPr>
            <p:spPr>
              <a:xfrm>
                <a:off x="4284" y="2674"/>
                <a:ext cx="256"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方式</a:t>
                </a:r>
                <a:endParaRPr lang="zh-CN" altLang="en-US" sz="1800" b="0" dirty="0">
                  <a:solidFill>
                    <a:schemeClr val="tx1"/>
                  </a:solidFill>
                  <a:latin typeface="Arial" panose="020B0604020202020204" pitchFamily="34" charset="0"/>
                </a:endParaRPr>
              </a:p>
            </p:txBody>
          </p:sp>
          <p:sp>
            <p:nvSpPr>
              <p:cNvPr id="57545" name="Rectangle 152"/>
              <p:cNvSpPr/>
              <p:nvPr/>
            </p:nvSpPr>
            <p:spPr>
              <a:xfrm>
                <a:off x="4581" y="2669"/>
                <a:ext cx="7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57546" name="Rectangle 153"/>
              <p:cNvSpPr/>
              <p:nvPr/>
            </p:nvSpPr>
            <p:spPr>
              <a:xfrm>
                <a:off x="3983" y="2883"/>
                <a:ext cx="28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x11=</a:t>
                </a:r>
                <a:endParaRPr lang="en-US" altLang="zh-CN" sz="1800" b="0" dirty="0">
                  <a:solidFill>
                    <a:schemeClr val="tx1"/>
                  </a:solidFill>
                  <a:latin typeface="Arial" panose="020B0604020202020204" pitchFamily="34" charset="0"/>
                </a:endParaRPr>
              </a:p>
            </p:txBody>
          </p:sp>
          <p:sp>
            <p:nvSpPr>
              <p:cNvPr id="57547" name="Rectangle 154"/>
              <p:cNvSpPr/>
              <p:nvPr/>
            </p:nvSpPr>
            <p:spPr>
              <a:xfrm>
                <a:off x="4284" y="2888"/>
                <a:ext cx="256"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方式</a:t>
                </a:r>
                <a:endParaRPr lang="zh-CN" altLang="en-US" sz="1800" b="0" dirty="0">
                  <a:solidFill>
                    <a:schemeClr val="tx1"/>
                  </a:solidFill>
                  <a:latin typeface="Arial" panose="020B0604020202020204" pitchFamily="34" charset="0"/>
                </a:endParaRPr>
              </a:p>
            </p:txBody>
          </p:sp>
          <p:sp>
            <p:nvSpPr>
              <p:cNvPr id="57548" name="Rectangle 155"/>
              <p:cNvSpPr/>
              <p:nvPr/>
            </p:nvSpPr>
            <p:spPr>
              <a:xfrm>
                <a:off x="4581" y="2883"/>
                <a:ext cx="7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57549" name="Rectangle 156"/>
              <p:cNvSpPr/>
              <p:nvPr/>
            </p:nvSpPr>
            <p:spPr>
              <a:xfrm>
                <a:off x="3983" y="3098"/>
                <a:ext cx="288"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100=</a:t>
                </a:r>
                <a:endParaRPr lang="en-US" altLang="zh-CN" sz="1800" b="0" dirty="0">
                  <a:solidFill>
                    <a:schemeClr val="tx1"/>
                  </a:solidFill>
                  <a:latin typeface="Arial" panose="020B0604020202020204" pitchFamily="34" charset="0"/>
                </a:endParaRPr>
              </a:p>
            </p:txBody>
          </p:sp>
          <p:sp>
            <p:nvSpPr>
              <p:cNvPr id="57550" name="Rectangle 157"/>
              <p:cNvSpPr/>
              <p:nvPr/>
            </p:nvSpPr>
            <p:spPr>
              <a:xfrm>
                <a:off x="4284" y="3103"/>
                <a:ext cx="256"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方式</a:t>
                </a:r>
                <a:endParaRPr lang="zh-CN" altLang="en-US" sz="1800" b="0" dirty="0">
                  <a:solidFill>
                    <a:schemeClr val="tx1"/>
                  </a:solidFill>
                  <a:latin typeface="Arial" panose="020B0604020202020204" pitchFamily="34" charset="0"/>
                </a:endParaRPr>
              </a:p>
            </p:txBody>
          </p:sp>
          <p:sp>
            <p:nvSpPr>
              <p:cNvPr id="57551" name="Rectangle 158"/>
              <p:cNvSpPr/>
              <p:nvPr/>
            </p:nvSpPr>
            <p:spPr>
              <a:xfrm>
                <a:off x="4581" y="3098"/>
                <a:ext cx="7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57552" name="Rectangle 159"/>
              <p:cNvSpPr/>
              <p:nvPr/>
            </p:nvSpPr>
            <p:spPr>
              <a:xfrm>
                <a:off x="3983" y="3312"/>
                <a:ext cx="288"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101=</a:t>
                </a:r>
                <a:endParaRPr lang="en-US" altLang="zh-CN" sz="1800" b="0" dirty="0">
                  <a:solidFill>
                    <a:schemeClr val="tx1"/>
                  </a:solidFill>
                  <a:latin typeface="Arial" panose="020B0604020202020204" pitchFamily="34" charset="0"/>
                </a:endParaRPr>
              </a:p>
            </p:txBody>
          </p:sp>
          <p:sp>
            <p:nvSpPr>
              <p:cNvPr id="57553" name="Rectangle 160"/>
              <p:cNvSpPr/>
              <p:nvPr/>
            </p:nvSpPr>
            <p:spPr>
              <a:xfrm>
                <a:off x="4284" y="3316"/>
                <a:ext cx="256" cy="190"/>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方式</a:t>
                </a:r>
                <a:endParaRPr lang="zh-CN" altLang="en-US" sz="1800" b="0" dirty="0">
                  <a:solidFill>
                    <a:schemeClr val="tx1"/>
                  </a:solidFill>
                  <a:latin typeface="Arial" panose="020B0604020202020204" pitchFamily="34" charset="0"/>
                </a:endParaRPr>
              </a:p>
            </p:txBody>
          </p:sp>
          <p:sp>
            <p:nvSpPr>
              <p:cNvPr id="57554" name="Rectangle 161"/>
              <p:cNvSpPr/>
              <p:nvPr/>
            </p:nvSpPr>
            <p:spPr>
              <a:xfrm>
                <a:off x="4581" y="3313"/>
                <a:ext cx="7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5</a:t>
                </a:r>
                <a:endParaRPr lang="en-US" altLang="zh-CN" sz="1800" b="0" dirty="0">
                  <a:solidFill>
                    <a:schemeClr val="tx1"/>
                  </a:solidFill>
                  <a:latin typeface="Arial" panose="020B0604020202020204" pitchFamily="34" charset="0"/>
                </a:endParaRPr>
              </a:p>
            </p:txBody>
          </p:sp>
        </p:grpSp>
        <p:grpSp>
          <p:nvGrpSpPr>
            <p:cNvPr id="57483" name="Group 162"/>
            <p:cNvGrpSpPr/>
            <p:nvPr/>
          </p:nvGrpSpPr>
          <p:grpSpPr>
            <a:xfrm>
              <a:off x="204" y="1661"/>
              <a:ext cx="1270" cy="1117"/>
              <a:chOff x="385" y="1434"/>
              <a:chExt cx="1270" cy="1117"/>
            </a:xfrm>
          </p:grpSpPr>
          <p:sp>
            <p:nvSpPr>
              <p:cNvPr id="57519" name="Rectangle 163"/>
              <p:cNvSpPr/>
              <p:nvPr/>
            </p:nvSpPr>
            <p:spPr>
              <a:xfrm>
                <a:off x="385" y="1434"/>
                <a:ext cx="1270" cy="1117"/>
              </a:xfrm>
              <a:prstGeom prst="rect">
                <a:avLst/>
              </a:prstGeom>
              <a:solidFill>
                <a:srgbClr val="FFFFFF"/>
              </a:solidFill>
              <a:ln w="17463"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520" name="Rectangle 164"/>
              <p:cNvSpPr/>
              <p:nvPr/>
            </p:nvSpPr>
            <p:spPr>
              <a:xfrm>
                <a:off x="428" y="1506"/>
                <a:ext cx="89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通道控制字寻址</a:t>
                </a:r>
                <a:endParaRPr lang="zh-CN" altLang="en-US" sz="1800" b="0" dirty="0">
                  <a:solidFill>
                    <a:schemeClr val="tx1"/>
                  </a:solidFill>
                  <a:latin typeface="Arial" panose="020B0604020202020204" pitchFamily="34" charset="0"/>
                </a:endParaRPr>
              </a:p>
            </p:txBody>
          </p:sp>
          <p:sp>
            <p:nvSpPr>
              <p:cNvPr id="57521" name="Rectangle 165"/>
              <p:cNvSpPr/>
              <p:nvPr/>
            </p:nvSpPr>
            <p:spPr>
              <a:xfrm>
                <a:off x="428" y="1716"/>
                <a:ext cx="217"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00=</a:t>
                </a:r>
                <a:endParaRPr lang="en-US" altLang="zh-CN" sz="1800" b="0" dirty="0">
                  <a:solidFill>
                    <a:schemeClr val="tx1"/>
                  </a:solidFill>
                  <a:latin typeface="Arial" panose="020B0604020202020204" pitchFamily="34" charset="0"/>
                </a:endParaRPr>
              </a:p>
            </p:txBody>
          </p:sp>
          <p:sp>
            <p:nvSpPr>
              <p:cNvPr id="57522" name="Rectangle 166"/>
              <p:cNvSpPr/>
              <p:nvPr/>
            </p:nvSpPr>
            <p:spPr>
              <a:xfrm>
                <a:off x="626" y="1721"/>
                <a:ext cx="25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通道</a:t>
                </a:r>
                <a:endParaRPr lang="zh-CN" altLang="en-US" sz="1800" b="0" dirty="0">
                  <a:solidFill>
                    <a:schemeClr val="tx1"/>
                  </a:solidFill>
                  <a:latin typeface="Arial" panose="020B0604020202020204" pitchFamily="34" charset="0"/>
                </a:endParaRPr>
              </a:p>
            </p:txBody>
          </p:sp>
          <p:sp>
            <p:nvSpPr>
              <p:cNvPr id="57523" name="Rectangle 167"/>
              <p:cNvSpPr/>
              <p:nvPr/>
            </p:nvSpPr>
            <p:spPr>
              <a:xfrm>
                <a:off x="887" y="1716"/>
                <a:ext cx="70"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57524" name="Rectangle 168"/>
              <p:cNvSpPr/>
              <p:nvPr/>
            </p:nvSpPr>
            <p:spPr>
              <a:xfrm>
                <a:off x="980" y="1721"/>
                <a:ext cx="640"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控制寄存器</a:t>
                </a:r>
                <a:endParaRPr lang="zh-CN" altLang="en-US" sz="1800" b="0" dirty="0">
                  <a:solidFill>
                    <a:schemeClr val="tx1"/>
                  </a:solidFill>
                  <a:latin typeface="Arial" panose="020B0604020202020204" pitchFamily="34" charset="0"/>
                </a:endParaRPr>
              </a:p>
            </p:txBody>
          </p:sp>
          <p:sp>
            <p:nvSpPr>
              <p:cNvPr id="57525" name="Rectangle 169"/>
              <p:cNvSpPr/>
              <p:nvPr/>
            </p:nvSpPr>
            <p:spPr>
              <a:xfrm>
                <a:off x="428" y="1931"/>
                <a:ext cx="217"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01=</a:t>
                </a:r>
                <a:endParaRPr lang="en-US" altLang="zh-CN" sz="1800" b="0" dirty="0">
                  <a:solidFill>
                    <a:schemeClr val="tx1"/>
                  </a:solidFill>
                  <a:latin typeface="Arial" panose="020B0604020202020204" pitchFamily="34" charset="0"/>
                </a:endParaRPr>
              </a:p>
            </p:txBody>
          </p:sp>
          <p:sp>
            <p:nvSpPr>
              <p:cNvPr id="57526" name="Rectangle 170"/>
              <p:cNvSpPr/>
              <p:nvPr/>
            </p:nvSpPr>
            <p:spPr>
              <a:xfrm>
                <a:off x="626" y="1936"/>
                <a:ext cx="25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通道</a:t>
                </a:r>
                <a:endParaRPr lang="zh-CN" altLang="en-US" sz="1800" b="0" dirty="0">
                  <a:solidFill>
                    <a:schemeClr val="tx1"/>
                  </a:solidFill>
                  <a:latin typeface="Arial" panose="020B0604020202020204" pitchFamily="34" charset="0"/>
                </a:endParaRPr>
              </a:p>
            </p:txBody>
          </p:sp>
          <p:sp>
            <p:nvSpPr>
              <p:cNvPr id="57527" name="Rectangle 171"/>
              <p:cNvSpPr/>
              <p:nvPr/>
            </p:nvSpPr>
            <p:spPr>
              <a:xfrm>
                <a:off x="887" y="1931"/>
                <a:ext cx="70"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57528" name="Rectangle 172"/>
              <p:cNvSpPr/>
              <p:nvPr/>
            </p:nvSpPr>
            <p:spPr>
              <a:xfrm>
                <a:off x="980" y="1936"/>
                <a:ext cx="640"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控制寄存器</a:t>
                </a:r>
                <a:endParaRPr lang="zh-CN" altLang="en-US" sz="1800" b="0" dirty="0">
                  <a:solidFill>
                    <a:schemeClr val="tx1"/>
                  </a:solidFill>
                  <a:latin typeface="Arial" panose="020B0604020202020204" pitchFamily="34" charset="0"/>
                </a:endParaRPr>
              </a:p>
            </p:txBody>
          </p:sp>
          <p:sp>
            <p:nvSpPr>
              <p:cNvPr id="57529" name="Rectangle 173"/>
              <p:cNvSpPr/>
              <p:nvPr/>
            </p:nvSpPr>
            <p:spPr>
              <a:xfrm>
                <a:off x="428" y="2146"/>
                <a:ext cx="217"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10=</a:t>
                </a:r>
                <a:endParaRPr lang="en-US" altLang="zh-CN" sz="1800" b="0" dirty="0">
                  <a:solidFill>
                    <a:schemeClr val="tx1"/>
                  </a:solidFill>
                  <a:latin typeface="Arial" panose="020B0604020202020204" pitchFamily="34" charset="0"/>
                </a:endParaRPr>
              </a:p>
            </p:txBody>
          </p:sp>
          <p:sp>
            <p:nvSpPr>
              <p:cNvPr id="57530" name="Rectangle 174"/>
              <p:cNvSpPr/>
              <p:nvPr/>
            </p:nvSpPr>
            <p:spPr>
              <a:xfrm>
                <a:off x="626" y="2151"/>
                <a:ext cx="25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通道</a:t>
                </a:r>
                <a:endParaRPr lang="zh-CN" altLang="en-US" sz="1800" b="0" dirty="0">
                  <a:solidFill>
                    <a:schemeClr val="tx1"/>
                  </a:solidFill>
                  <a:latin typeface="Arial" panose="020B0604020202020204" pitchFamily="34" charset="0"/>
                </a:endParaRPr>
              </a:p>
            </p:txBody>
          </p:sp>
          <p:sp>
            <p:nvSpPr>
              <p:cNvPr id="57531" name="Rectangle 175"/>
              <p:cNvSpPr/>
              <p:nvPr/>
            </p:nvSpPr>
            <p:spPr>
              <a:xfrm>
                <a:off x="887" y="2146"/>
                <a:ext cx="70"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57532" name="Rectangle 176"/>
              <p:cNvSpPr/>
              <p:nvPr/>
            </p:nvSpPr>
            <p:spPr>
              <a:xfrm>
                <a:off x="980" y="2151"/>
                <a:ext cx="640"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控制寄存器</a:t>
                </a:r>
                <a:endParaRPr lang="zh-CN" altLang="en-US" sz="1800" b="0" dirty="0">
                  <a:solidFill>
                    <a:schemeClr val="tx1"/>
                  </a:solidFill>
                  <a:latin typeface="Arial" panose="020B0604020202020204" pitchFamily="34" charset="0"/>
                </a:endParaRPr>
              </a:p>
            </p:txBody>
          </p:sp>
          <p:sp>
            <p:nvSpPr>
              <p:cNvPr id="57533" name="Rectangle 177"/>
              <p:cNvSpPr/>
              <p:nvPr/>
            </p:nvSpPr>
            <p:spPr>
              <a:xfrm>
                <a:off x="428" y="2359"/>
                <a:ext cx="217"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11=</a:t>
                </a:r>
                <a:endParaRPr lang="en-US" altLang="zh-CN" sz="1800" b="0" dirty="0">
                  <a:solidFill>
                    <a:schemeClr val="tx1"/>
                  </a:solidFill>
                  <a:latin typeface="Arial" panose="020B0604020202020204" pitchFamily="34" charset="0"/>
                </a:endParaRPr>
              </a:p>
            </p:txBody>
          </p:sp>
          <p:sp>
            <p:nvSpPr>
              <p:cNvPr id="57534" name="Rectangle 178"/>
              <p:cNvSpPr/>
              <p:nvPr/>
            </p:nvSpPr>
            <p:spPr>
              <a:xfrm>
                <a:off x="626" y="2364"/>
                <a:ext cx="25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不用</a:t>
                </a:r>
                <a:endParaRPr lang="zh-CN" altLang="en-US" sz="1800" b="0" dirty="0">
                  <a:solidFill>
                    <a:schemeClr val="tx1"/>
                  </a:solidFill>
                  <a:latin typeface="Arial" panose="020B0604020202020204" pitchFamily="34" charset="0"/>
                </a:endParaRPr>
              </a:p>
            </p:txBody>
          </p:sp>
        </p:grpSp>
        <p:sp>
          <p:nvSpPr>
            <p:cNvPr id="57484" name="Rectangle 179"/>
            <p:cNvSpPr/>
            <p:nvPr/>
          </p:nvSpPr>
          <p:spPr>
            <a:xfrm>
              <a:off x="877" y="2700"/>
              <a:ext cx="252"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       </a:t>
              </a:r>
              <a:endParaRPr lang="en-US" altLang="zh-CN" sz="1800" b="0" dirty="0">
                <a:solidFill>
                  <a:schemeClr val="tx1"/>
                </a:solidFill>
                <a:latin typeface="Arial" panose="020B0604020202020204" pitchFamily="34" charset="0"/>
              </a:endParaRPr>
            </a:p>
          </p:txBody>
        </p:sp>
        <p:sp>
          <p:nvSpPr>
            <p:cNvPr id="57485" name="Freeform 180"/>
            <p:cNvSpPr/>
            <p:nvPr/>
          </p:nvSpPr>
          <p:spPr>
            <a:xfrm>
              <a:off x="2825" y="1120"/>
              <a:ext cx="1061" cy="69"/>
            </a:xfrm>
            <a:custGeom>
              <a:avLst/>
              <a:gdLst/>
              <a:ahLst/>
              <a:cxnLst>
                <a:cxn ang="0">
                  <a:pos x="0" y="0"/>
                </a:cxn>
                <a:cxn ang="0">
                  <a:pos x="1" y="6"/>
                </a:cxn>
                <a:cxn ang="0">
                  <a:pos x="7" y="13"/>
                </a:cxn>
                <a:cxn ang="0">
                  <a:pos x="14" y="20"/>
                </a:cxn>
                <a:cxn ang="0">
                  <a:pos x="26" y="24"/>
                </a:cxn>
                <a:cxn ang="0">
                  <a:pos x="39" y="29"/>
                </a:cxn>
                <a:cxn ang="0">
                  <a:pos x="53" y="31"/>
                </a:cxn>
                <a:cxn ang="0">
                  <a:pos x="88" y="34"/>
                </a:cxn>
                <a:cxn ang="0">
                  <a:pos x="442" y="34"/>
                </a:cxn>
                <a:cxn ang="0">
                  <a:pos x="475" y="38"/>
                </a:cxn>
                <a:cxn ang="0">
                  <a:pos x="491" y="41"/>
                </a:cxn>
                <a:cxn ang="0">
                  <a:pos x="504" y="44"/>
                </a:cxn>
                <a:cxn ang="0">
                  <a:pos x="514" y="51"/>
                </a:cxn>
                <a:cxn ang="0">
                  <a:pos x="523" y="56"/>
                </a:cxn>
                <a:cxn ang="0">
                  <a:pos x="529" y="62"/>
                </a:cxn>
                <a:cxn ang="0">
                  <a:pos x="530" y="69"/>
                </a:cxn>
                <a:cxn ang="0">
                  <a:pos x="532" y="62"/>
                </a:cxn>
                <a:cxn ang="0">
                  <a:pos x="537" y="56"/>
                </a:cxn>
                <a:cxn ang="0">
                  <a:pos x="544" y="51"/>
                </a:cxn>
                <a:cxn ang="0">
                  <a:pos x="557" y="44"/>
                </a:cxn>
                <a:cxn ang="0">
                  <a:pos x="569" y="41"/>
                </a:cxn>
                <a:cxn ang="0">
                  <a:pos x="583" y="38"/>
                </a:cxn>
                <a:cxn ang="0">
                  <a:pos x="619" y="34"/>
                </a:cxn>
                <a:cxn ang="0">
                  <a:pos x="973" y="34"/>
                </a:cxn>
                <a:cxn ang="0">
                  <a:pos x="1006" y="31"/>
                </a:cxn>
                <a:cxn ang="0">
                  <a:pos x="1022" y="29"/>
                </a:cxn>
                <a:cxn ang="0">
                  <a:pos x="1034" y="24"/>
                </a:cxn>
                <a:cxn ang="0">
                  <a:pos x="1045" y="20"/>
                </a:cxn>
                <a:cxn ang="0">
                  <a:pos x="1054" y="13"/>
                </a:cxn>
                <a:cxn ang="0">
                  <a:pos x="1059" y="6"/>
                </a:cxn>
                <a:cxn ang="0">
                  <a:pos x="1061" y="0"/>
                </a:cxn>
              </a:cxnLst>
              <a:pathLst>
                <a:path w="1061" h="69">
                  <a:moveTo>
                    <a:pt x="0" y="0"/>
                  </a:moveTo>
                  <a:lnTo>
                    <a:pt x="1" y="6"/>
                  </a:lnTo>
                  <a:lnTo>
                    <a:pt x="7" y="13"/>
                  </a:lnTo>
                  <a:lnTo>
                    <a:pt x="14" y="20"/>
                  </a:lnTo>
                  <a:lnTo>
                    <a:pt x="26" y="24"/>
                  </a:lnTo>
                  <a:lnTo>
                    <a:pt x="39" y="29"/>
                  </a:lnTo>
                  <a:lnTo>
                    <a:pt x="53" y="31"/>
                  </a:lnTo>
                  <a:lnTo>
                    <a:pt x="88" y="34"/>
                  </a:lnTo>
                  <a:lnTo>
                    <a:pt x="442" y="34"/>
                  </a:lnTo>
                  <a:lnTo>
                    <a:pt x="475" y="38"/>
                  </a:lnTo>
                  <a:lnTo>
                    <a:pt x="491" y="41"/>
                  </a:lnTo>
                  <a:lnTo>
                    <a:pt x="504" y="44"/>
                  </a:lnTo>
                  <a:lnTo>
                    <a:pt x="514" y="51"/>
                  </a:lnTo>
                  <a:lnTo>
                    <a:pt x="523" y="56"/>
                  </a:lnTo>
                  <a:lnTo>
                    <a:pt x="529" y="62"/>
                  </a:lnTo>
                  <a:lnTo>
                    <a:pt x="530" y="69"/>
                  </a:lnTo>
                  <a:lnTo>
                    <a:pt x="532" y="62"/>
                  </a:lnTo>
                  <a:lnTo>
                    <a:pt x="537" y="56"/>
                  </a:lnTo>
                  <a:lnTo>
                    <a:pt x="544" y="51"/>
                  </a:lnTo>
                  <a:lnTo>
                    <a:pt x="557" y="44"/>
                  </a:lnTo>
                  <a:lnTo>
                    <a:pt x="569" y="41"/>
                  </a:lnTo>
                  <a:lnTo>
                    <a:pt x="583" y="38"/>
                  </a:lnTo>
                  <a:lnTo>
                    <a:pt x="619" y="34"/>
                  </a:lnTo>
                  <a:lnTo>
                    <a:pt x="973" y="34"/>
                  </a:lnTo>
                  <a:lnTo>
                    <a:pt x="1006" y="31"/>
                  </a:lnTo>
                  <a:lnTo>
                    <a:pt x="1022" y="29"/>
                  </a:lnTo>
                  <a:lnTo>
                    <a:pt x="1034" y="24"/>
                  </a:lnTo>
                  <a:lnTo>
                    <a:pt x="1045" y="20"/>
                  </a:lnTo>
                  <a:lnTo>
                    <a:pt x="1054" y="13"/>
                  </a:lnTo>
                  <a:lnTo>
                    <a:pt x="1059" y="6"/>
                  </a:lnTo>
                  <a:lnTo>
                    <a:pt x="1061" y="0"/>
                  </a:lnTo>
                </a:path>
              </a:pathLst>
            </a:custGeom>
            <a:noFill/>
            <a:ln w="17463" cap="flat" cmpd="sng">
              <a:solidFill>
                <a:srgbClr val="000000">
                  <a:alpha val="100000"/>
                </a:srgbClr>
              </a:solidFill>
              <a:prstDash val="solid"/>
              <a:round/>
              <a:headEnd type="none" w="med" len="med"/>
              <a:tailEnd type="none" w="med" len="med"/>
            </a:ln>
          </p:spPr>
          <p:txBody>
            <a:bodyPr/>
            <a:p>
              <a:endParaRPr lang="zh-CN" altLang="en-US"/>
            </a:p>
          </p:txBody>
        </p:sp>
        <p:sp>
          <p:nvSpPr>
            <p:cNvPr id="57486" name="Line 181"/>
            <p:cNvSpPr/>
            <p:nvPr/>
          </p:nvSpPr>
          <p:spPr>
            <a:xfrm>
              <a:off x="3379" y="2251"/>
              <a:ext cx="556" cy="1"/>
            </a:xfrm>
            <a:prstGeom prst="line">
              <a:avLst/>
            </a:prstGeom>
            <a:ln w="17463" cap="flat" cmpd="sng">
              <a:solidFill>
                <a:srgbClr val="000000"/>
              </a:solidFill>
              <a:prstDash val="solid"/>
              <a:headEnd type="none" w="med" len="med"/>
              <a:tailEnd type="none" w="med" len="med"/>
            </a:ln>
          </p:spPr>
        </p:sp>
        <p:sp>
          <p:nvSpPr>
            <p:cNvPr id="57487" name="Freeform 182"/>
            <p:cNvSpPr/>
            <p:nvPr/>
          </p:nvSpPr>
          <p:spPr>
            <a:xfrm>
              <a:off x="868" y="1098"/>
              <a:ext cx="807" cy="123"/>
            </a:xfrm>
            <a:custGeom>
              <a:avLst/>
              <a:gdLst/>
              <a:ahLst/>
              <a:cxnLst>
                <a:cxn ang="0">
                  <a:pos x="0" y="0"/>
                </a:cxn>
                <a:cxn ang="0">
                  <a:pos x="2" y="13"/>
                </a:cxn>
                <a:cxn ang="0">
                  <a:pos x="5" y="25"/>
                </a:cxn>
                <a:cxn ang="0">
                  <a:pos x="13" y="35"/>
                </a:cxn>
                <a:cxn ang="0">
                  <a:pos x="20" y="43"/>
                </a:cxn>
                <a:cxn ang="0">
                  <a:pos x="30" y="51"/>
                </a:cxn>
                <a:cxn ang="0">
                  <a:pos x="41" y="56"/>
                </a:cxn>
                <a:cxn ang="0">
                  <a:pos x="53" y="60"/>
                </a:cxn>
                <a:cxn ang="0">
                  <a:pos x="67" y="61"/>
                </a:cxn>
                <a:cxn ang="0">
                  <a:pos x="336" y="61"/>
                </a:cxn>
                <a:cxn ang="0">
                  <a:pos x="350" y="63"/>
                </a:cxn>
                <a:cxn ang="0">
                  <a:pos x="363" y="66"/>
                </a:cxn>
                <a:cxn ang="0">
                  <a:pos x="373" y="71"/>
                </a:cxn>
                <a:cxn ang="0">
                  <a:pos x="384" y="80"/>
                </a:cxn>
                <a:cxn ang="0">
                  <a:pos x="393" y="89"/>
                </a:cxn>
                <a:cxn ang="0">
                  <a:pos x="398" y="99"/>
                </a:cxn>
                <a:cxn ang="0">
                  <a:pos x="402" y="111"/>
                </a:cxn>
                <a:cxn ang="0">
                  <a:pos x="403" y="123"/>
                </a:cxn>
                <a:cxn ang="0">
                  <a:pos x="405" y="111"/>
                </a:cxn>
                <a:cxn ang="0">
                  <a:pos x="409" y="99"/>
                </a:cxn>
                <a:cxn ang="0">
                  <a:pos x="416" y="89"/>
                </a:cxn>
                <a:cxn ang="0">
                  <a:pos x="423" y="80"/>
                </a:cxn>
                <a:cxn ang="0">
                  <a:pos x="434" y="71"/>
                </a:cxn>
                <a:cxn ang="0">
                  <a:pos x="444" y="66"/>
                </a:cxn>
                <a:cxn ang="0">
                  <a:pos x="457" y="63"/>
                </a:cxn>
                <a:cxn ang="0">
                  <a:pos x="471" y="61"/>
                </a:cxn>
                <a:cxn ang="0">
                  <a:pos x="740" y="61"/>
                </a:cxn>
                <a:cxn ang="0">
                  <a:pos x="754" y="60"/>
                </a:cxn>
                <a:cxn ang="0">
                  <a:pos x="766" y="56"/>
                </a:cxn>
                <a:cxn ang="0">
                  <a:pos x="777" y="51"/>
                </a:cxn>
                <a:cxn ang="0">
                  <a:pos x="787" y="43"/>
                </a:cxn>
                <a:cxn ang="0">
                  <a:pos x="796" y="35"/>
                </a:cxn>
                <a:cxn ang="0">
                  <a:pos x="801" y="25"/>
                </a:cxn>
                <a:cxn ang="0">
                  <a:pos x="805" y="13"/>
                </a:cxn>
                <a:cxn ang="0">
                  <a:pos x="807" y="0"/>
                </a:cxn>
              </a:cxnLst>
              <a:pathLst>
                <a:path w="807" h="123">
                  <a:moveTo>
                    <a:pt x="0" y="0"/>
                  </a:moveTo>
                  <a:lnTo>
                    <a:pt x="2" y="13"/>
                  </a:lnTo>
                  <a:lnTo>
                    <a:pt x="5" y="25"/>
                  </a:lnTo>
                  <a:lnTo>
                    <a:pt x="13" y="35"/>
                  </a:lnTo>
                  <a:lnTo>
                    <a:pt x="20" y="43"/>
                  </a:lnTo>
                  <a:lnTo>
                    <a:pt x="30" y="51"/>
                  </a:lnTo>
                  <a:lnTo>
                    <a:pt x="41" y="56"/>
                  </a:lnTo>
                  <a:lnTo>
                    <a:pt x="53" y="60"/>
                  </a:lnTo>
                  <a:lnTo>
                    <a:pt x="67" y="61"/>
                  </a:lnTo>
                  <a:lnTo>
                    <a:pt x="336" y="61"/>
                  </a:lnTo>
                  <a:lnTo>
                    <a:pt x="350" y="63"/>
                  </a:lnTo>
                  <a:lnTo>
                    <a:pt x="363" y="66"/>
                  </a:lnTo>
                  <a:lnTo>
                    <a:pt x="373" y="71"/>
                  </a:lnTo>
                  <a:lnTo>
                    <a:pt x="384" y="80"/>
                  </a:lnTo>
                  <a:lnTo>
                    <a:pt x="393" y="89"/>
                  </a:lnTo>
                  <a:lnTo>
                    <a:pt x="398" y="99"/>
                  </a:lnTo>
                  <a:lnTo>
                    <a:pt x="402" y="111"/>
                  </a:lnTo>
                  <a:lnTo>
                    <a:pt x="403" y="123"/>
                  </a:lnTo>
                  <a:lnTo>
                    <a:pt x="405" y="111"/>
                  </a:lnTo>
                  <a:lnTo>
                    <a:pt x="409" y="99"/>
                  </a:lnTo>
                  <a:lnTo>
                    <a:pt x="416" y="89"/>
                  </a:lnTo>
                  <a:lnTo>
                    <a:pt x="423" y="80"/>
                  </a:lnTo>
                  <a:lnTo>
                    <a:pt x="434" y="71"/>
                  </a:lnTo>
                  <a:lnTo>
                    <a:pt x="444" y="66"/>
                  </a:lnTo>
                  <a:lnTo>
                    <a:pt x="457" y="63"/>
                  </a:lnTo>
                  <a:lnTo>
                    <a:pt x="471" y="61"/>
                  </a:lnTo>
                  <a:lnTo>
                    <a:pt x="740" y="61"/>
                  </a:lnTo>
                  <a:lnTo>
                    <a:pt x="754" y="60"/>
                  </a:lnTo>
                  <a:lnTo>
                    <a:pt x="766" y="56"/>
                  </a:lnTo>
                  <a:lnTo>
                    <a:pt x="777" y="51"/>
                  </a:lnTo>
                  <a:lnTo>
                    <a:pt x="787" y="43"/>
                  </a:lnTo>
                  <a:lnTo>
                    <a:pt x="796" y="35"/>
                  </a:lnTo>
                  <a:lnTo>
                    <a:pt x="801" y="25"/>
                  </a:lnTo>
                  <a:lnTo>
                    <a:pt x="805" y="13"/>
                  </a:lnTo>
                  <a:lnTo>
                    <a:pt x="807" y="0"/>
                  </a:lnTo>
                </a:path>
              </a:pathLst>
            </a:custGeom>
            <a:noFill/>
            <a:ln w="17463" cap="flat" cmpd="sng">
              <a:solidFill>
                <a:srgbClr val="000000">
                  <a:alpha val="100000"/>
                </a:srgbClr>
              </a:solidFill>
              <a:prstDash val="solid"/>
              <a:round/>
              <a:headEnd type="none" w="med" len="med"/>
              <a:tailEnd type="none" w="med" len="med"/>
            </a:ln>
          </p:spPr>
          <p:txBody>
            <a:bodyPr/>
            <a:p>
              <a:endParaRPr lang="zh-CN" altLang="en-US"/>
            </a:p>
          </p:txBody>
        </p:sp>
        <p:sp>
          <p:nvSpPr>
            <p:cNvPr id="57488" name="Freeform 183"/>
            <p:cNvSpPr/>
            <p:nvPr/>
          </p:nvSpPr>
          <p:spPr>
            <a:xfrm>
              <a:off x="1786" y="1088"/>
              <a:ext cx="807" cy="123"/>
            </a:xfrm>
            <a:custGeom>
              <a:avLst/>
              <a:gdLst/>
              <a:ahLst/>
              <a:cxnLst>
                <a:cxn ang="0">
                  <a:pos x="0" y="0"/>
                </a:cxn>
                <a:cxn ang="0">
                  <a:pos x="2" y="13"/>
                </a:cxn>
                <a:cxn ang="0">
                  <a:pos x="6" y="25"/>
                </a:cxn>
                <a:cxn ang="0">
                  <a:pos x="13" y="35"/>
                </a:cxn>
                <a:cxn ang="0">
                  <a:pos x="20" y="43"/>
                </a:cxn>
                <a:cxn ang="0">
                  <a:pos x="30" y="52"/>
                </a:cxn>
                <a:cxn ang="0">
                  <a:pos x="41" y="56"/>
                </a:cxn>
                <a:cxn ang="0">
                  <a:pos x="53" y="60"/>
                </a:cxn>
                <a:cxn ang="0">
                  <a:pos x="67" y="61"/>
                </a:cxn>
                <a:cxn ang="0">
                  <a:pos x="336" y="61"/>
                </a:cxn>
                <a:cxn ang="0">
                  <a:pos x="350" y="63"/>
                </a:cxn>
                <a:cxn ang="0">
                  <a:pos x="363" y="66"/>
                </a:cxn>
                <a:cxn ang="0">
                  <a:pos x="373" y="71"/>
                </a:cxn>
                <a:cxn ang="0">
                  <a:pos x="384" y="80"/>
                </a:cxn>
                <a:cxn ang="0">
                  <a:pos x="393" y="90"/>
                </a:cxn>
                <a:cxn ang="0">
                  <a:pos x="398" y="99"/>
                </a:cxn>
                <a:cxn ang="0">
                  <a:pos x="402" y="111"/>
                </a:cxn>
                <a:cxn ang="0">
                  <a:pos x="404" y="123"/>
                </a:cxn>
                <a:cxn ang="0">
                  <a:pos x="405" y="111"/>
                </a:cxn>
                <a:cxn ang="0">
                  <a:pos x="409" y="99"/>
                </a:cxn>
                <a:cxn ang="0">
                  <a:pos x="416" y="90"/>
                </a:cxn>
                <a:cxn ang="0">
                  <a:pos x="423" y="80"/>
                </a:cxn>
                <a:cxn ang="0">
                  <a:pos x="434" y="71"/>
                </a:cxn>
                <a:cxn ang="0">
                  <a:pos x="444" y="66"/>
                </a:cxn>
                <a:cxn ang="0">
                  <a:pos x="457" y="63"/>
                </a:cxn>
                <a:cxn ang="0">
                  <a:pos x="471" y="61"/>
                </a:cxn>
                <a:cxn ang="0">
                  <a:pos x="740" y="61"/>
                </a:cxn>
                <a:cxn ang="0">
                  <a:pos x="754" y="60"/>
                </a:cxn>
                <a:cxn ang="0">
                  <a:pos x="766" y="56"/>
                </a:cxn>
                <a:cxn ang="0">
                  <a:pos x="777" y="52"/>
                </a:cxn>
                <a:cxn ang="0">
                  <a:pos x="787" y="43"/>
                </a:cxn>
                <a:cxn ang="0">
                  <a:pos x="796" y="35"/>
                </a:cxn>
                <a:cxn ang="0">
                  <a:pos x="802" y="25"/>
                </a:cxn>
                <a:cxn ang="0">
                  <a:pos x="805" y="13"/>
                </a:cxn>
                <a:cxn ang="0">
                  <a:pos x="807" y="0"/>
                </a:cxn>
              </a:cxnLst>
              <a:pathLst>
                <a:path w="807" h="123">
                  <a:moveTo>
                    <a:pt x="0" y="0"/>
                  </a:moveTo>
                  <a:lnTo>
                    <a:pt x="2" y="13"/>
                  </a:lnTo>
                  <a:lnTo>
                    <a:pt x="6" y="25"/>
                  </a:lnTo>
                  <a:lnTo>
                    <a:pt x="13" y="35"/>
                  </a:lnTo>
                  <a:lnTo>
                    <a:pt x="20" y="43"/>
                  </a:lnTo>
                  <a:lnTo>
                    <a:pt x="30" y="52"/>
                  </a:lnTo>
                  <a:lnTo>
                    <a:pt x="41" y="56"/>
                  </a:lnTo>
                  <a:lnTo>
                    <a:pt x="53" y="60"/>
                  </a:lnTo>
                  <a:lnTo>
                    <a:pt x="67" y="61"/>
                  </a:lnTo>
                  <a:lnTo>
                    <a:pt x="336" y="61"/>
                  </a:lnTo>
                  <a:lnTo>
                    <a:pt x="350" y="63"/>
                  </a:lnTo>
                  <a:lnTo>
                    <a:pt x="363" y="66"/>
                  </a:lnTo>
                  <a:lnTo>
                    <a:pt x="373" y="71"/>
                  </a:lnTo>
                  <a:lnTo>
                    <a:pt x="384" y="80"/>
                  </a:lnTo>
                  <a:lnTo>
                    <a:pt x="393" y="90"/>
                  </a:lnTo>
                  <a:lnTo>
                    <a:pt x="398" y="99"/>
                  </a:lnTo>
                  <a:lnTo>
                    <a:pt x="402" y="111"/>
                  </a:lnTo>
                  <a:lnTo>
                    <a:pt x="404" y="123"/>
                  </a:lnTo>
                  <a:lnTo>
                    <a:pt x="405" y="111"/>
                  </a:lnTo>
                  <a:lnTo>
                    <a:pt x="409" y="99"/>
                  </a:lnTo>
                  <a:lnTo>
                    <a:pt x="416" y="90"/>
                  </a:lnTo>
                  <a:lnTo>
                    <a:pt x="423" y="80"/>
                  </a:lnTo>
                  <a:lnTo>
                    <a:pt x="434" y="71"/>
                  </a:lnTo>
                  <a:lnTo>
                    <a:pt x="444" y="66"/>
                  </a:lnTo>
                  <a:lnTo>
                    <a:pt x="457" y="63"/>
                  </a:lnTo>
                  <a:lnTo>
                    <a:pt x="471" y="61"/>
                  </a:lnTo>
                  <a:lnTo>
                    <a:pt x="740" y="61"/>
                  </a:lnTo>
                  <a:lnTo>
                    <a:pt x="754" y="60"/>
                  </a:lnTo>
                  <a:lnTo>
                    <a:pt x="766" y="56"/>
                  </a:lnTo>
                  <a:lnTo>
                    <a:pt x="777" y="52"/>
                  </a:lnTo>
                  <a:lnTo>
                    <a:pt x="787" y="43"/>
                  </a:lnTo>
                  <a:lnTo>
                    <a:pt x="796" y="35"/>
                  </a:lnTo>
                  <a:lnTo>
                    <a:pt x="802" y="25"/>
                  </a:lnTo>
                  <a:lnTo>
                    <a:pt x="805" y="13"/>
                  </a:lnTo>
                  <a:lnTo>
                    <a:pt x="807" y="0"/>
                  </a:lnTo>
                </a:path>
              </a:pathLst>
            </a:custGeom>
            <a:noFill/>
            <a:ln w="17463" cap="flat" cmpd="sng">
              <a:solidFill>
                <a:srgbClr val="000000">
                  <a:alpha val="100000"/>
                </a:srgbClr>
              </a:solidFill>
              <a:prstDash val="solid"/>
              <a:round/>
              <a:headEnd type="none" w="med" len="med"/>
              <a:tailEnd type="none" w="med" len="med"/>
            </a:ln>
          </p:spPr>
          <p:txBody>
            <a:bodyPr/>
            <a:p>
              <a:endParaRPr lang="zh-CN" altLang="en-US"/>
            </a:p>
          </p:txBody>
        </p:sp>
        <p:sp>
          <p:nvSpPr>
            <p:cNvPr id="57489" name="Line 184"/>
            <p:cNvSpPr/>
            <p:nvPr/>
          </p:nvSpPr>
          <p:spPr>
            <a:xfrm>
              <a:off x="1270" y="1237"/>
              <a:ext cx="1" cy="50"/>
            </a:xfrm>
            <a:prstGeom prst="line">
              <a:avLst/>
            </a:prstGeom>
            <a:ln w="17463" cap="flat" cmpd="sng">
              <a:solidFill>
                <a:srgbClr val="000000"/>
              </a:solidFill>
              <a:prstDash val="solid"/>
              <a:headEnd type="none" w="med" len="med"/>
              <a:tailEnd type="none" w="med" len="med"/>
            </a:ln>
          </p:spPr>
        </p:sp>
        <p:sp>
          <p:nvSpPr>
            <p:cNvPr id="57490" name="Line 185"/>
            <p:cNvSpPr/>
            <p:nvPr/>
          </p:nvSpPr>
          <p:spPr>
            <a:xfrm>
              <a:off x="793" y="1480"/>
              <a:ext cx="0" cy="181"/>
            </a:xfrm>
            <a:prstGeom prst="line">
              <a:avLst/>
            </a:prstGeom>
            <a:ln w="17463" cap="flat" cmpd="sng">
              <a:solidFill>
                <a:srgbClr val="000000"/>
              </a:solidFill>
              <a:prstDash val="solid"/>
              <a:headEnd type="none" w="med" len="med"/>
              <a:tailEnd type="none" w="med" len="med"/>
            </a:ln>
          </p:spPr>
        </p:sp>
        <p:grpSp>
          <p:nvGrpSpPr>
            <p:cNvPr id="57491" name="Group 186"/>
            <p:cNvGrpSpPr/>
            <p:nvPr/>
          </p:nvGrpSpPr>
          <p:grpSpPr>
            <a:xfrm>
              <a:off x="1561" y="1661"/>
              <a:ext cx="1682" cy="1134"/>
              <a:chOff x="829" y="1326"/>
              <a:chExt cx="1682" cy="1348"/>
            </a:xfrm>
          </p:grpSpPr>
          <p:sp>
            <p:nvSpPr>
              <p:cNvPr id="57496" name="Rectangle 187"/>
              <p:cNvSpPr/>
              <p:nvPr/>
            </p:nvSpPr>
            <p:spPr>
              <a:xfrm>
                <a:off x="839" y="1570"/>
                <a:ext cx="1225" cy="227"/>
              </a:xfrm>
              <a:prstGeom prst="rect">
                <a:avLst/>
              </a:prstGeom>
              <a:noFill/>
              <a:ln w="9525" cap="flat" cmpd="sng">
                <a:solidFill>
                  <a:srgbClr val="FF00FF"/>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97" name="Rectangle 188"/>
              <p:cNvSpPr/>
              <p:nvPr/>
            </p:nvSpPr>
            <p:spPr>
              <a:xfrm>
                <a:off x="829" y="1326"/>
                <a:ext cx="1682" cy="1348"/>
              </a:xfrm>
              <a:prstGeom prst="rect">
                <a:avLst/>
              </a:prstGeom>
              <a:solidFill>
                <a:srgbClr val="FFFFFF"/>
              </a:solidFill>
              <a:ln w="17463"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7498" name="Rectangle 189"/>
              <p:cNvSpPr/>
              <p:nvPr/>
            </p:nvSpPr>
            <p:spPr>
              <a:xfrm>
                <a:off x="877" y="1416"/>
                <a:ext cx="512"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读写操作</a:t>
                </a:r>
                <a:endParaRPr lang="zh-CN" altLang="en-US" sz="1800" b="0" dirty="0">
                  <a:solidFill>
                    <a:schemeClr val="tx1"/>
                  </a:solidFill>
                  <a:latin typeface="Arial" panose="020B0604020202020204" pitchFamily="34" charset="0"/>
                </a:endParaRPr>
              </a:p>
            </p:txBody>
          </p:sp>
          <p:sp>
            <p:nvSpPr>
              <p:cNvPr id="57499" name="Rectangle 190"/>
              <p:cNvSpPr/>
              <p:nvPr/>
            </p:nvSpPr>
            <p:spPr>
              <a:xfrm>
                <a:off x="877" y="1626"/>
                <a:ext cx="217"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00=</a:t>
                </a:r>
                <a:endParaRPr lang="en-US" altLang="zh-CN" sz="1800" b="0" dirty="0">
                  <a:solidFill>
                    <a:schemeClr val="tx1"/>
                  </a:solidFill>
                  <a:latin typeface="Arial" panose="020B0604020202020204" pitchFamily="34" charset="0"/>
                </a:endParaRPr>
              </a:p>
            </p:txBody>
          </p:sp>
          <p:sp>
            <p:nvSpPr>
              <p:cNvPr id="57500" name="Rectangle 191"/>
              <p:cNvSpPr/>
              <p:nvPr/>
            </p:nvSpPr>
            <p:spPr>
              <a:xfrm>
                <a:off x="1103" y="1630"/>
                <a:ext cx="896"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锁定当前计数值</a:t>
                </a:r>
                <a:endParaRPr lang="zh-CN" altLang="en-US" sz="1800" b="0" dirty="0">
                  <a:solidFill>
                    <a:schemeClr val="tx1"/>
                  </a:solidFill>
                  <a:latin typeface="Arial" panose="020B0604020202020204" pitchFamily="34" charset="0"/>
                </a:endParaRPr>
              </a:p>
            </p:txBody>
          </p:sp>
          <p:sp>
            <p:nvSpPr>
              <p:cNvPr id="57501" name="Rectangle 192"/>
              <p:cNvSpPr/>
              <p:nvPr/>
            </p:nvSpPr>
            <p:spPr>
              <a:xfrm>
                <a:off x="877" y="1840"/>
                <a:ext cx="217"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01=</a:t>
                </a:r>
                <a:endParaRPr lang="en-US" altLang="zh-CN" sz="1800" b="0" dirty="0">
                  <a:solidFill>
                    <a:schemeClr val="tx1"/>
                  </a:solidFill>
                  <a:latin typeface="Arial" panose="020B0604020202020204" pitchFamily="34" charset="0"/>
                </a:endParaRPr>
              </a:p>
            </p:txBody>
          </p:sp>
          <p:sp>
            <p:nvSpPr>
              <p:cNvPr id="57502" name="Rectangle 193"/>
              <p:cNvSpPr/>
              <p:nvPr/>
            </p:nvSpPr>
            <p:spPr>
              <a:xfrm>
                <a:off x="1103" y="1845"/>
                <a:ext cx="128" cy="18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读</a:t>
                </a:r>
                <a:endParaRPr lang="zh-CN" altLang="en-US" sz="1800" b="0" dirty="0">
                  <a:solidFill>
                    <a:schemeClr val="tx1"/>
                  </a:solidFill>
                  <a:latin typeface="Arial" panose="020B0604020202020204" pitchFamily="34" charset="0"/>
                </a:endParaRPr>
              </a:p>
            </p:txBody>
          </p:sp>
          <p:sp>
            <p:nvSpPr>
              <p:cNvPr id="57503" name="Rectangle 194"/>
              <p:cNvSpPr/>
              <p:nvPr/>
            </p:nvSpPr>
            <p:spPr>
              <a:xfrm>
                <a:off x="1236" y="1840"/>
                <a:ext cx="36"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a:t>
                </a:r>
                <a:endParaRPr lang="en-US" altLang="zh-CN" sz="1800" b="0" dirty="0">
                  <a:solidFill>
                    <a:schemeClr val="tx1"/>
                  </a:solidFill>
                  <a:latin typeface="Arial" panose="020B0604020202020204" pitchFamily="34" charset="0"/>
                </a:endParaRPr>
              </a:p>
            </p:txBody>
          </p:sp>
          <p:sp>
            <p:nvSpPr>
              <p:cNvPr id="57504" name="Rectangle 195"/>
              <p:cNvSpPr/>
              <p:nvPr/>
            </p:nvSpPr>
            <p:spPr>
              <a:xfrm>
                <a:off x="1273" y="1845"/>
                <a:ext cx="640" cy="18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写计数器低</a:t>
                </a:r>
                <a:endParaRPr lang="zh-CN" altLang="en-US" sz="1800" b="0" dirty="0">
                  <a:solidFill>
                    <a:schemeClr val="tx1"/>
                  </a:solidFill>
                  <a:latin typeface="Arial" panose="020B0604020202020204" pitchFamily="34" charset="0"/>
                </a:endParaRPr>
              </a:p>
            </p:txBody>
          </p:sp>
          <p:sp>
            <p:nvSpPr>
              <p:cNvPr id="57505" name="Rectangle 196"/>
              <p:cNvSpPr/>
              <p:nvPr/>
            </p:nvSpPr>
            <p:spPr>
              <a:xfrm>
                <a:off x="1970" y="1840"/>
                <a:ext cx="71"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8</a:t>
                </a:r>
                <a:endParaRPr lang="en-US" altLang="zh-CN" sz="1800" b="0" dirty="0">
                  <a:solidFill>
                    <a:schemeClr val="tx1"/>
                  </a:solidFill>
                  <a:latin typeface="Arial" panose="020B0604020202020204" pitchFamily="34" charset="0"/>
                </a:endParaRPr>
              </a:p>
            </p:txBody>
          </p:sp>
          <p:sp>
            <p:nvSpPr>
              <p:cNvPr id="57506" name="Rectangle 197"/>
              <p:cNvSpPr/>
              <p:nvPr/>
            </p:nvSpPr>
            <p:spPr>
              <a:xfrm>
                <a:off x="2076" y="1845"/>
                <a:ext cx="128" cy="18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位</a:t>
                </a:r>
                <a:endParaRPr lang="zh-CN" altLang="en-US" sz="1800" b="0" dirty="0">
                  <a:solidFill>
                    <a:schemeClr val="tx1"/>
                  </a:solidFill>
                  <a:latin typeface="Arial" panose="020B0604020202020204" pitchFamily="34" charset="0"/>
                </a:endParaRPr>
              </a:p>
            </p:txBody>
          </p:sp>
          <p:sp>
            <p:nvSpPr>
              <p:cNvPr id="57507" name="Rectangle 198"/>
              <p:cNvSpPr/>
              <p:nvPr/>
            </p:nvSpPr>
            <p:spPr>
              <a:xfrm>
                <a:off x="877" y="2055"/>
                <a:ext cx="217"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10=</a:t>
                </a:r>
                <a:endParaRPr lang="en-US" altLang="zh-CN" sz="1800" b="0" dirty="0">
                  <a:solidFill>
                    <a:schemeClr val="tx1"/>
                  </a:solidFill>
                  <a:latin typeface="Arial" panose="020B0604020202020204" pitchFamily="34" charset="0"/>
                </a:endParaRPr>
              </a:p>
            </p:txBody>
          </p:sp>
          <p:sp>
            <p:nvSpPr>
              <p:cNvPr id="57508" name="Rectangle 199"/>
              <p:cNvSpPr/>
              <p:nvPr/>
            </p:nvSpPr>
            <p:spPr>
              <a:xfrm>
                <a:off x="1103" y="2059"/>
                <a:ext cx="768"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读写计数器高</a:t>
                </a:r>
                <a:endParaRPr lang="zh-CN" altLang="en-US" sz="1800" b="0" dirty="0">
                  <a:solidFill>
                    <a:schemeClr val="tx1"/>
                  </a:solidFill>
                  <a:latin typeface="Arial" panose="020B0604020202020204" pitchFamily="34" charset="0"/>
                </a:endParaRPr>
              </a:p>
            </p:txBody>
          </p:sp>
          <p:sp>
            <p:nvSpPr>
              <p:cNvPr id="57509" name="Rectangle 200"/>
              <p:cNvSpPr/>
              <p:nvPr/>
            </p:nvSpPr>
            <p:spPr>
              <a:xfrm>
                <a:off x="1933" y="2055"/>
                <a:ext cx="71"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8</a:t>
                </a:r>
                <a:endParaRPr lang="en-US" altLang="zh-CN" sz="1800" b="0" dirty="0">
                  <a:solidFill>
                    <a:schemeClr val="tx1"/>
                  </a:solidFill>
                  <a:latin typeface="Arial" panose="020B0604020202020204" pitchFamily="34" charset="0"/>
                </a:endParaRPr>
              </a:p>
            </p:txBody>
          </p:sp>
          <p:sp>
            <p:nvSpPr>
              <p:cNvPr id="57510" name="Rectangle 201"/>
              <p:cNvSpPr/>
              <p:nvPr/>
            </p:nvSpPr>
            <p:spPr>
              <a:xfrm>
                <a:off x="2039" y="2059"/>
                <a:ext cx="128"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位</a:t>
                </a:r>
                <a:endParaRPr lang="zh-CN" altLang="en-US" sz="1800" b="0" dirty="0">
                  <a:solidFill>
                    <a:schemeClr val="tx1"/>
                  </a:solidFill>
                  <a:latin typeface="Arial" panose="020B0604020202020204" pitchFamily="34" charset="0"/>
                </a:endParaRPr>
              </a:p>
            </p:txBody>
          </p:sp>
          <p:sp>
            <p:nvSpPr>
              <p:cNvPr id="57511" name="Rectangle 202"/>
              <p:cNvSpPr/>
              <p:nvPr/>
            </p:nvSpPr>
            <p:spPr>
              <a:xfrm>
                <a:off x="877" y="2269"/>
                <a:ext cx="217"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11=</a:t>
                </a:r>
                <a:endParaRPr lang="en-US" altLang="zh-CN" sz="1800" b="0" dirty="0">
                  <a:solidFill>
                    <a:schemeClr val="tx1"/>
                  </a:solidFill>
                  <a:latin typeface="Arial" panose="020B0604020202020204" pitchFamily="34" charset="0"/>
                </a:endParaRPr>
              </a:p>
            </p:txBody>
          </p:sp>
          <p:sp>
            <p:nvSpPr>
              <p:cNvPr id="57512" name="Rectangle 203"/>
              <p:cNvSpPr/>
              <p:nvPr/>
            </p:nvSpPr>
            <p:spPr>
              <a:xfrm>
                <a:off x="1109" y="2275"/>
                <a:ext cx="256"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先读</a:t>
                </a:r>
                <a:endParaRPr lang="zh-CN" altLang="en-US" sz="1800" b="0" dirty="0">
                  <a:solidFill>
                    <a:schemeClr val="tx1"/>
                  </a:solidFill>
                  <a:latin typeface="Arial" panose="020B0604020202020204" pitchFamily="34" charset="0"/>
                </a:endParaRPr>
              </a:p>
            </p:txBody>
          </p:sp>
          <p:sp>
            <p:nvSpPr>
              <p:cNvPr id="57513" name="Rectangle 204"/>
              <p:cNvSpPr/>
              <p:nvPr/>
            </p:nvSpPr>
            <p:spPr>
              <a:xfrm>
                <a:off x="1385" y="2269"/>
                <a:ext cx="36"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a:t>
                </a:r>
                <a:endParaRPr lang="en-US" altLang="zh-CN" sz="1800" b="0" dirty="0">
                  <a:solidFill>
                    <a:schemeClr val="tx1"/>
                  </a:solidFill>
                  <a:latin typeface="Arial" panose="020B0604020202020204" pitchFamily="34" charset="0"/>
                </a:endParaRPr>
              </a:p>
            </p:txBody>
          </p:sp>
          <p:sp>
            <p:nvSpPr>
              <p:cNvPr id="57514" name="Rectangle 205"/>
              <p:cNvSpPr/>
              <p:nvPr/>
            </p:nvSpPr>
            <p:spPr>
              <a:xfrm>
                <a:off x="1429" y="2275"/>
                <a:ext cx="640"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写计数器低</a:t>
                </a:r>
                <a:endParaRPr lang="zh-CN" altLang="en-US" sz="1800" b="0" dirty="0">
                  <a:solidFill>
                    <a:schemeClr val="tx1"/>
                  </a:solidFill>
                  <a:latin typeface="Arial" panose="020B0604020202020204" pitchFamily="34" charset="0"/>
                </a:endParaRPr>
              </a:p>
            </p:txBody>
          </p:sp>
          <p:sp>
            <p:nvSpPr>
              <p:cNvPr id="57515" name="Rectangle 206"/>
              <p:cNvSpPr/>
              <p:nvPr/>
            </p:nvSpPr>
            <p:spPr>
              <a:xfrm>
                <a:off x="2186" y="2269"/>
                <a:ext cx="71"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8</a:t>
                </a:r>
                <a:endParaRPr lang="en-US" altLang="zh-CN" sz="1800" b="0" dirty="0">
                  <a:solidFill>
                    <a:schemeClr val="tx1"/>
                  </a:solidFill>
                  <a:latin typeface="Arial" panose="020B0604020202020204" pitchFamily="34" charset="0"/>
                </a:endParaRPr>
              </a:p>
            </p:txBody>
          </p:sp>
          <p:sp>
            <p:nvSpPr>
              <p:cNvPr id="57516" name="Rectangle 207"/>
              <p:cNvSpPr/>
              <p:nvPr/>
            </p:nvSpPr>
            <p:spPr>
              <a:xfrm>
                <a:off x="2331" y="2275"/>
                <a:ext cx="128"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位</a:t>
                </a:r>
                <a:endParaRPr lang="zh-CN" altLang="en-US" sz="1800" b="0" dirty="0">
                  <a:solidFill>
                    <a:schemeClr val="tx1"/>
                  </a:solidFill>
                  <a:latin typeface="Arial" panose="020B0604020202020204" pitchFamily="34" charset="0"/>
                </a:endParaRPr>
              </a:p>
            </p:txBody>
          </p:sp>
          <p:sp>
            <p:nvSpPr>
              <p:cNvPr id="57517" name="Rectangle 208"/>
              <p:cNvSpPr/>
              <p:nvPr/>
            </p:nvSpPr>
            <p:spPr>
              <a:xfrm>
                <a:off x="877" y="2490"/>
                <a:ext cx="768"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再读</a:t>
                </a:r>
                <a:r>
                  <a:rPr lang="en-US" altLang="zh-CN" sz="1600" b="0" dirty="0">
                    <a:solidFill>
                      <a:srgbClr val="000000"/>
                    </a:solidFill>
                    <a:latin typeface="宋体" panose="02010600030101010101" pitchFamily="2" charset="-122"/>
                  </a:rPr>
                  <a:t>/</a:t>
                </a:r>
                <a:r>
                  <a:rPr lang="zh-CN" altLang="en-US" sz="1600" b="0" dirty="0">
                    <a:solidFill>
                      <a:srgbClr val="000000"/>
                    </a:solidFill>
                    <a:latin typeface="宋体" panose="02010600030101010101" pitchFamily="2" charset="-122"/>
                  </a:rPr>
                  <a:t>写高</a:t>
                </a:r>
                <a:r>
                  <a:rPr lang="en-US" altLang="zh-CN" sz="1600" b="0" dirty="0">
                    <a:solidFill>
                      <a:srgbClr val="000000"/>
                    </a:solidFill>
                    <a:latin typeface="宋体" panose="02010600030101010101" pitchFamily="2" charset="-122"/>
                  </a:rPr>
                  <a:t>8</a:t>
                </a:r>
                <a:r>
                  <a:rPr lang="zh-CN" altLang="en-US" sz="1600" b="0" dirty="0">
                    <a:solidFill>
                      <a:srgbClr val="000000"/>
                    </a:solidFill>
                    <a:latin typeface="宋体" panose="02010600030101010101" pitchFamily="2" charset="-122"/>
                  </a:rPr>
                  <a:t>位</a:t>
                </a:r>
                <a:endParaRPr lang="zh-CN" altLang="en-US" sz="1800" b="0" dirty="0">
                  <a:solidFill>
                    <a:schemeClr val="tx1"/>
                  </a:solidFill>
                  <a:latin typeface="Arial" panose="020B0604020202020204" pitchFamily="34" charset="0"/>
                </a:endParaRPr>
              </a:p>
            </p:txBody>
          </p:sp>
          <p:sp>
            <p:nvSpPr>
              <p:cNvPr id="57518" name="Rectangle 209"/>
              <p:cNvSpPr/>
              <p:nvPr/>
            </p:nvSpPr>
            <p:spPr>
              <a:xfrm>
                <a:off x="884" y="1616"/>
                <a:ext cx="1225" cy="181"/>
              </a:xfrm>
              <a:prstGeom prst="rect">
                <a:avLst/>
              </a:prstGeom>
              <a:noFill/>
              <a:ln w="9525" cap="flat" cmpd="sng">
                <a:solidFill>
                  <a:srgbClr val="FF00FF"/>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grpSp>
        <p:sp>
          <p:nvSpPr>
            <p:cNvPr id="57492" name="Line 210"/>
            <p:cNvSpPr/>
            <p:nvPr/>
          </p:nvSpPr>
          <p:spPr>
            <a:xfrm>
              <a:off x="793" y="1480"/>
              <a:ext cx="499" cy="0"/>
            </a:xfrm>
            <a:prstGeom prst="line">
              <a:avLst/>
            </a:prstGeom>
            <a:ln w="9525" cap="flat" cmpd="sng">
              <a:solidFill>
                <a:schemeClr val="tx1"/>
              </a:solidFill>
              <a:prstDash val="solid"/>
              <a:headEnd type="none" w="med" len="med"/>
              <a:tailEnd type="none" w="med" len="med"/>
            </a:ln>
          </p:spPr>
        </p:sp>
        <p:sp>
          <p:nvSpPr>
            <p:cNvPr id="57493" name="Line 211"/>
            <p:cNvSpPr/>
            <p:nvPr/>
          </p:nvSpPr>
          <p:spPr>
            <a:xfrm flipV="1">
              <a:off x="1292" y="1253"/>
              <a:ext cx="0" cy="227"/>
            </a:xfrm>
            <a:prstGeom prst="line">
              <a:avLst/>
            </a:prstGeom>
            <a:ln w="9525" cap="flat" cmpd="sng">
              <a:solidFill>
                <a:schemeClr val="tx1"/>
              </a:solidFill>
              <a:prstDash val="solid"/>
              <a:headEnd type="none" w="med" len="med"/>
              <a:tailEnd type="none" w="med" len="med"/>
            </a:ln>
          </p:spPr>
        </p:sp>
        <p:sp>
          <p:nvSpPr>
            <p:cNvPr id="57494" name="Line 212"/>
            <p:cNvSpPr/>
            <p:nvPr/>
          </p:nvSpPr>
          <p:spPr>
            <a:xfrm>
              <a:off x="2200" y="1207"/>
              <a:ext cx="0" cy="409"/>
            </a:xfrm>
            <a:prstGeom prst="line">
              <a:avLst/>
            </a:prstGeom>
            <a:ln w="9525" cap="flat" cmpd="sng">
              <a:solidFill>
                <a:schemeClr val="tx1"/>
              </a:solidFill>
              <a:prstDash val="solid"/>
              <a:headEnd type="none" w="med" len="med"/>
              <a:tailEnd type="none" w="med" len="med"/>
            </a:ln>
          </p:spPr>
        </p:sp>
        <p:sp>
          <p:nvSpPr>
            <p:cNvPr id="57495" name="Line 213"/>
            <p:cNvSpPr/>
            <p:nvPr/>
          </p:nvSpPr>
          <p:spPr>
            <a:xfrm>
              <a:off x="3379" y="1207"/>
              <a:ext cx="0" cy="1044"/>
            </a:xfrm>
            <a:prstGeom prst="line">
              <a:avLst/>
            </a:prstGeom>
            <a:ln w="9525" cap="flat" cmpd="sng">
              <a:solidFill>
                <a:schemeClr val="tx1"/>
              </a:solidFill>
              <a:prstDash val="solid"/>
              <a:headEnd type="none" w="med" len="med"/>
              <a:tailEnd type="none" w="med" len="med"/>
            </a:ln>
          </p:spPr>
        </p:sp>
      </p:grpSp>
      <p:sp>
        <p:nvSpPr>
          <p:cNvPr id="57347" name="Rectangle 214"/>
          <p:cNvSpPr/>
          <p:nvPr/>
        </p:nvSpPr>
        <p:spPr>
          <a:xfrm>
            <a:off x="395288" y="5627688"/>
            <a:ext cx="8496300" cy="1196975"/>
          </a:xfrm>
          <a:prstGeom prst="rect">
            <a:avLst/>
          </a:prstGeom>
          <a:solidFill>
            <a:schemeClr val="accent1"/>
          </a:solidFill>
          <a:ln w="9525" cap="flat" cmpd="sng">
            <a:solidFill>
              <a:srgbClr val="FF0000"/>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400" dirty="0">
                <a:solidFill>
                  <a:schemeClr val="tx1"/>
                </a:solidFill>
                <a:latin typeface="宋体" panose="02010600030101010101" pitchFamily="2" charset="-122"/>
              </a:rPr>
              <a:t>(1</a:t>
            </a:r>
            <a:r>
              <a:rPr lang="zh-CN" altLang="en-US" sz="2400" dirty="0">
                <a:solidFill>
                  <a:schemeClr val="tx1"/>
                </a:solidFill>
                <a:latin typeface="宋体" panose="02010600030101010101" pitchFamily="2" charset="-122"/>
              </a:rPr>
              <a:t>）</a:t>
            </a:r>
            <a:r>
              <a:rPr lang="en-US" altLang="zh-CN" sz="2400" dirty="0">
                <a:solidFill>
                  <a:schemeClr val="tx1"/>
                </a:solidFill>
                <a:latin typeface="宋体" panose="02010600030101010101" pitchFamily="2" charset="-122"/>
              </a:rPr>
              <a:t>D7D6</a:t>
            </a:r>
            <a:r>
              <a:rPr lang="zh-CN" altLang="en-US" sz="2400" dirty="0">
                <a:solidFill>
                  <a:schemeClr val="tx1"/>
                </a:solidFill>
                <a:latin typeface="宋体" panose="02010600030101010101" pitchFamily="2" charset="-122"/>
              </a:rPr>
              <a:t>：计数器选择位。这两位表示这个控制字是对哪一个计数器设置的。 </a:t>
            </a:r>
            <a:endParaRPr lang="zh-CN" altLang="en-US" sz="2400" dirty="0">
              <a:solidFill>
                <a:schemeClr val="tx1"/>
              </a:solidFill>
              <a:latin typeface="宋体" panose="02010600030101010101" pitchFamily="2" charset="-122"/>
            </a:endParaRPr>
          </a:p>
          <a:p>
            <a:pPr marL="0" lvl="0" indent="0">
              <a:lnSpc>
                <a:spcPct val="100000"/>
              </a:lnSpc>
              <a:spcBef>
                <a:spcPct val="0"/>
              </a:spcBef>
              <a:spcAft>
                <a:spcPct val="0"/>
              </a:spcAft>
              <a:buClrTx/>
              <a:buSzTx/>
              <a:buNone/>
            </a:pPr>
            <a:r>
              <a:rPr lang="en-US" altLang="zh-CN" sz="2400" dirty="0">
                <a:solidFill>
                  <a:srgbClr val="0000FF"/>
                </a:solidFill>
                <a:latin typeface="宋体" panose="02010600030101010101" pitchFamily="2" charset="-122"/>
              </a:rPr>
              <a:t>00</a:t>
            </a:r>
            <a:r>
              <a:rPr lang="zh-CN" altLang="en-US" sz="2400" dirty="0">
                <a:solidFill>
                  <a:srgbClr val="0000FF"/>
                </a:solidFill>
                <a:latin typeface="宋体" panose="02010600030101010101" pitchFamily="2" charset="-122"/>
              </a:rPr>
              <a:t>：计数器</a:t>
            </a:r>
            <a:r>
              <a:rPr lang="en-US" altLang="zh-CN" sz="2400" dirty="0">
                <a:solidFill>
                  <a:srgbClr val="0000FF"/>
                </a:solidFill>
                <a:latin typeface="宋体" panose="02010600030101010101" pitchFamily="2" charset="-122"/>
              </a:rPr>
              <a:t>0</a:t>
            </a:r>
            <a:r>
              <a:rPr lang="zh-CN" altLang="en-US" sz="2400" dirty="0">
                <a:solidFill>
                  <a:srgbClr val="0000FF"/>
                </a:solidFill>
                <a:latin typeface="宋体" panose="02010600030101010101" pitchFamily="2" charset="-122"/>
              </a:rPr>
              <a:t>；</a:t>
            </a:r>
            <a:r>
              <a:rPr lang="en-US" altLang="zh-CN" sz="2400" dirty="0">
                <a:solidFill>
                  <a:srgbClr val="0000FF"/>
                </a:solidFill>
                <a:latin typeface="宋体" panose="02010600030101010101" pitchFamily="2" charset="-122"/>
              </a:rPr>
              <a:t>01</a:t>
            </a:r>
            <a:r>
              <a:rPr lang="zh-CN" altLang="en-US" sz="2400" dirty="0">
                <a:solidFill>
                  <a:srgbClr val="0000FF"/>
                </a:solidFill>
                <a:latin typeface="宋体" panose="02010600030101010101" pitchFamily="2" charset="-122"/>
              </a:rPr>
              <a:t>：计数器</a:t>
            </a:r>
            <a:r>
              <a:rPr lang="en-US" altLang="zh-CN" sz="2400" dirty="0">
                <a:solidFill>
                  <a:srgbClr val="0000FF"/>
                </a:solidFill>
                <a:latin typeface="宋体" panose="02010600030101010101" pitchFamily="2" charset="-122"/>
              </a:rPr>
              <a:t>1</a:t>
            </a:r>
            <a:r>
              <a:rPr lang="zh-CN" altLang="en-US" sz="2400" dirty="0">
                <a:solidFill>
                  <a:srgbClr val="0000FF"/>
                </a:solidFill>
                <a:latin typeface="宋体" panose="02010600030101010101" pitchFamily="2" charset="-122"/>
              </a:rPr>
              <a:t>；</a:t>
            </a:r>
            <a:r>
              <a:rPr lang="en-US" altLang="zh-CN" sz="2400" dirty="0">
                <a:solidFill>
                  <a:srgbClr val="0000FF"/>
                </a:solidFill>
                <a:latin typeface="宋体" panose="02010600030101010101" pitchFamily="2" charset="-122"/>
              </a:rPr>
              <a:t>10</a:t>
            </a:r>
            <a:r>
              <a:rPr lang="zh-CN" altLang="en-US" sz="2400" dirty="0">
                <a:solidFill>
                  <a:srgbClr val="0000FF"/>
                </a:solidFill>
                <a:latin typeface="宋体" panose="02010600030101010101" pitchFamily="2" charset="-122"/>
              </a:rPr>
              <a:t>：计数器</a:t>
            </a:r>
            <a:r>
              <a:rPr lang="en-US" altLang="zh-CN" sz="2400" dirty="0">
                <a:solidFill>
                  <a:srgbClr val="0000FF"/>
                </a:solidFill>
                <a:latin typeface="宋体" panose="02010600030101010101" pitchFamily="2" charset="-122"/>
              </a:rPr>
              <a:t>2</a:t>
            </a:r>
            <a:r>
              <a:rPr lang="zh-CN" altLang="en-US" sz="2400" dirty="0">
                <a:solidFill>
                  <a:srgbClr val="0000FF"/>
                </a:solidFill>
                <a:latin typeface="宋体" panose="02010600030101010101" pitchFamily="2" charset="-122"/>
              </a:rPr>
              <a:t>；</a:t>
            </a:r>
            <a:r>
              <a:rPr lang="en-US" altLang="zh-CN" sz="2400" dirty="0">
                <a:solidFill>
                  <a:srgbClr val="0000FF"/>
                </a:solidFill>
                <a:latin typeface="宋体" panose="02010600030101010101" pitchFamily="2" charset="-122"/>
              </a:rPr>
              <a:t>11</a:t>
            </a:r>
            <a:r>
              <a:rPr lang="zh-CN" altLang="en-US" sz="2400" dirty="0">
                <a:solidFill>
                  <a:srgbClr val="0000FF"/>
                </a:solidFill>
                <a:latin typeface="宋体" panose="02010600030101010101" pitchFamily="2" charset="-122"/>
              </a:rPr>
              <a:t>：非法选择。</a:t>
            </a:r>
            <a:endParaRPr lang="zh-CN" altLang="en-US" sz="2400" dirty="0">
              <a:solidFill>
                <a:srgbClr val="0000FF"/>
              </a:solidFill>
              <a:latin typeface="宋体" panose="02010600030101010101" pitchFamily="2" charset="-122"/>
            </a:endParaRPr>
          </a:p>
        </p:txBody>
      </p:sp>
      <p:sp>
        <p:nvSpPr>
          <p:cNvPr id="217" name="Rectangle 2"/>
          <p:cNvSpPr txBox="1">
            <a:spLocks noChangeArrowheads="1"/>
          </p:cNvSpPr>
          <p:nvPr/>
        </p:nvSpPr>
        <p:spPr bwMode="auto">
          <a:xfrm>
            <a:off x="1335088" y="1141413"/>
            <a:ext cx="467677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rtl="0" eaLnBrk="0" fontAlgn="base" hangingPunct="0">
              <a:spcBef>
                <a:spcPct val="0"/>
              </a:spcBef>
              <a:spcAft>
                <a:spcPct val="0"/>
              </a:spcAft>
              <a:defRPr sz="4400" kern="1200">
                <a:solidFill>
                  <a:srgbClr val="800000"/>
                </a:solidFill>
                <a:latin typeface="+mj-lt"/>
                <a:ea typeface="+mj-ea"/>
                <a:cs typeface="+mj-cs"/>
              </a:defRPr>
            </a:lvl1pPr>
            <a:lvl2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2pPr>
            <a:lvl3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3pPr>
            <a:lvl4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4pPr>
            <a:lvl5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5pPr>
            <a:lvl6pPr marL="4572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6pPr>
            <a:lvl7pPr marL="9144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7pPr>
            <a:lvl8pPr marL="13716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8pPr>
            <a:lvl9pPr marL="18288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zh-CN" sz="4400" b="1" i="0" u="none" strike="noStrike" kern="1200" cap="none" spc="0" normalizeH="0" baseline="0" noProof="0" dirty="0">
                <a:ln>
                  <a:noFill/>
                </a:ln>
                <a:solidFill>
                  <a:srgbClr val="C00000"/>
                </a:solidFill>
                <a:effectLst/>
                <a:uLnTx/>
                <a:uFillTx/>
                <a:latin typeface="+mj-ea"/>
                <a:ea typeface="+mj-ea"/>
                <a:cs typeface="+mj-cs"/>
              </a:rPr>
              <a:t>8253</a:t>
            </a:r>
            <a:r>
              <a:rPr kumimoji="0" lang="zh-CN" altLang="en-US" sz="4400" b="1" i="0" u="none" strike="noStrike" kern="1200" cap="none" spc="0" normalizeH="0" baseline="0" noProof="0" dirty="0">
                <a:ln>
                  <a:noFill/>
                </a:ln>
                <a:solidFill>
                  <a:srgbClr val="C00000"/>
                </a:solidFill>
                <a:effectLst/>
                <a:uLnTx/>
                <a:uFillTx/>
                <a:latin typeface="+mj-ea"/>
                <a:ea typeface="+mj-ea"/>
                <a:cs typeface="+mj-cs"/>
              </a:rPr>
              <a:t>控制字格式</a:t>
            </a:r>
            <a:endParaRPr kumimoji="0" lang="zh-CN" altLang="en-US" sz="4400" b="1" i="0" u="none" strike="noStrike" kern="1200" cap="none" spc="0" normalizeH="0" baseline="0" noProof="0" dirty="0">
              <a:ln>
                <a:noFill/>
              </a:ln>
              <a:solidFill>
                <a:srgbClr val="C00000"/>
              </a:solidFill>
              <a:effectLst/>
              <a:uLnTx/>
              <a:uFillTx/>
              <a:latin typeface="+mj-ea"/>
              <a:ea typeface="+mj-ea"/>
              <a:cs typeface="+mj-cs"/>
            </a:endParaRPr>
          </a:p>
        </p:txBody>
      </p:sp>
    </p:spTree>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grpSp>
        <p:nvGrpSpPr>
          <p:cNvPr id="58370" name="Group 3"/>
          <p:cNvGrpSpPr/>
          <p:nvPr/>
        </p:nvGrpSpPr>
        <p:grpSpPr>
          <a:xfrm>
            <a:off x="684213" y="188913"/>
            <a:ext cx="7416800" cy="3351212"/>
            <a:chOff x="204" y="756"/>
            <a:chExt cx="4672" cy="2111"/>
          </a:xfrm>
        </p:grpSpPr>
        <p:sp>
          <p:nvSpPr>
            <p:cNvPr id="58372" name="Rectangle 4"/>
            <p:cNvSpPr/>
            <p:nvPr/>
          </p:nvSpPr>
          <p:spPr>
            <a:xfrm>
              <a:off x="98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58373" name="Rectangle 5"/>
            <p:cNvSpPr/>
            <p:nvPr/>
          </p:nvSpPr>
          <p:spPr>
            <a:xfrm>
              <a:off x="109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7</a:t>
              </a:r>
              <a:endParaRPr lang="en-US" altLang="zh-CN" sz="1800" b="0" dirty="0">
                <a:solidFill>
                  <a:schemeClr val="tx1"/>
                </a:solidFill>
                <a:latin typeface="Arial" panose="020B0604020202020204" pitchFamily="34" charset="0"/>
              </a:endParaRPr>
            </a:p>
          </p:txBody>
        </p:sp>
        <p:sp>
          <p:nvSpPr>
            <p:cNvPr id="58374" name="Rectangle 6"/>
            <p:cNvSpPr/>
            <p:nvPr/>
          </p:nvSpPr>
          <p:spPr>
            <a:xfrm>
              <a:off x="144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58375" name="Rectangle 7"/>
            <p:cNvSpPr/>
            <p:nvPr/>
          </p:nvSpPr>
          <p:spPr>
            <a:xfrm>
              <a:off x="155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6</a:t>
              </a:r>
              <a:endParaRPr lang="en-US" altLang="zh-CN" sz="1800" b="0" dirty="0">
                <a:solidFill>
                  <a:schemeClr val="tx1"/>
                </a:solidFill>
                <a:latin typeface="Arial" panose="020B0604020202020204" pitchFamily="34" charset="0"/>
              </a:endParaRPr>
            </a:p>
          </p:txBody>
        </p:sp>
        <p:sp>
          <p:nvSpPr>
            <p:cNvPr id="58376" name="Rectangle 8"/>
            <p:cNvSpPr/>
            <p:nvPr/>
          </p:nvSpPr>
          <p:spPr>
            <a:xfrm>
              <a:off x="190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58377" name="Rectangle 9"/>
            <p:cNvSpPr/>
            <p:nvPr/>
          </p:nvSpPr>
          <p:spPr>
            <a:xfrm>
              <a:off x="201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5</a:t>
              </a:r>
              <a:endParaRPr lang="en-US" altLang="zh-CN" sz="1800" b="0" dirty="0">
                <a:solidFill>
                  <a:schemeClr val="tx1"/>
                </a:solidFill>
                <a:latin typeface="Arial" panose="020B0604020202020204" pitchFamily="34" charset="0"/>
              </a:endParaRPr>
            </a:p>
          </p:txBody>
        </p:sp>
        <p:sp>
          <p:nvSpPr>
            <p:cNvPr id="58378" name="Rectangle 10"/>
            <p:cNvSpPr/>
            <p:nvPr/>
          </p:nvSpPr>
          <p:spPr>
            <a:xfrm>
              <a:off x="236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58379" name="Rectangle 11"/>
            <p:cNvSpPr/>
            <p:nvPr/>
          </p:nvSpPr>
          <p:spPr>
            <a:xfrm>
              <a:off x="247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58380" name="Rectangle 12"/>
            <p:cNvSpPr/>
            <p:nvPr/>
          </p:nvSpPr>
          <p:spPr>
            <a:xfrm>
              <a:off x="282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58381" name="Rectangle 13"/>
            <p:cNvSpPr/>
            <p:nvPr/>
          </p:nvSpPr>
          <p:spPr>
            <a:xfrm>
              <a:off x="293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58382" name="Rectangle 14"/>
            <p:cNvSpPr/>
            <p:nvPr/>
          </p:nvSpPr>
          <p:spPr>
            <a:xfrm>
              <a:off x="328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58383" name="Rectangle 15"/>
            <p:cNvSpPr/>
            <p:nvPr/>
          </p:nvSpPr>
          <p:spPr>
            <a:xfrm>
              <a:off x="339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58384" name="Rectangle 16"/>
            <p:cNvSpPr/>
            <p:nvPr/>
          </p:nvSpPr>
          <p:spPr>
            <a:xfrm>
              <a:off x="374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58385" name="Rectangle 17"/>
            <p:cNvSpPr/>
            <p:nvPr/>
          </p:nvSpPr>
          <p:spPr>
            <a:xfrm>
              <a:off x="385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58386" name="Rectangle 18"/>
            <p:cNvSpPr/>
            <p:nvPr/>
          </p:nvSpPr>
          <p:spPr>
            <a:xfrm>
              <a:off x="420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58387" name="Rectangle 19"/>
            <p:cNvSpPr/>
            <p:nvPr/>
          </p:nvSpPr>
          <p:spPr>
            <a:xfrm>
              <a:off x="431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58388" name="Rectangle 20"/>
            <p:cNvSpPr/>
            <p:nvPr/>
          </p:nvSpPr>
          <p:spPr>
            <a:xfrm>
              <a:off x="833"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389" name="Line 21"/>
            <p:cNvSpPr/>
            <p:nvPr/>
          </p:nvSpPr>
          <p:spPr>
            <a:xfrm>
              <a:off x="833" y="756"/>
              <a:ext cx="7" cy="1"/>
            </a:xfrm>
            <a:prstGeom prst="line">
              <a:avLst/>
            </a:prstGeom>
            <a:ln w="0" cap="flat" cmpd="sng">
              <a:solidFill>
                <a:srgbClr val="000000"/>
              </a:solidFill>
              <a:prstDash val="solid"/>
              <a:headEnd type="none" w="med" len="med"/>
              <a:tailEnd type="none" w="med" len="med"/>
            </a:ln>
          </p:spPr>
        </p:sp>
        <p:sp>
          <p:nvSpPr>
            <p:cNvPr id="58390" name="Line 22"/>
            <p:cNvSpPr/>
            <p:nvPr/>
          </p:nvSpPr>
          <p:spPr>
            <a:xfrm>
              <a:off x="833" y="756"/>
              <a:ext cx="1" cy="7"/>
            </a:xfrm>
            <a:prstGeom prst="line">
              <a:avLst/>
            </a:prstGeom>
            <a:ln w="0" cap="flat" cmpd="sng">
              <a:solidFill>
                <a:srgbClr val="000000"/>
              </a:solidFill>
              <a:prstDash val="solid"/>
              <a:headEnd type="none" w="med" len="med"/>
              <a:tailEnd type="none" w="med" len="med"/>
            </a:ln>
          </p:spPr>
        </p:sp>
        <p:sp>
          <p:nvSpPr>
            <p:cNvPr id="58391" name="Rectangle 23"/>
            <p:cNvSpPr/>
            <p:nvPr/>
          </p:nvSpPr>
          <p:spPr>
            <a:xfrm>
              <a:off x="833"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392" name="Line 24"/>
            <p:cNvSpPr/>
            <p:nvPr/>
          </p:nvSpPr>
          <p:spPr>
            <a:xfrm>
              <a:off x="833" y="756"/>
              <a:ext cx="7" cy="1"/>
            </a:xfrm>
            <a:prstGeom prst="line">
              <a:avLst/>
            </a:prstGeom>
            <a:ln w="0" cap="flat" cmpd="sng">
              <a:solidFill>
                <a:srgbClr val="000000"/>
              </a:solidFill>
              <a:prstDash val="solid"/>
              <a:headEnd type="none" w="med" len="med"/>
              <a:tailEnd type="none" w="med" len="med"/>
            </a:ln>
          </p:spPr>
        </p:sp>
        <p:sp>
          <p:nvSpPr>
            <p:cNvPr id="58393" name="Line 25"/>
            <p:cNvSpPr/>
            <p:nvPr/>
          </p:nvSpPr>
          <p:spPr>
            <a:xfrm>
              <a:off x="833" y="756"/>
              <a:ext cx="1" cy="7"/>
            </a:xfrm>
            <a:prstGeom prst="line">
              <a:avLst/>
            </a:prstGeom>
            <a:ln w="0" cap="flat" cmpd="sng">
              <a:solidFill>
                <a:srgbClr val="000000"/>
              </a:solidFill>
              <a:prstDash val="solid"/>
              <a:headEnd type="none" w="med" len="med"/>
              <a:tailEnd type="none" w="med" len="med"/>
            </a:ln>
          </p:spPr>
        </p:sp>
        <p:sp>
          <p:nvSpPr>
            <p:cNvPr id="58394" name="Rectangle 26"/>
            <p:cNvSpPr/>
            <p:nvPr/>
          </p:nvSpPr>
          <p:spPr>
            <a:xfrm>
              <a:off x="840" y="756"/>
              <a:ext cx="453"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395" name="Line 27"/>
            <p:cNvSpPr/>
            <p:nvPr/>
          </p:nvSpPr>
          <p:spPr>
            <a:xfrm>
              <a:off x="840" y="756"/>
              <a:ext cx="453" cy="1"/>
            </a:xfrm>
            <a:prstGeom prst="line">
              <a:avLst/>
            </a:prstGeom>
            <a:ln w="0" cap="flat" cmpd="sng">
              <a:solidFill>
                <a:srgbClr val="000000"/>
              </a:solidFill>
              <a:prstDash val="solid"/>
              <a:headEnd type="none" w="med" len="med"/>
              <a:tailEnd type="none" w="med" len="med"/>
            </a:ln>
          </p:spPr>
        </p:sp>
        <p:sp>
          <p:nvSpPr>
            <p:cNvPr id="58396" name="Rectangle 28"/>
            <p:cNvSpPr/>
            <p:nvPr/>
          </p:nvSpPr>
          <p:spPr>
            <a:xfrm>
              <a:off x="1293"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397" name="Line 29"/>
            <p:cNvSpPr/>
            <p:nvPr/>
          </p:nvSpPr>
          <p:spPr>
            <a:xfrm>
              <a:off x="1293" y="756"/>
              <a:ext cx="7" cy="1"/>
            </a:xfrm>
            <a:prstGeom prst="line">
              <a:avLst/>
            </a:prstGeom>
            <a:ln w="0" cap="flat" cmpd="sng">
              <a:solidFill>
                <a:srgbClr val="000000"/>
              </a:solidFill>
              <a:prstDash val="solid"/>
              <a:headEnd type="none" w="med" len="med"/>
              <a:tailEnd type="none" w="med" len="med"/>
            </a:ln>
          </p:spPr>
        </p:sp>
        <p:sp>
          <p:nvSpPr>
            <p:cNvPr id="58398" name="Line 30"/>
            <p:cNvSpPr/>
            <p:nvPr/>
          </p:nvSpPr>
          <p:spPr>
            <a:xfrm>
              <a:off x="1293" y="756"/>
              <a:ext cx="1" cy="7"/>
            </a:xfrm>
            <a:prstGeom prst="line">
              <a:avLst/>
            </a:prstGeom>
            <a:ln w="0" cap="flat" cmpd="sng">
              <a:solidFill>
                <a:srgbClr val="000000"/>
              </a:solidFill>
              <a:prstDash val="solid"/>
              <a:headEnd type="none" w="med" len="med"/>
              <a:tailEnd type="none" w="med" len="med"/>
            </a:ln>
          </p:spPr>
        </p:sp>
        <p:sp>
          <p:nvSpPr>
            <p:cNvPr id="58399" name="Rectangle 31"/>
            <p:cNvSpPr/>
            <p:nvPr/>
          </p:nvSpPr>
          <p:spPr>
            <a:xfrm>
              <a:off x="1300" y="756"/>
              <a:ext cx="453"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00" name="Line 32"/>
            <p:cNvSpPr/>
            <p:nvPr/>
          </p:nvSpPr>
          <p:spPr>
            <a:xfrm>
              <a:off x="1300" y="756"/>
              <a:ext cx="453" cy="1"/>
            </a:xfrm>
            <a:prstGeom prst="line">
              <a:avLst/>
            </a:prstGeom>
            <a:ln w="0" cap="flat" cmpd="sng">
              <a:solidFill>
                <a:srgbClr val="000000"/>
              </a:solidFill>
              <a:prstDash val="solid"/>
              <a:headEnd type="none" w="med" len="med"/>
              <a:tailEnd type="none" w="med" len="med"/>
            </a:ln>
          </p:spPr>
        </p:sp>
        <p:sp>
          <p:nvSpPr>
            <p:cNvPr id="58401" name="Rectangle 33"/>
            <p:cNvSpPr/>
            <p:nvPr/>
          </p:nvSpPr>
          <p:spPr>
            <a:xfrm>
              <a:off x="1753"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02" name="Line 34"/>
            <p:cNvSpPr/>
            <p:nvPr/>
          </p:nvSpPr>
          <p:spPr>
            <a:xfrm>
              <a:off x="1753" y="756"/>
              <a:ext cx="7" cy="1"/>
            </a:xfrm>
            <a:prstGeom prst="line">
              <a:avLst/>
            </a:prstGeom>
            <a:ln w="0" cap="flat" cmpd="sng">
              <a:solidFill>
                <a:srgbClr val="000000"/>
              </a:solidFill>
              <a:prstDash val="solid"/>
              <a:headEnd type="none" w="med" len="med"/>
              <a:tailEnd type="none" w="med" len="med"/>
            </a:ln>
          </p:spPr>
        </p:sp>
        <p:sp>
          <p:nvSpPr>
            <p:cNvPr id="58403" name="Line 35"/>
            <p:cNvSpPr/>
            <p:nvPr/>
          </p:nvSpPr>
          <p:spPr>
            <a:xfrm>
              <a:off x="1753" y="756"/>
              <a:ext cx="1" cy="7"/>
            </a:xfrm>
            <a:prstGeom prst="line">
              <a:avLst/>
            </a:prstGeom>
            <a:ln w="0" cap="flat" cmpd="sng">
              <a:solidFill>
                <a:srgbClr val="000000"/>
              </a:solidFill>
              <a:prstDash val="solid"/>
              <a:headEnd type="none" w="med" len="med"/>
              <a:tailEnd type="none" w="med" len="med"/>
            </a:ln>
          </p:spPr>
        </p:sp>
        <p:sp>
          <p:nvSpPr>
            <p:cNvPr id="58404" name="Rectangle 36"/>
            <p:cNvSpPr/>
            <p:nvPr/>
          </p:nvSpPr>
          <p:spPr>
            <a:xfrm>
              <a:off x="1760" y="756"/>
              <a:ext cx="453"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05" name="Line 37"/>
            <p:cNvSpPr/>
            <p:nvPr/>
          </p:nvSpPr>
          <p:spPr>
            <a:xfrm>
              <a:off x="1760" y="756"/>
              <a:ext cx="453" cy="1"/>
            </a:xfrm>
            <a:prstGeom prst="line">
              <a:avLst/>
            </a:prstGeom>
            <a:ln w="0" cap="flat" cmpd="sng">
              <a:solidFill>
                <a:srgbClr val="000000"/>
              </a:solidFill>
              <a:prstDash val="solid"/>
              <a:headEnd type="none" w="med" len="med"/>
              <a:tailEnd type="none" w="med" len="med"/>
            </a:ln>
          </p:spPr>
        </p:sp>
        <p:sp>
          <p:nvSpPr>
            <p:cNvPr id="58406" name="Rectangle 38"/>
            <p:cNvSpPr/>
            <p:nvPr/>
          </p:nvSpPr>
          <p:spPr>
            <a:xfrm>
              <a:off x="2213"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07" name="Line 39"/>
            <p:cNvSpPr/>
            <p:nvPr/>
          </p:nvSpPr>
          <p:spPr>
            <a:xfrm>
              <a:off x="2213" y="756"/>
              <a:ext cx="7" cy="1"/>
            </a:xfrm>
            <a:prstGeom prst="line">
              <a:avLst/>
            </a:prstGeom>
            <a:ln w="0" cap="flat" cmpd="sng">
              <a:solidFill>
                <a:srgbClr val="000000"/>
              </a:solidFill>
              <a:prstDash val="solid"/>
              <a:headEnd type="none" w="med" len="med"/>
              <a:tailEnd type="none" w="med" len="med"/>
            </a:ln>
          </p:spPr>
        </p:sp>
        <p:sp>
          <p:nvSpPr>
            <p:cNvPr id="58408" name="Line 40"/>
            <p:cNvSpPr/>
            <p:nvPr/>
          </p:nvSpPr>
          <p:spPr>
            <a:xfrm>
              <a:off x="2213" y="756"/>
              <a:ext cx="1" cy="7"/>
            </a:xfrm>
            <a:prstGeom prst="line">
              <a:avLst/>
            </a:prstGeom>
            <a:ln w="0" cap="flat" cmpd="sng">
              <a:solidFill>
                <a:srgbClr val="000000"/>
              </a:solidFill>
              <a:prstDash val="solid"/>
              <a:headEnd type="none" w="med" len="med"/>
              <a:tailEnd type="none" w="med" len="med"/>
            </a:ln>
          </p:spPr>
        </p:sp>
        <p:sp>
          <p:nvSpPr>
            <p:cNvPr id="58409" name="Rectangle 41"/>
            <p:cNvSpPr/>
            <p:nvPr/>
          </p:nvSpPr>
          <p:spPr>
            <a:xfrm>
              <a:off x="2220" y="756"/>
              <a:ext cx="452"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10" name="Line 42"/>
            <p:cNvSpPr/>
            <p:nvPr/>
          </p:nvSpPr>
          <p:spPr>
            <a:xfrm>
              <a:off x="2220" y="756"/>
              <a:ext cx="452" cy="1"/>
            </a:xfrm>
            <a:prstGeom prst="line">
              <a:avLst/>
            </a:prstGeom>
            <a:ln w="0" cap="flat" cmpd="sng">
              <a:solidFill>
                <a:srgbClr val="000000"/>
              </a:solidFill>
              <a:prstDash val="solid"/>
              <a:headEnd type="none" w="med" len="med"/>
              <a:tailEnd type="none" w="med" len="med"/>
            </a:ln>
          </p:spPr>
        </p:sp>
        <p:sp>
          <p:nvSpPr>
            <p:cNvPr id="58411" name="Rectangle 43"/>
            <p:cNvSpPr/>
            <p:nvPr/>
          </p:nvSpPr>
          <p:spPr>
            <a:xfrm>
              <a:off x="2672" y="756"/>
              <a:ext cx="8"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12" name="Line 44"/>
            <p:cNvSpPr/>
            <p:nvPr/>
          </p:nvSpPr>
          <p:spPr>
            <a:xfrm>
              <a:off x="2672" y="756"/>
              <a:ext cx="8" cy="1"/>
            </a:xfrm>
            <a:prstGeom prst="line">
              <a:avLst/>
            </a:prstGeom>
            <a:ln w="0" cap="flat" cmpd="sng">
              <a:solidFill>
                <a:srgbClr val="000000"/>
              </a:solidFill>
              <a:prstDash val="solid"/>
              <a:headEnd type="none" w="med" len="med"/>
              <a:tailEnd type="none" w="med" len="med"/>
            </a:ln>
          </p:spPr>
        </p:sp>
        <p:sp>
          <p:nvSpPr>
            <p:cNvPr id="58413" name="Line 45"/>
            <p:cNvSpPr/>
            <p:nvPr/>
          </p:nvSpPr>
          <p:spPr>
            <a:xfrm>
              <a:off x="2672" y="756"/>
              <a:ext cx="1" cy="7"/>
            </a:xfrm>
            <a:prstGeom prst="line">
              <a:avLst/>
            </a:prstGeom>
            <a:ln w="0" cap="flat" cmpd="sng">
              <a:solidFill>
                <a:srgbClr val="000000"/>
              </a:solidFill>
              <a:prstDash val="solid"/>
              <a:headEnd type="none" w="med" len="med"/>
              <a:tailEnd type="none" w="med" len="med"/>
            </a:ln>
          </p:spPr>
        </p:sp>
        <p:sp>
          <p:nvSpPr>
            <p:cNvPr id="58414" name="Rectangle 46"/>
            <p:cNvSpPr/>
            <p:nvPr/>
          </p:nvSpPr>
          <p:spPr>
            <a:xfrm>
              <a:off x="2680" y="756"/>
              <a:ext cx="452"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15" name="Line 47"/>
            <p:cNvSpPr/>
            <p:nvPr/>
          </p:nvSpPr>
          <p:spPr>
            <a:xfrm>
              <a:off x="2680" y="756"/>
              <a:ext cx="452" cy="1"/>
            </a:xfrm>
            <a:prstGeom prst="line">
              <a:avLst/>
            </a:prstGeom>
            <a:ln w="0" cap="flat" cmpd="sng">
              <a:solidFill>
                <a:srgbClr val="000000"/>
              </a:solidFill>
              <a:prstDash val="solid"/>
              <a:headEnd type="none" w="med" len="med"/>
              <a:tailEnd type="none" w="med" len="med"/>
            </a:ln>
          </p:spPr>
        </p:sp>
        <p:sp>
          <p:nvSpPr>
            <p:cNvPr id="58416" name="Rectangle 48"/>
            <p:cNvSpPr/>
            <p:nvPr/>
          </p:nvSpPr>
          <p:spPr>
            <a:xfrm>
              <a:off x="3132"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17" name="Line 49"/>
            <p:cNvSpPr/>
            <p:nvPr/>
          </p:nvSpPr>
          <p:spPr>
            <a:xfrm>
              <a:off x="3132" y="756"/>
              <a:ext cx="7" cy="1"/>
            </a:xfrm>
            <a:prstGeom prst="line">
              <a:avLst/>
            </a:prstGeom>
            <a:ln w="0" cap="flat" cmpd="sng">
              <a:solidFill>
                <a:srgbClr val="000000"/>
              </a:solidFill>
              <a:prstDash val="solid"/>
              <a:headEnd type="none" w="med" len="med"/>
              <a:tailEnd type="none" w="med" len="med"/>
            </a:ln>
          </p:spPr>
        </p:sp>
        <p:sp>
          <p:nvSpPr>
            <p:cNvPr id="58418" name="Line 50"/>
            <p:cNvSpPr/>
            <p:nvPr/>
          </p:nvSpPr>
          <p:spPr>
            <a:xfrm>
              <a:off x="3132" y="756"/>
              <a:ext cx="1" cy="7"/>
            </a:xfrm>
            <a:prstGeom prst="line">
              <a:avLst/>
            </a:prstGeom>
            <a:ln w="0" cap="flat" cmpd="sng">
              <a:solidFill>
                <a:srgbClr val="000000"/>
              </a:solidFill>
              <a:prstDash val="solid"/>
              <a:headEnd type="none" w="med" len="med"/>
              <a:tailEnd type="none" w="med" len="med"/>
            </a:ln>
          </p:spPr>
        </p:sp>
        <p:sp>
          <p:nvSpPr>
            <p:cNvPr id="58419" name="Rectangle 51"/>
            <p:cNvSpPr/>
            <p:nvPr/>
          </p:nvSpPr>
          <p:spPr>
            <a:xfrm>
              <a:off x="3139" y="756"/>
              <a:ext cx="453"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20" name="Line 52"/>
            <p:cNvSpPr/>
            <p:nvPr/>
          </p:nvSpPr>
          <p:spPr>
            <a:xfrm>
              <a:off x="3139" y="756"/>
              <a:ext cx="453" cy="1"/>
            </a:xfrm>
            <a:prstGeom prst="line">
              <a:avLst/>
            </a:prstGeom>
            <a:ln w="0" cap="flat" cmpd="sng">
              <a:solidFill>
                <a:srgbClr val="000000"/>
              </a:solidFill>
              <a:prstDash val="solid"/>
              <a:headEnd type="none" w="med" len="med"/>
              <a:tailEnd type="none" w="med" len="med"/>
            </a:ln>
          </p:spPr>
        </p:sp>
        <p:sp>
          <p:nvSpPr>
            <p:cNvPr id="58421" name="Rectangle 53"/>
            <p:cNvSpPr/>
            <p:nvPr/>
          </p:nvSpPr>
          <p:spPr>
            <a:xfrm>
              <a:off x="3592"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22" name="Line 54"/>
            <p:cNvSpPr/>
            <p:nvPr/>
          </p:nvSpPr>
          <p:spPr>
            <a:xfrm>
              <a:off x="3592" y="756"/>
              <a:ext cx="7" cy="1"/>
            </a:xfrm>
            <a:prstGeom prst="line">
              <a:avLst/>
            </a:prstGeom>
            <a:ln w="0" cap="flat" cmpd="sng">
              <a:solidFill>
                <a:srgbClr val="000000"/>
              </a:solidFill>
              <a:prstDash val="solid"/>
              <a:headEnd type="none" w="med" len="med"/>
              <a:tailEnd type="none" w="med" len="med"/>
            </a:ln>
          </p:spPr>
        </p:sp>
        <p:sp>
          <p:nvSpPr>
            <p:cNvPr id="58423" name="Line 55"/>
            <p:cNvSpPr/>
            <p:nvPr/>
          </p:nvSpPr>
          <p:spPr>
            <a:xfrm>
              <a:off x="3592" y="756"/>
              <a:ext cx="1" cy="7"/>
            </a:xfrm>
            <a:prstGeom prst="line">
              <a:avLst/>
            </a:prstGeom>
            <a:ln w="0" cap="flat" cmpd="sng">
              <a:solidFill>
                <a:srgbClr val="000000"/>
              </a:solidFill>
              <a:prstDash val="solid"/>
              <a:headEnd type="none" w="med" len="med"/>
              <a:tailEnd type="none" w="med" len="med"/>
            </a:ln>
          </p:spPr>
        </p:sp>
        <p:sp>
          <p:nvSpPr>
            <p:cNvPr id="58424" name="Rectangle 56"/>
            <p:cNvSpPr/>
            <p:nvPr/>
          </p:nvSpPr>
          <p:spPr>
            <a:xfrm>
              <a:off x="3599" y="756"/>
              <a:ext cx="453"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25" name="Line 57"/>
            <p:cNvSpPr/>
            <p:nvPr/>
          </p:nvSpPr>
          <p:spPr>
            <a:xfrm>
              <a:off x="3599" y="756"/>
              <a:ext cx="453" cy="1"/>
            </a:xfrm>
            <a:prstGeom prst="line">
              <a:avLst/>
            </a:prstGeom>
            <a:ln w="0" cap="flat" cmpd="sng">
              <a:solidFill>
                <a:srgbClr val="000000"/>
              </a:solidFill>
              <a:prstDash val="solid"/>
              <a:headEnd type="none" w="med" len="med"/>
              <a:tailEnd type="none" w="med" len="med"/>
            </a:ln>
          </p:spPr>
        </p:sp>
        <p:sp>
          <p:nvSpPr>
            <p:cNvPr id="58426" name="Rectangle 58"/>
            <p:cNvSpPr/>
            <p:nvPr/>
          </p:nvSpPr>
          <p:spPr>
            <a:xfrm>
              <a:off x="4052"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27" name="Line 59"/>
            <p:cNvSpPr/>
            <p:nvPr/>
          </p:nvSpPr>
          <p:spPr>
            <a:xfrm>
              <a:off x="4052" y="756"/>
              <a:ext cx="7" cy="1"/>
            </a:xfrm>
            <a:prstGeom prst="line">
              <a:avLst/>
            </a:prstGeom>
            <a:ln w="0" cap="flat" cmpd="sng">
              <a:solidFill>
                <a:srgbClr val="000000"/>
              </a:solidFill>
              <a:prstDash val="solid"/>
              <a:headEnd type="none" w="med" len="med"/>
              <a:tailEnd type="none" w="med" len="med"/>
            </a:ln>
          </p:spPr>
        </p:sp>
        <p:sp>
          <p:nvSpPr>
            <p:cNvPr id="58428" name="Line 60"/>
            <p:cNvSpPr/>
            <p:nvPr/>
          </p:nvSpPr>
          <p:spPr>
            <a:xfrm>
              <a:off x="4052" y="756"/>
              <a:ext cx="1" cy="7"/>
            </a:xfrm>
            <a:prstGeom prst="line">
              <a:avLst/>
            </a:prstGeom>
            <a:ln w="0" cap="flat" cmpd="sng">
              <a:solidFill>
                <a:srgbClr val="000000"/>
              </a:solidFill>
              <a:prstDash val="solid"/>
              <a:headEnd type="none" w="med" len="med"/>
              <a:tailEnd type="none" w="med" len="med"/>
            </a:ln>
          </p:spPr>
        </p:sp>
        <p:sp>
          <p:nvSpPr>
            <p:cNvPr id="58429" name="Rectangle 61"/>
            <p:cNvSpPr/>
            <p:nvPr/>
          </p:nvSpPr>
          <p:spPr>
            <a:xfrm>
              <a:off x="4059" y="756"/>
              <a:ext cx="453"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30" name="Line 62"/>
            <p:cNvSpPr/>
            <p:nvPr/>
          </p:nvSpPr>
          <p:spPr>
            <a:xfrm>
              <a:off x="4059" y="756"/>
              <a:ext cx="453" cy="1"/>
            </a:xfrm>
            <a:prstGeom prst="line">
              <a:avLst/>
            </a:prstGeom>
            <a:ln w="0" cap="flat" cmpd="sng">
              <a:solidFill>
                <a:srgbClr val="000000"/>
              </a:solidFill>
              <a:prstDash val="solid"/>
              <a:headEnd type="none" w="med" len="med"/>
              <a:tailEnd type="none" w="med" len="med"/>
            </a:ln>
          </p:spPr>
        </p:sp>
        <p:sp>
          <p:nvSpPr>
            <p:cNvPr id="58431" name="Rectangle 63"/>
            <p:cNvSpPr/>
            <p:nvPr/>
          </p:nvSpPr>
          <p:spPr>
            <a:xfrm>
              <a:off x="4512"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32" name="Line 64"/>
            <p:cNvSpPr/>
            <p:nvPr/>
          </p:nvSpPr>
          <p:spPr>
            <a:xfrm>
              <a:off x="4512" y="756"/>
              <a:ext cx="7" cy="1"/>
            </a:xfrm>
            <a:prstGeom prst="line">
              <a:avLst/>
            </a:prstGeom>
            <a:ln w="0" cap="flat" cmpd="sng">
              <a:solidFill>
                <a:srgbClr val="000000"/>
              </a:solidFill>
              <a:prstDash val="solid"/>
              <a:headEnd type="none" w="med" len="med"/>
              <a:tailEnd type="none" w="med" len="med"/>
            </a:ln>
          </p:spPr>
        </p:sp>
        <p:sp>
          <p:nvSpPr>
            <p:cNvPr id="58433" name="Line 65"/>
            <p:cNvSpPr/>
            <p:nvPr/>
          </p:nvSpPr>
          <p:spPr>
            <a:xfrm>
              <a:off x="4512" y="756"/>
              <a:ext cx="1" cy="7"/>
            </a:xfrm>
            <a:prstGeom prst="line">
              <a:avLst/>
            </a:prstGeom>
            <a:ln w="0" cap="flat" cmpd="sng">
              <a:solidFill>
                <a:srgbClr val="000000"/>
              </a:solidFill>
              <a:prstDash val="solid"/>
              <a:headEnd type="none" w="med" len="med"/>
              <a:tailEnd type="none" w="med" len="med"/>
            </a:ln>
          </p:spPr>
        </p:sp>
        <p:sp>
          <p:nvSpPr>
            <p:cNvPr id="58434" name="Rectangle 66"/>
            <p:cNvSpPr/>
            <p:nvPr/>
          </p:nvSpPr>
          <p:spPr>
            <a:xfrm>
              <a:off x="4512"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35" name="Line 67"/>
            <p:cNvSpPr/>
            <p:nvPr/>
          </p:nvSpPr>
          <p:spPr>
            <a:xfrm>
              <a:off x="4512" y="756"/>
              <a:ext cx="7" cy="1"/>
            </a:xfrm>
            <a:prstGeom prst="line">
              <a:avLst/>
            </a:prstGeom>
            <a:ln w="0" cap="flat" cmpd="sng">
              <a:solidFill>
                <a:srgbClr val="000000"/>
              </a:solidFill>
              <a:prstDash val="solid"/>
              <a:headEnd type="none" w="med" len="med"/>
              <a:tailEnd type="none" w="med" len="med"/>
            </a:ln>
          </p:spPr>
        </p:sp>
        <p:sp>
          <p:nvSpPr>
            <p:cNvPr id="58436" name="Line 68"/>
            <p:cNvSpPr/>
            <p:nvPr/>
          </p:nvSpPr>
          <p:spPr>
            <a:xfrm>
              <a:off x="4512" y="756"/>
              <a:ext cx="1" cy="7"/>
            </a:xfrm>
            <a:prstGeom prst="line">
              <a:avLst/>
            </a:prstGeom>
            <a:ln w="0" cap="flat" cmpd="sng">
              <a:solidFill>
                <a:srgbClr val="000000"/>
              </a:solidFill>
              <a:prstDash val="solid"/>
              <a:headEnd type="none" w="med" len="med"/>
              <a:tailEnd type="none" w="med" len="med"/>
            </a:ln>
          </p:spPr>
        </p:sp>
        <p:sp>
          <p:nvSpPr>
            <p:cNvPr id="58437" name="Rectangle 69"/>
            <p:cNvSpPr/>
            <p:nvPr/>
          </p:nvSpPr>
          <p:spPr>
            <a:xfrm>
              <a:off x="833"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38" name="Line 70"/>
            <p:cNvSpPr/>
            <p:nvPr/>
          </p:nvSpPr>
          <p:spPr>
            <a:xfrm>
              <a:off x="833" y="763"/>
              <a:ext cx="1" cy="286"/>
            </a:xfrm>
            <a:prstGeom prst="line">
              <a:avLst/>
            </a:prstGeom>
            <a:ln w="0" cap="flat" cmpd="sng">
              <a:solidFill>
                <a:srgbClr val="000000"/>
              </a:solidFill>
              <a:prstDash val="solid"/>
              <a:headEnd type="none" w="med" len="med"/>
              <a:tailEnd type="none" w="med" len="med"/>
            </a:ln>
          </p:spPr>
        </p:sp>
        <p:sp>
          <p:nvSpPr>
            <p:cNvPr id="58439" name="Rectangle 71"/>
            <p:cNvSpPr/>
            <p:nvPr/>
          </p:nvSpPr>
          <p:spPr>
            <a:xfrm>
              <a:off x="833"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40" name="Line 72"/>
            <p:cNvSpPr/>
            <p:nvPr/>
          </p:nvSpPr>
          <p:spPr>
            <a:xfrm>
              <a:off x="833" y="1049"/>
              <a:ext cx="7" cy="1"/>
            </a:xfrm>
            <a:prstGeom prst="line">
              <a:avLst/>
            </a:prstGeom>
            <a:ln w="0" cap="flat" cmpd="sng">
              <a:solidFill>
                <a:srgbClr val="000000"/>
              </a:solidFill>
              <a:prstDash val="solid"/>
              <a:headEnd type="none" w="med" len="med"/>
              <a:tailEnd type="none" w="med" len="med"/>
            </a:ln>
          </p:spPr>
        </p:sp>
        <p:sp>
          <p:nvSpPr>
            <p:cNvPr id="58441" name="Line 73"/>
            <p:cNvSpPr/>
            <p:nvPr/>
          </p:nvSpPr>
          <p:spPr>
            <a:xfrm>
              <a:off x="833" y="1049"/>
              <a:ext cx="1" cy="6"/>
            </a:xfrm>
            <a:prstGeom prst="line">
              <a:avLst/>
            </a:prstGeom>
            <a:ln w="0" cap="flat" cmpd="sng">
              <a:solidFill>
                <a:srgbClr val="000000"/>
              </a:solidFill>
              <a:prstDash val="solid"/>
              <a:headEnd type="none" w="med" len="med"/>
              <a:tailEnd type="none" w="med" len="med"/>
            </a:ln>
          </p:spPr>
        </p:sp>
        <p:sp>
          <p:nvSpPr>
            <p:cNvPr id="58442" name="Rectangle 74"/>
            <p:cNvSpPr/>
            <p:nvPr/>
          </p:nvSpPr>
          <p:spPr>
            <a:xfrm>
              <a:off x="833"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43" name="Line 75"/>
            <p:cNvSpPr/>
            <p:nvPr/>
          </p:nvSpPr>
          <p:spPr>
            <a:xfrm>
              <a:off x="833" y="1049"/>
              <a:ext cx="7" cy="1"/>
            </a:xfrm>
            <a:prstGeom prst="line">
              <a:avLst/>
            </a:prstGeom>
            <a:ln w="0" cap="flat" cmpd="sng">
              <a:solidFill>
                <a:srgbClr val="000000"/>
              </a:solidFill>
              <a:prstDash val="solid"/>
              <a:headEnd type="none" w="med" len="med"/>
              <a:tailEnd type="none" w="med" len="med"/>
            </a:ln>
          </p:spPr>
        </p:sp>
        <p:sp>
          <p:nvSpPr>
            <p:cNvPr id="58444" name="Line 76"/>
            <p:cNvSpPr/>
            <p:nvPr/>
          </p:nvSpPr>
          <p:spPr>
            <a:xfrm>
              <a:off x="833" y="1049"/>
              <a:ext cx="1" cy="6"/>
            </a:xfrm>
            <a:prstGeom prst="line">
              <a:avLst/>
            </a:prstGeom>
            <a:ln w="0" cap="flat" cmpd="sng">
              <a:solidFill>
                <a:srgbClr val="000000"/>
              </a:solidFill>
              <a:prstDash val="solid"/>
              <a:headEnd type="none" w="med" len="med"/>
              <a:tailEnd type="none" w="med" len="med"/>
            </a:ln>
          </p:spPr>
        </p:sp>
        <p:sp>
          <p:nvSpPr>
            <p:cNvPr id="58445" name="Rectangle 77"/>
            <p:cNvSpPr/>
            <p:nvPr/>
          </p:nvSpPr>
          <p:spPr>
            <a:xfrm>
              <a:off x="840" y="1049"/>
              <a:ext cx="453"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46" name="Line 78"/>
            <p:cNvSpPr/>
            <p:nvPr/>
          </p:nvSpPr>
          <p:spPr>
            <a:xfrm>
              <a:off x="840" y="1049"/>
              <a:ext cx="453" cy="1"/>
            </a:xfrm>
            <a:prstGeom prst="line">
              <a:avLst/>
            </a:prstGeom>
            <a:ln w="0" cap="flat" cmpd="sng">
              <a:solidFill>
                <a:srgbClr val="000000"/>
              </a:solidFill>
              <a:prstDash val="solid"/>
              <a:headEnd type="none" w="med" len="med"/>
              <a:tailEnd type="none" w="med" len="med"/>
            </a:ln>
          </p:spPr>
        </p:sp>
        <p:sp>
          <p:nvSpPr>
            <p:cNvPr id="58447" name="Rectangle 79"/>
            <p:cNvSpPr/>
            <p:nvPr/>
          </p:nvSpPr>
          <p:spPr>
            <a:xfrm>
              <a:off x="1293"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48" name="Line 80"/>
            <p:cNvSpPr/>
            <p:nvPr/>
          </p:nvSpPr>
          <p:spPr>
            <a:xfrm>
              <a:off x="1293" y="763"/>
              <a:ext cx="1" cy="286"/>
            </a:xfrm>
            <a:prstGeom prst="line">
              <a:avLst/>
            </a:prstGeom>
            <a:ln w="0" cap="flat" cmpd="sng">
              <a:solidFill>
                <a:srgbClr val="000000"/>
              </a:solidFill>
              <a:prstDash val="solid"/>
              <a:headEnd type="none" w="med" len="med"/>
              <a:tailEnd type="none" w="med" len="med"/>
            </a:ln>
          </p:spPr>
        </p:sp>
        <p:sp>
          <p:nvSpPr>
            <p:cNvPr id="58449" name="Rectangle 81"/>
            <p:cNvSpPr/>
            <p:nvPr/>
          </p:nvSpPr>
          <p:spPr>
            <a:xfrm>
              <a:off x="1293"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50" name="Line 82"/>
            <p:cNvSpPr/>
            <p:nvPr/>
          </p:nvSpPr>
          <p:spPr>
            <a:xfrm>
              <a:off x="1293" y="1049"/>
              <a:ext cx="7" cy="1"/>
            </a:xfrm>
            <a:prstGeom prst="line">
              <a:avLst/>
            </a:prstGeom>
            <a:ln w="0" cap="flat" cmpd="sng">
              <a:solidFill>
                <a:srgbClr val="000000"/>
              </a:solidFill>
              <a:prstDash val="solid"/>
              <a:headEnd type="none" w="med" len="med"/>
              <a:tailEnd type="none" w="med" len="med"/>
            </a:ln>
          </p:spPr>
        </p:sp>
        <p:sp>
          <p:nvSpPr>
            <p:cNvPr id="58451" name="Line 83"/>
            <p:cNvSpPr/>
            <p:nvPr/>
          </p:nvSpPr>
          <p:spPr>
            <a:xfrm>
              <a:off x="1293" y="1049"/>
              <a:ext cx="1" cy="6"/>
            </a:xfrm>
            <a:prstGeom prst="line">
              <a:avLst/>
            </a:prstGeom>
            <a:ln w="0" cap="flat" cmpd="sng">
              <a:solidFill>
                <a:srgbClr val="000000"/>
              </a:solidFill>
              <a:prstDash val="solid"/>
              <a:headEnd type="none" w="med" len="med"/>
              <a:tailEnd type="none" w="med" len="med"/>
            </a:ln>
          </p:spPr>
        </p:sp>
        <p:sp>
          <p:nvSpPr>
            <p:cNvPr id="58452" name="Rectangle 84"/>
            <p:cNvSpPr/>
            <p:nvPr/>
          </p:nvSpPr>
          <p:spPr>
            <a:xfrm>
              <a:off x="1300" y="1049"/>
              <a:ext cx="453"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53" name="Line 85"/>
            <p:cNvSpPr/>
            <p:nvPr/>
          </p:nvSpPr>
          <p:spPr>
            <a:xfrm>
              <a:off x="1300" y="1049"/>
              <a:ext cx="453" cy="1"/>
            </a:xfrm>
            <a:prstGeom prst="line">
              <a:avLst/>
            </a:prstGeom>
            <a:ln w="0" cap="flat" cmpd="sng">
              <a:solidFill>
                <a:srgbClr val="000000"/>
              </a:solidFill>
              <a:prstDash val="solid"/>
              <a:headEnd type="none" w="med" len="med"/>
              <a:tailEnd type="none" w="med" len="med"/>
            </a:ln>
          </p:spPr>
        </p:sp>
        <p:sp>
          <p:nvSpPr>
            <p:cNvPr id="58454" name="Rectangle 86"/>
            <p:cNvSpPr/>
            <p:nvPr/>
          </p:nvSpPr>
          <p:spPr>
            <a:xfrm>
              <a:off x="1753"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55" name="Line 87"/>
            <p:cNvSpPr/>
            <p:nvPr/>
          </p:nvSpPr>
          <p:spPr>
            <a:xfrm>
              <a:off x="1753" y="763"/>
              <a:ext cx="1" cy="286"/>
            </a:xfrm>
            <a:prstGeom prst="line">
              <a:avLst/>
            </a:prstGeom>
            <a:ln w="0" cap="flat" cmpd="sng">
              <a:solidFill>
                <a:srgbClr val="000000"/>
              </a:solidFill>
              <a:prstDash val="solid"/>
              <a:headEnd type="none" w="med" len="med"/>
              <a:tailEnd type="none" w="med" len="med"/>
            </a:ln>
          </p:spPr>
        </p:sp>
        <p:sp>
          <p:nvSpPr>
            <p:cNvPr id="58456" name="Rectangle 88"/>
            <p:cNvSpPr/>
            <p:nvPr/>
          </p:nvSpPr>
          <p:spPr>
            <a:xfrm>
              <a:off x="1753"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57" name="Line 89"/>
            <p:cNvSpPr/>
            <p:nvPr/>
          </p:nvSpPr>
          <p:spPr>
            <a:xfrm>
              <a:off x="1753" y="1049"/>
              <a:ext cx="7" cy="1"/>
            </a:xfrm>
            <a:prstGeom prst="line">
              <a:avLst/>
            </a:prstGeom>
            <a:ln w="0" cap="flat" cmpd="sng">
              <a:solidFill>
                <a:srgbClr val="000000"/>
              </a:solidFill>
              <a:prstDash val="solid"/>
              <a:headEnd type="none" w="med" len="med"/>
              <a:tailEnd type="none" w="med" len="med"/>
            </a:ln>
          </p:spPr>
        </p:sp>
        <p:sp>
          <p:nvSpPr>
            <p:cNvPr id="58458" name="Line 90"/>
            <p:cNvSpPr/>
            <p:nvPr/>
          </p:nvSpPr>
          <p:spPr>
            <a:xfrm>
              <a:off x="1753" y="1049"/>
              <a:ext cx="1" cy="6"/>
            </a:xfrm>
            <a:prstGeom prst="line">
              <a:avLst/>
            </a:prstGeom>
            <a:ln w="0" cap="flat" cmpd="sng">
              <a:solidFill>
                <a:srgbClr val="000000"/>
              </a:solidFill>
              <a:prstDash val="solid"/>
              <a:headEnd type="none" w="med" len="med"/>
              <a:tailEnd type="none" w="med" len="med"/>
            </a:ln>
          </p:spPr>
        </p:sp>
        <p:sp>
          <p:nvSpPr>
            <p:cNvPr id="58459" name="Rectangle 91"/>
            <p:cNvSpPr/>
            <p:nvPr/>
          </p:nvSpPr>
          <p:spPr>
            <a:xfrm>
              <a:off x="1760" y="1049"/>
              <a:ext cx="453"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60" name="Line 92"/>
            <p:cNvSpPr/>
            <p:nvPr/>
          </p:nvSpPr>
          <p:spPr>
            <a:xfrm>
              <a:off x="1760" y="1049"/>
              <a:ext cx="453" cy="1"/>
            </a:xfrm>
            <a:prstGeom prst="line">
              <a:avLst/>
            </a:prstGeom>
            <a:ln w="0" cap="flat" cmpd="sng">
              <a:solidFill>
                <a:srgbClr val="000000"/>
              </a:solidFill>
              <a:prstDash val="solid"/>
              <a:headEnd type="none" w="med" len="med"/>
              <a:tailEnd type="none" w="med" len="med"/>
            </a:ln>
          </p:spPr>
        </p:sp>
        <p:sp>
          <p:nvSpPr>
            <p:cNvPr id="58461" name="Rectangle 93"/>
            <p:cNvSpPr/>
            <p:nvPr/>
          </p:nvSpPr>
          <p:spPr>
            <a:xfrm>
              <a:off x="2213"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62" name="Line 94"/>
            <p:cNvSpPr/>
            <p:nvPr/>
          </p:nvSpPr>
          <p:spPr>
            <a:xfrm>
              <a:off x="2213" y="763"/>
              <a:ext cx="1" cy="286"/>
            </a:xfrm>
            <a:prstGeom prst="line">
              <a:avLst/>
            </a:prstGeom>
            <a:ln w="0" cap="flat" cmpd="sng">
              <a:solidFill>
                <a:srgbClr val="000000"/>
              </a:solidFill>
              <a:prstDash val="solid"/>
              <a:headEnd type="none" w="med" len="med"/>
              <a:tailEnd type="none" w="med" len="med"/>
            </a:ln>
          </p:spPr>
        </p:sp>
        <p:sp>
          <p:nvSpPr>
            <p:cNvPr id="58463" name="Rectangle 95"/>
            <p:cNvSpPr/>
            <p:nvPr/>
          </p:nvSpPr>
          <p:spPr>
            <a:xfrm>
              <a:off x="2213"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64" name="Line 96"/>
            <p:cNvSpPr/>
            <p:nvPr/>
          </p:nvSpPr>
          <p:spPr>
            <a:xfrm>
              <a:off x="2213" y="1049"/>
              <a:ext cx="7" cy="1"/>
            </a:xfrm>
            <a:prstGeom prst="line">
              <a:avLst/>
            </a:prstGeom>
            <a:ln w="0" cap="flat" cmpd="sng">
              <a:solidFill>
                <a:srgbClr val="000000"/>
              </a:solidFill>
              <a:prstDash val="solid"/>
              <a:headEnd type="none" w="med" len="med"/>
              <a:tailEnd type="none" w="med" len="med"/>
            </a:ln>
          </p:spPr>
        </p:sp>
        <p:sp>
          <p:nvSpPr>
            <p:cNvPr id="58465" name="Line 97"/>
            <p:cNvSpPr/>
            <p:nvPr/>
          </p:nvSpPr>
          <p:spPr>
            <a:xfrm>
              <a:off x="2213" y="1049"/>
              <a:ext cx="1" cy="6"/>
            </a:xfrm>
            <a:prstGeom prst="line">
              <a:avLst/>
            </a:prstGeom>
            <a:ln w="0" cap="flat" cmpd="sng">
              <a:solidFill>
                <a:srgbClr val="000000"/>
              </a:solidFill>
              <a:prstDash val="solid"/>
              <a:headEnd type="none" w="med" len="med"/>
              <a:tailEnd type="none" w="med" len="med"/>
            </a:ln>
          </p:spPr>
        </p:sp>
        <p:sp>
          <p:nvSpPr>
            <p:cNvPr id="58466" name="Rectangle 98"/>
            <p:cNvSpPr/>
            <p:nvPr/>
          </p:nvSpPr>
          <p:spPr>
            <a:xfrm>
              <a:off x="2220" y="1049"/>
              <a:ext cx="452"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67" name="Line 99"/>
            <p:cNvSpPr/>
            <p:nvPr/>
          </p:nvSpPr>
          <p:spPr>
            <a:xfrm>
              <a:off x="2220" y="1049"/>
              <a:ext cx="452" cy="1"/>
            </a:xfrm>
            <a:prstGeom prst="line">
              <a:avLst/>
            </a:prstGeom>
            <a:ln w="0" cap="flat" cmpd="sng">
              <a:solidFill>
                <a:srgbClr val="000000"/>
              </a:solidFill>
              <a:prstDash val="solid"/>
              <a:headEnd type="none" w="med" len="med"/>
              <a:tailEnd type="none" w="med" len="med"/>
            </a:ln>
          </p:spPr>
        </p:sp>
        <p:sp>
          <p:nvSpPr>
            <p:cNvPr id="58468" name="Rectangle 100"/>
            <p:cNvSpPr/>
            <p:nvPr/>
          </p:nvSpPr>
          <p:spPr>
            <a:xfrm>
              <a:off x="2672" y="763"/>
              <a:ext cx="8"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69" name="Line 101"/>
            <p:cNvSpPr/>
            <p:nvPr/>
          </p:nvSpPr>
          <p:spPr>
            <a:xfrm>
              <a:off x="2672" y="763"/>
              <a:ext cx="1" cy="286"/>
            </a:xfrm>
            <a:prstGeom prst="line">
              <a:avLst/>
            </a:prstGeom>
            <a:ln w="0" cap="flat" cmpd="sng">
              <a:solidFill>
                <a:srgbClr val="000000"/>
              </a:solidFill>
              <a:prstDash val="solid"/>
              <a:headEnd type="none" w="med" len="med"/>
              <a:tailEnd type="none" w="med" len="med"/>
            </a:ln>
          </p:spPr>
        </p:sp>
        <p:sp>
          <p:nvSpPr>
            <p:cNvPr id="58470" name="Rectangle 102"/>
            <p:cNvSpPr/>
            <p:nvPr/>
          </p:nvSpPr>
          <p:spPr>
            <a:xfrm>
              <a:off x="2672" y="1049"/>
              <a:ext cx="8"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71" name="Line 103"/>
            <p:cNvSpPr/>
            <p:nvPr/>
          </p:nvSpPr>
          <p:spPr>
            <a:xfrm>
              <a:off x="2672" y="1049"/>
              <a:ext cx="8" cy="1"/>
            </a:xfrm>
            <a:prstGeom prst="line">
              <a:avLst/>
            </a:prstGeom>
            <a:ln w="0" cap="flat" cmpd="sng">
              <a:solidFill>
                <a:srgbClr val="000000"/>
              </a:solidFill>
              <a:prstDash val="solid"/>
              <a:headEnd type="none" w="med" len="med"/>
              <a:tailEnd type="none" w="med" len="med"/>
            </a:ln>
          </p:spPr>
        </p:sp>
        <p:sp>
          <p:nvSpPr>
            <p:cNvPr id="58472" name="Line 104"/>
            <p:cNvSpPr/>
            <p:nvPr/>
          </p:nvSpPr>
          <p:spPr>
            <a:xfrm>
              <a:off x="2672" y="1049"/>
              <a:ext cx="1" cy="6"/>
            </a:xfrm>
            <a:prstGeom prst="line">
              <a:avLst/>
            </a:prstGeom>
            <a:ln w="0" cap="flat" cmpd="sng">
              <a:solidFill>
                <a:srgbClr val="000000"/>
              </a:solidFill>
              <a:prstDash val="solid"/>
              <a:headEnd type="none" w="med" len="med"/>
              <a:tailEnd type="none" w="med" len="med"/>
            </a:ln>
          </p:spPr>
        </p:sp>
        <p:sp>
          <p:nvSpPr>
            <p:cNvPr id="58473" name="Rectangle 105"/>
            <p:cNvSpPr/>
            <p:nvPr/>
          </p:nvSpPr>
          <p:spPr>
            <a:xfrm>
              <a:off x="2680" y="1049"/>
              <a:ext cx="452"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74" name="Line 106"/>
            <p:cNvSpPr/>
            <p:nvPr/>
          </p:nvSpPr>
          <p:spPr>
            <a:xfrm>
              <a:off x="2680" y="1049"/>
              <a:ext cx="452" cy="1"/>
            </a:xfrm>
            <a:prstGeom prst="line">
              <a:avLst/>
            </a:prstGeom>
            <a:ln w="0" cap="flat" cmpd="sng">
              <a:solidFill>
                <a:srgbClr val="000000"/>
              </a:solidFill>
              <a:prstDash val="solid"/>
              <a:headEnd type="none" w="med" len="med"/>
              <a:tailEnd type="none" w="med" len="med"/>
            </a:ln>
          </p:spPr>
        </p:sp>
        <p:sp>
          <p:nvSpPr>
            <p:cNvPr id="58475" name="Rectangle 107"/>
            <p:cNvSpPr/>
            <p:nvPr/>
          </p:nvSpPr>
          <p:spPr>
            <a:xfrm>
              <a:off x="3132"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76" name="Line 108"/>
            <p:cNvSpPr/>
            <p:nvPr/>
          </p:nvSpPr>
          <p:spPr>
            <a:xfrm>
              <a:off x="3132" y="763"/>
              <a:ext cx="1" cy="286"/>
            </a:xfrm>
            <a:prstGeom prst="line">
              <a:avLst/>
            </a:prstGeom>
            <a:ln w="0" cap="flat" cmpd="sng">
              <a:solidFill>
                <a:srgbClr val="000000"/>
              </a:solidFill>
              <a:prstDash val="solid"/>
              <a:headEnd type="none" w="med" len="med"/>
              <a:tailEnd type="none" w="med" len="med"/>
            </a:ln>
          </p:spPr>
        </p:sp>
        <p:sp>
          <p:nvSpPr>
            <p:cNvPr id="58477" name="Rectangle 109"/>
            <p:cNvSpPr/>
            <p:nvPr/>
          </p:nvSpPr>
          <p:spPr>
            <a:xfrm>
              <a:off x="3132"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78" name="Line 110"/>
            <p:cNvSpPr/>
            <p:nvPr/>
          </p:nvSpPr>
          <p:spPr>
            <a:xfrm>
              <a:off x="3132" y="1049"/>
              <a:ext cx="7" cy="1"/>
            </a:xfrm>
            <a:prstGeom prst="line">
              <a:avLst/>
            </a:prstGeom>
            <a:ln w="0" cap="flat" cmpd="sng">
              <a:solidFill>
                <a:srgbClr val="000000"/>
              </a:solidFill>
              <a:prstDash val="solid"/>
              <a:headEnd type="none" w="med" len="med"/>
              <a:tailEnd type="none" w="med" len="med"/>
            </a:ln>
          </p:spPr>
        </p:sp>
        <p:sp>
          <p:nvSpPr>
            <p:cNvPr id="58479" name="Line 111"/>
            <p:cNvSpPr/>
            <p:nvPr/>
          </p:nvSpPr>
          <p:spPr>
            <a:xfrm>
              <a:off x="3132" y="1049"/>
              <a:ext cx="1" cy="6"/>
            </a:xfrm>
            <a:prstGeom prst="line">
              <a:avLst/>
            </a:prstGeom>
            <a:ln w="0" cap="flat" cmpd="sng">
              <a:solidFill>
                <a:srgbClr val="000000"/>
              </a:solidFill>
              <a:prstDash val="solid"/>
              <a:headEnd type="none" w="med" len="med"/>
              <a:tailEnd type="none" w="med" len="med"/>
            </a:ln>
          </p:spPr>
        </p:sp>
        <p:sp>
          <p:nvSpPr>
            <p:cNvPr id="58480" name="Rectangle 112"/>
            <p:cNvSpPr/>
            <p:nvPr/>
          </p:nvSpPr>
          <p:spPr>
            <a:xfrm>
              <a:off x="3139" y="1049"/>
              <a:ext cx="453"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81" name="Line 113"/>
            <p:cNvSpPr/>
            <p:nvPr/>
          </p:nvSpPr>
          <p:spPr>
            <a:xfrm>
              <a:off x="3139" y="1049"/>
              <a:ext cx="453" cy="1"/>
            </a:xfrm>
            <a:prstGeom prst="line">
              <a:avLst/>
            </a:prstGeom>
            <a:ln w="0" cap="flat" cmpd="sng">
              <a:solidFill>
                <a:srgbClr val="000000"/>
              </a:solidFill>
              <a:prstDash val="solid"/>
              <a:headEnd type="none" w="med" len="med"/>
              <a:tailEnd type="none" w="med" len="med"/>
            </a:ln>
          </p:spPr>
        </p:sp>
        <p:sp>
          <p:nvSpPr>
            <p:cNvPr id="58482" name="Rectangle 114"/>
            <p:cNvSpPr/>
            <p:nvPr/>
          </p:nvSpPr>
          <p:spPr>
            <a:xfrm>
              <a:off x="3592"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83" name="Line 115"/>
            <p:cNvSpPr/>
            <p:nvPr/>
          </p:nvSpPr>
          <p:spPr>
            <a:xfrm>
              <a:off x="3592" y="763"/>
              <a:ext cx="1" cy="286"/>
            </a:xfrm>
            <a:prstGeom prst="line">
              <a:avLst/>
            </a:prstGeom>
            <a:ln w="0" cap="flat" cmpd="sng">
              <a:solidFill>
                <a:srgbClr val="000000"/>
              </a:solidFill>
              <a:prstDash val="solid"/>
              <a:headEnd type="none" w="med" len="med"/>
              <a:tailEnd type="none" w="med" len="med"/>
            </a:ln>
          </p:spPr>
        </p:sp>
        <p:sp>
          <p:nvSpPr>
            <p:cNvPr id="58484" name="Rectangle 116"/>
            <p:cNvSpPr/>
            <p:nvPr/>
          </p:nvSpPr>
          <p:spPr>
            <a:xfrm>
              <a:off x="3592"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85" name="Line 117"/>
            <p:cNvSpPr/>
            <p:nvPr/>
          </p:nvSpPr>
          <p:spPr>
            <a:xfrm>
              <a:off x="3592" y="1049"/>
              <a:ext cx="7" cy="1"/>
            </a:xfrm>
            <a:prstGeom prst="line">
              <a:avLst/>
            </a:prstGeom>
            <a:ln w="0" cap="flat" cmpd="sng">
              <a:solidFill>
                <a:srgbClr val="000000"/>
              </a:solidFill>
              <a:prstDash val="solid"/>
              <a:headEnd type="none" w="med" len="med"/>
              <a:tailEnd type="none" w="med" len="med"/>
            </a:ln>
          </p:spPr>
        </p:sp>
        <p:sp>
          <p:nvSpPr>
            <p:cNvPr id="58486" name="Line 118"/>
            <p:cNvSpPr/>
            <p:nvPr/>
          </p:nvSpPr>
          <p:spPr>
            <a:xfrm>
              <a:off x="3592" y="1049"/>
              <a:ext cx="1" cy="6"/>
            </a:xfrm>
            <a:prstGeom prst="line">
              <a:avLst/>
            </a:prstGeom>
            <a:ln w="0" cap="flat" cmpd="sng">
              <a:solidFill>
                <a:srgbClr val="000000"/>
              </a:solidFill>
              <a:prstDash val="solid"/>
              <a:headEnd type="none" w="med" len="med"/>
              <a:tailEnd type="none" w="med" len="med"/>
            </a:ln>
          </p:spPr>
        </p:sp>
        <p:sp>
          <p:nvSpPr>
            <p:cNvPr id="58487" name="Rectangle 119"/>
            <p:cNvSpPr/>
            <p:nvPr/>
          </p:nvSpPr>
          <p:spPr>
            <a:xfrm>
              <a:off x="3599" y="1049"/>
              <a:ext cx="453"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88" name="Line 120"/>
            <p:cNvSpPr/>
            <p:nvPr/>
          </p:nvSpPr>
          <p:spPr>
            <a:xfrm>
              <a:off x="3599" y="1049"/>
              <a:ext cx="453" cy="1"/>
            </a:xfrm>
            <a:prstGeom prst="line">
              <a:avLst/>
            </a:prstGeom>
            <a:ln w="0" cap="flat" cmpd="sng">
              <a:solidFill>
                <a:srgbClr val="000000"/>
              </a:solidFill>
              <a:prstDash val="solid"/>
              <a:headEnd type="none" w="med" len="med"/>
              <a:tailEnd type="none" w="med" len="med"/>
            </a:ln>
          </p:spPr>
        </p:sp>
        <p:sp>
          <p:nvSpPr>
            <p:cNvPr id="58489" name="Rectangle 121"/>
            <p:cNvSpPr/>
            <p:nvPr/>
          </p:nvSpPr>
          <p:spPr>
            <a:xfrm>
              <a:off x="4052"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90" name="Line 122"/>
            <p:cNvSpPr/>
            <p:nvPr/>
          </p:nvSpPr>
          <p:spPr>
            <a:xfrm>
              <a:off x="4052" y="763"/>
              <a:ext cx="1" cy="286"/>
            </a:xfrm>
            <a:prstGeom prst="line">
              <a:avLst/>
            </a:prstGeom>
            <a:ln w="0" cap="flat" cmpd="sng">
              <a:solidFill>
                <a:srgbClr val="000000"/>
              </a:solidFill>
              <a:prstDash val="solid"/>
              <a:headEnd type="none" w="med" len="med"/>
              <a:tailEnd type="none" w="med" len="med"/>
            </a:ln>
          </p:spPr>
        </p:sp>
        <p:sp>
          <p:nvSpPr>
            <p:cNvPr id="58491" name="Rectangle 123"/>
            <p:cNvSpPr/>
            <p:nvPr/>
          </p:nvSpPr>
          <p:spPr>
            <a:xfrm>
              <a:off x="4052"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92" name="Line 124"/>
            <p:cNvSpPr/>
            <p:nvPr/>
          </p:nvSpPr>
          <p:spPr>
            <a:xfrm>
              <a:off x="4052" y="1049"/>
              <a:ext cx="7" cy="1"/>
            </a:xfrm>
            <a:prstGeom prst="line">
              <a:avLst/>
            </a:prstGeom>
            <a:ln w="0" cap="flat" cmpd="sng">
              <a:solidFill>
                <a:srgbClr val="000000"/>
              </a:solidFill>
              <a:prstDash val="solid"/>
              <a:headEnd type="none" w="med" len="med"/>
              <a:tailEnd type="none" w="med" len="med"/>
            </a:ln>
          </p:spPr>
        </p:sp>
        <p:sp>
          <p:nvSpPr>
            <p:cNvPr id="58493" name="Line 125"/>
            <p:cNvSpPr/>
            <p:nvPr/>
          </p:nvSpPr>
          <p:spPr>
            <a:xfrm>
              <a:off x="4052" y="1049"/>
              <a:ext cx="1" cy="6"/>
            </a:xfrm>
            <a:prstGeom prst="line">
              <a:avLst/>
            </a:prstGeom>
            <a:ln w="0" cap="flat" cmpd="sng">
              <a:solidFill>
                <a:srgbClr val="000000"/>
              </a:solidFill>
              <a:prstDash val="solid"/>
              <a:headEnd type="none" w="med" len="med"/>
              <a:tailEnd type="none" w="med" len="med"/>
            </a:ln>
          </p:spPr>
        </p:sp>
        <p:sp>
          <p:nvSpPr>
            <p:cNvPr id="58494" name="Rectangle 126"/>
            <p:cNvSpPr/>
            <p:nvPr/>
          </p:nvSpPr>
          <p:spPr>
            <a:xfrm>
              <a:off x="4059" y="1049"/>
              <a:ext cx="453"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95" name="Line 127"/>
            <p:cNvSpPr/>
            <p:nvPr/>
          </p:nvSpPr>
          <p:spPr>
            <a:xfrm>
              <a:off x="4059" y="1049"/>
              <a:ext cx="453" cy="1"/>
            </a:xfrm>
            <a:prstGeom prst="line">
              <a:avLst/>
            </a:prstGeom>
            <a:ln w="0" cap="flat" cmpd="sng">
              <a:solidFill>
                <a:srgbClr val="000000"/>
              </a:solidFill>
              <a:prstDash val="solid"/>
              <a:headEnd type="none" w="med" len="med"/>
              <a:tailEnd type="none" w="med" len="med"/>
            </a:ln>
          </p:spPr>
        </p:sp>
        <p:sp>
          <p:nvSpPr>
            <p:cNvPr id="58496" name="Rectangle 128"/>
            <p:cNvSpPr/>
            <p:nvPr/>
          </p:nvSpPr>
          <p:spPr>
            <a:xfrm>
              <a:off x="4512"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97" name="Line 129"/>
            <p:cNvSpPr/>
            <p:nvPr/>
          </p:nvSpPr>
          <p:spPr>
            <a:xfrm>
              <a:off x="4512" y="763"/>
              <a:ext cx="1" cy="286"/>
            </a:xfrm>
            <a:prstGeom prst="line">
              <a:avLst/>
            </a:prstGeom>
            <a:ln w="0" cap="flat" cmpd="sng">
              <a:solidFill>
                <a:srgbClr val="000000"/>
              </a:solidFill>
              <a:prstDash val="solid"/>
              <a:headEnd type="none" w="med" len="med"/>
              <a:tailEnd type="none" w="med" len="med"/>
            </a:ln>
          </p:spPr>
        </p:sp>
        <p:sp>
          <p:nvSpPr>
            <p:cNvPr id="58498" name="Rectangle 130"/>
            <p:cNvSpPr/>
            <p:nvPr/>
          </p:nvSpPr>
          <p:spPr>
            <a:xfrm>
              <a:off x="4512"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499" name="Line 131"/>
            <p:cNvSpPr/>
            <p:nvPr/>
          </p:nvSpPr>
          <p:spPr>
            <a:xfrm>
              <a:off x="4512" y="1049"/>
              <a:ext cx="7" cy="1"/>
            </a:xfrm>
            <a:prstGeom prst="line">
              <a:avLst/>
            </a:prstGeom>
            <a:ln w="0" cap="flat" cmpd="sng">
              <a:solidFill>
                <a:srgbClr val="000000"/>
              </a:solidFill>
              <a:prstDash val="solid"/>
              <a:headEnd type="none" w="med" len="med"/>
              <a:tailEnd type="none" w="med" len="med"/>
            </a:ln>
          </p:spPr>
        </p:sp>
        <p:sp>
          <p:nvSpPr>
            <p:cNvPr id="58500" name="Line 132"/>
            <p:cNvSpPr/>
            <p:nvPr/>
          </p:nvSpPr>
          <p:spPr>
            <a:xfrm>
              <a:off x="4512" y="1049"/>
              <a:ext cx="1" cy="6"/>
            </a:xfrm>
            <a:prstGeom prst="line">
              <a:avLst/>
            </a:prstGeom>
            <a:ln w="0" cap="flat" cmpd="sng">
              <a:solidFill>
                <a:srgbClr val="000000"/>
              </a:solidFill>
              <a:prstDash val="solid"/>
              <a:headEnd type="none" w="med" len="med"/>
              <a:tailEnd type="none" w="med" len="med"/>
            </a:ln>
          </p:spPr>
        </p:sp>
        <p:sp>
          <p:nvSpPr>
            <p:cNvPr id="58501" name="Rectangle 133"/>
            <p:cNvSpPr/>
            <p:nvPr/>
          </p:nvSpPr>
          <p:spPr>
            <a:xfrm>
              <a:off x="4512"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502" name="Line 134"/>
            <p:cNvSpPr/>
            <p:nvPr/>
          </p:nvSpPr>
          <p:spPr>
            <a:xfrm>
              <a:off x="4512" y="1049"/>
              <a:ext cx="7" cy="1"/>
            </a:xfrm>
            <a:prstGeom prst="line">
              <a:avLst/>
            </a:prstGeom>
            <a:ln w="0" cap="flat" cmpd="sng">
              <a:solidFill>
                <a:srgbClr val="000000"/>
              </a:solidFill>
              <a:prstDash val="solid"/>
              <a:headEnd type="none" w="med" len="med"/>
              <a:tailEnd type="none" w="med" len="med"/>
            </a:ln>
          </p:spPr>
        </p:sp>
        <p:sp>
          <p:nvSpPr>
            <p:cNvPr id="58503" name="Line 135"/>
            <p:cNvSpPr/>
            <p:nvPr/>
          </p:nvSpPr>
          <p:spPr>
            <a:xfrm>
              <a:off x="4512" y="1049"/>
              <a:ext cx="1" cy="6"/>
            </a:xfrm>
            <a:prstGeom prst="line">
              <a:avLst/>
            </a:prstGeom>
            <a:ln w="0" cap="flat" cmpd="sng">
              <a:solidFill>
                <a:srgbClr val="000000"/>
              </a:solidFill>
              <a:prstDash val="solid"/>
              <a:headEnd type="none" w="med" len="med"/>
              <a:tailEnd type="none" w="med" len="med"/>
            </a:ln>
          </p:spPr>
        </p:sp>
        <p:grpSp>
          <p:nvGrpSpPr>
            <p:cNvPr id="58504" name="Group 136"/>
            <p:cNvGrpSpPr/>
            <p:nvPr/>
          </p:nvGrpSpPr>
          <p:grpSpPr>
            <a:xfrm>
              <a:off x="3935" y="1207"/>
              <a:ext cx="941" cy="380"/>
              <a:chOff x="3935" y="1434"/>
              <a:chExt cx="941" cy="380"/>
            </a:xfrm>
          </p:grpSpPr>
          <p:sp>
            <p:nvSpPr>
              <p:cNvPr id="58578" name="Rectangle 137"/>
              <p:cNvSpPr/>
              <p:nvPr/>
            </p:nvSpPr>
            <p:spPr>
              <a:xfrm>
                <a:off x="3935" y="1434"/>
                <a:ext cx="941" cy="375"/>
              </a:xfrm>
              <a:prstGeom prst="rect">
                <a:avLst/>
              </a:prstGeom>
              <a:solidFill>
                <a:srgbClr val="FFFFFF"/>
              </a:solidFill>
              <a:ln w="17463"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579" name="Rectangle 138"/>
              <p:cNvSpPr/>
              <p:nvPr/>
            </p:nvSpPr>
            <p:spPr>
              <a:xfrm>
                <a:off x="3983" y="1440"/>
                <a:ext cx="14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58580" name="Rectangle 139"/>
              <p:cNvSpPr/>
              <p:nvPr/>
            </p:nvSpPr>
            <p:spPr>
              <a:xfrm>
                <a:off x="4135" y="1445"/>
                <a:ext cx="384"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二进制</a:t>
                </a:r>
                <a:endParaRPr lang="zh-CN" altLang="en-US" sz="1800" b="0" dirty="0">
                  <a:solidFill>
                    <a:schemeClr val="tx1"/>
                  </a:solidFill>
                  <a:latin typeface="Arial" panose="020B0604020202020204" pitchFamily="34" charset="0"/>
                </a:endParaRPr>
              </a:p>
            </p:txBody>
          </p:sp>
          <p:sp>
            <p:nvSpPr>
              <p:cNvPr id="58581" name="Rectangle 140"/>
              <p:cNvSpPr/>
              <p:nvPr/>
            </p:nvSpPr>
            <p:spPr>
              <a:xfrm>
                <a:off x="3983" y="1655"/>
                <a:ext cx="14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58582" name="Rectangle 141"/>
              <p:cNvSpPr/>
              <p:nvPr/>
            </p:nvSpPr>
            <p:spPr>
              <a:xfrm>
                <a:off x="4135" y="1660"/>
                <a:ext cx="448"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宋体" panose="02010600030101010101" pitchFamily="2" charset="-122"/>
                  </a:rPr>
                  <a:t> </a:t>
                </a:r>
                <a:r>
                  <a:rPr lang="zh-CN" altLang="en-US" sz="1600" b="0" dirty="0">
                    <a:solidFill>
                      <a:srgbClr val="000000"/>
                    </a:solidFill>
                    <a:latin typeface="宋体" panose="02010600030101010101" pitchFamily="2" charset="-122"/>
                  </a:rPr>
                  <a:t>十进制</a:t>
                </a:r>
                <a:endParaRPr lang="zh-CN" altLang="en-US" sz="1800" b="0" dirty="0">
                  <a:solidFill>
                    <a:schemeClr val="tx1"/>
                  </a:solidFill>
                  <a:latin typeface="Arial" panose="020B0604020202020204" pitchFamily="34" charset="0"/>
                </a:endParaRPr>
              </a:p>
            </p:txBody>
          </p:sp>
        </p:grpSp>
        <p:grpSp>
          <p:nvGrpSpPr>
            <p:cNvPr id="58505" name="Group 142"/>
            <p:cNvGrpSpPr/>
            <p:nvPr/>
          </p:nvGrpSpPr>
          <p:grpSpPr>
            <a:xfrm>
              <a:off x="3923" y="1661"/>
              <a:ext cx="941" cy="1206"/>
              <a:chOff x="3935" y="2024"/>
              <a:chExt cx="941" cy="1482"/>
            </a:xfrm>
          </p:grpSpPr>
          <p:sp>
            <p:nvSpPr>
              <p:cNvPr id="58558" name="Rectangle 143"/>
              <p:cNvSpPr/>
              <p:nvPr/>
            </p:nvSpPr>
            <p:spPr>
              <a:xfrm>
                <a:off x="3935" y="2024"/>
                <a:ext cx="941" cy="1463"/>
              </a:xfrm>
              <a:prstGeom prst="rect">
                <a:avLst/>
              </a:prstGeom>
              <a:solidFill>
                <a:srgbClr val="FFFFFF"/>
              </a:solidFill>
              <a:ln w="17463"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559" name="Rectangle 144"/>
              <p:cNvSpPr/>
              <p:nvPr/>
            </p:nvSpPr>
            <p:spPr>
              <a:xfrm>
                <a:off x="3983" y="2030"/>
                <a:ext cx="768"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工作方式选择</a:t>
                </a:r>
                <a:endParaRPr lang="zh-CN" altLang="en-US" sz="1800" b="0" dirty="0">
                  <a:solidFill>
                    <a:schemeClr val="tx1"/>
                  </a:solidFill>
                  <a:latin typeface="Arial" panose="020B0604020202020204" pitchFamily="34" charset="0"/>
                </a:endParaRPr>
              </a:p>
            </p:txBody>
          </p:sp>
          <p:sp>
            <p:nvSpPr>
              <p:cNvPr id="58560" name="Rectangle 145"/>
              <p:cNvSpPr/>
              <p:nvPr/>
            </p:nvSpPr>
            <p:spPr>
              <a:xfrm>
                <a:off x="3983" y="2239"/>
                <a:ext cx="288"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000=</a:t>
                </a:r>
                <a:endParaRPr lang="en-US" altLang="zh-CN" sz="1800" b="0" dirty="0">
                  <a:solidFill>
                    <a:schemeClr val="tx1"/>
                  </a:solidFill>
                  <a:latin typeface="Arial" panose="020B0604020202020204" pitchFamily="34" charset="0"/>
                </a:endParaRPr>
              </a:p>
            </p:txBody>
          </p:sp>
          <p:sp>
            <p:nvSpPr>
              <p:cNvPr id="58561" name="Rectangle 146"/>
              <p:cNvSpPr/>
              <p:nvPr/>
            </p:nvSpPr>
            <p:spPr>
              <a:xfrm>
                <a:off x="4284" y="2244"/>
                <a:ext cx="256"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方式</a:t>
                </a:r>
                <a:endParaRPr lang="zh-CN" altLang="en-US" sz="1800" b="0" dirty="0">
                  <a:solidFill>
                    <a:schemeClr val="tx1"/>
                  </a:solidFill>
                  <a:latin typeface="Arial" panose="020B0604020202020204" pitchFamily="34" charset="0"/>
                </a:endParaRPr>
              </a:p>
            </p:txBody>
          </p:sp>
          <p:sp>
            <p:nvSpPr>
              <p:cNvPr id="58562" name="Rectangle 147"/>
              <p:cNvSpPr/>
              <p:nvPr/>
            </p:nvSpPr>
            <p:spPr>
              <a:xfrm>
                <a:off x="4581" y="2239"/>
                <a:ext cx="7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58563" name="Rectangle 148"/>
              <p:cNvSpPr/>
              <p:nvPr/>
            </p:nvSpPr>
            <p:spPr>
              <a:xfrm>
                <a:off x="3983" y="2454"/>
                <a:ext cx="288"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001=</a:t>
                </a:r>
                <a:endParaRPr lang="en-US" altLang="zh-CN" sz="1800" b="0" dirty="0">
                  <a:solidFill>
                    <a:schemeClr val="tx1"/>
                  </a:solidFill>
                  <a:latin typeface="Arial" panose="020B0604020202020204" pitchFamily="34" charset="0"/>
                </a:endParaRPr>
              </a:p>
            </p:txBody>
          </p:sp>
          <p:sp>
            <p:nvSpPr>
              <p:cNvPr id="58564" name="Rectangle 149"/>
              <p:cNvSpPr/>
              <p:nvPr/>
            </p:nvSpPr>
            <p:spPr>
              <a:xfrm>
                <a:off x="4284" y="2459"/>
                <a:ext cx="256"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方式</a:t>
                </a:r>
                <a:endParaRPr lang="zh-CN" altLang="en-US" sz="1800" b="0" dirty="0">
                  <a:solidFill>
                    <a:schemeClr val="tx1"/>
                  </a:solidFill>
                  <a:latin typeface="Arial" panose="020B0604020202020204" pitchFamily="34" charset="0"/>
                </a:endParaRPr>
              </a:p>
            </p:txBody>
          </p:sp>
          <p:sp>
            <p:nvSpPr>
              <p:cNvPr id="58565" name="Rectangle 150"/>
              <p:cNvSpPr/>
              <p:nvPr/>
            </p:nvSpPr>
            <p:spPr>
              <a:xfrm>
                <a:off x="4581" y="2454"/>
                <a:ext cx="7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58566" name="Rectangle 151"/>
              <p:cNvSpPr/>
              <p:nvPr/>
            </p:nvSpPr>
            <p:spPr>
              <a:xfrm>
                <a:off x="3983" y="2669"/>
                <a:ext cx="28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x10=</a:t>
                </a:r>
                <a:endParaRPr lang="en-US" altLang="zh-CN" sz="1800" b="0" dirty="0">
                  <a:solidFill>
                    <a:schemeClr val="tx1"/>
                  </a:solidFill>
                  <a:latin typeface="Arial" panose="020B0604020202020204" pitchFamily="34" charset="0"/>
                </a:endParaRPr>
              </a:p>
            </p:txBody>
          </p:sp>
          <p:sp>
            <p:nvSpPr>
              <p:cNvPr id="58567" name="Rectangle 152"/>
              <p:cNvSpPr/>
              <p:nvPr/>
            </p:nvSpPr>
            <p:spPr>
              <a:xfrm>
                <a:off x="4284" y="2674"/>
                <a:ext cx="256"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方式</a:t>
                </a:r>
                <a:endParaRPr lang="zh-CN" altLang="en-US" sz="1800" b="0" dirty="0">
                  <a:solidFill>
                    <a:schemeClr val="tx1"/>
                  </a:solidFill>
                  <a:latin typeface="Arial" panose="020B0604020202020204" pitchFamily="34" charset="0"/>
                </a:endParaRPr>
              </a:p>
            </p:txBody>
          </p:sp>
          <p:sp>
            <p:nvSpPr>
              <p:cNvPr id="58568" name="Rectangle 153"/>
              <p:cNvSpPr/>
              <p:nvPr/>
            </p:nvSpPr>
            <p:spPr>
              <a:xfrm>
                <a:off x="4581" y="2669"/>
                <a:ext cx="7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58569" name="Rectangle 154"/>
              <p:cNvSpPr/>
              <p:nvPr/>
            </p:nvSpPr>
            <p:spPr>
              <a:xfrm>
                <a:off x="3983" y="2883"/>
                <a:ext cx="28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x11=</a:t>
                </a:r>
                <a:endParaRPr lang="en-US" altLang="zh-CN" sz="1800" b="0" dirty="0">
                  <a:solidFill>
                    <a:schemeClr val="tx1"/>
                  </a:solidFill>
                  <a:latin typeface="Arial" panose="020B0604020202020204" pitchFamily="34" charset="0"/>
                </a:endParaRPr>
              </a:p>
            </p:txBody>
          </p:sp>
          <p:sp>
            <p:nvSpPr>
              <p:cNvPr id="58570" name="Rectangle 155"/>
              <p:cNvSpPr/>
              <p:nvPr/>
            </p:nvSpPr>
            <p:spPr>
              <a:xfrm>
                <a:off x="4284" y="2888"/>
                <a:ext cx="256"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方式</a:t>
                </a:r>
                <a:endParaRPr lang="zh-CN" altLang="en-US" sz="1800" b="0" dirty="0">
                  <a:solidFill>
                    <a:schemeClr val="tx1"/>
                  </a:solidFill>
                  <a:latin typeface="Arial" panose="020B0604020202020204" pitchFamily="34" charset="0"/>
                </a:endParaRPr>
              </a:p>
            </p:txBody>
          </p:sp>
          <p:sp>
            <p:nvSpPr>
              <p:cNvPr id="58571" name="Rectangle 156"/>
              <p:cNvSpPr/>
              <p:nvPr/>
            </p:nvSpPr>
            <p:spPr>
              <a:xfrm>
                <a:off x="4581" y="2883"/>
                <a:ext cx="7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58572" name="Rectangle 157"/>
              <p:cNvSpPr/>
              <p:nvPr/>
            </p:nvSpPr>
            <p:spPr>
              <a:xfrm>
                <a:off x="3983" y="3098"/>
                <a:ext cx="288"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100=</a:t>
                </a:r>
                <a:endParaRPr lang="en-US" altLang="zh-CN" sz="1800" b="0" dirty="0">
                  <a:solidFill>
                    <a:schemeClr val="tx1"/>
                  </a:solidFill>
                  <a:latin typeface="Arial" panose="020B0604020202020204" pitchFamily="34" charset="0"/>
                </a:endParaRPr>
              </a:p>
            </p:txBody>
          </p:sp>
          <p:sp>
            <p:nvSpPr>
              <p:cNvPr id="58573" name="Rectangle 158"/>
              <p:cNvSpPr/>
              <p:nvPr/>
            </p:nvSpPr>
            <p:spPr>
              <a:xfrm>
                <a:off x="4284" y="3103"/>
                <a:ext cx="256"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方式</a:t>
                </a:r>
                <a:endParaRPr lang="zh-CN" altLang="en-US" sz="1800" b="0" dirty="0">
                  <a:solidFill>
                    <a:schemeClr val="tx1"/>
                  </a:solidFill>
                  <a:latin typeface="Arial" panose="020B0604020202020204" pitchFamily="34" charset="0"/>
                </a:endParaRPr>
              </a:p>
            </p:txBody>
          </p:sp>
          <p:sp>
            <p:nvSpPr>
              <p:cNvPr id="58574" name="Rectangle 159"/>
              <p:cNvSpPr/>
              <p:nvPr/>
            </p:nvSpPr>
            <p:spPr>
              <a:xfrm>
                <a:off x="4581" y="3098"/>
                <a:ext cx="7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58575" name="Rectangle 160"/>
              <p:cNvSpPr/>
              <p:nvPr/>
            </p:nvSpPr>
            <p:spPr>
              <a:xfrm>
                <a:off x="3983" y="3312"/>
                <a:ext cx="288"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101=</a:t>
                </a:r>
                <a:endParaRPr lang="en-US" altLang="zh-CN" sz="1800" b="0" dirty="0">
                  <a:solidFill>
                    <a:schemeClr val="tx1"/>
                  </a:solidFill>
                  <a:latin typeface="Arial" panose="020B0604020202020204" pitchFamily="34" charset="0"/>
                </a:endParaRPr>
              </a:p>
            </p:txBody>
          </p:sp>
          <p:sp>
            <p:nvSpPr>
              <p:cNvPr id="58576" name="Rectangle 161"/>
              <p:cNvSpPr/>
              <p:nvPr/>
            </p:nvSpPr>
            <p:spPr>
              <a:xfrm>
                <a:off x="4284" y="3316"/>
                <a:ext cx="256" cy="190"/>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方式</a:t>
                </a:r>
                <a:endParaRPr lang="zh-CN" altLang="en-US" sz="1800" b="0" dirty="0">
                  <a:solidFill>
                    <a:schemeClr val="tx1"/>
                  </a:solidFill>
                  <a:latin typeface="Arial" panose="020B0604020202020204" pitchFamily="34" charset="0"/>
                </a:endParaRPr>
              </a:p>
            </p:txBody>
          </p:sp>
          <p:sp>
            <p:nvSpPr>
              <p:cNvPr id="58577" name="Rectangle 162"/>
              <p:cNvSpPr/>
              <p:nvPr/>
            </p:nvSpPr>
            <p:spPr>
              <a:xfrm>
                <a:off x="4581" y="3313"/>
                <a:ext cx="7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5</a:t>
                </a:r>
                <a:endParaRPr lang="en-US" altLang="zh-CN" sz="1800" b="0" dirty="0">
                  <a:solidFill>
                    <a:schemeClr val="tx1"/>
                  </a:solidFill>
                  <a:latin typeface="Arial" panose="020B0604020202020204" pitchFamily="34" charset="0"/>
                </a:endParaRPr>
              </a:p>
            </p:txBody>
          </p:sp>
        </p:grpSp>
        <p:grpSp>
          <p:nvGrpSpPr>
            <p:cNvPr id="58506" name="Group 163"/>
            <p:cNvGrpSpPr/>
            <p:nvPr/>
          </p:nvGrpSpPr>
          <p:grpSpPr>
            <a:xfrm>
              <a:off x="204" y="1661"/>
              <a:ext cx="1270" cy="1117"/>
              <a:chOff x="385" y="1434"/>
              <a:chExt cx="1270" cy="1117"/>
            </a:xfrm>
          </p:grpSpPr>
          <p:sp>
            <p:nvSpPr>
              <p:cNvPr id="58542" name="Rectangle 164"/>
              <p:cNvSpPr/>
              <p:nvPr/>
            </p:nvSpPr>
            <p:spPr>
              <a:xfrm>
                <a:off x="385" y="1434"/>
                <a:ext cx="1270" cy="1117"/>
              </a:xfrm>
              <a:prstGeom prst="rect">
                <a:avLst/>
              </a:prstGeom>
              <a:solidFill>
                <a:srgbClr val="FFFFFF"/>
              </a:solidFill>
              <a:ln w="17463"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543" name="Rectangle 165"/>
              <p:cNvSpPr/>
              <p:nvPr/>
            </p:nvSpPr>
            <p:spPr>
              <a:xfrm>
                <a:off x="428" y="1506"/>
                <a:ext cx="89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通道控制字寻址</a:t>
                </a:r>
                <a:endParaRPr lang="zh-CN" altLang="en-US" sz="1800" b="0" dirty="0">
                  <a:solidFill>
                    <a:schemeClr val="tx1"/>
                  </a:solidFill>
                  <a:latin typeface="Arial" panose="020B0604020202020204" pitchFamily="34" charset="0"/>
                </a:endParaRPr>
              </a:p>
            </p:txBody>
          </p:sp>
          <p:sp>
            <p:nvSpPr>
              <p:cNvPr id="58544" name="Rectangle 166"/>
              <p:cNvSpPr/>
              <p:nvPr/>
            </p:nvSpPr>
            <p:spPr>
              <a:xfrm>
                <a:off x="428" y="1716"/>
                <a:ext cx="217"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00=</a:t>
                </a:r>
                <a:endParaRPr lang="en-US" altLang="zh-CN" sz="1800" b="0" dirty="0">
                  <a:solidFill>
                    <a:schemeClr val="tx1"/>
                  </a:solidFill>
                  <a:latin typeface="Arial" panose="020B0604020202020204" pitchFamily="34" charset="0"/>
                </a:endParaRPr>
              </a:p>
            </p:txBody>
          </p:sp>
          <p:sp>
            <p:nvSpPr>
              <p:cNvPr id="58545" name="Rectangle 167"/>
              <p:cNvSpPr/>
              <p:nvPr/>
            </p:nvSpPr>
            <p:spPr>
              <a:xfrm>
                <a:off x="626" y="1721"/>
                <a:ext cx="25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通道</a:t>
                </a:r>
                <a:endParaRPr lang="zh-CN" altLang="en-US" sz="1800" b="0" dirty="0">
                  <a:solidFill>
                    <a:schemeClr val="tx1"/>
                  </a:solidFill>
                  <a:latin typeface="Arial" panose="020B0604020202020204" pitchFamily="34" charset="0"/>
                </a:endParaRPr>
              </a:p>
            </p:txBody>
          </p:sp>
          <p:sp>
            <p:nvSpPr>
              <p:cNvPr id="58546" name="Rectangle 168"/>
              <p:cNvSpPr/>
              <p:nvPr/>
            </p:nvSpPr>
            <p:spPr>
              <a:xfrm>
                <a:off x="887" y="1716"/>
                <a:ext cx="70"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58547" name="Rectangle 169"/>
              <p:cNvSpPr/>
              <p:nvPr/>
            </p:nvSpPr>
            <p:spPr>
              <a:xfrm>
                <a:off x="980" y="1721"/>
                <a:ext cx="640"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控制寄存器</a:t>
                </a:r>
                <a:endParaRPr lang="zh-CN" altLang="en-US" sz="1800" b="0" dirty="0">
                  <a:solidFill>
                    <a:schemeClr val="tx1"/>
                  </a:solidFill>
                  <a:latin typeface="Arial" panose="020B0604020202020204" pitchFamily="34" charset="0"/>
                </a:endParaRPr>
              </a:p>
            </p:txBody>
          </p:sp>
          <p:sp>
            <p:nvSpPr>
              <p:cNvPr id="58548" name="Rectangle 170"/>
              <p:cNvSpPr/>
              <p:nvPr/>
            </p:nvSpPr>
            <p:spPr>
              <a:xfrm>
                <a:off x="428" y="1931"/>
                <a:ext cx="217"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01=</a:t>
                </a:r>
                <a:endParaRPr lang="en-US" altLang="zh-CN" sz="1800" b="0" dirty="0">
                  <a:solidFill>
                    <a:schemeClr val="tx1"/>
                  </a:solidFill>
                  <a:latin typeface="Arial" panose="020B0604020202020204" pitchFamily="34" charset="0"/>
                </a:endParaRPr>
              </a:p>
            </p:txBody>
          </p:sp>
          <p:sp>
            <p:nvSpPr>
              <p:cNvPr id="58549" name="Rectangle 171"/>
              <p:cNvSpPr/>
              <p:nvPr/>
            </p:nvSpPr>
            <p:spPr>
              <a:xfrm>
                <a:off x="626" y="1936"/>
                <a:ext cx="25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通道</a:t>
                </a:r>
                <a:endParaRPr lang="zh-CN" altLang="en-US" sz="1800" b="0" dirty="0">
                  <a:solidFill>
                    <a:schemeClr val="tx1"/>
                  </a:solidFill>
                  <a:latin typeface="Arial" panose="020B0604020202020204" pitchFamily="34" charset="0"/>
                </a:endParaRPr>
              </a:p>
            </p:txBody>
          </p:sp>
          <p:sp>
            <p:nvSpPr>
              <p:cNvPr id="58550" name="Rectangle 172"/>
              <p:cNvSpPr/>
              <p:nvPr/>
            </p:nvSpPr>
            <p:spPr>
              <a:xfrm>
                <a:off x="887" y="1931"/>
                <a:ext cx="70"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58551" name="Rectangle 173"/>
              <p:cNvSpPr/>
              <p:nvPr/>
            </p:nvSpPr>
            <p:spPr>
              <a:xfrm>
                <a:off x="980" y="1936"/>
                <a:ext cx="640"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控制寄存器</a:t>
                </a:r>
                <a:endParaRPr lang="zh-CN" altLang="en-US" sz="1800" b="0" dirty="0">
                  <a:solidFill>
                    <a:schemeClr val="tx1"/>
                  </a:solidFill>
                  <a:latin typeface="Arial" panose="020B0604020202020204" pitchFamily="34" charset="0"/>
                </a:endParaRPr>
              </a:p>
            </p:txBody>
          </p:sp>
          <p:sp>
            <p:nvSpPr>
              <p:cNvPr id="58552" name="Rectangle 174"/>
              <p:cNvSpPr/>
              <p:nvPr/>
            </p:nvSpPr>
            <p:spPr>
              <a:xfrm>
                <a:off x="428" y="2146"/>
                <a:ext cx="217"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10=</a:t>
                </a:r>
                <a:endParaRPr lang="en-US" altLang="zh-CN" sz="1800" b="0" dirty="0">
                  <a:solidFill>
                    <a:schemeClr val="tx1"/>
                  </a:solidFill>
                  <a:latin typeface="Arial" panose="020B0604020202020204" pitchFamily="34" charset="0"/>
                </a:endParaRPr>
              </a:p>
            </p:txBody>
          </p:sp>
          <p:sp>
            <p:nvSpPr>
              <p:cNvPr id="58553" name="Rectangle 175"/>
              <p:cNvSpPr/>
              <p:nvPr/>
            </p:nvSpPr>
            <p:spPr>
              <a:xfrm>
                <a:off x="626" y="2151"/>
                <a:ext cx="25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通道</a:t>
                </a:r>
                <a:endParaRPr lang="zh-CN" altLang="en-US" sz="1800" b="0" dirty="0">
                  <a:solidFill>
                    <a:schemeClr val="tx1"/>
                  </a:solidFill>
                  <a:latin typeface="Arial" panose="020B0604020202020204" pitchFamily="34" charset="0"/>
                </a:endParaRPr>
              </a:p>
            </p:txBody>
          </p:sp>
          <p:sp>
            <p:nvSpPr>
              <p:cNvPr id="58554" name="Rectangle 176"/>
              <p:cNvSpPr/>
              <p:nvPr/>
            </p:nvSpPr>
            <p:spPr>
              <a:xfrm>
                <a:off x="887" y="2146"/>
                <a:ext cx="70"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58555" name="Rectangle 177"/>
              <p:cNvSpPr/>
              <p:nvPr/>
            </p:nvSpPr>
            <p:spPr>
              <a:xfrm>
                <a:off x="980" y="2151"/>
                <a:ext cx="640"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控制寄存器</a:t>
                </a:r>
                <a:endParaRPr lang="zh-CN" altLang="en-US" sz="1800" b="0" dirty="0">
                  <a:solidFill>
                    <a:schemeClr val="tx1"/>
                  </a:solidFill>
                  <a:latin typeface="Arial" panose="020B0604020202020204" pitchFamily="34" charset="0"/>
                </a:endParaRPr>
              </a:p>
            </p:txBody>
          </p:sp>
          <p:sp>
            <p:nvSpPr>
              <p:cNvPr id="58556" name="Rectangle 178"/>
              <p:cNvSpPr/>
              <p:nvPr/>
            </p:nvSpPr>
            <p:spPr>
              <a:xfrm>
                <a:off x="428" y="2359"/>
                <a:ext cx="217"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11=</a:t>
                </a:r>
                <a:endParaRPr lang="en-US" altLang="zh-CN" sz="1800" b="0" dirty="0">
                  <a:solidFill>
                    <a:schemeClr val="tx1"/>
                  </a:solidFill>
                  <a:latin typeface="Arial" panose="020B0604020202020204" pitchFamily="34" charset="0"/>
                </a:endParaRPr>
              </a:p>
            </p:txBody>
          </p:sp>
          <p:sp>
            <p:nvSpPr>
              <p:cNvPr id="58557" name="Rectangle 179"/>
              <p:cNvSpPr/>
              <p:nvPr/>
            </p:nvSpPr>
            <p:spPr>
              <a:xfrm>
                <a:off x="626" y="2364"/>
                <a:ext cx="25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不用</a:t>
                </a:r>
                <a:endParaRPr lang="zh-CN" altLang="en-US" sz="1800" b="0" dirty="0">
                  <a:solidFill>
                    <a:schemeClr val="tx1"/>
                  </a:solidFill>
                  <a:latin typeface="Arial" panose="020B0604020202020204" pitchFamily="34" charset="0"/>
                </a:endParaRPr>
              </a:p>
            </p:txBody>
          </p:sp>
        </p:grpSp>
        <p:sp>
          <p:nvSpPr>
            <p:cNvPr id="58507" name="Rectangle 180"/>
            <p:cNvSpPr/>
            <p:nvPr/>
          </p:nvSpPr>
          <p:spPr>
            <a:xfrm>
              <a:off x="877" y="2700"/>
              <a:ext cx="252"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       </a:t>
              </a:r>
              <a:endParaRPr lang="en-US" altLang="zh-CN" sz="1800" b="0" dirty="0">
                <a:solidFill>
                  <a:schemeClr val="tx1"/>
                </a:solidFill>
                <a:latin typeface="Arial" panose="020B0604020202020204" pitchFamily="34" charset="0"/>
              </a:endParaRPr>
            </a:p>
          </p:txBody>
        </p:sp>
        <p:sp>
          <p:nvSpPr>
            <p:cNvPr id="58508" name="Freeform 181"/>
            <p:cNvSpPr/>
            <p:nvPr/>
          </p:nvSpPr>
          <p:spPr>
            <a:xfrm>
              <a:off x="2825" y="1120"/>
              <a:ext cx="1061" cy="69"/>
            </a:xfrm>
            <a:custGeom>
              <a:avLst/>
              <a:gdLst/>
              <a:ahLst/>
              <a:cxnLst>
                <a:cxn ang="0">
                  <a:pos x="0" y="0"/>
                </a:cxn>
                <a:cxn ang="0">
                  <a:pos x="1" y="6"/>
                </a:cxn>
                <a:cxn ang="0">
                  <a:pos x="7" y="13"/>
                </a:cxn>
                <a:cxn ang="0">
                  <a:pos x="14" y="20"/>
                </a:cxn>
                <a:cxn ang="0">
                  <a:pos x="26" y="24"/>
                </a:cxn>
                <a:cxn ang="0">
                  <a:pos x="39" y="29"/>
                </a:cxn>
                <a:cxn ang="0">
                  <a:pos x="53" y="31"/>
                </a:cxn>
                <a:cxn ang="0">
                  <a:pos x="88" y="34"/>
                </a:cxn>
                <a:cxn ang="0">
                  <a:pos x="442" y="34"/>
                </a:cxn>
                <a:cxn ang="0">
                  <a:pos x="475" y="38"/>
                </a:cxn>
                <a:cxn ang="0">
                  <a:pos x="491" y="41"/>
                </a:cxn>
                <a:cxn ang="0">
                  <a:pos x="504" y="44"/>
                </a:cxn>
                <a:cxn ang="0">
                  <a:pos x="514" y="51"/>
                </a:cxn>
                <a:cxn ang="0">
                  <a:pos x="523" y="56"/>
                </a:cxn>
                <a:cxn ang="0">
                  <a:pos x="529" y="62"/>
                </a:cxn>
                <a:cxn ang="0">
                  <a:pos x="530" y="69"/>
                </a:cxn>
                <a:cxn ang="0">
                  <a:pos x="532" y="62"/>
                </a:cxn>
                <a:cxn ang="0">
                  <a:pos x="537" y="56"/>
                </a:cxn>
                <a:cxn ang="0">
                  <a:pos x="544" y="51"/>
                </a:cxn>
                <a:cxn ang="0">
                  <a:pos x="557" y="44"/>
                </a:cxn>
                <a:cxn ang="0">
                  <a:pos x="569" y="41"/>
                </a:cxn>
                <a:cxn ang="0">
                  <a:pos x="583" y="38"/>
                </a:cxn>
                <a:cxn ang="0">
                  <a:pos x="619" y="34"/>
                </a:cxn>
                <a:cxn ang="0">
                  <a:pos x="973" y="34"/>
                </a:cxn>
                <a:cxn ang="0">
                  <a:pos x="1006" y="31"/>
                </a:cxn>
                <a:cxn ang="0">
                  <a:pos x="1022" y="29"/>
                </a:cxn>
                <a:cxn ang="0">
                  <a:pos x="1034" y="24"/>
                </a:cxn>
                <a:cxn ang="0">
                  <a:pos x="1045" y="20"/>
                </a:cxn>
                <a:cxn ang="0">
                  <a:pos x="1054" y="13"/>
                </a:cxn>
                <a:cxn ang="0">
                  <a:pos x="1059" y="6"/>
                </a:cxn>
                <a:cxn ang="0">
                  <a:pos x="1061" y="0"/>
                </a:cxn>
              </a:cxnLst>
              <a:pathLst>
                <a:path w="1061" h="69">
                  <a:moveTo>
                    <a:pt x="0" y="0"/>
                  </a:moveTo>
                  <a:lnTo>
                    <a:pt x="1" y="6"/>
                  </a:lnTo>
                  <a:lnTo>
                    <a:pt x="7" y="13"/>
                  </a:lnTo>
                  <a:lnTo>
                    <a:pt x="14" y="20"/>
                  </a:lnTo>
                  <a:lnTo>
                    <a:pt x="26" y="24"/>
                  </a:lnTo>
                  <a:lnTo>
                    <a:pt x="39" y="29"/>
                  </a:lnTo>
                  <a:lnTo>
                    <a:pt x="53" y="31"/>
                  </a:lnTo>
                  <a:lnTo>
                    <a:pt x="88" y="34"/>
                  </a:lnTo>
                  <a:lnTo>
                    <a:pt x="442" y="34"/>
                  </a:lnTo>
                  <a:lnTo>
                    <a:pt x="475" y="38"/>
                  </a:lnTo>
                  <a:lnTo>
                    <a:pt x="491" y="41"/>
                  </a:lnTo>
                  <a:lnTo>
                    <a:pt x="504" y="44"/>
                  </a:lnTo>
                  <a:lnTo>
                    <a:pt x="514" y="51"/>
                  </a:lnTo>
                  <a:lnTo>
                    <a:pt x="523" y="56"/>
                  </a:lnTo>
                  <a:lnTo>
                    <a:pt x="529" y="62"/>
                  </a:lnTo>
                  <a:lnTo>
                    <a:pt x="530" y="69"/>
                  </a:lnTo>
                  <a:lnTo>
                    <a:pt x="532" y="62"/>
                  </a:lnTo>
                  <a:lnTo>
                    <a:pt x="537" y="56"/>
                  </a:lnTo>
                  <a:lnTo>
                    <a:pt x="544" y="51"/>
                  </a:lnTo>
                  <a:lnTo>
                    <a:pt x="557" y="44"/>
                  </a:lnTo>
                  <a:lnTo>
                    <a:pt x="569" y="41"/>
                  </a:lnTo>
                  <a:lnTo>
                    <a:pt x="583" y="38"/>
                  </a:lnTo>
                  <a:lnTo>
                    <a:pt x="619" y="34"/>
                  </a:lnTo>
                  <a:lnTo>
                    <a:pt x="973" y="34"/>
                  </a:lnTo>
                  <a:lnTo>
                    <a:pt x="1006" y="31"/>
                  </a:lnTo>
                  <a:lnTo>
                    <a:pt x="1022" y="29"/>
                  </a:lnTo>
                  <a:lnTo>
                    <a:pt x="1034" y="24"/>
                  </a:lnTo>
                  <a:lnTo>
                    <a:pt x="1045" y="20"/>
                  </a:lnTo>
                  <a:lnTo>
                    <a:pt x="1054" y="13"/>
                  </a:lnTo>
                  <a:lnTo>
                    <a:pt x="1059" y="6"/>
                  </a:lnTo>
                  <a:lnTo>
                    <a:pt x="1061" y="0"/>
                  </a:lnTo>
                </a:path>
              </a:pathLst>
            </a:custGeom>
            <a:noFill/>
            <a:ln w="17463" cap="flat" cmpd="sng">
              <a:solidFill>
                <a:srgbClr val="000000">
                  <a:alpha val="100000"/>
                </a:srgbClr>
              </a:solidFill>
              <a:prstDash val="solid"/>
              <a:round/>
              <a:headEnd type="none" w="med" len="med"/>
              <a:tailEnd type="none" w="med" len="med"/>
            </a:ln>
          </p:spPr>
          <p:txBody>
            <a:bodyPr/>
            <a:p>
              <a:endParaRPr lang="zh-CN" altLang="en-US"/>
            </a:p>
          </p:txBody>
        </p:sp>
        <p:sp>
          <p:nvSpPr>
            <p:cNvPr id="58509" name="Line 182"/>
            <p:cNvSpPr/>
            <p:nvPr/>
          </p:nvSpPr>
          <p:spPr>
            <a:xfrm>
              <a:off x="3379" y="2251"/>
              <a:ext cx="556" cy="1"/>
            </a:xfrm>
            <a:prstGeom prst="line">
              <a:avLst/>
            </a:prstGeom>
            <a:ln w="17463" cap="flat" cmpd="sng">
              <a:solidFill>
                <a:srgbClr val="000000"/>
              </a:solidFill>
              <a:prstDash val="solid"/>
              <a:headEnd type="none" w="med" len="med"/>
              <a:tailEnd type="none" w="med" len="med"/>
            </a:ln>
          </p:spPr>
        </p:sp>
        <p:sp>
          <p:nvSpPr>
            <p:cNvPr id="58510" name="Freeform 183"/>
            <p:cNvSpPr/>
            <p:nvPr/>
          </p:nvSpPr>
          <p:spPr>
            <a:xfrm>
              <a:off x="868" y="1098"/>
              <a:ext cx="807" cy="123"/>
            </a:xfrm>
            <a:custGeom>
              <a:avLst/>
              <a:gdLst/>
              <a:ahLst/>
              <a:cxnLst>
                <a:cxn ang="0">
                  <a:pos x="0" y="0"/>
                </a:cxn>
                <a:cxn ang="0">
                  <a:pos x="2" y="13"/>
                </a:cxn>
                <a:cxn ang="0">
                  <a:pos x="5" y="25"/>
                </a:cxn>
                <a:cxn ang="0">
                  <a:pos x="13" y="35"/>
                </a:cxn>
                <a:cxn ang="0">
                  <a:pos x="20" y="43"/>
                </a:cxn>
                <a:cxn ang="0">
                  <a:pos x="30" y="51"/>
                </a:cxn>
                <a:cxn ang="0">
                  <a:pos x="41" y="56"/>
                </a:cxn>
                <a:cxn ang="0">
                  <a:pos x="53" y="60"/>
                </a:cxn>
                <a:cxn ang="0">
                  <a:pos x="67" y="61"/>
                </a:cxn>
                <a:cxn ang="0">
                  <a:pos x="336" y="61"/>
                </a:cxn>
                <a:cxn ang="0">
                  <a:pos x="350" y="63"/>
                </a:cxn>
                <a:cxn ang="0">
                  <a:pos x="363" y="66"/>
                </a:cxn>
                <a:cxn ang="0">
                  <a:pos x="373" y="71"/>
                </a:cxn>
                <a:cxn ang="0">
                  <a:pos x="384" y="80"/>
                </a:cxn>
                <a:cxn ang="0">
                  <a:pos x="393" y="89"/>
                </a:cxn>
                <a:cxn ang="0">
                  <a:pos x="398" y="99"/>
                </a:cxn>
                <a:cxn ang="0">
                  <a:pos x="402" y="111"/>
                </a:cxn>
                <a:cxn ang="0">
                  <a:pos x="403" y="123"/>
                </a:cxn>
                <a:cxn ang="0">
                  <a:pos x="405" y="111"/>
                </a:cxn>
                <a:cxn ang="0">
                  <a:pos x="409" y="99"/>
                </a:cxn>
                <a:cxn ang="0">
                  <a:pos x="416" y="89"/>
                </a:cxn>
                <a:cxn ang="0">
                  <a:pos x="423" y="80"/>
                </a:cxn>
                <a:cxn ang="0">
                  <a:pos x="434" y="71"/>
                </a:cxn>
                <a:cxn ang="0">
                  <a:pos x="444" y="66"/>
                </a:cxn>
                <a:cxn ang="0">
                  <a:pos x="457" y="63"/>
                </a:cxn>
                <a:cxn ang="0">
                  <a:pos x="471" y="61"/>
                </a:cxn>
                <a:cxn ang="0">
                  <a:pos x="740" y="61"/>
                </a:cxn>
                <a:cxn ang="0">
                  <a:pos x="754" y="60"/>
                </a:cxn>
                <a:cxn ang="0">
                  <a:pos x="766" y="56"/>
                </a:cxn>
                <a:cxn ang="0">
                  <a:pos x="777" y="51"/>
                </a:cxn>
                <a:cxn ang="0">
                  <a:pos x="787" y="43"/>
                </a:cxn>
                <a:cxn ang="0">
                  <a:pos x="796" y="35"/>
                </a:cxn>
                <a:cxn ang="0">
                  <a:pos x="801" y="25"/>
                </a:cxn>
                <a:cxn ang="0">
                  <a:pos x="805" y="13"/>
                </a:cxn>
                <a:cxn ang="0">
                  <a:pos x="807" y="0"/>
                </a:cxn>
              </a:cxnLst>
              <a:pathLst>
                <a:path w="807" h="123">
                  <a:moveTo>
                    <a:pt x="0" y="0"/>
                  </a:moveTo>
                  <a:lnTo>
                    <a:pt x="2" y="13"/>
                  </a:lnTo>
                  <a:lnTo>
                    <a:pt x="5" y="25"/>
                  </a:lnTo>
                  <a:lnTo>
                    <a:pt x="13" y="35"/>
                  </a:lnTo>
                  <a:lnTo>
                    <a:pt x="20" y="43"/>
                  </a:lnTo>
                  <a:lnTo>
                    <a:pt x="30" y="51"/>
                  </a:lnTo>
                  <a:lnTo>
                    <a:pt x="41" y="56"/>
                  </a:lnTo>
                  <a:lnTo>
                    <a:pt x="53" y="60"/>
                  </a:lnTo>
                  <a:lnTo>
                    <a:pt x="67" y="61"/>
                  </a:lnTo>
                  <a:lnTo>
                    <a:pt x="336" y="61"/>
                  </a:lnTo>
                  <a:lnTo>
                    <a:pt x="350" y="63"/>
                  </a:lnTo>
                  <a:lnTo>
                    <a:pt x="363" y="66"/>
                  </a:lnTo>
                  <a:lnTo>
                    <a:pt x="373" y="71"/>
                  </a:lnTo>
                  <a:lnTo>
                    <a:pt x="384" y="80"/>
                  </a:lnTo>
                  <a:lnTo>
                    <a:pt x="393" y="89"/>
                  </a:lnTo>
                  <a:lnTo>
                    <a:pt x="398" y="99"/>
                  </a:lnTo>
                  <a:lnTo>
                    <a:pt x="402" y="111"/>
                  </a:lnTo>
                  <a:lnTo>
                    <a:pt x="403" y="123"/>
                  </a:lnTo>
                  <a:lnTo>
                    <a:pt x="405" y="111"/>
                  </a:lnTo>
                  <a:lnTo>
                    <a:pt x="409" y="99"/>
                  </a:lnTo>
                  <a:lnTo>
                    <a:pt x="416" y="89"/>
                  </a:lnTo>
                  <a:lnTo>
                    <a:pt x="423" y="80"/>
                  </a:lnTo>
                  <a:lnTo>
                    <a:pt x="434" y="71"/>
                  </a:lnTo>
                  <a:lnTo>
                    <a:pt x="444" y="66"/>
                  </a:lnTo>
                  <a:lnTo>
                    <a:pt x="457" y="63"/>
                  </a:lnTo>
                  <a:lnTo>
                    <a:pt x="471" y="61"/>
                  </a:lnTo>
                  <a:lnTo>
                    <a:pt x="740" y="61"/>
                  </a:lnTo>
                  <a:lnTo>
                    <a:pt x="754" y="60"/>
                  </a:lnTo>
                  <a:lnTo>
                    <a:pt x="766" y="56"/>
                  </a:lnTo>
                  <a:lnTo>
                    <a:pt x="777" y="51"/>
                  </a:lnTo>
                  <a:lnTo>
                    <a:pt x="787" y="43"/>
                  </a:lnTo>
                  <a:lnTo>
                    <a:pt x="796" y="35"/>
                  </a:lnTo>
                  <a:lnTo>
                    <a:pt x="801" y="25"/>
                  </a:lnTo>
                  <a:lnTo>
                    <a:pt x="805" y="13"/>
                  </a:lnTo>
                  <a:lnTo>
                    <a:pt x="807" y="0"/>
                  </a:lnTo>
                </a:path>
              </a:pathLst>
            </a:custGeom>
            <a:noFill/>
            <a:ln w="17463" cap="flat" cmpd="sng">
              <a:solidFill>
                <a:srgbClr val="000000">
                  <a:alpha val="100000"/>
                </a:srgbClr>
              </a:solidFill>
              <a:prstDash val="solid"/>
              <a:round/>
              <a:headEnd type="none" w="med" len="med"/>
              <a:tailEnd type="none" w="med" len="med"/>
            </a:ln>
          </p:spPr>
          <p:txBody>
            <a:bodyPr/>
            <a:p>
              <a:endParaRPr lang="zh-CN" altLang="en-US"/>
            </a:p>
          </p:txBody>
        </p:sp>
        <p:sp>
          <p:nvSpPr>
            <p:cNvPr id="58511" name="Freeform 184"/>
            <p:cNvSpPr/>
            <p:nvPr/>
          </p:nvSpPr>
          <p:spPr>
            <a:xfrm>
              <a:off x="1786" y="1088"/>
              <a:ext cx="807" cy="123"/>
            </a:xfrm>
            <a:custGeom>
              <a:avLst/>
              <a:gdLst/>
              <a:ahLst/>
              <a:cxnLst>
                <a:cxn ang="0">
                  <a:pos x="0" y="0"/>
                </a:cxn>
                <a:cxn ang="0">
                  <a:pos x="2" y="13"/>
                </a:cxn>
                <a:cxn ang="0">
                  <a:pos x="6" y="25"/>
                </a:cxn>
                <a:cxn ang="0">
                  <a:pos x="13" y="35"/>
                </a:cxn>
                <a:cxn ang="0">
                  <a:pos x="20" y="43"/>
                </a:cxn>
                <a:cxn ang="0">
                  <a:pos x="30" y="52"/>
                </a:cxn>
                <a:cxn ang="0">
                  <a:pos x="41" y="56"/>
                </a:cxn>
                <a:cxn ang="0">
                  <a:pos x="53" y="60"/>
                </a:cxn>
                <a:cxn ang="0">
                  <a:pos x="67" y="61"/>
                </a:cxn>
                <a:cxn ang="0">
                  <a:pos x="336" y="61"/>
                </a:cxn>
                <a:cxn ang="0">
                  <a:pos x="350" y="63"/>
                </a:cxn>
                <a:cxn ang="0">
                  <a:pos x="363" y="66"/>
                </a:cxn>
                <a:cxn ang="0">
                  <a:pos x="373" y="71"/>
                </a:cxn>
                <a:cxn ang="0">
                  <a:pos x="384" y="80"/>
                </a:cxn>
                <a:cxn ang="0">
                  <a:pos x="393" y="90"/>
                </a:cxn>
                <a:cxn ang="0">
                  <a:pos x="398" y="99"/>
                </a:cxn>
                <a:cxn ang="0">
                  <a:pos x="402" y="111"/>
                </a:cxn>
                <a:cxn ang="0">
                  <a:pos x="404" y="123"/>
                </a:cxn>
                <a:cxn ang="0">
                  <a:pos x="405" y="111"/>
                </a:cxn>
                <a:cxn ang="0">
                  <a:pos x="409" y="99"/>
                </a:cxn>
                <a:cxn ang="0">
                  <a:pos x="416" y="90"/>
                </a:cxn>
                <a:cxn ang="0">
                  <a:pos x="423" y="80"/>
                </a:cxn>
                <a:cxn ang="0">
                  <a:pos x="434" y="71"/>
                </a:cxn>
                <a:cxn ang="0">
                  <a:pos x="444" y="66"/>
                </a:cxn>
                <a:cxn ang="0">
                  <a:pos x="457" y="63"/>
                </a:cxn>
                <a:cxn ang="0">
                  <a:pos x="471" y="61"/>
                </a:cxn>
                <a:cxn ang="0">
                  <a:pos x="740" y="61"/>
                </a:cxn>
                <a:cxn ang="0">
                  <a:pos x="754" y="60"/>
                </a:cxn>
                <a:cxn ang="0">
                  <a:pos x="766" y="56"/>
                </a:cxn>
                <a:cxn ang="0">
                  <a:pos x="777" y="52"/>
                </a:cxn>
                <a:cxn ang="0">
                  <a:pos x="787" y="43"/>
                </a:cxn>
                <a:cxn ang="0">
                  <a:pos x="796" y="35"/>
                </a:cxn>
                <a:cxn ang="0">
                  <a:pos x="802" y="25"/>
                </a:cxn>
                <a:cxn ang="0">
                  <a:pos x="805" y="13"/>
                </a:cxn>
                <a:cxn ang="0">
                  <a:pos x="807" y="0"/>
                </a:cxn>
              </a:cxnLst>
              <a:pathLst>
                <a:path w="807" h="123">
                  <a:moveTo>
                    <a:pt x="0" y="0"/>
                  </a:moveTo>
                  <a:lnTo>
                    <a:pt x="2" y="13"/>
                  </a:lnTo>
                  <a:lnTo>
                    <a:pt x="6" y="25"/>
                  </a:lnTo>
                  <a:lnTo>
                    <a:pt x="13" y="35"/>
                  </a:lnTo>
                  <a:lnTo>
                    <a:pt x="20" y="43"/>
                  </a:lnTo>
                  <a:lnTo>
                    <a:pt x="30" y="52"/>
                  </a:lnTo>
                  <a:lnTo>
                    <a:pt x="41" y="56"/>
                  </a:lnTo>
                  <a:lnTo>
                    <a:pt x="53" y="60"/>
                  </a:lnTo>
                  <a:lnTo>
                    <a:pt x="67" y="61"/>
                  </a:lnTo>
                  <a:lnTo>
                    <a:pt x="336" y="61"/>
                  </a:lnTo>
                  <a:lnTo>
                    <a:pt x="350" y="63"/>
                  </a:lnTo>
                  <a:lnTo>
                    <a:pt x="363" y="66"/>
                  </a:lnTo>
                  <a:lnTo>
                    <a:pt x="373" y="71"/>
                  </a:lnTo>
                  <a:lnTo>
                    <a:pt x="384" y="80"/>
                  </a:lnTo>
                  <a:lnTo>
                    <a:pt x="393" y="90"/>
                  </a:lnTo>
                  <a:lnTo>
                    <a:pt x="398" y="99"/>
                  </a:lnTo>
                  <a:lnTo>
                    <a:pt x="402" y="111"/>
                  </a:lnTo>
                  <a:lnTo>
                    <a:pt x="404" y="123"/>
                  </a:lnTo>
                  <a:lnTo>
                    <a:pt x="405" y="111"/>
                  </a:lnTo>
                  <a:lnTo>
                    <a:pt x="409" y="99"/>
                  </a:lnTo>
                  <a:lnTo>
                    <a:pt x="416" y="90"/>
                  </a:lnTo>
                  <a:lnTo>
                    <a:pt x="423" y="80"/>
                  </a:lnTo>
                  <a:lnTo>
                    <a:pt x="434" y="71"/>
                  </a:lnTo>
                  <a:lnTo>
                    <a:pt x="444" y="66"/>
                  </a:lnTo>
                  <a:lnTo>
                    <a:pt x="457" y="63"/>
                  </a:lnTo>
                  <a:lnTo>
                    <a:pt x="471" y="61"/>
                  </a:lnTo>
                  <a:lnTo>
                    <a:pt x="740" y="61"/>
                  </a:lnTo>
                  <a:lnTo>
                    <a:pt x="754" y="60"/>
                  </a:lnTo>
                  <a:lnTo>
                    <a:pt x="766" y="56"/>
                  </a:lnTo>
                  <a:lnTo>
                    <a:pt x="777" y="52"/>
                  </a:lnTo>
                  <a:lnTo>
                    <a:pt x="787" y="43"/>
                  </a:lnTo>
                  <a:lnTo>
                    <a:pt x="796" y="35"/>
                  </a:lnTo>
                  <a:lnTo>
                    <a:pt x="802" y="25"/>
                  </a:lnTo>
                  <a:lnTo>
                    <a:pt x="805" y="13"/>
                  </a:lnTo>
                  <a:lnTo>
                    <a:pt x="807" y="0"/>
                  </a:lnTo>
                </a:path>
              </a:pathLst>
            </a:custGeom>
            <a:noFill/>
            <a:ln w="17463" cap="flat" cmpd="sng">
              <a:solidFill>
                <a:srgbClr val="000000">
                  <a:alpha val="100000"/>
                </a:srgbClr>
              </a:solidFill>
              <a:prstDash val="solid"/>
              <a:round/>
              <a:headEnd type="none" w="med" len="med"/>
              <a:tailEnd type="none" w="med" len="med"/>
            </a:ln>
          </p:spPr>
          <p:txBody>
            <a:bodyPr/>
            <a:p>
              <a:endParaRPr lang="zh-CN" altLang="en-US"/>
            </a:p>
          </p:txBody>
        </p:sp>
        <p:sp>
          <p:nvSpPr>
            <p:cNvPr id="58512" name="Line 185"/>
            <p:cNvSpPr/>
            <p:nvPr/>
          </p:nvSpPr>
          <p:spPr>
            <a:xfrm>
              <a:off x="1270" y="1237"/>
              <a:ext cx="1" cy="50"/>
            </a:xfrm>
            <a:prstGeom prst="line">
              <a:avLst/>
            </a:prstGeom>
            <a:ln w="17463" cap="flat" cmpd="sng">
              <a:solidFill>
                <a:srgbClr val="000000"/>
              </a:solidFill>
              <a:prstDash val="solid"/>
              <a:headEnd type="none" w="med" len="med"/>
              <a:tailEnd type="none" w="med" len="med"/>
            </a:ln>
          </p:spPr>
        </p:sp>
        <p:sp>
          <p:nvSpPr>
            <p:cNvPr id="58513" name="Line 186"/>
            <p:cNvSpPr/>
            <p:nvPr/>
          </p:nvSpPr>
          <p:spPr>
            <a:xfrm>
              <a:off x="793" y="1480"/>
              <a:ext cx="0" cy="181"/>
            </a:xfrm>
            <a:prstGeom prst="line">
              <a:avLst/>
            </a:prstGeom>
            <a:ln w="17463" cap="flat" cmpd="sng">
              <a:solidFill>
                <a:srgbClr val="000000"/>
              </a:solidFill>
              <a:prstDash val="solid"/>
              <a:headEnd type="none" w="med" len="med"/>
              <a:tailEnd type="none" w="med" len="med"/>
            </a:ln>
          </p:spPr>
        </p:sp>
        <p:grpSp>
          <p:nvGrpSpPr>
            <p:cNvPr id="58514" name="Group 187"/>
            <p:cNvGrpSpPr/>
            <p:nvPr/>
          </p:nvGrpSpPr>
          <p:grpSpPr>
            <a:xfrm>
              <a:off x="1561" y="1661"/>
              <a:ext cx="1682" cy="1134"/>
              <a:chOff x="829" y="1326"/>
              <a:chExt cx="1682" cy="1348"/>
            </a:xfrm>
          </p:grpSpPr>
          <p:sp>
            <p:nvSpPr>
              <p:cNvPr id="58519" name="Rectangle 188"/>
              <p:cNvSpPr/>
              <p:nvPr/>
            </p:nvSpPr>
            <p:spPr>
              <a:xfrm>
                <a:off x="839" y="1570"/>
                <a:ext cx="1225" cy="227"/>
              </a:xfrm>
              <a:prstGeom prst="rect">
                <a:avLst/>
              </a:prstGeom>
              <a:noFill/>
              <a:ln w="9525" cap="flat" cmpd="sng">
                <a:solidFill>
                  <a:srgbClr val="FF00FF"/>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520" name="Rectangle 189"/>
              <p:cNvSpPr/>
              <p:nvPr/>
            </p:nvSpPr>
            <p:spPr>
              <a:xfrm>
                <a:off x="829" y="1326"/>
                <a:ext cx="1682" cy="1348"/>
              </a:xfrm>
              <a:prstGeom prst="rect">
                <a:avLst/>
              </a:prstGeom>
              <a:solidFill>
                <a:srgbClr val="FFFFFF"/>
              </a:solidFill>
              <a:ln w="17463"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58521" name="Rectangle 190"/>
              <p:cNvSpPr/>
              <p:nvPr/>
            </p:nvSpPr>
            <p:spPr>
              <a:xfrm>
                <a:off x="877" y="1416"/>
                <a:ext cx="512"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读写操作</a:t>
                </a:r>
                <a:endParaRPr lang="zh-CN" altLang="en-US" sz="1800" b="0" dirty="0">
                  <a:solidFill>
                    <a:schemeClr val="tx1"/>
                  </a:solidFill>
                  <a:latin typeface="Arial" panose="020B0604020202020204" pitchFamily="34" charset="0"/>
                </a:endParaRPr>
              </a:p>
            </p:txBody>
          </p:sp>
          <p:sp>
            <p:nvSpPr>
              <p:cNvPr id="58522" name="Rectangle 191"/>
              <p:cNvSpPr/>
              <p:nvPr/>
            </p:nvSpPr>
            <p:spPr>
              <a:xfrm>
                <a:off x="877" y="1626"/>
                <a:ext cx="217"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00=</a:t>
                </a:r>
                <a:endParaRPr lang="en-US" altLang="zh-CN" sz="1800" b="0" dirty="0">
                  <a:solidFill>
                    <a:schemeClr val="tx1"/>
                  </a:solidFill>
                  <a:latin typeface="Arial" panose="020B0604020202020204" pitchFamily="34" charset="0"/>
                </a:endParaRPr>
              </a:p>
            </p:txBody>
          </p:sp>
          <p:sp>
            <p:nvSpPr>
              <p:cNvPr id="58523" name="Rectangle 192"/>
              <p:cNvSpPr/>
              <p:nvPr/>
            </p:nvSpPr>
            <p:spPr>
              <a:xfrm>
                <a:off x="1103" y="1630"/>
                <a:ext cx="896"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锁定当前计数值</a:t>
                </a:r>
                <a:endParaRPr lang="zh-CN" altLang="en-US" sz="1800" b="0" dirty="0">
                  <a:solidFill>
                    <a:schemeClr val="tx1"/>
                  </a:solidFill>
                  <a:latin typeface="Arial" panose="020B0604020202020204" pitchFamily="34" charset="0"/>
                </a:endParaRPr>
              </a:p>
            </p:txBody>
          </p:sp>
          <p:sp>
            <p:nvSpPr>
              <p:cNvPr id="58524" name="Rectangle 193"/>
              <p:cNvSpPr/>
              <p:nvPr/>
            </p:nvSpPr>
            <p:spPr>
              <a:xfrm>
                <a:off x="877" y="1840"/>
                <a:ext cx="217"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01=</a:t>
                </a:r>
                <a:endParaRPr lang="en-US" altLang="zh-CN" sz="1800" b="0" dirty="0">
                  <a:solidFill>
                    <a:schemeClr val="tx1"/>
                  </a:solidFill>
                  <a:latin typeface="Arial" panose="020B0604020202020204" pitchFamily="34" charset="0"/>
                </a:endParaRPr>
              </a:p>
            </p:txBody>
          </p:sp>
          <p:sp>
            <p:nvSpPr>
              <p:cNvPr id="58525" name="Rectangle 194"/>
              <p:cNvSpPr/>
              <p:nvPr/>
            </p:nvSpPr>
            <p:spPr>
              <a:xfrm>
                <a:off x="1103" y="1845"/>
                <a:ext cx="128" cy="18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读</a:t>
                </a:r>
                <a:endParaRPr lang="zh-CN" altLang="en-US" sz="1800" b="0" dirty="0">
                  <a:solidFill>
                    <a:schemeClr val="tx1"/>
                  </a:solidFill>
                  <a:latin typeface="Arial" panose="020B0604020202020204" pitchFamily="34" charset="0"/>
                </a:endParaRPr>
              </a:p>
            </p:txBody>
          </p:sp>
          <p:sp>
            <p:nvSpPr>
              <p:cNvPr id="58526" name="Rectangle 195"/>
              <p:cNvSpPr/>
              <p:nvPr/>
            </p:nvSpPr>
            <p:spPr>
              <a:xfrm>
                <a:off x="1236" y="1840"/>
                <a:ext cx="36"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a:t>
                </a:r>
                <a:endParaRPr lang="en-US" altLang="zh-CN" sz="1800" b="0" dirty="0">
                  <a:solidFill>
                    <a:schemeClr val="tx1"/>
                  </a:solidFill>
                  <a:latin typeface="Arial" panose="020B0604020202020204" pitchFamily="34" charset="0"/>
                </a:endParaRPr>
              </a:p>
            </p:txBody>
          </p:sp>
          <p:sp>
            <p:nvSpPr>
              <p:cNvPr id="58527" name="Rectangle 196"/>
              <p:cNvSpPr/>
              <p:nvPr/>
            </p:nvSpPr>
            <p:spPr>
              <a:xfrm>
                <a:off x="1273" y="1845"/>
                <a:ext cx="640" cy="18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写计数器低</a:t>
                </a:r>
                <a:endParaRPr lang="zh-CN" altLang="en-US" sz="1800" b="0" dirty="0">
                  <a:solidFill>
                    <a:schemeClr val="tx1"/>
                  </a:solidFill>
                  <a:latin typeface="Arial" panose="020B0604020202020204" pitchFamily="34" charset="0"/>
                </a:endParaRPr>
              </a:p>
            </p:txBody>
          </p:sp>
          <p:sp>
            <p:nvSpPr>
              <p:cNvPr id="58528" name="Rectangle 197"/>
              <p:cNvSpPr/>
              <p:nvPr/>
            </p:nvSpPr>
            <p:spPr>
              <a:xfrm>
                <a:off x="1970" y="1840"/>
                <a:ext cx="71"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8</a:t>
                </a:r>
                <a:endParaRPr lang="en-US" altLang="zh-CN" sz="1800" b="0" dirty="0">
                  <a:solidFill>
                    <a:schemeClr val="tx1"/>
                  </a:solidFill>
                  <a:latin typeface="Arial" panose="020B0604020202020204" pitchFamily="34" charset="0"/>
                </a:endParaRPr>
              </a:p>
            </p:txBody>
          </p:sp>
          <p:sp>
            <p:nvSpPr>
              <p:cNvPr id="58529" name="Rectangle 198"/>
              <p:cNvSpPr/>
              <p:nvPr/>
            </p:nvSpPr>
            <p:spPr>
              <a:xfrm>
                <a:off x="2076" y="1845"/>
                <a:ext cx="128" cy="18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位</a:t>
                </a:r>
                <a:endParaRPr lang="zh-CN" altLang="en-US" sz="1800" b="0" dirty="0">
                  <a:solidFill>
                    <a:schemeClr val="tx1"/>
                  </a:solidFill>
                  <a:latin typeface="Arial" panose="020B0604020202020204" pitchFamily="34" charset="0"/>
                </a:endParaRPr>
              </a:p>
            </p:txBody>
          </p:sp>
          <p:sp>
            <p:nvSpPr>
              <p:cNvPr id="58530" name="Rectangle 199"/>
              <p:cNvSpPr/>
              <p:nvPr/>
            </p:nvSpPr>
            <p:spPr>
              <a:xfrm>
                <a:off x="877" y="2055"/>
                <a:ext cx="217"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10=</a:t>
                </a:r>
                <a:endParaRPr lang="en-US" altLang="zh-CN" sz="1800" b="0" dirty="0">
                  <a:solidFill>
                    <a:schemeClr val="tx1"/>
                  </a:solidFill>
                  <a:latin typeface="Arial" panose="020B0604020202020204" pitchFamily="34" charset="0"/>
                </a:endParaRPr>
              </a:p>
            </p:txBody>
          </p:sp>
          <p:sp>
            <p:nvSpPr>
              <p:cNvPr id="58531" name="Rectangle 200"/>
              <p:cNvSpPr/>
              <p:nvPr/>
            </p:nvSpPr>
            <p:spPr>
              <a:xfrm>
                <a:off x="1103" y="2059"/>
                <a:ext cx="768"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读写计数器高</a:t>
                </a:r>
                <a:endParaRPr lang="zh-CN" altLang="en-US" sz="1800" b="0" dirty="0">
                  <a:solidFill>
                    <a:schemeClr val="tx1"/>
                  </a:solidFill>
                  <a:latin typeface="Arial" panose="020B0604020202020204" pitchFamily="34" charset="0"/>
                </a:endParaRPr>
              </a:p>
            </p:txBody>
          </p:sp>
          <p:sp>
            <p:nvSpPr>
              <p:cNvPr id="58532" name="Rectangle 201"/>
              <p:cNvSpPr/>
              <p:nvPr/>
            </p:nvSpPr>
            <p:spPr>
              <a:xfrm>
                <a:off x="1933" y="2055"/>
                <a:ext cx="71"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8</a:t>
                </a:r>
                <a:endParaRPr lang="en-US" altLang="zh-CN" sz="1800" b="0" dirty="0">
                  <a:solidFill>
                    <a:schemeClr val="tx1"/>
                  </a:solidFill>
                  <a:latin typeface="Arial" panose="020B0604020202020204" pitchFamily="34" charset="0"/>
                </a:endParaRPr>
              </a:p>
            </p:txBody>
          </p:sp>
          <p:sp>
            <p:nvSpPr>
              <p:cNvPr id="58533" name="Rectangle 202"/>
              <p:cNvSpPr/>
              <p:nvPr/>
            </p:nvSpPr>
            <p:spPr>
              <a:xfrm>
                <a:off x="2039" y="2059"/>
                <a:ext cx="128"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位</a:t>
                </a:r>
                <a:endParaRPr lang="zh-CN" altLang="en-US" sz="1800" b="0" dirty="0">
                  <a:solidFill>
                    <a:schemeClr val="tx1"/>
                  </a:solidFill>
                  <a:latin typeface="Arial" panose="020B0604020202020204" pitchFamily="34" charset="0"/>
                </a:endParaRPr>
              </a:p>
            </p:txBody>
          </p:sp>
          <p:sp>
            <p:nvSpPr>
              <p:cNvPr id="58534" name="Rectangle 203"/>
              <p:cNvSpPr/>
              <p:nvPr/>
            </p:nvSpPr>
            <p:spPr>
              <a:xfrm>
                <a:off x="877" y="2269"/>
                <a:ext cx="217"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11=</a:t>
                </a:r>
                <a:endParaRPr lang="en-US" altLang="zh-CN" sz="1800" b="0" dirty="0">
                  <a:solidFill>
                    <a:schemeClr val="tx1"/>
                  </a:solidFill>
                  <a:latin typeface="Arial" panose="020B0604020202020204" pitchFamily="34" charset="0"/>
                </a:endParaRPr>
              </a:p>
            </p:txBody>
          </p:sp>
          <p:sp>
            <p:nvSpPr>
              <p:cNvPr id="58535" name="Rectangle 204"/>
              <p:cNvSpPr/>
              <p:nvPr/>
            </p:nvSpPr>
            <p:spPr>
              <a:xfrm>
                <a:off x="1109" y="2275"/>
                <a:ext cx="256"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先读</a:t>
                </a:r>
                <a:endParaRPr lang="zh-CN" altLang="en-US" sz="1800" b="0" dirty="0">
                  <a:solidFill>
                    <a:schemeClr val="tx1"/>
                  </a:solidFill>
                  <a:latin typeface="Arial" panose="020B0604020202020204" pitchFamily="34" charset="0"/>
                </a:endParaRPr>
              </a:p>
            </p:txBody>
          </p:sp>
          <p:sp>
            <p:nvSpPr>
              <p:cNvPr id="58536" name="Rectangle 205"/>
              <p:cNvSpPr/>
              <p:nvPr/>
            </p:nvSpPr>
            <p:spPr>
              <a:xfrm>
                <a:off x="1385" y="2269"/>
                <a:ext cx="36"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a:t>
                </a:r>
                <a:endParaRPr lang="en-US" altLang="zh-CN" sz="1800" b="0" dirty="0">
                  <a:solidFill>
                    <a:schemeClr val="tx1"/>
                  </a:solidFill>
                  <a:latin typeface="Arial" panose="020B0604020202020204" pitchFamily="34" charset="0"/>
                </a:endParaRPr>
              </a:p>
            </p:txBody>
          </p:sp>
          <p:sp>
            <p:nvSpPr>
              <p:cNvPr id="58537" name="Rectangle 206"/>
              <p:cNvSpPr/>
              <p:nvPr/>
            </p:nvSpPr>
            <p:spPr>
              <a:xfrm>
                <a:off x="1429" y="2275"/>
                <a:ext cx="640"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写计数器低</a:t>
                </a:r>
                <a:endParaRPr lang="zh-CN" altLang="en-US" sz="1800" b="0" dirty="0">
                  <a:solidFill>
                    <a:schemeClr val="tx1"/>
                  </a:solidFill>
                  <a:latin typeface="Arial" panose="020B0604020202020204" pitchFamily="34" charset="0"/>
                </a:endParaRPr>
              </a:p>
            </p:txBody>
          </p:sp>
          <p:sp>
            <p:nvSpPr>
              <p:cNvPr id="58538" name="Rectangle 207"/>
              <p:cNvSpPr/>
              <p:nvPr/>
            </p:nvSpPr>
            <p:spPr>
              <a:xfrm>
                <a:off x="2186" y="2269"/>
                <a:ext cx="71"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8</a:t>
                </a:r>
                <a:endParaRPr lang="en-US" altLang="zh-CN" sz="1800" b="0" dirty="0">
                  <a:solidFill>
                    <a:schemeClr val="tx1"/>
                  </a:solidFill>
                  <a:latin typeface="Arial" panose="020B0604020202020204" pitchFamily="34" charset="0"/>
                </a:endParaRPr>
              </a:p>
            </p:txBody>
          </p:sp>
          <p:sp>
            <p:nvSpPr>
              <p:cNvPr id="58539" name="Rectangle 208"/>
              <p:cNvSpPr/>
              <p:nvPr/>
            </p:nvSpPr>
            <p:spPr>
              <a:xfrm>
                <a:off x="2331" y="2275"/>
                <a:ext cx="128"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位</a:t>
                </a:r>
                <a:endParaRPr lang="zh-CN" altLang="en-US" sz="1800" b="0" dirty="0">
                  <a:solidFill>
                    <a:schemeClr val="tx1"/>
                  </a:solidFill>
                  <a:latin typeface="Arial" panose="020B0604020202020204" pitchFamily="34" charset="0"/>
                </a:endParaRPr>
              </a:p>
            </p:txBody>
          </p:sp>
          <p:sp>
            <p:nvSpPr>
              <p:cNvPr id="58540" name="Rectangle 209"/>
              <p:cNvSpPr/>
              <p:nvPr/>
            </p:nvSpPr>
            <p:spPr>
              <a:xfrm>
                <a:off x="877" y="2490"/>
                <a:ext cx="768"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再读</a:t>
                </a:r>
                <a:r>
                  <a:rPr lang="en-US" altLang="zh-CN" sz="1600" b="0" dirty="0">
                    <a:solidFill>
                      <a:srgbClr val="000000"/>
                    </a:solidFill>
                    <a:latin typeface="宋体" panose="02010600030101010101" pitchFamily="2" charset="-122"/>
                  </a:rPr>
                  <a:t>/</a:t>
                </a:r>
                <a:r>
                  <a:rPr lang="zh-CN" altLang="en-US" sz="1600" b="0" dirty="0">
                    <a:solidFill>
                      <a:srgbClr val="000000"/>
                    </a:solidFill>
                    <a:latin typeface="宋体" panose="02010600030101010101" pitchFamily="2" charset="-122"/>
                  </a:rPr>
                  <a:t>写高</a:t>
                </a:r>
                <a:r>
                  <a:rPr lang="en-US" altLang="zh-CN" sz="1600" b="0" dirty="0">
                    <a:solidFill>
                      <a:srgbClr val="000000"/>
                    </a:solidFill>
                    <a:latin typeface="宋体" panose="02010600030101010101" pitchFamily="2" charset="-122"/>
                  </a:rPr>
                  <a:t>8</a:t>
                </a:r>
                <a:r>
                  <a:rPr lang="zh-CN" altLang="en-US" sz="1600" b="0" dirty="0">
                    <a:solidFill>
                      <a:srgbClr val="000000"/>
                    </a:solidFill>
                    <a:latin typeface="宋体" panose="02010600030101010101" pitchFamily="2" charset="-122"/>
                  </a:rPr>
                  <a:t>位</a:t>
                </a:r>
                <a:endParaRPr lang="zh-CN" altLang="en-US" sz="1800" b="0" dirty="0">
                  <a:solidFill>
                    <a:schemeClr val="tx1"/>
                  </a:solidFill>
                  <a:latin typeface="Arial" panose="020B0604020202020204" pitchFamily="34" charset="0"/>
                </a:endParaRPr>
              </a:p>
            </p:txBody>
          </p:sp>
          <p:sp>
            <p:nvSpPr>
              <p:cNvPr id="58541" name="Rectangle 210"/>
              <p:cNvSpPr/>
              <p:nvPr/>
            </p:nvSpPr>
            <p:spPr>
              <a:xfrm>
                <a:off x="884" y="1616"/>
                <a:ext cx="1225" cy="181"/>
              </a:xfrm>
              <a:prstGeom prst="rect">
                <a:avLst/>
              </a:prstGeom>
              <a:noFill/>
              <a:ln w="9525" cap="flat" cmpd="sng">
                <a:solidFill>
                  <a:srgbClr val="FF00FF"/>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grpSp>
        <p:sp>
          <p:nvSpPr>
            <p:cNvPr id="58515" name="Line 211"/>
            <p:cNvSpPr/>
            <p:nvPr/>
          </p:nvSpPr>
          <p:spPr>
            <a:xfrm>
              <a:off x="793" y="1480"/>
              <a:ext cx="499" cy="0"/>
            </a:xfrm>
            <a:prstGeom prst="line">
              <a:avLst/>
            </a:prstGeom>
            <a:ln w="9525" cap="flat" cmpd="sng">
              <a:solidFill>
                <a:schemeClr val="tx1"/>
              </a:solidFill>
              <a:prstDash val="solid"/>
              <a:headEnd type="none" w="med" len="med"/>
              <a:tailEnd type="none" w="med" len="med"/>
            </a:ln>
          </p:spPr>
        </p:sp>
        <p:sp>
          <p:nvSpPr>
            <p:cNvPr id="58516" name="Line 212"/>
            <p:cNvSpPr/>
            <p:nvPr/>
          </p:nvSpPr>
          <p:spPr>
            <a:xfrm flipV="1">
              <a:off x="1292" y="1253"/>
              <a:ext cx="0" cy="227"/>
            </a:xfrm>
            <a:prstGeom prst="line">
              <a:avLst/>
            </a:prstGeom>
            <a:ln w="9525" cap="flat" cmpd="sng">
              <a:solidFill>
                <a:schemeClr val="tx1"/>
              </a:solidFill>
              <a:prstDash val="solid"/>
              <a:headEnd type="none" w="med" len="med"/>
              <a:tailEnd type="none" w="med" len="med"/>
            </a:ln>
          </p:spPr>
        </p:sp>
        <p:sp>
          <p:nvSpPr>
            <p:cNvPr id="58517" name="Line 213"/>
            <p:cNvSpPr/>
            <p:nvPr/>
          </p:nvSpPr>
          <p:spPr>
            <a:xfrm>
              <a:off x="2200" y="1207"/>
              <a:ext cx="0" cy="409"/>
            </a:xfrm>
            <a:prstGeom prst="line">
              <a:avLst/>
            </a:prstGeom>
            <a:ln w="9525" cap="flat" cmpd="sng">
              <a:solidFill>
                <a:schemeClr val="tx1"/>
              </a:solidFill>
              <a:prstDash val="solid"/>
              <a:headEnd type="none" w="med" len="med"/>
              <a:tailEnd type="none" w="med" len="med"/>
            </a:ln>
          </p:spPr>
        </p:sp>
        <p:sp>
          <p:nvSpPr>
            <p:cNvPr id="58518" name="Line 214"/>
            <p:cNvSpPr/>
            <p:nvPr/>
          </p:nvSpPr>
          <p:spPr>
            <a:xfrm>
              <a:off x="3379" y="1207"/>
              <a:ext cx="0" cy="1044"/>
            </a:xfrm>
            <a:prstGeom prst="line">
              <a:avLst/>
            </a:prstGeom>
            <a:ln w="9525" cap="flat" cmpd="sng">
              <a:solidFill>
                <a:schemeClr val="tx1"/>
              </a:solidFill>
              <a:prstDash val="solid"/>
              <a:headEnd type="none" w="med" len="med"/>
              <a:tailEnd type="none" w="med" len="med"/>
            </a:ln>
          </p:spPr>
        </p:sp>
      </p:grpSp>
      <p:sp>
        <p:nvSpPr>
          <p:cNvPr id="58371" name="Rectangle 217"/>
          <p:cNvSpPr>
            <a:spLocks noGrp="1"/>
          </p:cNvSpPr>
          <p:nvPr>
            <p:ph idx="1"/>
          </p:nvPr>
        </p:nvSpPr>
        <p:spPr>
          <a:xfrm>
            <a:off x="252413" y="3573463"/>
            <a:ext cx="8713787" cy="3284537"/>
          </a:xfrm>
        </p:spPr>
        <p:txBody>
          <a:bodyPr vert="horz" wrap="square" lIns="91440" tIns="45720" rIns="91440" bIns="45720" anchor="t" anchorCtr="0"/>
          <a:p>
            <a:pPr marL="0" indent="0">
              <a:buFontTx/>
              <a:buNone/>
            </a:pPr>
            <a:r>
              <a:rPr lang="zh-CN" altLang="en-US" sz="2400" dirty="0">
                <a:latin typeface="宋体" panose="02010600030101010101" pitchFamily="2" charset="-122"/>
                <a:ea typeface="宋体" panose="02010600030101010101" pitchFamily="2" charset="-122"/>
              </a:rPr>
              <a:t>（</a:t>
            </a:r>
            <a:r>
              <a:rPr lang="en-US" altLang="zh-CN" sz="2400" dirty="0">
                <a:latin typeface="宋体" panose="02010600030101010101" pitchFamily="2" charset="-122"/>
                <a:ea typeface="宋体" panose="02010600030101010101" pitchFamily="2" charset="-122"/>
              </a:rPr>
              <a:t>2</a:t>
            </a:r>
            <a:r>
              <a:rPr lang="zh-CN" altLang="en-US" sz="2400" dirty="0">
                <a:latin typeface="宋体" panose="02010600030101010101" pitchFamily="2" charset="-122"/>
                <a:ea typeface="宋体" panose="02010600030101010101" pitchFamily="2" charset="-122"/>
              </a:rPr>
              <a:t>）</a:t>
            </a:r>
            <a:r>
              <a:rPr lang="en-US" altLang="zh-CN" sz="2400" dirty="0">
                <a:latin typeface="宋体" panose="02010600030101010101" pitchFamily="2" charset="-122"/>
                <a:ea typeface="宋体" panose="02010600030101010101" pitchFamily="2" charset="-122"/>
              </a:rPr>
              <a:t>D5D4</a:t>
            </a:r>
            <a:r>
              <a:rPr lang="zh-CN" altLang="en-US" sz="2400" dirty="0">
                <a:latin typeface="宋体" panose="02010600030101010101" pitchFamily="2" charset="-122"/>
                <a:ea typeface="宋体" panose="02010600030101010101" pitchFamily="2" charset="-122"/>
              </a:rPr>
              <a:t>：数据读</a:t>
            </a:r>
            <a:r>
              <a:rPr lang="en-US" altLang="zh-CN" sz="2400" dirty="0">
                <a:latin typeface="宋体" panose="02010600030101010101" pitchFamily="2" charset="-122"/>
                <a:ea typeface="宋体" panose="02010600030101010101" pitchFamily="2" charset="-122"/>
              </a:rPr>
              <a:t>/</a:t>
            </a:r>
            <a:r>
              <a:rPr lang="zh-CN" altLang="en-US" sz="2400" dirty="0">
                <a:latin typeface="宋体" panose="02010600030101010101" pitchFamily="2" charset="-122"/>
                <a:ea typeface="宋体" panose="02010600030101010101" pitchFamily="2" charset="-122"/>
              </a:rPr>
              <a:t>写格式选择位。</a:t>
            </a:r>
            <a:r>
              <a:rPr lang="en-US" altLang="zh-CN" sz="2400" dirty="0">
                <a:latin typeface="宋体" panose="02010600030101010101" pitchFamily="2" charset="-122"/>
                <a:ea typeface="宋体" panose="02010600030101010101" pitchFamily="2" charset="-122"/>
              </a:rPr>
              <a:t>CPU</a:t>
            </a:r>
            <a:r>
              <a:rPr lang="zh-CN" altLang="en-US" sz="2400" dirty="0">
                <a:latin typeface="宋体" panose="02010600030101010101" pitchFamily="2" charset="-122"/>
                <a:ea typeface="宋体" panose="02010600030101010101" pitchFamily="2" charset="-122"/>
              </a:rPr>
              <a:t>在对计数器写入初值和读取它们的当前值时，有几种不同的格式，由这两位来决定。</a:t>
            </a:r>
            <a:endParaRPr lang="zh-CN" altLang="en-US" sz="2400" dirty="0">
              <a:latin typeface="宋体" panose="02010600030101010101" pitchFamily="2" charset="-122"/>
              <a:ea typeface="宋体" panose="02010600030101010101" pitchFamily="2" charset="-122"/>
            </a:endParaRPr>
          </a:p>
          <a:p>
            <a:pPr marL="0" indent="0">
              <a:buFontTx/>
              <a:buNone/>
            </a:pPr>
            <a:r>
              <a:rPr lang="en-US" altLang="zh-CN" sz="2400" dirty="0">
                <a:solidFill>
                  <a:srgbClr val="FF0000"/>
                </a:solidFill>
                <a:latin typeface="宋体" panose="02010600030101010101" pitchFamily="2" charset="-122"/>
                <a:ea typeface="宋体" panose="02010600030101010101" pitchFamily="2" charset="-122"/>
              </a:rPr>
              <a:t>00</a:t>
            </a:r>
            <a:r>
              <a:rPr lang="zh-CN" altLang="en-US" sz="2400" dirty="0">
                <a:solidFill>
                  <a:srgbClr val="0000FF"/>
                </a:solidFill>
                <a:latin typeface="宋体" panose="02010600030101010101" pitchFamily="2" charset="-122"/>
                <a:ea typeface="宋体" panose="02010600030101010101" pitchFamily="2" charset="-122"/>
              </a:rPr>
              <a:t>：将计数器当前值锁存于缓冲器中，以便读出；</a:t>
            </a:r>
            <a:endParaRPr lang="zh-CN" altLang="en-US" sz="2400" dirty="0">
              <a:solidFill>
                <a:srgbClr val="0000FF"/>
              </a:solidFill>
              <a:latin typeface="宋体" panose="02010600030101010101" pitchFamily="2" charset="-122"/>
              <a:ea typeface="宋体" panose="02010600030101010101" pitchFamily="2" charset="-122"/>
            </a:endParaRPr>
          </a:p>
          <a:p>
            <a:pPr marL="0" indent="0">
              <a:buFontTx/>
              <a:buNone/>
            </a:pPr>
            <a:r>
              <a:rPr lang="en-US" altLang="zh-CN" sz="2400" dirty="0">
                <a:solidFill>
                  <a:srgbClr val="FF0000"/>
                </a:solidFill>
                <a:latin typeface="宋体" panose="02010600030101010101" pitchFamily="2" charset="-122"/>
                <a:ea typeface="宋体" panose="02010600030101010101" pitchFamily="2" charset="-122"/>
              </a:rPr>
              <a:t>01</a:t>
            </a:r>
            <a:r>
              <a:rPr lang="zh-CN" altLang="en-US" sz="2400" dirty="0">
                <a:solidFill>
                  <a:srgbClr val="0000FF"/>
                </a:solidFill>
                <a:latin typeface="宋体" panose="02010600030101010101" pitchFamily="2" charset="-122"/>
                <a:ea typeface="宋体" panose="02010600030101010101" pitchFamily="2" charset="-122"/>
              </a:rPr>
              <a:t>：只读</a:t>
            </a:r>
            <a:r>
              <a:rPr lang="en-US" altLang="zh-CN" sz="2400" dirty="0">
                <a:solidFill>
                  <a:srgbClr val="0000FF"/>
                </a:solidFill>
                <a:latin typeface="宋体" panose="02010600030101010101" pitchFamily="2" charset="-122"/>
                <a:ea typeface="宋体" panose="02010600030101010101" pitchFamily="2" charset="-122"/>
              </a:rPr>
              <a:t>/</a:t>
            </a:r>
            <a:r>
              <a:rPr lang="zh-CN" altLang="en-US" sz="2400" dirty="0">
                <a:solidFill>
                  <a:srgbClr val="0000FF"/>
                </a:solidFill>
                <a:latin typeface="宋体" panose="02010600030101010101" pitchFamily="2" charset="-122"/>
                <a:ea typeface="宋体" panose="02010600030101010101" pitchFamily="2" charset="-122"/>
              </a:rPr>
              <a:t>写计数器的低</a:t>
            </a:r>
            <a:r>
              <a:rPr lang="en-US" altLang="zh-CN" sz="2400" dirty="0">
                <a:solidFill>
                  <a:srgbClr val="0000FF"/>
                </a:solidFill>
                <a:latin typeface="宋体" panose="02010600030101010101" pitchFamily="2" charset="-122"/>
                <a:ea typeface="宋体" panose="02010600030101010101" pitchFamily="2" charset="-122"/>
              </a:rPr>
              <a:t>8</a:t>
            </a:r>
            <a:r>
              <a:rPr lang="zh-CN" altLang="en-US" sz="2400" dirty="0">
                <a:solidFill>
                  <a:srgbClr val="0000FF"/>
                </a:solidFill>
                <a:latin typeface="宋体" panose="02010600030101010101" pitchFamily="2" charset="-122"/>
                <a:ea typeface="宋体" panose="02010600030101010101" pitchFamily="2" charset="-122"/>
              </a:rPr>
              <a:t>位，写入时高</a:t>
            </a:r>
            <a:r>
              <a:rPr lang="en-US" altLang="zh-CN" sz="2400" dirty="0">
                <a:solidFill>
                  <a:srgbClr val="0000FF"/>
                </a:solidFill>
                <a:latin typeface="宋体" panose="02010600030101010101" pitchFamily="2" charset="-122"/>
                <a:ea typeface="宋体" panose="02010600030101010101" pitchFamily="2" charset="-122"/>
              </a:rPr>
              <a:t>8</a:t>
            </a:r>
            <a:r>
              <a:rPr lang="zh-CN" altLang="en-US" sz="2400" dirty="0">
                <a:solidFill>
                  <a:srgbClr val="0000FF"/>
                </a:solidFill>
                <a:latin typeface="宋体" panose="02010600030101010101" pitchFamily="2" charset="-122"/>
                <a:ea typeface="宋体" panose="02010600030101010101" pitchFamily="2" charset="-122"/>
              </a:rPr>
              <a:t>位自动设置为</a:t>
            </a:r>
            <a:r>
              <a:rPr lang="en-US" altLang="zh-CN" sz="2400" dirty="0">
                <a:solidFill>
                  <a:srgbClr val="0000FF"/>
                </a:solidFill>
                <a:latin typeface="宋体" panose="02010600030101010101" pitchFamily="2" charset="-122"/>
                <a:ea typeface="宋体" panose="02010600030101010101" pitchFamily="2" charset="-122"/>
              </a:rPr>
              <a:t>0</a:t>
            </a:r>
            <a:r>
              <a:rPr lang="zh-CN" altLang="en-US" sz="2400" dirty="0">
                <a:solidFill>
                  <a:srgbClr val="0000FF"/>
                </a:solidFill>
                <a:latin typeface="宋体" panose="02010600030101010101" pitchFamily="2" charset="-122"/>
                <a:ea typeface="宋体" panose="02010600030101010101" pitchFamily="2" charset="-122"/>
              </a:rPr>
              <a:t>； </a:t>
            </a:r>
            <a:endParaRPr lang="zh-CN" altLang="en-US" sz="2400" dirty="0">
              <a:solidFill>
                <a:srgbClr val="0000FF"/>
              </a:solidFill>
              <a:latin typeface="宋体" panose="02010600030101010101" pitchFamily="2" charset="-122"/>
              <a:ea typeface="宋体" panose="02010600030101010101" pitchFamily="2" charset="-122"/>
            </a:endParaRPr>
          </a:p>
          <a:p>
            <a:pPr marL="0" indent="0">
              <a:buFontTx/>
              <a:buNone/>
            </a:pPr>
            <a:r>
              <a:rPr lang="en-US" altLang="zh-CN" sz="2400" dirty="0">
                <a:solidFill>
                  <a:srgbClr val="FF0000"/>
                </a:solidFill>
                <a:latin typeface="宋体" panose="02010600030101010101" pitchFamily="2" charset="-122"/>
                <a:ea typeface="宋体" panose="02010600030101010101" pitchFamily="2" charset="-122"/>
              </a:rPr>
              <a:t>10</a:t>
            </a:r>
            <a:r>
              <a:rPr lang="zh-CN" altLang="en-US" sz="2400" dirty="0">
                <a:solidFill>
                  <a:srgbClr val="0000FF"/>
                </a:solidFill>
                <a:latin typeface="宋体" panose="02010600030101010101" pitchFamily="2" charset="-122"/>
                <a:ea typeface="宋体" panose="02010600030101010101" pitchFamily="2" charset="-122"/>
              </a:rPr>
              <a:t>：只读</a:t>
            </a:r>
            <a:r>
              <a:rPr lang="en-US" altLang="zh-CN" sz="2400" dirty="0">
                <a:solidFill>
                  <a:srgbClr val="0000FF"/>
                </a:solidFill>
                <a:latin typeface="宋体" panose="02010600030101010101" pitchFamily="2" charset="-122"/>
                <a:ea typeface="宋体" panose="02010600030101010101" pitchFamily="2" charset="-122"/>
              </a:rPr>
              <a:t>/</a:t>
            </a:r>
            <a:r>
              <a:rPr lang="zh-CN" altLang="en-US" sz="2400" dirty="0">
                <a:solidFill>
                  <a:srgbClr val="0000FF"/>
                </a:solidFill>
                <a:latin typeface="宋体" panose="02010600030101010101" pitchFamily="2" charset="-122"/>
                <a:ea typeface="宋体" panose="02010600030101010101" pitchFamily="2" charset="-122"/>
              </a:rPr>
              <a:t>写计数器的高</a:t>
            </a:r>
            <a:r>
              <a:rPr lang="en-US" altLang="zh-CN" sz="2400" dirty="0">
                <a:solidFill>
                  <a:srgbClr val="0000FF"/>
                </a:solidFill>
                <a:latin typeface="宋体" panose="02010600030101010101" pitchFamily="2" charset="-122"/>
                <a:ea typeface="宋体" panose="02010600030101010101" pitchFamily="2" charset="-122"/>
              </a:rPr>
              <a:t>8</a:t>
            </a:r>
            <a:r>
              <a:rPr lang="zh-CN" altLang="en-US" sz="2400" dirty="0">
                <a:solidFill>
                  <a:srgbClr val="0000FF"/>
                </a:solidFill>
                <a:latin typeface="宋体" panose="02010600030101010101" pitchFamily="2" charset="-122"/>
                <a:ea typeface="宋体" panose="02010600030101010101" pitchFamily="2" charset="-122"/>
              </a:rPr>
              <a:t>位，写入时低</a:t>
            </a:r>
            <a:r>
              <a:rPr lang="en-US" altLang="zh-CN" sz="2400" dirty="0">
                <a:solidFill>
                  <a:srgbClr val="0000FF"/>
                </a:solidFill>
                <a:latin typeface="宋体" panose="02010600030101010101" pitchFamily="2" charset="-122"/>
                <a:ea typeface="宋体" panose="02010600030101010101" pitchFamily="2" charset="-122"/>
              </a:rPr>
              <a:t>8</a:t>
            </a:r>
            <a:r>
              <a:rPr lang="zh-CN" altLang="en-US" sz="2400" dirty="0">
                <a:solidFill>
                  <a:srgbClr val="0000FF"/>
                </a:solidFill>
                <a:latin typeface="宋体" panose="02010600030101010101" pitchFamily="2" charset="-122"/>
                <a:ea typeface="宋体" panose="02010600030101010101" pitchFamily="2" charset="-122"/>
              </a:rPr>
              <a:t>位自动设置为</a:t>
            </a:r>
            <a:r>
              <a:rPr lang="en-US" altLang="zh-CN" sz="2400" dirty="0">
                <a:solidFill>
                  <a:srgbClr val="0000FF"/>
                </a:solidFill>
                <a:latin typeface="宋体" panose="02010600030101010101" pitchFamily="2" charset="-122"/>
                <a:ea typeface="宋体" panose="02010600030101010101" pitchFamily="2" charset="-122"/>
              </a:rPr>
              <a:t>0</a:t>
            </a:r>
            <a:r>
              <a:rPr lang="zh-CN" altLang="en-US" sz="2400" dirty="0">
                <a:solidFill>
                  <a:srgbClr val="0000FF"/>
                </a:solidFill>
                <a:latin typeface="宋体" panose="02010600030101010101" pitchFamily="2" charset="-122"/>
                <a:ea typeface="宋体" panose="02010600030101010101" pitchFamily="2" charset="-122"/>
              </a:rPr>
              <a:t>；</a:t>
            </a:r>
            <a:endParaRPr lang="zh-CN" altLang="en-US" sz="2400" dirty="0">
              <a:solidFill>
                <a:srgbClr val="0000FF"/>
              </a:solidFill>
              <a:latin typeface="宋体" panose="02010600030101010101" pitchFamily="2" charset="-122"/>
              <a:ea typeface="宋体" panose="02010600030101010101" pitchFamily="2" charset="-122"/>
            </a:endParaRPr>
          </a:p>
          <a:p>
            <a:pPr marL="0" indent="0">
              <a:buFontTx/>
              <a:buNone/>
            </a:pPr>
            <a:r>
              <a:rPr lang="en-US" altLang="zh-CN" sz="2400" dirty="0">
                <a:solidFill>
                  <a:srgbClr val="FF0000"/>
                </a:solidFill>
                <a:latin typeface="宋体" panose="02010600030101010101" pitchFamily="2" charset="-122"/>
                <a:ea typeface="宋体" panose="02010600030101010101" pitchFamily="2" charset="-122"/>
              </a:rPr>
              <a:t>11</a:t>
            </a:r>
            <a:r>
              <a:rPr lang="zh-CN" altLang="en-US" sz="2400" dirty="0">
                <a:solidFill>
                  <a:srgbClr val="0000FF"/>
                </a:solidFill>
                <a:latin typeface="宋体" panose="02010600030101010101" pitchFamily="2" charset="-122"/>
                <a:ea typeface="宋体" panose="02010600030101010101" pitchFamily="2" charset="-122"/>
              </a:rPr>
              <a:t>：对</a:t>
            </a:r>
            <a:r>
              <a:rPr lang="en-US" altLang="zh-CN" sz="2400" dirty="0">
                <a:solidFill>
                  <a:srgbClr val="0000FF"/>
                </a:solidFill>
                <a:latin typeface="宋体" panose="02010600030101010101" pitchFamily="2" charset="-122"/>
                <a:ea typeface="宋体" panose="02010600030101010101" pitchFamily="2" charset="-122"/>
              </a:rPr>
              <a:t>16</a:t>
            </a:r>
            <a:r>
              <a:rPr lang="zh-CN" altLang="en-US" sz="2400" dirty="0">
                <a:solidFill>
                  <a:srgbClr val="0000FF"/>
                </a:solidFill>
                <a:latin typeface="宋体" panose="02010600030101010101" pitchFamily="2" charset="-122"/>
                <a:ea typeface="宋体" panose="02010600030101010101" pitchFamily="2" charset="-122"/>
              </a:rPr>
              <a:t>位计数器进行两次读</a:t>
            </a:r>
            <a:r>
              <a:rPr lang="en-US" altLang="zh-CN" sz="2400" dirty="0">
                <a:solidFill>
                  <a:srgbClr val="0000FF"/>
                </a:solidFill>
                <a:latin typeface="宋体" panose="02010600030101010101" pitchFamily="2" charset="-122"/>
                <a:ea typeface="宋体" panose="02010600030101010101" pitchFamily="2" charset="-122"/>
              </a:rPr>
              <a:t>/</a:t>
            </a:r>
            <a:r>
              <a:rPr lang="zh-CN" altLang="en-US" sz="2400" dirty="0">
                <a:solidFill>
                  <a:srgbClr val="0000FF"/>
                </a:solidFill>
                <a:latin typeface="宋体" panose="02010600030101010101" pitchFamily="2" charset="-122"/>
                <a:ea typeface="宋体" panose="02010600030101010101" pitchFamily="2" charset="-122"/>
              </a:rPr>
              <a:t>写操作，低字节在前，高字节在</a:t>
            </a:r>
            <a:endParaRPr lang="en-US" altLang="zh-CN" sz="2400" dirty="0">
              <a:solidFill>
                <a:srgbClr val="0000FF"/>
              </a:solidFill>
              <a:latin typeface="宋体" panose="02010600030101010101" pitchFamily="2" charset="-122"/>
              <a:ea typeface="宋体" panose="02010600030101010101" pitchFamily="2" charset="-122"/>
            </a:endParaRPr>
          </a:p>
          <a:p>
            <a:pPr marL="0" indent="0">
              <a:buFontTx/>
              <a:buNone/>
            </a:pPr>
            <a:r>
              <a:rPr lang="en-US" altLang="zh-CN" sz="2400" dirty="0">
                <a:solidFill>
                  <a:srgbClr val="0000FF"/>
                </a:solidFill>
                <a:latin typeface="宋体" panose="02010600030101010101" pitchFamily="2" charset="-122"/>
                <a:ea typeface="宋体" panose="02010600030101010101" pitchFamily="2" charset="-122"/>
              </a:rPr>
              <a:t>    </a:t>
            </a:r>
            <a:r>
              <a:rPr lang="zh-CN" altLang="en-US" sz="2400" dirty="0">
                <a:solidFill>
                  <a:srgbClr val="0000FF"/>
                </a:solidFill>
                <a:latin typeface="宋体" panose="02010600030101010101" pitchFamily="2" charset="-122"/>
                <a:ea typeface="宋体" panose="02010600030101010101" pitchFamily="2" charset="-122"/>
              </a:rPr>
              <a:t>后，两次操作的地址相同。 </a:t>
            </a:r>
            <a:endParaRPr lang="zh-CN" altLang="en-US" sz="2400" dirty="0">
              <a:solidFill>
                <a:srgbClr val="0000FF"/>
              </a:solidFill>
              <a:latin typeface="宋体" panose="02010600030101010101" pitchFamily="2" charset="-122"/>
              <a:ea typeface="宋体" panose="02010600030101010101" pitchFamily="2" charset="-122"/>
            </a:endParaRPr>
          </a:p>
        </p:txBody>
      </p:sp>
    </p:spTree>
  </p:cSld>
  <p:clrMapOvr>
    <a:masterClrMapping/>
  </p:clrMapOvr>
  <p:transition/>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47106" name="Rectangle 3"/>
          <p:cNvSpPr>
            <a:spLocks noGrp="1" noChangeArrowheads="1"/>
          </p:cNvSpPr>
          <p:nvPr>
            <p:ph idx="1"/>
          </p:nvPr>
        </p:nvSpPr>
        <p:spPr>
          <a:xfrm>
            <a:off x="395288" y="1196975"/>
            <a:ext cx="8229600" cy="2016125"/>
          </a:xfrm>
          <a:solidFill>
            <a:schemeClr val="accent1"/>
          </a:solidFill>
          <a:ln>
            <a:solidFill>
              <a:srgbClr val="0000FF"/>
            </a:solidFill>
            <a:miter lim="800000"/>
          </a:ln>
        </p:spPr>
        <p:txBody>
          <a:bodyPr vert="horz" wrap="square" lIns="91440" tIns="45720" rIns="91440" bIns="45720" numCol="1" anchor="t" anchorCtr="0" compatLnSpc="1"/>
          <a:lstStyle/>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en-US" altLang="zh-CN" sz="2400" b="1" i="0" u="none" strike="noStrike" kern="1200" cap="none" spc="0" normalizeH="0" baseline="0" noProof="0" dirty="0">
                <a:ln>
                  <a:noFill/>
                </a:ln>
                <a:solidFill>
                  <a:schemeClr val="tx2"/>
                </a:solidFill>
                <a:effectLst/>
                <a:uLnTx/>
                <a:uFillTx/>
                <a:latin typeface="+mn-ea"/>
                <a:ea typeface="+mn-ea"/>
                <a:cs typeface="+mn-cs"/>
              </a:rPr>
              <a:t>8253</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的每个计数通道有</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6</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种不同的工作方式，由这</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3</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位决定。</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en-US" altLang="zh-CN" sz="2400" b="0" i="0" u="none" strike="noStrike" kern="1200" cap="none" spc="0" normalizeH="0" baseline="0" noProof="0" dirty="0">
                <a:ln>
                  <a:noFill/>
                </a:ln>
                <a:solidFill>
                  <a:srgbClr val="FF0000"/>
                </a:solidFill>
                <a:effectLst/>
                <a:uLnTx/>
                <a:uFillTx/>
                <a:latin typeface="+mn-ea"/>
                <a:ea typeface="+mn-ea"/>
                <a:cs typeface="+mn-cs"/>
              </a:rPr>
              <a:t>000——</a:t>
            </a:r>
            <a:r>
              <a:rPr kumimoji="1" lang="zh-CN" altLang="en-US" sz="2400" b="0" i="0" u="none" strike="noStrike" kern="1200" cap="none" spc="0" normalizeH="0" baseline="0" noProof="0" dirty="0">
                <a:ln>
                  <a:noFill/>
                </a:ln>
                <a:solidFill>
                  <a:srgbClr val="FF0000"/>
                </a:solidFill>
                <a:effectLst/>
                <a:uLnTx/>
                <a:uFillTx/>
                <a:latin typeface="+mn-ea"/>
                <a:ea typeface="+mn-ea"/>
                <a:cs typeface="+mn-cs"/>
              </a:rPr>
              <a:t>方式</a:t>
            </a:r>
            <a:r>
              <a:rPr kumimoji="1" lang="en-US" altLang="zh-CN" sz="2400" b="0" i="0" u="none" strike="noStrike" kern="1200" cap="none" spc="0" normalizeH="0" baseline="0" noProof="0" dirty="0">
                <a:ln>
                  <a:noFill/>
                </a:ln>
                <a:solidFill>
                  <a:srgbClr val="FF0000"/>
                </a:solidFill>
                <a:effectLst/>
                <a:uLnTx/>
                <a:uFillTx/>
                <a:latin typeface="+mn-ea"/>
                <a:ea typeface="+mn-ea"/>
                <a:cs typeface="+mn-cs"/>
              </a:rPr>
              <a:t>0</a:t>
            </a:r>
            <a:r>
              <a:rPr kumimoji="1" lang="zh-CN" altLang="en-US" sz="2400" b="0" i="0" u="none" strike="noStrike" kern="1200" cap="none" spc="0" normalizeH="0" baseline="0" noProof="0" dirty="0">
                <a:ln>
                  <a:noFill/>
                </a:ln>
                <a:solidFill>
                  <a:srgbClr val="FF0000"/>
                </a:solidFill>
                <a:effectLst/>
                <a:uLnTx/>
                <a:uFillTx/>
                <a:latin typeface="+mn-ea"/>
                <a:ea typeface="+mn-ea"/>
                <a:cs typeface="+mn-cs"/>
              </a:rPr>
              <a:t>；</a:t>
            </a:r>
            <a:r>
              <a:rPr kumimoji="1" lang="en-US" altLang="zh-CN" sz="2400" b="0" i="0" u="none" strike="noStrike" kern="1200" cap="none" spc="0" normalizeH="0" baseline="0" noProof="0" dirty="0">
                <a:ln>
                  <a:noFill/>
                </a:ln>
                <a:solidFill>
                  <a:srgbClr val="FF0000"/>
                </a:solidFill>
                <a:effectLst/>
                <a:uLnTx/>
                <a:uFillTx/>
                <a:latin typeface="+mn-ea"/>
                <a:ea typeface="+mn-ea"/>
                <a:cs typeface="+mn-cs"/>
              </a:rPr>
              <a:t>001——</a:t>
            </a:r>
            <a:r>
              <a:rPr kumimoji="1" lang="zh-CN" altLang="en-US" sz="2400" b="0" i="0" u="none" strike="noStrike" kern="1200" cap="none" spc="0" normalizeH="0" baseline="0" noProof="0" dirty="0">
                <a:ln>
                  <a:noFill/>
                </a:ln>
                <a:solidFill>
                  <a:srgbClr val="FF0000"/>
                </a:solidFill>
                <a:effectLst/>
                <a:uLnTx/>
                <a:uFillTx/>
                <a:latin typeface="+mn-ea"/>
                <a:ea typeface="+mn-ea"/>
                <a:cs typeface="+mn-cs"/>
              </a:rPr>
              <a:t>方式</a:t>
            </a:r>
            <a:r>
              <a:rPr kumimoji="1" lang="en-US" altLang="zh-CN" sz="2400" b="0" i="0" u="none" strike="noStrike" kern="1200" cap="none" spc="0" normalizeH="0" baseline="0" noProof="0" dirty="0">
                <a:ln>
                  <a:noFill/>
                </a:ln>
                <a:solidFill>
                  <a:srgbClr val="FF0000"/>
                </a:solidFill>
                <a:effectLst/>
                <a:uLnTx/>
                <a:uFillTx/>
                <a:latin typeface="+mn-ea"/>
                <a:ea typeface="+mn-ea"/>
                <a:cs typeface="+mn-cs"/>
              </a:rPr>
              <a:t>1</a:t>
            </a:r>
            <a:r>
              <a:rPr kumimoji="1" lang="zh-CN" altLang="en-US" sz="2400" b="0" i="0" u="none" strike="noStrike" kern="1200" cap="none" spc="0" normalizeH="0" baseline="0" noProof="0" dirty="0">
                <a:ln>
                  <a:noFill/>
                </a:ln>
                <a:solidFill>
                  <a:srgbClr val="FF0000"/>
                </a:solidFill>
                <a:effectLst/>
                <a:uLnTx/>
                <a:uFillTx/>
                <a:latin typeface="+mn-ea"/>
                <a:ea typeface="+mn-ea"/>
                <a:cs typeface="+mn-cs"/>
              </a:rPr>
              <a:t>；</a:t>
            </a:r>
            <a:r>
              <a:rPr kumimoji="1" lang="en-US" altLang="zh-CN" sz="2400" b="0" i="0" u="none" strike="noStrike" kern="1200" cap="none" spc="0" normalizeH="0" baseline="0" noProof="0" dirty="0">
                <a:ln>
                  <a:noFill/>
                </a:ln>
                <a:solidFill>
                  <a:srgbClr val="FF0000"/>
                </a:solidFill>
                <a:effectLst/>
                <a:uLnTx/>
                <a:uFillTx/>
                <a:latin typeface="+mn-ea"/>
                <a:ea typeface="+mn-ea"/>
                <a:cs typeface="+mn-cs"/>
              </a:rPr>
              <a:t>x10——</a:t>
            </a:r>
            <a:r>
              <a:rPr kumimoji="1" lang="zh-CN" altLang="en-US" sz="2400" b="0" i="0" u="none" strike="noStrike" kern="1200" cap="none" spc="0" normalizeH="0" baseline="0" noProof="0" dirty="0">
                <a:ln>
                  <a:noFill/>
                </a:ln>
                <a:solidFill>
                  <a:srgbClr val="FF0000"/>
                </a:solidFill>
                <a:effectLst/>
                <a:uLnTx/>
                <a:uFillTx/>
                <a:latin typeface="+mn-ea"/>
                <a:ea typeface="+mn-ea"/>
                <a:cs typeface="+mn-cs"/>
              </a:rPr>
              <a:t>方式</a:t>
            </a:r>
            <a:r>
              <a:rPr kumimoji="1" lang="en-US" altLang="zh-CN" sz="2400" b="0" i="0" u="none" strike="noStrike" kern="1200" cap="none" spc="0" normalizeH="0" baseline="0" noProof="0" dirty="0">
                <a:ln>
                  <a:noFill/>
                </a:ln>
                <a:solidFill>
                  <a:srgbClr val="FF0000"/>
                </a:solidFill>
                <a:effectLst/>
                <a:uLnTx/>
                <a:uFillTx/>
                <a:latin typeface="+mn-ea"/>
                <a:ea typeface="+mn-ea"/>
                <a:cs typeface="+mn-cs"/>
              </a:rPr>
              <a:t>2</a:t>
            </a:r>
            <a:endParaRPr kumimoji="1" lang="en-US" altLang="zh-CN" sz="2400" b="0" i="0" u="none" strike="noStrike" kern="1200" cap="none" spc="0" normalizeH="0" baseline="0" noProof="0" dirty="0">
              <a:ln>
                <a:noFill/>
              </a:ln>
              <a:solidFill>
                <a:srgbClr val="FF0000"/>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en-US" altLang="zh-CN" sz="2400" b="0" i="0" u="none" strike="noStrike" kern="1200" cap="none" spc="0" normalizeH="0" baseline="0" noProof="0" dirty="0">
                <a:ln>
                  <a:noFill/>
                </a:ln>
                <a:solidFill>
                  <a:srgbClr val="FF0000"/>
                </a:solidFill>
                <a:effectLst/>
                <a:uLnTx/>
                <a:uFillTx/>
                <a:latin typeface="+mn-ea"/>
                <a:ea typeface="+mn-ea"/>
                <a:cs typeface="+mn-cs"/>
              </a:rPr>
              <a:t>x11——</a:t>
            </a:r>
            <a:r>
              <a:rPr kumimoji="1" lang="zh-CN" altLang="en-US" sz="2400" b="0" i="0" u="none" strike="noStrike" kern="1200" cap="none" spc="0" normalizeH="0" baseline="0" noProof="0" dirty="0">
                <a:ln>
                  <a:noFill/>
                </a:ln>
                <a:solidFill>
                  <a:srgbClr val="FF0000"/>
                </a:solidFill>
                <a:effectLst/>
                <a:uLnTx/>
                <a:uFillTx/>
                <a:latin typeface="+mn-ea"/>
                <a:ea typeface="+mn-ea"/>
                <a:cs typeface="+mn-cs"/>
              </a:rPr>
              <a:t>方式</a:t>
            </a:r>
            <a:r>
              <a:rPr kumimoji="1" lang="en-US" altLang="zh-CN" sz="2400" b="0" i="0" u="none" strike="noStrike" kern="1200" cap="none" spc="0" normalizeH="0" baseline="0" noProof="0" dirty="0">
                <a:ln>
                  <a:noFill/>
                </a:ln>
                <a:solidFill>
                  <a:srgbClr val="FF0000"/>
                </a:solidFill>
                <a:effectLst/>
                <a:uLnTx/>
                <a:uFillTx/>
                <a:latin typeface="+mn-ea"/>
                <a:ea typeface="+mn-ea"/>
                <a:cs typeface="+mn-cs"/>
              </a:rPr>
              <a:t>3</a:t>
            </a:r>
            <a:r>
              <a:rPr kumimoji="1" lang="zh-CN" altLang="en-US" sz="2400" b="0" i="0" u="none" strike="noStrike" kern="1200" cap="none" spc="0" normalizeH="0" baseline="0" noProof="0" dirty="0">
                <a:ln>
                  <a:noFill/>
                </a:ln>
                <a:solidFill>
                  <a:srgbClr val="FF0000"/>
                </a:solidFill>
                <a:effectLst/>
                <a:uLnTx/>
                <a:uFillTx/>
                <a:latin typeface="+mn-ea"/>
                <a:ea typeface="+mn-ea"/>
                <a:cs typeface="+mn-cs"/>
              </a:rPr>
              <a:t>；</a:t>
            </a:r>
            <a:r>
              <a:rPr kumimoji="1" lang="en-US" altLang="zh-CN" sz="2400" b="0" i="0" u="none" strike="noStrike" kern="1200" cap="none" spc="0" normalizeH="0" baseline="0" noProof="0" dirty="0">
                <a:ln>
                  <a:noFill/>
                </a:ln>
                <a:solidFill>
                  <a:srgbClr val="FF0000"/>
                </a:solidFill>
                <a:effectLst/>
                <a:uLnTx/>
                <a:uFillTx/>
                <a:latin typeface="+mn-ea"/>
                <a:ea typeface="+mn-ea"/>
                <a:cs typeface="+mn-cs"/>
              </a:rPr>
              <a:t>100——</a:t>
            </a:r>
            <a:r>
              <a:rPr kumimoji="1" lang="zh-CN" altLang="en-US" sz="2400" b="0" i="0" u="none" strike="noStrike" kern="1200" cap="none" spc="0" normalizeH="0" baseline="0" noProof="0" dirty="0">
                <a:ln>
                  <a:noFill/>
                </a:ln>
                <a:solidFill>
                  <a:srgbClr val="FF0000"/>
                </a:solidFill>
                <a:effectLst/>
                <a:uLnTx/>
                <a:uFillTx/>
                <a:latin typeface="+mn-ea"/>
                <a:ea typeface="+mn-ea"/>
                <a:cs typeface="+mn-cs"/>
              </a:rPr>
              <a:t>方式</a:t>
            </a:r>
            <a:r>
              <a:rPr kumimoji="1" lang="en-US" altLang="zh-CN" sz="2400" b="0" i="0" u="none" strike="noStrike" kern="1200" cap="none" spc="0" normalizeH="0" baseline="0" noProof="0" dirty="0">
                <a:ln>
                  <a:noFill/>
                </a:ln>
                <a:solidFill>
                  <a:srgbClr val="FF0000"/>
                </a:solidFill>
                <a:effectLst/>
                <a:uLnTx/>
                <a:uFillTx/>
                <a:latin typeface="+mn-ea"/>
                <a:ea typeface="+mn-ea"/>
                <a:cs typeface="+mn-cs"/>
              </a:rPr>
              <a:t>4</a:t>
            </a:r>
            <a:r>
              <a:rPr kumimoji="1" lang="zh-CN" altLang="en-US" sz="2400" b="0" i="0" u="none" strike="noStrike" kern="1200" cap="none" spc="0" normalizeH="0" baseline="0" noProof="0" dirty="0">
                <a:ln>
                  <a:noFill/>
                </a:ln>
                <a:solidFill>
                  <a:srgbClr val="FF0000"/>
                </a:solidFill>
                <a:effectLst/>
                <a:uLnTx/>
                <a:uFillTx/>
                <a:latin typeface="+mn-ea"/>
                <a:ea typeface="+mn-ea"/>
                <a:cs typeface="+mn-cs"/>
              </a:rPr>
              <a:t>；</a:t>
            </a:r>
            <a:r>
              <a:rPr kumimoji="1" lang="en-US" altLang="zh-CN" sz="2400" b="0" i="0" u="none" strike="noStrike" kern="1200" cap="none" spc="0" normalizeH="0" baseline="0" noProof="0" dirty="0">
                <a:ln>
                  <a:noFill/>
                </a:ln>
                <a:solidFill>
                  <a:srgbClr val="FF0000"/>
                </a:solidFill>
                <a:effectLst/>
                <a:uLnTx/>
                <a:uFillTx/>
                <a:latin typeface="+mn-ea"/>
                <a:ea typeface="+mn-ea"/>
                <a:cs typeface="+mn-cs"/>
              </a:rPr>
              <a:t>101——</a:t>
            </a:r>
            <a:r>
              <a:rPr kumimoji="1" lang="zh-CN" altLang="en-US" sz="2400" b="0" i="0" u="none" strike="noStrike" kern="1200" cap="none" spc="0" normalizeH="0" baseline="0" noProof="0" dirty="0">
                <a:ln>
                  <a:noFill/>
                </a:ln>
                <a:solidFill>
                  <a:srgbClr val="FF0000"/>
                </a:solidFill>
                <a:effectLst/>
                <a:uLnTx/>
                <a:uFillTx/>
                <a:latin typeface="+mn-ea"/>
                <a:ea typeface="+mn-ea"/>
                <a:cs typeface="+mn-cs"/>
              </a:rPr>
              <a:t>方式</a:t>
            </a:r>
            <a:r>
              <a:rPr kumimoji="1" lang="en-US" altLang="zh-CN" sz="2400" b="0" i="0" u="none" strike="noStrike" kern="1200" cap="none" spc="0" normalizeH="0" baseline="0" noProof="0" dirty="0">
                <a:ln>
                  <a:noFill/>
                </a:ln>
                <a:solidFill>
                  <a:srgbClr val="FF0000"/>
                </a:solidFill>
                <a:effectLst/>
                <a:uLnTx/>
                <a:uFillTx/>
                <a:latin typeface="+mn-ea"/>
                <a:ea typeface="+mn-ea"/>
                <a:cs typeface="+mn-cs"/>
              </a:rPr>
              <a:t>5</a:t>
            </a:r>
            <a:endParaRPr kumimoji="1" lang="zh-CN" altLang="en-US" sz="2400" b="0" i="0" u="none" strike="noStrike" kern="1200" cap="none" spc="0" normalizeH="0" baseline="0" noProof="0" dirty="0">
              <a:ln>
                <a:noFill/>
              </a:ln>
              <a:solidFill>
                <a:srgbClr val="FF0000"/>
              </a:solidFill>
              <a:effectLst/>
              <a:uLnTx/>
              <a:uFillTx/>
              <a:latin typeface="+mn-ea"/>
              <a:ea typeface="+mn-ea"/>
              <a:cs typeface="+mn-cs"/>
            </a:endParaRPr>
          </a:p>
        </p:txBody>
      </p:sp>
      <p:sp>
        <p:nvSpPr>
          <p:cNvPr id="59395" name="Rectangle 4"/>
          <p:cNvSpPr/>
          <p:nvPr/>
        </p:nvSpPr>
        <p:spPr>
          <a:xfrm>
            <a:off x="430213" y="4005263"/>
            <a:ext cx="8229600" cy="2160587"/>
          </a:xfrm>
          <a:prstGeom prst="rect">
            <a:avLst/>
          </a:prstGeom>
          <a:solidFill>
            <a:srgbClr val="CCFFCC">
              <a:alpha val="58038"/>
            </a:srgbClr>
          </a:solidFill>
          <a:ln w="9525" cap="flat" cmpd="sng">
            <a:solidFill>
              <a:srgbClr val="0000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20000"/>
              </a:lnSpc>
              <a:spcAft>
                <a:spcPct val="0"/>
              </a:spcAft>
              <a:buClrTx/>
              <a:buFont typeface="Arial" panose="020B0604020202020204" pitchFamily="34" charset="0"/>
              <a:buNone/>
            </a:pPr>
            <a:r>
              <a:rPr lang="en-US" altLang="zh-CN" sz="2400" b="0" dirty="0">
                <a:solidFill>
                  <a:schemeClr val="tx1"/>
                </a:solidFill>
                <a:latin typeface="楷体_GB2312" pitchFamily="1" charset="-122"/>
              </a:rPr>
              <a:t>8253</a:t>
            </a:r>
            <a:r>
              <a:rPr lang="zh-CN" altLang="en-US" sz="2400" b="0" dirty="0">
                <a:solidFill>
                  <a:schemeClr val="tx1"/>
                </a:solidFill>
                <a:latin typeface="楷体_GB2312" pitchFamily="1" charset="-122"/>
              </a:rPr>
              <a:t>的每个计数器有两种数制</a:t>
            </a:r>
            <a:r>
              <a:rPr lang="en-US" altLang="zh-CN" sz="2400" b="0" dirty="0">
                <a:solidFill>
                  <a:schemeClr val="tx1"/>
                </a:solidFill>
                <a:latin typeface="楷体_GB2312" pitchFamily="1" charset="-122"/>
              </a:rPr>
              <a:t>2</a:t>
            </a:r>
            <a:r>
              <a:rPr lang="zh-CN" altLang="en-US" sz="2400" b="0" dirty="0">
                <a:solidFill>
                  <a:schemeClr val="tx1"/>
                </a:solidFill>
                <a:latin typeface="楷体_GB2312" pitchFamily="1" charset="-122"/>
              </a:rPr>
              <a:t>进制和</a:t>
            </a:r>
            <a:r>
              <a:rPr lang="en-US" altLang="zh-CN" sz="2400" b="0" dirty="0">
                <a:solidFill>
                  <a:schemeClr val="tx1"/>
                </a:solidFill>
                <a:latin typeface="楷体_GB2312" pitchFamily="1" charset="-122"/>
              </a:rPr>
              <a:t>10</a:t>
            </a:r>
            <a:r>
              <a:rPr lang="zh-CN" altLang="en-US" sz="2400" b="0" dirty="0">
                <a:solidFill>
                  <a:schemeClr val="tx1"/>
                </a:solidFill>
                <a:latin typeface="楷体_GB2312" pitchFamily="1" charset="-122"/>
              </a:rPr>
              <a:t>进制，由这一位决定选择哪一种。</a:t>
            </a:r>
            <a:r>
              <a:rPr lang="en-US" altLang="zh-CN" sz="2400" b="0" dirty="0">
                <a:solidFill>
                  <a:schemeClr val="tx1"/>
                </a:solidFill>
                <a:latin typeface="楷体_GB2312" pitchFamily="1" charset="-122"/>
              </a:rPr>
              <a:t>D0=0</a:t>
            </a:r>
            <a:r>
              <a:rPr lang="zh-CN" altLang="en-US" sz="2400" b="0" dirty="0">
                <a:solidFill>
                  <a:schemeClr val="tx1"/>
                </a:solidFill>
                <a:latin typeface="楷体_GB2312" pitchFamily="1" charset="-122"/>
              </a:rPr>
              <a:t>表示采用</a:t>
            </a:r>
            <a:r>
              <a:rPr lang="en-US" altLang="zh-CN" sz="2400" b="0" dirty="0">
                <a:solidFill>
                  <a:schemeClr val="tx1"/>
                </a:solidFill>
                <a:latin typeface="楷体_GB2312" pitchFamily="1" charset="-122"/>
              </a:rPr>
              <a:t>2</a:t>
            </a:r>
            <a:r>
              <a:rPr lang="zh-CN" altLang="en-US" sz="2400" b="0" dirty="0">
                <a:solidFill>
                  <a:schemeClr val="tx1"/>
                </a:solidFill>
                <a:latin typeface="楷体_GB2312" pitchFamily="1" charset="-122"/>
              </a:rPr>
              <a:t>进制计数，写入的初值范围为</a:t>
            </a:r>
            <a:r>
              <a:rPr lang="en-US" altLang="zh-CN" sz="2400" b="0" dirty="0">
                <a:solidFill>
                  <a:schemeClr val="tx1"/>
                </a:solidFill>
                <a:latin typeface="楷体_GB2312" pitchFamily="1" charset="-122"/>
              </a:rPr>
              <a:t>0000H</a:t>
            </a:r>
            <a:r>
              <a:rPr lang="zh-CN" altLang="en-US" sz="2400" b="0" dirty="0">
                <a:solidFill>
                  <a:schemeClr val="tx1"/>
                </a:solidFill>
                <a:latin typeface="楷体_GB2312" pitchFamily="1" charset="-122"/>
              </a:rPr>
              <a:t>～</a:t>
            </a:r>
            <a:r>
              <a:rPr lang="en-US" altLang="zh-CN" sz="2400" b="0" dirty="0">
                <a:solidFill>
                  <a:schemeClr val="tx1"/>
                </a:solidFill>
                <a:latin typeface="楷体_GB2312" pitchFamily="1" charset="-122"/>
              </a:rPr>
              <a:t>FFFFH</a:t>
            </a:r>
            <a:r>
              <a:rPr lang="zh-CN" altLang="en-US" sz="2400" b="0" dirty="0">
                <a:solidFill>
                  <a:schemeClr val="tx1"/>
                </a:solidFill>
                <a:latin typeface="楷体_GB2312" pitchFamily="1" charset="-122"/>
              </a:rPr>
              <a:t>，其中</a:t>
            </a:r>
            <a:r>
              <a:rPr lang="en-US" altLang="zh-CN" sz="2400" b="0" dirty="0">
                <a:solidFill>
                  <a:schemeClr val="tx1"/>
                </a:solidFill>
                <a:latin typeface="楷体_GB2312" pitchFamily="1" charset="-122"/>
              </a:rPr>
              <a:t>0000H</a:t>
            </a:r>
            <a:r>
              <a:rPr lang="zh-CN" altLang="en-US" sz="2400" b="0" dirty="0">
                <a:solidFill>
                  <a:schemeClr val="tx1"/>
                </a:solidFill>
                <a:latin typeface="楷体_GB2312" pitchFamily="1" charset="-122"/>
              </a:rPr>
              <a:t>是最大值，代表</a:t>
            </a:r>
            <a:r>
              <a:rPr lang="en-US" altLang="zh-CN" sz="2400" b="0" dirty="0">
                <a:solidFill>
                  <a:schemeClr val="tx1"/>
                </a:solidFill>
                <a:latin typeface="楷体_GB2312" pitchFamily="1" charset="-122"/>
              </a:rPr>
              <a:t>65536</a:t>
            </a:r>
            <a:r>
              <a:rPr lang="zh-CN" altLang="en-US" sz="2400" b="0" dirty="0">
                <a:solidFill>
                  <a:schemeClr val="tx1"/>
                </a:solidFill>
                <a:latin typeface="楷体_GB2312" pitchFamily="1" charset="-122"/>
              </a:rPr>
              <a:t>；</a:t>
            </a:r>
            <a:r>
              <a:rPr lang="en-US" altLang="zh-CN" sz="2400" b="0" dirty="0">
                <a:solidFill>
                  <a:schemeClr val="tx1"/>
                </a:solidFill>
                <a:latin typeface="楷体_GB2312" pitchFamily="1" charset="-122"/>
              </a:rPr>
              <a:t>D0=1</a:t>
            </a:r>
            <a:r>
              <a:rPr lang="zh-CN" altLang="en-US" sz="2400" b="0" dirty="0">
                <a:solidFill>
                  <a:schemeClr val="tx1"/>
                </a:solidFill>
                <a:latin typeface="楷体_GB2312" pitchFamily="1" charset="-122"/>
              </a:rPr>
              <a:t>表示采用</a:t>
            </a:r>
            <a:r>
              <a:rPr lang="en-US" altLang="zh-CN" sz="2400" b="0" dirty="0">
                <a:solidFill>
                  <a:schemeClr val="tx1"/>
                </a:solidFill>
                <a:latin typeface="楷体_GB2312" pitchFamily="1" charset="-122"/>
              </a:rPr>
              <a:t>10</a:t>
            </a:r>
            <a:r>
              <a:rPr lang="zh-CN" altLang="en-US" sz="2400" b="0" dirty="0">
                <a:solidFill>
                  <a:schemeClr val="tx1"/>
                </a:solidFill>
                <a:latin typeface="楷体_GB2312" pitchFamily="1" charset="-122"/>
              </a:rPr>
              <a:t>进制计数，写入的初值范围为</a:t>
            </a:r>
            <a:r>
              <a:rPr lang="en-US" altLang="zh-CN" sz="2400" b="0" dirty="0">
                <a:solidFill>
                  <a:schemeClr val="tx1"/>
                </a:solidFill>
                <a:latin typeface="楷体_GB2312" pitchFamily="1" charset="-122"/>
              </a:rPr>
              <a:t>0000</a:t>
            </a:r>
            <a:r>
              <a:rPr lang="zh-CN" altLang="en-US" sz="2400" b="0" dirty="0">
                <a:solidFill>
                  <a:schemeClr val="tx1"/>
                </a:solidFill>
                <a:latin typeface="楷体_GB2312" pitchFamily="1" charset="-122"/>
              </a:rPr>
              <a:t>～</a:t>
            </a:r>
            <a:r>
              <a:rPr lang="en-US" altLang="zh-CN" sz="2400" b="0" dirty="0">
                <a:solidFill>
                  <a:schemeClr val="tx1"/>
                </a:solidFill>
                <a:latin typeface="楷体_GB2312" pitchFamily="1" charset="-122"/>
              </a:rPr>
              <a:t>9999</a:t>
            </a:r>
            <a:r>
              <a:rPr lang="zh-CN" altLang="en-US" sz="2400" b="0" dirty="0">
                <a:solidFill>
                  <a:schemeClr val="tx1"/>
                </a:solidFill>
                <a:latin typeface="楷体_GB2312" pitchFamily="1" charset="-122"/>
              </a:rPr>
              <a:t>，其中</a:t>
            </a:r>
            <a:r>
              <a:rPr lang="en-US" altLang="zh-CN" sz="2400" b="0" dirty="0">
                <a:solidFill>
                  <a:schemeClr val="tx1"/>
                </a:solidFill>
                <a:latin typeface="楷体_GB2312" pitchFamily="1" charset="-122"/>
              </a:rPr>
              <a:t>0000</a:t>
            </a:r>
            <a:r>
              <a:rPr lang="zh-CN" altLang="en-US" sz="2400" b="0" dirty="0">
                <a:solidFill>
                  <a:schemeClr val="tx1"/>
                </a:solidFill>
                <a:latin typeface="楷体_GB2312" pitchFamily="1" charset="-122"/>
              </a:rPr>
              <a:t>是最大值，代表</a:t>
            </a:r>
            <a:r>
              <a:rPr lang="en-US" altLang="zh-CN" sz="2400" b="0" dirty="0">
                <a:solidFill>
                  <a:schemeClr val="tx1"/>
                </a:solidFill>
                <a:latin typeface="楷体_GB2312" pitchFamily="1" charset="-122"/>
              </a:rPr>
              <a:t>10000</a:t>
            </a:r>
            <a:r>
              <a:rPr lang="zh-CN" altLang="en-US" sz="2400" b="0" dirty="0">
                <a:solidFill>
                  <a:schemeClr val="tx1"/>
                </a:solidFill>
                <a:latin typeface="楷体_GB2312" pitchFamily="1" charset="-122"/>
              </a:rPr>
              <a:t>。</a:t>
            </a:r>
            <a:endParaRPr lang="zh-CN" altLang="en-US" sz="2400" b="0" dirty="0">
              <a:solidFill>
                <a:schemeClr val="tx1"/>
              </a:solidFill>
              <a:latin typeface="楷体_GB2312" pitchFamily="1" charset="-122"/>
            </a:endParaRPr>
          </a:p>
        </p:txBody>
      </p:sp>
      <p:sp>
        <p:nvSpPr>
          <p:cNvPr id="59396" name="Rectangle 5"/>
          <p:cNvSpPr/>
          <p:nvPr/>
        </p:nvSpPr>
        <p:spPr>
          <a:xfrm>
            <a:off x="465138" y="596900"/>
            <a:ext cx="5294312" cy="46196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Font typeface="Arial" panose="020B0604020202020204" pitchFamily="34" charset="0"/>
              <a:buNone/>
            </a:pPr>
            <a:r>
              <a:rPr lang="zh-CN" altLang="en-US" sz="2400" dirty="0">
                <a:solidFill>
                  <a:srgbClr val="0000FF"/>
                </a:solidFill>
                <a:latin typeface="楷体_GB2312" pitchFamily="1" charset="-122"/>
              </a:rPr>
              <a:t>（</a:t>
            </a:r>
            <a:r>
              <a:rPr lang="en-US" altLang="zh-CN" sz="2400" dirty="0">
                <a:solidFill>
                  <a:srgbClr val="0000FF"/>
                </a:solidFill>
                <a:latin typeface="楷体_GB2312" pitchFamily="1" charset="-122"/>
              </a:rPr>
              <a:t>3</a:t>
            </a:r>
            <a:r>
              <a:rPr lang="zh-CN" altLang="en-US" sz="2400" dirty="0">
                <a:solidFill>
                  <a:srgbClr val="0000FF"/>
                </a:solidFill>
                <a:latin typeface="楷体_GB2312" pitchFamily="1" charset="-122"/>
              </a:rPr>
              <a:t>）</a:t>
            </a:r>
            <a:r>
              <a:rPr lang="en-US" altLang="zh-CN" sz="2400" dirty="0">
                <a:solidFill>
                  <a:srgbClr val="0000FF"/>
                </a:solidFill>
                <a:latin typeface="楷体_GB2312" pitchFamily="1" charset="-122"/>
              </a:rPr>
              <a:t>D3D2D1</a:t>
            </a:r>
            <a:r>
              <a:rPr lang="zh-CN" altLang="en-US" sz="2400" dirty="0">
                <a:solidFill>
                  <a:srgbClr val="0000FF"/>
                </a:solidFill>
                <a:latin typeface="楷体_GB2312" pitchFamily="1" charset="-122"/>
              </a:rPr>
              <a:t>：</a:t>
            </a:r>
            <a:r>
              <a:rPr lang="zh-CN" altLang="en-US" sz="2400" dirty="0">
                <a:solidFill>
                  <a:schemeClr val="tx1"/>
                </a:solidFill>
                <a:latin typeface="楷体_GB2312" pitchFamily="1" charset="-122"/>
              </a:rPr>
              <a:t>计数器工作方式选择位</a:t>
            </a:r>
            <a:endParaRPr lang="zh-CN" altLang="en-US" sz="2400" dirty="0">
              <a:solidFill>
                <a:schemeClr val="tx1"/>
              </a:solidFill>
              <a:latin typeface="楷体_GB2312" pitchFamily="1" charset="-122"/>
            </a:endParaRPr>
          </a:p>
        </p:txBody>
      </p:sp>
      <p:sp>
        <p:nvSpPr>
          <p:cNvPr id="59397" name="Rectangle 6"/>
          <p:cNvSpPr/>
          <p:nvPr/>
        </p:nvSpPr>
        <p:spPr>
          <a:xfrm>
            <a:off x="455613" y="3571875"/>
            <a:ext cx="2817812" cy="425450"/>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90000"/>
              </a:lnSpc>
              <a:spcAft>
                <a:spcPct val="0"/>
              </a:spcAft>
              <a:buClrTx/>
              <a:buSzTx/>
              <a:buFont typeface="Arial" panose="020B0604020202020204" pitchFamily="34" charset="0"/>
              <a:buNone/>
            </a:pPr>
            <a:r>
              <a:rPr lang="zh-CN" altLang="en-US" sz="2400" dirty="0">
                <a:solidFill>
                  <a:srgbClr val="0000FF"/>
                </a:solidFill>
                <a:latin typeface="楷体_GB2312" pitchFamily="1" charset="-122"/>
              </a:rPr>
              <a:t>（</a:t>
            </a:r>
            <a:r>
              <a:rPr lang="en-US" altLang="zh-CN" sz="2400" dirty="0">
                <a:solidFill>
                  <a:srgbClr val="0000FF"/>
                </a:solidFill>
                <a:latin typeface="楷体_GB2312" pitchFamily="1" charset="-122"/>
              </a:rPr>
              <a:t>4</a:t>
            </a:r>
            <a:r>
              <a:rPr lang="zh-CN" altLang="en-US" sz="2400" dirty="0">
                <a:solidFill>
                  <a:srgbClr val="0000FF"/>
                </a:solidFill>
                <a:latin typeface="楷体_GB2312" pitchFamily="1" charset="-122"/>
              </a:rPr>
              <a:t>）</a:t>
            </a:r>
            <a:r>
              <a:rPr lang="en-US" altLang="zh-CN" sz="2400" dirty="0">
                <a:solidFill>
                  <a:srgbClr val="0000FF"/>
                </a:solidFill>
                <a:latin typeface="楷体_GB2312" pitchFamily="1" charset="-122"/>
              </a:rPr>
              <a:t>D0</a:t>
            </a:r>
            <a:r>
              <a:rPr lang="zh-CN" altLang="en-US" sz="2400" dirty="0">
                <a:solidFill>
                  <a:srgbClr val="0000FF"/>
                </a:solidFill>
                <a:latin typeface="楷体_GB2312" pitchFamily="1" charset="-122"/>
              </a:rPr>
              <a:t>：</a:t>
            </a:r>
            <a:r>
              <a:rPr lang="zh-CN" altLang="en-US" sz="2400" dirty="0">
                <a:solidFill>
                  <a:schemeClr val="tx1"/>
                </a:solidFill>
                <a:latin typeface="楷体_GB2312" pitchFamily="1" charset="-122"/>
              </a:rPr>
              <a:t>数制选择</a:t>
            </a:r>
            <a:endParaRPr lang="zh-CN" altLang="en-US" sz="2400" dirty="0">
              <a:solidFill>
                <a:schemeClr val="tx1"/>
              </a:solidFill>
              <a:latin typeface="楷体_GB2312" pitchFamily="1" charset="-122"/>
            </a:endParaRPr>
          </a:p>
        </p:txBody>
      </p:sp>
    </p:spTree>
  </p:cSld>
  <p:clrMapOvr>
    <a:masterClrMapping/>
  </p:clrMapOvr>
  <p:transition spd="slow">
    <p:zoom/>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60418" name="Text Box 3"/>
          <p:cNvSpPr txBox="1"/>
          <p:nvPr/>
        </p:nvSpPr>
        <p:spPr>
          <a:xfrm>
            <a:off x="1289050" y="962025"/>
            <a:ext cx="3427413" cy="70802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4000" dirty="0">
                <a:solidFill>
                  <a:srgbClr val="C00000"/>
                </a:solidFill>
                <a:latin typeface="隶书" panose="02010509060101010101" pitchFamily="49" charset="-122"/>
                <a:ea typeface="隶书" panose="02010509060101010101" pitchFamily="49" charset="-122"/>
              </a:rPr>
              <a:t>设置初值命令</a:t>
            </a:r>
            <a:endParaRPr lang="zh-CN" altLang="en-US" sz="4000" dirty="0">
              <a:solidFill>
                <a:srgbClr val="C00000"/>
              </a:solidFill>
              <a:latin typeface="隶书" panose="02010509060101010101" pitchFamily="49" charset="-122"/>
              <a:ea typeface="隶书" panose="02010509060101010101" pitchFamily="49" charset="-122"/>
            </a:endParaRPr>
          </a:p>
        </p:txBody>
      </p:sp>
      <p:sp>
        <p:nvSpPr>
          <p:cNvPr id="3" name="左大括号 2"/>
          <p:cNvSpPr/>
          <p:nvPr/>
        </p:nvSpPr>
        <p:spPr>
          <a:xfrm>
            <a:off x="1693863" y="2709863"/>
            <a:ext cx="428625" cy="2071688"/>
          </a:xfrm>
          <a:prstGeom prst="leftBrace">
            <a:avLst/>
          </a:prstGeom>
          <a:ln w="28575">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楷体_GB2312" pitchFamily="1" charset="-122"/>
              <a:ea typeface="+mn-ea"/>
              <a:cs typeface="+mn-cs"/>
            </a:endParaRPr>
          </a:p>
        </p:txBody>
      </p:sp>
      <p:sp>
        <p:nvSpPr>
          <p:cNvPr id="4" name="矩形 3"/>
          <p:cNvSpPr/>
          <p:nvPr/>
        </p:nvSpPr>
        <p:spPr>
          <a:xfrm>
            <a:off x="2087563" y="4389438"/>
            <a:ext cx="1971675" cy="519112"/>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dirty="0">
                <a:solidFill>
                  <a:schemeClr val="tx1"/>
                </a:solidFill>
                <a:latin typeface="楷体_GB2312" pitchFamily="1" charset="-122"/>
              </a:rPr>
              <a:t>初值为</a:t>
            </a:r>
            <a:r>
              <a:rPr lang="en-US" altLang="zh-CN" dirty="0">
                <a:solidFill>
                  <a:schemeClr val="tx1"/>
                </a:solidFill>
                <a:latin typeface="楷体_GB2312" pitchFamily="1" charset="-122"/>
              </a:rPr>
              <a:t>16</a:t>
            </a:r>
            <a:r>
              <a:rPr lang="zh-CN" altLang="en-US" dirty="0">
                <a:solidFill>
                  <a:schemeClr val="tx1"/>
                </a:solidFill>
                <a:latin typeface="楷体_GB2312" pitchFamily="1" charset="-122"/>
              </a:rPr>
              <a:t>位</a:t>
            </a:r>
            <a:endParaRPr lang="zh-CN" altLang="en-US" dirty="0">
              <a:solidFill>
                <a:schemeClr val="tx1"/>
              </a:solidFill>
              <a:latin typeface="楷体_GB2312" pitchFamily="1" charset="-122"/>
            </a:endParaRPr>
          </a:p>
        </p:txBody>
      </p:sp>
      <p:sp>
        <p:nvSpPr>
          <p:cNvPr id="5" name="矩形 4"/>
          <p:cNvSpPr/>
          <p:nvPr/>
        </p:nvSpPr>
        <p:spPr>
          <a:xfrm>
            <a:off x="2122488" y="2451100"/>
            <a:ext cx="1792287" cy="5191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dirty="0">
                <a:solidFill>
                  <a:schemeClr val="tx1"/>
                </a:solidFill>
                <a:latin typeface="楷体_GB2312" pitchFamily="1" charset="-122"/>
              </a:rPr>
              <a:t>初值为</a:t>
            </a:r>
            <a:r>
              <a:rPr lang="en-US" altLang="zh-CN" dirty="0">
                <a:solidFill>
                  <a:schemeClr val="tx1"/>
                </a:solidFill>
                <a:latin typeface="楷体_GB2312" pitchFamily="1" charset="-122"/>
              </a:rPr>
              <a:t>8</a:t>
            </a:r>
            <a:r>
              <a:rPr lang="zh-CN" altLang="en-US" dirty="0">
                <a:solidFill>
                  <a:schemeClr val="tx1"/>
                </a:solidFill>
                <a:latin typeface="楷体_GB2312" pitchFamily="1" charset="-122"/>
              </a:rPr>
              <a:t>位</a:t>
            </a:r>
            <a:endParaRPr lang="zh-CN" altLang="en-US" dirty="0">
              <a:solidFill>
                <a:schemeClr val="tx1"/>
              </a:solidFill>
              <a:latin typeface="楷体_GB2312" pitchFamily="1" charset="-122"/>
            </a:endParaRPr>
          </a:p>
        </p:txBody>
      </p:sp>
      <p:sp>
        <p:nvSpPr>
          <p:cNvPr id="6" name="左大括号 5"/>
          <p:cNvSpPr/>
          <p:nvPr/>
        </p:nvSpPr>
        <p:spPr>
          <a:xfrm>
            <a:off x="4068763" y="3860800"/>
            <a:ext cx="500063" cy="1500188"/>
          </a:xfrm>
          <a:prstGeom prst="leftBrace">
            <a:avLst/>
          </a:prstGeom>
          <a:ln w="28575">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楷体_GB2312" pitchFamily="1" charset="-122"/>
              <a:ea typeface="+mn-ea"/>
              <a:cs typeface="+mn-cs"/>
            </a:endParaRPr>
          </a:p>
        </p:txBody>
      </p:sp>
      <p:sp>
        <p:nvSpPr>
          <p:cNvPr id="7" name="矩形 6"/>
          <p:cNvSpPr/>
          <p:nvPr/>
        </p:nvSpPr>
        <p:spPr>
          <a:xfrm>
            <a:off x="4645025" y="3644900"/>
            <a:ext cx="2149475" cy="5191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dirty="0">
                <a:solidFill>
                  <a:schemeClr val="tx1"/>
                </a:solidFill>
                <a:latin typeface="楷体_GB2312" pitchFamily="1" charset="-122"/>
              </a:rPr>
              <a:t>先写入低</a:t>
            </a:r>
            <a:r>
              <a:rPr lang="en-US" altLang="zh-CN" dirty="0">
                <a:solidFill>
                  <a:schemeClr val="tx1"/>
                </a:solidFill>
                <a:latin typeface="楷体_GB2312" pitchFamily="1" charset="-122"/>
              </a:rPr>
              <a:t>8</a:t>
            </a:r>
            <a:r>
              <a:rPr lang="zh-CN" altLang="en-US" dirty="0">
                <a:solidFill>
                  <a:schemeClr val="tx1"/>
                </a:solidFill>
                <a:latin typeface="楷体_GB2312" pitchFamily="1" charset="-122"/>
              </a:rPr>
              <a:t>位</a:t>
            </a:r>
            <a:endParaRPr lang="zh-CN" altLang="en-US" dirty="0">
              <a:solidFill>
                <a:schemeClr val="tx1"/>
              </a:solidFill>
              <a:latin typeface="楷体_GB2312" pitchFamily="1" charset="-122"/>
            </a:endParaRPr>
          </a:p>
        </p:txBody>
      </p:sp>
      <p:sp>
        <p:nvSpPr>
          <p:cNvPr id="8" name="矩形 7"/>
          <p:cNvSpPr/>
          <p:nvPr/>
        </p:nvSpPr>
        <p:spPr>
          <a:xfrm>
            <a:off x="4645025" y="5086350"/>
            <a:ext cx="2149475" cy="5191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dirty="0">
                <a:solidFill>
                  <a:schemeClr val="tx1"/>
                </a:solidFill>
                <a:latin typeface="楷体_GB2312" pitchFamily="1" charset="-122"/>
              </a:rPr>
              <a:t>后写入高</a:t>
            </a:r>
            <a:r>
              <a:rPr lang="en-US" altLang="zh-CN" dirty="0">
                <a:solidFill>
                  <a:schemeClr val="tx1"/>
                </a:solidFill>
                <a:latin typeface="楷体_GB2312" pitchFamily="1" charset="-122"/>
              </a:rPr>
              <a:t>8</a:t>
            </a:r>
            <a:r>
              <a:rPr lang="zh-CN" altLang="en-US" dirty="0">
                <a:solidFill>
                  <a:schemeClr val="tx1"/>
                </a:solidFill>
                <a:latin typeface="楷体_GB2312" pitchFamily="1" charset="-122"/>
              </a:rPr>
              <a:t>位</a:t>
            </a:r>
            <a:endParaRPr lang="zh-CN" altLang="en-US" dirty="0">
              <a:solidFill>
                <a:schemeClr val="tx1"/>
              </a:solidFill>
              <a:latin typeface="楷体_GB2312" pitchFamily="1" charset="-122"/>
            </a:endParaRP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blinds(horizontal)">
                                      <p:cBhvr>
                                        <p:cTn id="10" dur="500"/>
                                        <p:tgtEl>
                                          <p:spTgt spid="5"/>
                                        </p:tgtEl>
                                      </p:cBhvr>
                                    </p:animEffect>
                                  </p:childTnLst>
                                </p:cTn>
                              </p:par>
                              <p:par>
                                <p:cTn id="11" presetID="3" presetClass="entr" presetSubtype="10"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blinds(horizontal)">
                                      <p:cBhvr>
                                        <p:cTn id="13" dur="500"/>
                                        <p:tgtEl>
                                          <p:spTgt spid="4"/>
                                        </p:tgtEl>
                                      </p:cBhvr>
                                    </p:animEffect>
                                  </p:childTnLst>
                                </p:cTn>
                              </p:par>
                            </p:childTnLst>
                          </p:cTn>
                        </p:par>
                      </p:childTnLst>
                    </p:cTn>
                  </p:par>
                  <p:par>
                    <p:cTn id="14" fill="hold">
                      <p:stCondLst>
                        <p:cond delay="indefinite"/>
                      </p:stCondLst>
                      <p:childTnLst>
                        <p:par>
                          <p:cTn id="15" fill="hold">
                            <p:stCondLst>
                              <p:cond delay="0"/>
                            </p:stCondLst>
                            <p:childTnLst>
                              <p:par>
                                <p:cTn id="16" presetID="3" presetClass="entr" presetSubtype="10" fill="hold" grpId="0" nodeType="click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blinds(horizontal)">
                                      <p:cBhvr>
                                        <p:cTn id="18" dur="500"/>
                                        <p:tgtEl>
                                          <p:spTgt spid="6"/>
                                        </p:tgtEl>
                                      </p:cBhvr>
                                    </p:animEffect>
                                  </p:childTnLst>
                                </p:cTn>
                              </p:par>
                              <p:par>
                                <p:cTn id="19" presetID="3" presetClass="entr" presetSubtype="10"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blinds(horizontal)">
                                      <p:cBhvr>
                                        <p:cTn id="21" dur="500"/>
                                        <p:tgtEl>
                                          <p:spTgt spid="7"/>
                                        </p:tgtEl>
                                      </p:cBhvr>
                                    </p:animEffect>
                                  </p:childTnLst>
                                </p:cTn>
                              </p:par>
                              <p:par>
                                <p:cTn id="22" presetID="3" presetClass="entr" presetSubtype="10" fill="hold" grpId="0" nodeType="with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blinds(horizontal)">
                                      <p:cBhvr>
                                        <p:cTn id="2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6" grpId="0" bldLvl="0" animBg="1"/>
      <p:bldP spid="7" grpId="0"/>
      <p:bldP spid="8"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3316" name="Rectangle 4"/>
          <p:cNvSpPr>
            <a:spLocks noChangeArrowheads="1"/>
          </p:cNvSpPr>
          <p:nvPr/>
        </p:nvSpPr>
        <p:spPr bwMode="auto">
          <a:xfrm>
            <a:off x="1258888" y="1065213"/>
            <a:ext cx="3781425"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4000" b="1" i="0" u="none" strike="noStrike" kern="1200" cap="none" spc="0" normalizeH="0" baseline="0" noProof="0" dirty="0">
                <a:ln>
                  <a:noFill/>
                </a:ln>
                <a:solidFill>
                  <a:srgbClr val="C00000"/>
                </a:solidFill>
                <a:effectLst/>
                <a:uLnTx/>
                <a:uFillTx/>
                <a:latin typeface="+mj-ea"/>
                <a:ea typeface="+mj-ea"/>
                <a:cs typeface="+mn-cs"/>
              </a:rPr>
              <a:t>计数初值的范围</a:t>
            </a:r>
            <a:endParaRPr kumimoji="0" lang="zh-CN" altLang="en-US" sz="4000" b="1" i="0" u="none" strike="noStrike" kern="1200" cap="none" spc="0" normalizeH="0" baseline="0" noProof="0" dirty="0">
              <a:ln>
                <a:noFill/>
              </a:ln>
              <a:solidFill>
                <a:srgbClr val="C00000"/>
              </a:solidFill>
              <a:effectLst/>
              <a:uLnTx/>
              <a:uFillTx/>
              <a:latin typeface="+mj-ea"/>
              <a:ea typeface="+mj-ea"/>
              <a:cs typeface="+mn-cs"/>
            </a:endParaRPr>
          </a:p>
        </p:txBody>
      </p:sp>
      <p:sp>
        <p:nvSpPr>
          <p:cNvPr id="61443" name="Rectangle 5"/>
          <p:cNvSpPr/>
          <p:nvPr/>
        </p:nvSpPr>
        <p:spPr>
          <a:xfrm>
            <a:off x="541338" y="1981200"/>
            <a:ext cx="3148012" cy="51752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Font typeface="Wingdings" panose="05000000000000000000" pitchFamily="2" charset="2"/>
              <a:buChar char="•"/>
            </a:pPr>
            <a:r>
              <a:rPr lang="zh-CN" altLang="en-US" dirty="0">
                <a:solidFill>
                  <a:srgbClr val="FF3300"/>
                </a:solidFill>
                <a:latin typeface="隶书" panose="02010509060101010101" pitchFamily="49" charset="-122"/>
              </a:rPr>
              <a:t>采用二进制计数</a:t>
            </a:r>
            <a:endParaRPr lang="zh-CN" altLang="en-US" dirty="0">
              <a:solidFill>
                <a:srgbClr val="FF3300"/>
              </a:solidFill>
              <a:latin typeface="隶书" panose="02010509060101010101" pitchFamily="49" charset="-122"/>
            </a:endParaRPr>
          </a:p>
        </p:txBody>
      </p:sp>
      <p:sp>
        <p:nvSpPr>
          <p:cNvPr id="61444" name="Rectangle 6"/>
          <p:cNvSpPr/>
          <p:nvPr/>
        </p:nvSpPr>
        <p:spPr>
          <a:xfrm>
            <a:off x="468313" y="2708275"/>
            <a:ext cx="5614987" cy="10064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50000"/>
              </a:spcBef>
              <a:spcAft>
                <a:spcPct val="0"/>
              </a:spcAft>
              <a:buClrTx/>
              <a:buSzTx/>
              <a:buFont typeface="Arial" panose="020B0604020202020204" pitchFamily="34" charset="0"/>
              <a:buNone/>
            </a:pPr>
            <a:r>
              <a:rPr lang="zh-CN" altLang="en-US" sz="2400" dirty="0">
                <a:solidFill>
                  <a:schemeClr val="tx1"/>
                </a:solidFill>
                <a:latin typeface="宋体" panose="02010600030101010101" pitchFamily="2" charset="-122"/>
                <a:ea typeface="宋体" panose="02010600030101010101" pitchFamily="2" charset="-122"/>
              </a:rPr>
              <a:t>若是</a:t>
            </a:r>
            <a:r>
              <a:rPr lang="en-US" altLang="zh-CN" sz="2400" dirty="0">
                <a:solidFill>
                  <a:schemeClr val="tx1"/>
                </a:solidFill>
                <a:latin typeface="宋体" panose="02010600030101010101" pitchFamily="2" charset="-122"/>
                <a:ea typeface="宋体" panose="02010600030101010101" pitchFamily="2" charset="-122"/>
              </a:rPr>
              <a:t>8</a:t>
            </a:r>
            <a:r>
              <a:rPr lang="zh-CN" altLang="en-US" sz="2400" dirty="0">
                <a:solidFill>
                  <a:schemeClr val="tx1"/>
                </a:solidFill>
                <a:latin typeface="宋体" panose="02010600030101010101" pitchFamily="2" charset="-122"/>
                <a:ea typeface="宋体" panose="02010600030101010101" pitchFamily="2" charset="-122"/>
              </a:rPr>
              <a:t>位二进制计数 （计数值≤</a:t>
            </a:r>
            <a:r>
              <a:rPr lang="en-US" altLang="zh-CN" sz="2400" dirty="0">
                <a:solidFill>
                  <a:schemeClr val="tx1"/>
                </a:solidFill>
                <a:latin typeface="宋体" panose="02010600030101010101" pitchFamily="2" charset="-122"/>
                <a:ea typeface="宋体" panose="02010600030101010101" pitchFamily="2" charset="-122"/>
              </a:rPr>
              <a:t>255</a:t>
            </a:r>
            <a:r>
              <a:rPr lang="zh-CN" altLang="en-US" sz="2400" dirty="0">
                <a:solidFill>
                  <a:schemeClr val="tx1"/>
                </a:solidFill>
                <a:latin typeface="宋体" panose="02010600030101010101" pitchFamily="2" charset="-122"/>
                <a:ea typeface="宋体" panose="02010600030101010101" pitchFamily="2" charset="-122"/>
              </a:rPr>
              <a:t>）</a:t>
            </a:r>
            <a:endParaRPr lang="zh-CN" altLang="en-US" sz="2400" dirty="0">
              <a:solidFill>
                <a:schemeClr val="tx1"/>
              </a:solidFill>
              <a:latin typeface="宋体" panose="02010600030101010101" pitchFamily="2" charset="-122"/>
              <a:ea typeface="宋体" panose="02010600030101010101" pitchFamily="2" charset="-122"/>
            </a:endParaRPr>
          </a:p>
          <a:p>
            <a:pPr marL="0" lvl="0" indent="0" eaLnBrk="1" hangingPunct="1">
              <a:lnSpc>
                <a:spcPct val="100000"/>
              </a:lnSpc>
              <a:spcBef>
                <a:spcPct val="50000"/>
              </a:spcBef>
              <a:spcAft>
                <a:spcPct val="0"/>
              </a:spcAft>
              <a:buClrTx/>
              <a:buSzTx/>
              <a:buFont typeface="Arial" panose="020B0604020202020204" pitchFamily="34" charset="0"/>
              <a:buNone/>
            </a:pPr>
            <a:r>
              <a:rPr lang="zh-CN" altLang="en-US" sz="2400" dirty="0">
                <a:solidFill>
                  <a:schemeClr val="tx1"/>
                </a:solidFill>
                <a:latin typeface="宋体" panose="02010600030101010101" pitchFamily="2" charset="-122"/>
                <a:ea typeface="宋体" panose="02010600030101010101" pitchFamily="2" charset="-122"/>
              </a:rPr>
              <a:t>若是</a:t>
            </a:r>
            <a:r>
              <a:rPr lang="en-US" altLang="zh-CN" sz="2400" dirty="0">
                <a:solidFill>
                  <a:schemeClr val="tx1"/>
                </a:solidFill>
                <a:latin typeface="宋体" panose="02010600030101010101" pitchFamily="2" charset="-122"/>
                <a:ea typeface="宋体" panose="02010600030101010101" pitchFamily="2" charset="-122"/>
              </a:rPr>
              <a:t>16</a:t>
            </a:r>
            <a:r>
              <a:rPr lang="zh-CN" altLang="en-US" sz="2400" dirty="0">
                <a:solidFill>
                  <a:schemeClr val="tx1"/>
                </a:solidFill>
                <a:latin typeface="宋体" panose="02010600030101010101" pitchFamily="2" charset="-122"/>
                <a:ea typeface="宋体" panose="02010600030101010101" pitchFamily="2" charset="-122"/>
              </a:rPr>
              <a:t>位二进制计数（计数值≤</a:t>
            </a:r>
            <a:r>
              <a:rPr lang="en-US" altLang="zh-CN" sz="2400" dirty="0">
                <a:solidFill>
                  <a:schemeClr val="tx1"/>
                </a:solidFill>
                <a:latin typeface="宋体" panose="02010600030101010101" pitchFamily="2" charset="-122"/>
                <a:ea typeface="宋体" panose="02010600030101010101" pitchFamily="2" charset="-122"/>
              </a:rPr>
              <a:t>65536</a:t>
            </a:r>
            <a:r>
              <a:rPr lang="zh-CN" altLang="en-US" sz="2400" dirty="0">
                <a:solidFill>
                  <a:schemeClr val="tx1"/>
                </a:solidFill>
                <a:latin typeface="宋体" panose="02010600030101010101" pitchFamily="2" charset="-122"/>
                <a:ea typeface="宋体" panose="02010600030101010101" pitchFamily="2" charset="-122"/>
              </a:rPr>
              <a:t>）</a:t>
            </a:r>
            <a:endParaRPr lang="zh-CN" altLang="en-US" sz="2400" dirty="0">
              <a:solidFill>
                <a:schemeClr val="tx1"/>
              </a:solidFill>
              <a:latin typeface="宋体" panose="02010600030101010101" pitchFamily="2" charset="-122"/>
              <a:ea typeface="宋体" panose="02010600030101010101" pitchFamily="2" charset="-122"/>
            </a:endParaRPr>
          </a:p>
        </p:txBody>
      </p:sp>
      <p:sp>
        <p:nvSpPr>
          <p:cNvPr id="61445" name="Rectangle 7"/>
          <p:cNvSpPr/>
          <p:nvPr/>
        </p:nvSpPr>
        <p:spPr>
          <a:xfrm>
            <a:off x="468313" y="3933825"/>
            <a:ext cx="8213725" cy="22860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2400" dirty="0">
                <a:solidFill>
                  <a:schemeClr val="tx1"/>
                </a:solidFill>
                <a:latin typeface="宋体" panose="02010600030101010101" pitchFamily="2" charset="-122"/>
                <a:ea typeface="宋体" panose="02010600030101010101" pitchFamily="2" charset="-122"/>
              </a:rPr>
              <a:t>可以先把该十进制计数初值</a:t>
            </a:r>
            <a:r>
              <a:rPr lang="en-US" altLang="zh-CN" sz="2400" dirty="0">
                <a:solidFill>
                  <a:schemeClr val="tx1"/>
                </a:solidFill>
                <a:latin typeface="宋体" panose="02010600030101010101" pitchFamily="2" charset="-122"/>
                <a:ea typeface="宋体" panose="02010600030101010101" pitchFamily="2" charset="-122"/>
              </a:rPr>
              <a:t>n</a:t>
            </a:r>
            <a:r>
              <a:rPr lang="zh-CN" altLang="en-US" sz="2400" dirty="0">
                <a:solidFill>
                  <a:schemeClr val="tx1"/>
                </a:solidFill>
                <a:latin typeface="宋体" panose="02010600030101010101" pitchFamily="2" charset="-122"/>
                <a:ea typeface="宋体" panose="02010600030101010101" pitchFamily="2" charset="-122"/>
              </a:rPr>
              <a:t>直接传送给</a:t>
            </a:r>
            <a:r>
              <a:rPr lang="en-US" altLang="zh-CN" sz="2400" dirty="0">
                <a:solidFill>
                  <a:schemeClr val="tx1"/>
                </a:solidFill>
                <a:latin typeface="宋体" panose="02010600030101010101" pitchFamily="2" charset="-122"/>
                <a:ea typeface="宋体" panose="02010600030101010101" pitchFamily="2" charset="-122"/>
              </a:rPr>
              <a:t>AX</a:t>
            </a:r>
            <a:r>
              <a:rPr lang="zh-CN" altLang="en-US" sz="2400" dirty="0">
                <a:solidFill>
                  <a:schemeClr val="tx1"/>
                </a:solidFill>
                <a:latin typeface="宋体" panose="02010600030101010101" pitchFamily="2" charset="-122"/>
                <a:ea typeface="宋体" panose="02010600030101010101" pitchFamily="2" charset="-122"/>
              </a:rPr>
              <a:t>，然后分两次写入</a:t>
            </a:r>
            <a:r>
              <a:rPr lang="en-US" altLang="zh-CN" sz="2400" dirty="0">
                <a:solidFill>
                  <a:schemeClr val="tx1"/>
                </a:solidFill>
                <a:latin typeface="宋体" panose="02010600030101010101" pitchFamily="2" charset="-122"/>
                <a:ea typeface="宋体" panose="02010600030101010101" pitchFamily="2" charset="-122"/>
              </a:rPr>
              <a:t>8253</a:t>
            </a:r>
            <a:r>
              <a:rPr lang="zh-CN" altLang="en-US" sz="2400" dirty="0">
                <a:solidFill>
                  <a:schemeClr val="tx1"/>
                </a:solidFill>
                <a:latin typeface="宋体" panose="02010600030101010101" pitchFamily="2" charset="-122"/>
                <a:ea typeface="宋体" panose="02010600030101010101" pitchFamily="2" charset="-122"/>
              </a:rPr>
              <a:t>指定端口，即： </a:t>
            </a:r>
            <a:endParaRPr lang="zh-CN" altLang="en-US" sz="2400" dirty="0">
              <a:solidFill>
                <a:schemeClr val="tx1"/>
              </a:solidFill>
              <a:latin typeface="宋体" panose="02010600030101010101" pitchFamily="2" charset="-122"/>
              <a:ea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sz="2400" dirty="0">
                <a:solidFill>
                  <a:schemeClr val="tx1"/>
                </a:solidFill>
                <a:latin typeface="宋体" panose="02010600030101010101" pitchFamily="2" charset="-122"/>
                <a:ea typeface="宋体" panose="02010600030101010101" pitchFamily="2" charset="-122"/>
              </a:rPr>
              <a:t>MOV AX   ,  n</a:t>
            </a:r>
            <a:endParaRPr lang="en-US" altLang="zh-CN" sz="2400" dirty="0">
              <a:solidFill>
                <a:schemeClr val="tx1"/>
              </a:solidFill>
              <a:latin typeface="宋体" panose="02010600030101010101" pitchFamily="2" charset="-122"/>
              <a:ea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sz="2400" dirty="0">
                <a:solidFill>
                  <a:schemeClr val="tx1"/>
                </a:solidFill>
                <a:latin typeface="宋体" panose="02010600030101010101" pitchFamily="2" charset="-122"/>
                <a:ea typeface="宋体" panose="02010600030101010101" pitchFamily="2" charset="-122"/>
              </a:rPr>
              <a:t>OUT  PORT,  AL  </a:t>
            </a:r>
            <a:r>
              <a:rPr lang="zh-CN" altLang="en-US" sz="2400" dirty="0">
                <a:solidFill>
                  <a:schemeClr val="tx1"/>
                </a:solidFill>
                <a:latin typeface="宋体" panose="02010600030101010101" pitchFamily="2" charset="-122"/>
                <a:ea typeface="宋体" panose="02010600030101010101" pitchFamily="2" charset="-122"/>
              </a:rPr>
              <a:t>；先写低</a:t>
            </a:r>
            <a:r>
              <a:rPr lang="en-US" altLang="zh-CN" sz="2400" dirty="0">
                <a:solidFill>
                  <a:schemeClr val="tx1"/>
                </a:solidFill>
                <a:latin typeface="宋体" panose="02010600030101010101" pitchFamily="2" charset="-122"/>
                <a:ea typeface="宋体" panose="02010600030101010101" pitchFamily="2" charset="-122"/>
              </a:rPr>
              <a:t>8</a:t>
            </a:r>
            <a:r>
              <a:rPr lang="zh-CN" altLang="en-US" sz="2400" dirty="0">
                <a:solidFill>
                  <a:schemeClr val="tx1"/>
                </a:solidFill>
                <a:latin typeface="宋体" panose="02010600030101010101" pitchFamily="2" charset="-122"/>
                <a:ea typeface="宋体" panose="02010600030101010101" pitchFamily="2" charset="-122"/>
              </a:rPr>
              <a:t>位（</a:t>
            </a:r>
            <a:r>
              <a:rPr lang="en-US" altLang="zh-CN" sz="2400" dirty="0">
                <a:solidFill>
                  <a:schemeClr val="tx1"/>
                </a:solidFill>
                <a:latin typeface="宋体" panose="02010600030101010101" pitchFamily="2" charset="-122"/>
                <a:ea typeface="宋体" panose="02010600030101010101" pitchFamily="2" charset="-122"/>
              </a:rPr>
              <a:t>PORT</a:t>
            </a:r>
            <a:r>
              <a:rPr lang="zh-CN" altLang="en-US" sz="2400" dirty="0">
                <a:solidFill>
                  <a:schemeClr val="tx1"/>
                </a:solidFill>
                <a:latin typeface="宋体" panose="02010600030101010101" pitchFamily="2" charset="-122"/>
                <a:ea typeface="宋体" panose="02010600030101010101" pitchFamily="2" charset="-122"/>
              </a:rPr>
              <a:t>为端口号）</a:t>
            </a:r>
            <a:endParaRPr lang="zh-CN" altLang="en-US" sz="2400" dirty="0">
              <a:solidFill>
                <a:schemeClr val="tx1"/>
              </a:solidFill>
              <a:latin typeface="宋体" panose="02010600030101010101" pitchFamily="2" charset="-122"/>
              <a:ea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sz="2400" dirty="0">
                <a:solidFill>
                  <a:schemeClr val="tx1"/>
                </a:solidFill>
                <a:latin typeface="宋体" panose="02010600030101010101" pitchFamily="2" charset="-122"/>
                <a:ea typeface="宋体" panose="02010600030101010101" pitchFamily="2" charset="-122"/>
              </a:rPr>
              <a:t>MOV  AL  ,  AH</a:t>
            </a:r>
            <a:endParaRPr lang="zh-CN" altLang="en-US" sz="2400" dirty="0">
              <a:solidFill>
                <a:schemeClr val="tx1"/>
              </a:solidFill>
              <a:latin typeface="宋体" panose="02010600030101010101" pitchFamily="2" charset="-122"/>
              <a:ea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sz="2400" dirty="0">
                <a:solidFill>
                  <a:schemeClr val="tx1"/>
                </a:solidFill>
                <a:latin typeface="宋体" panose="02010600030101010101" pitchFamily="2" charset="-122"/>
                <a:ea typeface="宋体" panose="02010600030101010101" pitchFamily="2" charset="-122"/>
              </a:rPr>
              <a:t>OUT  PORT,  </a:t>
            </a:r>
            <a:r>
              <a:rPr lang="en-US" altLang="zh-CN" sz="2400" dirty="0">
                <a:solidFill>
                  <a:srgbClr val="FF0000"/>
                </a:solidFill>
                <a:latin typeface="宋体" panose="02010600030101010101" pitchFamily="2" charset="-122"/>
                <a:ea typeface="宋体" panose="02010600030101010101" pitchFamily="2" charset="-122"/>
              </a:rPr>
              <a:t>AL</a:t>
            </a:r>
            <a:r>
              <a:rPr lang="en-US" altLang="zh-CN" sz="2400" dirty="0">
                <a:solidFill>
                  <a:schemeClr val="tx1"/>
                </a:solidFill>
                <a:latin typeface="宋体" panose="02010600030101010101" pitchFamily="2" charset="-122"/>
                <a:ea typeface="宋体" panose="02010600030101010101" pitchFamily="2" charset="-122"/>
              </a:rPr>
              <a:t>  </a:t>
            </a:r>
            <a:r>
              <a:rPr lang="zh-CN" altLang="en-US" sz="2400" dirty="0">
                <a:solidFill>
                  <a:schemeClr val="tx1"/>
                </a:solidFill>
                <a:latin typeface="宋体" panose="02010600030101010101" pitchFamily="2" charset="-122"/>
                <a:ea typeface="宋体" panose="02010600030101010101" pitchFamily="2" charset="-122"/>
              </a:rPr>
              <a:t>；后写高</a:t>
            </a:r>
            <a:r>
              <a:rPr lang="en-US" altLang="zh-CN" sz="2400" dirty="0">
                <a:solidFill>
                  <a:schemeClr val="tx1"/>
                </a:solidFill>
                <a:latin typeface="宋体" panose="02010600030101010101" pitchFamily="2" charset="-122"/>
                <a:ea typeface="宋体" panose="02010600030101010101" pitchFamily="2" charset="-122"/>
              </a:rPr>
              <a:t>8</a:t>
            </a:r>
            <a:r>
              <a:rPr lang="zh-CN" altLang="en-US" sz="2400" dirty="0">
                <a:solidFill>
                  <a:schemeClr val="tx1"/>
                </a:solidFill>
                <a:latin typeface="宋体" panose="02010600030101010101" pitchFamily="2" charset="-122"/>
                <a:ea typeface="宋体" panose="02010600030101010101" pitchFamily="2" charset="-122"/>
              </a:rPr>
              <a:t>位</a:t>
            </a:r>
            <a:endParaRPr lang="zh-CN" altLang="en-US" sz="2400" dirty="0">
              <a:solidFill>
                <a:schemeClr val="tx1"/>
              </a:solidFill>
              <a:latin typeface="宋体" panose="02010600030101010101" pitchFamily="2" charset="-122"/>
              <a:ea typeface="宋体" panose="02010600030101010101" pitchFamily="2" charset="-122"/>
            </a:endParaRPr>
          </a:p>
        </p:txBody>
      </p:sp>
    </p:spTree>
  </p:cSld>
  <p:clrMapOvr>
    <a:masterClrMapping/>
  </p:clrMapOvr>
  <p:transition spd="slow">
    <p:zoom/>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8547" name="Rectangle 3"/>
          <p:cNvSpPr>
            <a:spLocks noGrp="1" noChangeArrowheads="1"/>
          </p:cNvSpPr>
          <p:nvPr>
            <p:ph idx="1"/>
          </p:nvPr>
        </p:nvSpPr>
        <p:spPr>
          <a:xfrm>
            <a:off x="250825" y="2708275"/>
            <a:ext cx="8661400" cy="3816350"/>
          </a:xfrm>
          <a:ln>
            <a:miter/>
          </a:ln>
        </p:spPr>
        <p:txBody>
          <a:bodyPr vert="horz" wrap="square" lIns="91440" tIns="45720" rIns="91440" bIns="45720" numCol="1" anchor="t" anchorCtr="0" compatLnSpc="1"/>
          <a:lstStyle/>
          <a:p>
            <a:pPr marL="342900" marR="0" lvl="0" indent="-342900" algn="just" defTabSz="914400" rtl="0" eaLnBrk="0" fontAlgn="base" latinLnBrk="0" hangingPunct="0">
              <a:lnSpc>
                <a:spcPts val="4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须在</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8253</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初始化编程中把计算得到的十进制计数初值</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n</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加上</a:t>
            </a:r>
            <a:r>
              <a:rPr kumimoji="0" lang="zh-CN" altLang="en-US" sz="2400" b="1" i="0" u="none" strike="noStrike" kern="1200" cap="none" spc="0" normalizeH="0" baseline="0" noProof="0" dirty="0">
                <a:ln>
                  <a:noFill/>
                </a:ln>
                <a:solidFill>
                  <a:srgbClr val="FF0000"/>
                </a:solidFill>
                <a:effectLst/>
                <a:uLnTx/>
                <a:uFillTx/>
                <a:latin typeface="+mn-ea"/>
                <a:ea typeface="+mn-ea"/>
                <a:cs typeface="+mn-cs"/>
              </a:rPr>
              <a:t>后缀</a:t>
            </a:r>
            <a:endParaRPr kumimoji="0" lang="zh-CN" altLang="en-US" sz="2400" b="1" i="0" u="none" strike="noStrike" kern="1200" cap="none" spc="0" normalizeH="0" baseline="0" noProof="0" dirty="0">
              <a:ln>
                <a:noFill/>
              </a:ln>
              <a:solidFill>
                <a:srgbClr val="FF0000"/>
              </a:solidFill>
              <a:effectLst/>
              <a:uLnTx/>
              <a:uFillTx/>
              <a:latin typeface="+mn-ea"/>
              <a:ea typeface="+mn-ea"/>
              <a:cs typeface="+mn-cs"/>
            </a:endParaRPr>
          </a:p>
          <a:p>
            <a:pPr marL="342900" marR="0" lvl="0" indent="-342900" algn="just" defTabSz="914400" rtl="0" eaLnBrk="0" fontAlgn="base" latinLnBrk="0" hangingPunct="0">
              <a:lnSpc>
                <a:spcPts val="4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rgbClr val="FF0000"/>
                </a:solidFill>
                <a:effectLst/>
                <a:uLnTx/>
                <a:uFillTx/>
                <a:latin typeface="+mn-ea"/>
                <a:ea typeface="+mn-ea"/>
                <a:cs typeface="+mn-cs"/>
              </a:rPr>
              <a:t>H</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以便在相应的传送指令执行后能够在</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AL(</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或</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AX)</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中得到十进制</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ts val="4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数</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n</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的</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BCD</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码表示形式。</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例如</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n=50</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，则应按如下方式写入：        </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AL, 50</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H</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OUT  PORT,  AL  </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endParaRPr kumimoji="0" lang="en-US" altLang="zh-CN" sz="2800" b="1" i="0" u="none" strike="noStrike" kern="1200" cap="none" spc="0" normalizeH="0" baseline="0" noProof="0" dirty="0">
              <a:ln>
                <a:noFill/>
              </a:ln>
              <a:solidFill>
                <a:schemeClr val="tx2"/>
              </a:solidFill>
              <a:effectLst/>
              <a:uLnTx/>
              <a:uFillTx/>
              <a:latin typeface="隶书" panose="02010509060101010101" pitchFamily="49" charset="-122"/>
              <a:ea typeface="隶书" panose="02010509060101010101" pitchFamily="49" charset="-122"/>
              <a:cs typeface="+mn-cs"/>
            </a:endParaRPr>
          </a:p>
        </p:txBody>
      </p:sp>
      <p:sp>
        <p:nvSpPr>
          <p:cNvPr id="62467" name="Rectangle 4"/>
          <p:cNvSpPr/>
          <p:nvPr/>
        </p:nvSpPr>
        <p:spPr>
          <a:xfrm>
            <a:off x="827088" y="1989138"/>
            <a:ext cx="5705475" cy="519112"/>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Wingdings" panose="05000000000000000000" pitchFamily="2" charset="2"/>
              <a:buChar char="•"/>
            </a:pPr>
            <a:r>
              <a:rPr lang="zh-CN" altLang="en-US" dirty="0">
                <a:solidFill>
                  <a:srgbClr val="FF3300"/>
                </a:solidFill>
                <a:latin typeface="隶书" panose="02010509060101010101" pitchFamily="49" charset="-122"/>
              </a:rPr>
              <a:t>采用十进制（</a:t>
            </a:r>
            <a:r>
              <a:rPr lang="en-US" altLang="zh-CN" dirty="0">
                <a:solidFill>
                  <a:srgbClr val="FF3300"/>
                </a:solidFill>
                <a:latin typeface="隶书" panose="02010509060101010101" pitchFamily="49" charset="-122"/>
              </a:rPr>
              <a:t>BCD</a:t>
            </a:r>
            <a:r>
              <a:rPr lang="zh-CN" altLang="en-US" dirty="0">
                <a:solidFill>
                  <a:srgbClr val="FF3300"/>
                </a:solidFill>
                <a:latin typeface="隶书" panose="02010509060101010101" pitchFamily="49" charset="-122"/>
              </a:rPr>
              <a:t>码）计数</a:t>
            </a:r>
            <a:endParaRPr lang="zh-CN" altLang="en-US" dirty="0">
              <a:solidFill>
                <a:schemeClr val="tx1"/>
              </a:solidFill>
              <a:latin typeface="隶书" panose="02010509060101010101" pitchFamily="49" charset="-122"/>
            </a:endParaRP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08547">
                                            <p:txEl>
                                              <p:charRg st="0" end="31"/>
                                            </p:txEl>
                                          </p:spTgt>
                                        </p:tgtEl>
                                        <p:attrNameLst>
                                          <p:attrName>style.visibility</p:attrName>
                                        </p:attrNameLst>
                                      </p:cBhvr>
                                      <p:to>
                                        <p:strVal val="visible"/>
                                      </p:to>
                                    </p:set>
                                    <p:anim calcmode="lin" valueType="num">
                                      <p:cBhvr additive="base">
                                        <p:cTn id="7" dur="500" fill="hold"/>
                                        <p:tgtEl>
                                          <p:spTgt spid="108547">
                                            <p:txEl>
                                              <p:charRg st="0" end="3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108547">
                                            <p:txEl>
                                              <p:charRg st="0" end="3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08547">
                                            <p:txEl>
                                              <p:pRg st="1" end="1"/>
                                            </p:txEl>
                                          </p:spTgt>
                                        </p:tgtEl>
                                        <p:attrNameLst>
                                          <p:attrName>style.visibility</p:attrName>
                                        </p:attrNameLst>
                                      </p:cBhvr>
                                      <p:to>
                                        <p:strVal val="visible"/>
                                      </p:to>
                                    </p:set>
                                    <p:anim calcmode="lin" valueType="num">
                                      <p:cBhvr additive="base">
                                        <p:cTn id="13" dur="500" fill="hold"/>
                                        <p:tgtEl>
                                          <p:spTgt spid="108547">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10854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108547">
                                            <p:txEl>
                                              <p:pRg st="2" end="2"/>
                                            </p:txEl>
                                          </p:spTgt>
                                        </p:tgtEl>
                                        <p:attrNameLst>
                                          <p:attrName>style.visibility</p:attrName>
                                        </p:attrNameLst>
                                      </p:cBhvr>
                                      <p:to>
                                        <p:strVal val="visible"/>
                                      </p:to>
                                    </p:set>
                                    <p:anim calcmode="lin" valueType="num">
                                      <p:cBhvr additive="base">
                                        <p:cTn id="19" dur="500" fill="hold"/>
                                        <p:tgtEl>
                                          <p:spTgt spid="108547">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108547">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108547">
                                            <p:txEl>
                                              <p:charRg st="81" end="91"/>
                                            </p:txEl>
                                          </p:spTgt>
                                        </p:tgtEl>
                                        <p:attrNameLst>
                                          <p:attrName>style.visibility</p:attrName>
                                        </p:attrNameLst>
                                      </p:cBhvr>
                                      <p:to>
                                        <p:strVal val="visible"/>
                                      </p:to>
                                    </p:set>
                                    <p:anim calcmode="lin" valueType="num">
                                      <p:cBhvr additive="base">
                                        <p:cTn id="25" dur="500" fill="hold"/>
                                        <p:tgtEl>
                                          <p:spTgt spid="108547">
                                            <p:txEl>
                                              <p:charRg st="81" end="91"/>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108547">
                                            <p:txEl>
                                              <p:charRg st="81" end="91"/>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108547">
                                            <p:txEl>
                                              <p:charRg st="91" end="117"/>
                                            </p:txEl>
                                          </p:spTgt>
                                        </p:tgtEl>
                                        <p:attrNameLst>
                                          <p:attrName>style.visibility</p:attrName>
                                        </p:attrNameLst>
                                      </p:cBhvr>
                                      <p:to>
                                        <p:strVal val="visible"/>
                                      </p:to>
                                    </p:set>
                                    <p:anim calcmode="lin" valueType="num">
                                      <p:cBhvr additive="base">
                                        <p:cTn id="31" dur="500" fill="hold"/>
                                        <p:tgtEl>
                                          <p:spTgt spid="108547">
                                            <p:txEl>
                                              <p:charRg st="91" end="117"/>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108547">
                                            <p:txEl>
                                              <p:charRg st="91" end="117"/>
                                            </p:txEl>
                                          </p:spTgt>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108547">
                                            <p:txEl>
                                              <p:charRg st="117" end="141"/>
                                            </p:txEl>
                                          </p:spTgt>
                                        </p:tgtEl>
                                        <p:attrNameLst>
                                          <p:attrName>style.visibility</p:attrName>
                                        </p:attrNameLst>
                                      </p:cBhvr>
                                      <p:to>
                                        <p:strVal val="visible"/>
                                      </p:to>
                                    </p:set>
                                    <p:anim calcmode="lin" valueType="num">
                                      <p:cBhvr additive="base">
                                        <p:cTn id="35" dur="500" fill="hold"/>
                                        <p:tgtEl>
                                          <p:spTgt spid="108547">
                                            <p:txEl>
                                              <p:charRg st="117" end="141"/>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108547">
                                            <p:txEl>
                                              <p:charRg st="117" end="141"/>
                                            </p:txEl>
                                          </p:spTgt>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108547">
                                            <p:txEl>
                                              <p:charRg st="141" end="155"/>
                                            </p:txEl>
                                          </p:spTgt>
                                        </p:tgtEl>
                                        <p:attrNameLst>
                                          <p:attrName>style.visibility</p:attrName>
                                        </p:attrNameLst>
                                      </p:cBhvr>
                                      <p:to>
                                        <p:strVal val="visible"/>
                                      </p:to>
                                    </p:set>
                                    <p:anim calcmode="lin" valueType="num">
                                      <p:cBhvr additive="base">
                                        <p:cTn id="39" dur="500" fill="hold"/>
                                        <p:tgtEl>
                                          <p:spTgt spid="108547">
                                            <p:txEl>
                                              <p:charRg st="141" end="155"/>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108547">
                                            <p:txEl>
                                              <p:charRg st="141" end="155"/>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9571" name="Rectangle 3"/>
          <p:cNvSpPr>
            <a:spLocks noGrp="1" noChangeArrowheads="1"/>
          </p:cNvSpPr>
          <p:nvPr>
            <p:ph idx="1"/>
          </p:nvPr>
        </p:nvSpPr>
        <p:spPr>
          <a:xfrm>
            <a:off x="250825" y="2060575"/>
            <a:ext cx="8229600" cy="4392613"/>
          </a:xfrm>
          <a:ln>
            <a:miter/>
          </a:ln>
        </p:spPr>
        <p:txBody>
          <a:bodyPr vert="horz" wrap="square" lIns="91440" tIns="45720" rIns="91440" bIns="45720" numCol="1" anchor="t" anchorCtr="0" compatLnSpc="1"/>
          <a:lstStyle/>
          <a:p>
            <a:pPr marL="342900" marR="0" lvl="0" indent="-342900" algn="just" defTabSz="914400" rtl="0" eaLnBrk="0" fontAlgn="base" latinLnBrk="0" hangingPunct="0">
              <a:lnSpc>
                <a:spcPct val="90000"/>
              </a:lnSpc>
              <a:spcBef>
                <a:spcPct val="20000"/>
              </a:spcBef>
              <a:spcAft>
                <a:spcPct val="5000"/>
              </a:spcAft>
              <a:buClr>
                <a:schemeClr val="folHlink"/>
              </a:buClr>
              <a:buSzPct val="60000"/>
              <a:buFontTx/>
              <a:buNone/>
              <a:defRPr/>
            </a:pPr>
            <a:r>
              <a:rPr kumimoji="0" lang="en-US" altLang="zh-CN" sz="2800" b="1" i="0" u="none" strike="noStrike" kern="1200" cap="none" spc="0" normalizeH="0" baseline="0" noProof="0" dirty="0">
                <a:ln>
                  <a:noFill/>
                </a:ln>
                <a:solidFill>
                  <a:schemeClr val="tx2"/>
                </a:solidFill>
                <a:effectLst/>
                <a:uLnTx/>
                <a:uFillTx/>
                <a:latin typeface="隶书" panose="02010509060101010101" pitchFamily="49" charset="-122"/>
                <a:ea typeface="隶书" panose="02010509060101010101" pitchFamily="49" charset="-122"/>
                <a:cs typeface="+mn-cs"/>
              </a:rPr>
              <a:t> </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如果</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n=1250</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，则需分两次写入，即：</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9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AL, 50</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H</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9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OUT  PORT, AL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先写低</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位  </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9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AL,  12</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H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9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OUT  PORT,  AL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后写高</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位</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9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也可按如下方法两次写入</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9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AX, 1250H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9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OUT  PORT, AL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先写低</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位</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9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AL, AH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OUT  PORT, AL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后写高</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位</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09571">
                                            <p:txEl>
                                              <p:charRg st="0" end="22"/>
                                            </p:txEl>
                                          </p:spTgt>
                                        </p:tgtEl>
                                        <p:attrNameLst>
                                          <p:attrName>style.visibility</p:attrName>
                                        </p:attrNameLst>
                                      </p:cBhvr>
                                      <p:to>
                                        <p:strVal val="visible"/>
                                      </p:to>
                                    </p:set>
                                    <p:anim calcmode="lin" valueType="num">
                                      <p:cBhvr additive="base">
                                        <p:cTn id="7" dur="500" fill="hold"/>
                                        <p:tgtEl>
                                          <p:spTgt spid="109571">
                                            <p:txEl>
                                              <p:charRg st="0" end="22"/>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109571">
                                            <p:txEl>
                                              <p:charRg st="0" end="22"/>
                                            </p:txEl>
                                          </p:spTgt>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09571">
                                            <p:txEl>
                                              <p:charRg st="22" end="46"/>
                                            </p:txEl>
                                          </p:spTgt>
                                        </p:tgtEl>
                                        <p:attrNameLst>
                                          <p:attrName>style.visibility</p:attrName>
                                        </p:attrNameLst>
                                      </p:cBhvr>
                                      <p:to>
                                        <p:strVal val="visible"/>
                                      </p:to>
                                    </p:set>
                                    <p:anim calcmode="lin" valueType="num">
                                      <p:cBhvr additive="base">
                                        <p:cTn id="11" dur="500" fill="hold"/>
                                        <p:tgtEl>
                                          <p:spTgt spid="109571">
                                            <p:txEl>
                                              <p:charRg st="22" end="46"/>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109571">
                                            <p:txEl>
                                              <p:charRg st="22" end="46"/>
                                            </p:txEl>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09571">
                                            <p:txEl>
                                              <p:charRg st="46" end="78"/>
                                            </p:txEl>
                                          </p:spTgt>
                                        </p:tgtEl>
                                        <p:attrNameLst>
                                          <p:attrName>style.visibility</p:attrName>
                                        </p:attrNameLst>
                                      </p:cBhvr>
                                      <p:to>
                                        <p:strVal val="visible"/>
                                      </p:to>
                                    </p:set>
                                    <p:anim calcmode="lin" valueType="num">
                                      <p:cBhvr additive="base">
                                        <p:cTn id="15" dur="500" fill="hold"/>
                                        <p:tgtEl>
                                          <p:spTgt spid="109571">
                                            <p:txEl>
                                              <p:charRg st="46" end="78"/>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109571">
                                            <p:txEl>
                                              <p:charRg st="46" end="78"/>
                                            </p:txEl>
                                          </p:spTgt>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09571">
                                            <p:txEl>
                                              <p:charRg st="78" end="102"/>
                                            </p:txEl>
                                          </p:spTgt>
                                        </p:tgtEl>
                                        <p:attrNameLst>
                                          <p:attrName>style.visibility</p:attrName>
                                        </p:attrNameLst>
                                      </p:cBhvr>
                                      <p:to>
                                        <p:strVal val="visible"/>
                                      </p:to>
                                    </p:set>
                                    <p:anim calcmode="lin" valueType="num">
                                      <p:cBhvr additive="base">
                                        <p:cTn id="19" dur="500" fill="hold"/>
                                        <p:tgtEl>
                                          <p:spTgt spid="109571">
                                            <p:txEl>
                                              <p:charRg st="78" end="10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109571">
                                            <p:txEl>
                                              <p:charRg st="78" end="102"/>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09571">
                                            <p:txEl>
                                              <p:charRg st="102" end="132"/>
                                            </p:txEl>
                                          </p:spTgt>
                                        </p:tgtEl>
                                        <p:attrNameLst>
                                          <p:attrName>style.visibility</p:attrName>
                                        </p:attrNameLst>
                                      </p:cBhvr>
                                      <p:to>
                                        <p:strVal val="visible"/>
                                      </p:to>
                                    </p:set>
                                    <p:anim calcmode="lin" valueType="num">
                                      <p:cBhvr additive="base">
                                        <p:cTn id="23" dur="500" fill="hold"/>
                                        <p:tgtEl>
                                          <p:spTgt spid="109571">
                                            <p:txEl>
                                              <p:charRg st="102" end="132"/>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109571">
                                            <p:txEl>
                                              <p:charRg st="102" end="132"/>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109571">
                                            <p:txEl>
                                              <p:charRg st="132" end="147"/>
                                            </p:txEl>
                                          </p:spTgt>
                                        </p:tgtEl>
                                        <p:attrNameLst>
                                          <p:attrName>style.visibility</p:attrName>
                                        </p:attrNameLst>
                                      </p:cBhvr>
                                      <p:to>
                                        <p:strVal val="visible"/>
                                      </p:to>
                                    </p:set>
                                    <p:anim calcmode="lin" valueType="num">
                                      <p:cBhvr additive="base">
                                        <p:cTn id="29" dur="500" fill="hold"/>
                                        <p:tgtEl>
                                          <p:spTgt spid="109571">
                                            <p:txEl>
                                              <p:charRg st="132" end="147"/>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109571">
                                            <p:txEl>
                                              <p:charRg st="132" end="147"/>
                                            </p:txEl>
                                          </p:spTgt>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109571">
                                            <p:txEl>
                                              <p:charRg st="147" end="171"/>
                                            </p:txEl>
                                          </p:spTgt>
                                        </p:tgtEl>
                                        <p:attrNameLst>
                                          <p:attrName>style.visibility</p:attrName>
                                        </p:attrNameLst>
                                      </p:cBhvr>
                                      <p:to>
                                        <p:strVal val="visible"/>
                                      </p:to>
                                    </p:set>
                                    <p:anim calcmode="lin" valueType="num">
                                      <p:cBhvr additive="base">
                                        <p:cTn id="33" dur="500" fill="hold"/>
                                        <p:tgtEl>
                                          <p:spTgt spid="109571">
                                            <p:txEl>
                                              <p:charRg st="147" end="171"/>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109571">
                                            <p:txEl>
                                              <p:charRg st="147" end="171"/>
                                            </p:txEl>
                                          </p:spTgt>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109571">
                                            <p:txEl>
                                              <p:charRg st="171" end="201"/>
                                            </p:txEl>
                                          </p:spTgt>
                                        </p:tgtEl>
                                        <p:attrNameLst>
                                          <p:attrName>style.visibility</p:attrName>
                                        </p:attrNameLst>
                                      </p:cBhvr>
                                      <p:to>
                                        <p:strVal val="visible"/>
                                      </p:to>
                                    </p:set>
                                    <p:anim calcmode="lin" valueType="num">
                                      <p:cBhvr additive="base">
                                        <p:cTn id="37" dur="500" fill="hold"/>
                                        <p:tgtEl>
                                          <p:spTgt spid="109571">
                                            <p:txEl>
                                              <p:charRg st="171" end="201"/>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109571">
                                            <p:txEl>
                                              <p:charRg st="171" end="201"/>
                                            </p:txEl>
                                          </p:spTgt>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109571">
                                            <p:txEl>
                                              <p:charRg st="201" end="225"/>
                                            </p:txEl>
                                          </p:spTgt>
                                        </p:tgtEl>
                                        <p:attrNameLst>
                                          <p:attrName>style.visibility</p:attrName>
                                        </p:attrNameLst>
                                      </p:cBhvr>
                                      <p:to>
                                        <p:strVal val="visible"/>
                                      </p:to>
                                    </p:set>
                                    <p:anim calcmode="lin" valueType="num">
                                      <p:cBhvr additive="base">
                                        <p:cTn id="41" dur="500" fill="hold"/>
                                        <p:tgtEl>
                                          <p:spTgt spid="109571">
                                            <p:txEl>
                                              <p:charRg st="201" end="225"/>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109571">
                                            <p:txEl>
                                              <p:charRg st="201" end="225"/>
                                            </p:txEl>
                                          </p:spTgt>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109571">
                                            <p:txEl>
                                              <p:charRg st="225" end="255"/>
                                            </p:txEl>
                                          </p:spTgt>
                                        </p:tgtEl>
                                        <p:attrNameLst>
                                          <p:attrName>style.visibility</p:attrName>
                                        </p:attrNameLst>
                                      </p:cBhvr>
                                      <p:to>
                                        <p:strVal val="visible"/>
                                      </p:to>
                                    </p:set>
                                    <p:anim calcmode="lin" valueType="num">
                                      <p:cBhvr additive="base">
                                        <p:cTn id="45" dur="500" fill="hold"/>
                                        <p:tgtEl>
                                          <p:spTgt spid="109571">
                                            <p:txEl>
                                              <p:charRg st="225" end="255"/>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109571">
                                            <p:txEl>
                                              <p:charRg st="225" end="255"/>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9219" name="Rectangle 4"/>
          <p:cNvSpPr>
            <a:spLocks noGrp="1" noChangeArrowheads="1"/>
          </p:cNvSpPr>
          <p:nvPr>
            <p:ph type="subTitle" idx="1"/>
          </p:nvPr>
        </p:nvSpPr>
        <p:spPr>
          <a:xfrm>
            <a:off x="395288" y="2060575"/>
            <a:ext cx="8153400" cy="4551363"/>
          </a:xfrm>
          <a:ln w="38100">
            <a:solidFill>
              <a:srgbClr val="FF3300"/>
            </a:solidFill>
            <a:miter lim="800000"/>
          </a:ln>
        </p:spPr>
        <p:txBody>
          <a:bodyPr vert="horz" wrap="square" lIns="91440" tIns="45720" rIns="91440" bIns="45720" numCol="1" anchor="t" anchorCtr="0" compatLnSpc="1"/>
          <a:lstStyle/>
          <a:p>
            <a:pPr marL="0" marR="0" lvl="0" indent="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zh-CN" altLang="en-US" sz="2000" b="1" i="0" u="none" strike="noStrike" kern="1200" cap="none" spc="0" normalizeH="0" baseline="0" noProof="0" dirty="0">
                <a:ln>
                  <a:noFill/>
                </a:ln>
                <a:solidFill>
                  <a:srgbClr val="FF0000"/>
                </a:solidFill>
                <a:effectLst/>
                <a:uLnTx/>
                <a:uFillTx/>
                <a:latin typeface="+mn-ea"/>
                <a:ea typeface="+mn-ea"/>
                <a:cs typeface="+mn-cs"/>
              </a:rPr>
              <a:t>① 向控制字寄存器写入控制字，对使用的计数器规定工作方式。</a:t>
            </a:r>
            <a:endParaRPr kumimoji="0" lang="zh-CN" altLang="en-US" sz="2000" b="1" i="0" u="none" strike="noStrike" kern="1200" cap="none" spc="0" normalizeH="0" baseline="0" noProof="0" dirty="0">
              <a:ln>
                <a:noFill/>
              </a:ln>
              <a:solidFill>
                <a:srgbClr val="FF0000"/>
              </a:solidFill>
              <a:effectLst/>
              <a:uLnTx/>
              <a:uFillTx/>
              <a:latin typeface="+mn-ea"/>
              <a:ea typeface="+mn-ea"/>
              <a:cs typeface="+mn-cs"/>
            </a:endParaRPr>
          </a:p>
          <a:p>
            <a:pPr marL="0" marR="0" lvl="0" indent="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zh-CN" altLang="en-US" sz="2000" b="1" i="0" u="none" strike="noStrike" kern="1200" cap="none" spc="0" normalizeH="0" baseline="0" noProof="0" dirty="0">
                <a:ln>
                  <a:noFill/>
                </a:ln>
                <a:solidFill>
                  <a:srgbClr val="FF0000"/>
                </a:solidFill>
                <a:effectLst/>
                <a:uLnTx/>
                <a:uFillTx/>
                <a:latin typeface="+mn-ea"/>
                <a:ea typeface="+mn-ea"/>
                <a:cs typeface="+mn-cs"/>
              </a:rPr>
              <a:t>② 向使用的计数器写入计数初值。</a:t>
            </a:r>
            <a:endParaRPr kumimoji="0" lang="zh-CN" altLang="en-US" sz="2000" b="1" i="0" u="none" strike="noStrike" kern="1200" cap="none" spc="0" normalizeH="0" baseline="0" noProof="0" dirty="0">
              <a:ln>
                <a:noFill/>
              </a:ln>
              <a:solidFill>
                <a:srgbClr val="FF0000"/>
              </a:solidFill>
              <a:effectLst/>
              <a:uLnTx/>
              <a:uFillTx/>
              <a:latin typeface="+mn-ea"/>
              <a:ea typeface="+mn-ea"/>
              <a:cs typeface="+mn-cs"/>
            </a:endParaRPr>
          </a:p>
          <a:p>
            <a:pPr marL="0" marR="0" lvl="0" indent="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zh-CN" altLang="en-US" sz="2000" b="1" i="0" u="none" strike="noStrike" kern="1200" cap="none" spc="0" normalizeH="0" baseline="0" noProof="0" dirty="0">
                <a:ln>
                  <a:noFill/>
                </a:ln>
                <a:solidFill>
                  <a:schemeClr val="tx1"/>
                </a:solidFill>
                <a:effectLst/>
                <a:uLnTx/>
                <a:uFillTx/>
                <a:latin typeface="+mn-ea"/>
                <a:ea typeface="+mn-ea"/>
                <a:cs typeface="+mn-cs"/>
              </a:rPr>
              <a:t>例题：设计计数器</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1 </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工作在方式</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1</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，按</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BCD</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码计数计数值为</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4000</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。设</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8253</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的端口地址为</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E0H~E3H</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。试写出初始化程序段。</a:t>
            </a:r>
            <a:endParaRPr kumimoji="0" lang="zh-CN" altLang="en-US" sz="2000" b="1" i="0" u="none" strike="noStrike" kern="1200" cap="none" spc="0" normalizeH="0" baseline="0" noProof="0" dirty="0">
              <a:ln>
                <a:noFill/>
              </a:ln>
              <a:solidFill>
                <a:schemeClr val="tx1"/>
              </a:solidFill>
              <a:effectLst/>
              <a:uLnTx/>
              <a:uFillTx/>
              <a:latin typeface="+mn-ea"/>
              <a:ea typeface="+mn-ea"/>
              <a:cs typeface="+mn-cs"/>
            </a:endParaRPr>
          </a:p>
          <a:p>
            <a:pPr marL="0" marR="0" lvl="0" indent="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zh-CN" altLang="en-US" sz="2000" b="1" i="0" u="none" strike="noStrike" kern="1200" cap="none" spc="0" normalizeH="0" baseline="0" noProof="0" dirty="0">
                <a:ln>
                  <a:noFill/>
                </a:ln>
                <a:solidFill>
                  <a:schemeClr val="tx1"/>
                </a:solidFill>
                <a:effectLst/>
                <a:uLnTx/>
                <a:uFillTx/>
                <a:latin typeface="+mn-ea"/>
                <a:ea typeface="+mn-ea"/>
                <a:cs typeface="+mn-cs"/>
              </a:rPr>
              <a:t>       控制字</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=01 11 001 1B = 73H</a:t>
            </a:r>
            <a:endParaRPr kumimoji="0" lang="en-US" altLang="zh-CN" sz="2000" b="1" i="0" u="none" strike="noStrike" kern="1200" cap="none" spc="0" normalizeH="0" baseline="0" noProof="0" dirty="0">
              <a:ln>
                <a:noFill/>
              </a:ln>
              <a:solidFill>
                <a:schemeClr val="tx1"/>
              </a:solidFill>
              <a:effectLst/>
              <a:uLnTx/>
              <a:uFillTx/>
              <a:latin typeface="+mn-ea"/>
              <a:ea typeface="+mn-ea"/>
              <a:cs typeface="+mn-cs"/>
            </a:endParaRPr>
          </a:p>
          <a:p>
            <a:pPr marL="0" marR="0" lvl="0" indent="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en-US" altLang="zh-CN" sz="2000" b="1" i="0" u="none" strike="noStrike" kern="1200" cap="none" spc="0" normalizeH="0" baseline="0" noProof="0" dirty="0">
                <a:ln>
                  <a:noFill/>
                </a:ln>
                <a:solidFill>
                  <a:schemeClr val="tx1"/>
                </a:solidFill>
                <a:effectLst/>
                <a:uLnTx/>
                <a:uFillTx/>
                <a:latin typeface="+mn-ea"/>
                <a:ea typeface="+mn-ea"/>
                <a:cs typeface="+mn-cs"/>
              </a:rPr>
              <a:t>	MOV  AL</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73H</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a:t>
            </a:r>
            <a:endParaRPr kumimoji="0" lang="zh-CN" altLang="en-US" sz="2000" b="1" i="0" u="none" strike="noStrike" kern="1200" cap="none" spc="0" normalizeH="0" baseline="0" noProof="0" dirty="0">
              <a:ln>
                <a:noFill/>
              </a:ln>
              <a:solidFill>
                <a:schemeClr val="tx1"/>
              </a:solidFill>
              <a:effectLst/>
              <a:uLnTx/>
              <a:uFillTx/>
              <a:latin typeface="+mn-ea"/>
              <a:ea typeface="+mn-ea"/>
              <a:cs typeface="+mn-cs"/>
            </a:endParaRPr>
          </a:p>
          <a:p>
            <a:pPr marL="0" marR="0" lvl="0" indent="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zh-CN" altLang="en-US" sz="2000" b="1" i="0" u="none" strike="noStrike" kern="1200" cap="none" spc="0" normalizeH="0" baseline="0" noProof="0" dirty="0">
                <a:ln>
                  <a:noFill/>
                </a:ln>
                <a:solidFill>
                  <a:schemeClr val="tx1"/>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OUT   0E3H</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AL</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a:t>
            </a:r>
            <a:endParaRPr kumimoji="0" lang="zh-CN" altLang="en-US" sz="2000" b="1" i="0" u="none" strike="noStrike" kern="1200" cap="none" spc="0" normalizeH="0" baseline="0" noProof="0" dirty="0">
              <a:ln>
                <a:noFill/>
              </a:ln>
              <a:solidFill>
                <a:schemeClr val="tx1"/>
              </a:solidFill>
              <a:effectLst/>
              <a:uLnTx/>
              <a:uFillTx/>
              <a:latin typeface="+mn-ea"/>
              <a:ea typeface="+mn-ea"/>
              <a:cs typeface="+mn-cs"/>
            </a:endParaRPr>
          </a:p>
          <a:p>
            <a:pPr marL="0" marR="0" lvl="0" indent="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zh-CN" altLang="en-US" sz="2000" b="1" i="0" u="none" strike="noStrike" kern="1200" cap="none" spc="0" normalizeH="0" baseline="0" noProof="0" dirty="0">
                <a:ln>
                  <a:noFill/>
                </a:ln>
                <a:solidFill>
                  <a:schemeClr val="tx1"/>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MOV   AX</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4000H</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a:t>
            </a:r>
            <a:endParaRPr kumimoji="0" lang="zh-CN" altLang="en-US" sz="2000" b="1" i="0" u="none" strike="noStrike" kern="1200" cap="none" spc="0" normalizeH="0" baseline="0" noProof="0" dirty="0">
              <a:ln>
                <a:noFill/>
              </a:ln>
              <a:solidFill>
                <a:schemeClr val="tx1"/>
              </a:solidFill>
              <a:effectLst/>
              <a:uLnTx/>
              <a:uFillTx/>
              <a:latin typeface="+mn-ea"/>
              <a:ea typeface="+mn-ea"/>
              <a:cs typeface="+mn-cs"/>
            </a:endParaRPr>
          </a:p>
          <a:p>
            <a:pPr marL="0" marR="0" lvl="0" indent="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zh-CN" altLang="en-US" sz="2000" b="1" i="0" u="none" strike="noStrike" kern="1200" cap="none" spc="0" normalizeH="0" baseline="0" noProof="0" dirty="0">
                <a:ln>
                  <a:noFill/>
                </a:ln>
                <a:solidFill>
                  <a:schemeClr val="tx1"/>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OUT    0E1H</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AL</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；先写入低字节 到计数器 </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1</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a:t>
            </a:r>
            <a:endParaRPr kumimoji="0" lang="zh-CN" altLang="en-US" sz="2000" b="1" i="0" u="none" strike="noStrike" kern="1200" cap="none" spc="0" normalizeH="0" baseline="0" noProof="0" dirty="0">
              <a:ln>
                <a:noFill/>
              </a:ln>
              <a:solidFill>
                <a:schemeClr val="tx1"/>
              </a:solidFill>
              <a:effectLst/>
              <a:uLnTx/>
              <a:uFillTx/>
              <a:latin typeface="+mn-ea"/>
              <a:ea typeface="+mn-ea"/>
              <a:cs typeface="+mn-cs"/>
            </a:endParaRPr>
          </a:p>
          <a:p>
            <a:pPr marL="0" marR="0" lvl="0" indent="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zh-CN" altLang="en-US" sz="2000" b="1" i="0" u="none" strike="noStrike" kern="1200" cap="none" spc="0" normalizeH="0" baseline="0" noProof="0" dirty="0">
                <a:ln>
                  <a:noFill/>
                </a:ln>
                <a:solidFill>
                  <a:schemeClr val="tx1"/>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MOV    AL</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AH</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a:t>
            </a:r>
            <a:endParaRPr kumimoji="0" lang="zh-CN" altLang="en-US" sz="2000" b="1" i="0" u="none" strike="noStrike" kern="1200" cap="none" spc="0" normalizeH="0" baseline="0" noProof="0" dirty="0">
              <a:ln>
                <a:noFill/>
              </a:ln>
              <a:solidFill>
                <a:schemeClr val="tx1"/>
              </a:solidFill>
              <a:effectLst/>
              <a:uLnTx/>
              <a:uFillTx/>
              <a:latin typeface="+mn-ea"/>
              <a:ea typeface="+mn-ea"/>
              <a:cs typeface="+mn-cs"/>
            </a:endParaRPr>
          </a:p>
          <a:p>
            <a:pPr marL="0" marR="0" lvl="0" indent="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zh-CN" altLang="en-US" sz="2000" b="1" i="0" u="none" strike="noStrike" kern="1200" cap="none" spc="0" normalizeH="0" baseline="0" noProof="0" dirty="0">
                <a:ln>
                  <a:noFill/>
                </a:ln>
                <a:solidFill>
                  <a:schemeClr val="tx1"/>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OUT    0E1H</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AL</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；后写入高字节 到计数器 </a:t>
            </a:r>
            <a:r>
              <a:rPr kumimoji="0" lang="en-US" altLang="zh-CN" sz="2000" b="1" i="0" u="none" strike="noStrike" kern="1200" cap="none" spc="0" normalizeH="0" baseline="0" noProof="0" dirty="0">
                <a:ln>
                  <a:noFill/>
                </a:ln>
                <a:solidFill>
                  <a:schemeClr val="tx1"/>
                </a:solidFill>
                <a:effectLst/>
                <a:uLnTx/>
                <a:uFillTx/>
                <a:latin typeface="+mn-ea"/>
                <a:ea typeface="+mn-ea"/>
                <a:cs typeface="+mn-cs"/>
              </a:rPr>
              <a:t>1</a:t>
            </a:r>
            <a:r>
              <a:rPr kumimoji="0" lang="zh-CN" altLang="en-US" sz="2000" b="1" i="0" u="none" strike="noStrike" kern="1200" cap="none" spc="0" normalizeH="0" baseline="0" noProof="0" dirty="0">
                <a:ln>
                  <a:noFill/>
                </a:ln>
                <a:solidFill>
                  <a:schemeClr val="tx1"/>
                </a:solidFill>
                <a:effectLst/>
                <a:uLnTx/>
                <a:uFillTx/>
                <a:latin typeface="+mn-ea"/>
                <a:ea typeface="+mn-ea"/>
                <a:cs typeface="+mn-cs"/>
              </a:rPr>
              <a:t>。</a:t>
            </a:r>
            <a:endParaRPr kumimoji="0" lang="zh-CN" altLang="en-US" sz="2000" b="1" i="0" u="none" strike="noStrike" kern="1200" cap="none" spc="0" normalizeH="0" baseline="0" noProof="0" dirty="0">
              <a:ln>
                <a:noFill/>
              </a:ln>
              <a:solidFill>
                <a:schemeClr val="tx1"/>
              </a:solidFill>
              <a:effectLst/>
              <a:uLnTx/>
              <a:uFillTx/>
              <a:latin typeface="+mn-ea"/>
              <a:ea typeface="+mn-ea"/>
              <a:cs typeface="+mn-cs"/>
            </a:endParaRPr>
          </a:p>
        </p:txBody>
      </p:sp>
      <p:sp>
        <p:nvSpPr>
          <p:cNvPr id="6" name="Rectangle 2"/>
          <p:cNvSpPr>
            <a:spLocks noGrp="1" noChangeArrowheads="1"/>
          </p:cNvSpPr>
          <p:nvPr>
            <p:ph type="ctrTitle"/>
          </p:nvPr>
        </p:nvSpPr>
        <p:spPr>
          <a:xfrm>
            <a:off x="1116013" y="1270000"/>
            <a:ext cx="4675188" cy="533400"/>
          </a:xfrm>
          <a:ln>
            <a:miter/>
          </a:ln>
        </p:spPr>
        <p:txBody>
          <a:bodyPr vert="horz" wrap="square" lIns="91440" tIns="45720" rIns="91440" bIns="45720" numCol="1" anchor="b"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CN" sz="4400" b="1" i="0" u="none" strike="noStrike" kern="1200" cap="none" spc="0" normalizeH="0" baseline="0" noProof="0" dirty="0">
                <a:ln>
                  <a:noFill/>
                </a:ln>
                <a:solidFill>
                  <a:srgbClr val="C00000"/>
                </a:solidFill>
                <a:effectLst/>
                <a:uLnTx/>
                <a:uFillTx/>
                <a:latin typeface="+mj-ea"/>
                <a:ea typeface="+mj-ea"/>
                <a:cs typeface="+mj-cs"/>
              </a:rPr>
              <a:t>8253</a:t>
            </a:r>
            <a:r>
              <a:rPr kumimoji="0" lang="zh-CN" altLang="en-US" sz="4400" b="1" i="0" u="none" strike="noStrike" kern="1200" cap="none" spc="0" normalizeH="0" baseline="0" noProof="0" dirty="0">
                <a:ln>
                  <a:noFill/>
                </a:ln>
                <a:solidFill>
                  <a:srgbClr val="C00000"/>
                </a:solidFill>
                <a:effectLst/>
                <a:uLnTx/>
                <a:uFillTx/>
                <a:latin typeface="+mj-ea"/>
                <a:ea typeface="+mj-ea"/>
                <a:cs typeface="+mj-cs"/>
              </a:rPr>
              <a:t>初始化步骤</a:t>
            </a:r>
            <a:endParaRPr kumimoji="0" lang="zh-CN" altLang="en-US" sz="4400" b="1" i="0" u="none" strike="noStrike" kern="1200" cap="none" spc="0" normalizeH="0" baseline="0" noProof="0" dirty="0">
              <a:ln>
                <a:noFill/>
              </a:ln>
              <a:solidFill>
                <a:srgbClr val="C00000"/>
              </a:solidFill>
              <a:effectLst/>
              <a:uLnTx/>
              <a:uFillTx/>
              <a:latin typeface="+mj-ea"/>
              <a:ea typeface="+mj-ea"/>
              <a:cs typeface="+mj-cs"/>
            </a:endParaRPr>
          </a:p>
        </p:txBody>
      </p:sp>
    </p:spTree>
  </p:cSld>
  <p:clrMapOvr>
    <a:masterClrMapping/>
  </p:clrMapOvr>
  <p:transition>
    <p:split dir="in"/>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65538"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7" name="Rectangle 2"/>
          <p:cNvSpPr txBox="1">
            <a:spLocks noChangeArrowheads="1"/>
          </p:cNvSpPr>
          <p:nvPr/>
        </p:nvSpPr>
        <p:spPr>
          <a:xfrm>
            <a:off x="1154113" y="885825"/>
            <a:ext cx="7793038" cy="742950"/>
          </a:xfrm>
          <a:prstGeom prst="rect">
            <a:avLst/>
          </a:prstGeom>
        </p:spPr>
        <p:txBody>
          <a:bodyPr/>
          <a:lstStyle>
            <a:lvl1pPr algn="l" rtl="0" eaLnBrk="0" fontAlgn="base" hangingPunct="0">
              <a:spcBef>
                <a:spcPct val="0"/>
              </a:spcBef>
              <a:spcAft>
                <a:spcPct val="0"/>
              </a:spcAft>
              <a:defRPr sz="4400" kern="1200">
                <a:solidFill>
                  <a:srgbClr val="800000"/>
                </a:solidFill>
                <a:latin typeface="+mj-lt"/>
                <a:ea typeface="+mj-ea"/>
                <a:cs typeface="+mj-cs"/>
              </a:defRPr>
            </a:lvl1pPr>
            <a:lvl2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2pPr>
            <a:lvl3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3pPr>
            <a:lvl4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4pPr>
            <a:lvl5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5pPr>
            <a:lvl6pPr marL="4572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6pPr>
            <a:lvl7pPr marL="9144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7pPr>
            <a:lvl8pPr marL="13716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8pPr>
            <a:lvl9pPr marL="18288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4400" b="0" i="0" u="none" strike="noStrike" kern="1200" cap="none" spc="0" normalizeH="0" baseline="0" noProof="0" dirty="0">
                <a:ln>
                  <a:noFill/>
                </a:ln>
                <a:solidFill>
                  <a:srgbClr val="800000"/>
                </a:solidFill>
                <a:effectLst/>
                <a:uLnTx/>
                <a:uFillTx/>
                <a:latin typeface="+mj-ea"/>
                <a:ea typeface="+mj-ea"/>
                <a:cs typeface="+mj-cs"/>
              </a:rPr>
              <a:t>7.1.5 </a:t>
            </a:r>
            <a:r>
              <a:rPr kumimoji="0" lang="zh-CN" altLang="en-US" sz="4400" b="0" i="0" u="none" strike="noStrike" kern="1200" cap="none" spc="0" normalizeH="0" baseline="0" noProof="0" dirty="0">
                <a:ln>
                  <a:noFill/>
                </a:ln>
                <a:solidFill>
                  <a:srgbClr val="800000"/>
                </a:solidFill>
                <a:effectLst/>
                <a:uLnTx/>
                <a:uFillTx/>
                <a:latin typeface="+mj-ea"/>
                <a:ea typeface="+mj-ea"/>
                <a:cs typeface="+mj-cs"/>
              </a:rPr>
              <a:t>工作方式</a:t>
            </a:r>
            <a:endParaRPr kumimoji="0" lang="zh-CN" altLang="en-US" sz="4400" b="0" i="0" u="none" strike="noStrike" kern="1200" cap="none" spc="0" normalizeH="0" baseline="0" noProof="0" dirty="0">
              <a:ln>
                <a:noFill/>
              </a:ln>
              <a:solidFill>
                <a:srgbClr val="800000"/>
              </a:solidFill>
              <a:effectLst/>
              <a:uLnTx/>
              <a:uFillTx/>
              <a:latin typeface="+mj-ea"/>
              <a:ea typeface="+mj-ea"/>
              <a:cs typeface="+mj-cs"/>
            </a:endParaRPr>
          </a:p>
        </p:txBody>
      </p:sp>
      <p:sp>
        <p:nvSpPr>
          <p:cNvPr id="65540" name="矩形 1"/>
          <p:cNvSpPr/>
          <p:nvPr/>
        </p:nvSpPr>
        <p:spPr>
          <a:xfrm>
            <a:off x="1042988" y="2233613"/>
            <a:ext cx="6985000" cy="341503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342900" lvl="0" indent="-342900" eaLnBrk="1" hangingPunct="1">
              <a:lnSpc>
                <a:spcPct val="150000"/>
              </a:lnSpc>
              <a:spcBef>
                <a:spcPct val="0"/>
              </a:spcBef>
              <a:spcAft>
                <a:spcPct val="0"/>
              </a:spcAft>
              <a:buClr>
                <a:schemeClr val="tx1"/>
              </a:buClr>
              <a:buSzPct val="80000"/>
              <a:buFont typeface="Arial" panose="020B0604020202020204" pitchFamily="34" charset="0"/>
              <a:buNone/>
            </a:pPr>
            <a:r>
              <a:rPr lang="zh-CN" altLang="en-US" sz="2400" dirty="0">
                <a:solidFill>
                  <a:srgbClr val="002060"/>
                </a:solidFill>
                <a:latin typeface="楷体_GB2312" pitchFamily="1" charset="-122"/>
              </a:rPr>
              <a:t>方式</a:t>
            </a:r>
            <a:r>
              <a:rPr lang="en-US" altLang="zh-CN" sz="2400" dirty="0">
                <a:solidFill>
                  <a:srgbClr val="002060"/>
                </a:solidFill>
                <a:latin typeface="楷体_GB2312" pitchFamily="1" charset="-122"/>
              </a:rPr>
              <a:t>0</a:t>
            </a:r>
            <a:r>
              <a:rPr lang="zh-CN" altLang="en-US" sz="2400" dirty="0">
                <a:solidFill>
                  <a:srgbClr val="002060"/>
                </a:solidFill>
                <a:latin typeface="楷体_GB2312" pitchFamily="1" charset="-122"/>
              </a:rPr>
              <a:t>：计数结束产生中断输出（软件启动）</a:t>
            </a:r>
            <a:endParaRPr lang="zh-CN" altLang="en-US" sz="2400" baseline="30000" dirty="0">
              <a:solidFill>
                <a:srgbClr val="002060"/>
              </a:solidFill>
              <a:latin typeface="楷体_GB2312" pitchFamily="1" charset="-122"/>
            </a:endParaRPr>
          </a:p>
          <a:p>
            <a:pPr marL="342900" lvl="0" indent="-342900" eaLnBrk="1" hangingPunct="1">
              <a:lnSpc>
                <a:spcPct val="150000"/>
              </a:lnSpc>
              <a:spcBef>
                <a:spcPct val="0"/>
              </a:spcBef>
              <a:spcAft>
                <a:spcPct val="0"/>
              </a:spcAft>
              <a:buClr>
                <a:schemeClr val="tx1"/>
              </a:buClr>
              <a:buSzPct val="80000"/>
              <a:buFont typeface="Arial" panose="020B0604020202020204" pitchFamily="34" charset="0"/>
              <a:buNone/>
            </a:pPr>
            <a:r>
              <a:rPr lang="zh-CN" altLang="en-US" sz="2400" dirty="0">
                <a:solidFill>
                  <a:srgbClr val="002060"/>
                </a:solidFill>
                <a:latin typeface="楷体_GB2312" pitchFamily="1" charset="-122"/>
              </a:rPr>
              <a:t>方式</a:t>
            </a:r>
            <a:r>
              <a:rPr lang="en-US" altLang="zh-CN" sz="2400" dirty="0">
                <a:solidFill>
                  <a:srgbClr val="002060"/>
                </a:solidFill>
                <a:latin typeface="楷体_GB2312" pitchFamily="1" charset="-122"/>
              </a:rPr>
              <a:t>1</a:t>
            </a:r>
            <a:r>
              <a:rPr lang="zh-CN" altLang="en-US" sz="2400" dirty="0">
                <a:solidFill>
                  <a:srgbClr val="002060"/>
                </a:solidFill>
                <a:latin typeface="楷体_GB2312" pitchFamily="1" charset="-122"/>
              </a:rPr>
              <a:t>：重复触发的单稳态输出（硬件启动）</a:t>
            </a:r>
            <a:endParaRPr lang="zh-CN" altLang="en-US" sz="2400" dirty="0">
              <a:solidFill>
                <a:srgbClr val="002060"/>
              </a:solidFill>
              <a:latin typeface="楷体_GB2312" pitchFamily="1" charset="-122"/>
            </a:endParaRPr>
          </a:p>
          <a:p>
            <a:pPr marL="342900" lvl="0" indent="-342900" eaLnBrk="1" hangingPunct="1">
              <a:lnSpc>
                <a:spcPct val="150000"/>
              </a:lnSpc>
              <a:spcBef>
                <a:spcPct val="0"/>
              </a:spcBef>
              <a:spcAft>
                <a:spcPct val="0"/>
              </a:spcAft>
              <a:buClr>
                <a:schemeClr val="tx1"/>
              </a:buClr>
              <a:buSzPct val="80000"/>
              <a:buFont typeface="Arial" panose="020B0604020202020204" pitchFamily="34" charset="0"/>
              <a:buNone/>
            </a:pPr>
            <a:r>
              <a:rPr lang="zh-CN" altLang="en-US" sz="2400" dirty="0">
                <a:solidFill>
                  <a:srgbClr val="002060"/>
                </a:solidFill>
                <a:latin typeface="楷体_GB2312" pitchFamily="1" charset="-122"/>
              </a:rPr>
              <a:t>方式</a:t>
            </a:r>
            <a:r>
              <a:rPr lang="en-US" altLang="zh-CN" sz="2400" dirty="0">
                <a:solidFill>
                  <a:srgbClr val="002060"/>
                </a:solidFill>
                <a:latin typeface="楷体_GB2312" pitchFamily="1" charset="-122"/>
              </a:rPr>
              <a:t>2</a:t>
            </a:r>
            <a:r>
              <a:rPr lang="zh-CN" altLang="en-US" sz="2400" dirty="0">
                <a:solidFill>
                  <a:srgbClr val="002060"/>
                </a:solidFill>
                <a:latin typeface="楷体_GB2312" pitchFamily="1" charset="-122"/>
              </a:rPr>
              <a:t>：分频器（软件启动或硬件启动）</a:t>
            </a:r>
            <a:endParaRPr lang="zh-CN" altLang="en-US" sz="2400" dirty="0">
              <a:solidFill>
                <a:srgbClr val="002060"/>
              </a:solidFill>
              <a:latin typeface="楷体_GB2312" pitchFamily="1" charset="-122"/>
            </a:endParaRPr>
          </a:p>
          <a:p>
            <a:pPr marL="342900" lvl="0" indent="-342900" eaLnBrk="1" hangingPunct="1">
              <a:lnSpc>
                <a:spcPct val="150000"/>
              </a:lnSpc>
              <a:spcBef>
                <a:spcPct val="0"/>
              </a:spcBef>
              <a:spcAft>
                <a:spcPct val="0"/>
              </a:spcAft>
              <a:buClr>
                <a:schemeClr val="tx1"/>
              </a:buClr>
              <a:buSzPct val="80000"/>
              <a:buFont typeface="Arial" panose="020B0604020202020204" pitchFamily="34" charset="0"/>
              <a:buNone/>
            </a:pPr>
            <a:r>
              <a:rPr lang="zh-CN" altLang="en-US" sz="2400" dirty="0">
                <a:solidFill>
                  <a:srgbClr val="002060"/>
                </a:solidFill>
                <a:latin typeface="楷体_GB2312" pitchFamily="1" charset="-122"/>
              </a:rPr>
              <a:t>方式</a:t>
            </a:r>
            <a:r>
              <a:rPr lang="en-US" altLang="zh-CN" sz="2400" dirty="0">
                <a:solidFill>
                  <a:srgbClr val="002060"/>
                </a:solidFill>
                <a:latin typeface="楷体_GB2312" pitchFamily="1" charset="-122"/>
              </a:rPr>
              <a:t>3</a:t>
            </a:r>
            <a:r>
              <a:rPr lang="zh-CN" altLang="en-US" sz="2400" dirty="0">
                <a:solidFill>
                  <a:srgbClr val="002060"/>
                </a:solidFill>
                <a:latin typeface="楷体_GB2312" pitchFamily="1" charset="-122"/>
              </a:rPr>
              <a:t>：方波发生器（软件控制或硬件硬件控制）</a:t>
            </a:r>
            <a:endParaRPr lang="zh-CN" altLang="en-US" sz="2400" dirty="0">
              <a:solidFill>
                <a:srgbClr val="002060"/>
              </a:solidFill>
              <a:latin typeface="楷体_GB2312" pitchFamily="1" charset="-122"/>
            </a:endParaRPr>
          </a:p>
          <a:p>
            <a:pPr marL="342900" lvl="0" indent="-342900" eaLnBrk="1" hangingPunct="1">
              <a:lnSpc>
                <a:spcPct val="150000"/>
              </a:lnSpc>
              <a:spcBef>
                <a:spcPct val="0"/>
              </a:spcBef>
              <a:spcAft>
                <a:spcPct val="0"/>
              </a:spcAft>
              <a:buClr>
                <a:schemeClr val="tx1"/>
              </a:buClr>
              <a:buSzPct val="80000"/>
              <a:buFont typeface="Arial" panose="020B0604020202020204" pitchFamily="34" charset="0"/>
              <a:buNone/>
            </a:pPr>
            <a:r>
              <a:rPr lang="zh-CN" altLang="en-US" sz="2400" dirty="0">
                <a:solidFill>
                  <a:srgbClr val="002060"/>
                </a:solidFill>
                <a:latin typeface="楷体_GB2312" pitchFamily="1" charset="-122"/>
              </a:rPr>
              <a:t>方式</a:t>
            </a:r>
            <a:r>
              <a:rPr lang="en-US" altLang="zh-CN" sz="2400" dirty="0">
                <a:solidFill>
                  <a:srgbClr val="002060"/>
                </a:solidFill>
                <a:latin typeface="楷体_GB2312" pitchFamily="1" charset="-122"/>
              </a:rPr>
              <a:t>4</a:t>
            </a:r>
            <a:r>
              <a:rPr lang="zh-CN" altLang="en-US" sz="2400" dirty="0">
                <a:solidFill>
                  <a:srgbClr val="002060"/>
                </a:solidFill>
                <a:latin typeface="楷体_GB2312" pitchFamily="1" charset="-122"/>
              </a:rPr>
              <a:t>：选通信号发生器（软件触发）</a:t>
            </a:r>
            <a:endParaRPr lang="zh-CN" altLang="en-US" sz="2400" dirty="0">
              <a:solidFill>
                <a:srgbClr val="002060"/>
              </a:solidFill>
              <a:latin typeface="楷体_GB2312" pitchFamily="1" charset="-122"/>
            </a:endParaRPr>
          </a:p>
          <a:p>
            <a:pPr marL="342900" lvl="0" indent="-342900" eaLnBrk="1" hangingPunct="1">
              <a:lnSpc>
                <a:spcPct val="150000"/>
              </a:lnSpc>
              <a:spcBef>
                <a:spcPct val="0"/>
              </a:spcBef>
              <a:spcAft>
                <a:spcPct val="0"/>
              </a:spcAft>
              <a:buClr>
                <a:schemeClr val="tx1"/>
              </a:buClr>
              <a:buSzPct val="80000"/>
              <a:buFont typeface="Arial" panose="020B0604020202020204" pitchFamily="34" charset="0"/>
              <a:buNone/>
            </a:pPr>
            <a:r>
              <a:rPr lang="zh-CN" altLang="en-US" sz="2400" dirty="0">
                <a:solidFill>
                  <a:srgbClr val="002060"/>
                </a:solidFill>
                <a:latin typeface="楷体_GB2312" pitchFamily="1" charset="-122"/>
              </a:rPr>
              <a:t>方式</a:t>
            </a:r>
            <a:r>
              <a:rPr lang="en-US" altLang="zh-CN" sz="2400" dirty="0">
                <a:solidFill>
                  <a:srgbClr val="002060"/>
                </a:solidFill>
                <a:latin typeface="楷体_GB2312" pitchFamily="1" charset="-122"/>
              </a:rPr>
              <a:t>5</a:t>
            </a:r>
            <a:r>
              <a:rPr lang="zh-CN" altLang="en-US" sz="2400" dirty="0">
                <a:solidFill>
                  <a:srgbClr val="002060"/>
                </a:solidFill>
                <a:latin typeface="楷体_GB2312" pitchFamily="1" charset="-122"/>
              </a:rPr>
              <a:t>：选通信号发生器（硬件触发） </a:t>
            </a:r>
            <a:endParaRPr lang="zh-CN" altLang="en-US" sz="2400" dirty="0">
              <a:solidFill>
                <a:srgbClr val="002060"/>
              </a:solidFill>
              <a:latin typeface="楷体_GB2312" pitchFamily="1" charset="-122"/>
            </a:endParaRPr>
          </a:p>
        </p:txBody>
      </p:sp>
    </p:spTree>
  </p:cSld>
  <p:clrMapOvr>
    <a:masterClrMapping/>
  </p:clrMapOvr>
  <p:transition spd="slow">
    <p:zoom/>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91491" name="Rectangle 3"/>
          <p:cNvSpPr>
            <a:spLocks noGrp="1" noChangeArrowheads="1"/>
          </p:cNvSpPr>
          <p:nvPr>
            <p:ph idx="1"/>
          </p:nvPr>
        </p:nvSpPr>
        <p:spPr>
          <a:xfrm>
            <a:off x="250825" y="2071688"/>
            <a:ext cx="8642350" cy="925513"/>
          </a:xfrm>
          <a:solidFill>
            <a:srgbClr val="CCFFCC">
              <a:alpha val="38000"/>
            </a:srgbClr>
          </a:solidFill>
          <a:ln>
            <a:solidFill>
              <a:srgbClr val="0000FF"/>
            </a:solidFill>
            <a:miter lim="800000"/>
          </a:ln>
        </p:spPr>
        <p:txBody>
          <a:bodyPr vert="horz" wrap="square" lIns="91440" tIns="45720" rIns="91440" bIns="45720" numCol="1" anchor="t" anchorCtr="0" compatLnSpc="1"/>
          <a:lstStyle/>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）写入控制字时所有的控制逻辑电路复位，输出端</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OUT</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进入初始化状态。</a:t>
            </a:r>
            <a:r>
              <a:rPr kumimoji="0" lang="zh-CN" altLang="en-US" sz="2400" b="1" i="0" u="none" strike="noStrike" kern="1200" cap="none" spc="0" normalizeH="0" baseline="0" noProof="0" dirty="0">
                <a:ln>
                  <a:noFill/>
                </a:ln>
                <a:solidFill>
                  <a:srgbClr val="0000FF"/>
                </a:solidFill>
                <a:effectLst/>
                <a:uLnTx/>
                <a:uFillTx/>
                <a:latin typeface="+mn-ea"/>
                <a:ea typeface="+mn-ea"/>
                <a:cs typeface="+mn-cs"/>
              </a:rPr>
              <a:t>工作方式不同，输出电平不同。</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66563" name="Rectangle 4"/>
          <p:cNvSpPr/>
          <p:nvPr/>
        </p:nvSpPr>
        <p:spPr>
          <a:xfrm>
            <a:off x="684213" y="1149350"/>
            <a:ext cx="6859587" cy="566738"/>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spcAft>
                <a:spcPct val="0"/>
              </a:spcAft>
              <a:buClrTx/>
              <a:buSzTx/>
              <a:buNone/>
            </a:pPr>
            <a:r>
              <a:rPr lang="en-US" altLang="zh-CN" dirty="0">
                <a:solidFill>
                  <a:srgbClr val="FF3300"/>
                </a:solidFill>
                <a:latin typeface="宋体" panose="02010600030101010101" pitchFamily="2" charset="-122"/>
              </a:rPr>
              <a:t>   </a:t>
            </a:r>
            <a:r>
              <a:rPr lang="zh-CN" altLang="en-US" dirty="0">
                <a:solidFill>
                  <a:srgbClr val="FF3300"/>
                </a:solidFill>
                <a:latin typeface="宋体" panose="02010600030101010101" pitchFamily="2" charset="-122"/>
              </a:rPr>
              <a:t>六种工作方式均遵循的以下几条原则：</a:t>
            </a:r>
            <a:endParaRPr lang="zh-CN" altLang="en-US" dirty="0">
              <a:solidFill>
                <a:srgbClr val="FF3300"/>
              </a:solidFill>
              <a:latin typeface="宋体" panose="02010600030101010101" pitchFamily="2" charset="-122"/>
            </a:endParaRPr>
          </a:p>
        </p:txBody>
      </p:sp>
      <p:sp>
        <p:nvSpPr>
          <p:cNvPr id="66564" name="Rectangle 5"/>
          <p:cNvSpPr/>
          <p:nvPr/>
        </p:nvSpPr>
        <p:spPr>
          <a:xfrm>
            <a:off x="255588" y="3284538"/>
            <a:ext cx="8642350" cy="1296987"/>
          </a:xfrm>
          <a:prstGeom prst="rect">
            <a:avLst/>
          </a:prstGeom>
          <a:solidFill>
            <a:srgbClr val="00FF00">
              <a:alpha val="18823"/>
            </a:srgbClr>
          </a:solidFill>
          <a:ln w="9525" cap="flat" cmpd="sng">
            <a:solidFill>
              <a:srgbClr val="FF00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spcAft>
                <a:spcPct val="0"/>
              </a:spcAft>
              <a:buClrTx/>
              <a:buSzTx/>
              <a:buFont typeface="Arial" panose="020B0604020202020204" pitchFamily="34" charset="0"/>
              <a:buNone/>
            </a:pP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2</a:t>
            </a:r>
            <a:r>
              <a:rPr lang="zh-CN" altLang="en-US" sz="2400" dirty="0">
                <a:solidFill>
                  <a:schemeClr val="tx1"/>
                </a:solidFill>
                <a:latin typeface="楷体_GB2312" pitchFamily="1" charset="-122"/>
              </a:rPr>
              <a:t>）初值写入后，</a:t>
            </a:r>
            <a:r>
              <a:rPr lang="zh-CN" altLang="en-US" sz="2400" dirty="0">
                <a:solidFill>
                  <a:srgbClr val="0000FF"/>
                </a:solidFill>
                <a:latin typeface="楷体_GB2312" pitchFamily="1" charset="-122"/>
              </a:rPr>
              <a:t>需经过一个时钟周期减</a:t>
            </a:r>
            <a:r>
              <a:rPr lang="en-US" altLang="zh-CN" sz="2400" dirty="0">
                <a:solidFill>
                  <a:srgbClr val="0000FF"/>
                </a:solidFill>
                <a:latin typeface="楷体_GB2312" pitchFamily="1" charset="-122"/>
              </a:rPr>
              <a:t>1</a:t>
            </a:r>
            <a:r>
              <a:rPr lang="zh-CN" altLang="en-US" sz="2400" dirty="0">
                <a:solidFill>
                  <a:srgbClr val="0000FF"/>
                </a:solidFill>
                <a:latin typeface="楷体_GB2312" pitchFamily="1" charset="-122"/>
              </a:rPr>
              <a:t>计数器才开始工作，时钟脉冲的下降沿使计数器减</a:t>
            </a:r>
            <a:r>
              <a:rPr lang="en-US" altLang="zh-CN" sz="2400" dirty="0">
                <a:solidFill>
                  <a:srgbClr val="0000FF"/>
                </a:solidFill>
                <a:latin typeface="楷体_GB2312" pitchFamily="1" charset="-122"/>
              </a:rPr>
              <a:t>1</a:t>
            </a:r>
            <a:r>
              <a:rPr lang="zh-CN" altLang="en-US" sz="2400" dirty="0">
                <a:solidFill>
                  <a:srgbClr val="0000FF"/>
                </a:solidFill>
                <a:latin typeface="楷体_GB2312" pitchFamily="1" charset="-122"/>
              </a:rPr>
              <a:t>计数</a:t>
            </a:r>
            <a:r>
              <a:rPr lang="zh-CN" altLang="en-US" sz="2400" dirty="0">
                <a:solidFill>
                  <a:schemeClr val="tx1"/>
                </a:solidFill>
                <a:latin typeface="楷体_GB2312" pitchFamily="1" charset="-122"/>
              </a:rPr>
              <a:t>（</a:t>
            </a:r>
            <a:r>
              <a:rPr lang="en-US" altLang="zh-CN" sz="2400" dirty="0">
                <a:solidFill>
                  <a:srgbClr val="FF3300"/>
                </a:solidFill>
                <a:latin typeface="楷体_GB2312" pitchFamily="1" charset="-122"/>
              </a:rPr>
              <a:t>GATE</a:t>
            </a:r>
            <a:r>
              <a:rPr lang="zh-CN" altLang="en-US" sz="2400" dirty="0">
                <a:solidFill>
                  <a:srgbClr val="FF3300"/>
                </a:solidFill>
                <a:latin typeface="楷体_GB2312" pitchFamily="1" charset="-122"/>
              </a:rPr>
              <a:t>必须为高时</a:t>
            </a:r>
            <a:r>
              <a:rPr lang="zh-CN" altLang="en-US" sz="2400" dirty="0">
                <a:solidFill>
                  <a:schemeClr val="tx1"/>
                </a:solidFill>
                <a:latin typeface="楷体_GB2312" pitchFamily="1" charset="-122"/>
              </a:rPr>
              <a:t>）。如果初值为</a:t>
            </a:r>
            <a:r>
              <a:rPr lang="en-US" altLang="zh-CN" sz="2400" dirty="0">
                <a:solidFill>
                  <a:schemeClr val="tx1"/>
                </a:solidFill>
                <a:latin typeface="楷体_GB2312" pitchFamily="1" charset="-122"/>
              </a:rPr>
              <a:t>0</a:t>
            </a:r>
            <a:r>
              <a:rPr lang="zh-CN" altLang="en-US" sz="2400" dirty="0">
                <a:solidFill>
                  <a:schemeClr val="tx1"/>
                </a:solidFill>
                <a:latin typeface="楷体_GB2312" pitchFamily="1" charset="-122"/>
              </a:rPr>
              <a:t>，则为最大值（</a:t>
            </a:r>
            <a:r>
              <a:rPr lang="en-US" altLang="zh-CN" sz="2400" dirty="0">
                <a:solidFill>
                  <a:schemeClr val="tx1"/>
                </a:solidFill>
                <a:latin typeface="楷体_GB2312" pitchFamily="1" charset="-122"/>
              </a:rPr>
              <a:t>65536:</a:t>
            </a:r>
            <a:r>
              <a:rPr lang="zh-CN" altLang="en-US" sz="2400" dirty="0">
                <a:solidFill>
                  <a:schemeClr val="tx1"/>
                </a:solidFill>
                <a:latin typeface="楷体_GB2312" pitchFamily="1" charset="-122"/>
              </a:rPr>
              <a:t>二进制或为</a:t>
            </a:r>
            <a:r>
              <a:rPr lang="en-US" altLang="zh-CN" sz="2400" dirty="0">
                <a:solidFill>
                  <a:schemeClr val="tx1"/>
                </a:solidFill>
                <a:latin typeface="楷体_GB2312" pitchFamily="1" charset="-122"/>
              </a:rPr>
              <a:t>10000:</a:t>
            </a:r>
            <a:r>
              <a:rPr lang="zh-CN" altLang="en-US" sz="2400" dirty="0">
                <a:solidFill>
                  <a:schemeClr val="tx1"/>
                </a:solidFill>
                <a:latin typeface="楷体_GB2312" pitchFamily="1" charset="-122"/>
              </a:rPr>
              <a:t>十进制）。</a:t>
            </a:r>
            <a:endParaRPr lang="zh-CN" altLang="en-US" sz="2400" dirty="0">
              <a:solidFill>
                <a:schemeClr val="tx1"/>
              </a:solidFill>
              <a:latin typeface="楷体_GB2312" pitchFamily="1" charset="-122"/>
            </a:endParaRPr>
          </a:p>
        </p:txBody>
      </p:sp>
      <p:sp>
        <p:nvSpPr>
          <p:cNvPr id="66565" name="Rectangle 6"/>
          <p:cNvSpPr/>
          <p:nvPr/>
        </p:nvSpPr>
        <p:spPr>
          <a:xfrm>
            <a:off x="250825" y="4941888"/>
            <a:ext cx="8642350" cy="863600"/>
          </a:xfrm>
          <a:prstGeom prst="rect">
            <a:avLst/>
          </a:prstGeom>
          <a:solidFill>
            <a:srgbClr val="99CCFF">
              <a:alpha val="25098"/>
            </a:srgbClr>
          </a:solidFill>
          <a:ln w="9525" cap="flat" cmpd="sng">
            <a:solidFill>
              <a:srgbClr val="FF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spcAft>
                <a:spcPct val="0"/>
              </a:spcAft>
              <a:buClrTx/>
              <a:buSzTx/>
              <a:buFont typeface="Arial" panose="020B0604020202020204" pitchFamily="34" charset="0"/>
              <a:buNone/>
            </a:pP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3</a:t>
            </a:r>
            <a:r>
              <a:rPr lang="zh-CN" altLang="en-US" sz="2400" dirty="0">
                <a:solidFill>
                  <a:schemeClr val="tx1"/>
                </a:solidFill>
                <a:latin typeface="楷体_GB2312" pitchFamily="1" charset="-122"/>
              </a:rPr>
              <a:t>）</a:t>
            </a:r>
            <a:r>
              <a:rPr lang="zh-CN" altLang="en-US" sz="2400" dirty="0">
                <a:solidFill>
                  <a:srgbClr val="FF3300"/>
                </a:solidFill>
                <a:latin typeface="楷体_GB2312" pitchFamily="1" charset="-122"/>
              </a:rPr>
              <a:t>对门控信号</a:t>
            </a:r>
            <a:r>
              <a:rPr lang="en-US" altLang="zh-CN" sz="2400" dirty="0">
                <a:solidFill>
                  <a:srgbClr val="FF3300"/>
                </a:solidFill>
                <a:latin typeface="楷体_GB2312" pitchFamily="1" charset="-122"/>
              </a:rPr>
              <a:t>GATE</a:t>
            </a:r>
            <a:r>
              <a:rPr lang="zh-CN" altLang="en-US" sz="2400" dirty="0">
                <a:solidFill>
                  <a:srgbClr val="FF3300"/>
                </a:solidFill>
                <a:latin typeface="楷体_GB2312" pitchFamily="1" charset="-122"/>
              </a:rPr>
              <a:t>的采样是在计数脉冲的上升沿进行，所以有电平触发和边沿触发两种方式</a:t>
            </a:r>
            <a:endParaRPr lang="zh-CN" altLang="en-US" sz="2400" dirty="0">
              <a:solidFill>
                <a:srgbClr val="FF3300"/>
              </a:solidFill>
              <a:latin typeface="楷体_GB2312" pitchFamily="1" charset="-122"/>
            </a:endParaRPr>
          </a:p>
        </p:txBody>
      </p:sp>
      <p:sp>
        <p:nvSpPr>
          <p:cNvPr id="66566" name="Rectangle 7"/>
          <p:cNvSpPr/>
          <p:nvPr/>
        </p:nvSpPr>
        <p:spPr>
          <a:xfrm>
            <a:off x="250825" y="6097588"/>
            <a:ext cx="8642350" cy="449262"/>
          </a:xfrm>
          <a:prstGeom prst="rect">
            <a:avLst/>
          </a:prstGeom>
          <a:solidFill>
            <a:srgbClr val="FF99CC">
              <a:alpha val="20000"/>
            </a:srgbClr>
          </a:solidFill>
          <a:ln w="9525" cap="flat" cmpd="sng">
            <a:solidFill>
              <a:schemeClr val="tx1"/>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spcAft>
                <a:spcPct val="0"/>
              </a:spcAft>
              <a:buClrTx/>
              <a:buSzTx/>
              <a:buFont typeface="Arial" panose="020B0604020202020204" pitchFamily="34" charset="0"/>
              <a:buNone/>
            </a:pP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4</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8253</a:t>
            </a:r>
            <a:r>
              <a:rPr lang="zh-CN" altLang="en-US" sz="2400" dirty="0">
                <a:solidFill>
                  <a:schemeClr val="tx1"/>
                </a:solidFill>
                <a:latin typeface="楷体_GB2312" pitchFamily="1" charset="-122"/>
              </a:rPr>
              <a:t>在上电后必须先对其初始化设置</a:t>
            </a:r>
            <a:endParaRPr lang="zh-CN" altLang="en-US" sz="2400" dirty="0">
              <a:solidFill>
                <a:schemeClr val="tx1"/>
              </a:solidFill>
              <a:latin typeface="楷体_GB2312" pitchFamily="1" charset="-122"/>
            </a:endParaRPr>
          </a:p>
        </p:txBody>
      </p:sp>
    </p:spTree>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67586" name="Rectangle 3"/>
          <p:cNvSpPr>
            <a:spLocks noGrp="1"/>
          </p:cNvSpPr>
          <p:nvPr/>
        </p:nvSpPr>
        <p:spPr>
          <a:xfrm>
            <a:off x="827088" y="2997200"/>
            <a:ext cx="7200900" cy="1223963"/>
          </a:xfrm>
          <a:prstGeom prst="rect">
            <a:avLst/>
          </a:prstGeom>
          <a:solidFill>
            <a:srgbClr val="92D05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342900" lvl="0" indent="-342900" algn="just">
              <a:lnSpc>
                <a:spcPct val="150000"/>
              </a:lnSpc>
              <a:spcAft>
                <a:spcPct val="0"/>
              </a:spcAft>
              <a:buClrTx/>
              <a:buSzTx/>
              <a:buFont typeface="Arial" panose="020B0604020202020204" pitchFamily="34" charset="0"/>
              <a:buNone/>
            </a:pPr>
            <a:r>
              <a:rPr lang="zh-CN" altLang="en-US" sz="2400" b="0" dirty="0">
                <a:solidFill>
                  <a:schemeClr val="tx1"/>
                </a:solidFill>
                <a:latin typeface="楷体_GB2312" pitchFamily="1" charset="-122"/>
              </a:rPr>
              <a:t>以下各例均设</a:t>
            </a:r>
            <a:r>
              <a:rPr lang="en-US" altLang="zh-CN" sz="2400" b="0" dirty="0">
                <a:solidFill>
                  <a:schemeClr val="tx1"/>
                </a:solidFill>
                <a:latin typeface="楷体_GB2312" pitchFamily="1" charset="-122"/>
              </a:rPr>
              <a:t>8253</a:t>
            </a:r>
            <a:r>
              <a:rPr lang="zh-CN" altLang="en-US" sz="2400" b="0" dirty="0">
                <a:solidFill>
                  <a:schemeClr val="tx1"/>
                </a:solidFill>
                <a:latin typeface="楷体_GB2312" pitchFamily="1" charset="-122"/>
              </a:rPr>
              <a:t>各端口地址</a:t>
            </a:r>
            <a:r>
              <a:rPr lang="en-US" altLang="zh-CN" sz="2400" b="0" dirty="0">
                <a:solidFill>
                  <a:schemeClr val="tx1"/>
                </a:solidFill>
                <a:latin typeface="楷体_GB2312" pitchFamily="1" charset="-122"/>
              </a:rPr>
              <a:t>40H~43H</a:t>
            </a:r>
            <a:r>
              <a:rPr lang="zh-CN" altLang="en-US" sz="2400" b="0" dirty="0">
                <a:solidFill>
                  <a:schemeClr val="tx1"/>
                </a:solidFill>
                <a:latin typeface="楷体_GB2312" pitchFamily="1" charset="-122"/>
              </a:rPr>
              <a:t>。</a:t>
            </a:r>
            <a:endParaRPr lang="zh-CN" altLang="en-US" sz="2400" b="0" dirty="0">
              <a:solidFill>
                <a:schemeClr val="tx1"/>
              </a:solidFill>
              <a:latin typeface="楷体_GB2312" pitchFamily="1" charset="-122"/>
            </a:endParaRPr>
          </a:p>
          <a:p>
            <a:pPr marL="342900" lvl="0" indent="-342900" algn="just">
              <a:lnSpc>
                <a:spcPct val="150000"/>
              </a:lnSpc>
              <a:spcAft>
                <a:spcPct val="0"/>
              </a:spcAft>
              <a:buClrTx/>
              <a:buSzTx/>
              <a:buFont typeface="Arial" panose="020B0604020202020204" pitchFamily="34" charset="0"/>
              <a:buNone/>
            </a:pPr>
            <a:r>
              <a:rPr lang="en-US" altLang="zh-CN" sz="2400" b="0" dirty="0">
                <a:solidFill>
                  <a:schemeClr val="tx1"/>
                </a:solidFill>
                <a:latin typeface="楷体_GB2312" pitchFamily="1" charset="-122"/>
              </a:rPr>
              <a:t>A</a:t>
            </a:r>
            <a:r>
              <a:rPr lang="zh-CN" altLang="en-US" sz="2400" b="0" dirty="0">
                <a:solidFill>
                  <a:schemeClr val="tx1"/>
                </a:solidFill>
                <a:latin typeface="楷体_GB2312" pitchFamily="1" charset="-122"/>
              </a:rPr>
              <a:t>端口</a:t>
            </a:r>
            <a:r>
              <a:rPr lang="en-US" altLang="zh-CN" sz="2400" b="0" dirty="0">
                <a:solidFill>
                  <a:schemeClr val="tx1"/>
                </a:solidFill>
                <a:latin typeface="楷体_GB2312" pitchFamily="1" charset="-122"/>
              </a:rPr>
              <a:t>=40H</a:t>
            </a:r>
            <a:r>
              <a:rPr lang="zh-CN" altLang="en-US" sz="2400" b="0" dirty="0">
                <a:solidFill>
                  <a:schemeClr val="tx1"/>
                </a:solidFill>
                <a:latin typeface="楷体_GB2312" pitchFamily="1" charset="-122"/>
              </a:rPr>
              <a:t>，</a:t>
            </a:r>
            <a:r>
              <a:rPr lang="en-US" altLang="zh-CN" sz="2400" b="0" dirty="0">
                <a:solidFill>
                  <a:schemeClr val="tx1"/>
                </a:solidFill>
                <a:latin typeface="楷体_GB2312" pitchFamily="1" charset="-122"/>
              </a:rPr>
              <a:t>B</a:t>
            </a:r>
            <a:r>
              <a:rPr lang="zh-CN" altLang="en-US" sz="2400" b="0" dirty="0">
                <a:solidFill>
                  <a:schemeClr val="tx1"/>
                </a:solidFill>
                <a:latin typeface="楷体_GB2312" pitchFamily="1" charset="-122"/>
              </a:rPr>
              <a:t>端口</a:t>
            </a:r>
            <a:r>
              <a:rPr lang="en-US" altLang="zh-CN" sz="2400" b="0" dirty="0">
                <a:solidFill>
                  <a:schemeClr val="tx1"/>
                </a:solidFill>
                <a:latin typeface="楷体_GB2312" pitchFamily="1" charset="-122"/>
              </a:rPr>
              <a:t>=41H</a:t>
            </a:r>
            <a:r>
              <a:rPr lang="zh-CN" altLang="en-US" sz="2400" b="0" dirty="0">
                <a:solidFill>
                  <a:schemeClr val="tx1"/>
                </a:solidFill>
                <a:latin typeface="楷体_GB2312" pitchFamily="1" charset="-122"/>
              </a:rPr>
              <a:t>，</a:t>
            </a:r>
            <a:r>
              <a:rPr lang="en-US" altLang="zh-CN" sz="2400" b="0" dirty="0">
                <a:solidFill>
                  <a:schemeClr val="tx1"/>
                </a:solidFill>
                <a:latin typeface="楷体_GB2312" pitchFamily="1" charset="-122"/>
              </a:rPr>
              <a:t>C</a:t>
            </a:r>
            <a:r>
              <a:rPr lang="zh-CN" altLang="en-US" sz="2400" b="0" dirty="0">
                <a:solidFill>
                  <a:schemeClr val="tx1"/>
                </a:solidFill>
                <a:latin typeface="楷体_GB2312" pitchFamily="1" charset="-122"/>
              </a:rPr>
              <a:t>端口</a:t>
            </a:r>
            <a:r>
              <a:rPr lang="en-US" altLang="zh-CN" sz="2400" b="0" dirty="0">
                <a:solidFill>
                  <a:schemeClr val="tx1"/>
                </a:solidFill>
                <a:latin typeface="楷体_GB2312" pitchFamily="1" charset="-122"/>
              </a:rPr>
              <a:t>=42H</a:t>
            </a:r>
            <a:r>
              <a:rPr lang="zh-CN" altLang="en-US" sz="2400" b="0" dirty="0">
                <a:solidFill>
                  <a:schemeClr val="tx1"/>
                </a:solidFill>
                <a:latin typeface="楷体_GB2312" pitchFamily="1" charset="-122"/>
              </a:rPr>
              <a:t>，控制端口</a:t>
            </a:r>
            <a:r>
              <a:rPr lang="en-US" altLang="zh-CN" sz="2400" b="0" dirty="0">
                <a:solidFill>
                  <a:schemeClr val="tx1"/>
                </a:solidFill>
                <a:latin typeface="楷体_GB2312" pitchFamily="1" charset="-122"/>
              </a:rPr>
              <a:t>=43H</a:t>
            </a:r>
            <a:endParaRPr lang="en-US" altLang="zh-CN" sz="2400" b="0" dirty="0">
              <a:solidFill>
                <a:schemeClr val="tx1"/>
              </a:solidFill>
              <a:latin typeface="楷体_GB2312" pitchFamily="1" charset="-122"/>
            </a:endParaRPr>
          </a:p>
        </p:txBody>
      </p:sp>
    </p:spTree>
  </p:cSld>
  <p:clrMapOvr>
    <a:masterClrMapping/>
  </p:clrMapOvr>
  <p:transition spd="slow">
    <p:zoom/>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68610" name="Rectangle 3"/>
          <p:cNvSpPr>
            <a:spLocks noGrp="1"/>
          </p:cNvSpPr>
          <p:nvPr>
            <p:ph idx="1"/>
          </p:nvPr>
        </p:nvSpPr>
        <p:spPr>
          <a:xfrm>
            <a:off x="277813" y="2101850"/>
            <a:ext cx="8713787" cy="1035050"/>
          </a:xfrm>
          <a:solidFill>
            <a:schemeClr val="accent1">
              <a:alpha val="63136"/>
            </a:schemeClr>
          </a:solidFill>
          <a:ln>
            <a:solidFill>
              <a:srgbClr val="FF0000">
                <a:alpha val="100000"/>
              </a:srgbClr>
            </a:solidFill>
            <a:miter lim="800000"/>
          </a:ln>
        </p:spPr>
        <p:txBody>
          <a:bodyPr vert="horz" wrap="square" lIns="91440" tIns="45720" rIns="91440" bIns="45720" anchor="t" anchorCtr="0"/>
          <a:p>
            <a:pPr marL="0" indent="0">
              <a:spcBef>
                <a:spcPct val="0"/>
              </a:spcBef>
              <a:buNone/>
            </a:pPr>
            <a:r>
              <a:rPr lang="en-US" altLang="zh-CN" sz="2400" dirty="0"/>
              <a:t>A. </a:t>
            </a:r>
            <a:r>
              <a:rPr lang="zh-CN" altLang="en-US" sz="2400" dirty="0">
                <a:latin typeface="宋体" panose="02010600030101010101" pitchFamily="2" charset="-122"/>
              </a:rPr>
              <a:t>写入方式</a:t>
            </a:r>
            <a:r>
              <a:rPr lang="en-US" altLang="zh-CN" sz="2400" dirty="0">
                <a:latin typeface="宋体" panose="02010600030101010101" pitchFamily="2" charset="-122"/>
              </a:rPr>
              <a:t>0</a:t>
            </a:r>
            <a:r>
              <a:rPr lang="zh-CN" altLang="en-US" sz="2400" dirty="0">
                <a:latin typeface="宋体" panose="02010600030101010101" pitchFamily="2" charset="-122"/>
              </a:rPr>
              <a:t>控制字后，</a:t>
            </a:r>
            <a:r>
              <a:rPr lang="en-US" altLang="zh-CN" sz="2400" dirty="0">
                <a:latin typeface="宋体" panose="02010600030101010101" pitchFamily="2" charset="-122"/>
              </a:rPr>
              <a:t>OUT</a:t>
            </a:r>
            <a:r>
              <a:rPr lang="zh-CN" altLang="en-US" sz="2400" dirty="0">
                <a:latin typeface="宋体" panose="02010600030101010101" pitchFamily="2" charset="-122"/>
              </a:rPr>
              <a:t>立即变成低电平。当写入计数初值</a:t>
            </a:r>
            <a:r>
              <a:rPr lang="en-US" altLang="zh-CN" sz="2400" dirty="0">
                <a:latin typeface="宋体" panose="02010600030101010101" pitchFamily="2" charset="-122"/>
              </a:rPr>
              <a:t>N</a:t>
            </a:r>
            <a:r>
              <a:rPr lang="zh-CN" altLang="en-US" sz="2400" dirty="0">
                <a:latin typeface="宋体" panose="02010600030101010101" pitchFamily="2" charset="-122"/>
              </a:rPr>
              <a:t>后，若</a:t>
            </a:r>
            <a:r>
              <a:rPr lang="en-US" altLang="zh-CN" sz="2400" dirty="0">
                <a:latin typeface="宋体" panose="02010600030101010101" pitchFamily="2" charset="-122"/>
              </a:rPr>
              <a:t>GATE</a:t>
            </a:r>
            <a:r>
              <a:rPr lang="zh-CN" altLang="en-US" sz="2400" dirty="0">
                <a:latin typeface="宋体" panose="02010600030101010101" pitchFamily="2" charset="-122"/>
              </a:rPr>
              <a:t>为高电平，计数器开始计数。 </a:t>
            </a:r>
            <a:endParaRPr lang="zh-CN" altLang="en-US" sz="2400" dirty="0">
              <a:latin typeface="宋体" panose="02010600030101010101" pitchFamily="2" charset="-122"/>
            </a:endParaRPr>
          </a:p>
        </p:txBody>
      </p:sp>
      <p:sp>
        <p:nvSpPr>
          <p:cNvPr id="271364" name="Rectangle 4"/>
          <p:cNvSpPr>
            <a:spLocks noChangeArrowheads="1"/>
          </p:cNvSpPr>
          <p:nvPr/>
        </p:nvSpPr>
        <p:spPr bwMode="auto">
          <a:xfrm>
            <a:off x="1116013" y="996950"/>
            <a:ext cx="6103938" cy="708025"/>
          </a:xfrm>
          <a:prstGeom prst="rect">
            <a:avLst/>
          </a:prstGeom>
          <a:noFill/>
          <a:ln>
            <a:noFill/>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1" lang="en-US" altLang="zh-CN" sz="4000" b="1" i="0" u="none" strike="noStrike" kern="1200" cap="none" spc="0" normalizeH="0" baseline="0" noProof="0" dirty="0">
                <a:ln>
                  <a:noFill/>
                </a:ln>
                <a:solidFill>
                  <a:srgbClr val="C00000"/>
                </a:solidFill>
                <a:effectLst/>
                <a:uLnTx/>
                <a:uFillTx/>
                <a:latin typeface="+mj-ea"/>
                <a:ea typeface="+mj-ea"/>
                <a:cs typeface="+mn-cs"/>
              </a:rPr>
              <a:t>(1</a:t>
            </a:r>
            <a:r>
              <a:rPr kumimoji="1" lang="zh-CN" altLang="en-US" sz="4000" b="1" i="0" u="none" strike="noStrike" kern="1200" cap="none" spc="0" normalizeH="0" baseline="0" noProof="0" dirty="0">
                <a:ln>
                  <a:noFill/>
                </a:ln>
                <a:solidFill>
                  <a:srgbClr val="C00000"/>
                </a:solidFill>
                <a:effectLst/>
                <a:uLnTx/>
                <a:uFillTx/>
                <a:latin typeface="+mj-ea"/>
                <a:ea typeface="+mj-ea"/>
                <a:cs typeface="+mn-cs"/>
              </a:rPr>
              <a:t>）方式</a:t>
            </a:r>
            <a:r>
              <a:rPr kumimoji="1" lang="en-US" altLang="zh-CN" sz="4000" b="1" i="0" u="none" strike="noStrike" kern="1200" cap="none" spc="0" normalizeH="0" baseline="0" noProof="0" dirty="0">
                <a:ln>
                  <a:noFill/>
                </a:ln>
                <a:solidFill>
                  <a:srgbClr val="C00000"/>
                </a:solidFill>
                <a:effectLst/>
                <a:uLnTx/>
                <a:uFillTx/>
                <a:latin typeface="+mj-ea"/>
                <a:ea typeface="+mj-ea"/>
                <a:cs typeface="+mn-cs"/>
              </a:rPr>
              <a:t>0—</a:t>
            </a:r>
            <a:r>
              <a:rPr kumimoji="1" lang="zh-CN" altLang="en-US" sz="4000" b="1" i="0" u="none" strike="noStrike" kern="1200" cap="none" spc="0" normalizeH="0" baseline="0" noProof="0" dirty="0">
                <a:ln>
                  <a:noFill/>
                </a:ln>
                <a:solidFill>
                  <a:srgbClr val="C00000"/>
                </a:solidFill>
                <a:effectLst/>
                <a:uLnTx/>
                <a:uFillTx/>
                <a:latin typeface="+mj-ea"/>
                <a:ea typeface="+mj-ea"/>
                <a:cs typeface="+mn-cs"/>
              </a:rPr>
              <a:t>计数结束中断</a:t>
            </a:r>
            <a:endParaRPr kumimoji="1" lang="zh-CN" altLang="en-US" sz="4000" b="1" i="0" u="none" strike="noStrike" kern="1200" cap="none" spc="0" normalizeH="0" baseline="0" noProof="0" dirty="0">
              <a:ln>
                <a:noFill/>
              </a:ln>
              <a:solidFill>
                <a:srgbClr val="C00000"/>
              </a:solidFill>
              <a:effectLst/>
              <a:uLnTx/>
              <a:uFillTx/>
              <a:latin typeface="+mj-ea"/>
              <a:ea typeface="+mj-ea"/>
              <a:cs typeface="+mn-cs"/>
            </a:endParaRPr>
          </a:p>
        </p:txBody>
      </p:sp>
      <p:sp>
        <p:nvSpPr>
          <p:cNvPr id="68612" name="Rectangle 6"/>
          <p:cNvSpPr/>
          <p:nvPr/>
        </p:nvSpPr>
        <p:spPr>
          <a:xfrm>
            <a:off x="284163" y="3533775"/>
            <a:ext cx="8713787" cy="936625"/>
          </a:xfrm>
          <a:prstGeom prst="rect">
            <a:avLst/>
          </a:prstGeom>
          <a:solidFill>
            <a:srgbClr val="CCFFCC">
              <a:alpha val="34901"/>
            </a:srgbClr>
          </a:solidFill>
          <a:ln w="9525" cap="flat" cmpd="sng">
            <a:solidFill>
              <a:srgbClr val="FF00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spcBef>
                <a:spcPct val="0"/>
              </a:spcBef>
              <a:spcAft>
                <a:spcPct val="0"/>
              </a:spcAft>
              <a:buClrTx/>
              <a:buSzTx/>
              <a:buFont typeface="Arial" panose="020B0604020202020204" pitchFamily="34" charset="0"/>
              <a:buNone/>
            </a:pPr>
            <a:r>
              <a:rPr lang="en-US" altLang="zh-CN" sz="2400" dirty="0">
                <a:solidFill>
                  <a:schemeClr val="tx1"/>
                </a:solidFill>
                <a:latin typeface="Arial" panose="020B0604020202020204" pitchFamily="34" charset="0"/>
                <a:ea typeface="宋体" panose="02010600030101010101" pitchFamily="2" charset="-122"/>
              </a:rPr>
              <a:t>B. </a:t>
            </a:r>
            <a:r>
              <a:rPr lang="zh-CN" altLang="en-US" sz="2400" dirty="0">
                <a:solidFill>
                  <a:srgbClr val="FF00FF"/>
                </a:solidFill>
                <a:latin typeface="宋体" panose="02010600030101010101" pitchFamily="2" charset="-122"/>
                <a:ea typeface="宋体" panose="02010600030101010101" pitchFamily="2" charset="-122"/>
              </a:rPr>
              <a:t>在计数过程中，</a:t>
            </a:r>
            <a:r>
              <a:rPr lang="en-US" altLang="zh-CN" sz="2400" dirty="0">
                <a:solidFill>
                  <a:srgbClr val="FF9900"/>
                </a:solidFill>
                <a:latin typeface="宋体" panose="02010600030101010101" pitchFamily="2" charset="-122"/>
                <a:ea typeface="宋体" panose="02010600030101010101" pitchFamily="2" charset="-122"/>
              </a:rPr>
              <a:t>OUT</a:t>
            </a:r>
            <a:r>
              <a:rPr lang="zh-CN" altLang="en-US" sz="2400" dirty="0">
                <a:solidFill>
                  <a:srgbClr val="FF9900"/>
                </a:solidFill>
                <a:latin typeface="宋体" panose="02010600030101010101" pitchFamily="2" charset="-122"/>
                <a:ea typeface="宋体" panose="02010600030101010101" pitchFamily="2" charset="-122"/>
              </a:rPr>
              <a:t>端一直维持为低</a:t>
            </a:r>
            <a:r>
              <a:rPr lang="zh-CN" altLang="en-US" sz="2400" dirty="0">
                <a:solidFill>
                  <a:srgbClr val="FF00FF"/>
                </a:solidFill>
                <a:latin typeface="宋体" panose="02010600030101010101" pitchFamily="2" charset="-122"/>
                <a:ea typeface="宋体" panose="02010600030101010101" pitchFamily="2" charset="-122"/>
              </a:rPr>
              <a:t>，直到计数为</a:t>
            </a:r>
            <a:r>
              <a:rPr lang="en-US" altLang="zh-CN" sz="2400" dirty="0">
                <a:solidFill>
                  <a:srgbClr val="FF00FF"/>
                </a:solidFill>
                <a:latin typeface="宋体" panose="02010600030101010101" pitchFamily="2" charset="-122"/>
                <a:ea typeface="宋体" panose="02010600030101010101" pitchFamily="2" charset="-122"/>
              </a:rPr>
              <a:t>0</a:t>
            </a:r>
            <a:r>
              <a:rPr lang="zh-CN" altLang="en-US" sz="2400" dirty="0">
                <a:solidFill>
                  <a:srgbClr val="FF00FF"/>
                </a:solidFill>
                <a:latin typeface="宋体" panose="02010600030101010101" pitchFamily="2" charset="-122"/>
                <a:ea typeface="宋体" panose="02010600030101010101" pitchFamily="2" charset="-122"/>
              </a:rPr>
              <a:t>（结束）时，</a:t>
            </a:r>
            <a:r>
              <a:rPr lang="en-US" altLang="zh-CN" sz="2400" dirty="0">
                <a:solidFill>
                  <a:srgbClr val="FF00FF"/>
                </a:solidFill>
                <a:latin typeface="宋体" panose="02010600030101010101" pitchFamily="2" charset="-122"/>
                <a:ea typeface="宋体" panose="02010600030101010101" pitchFamily="2" charset="-122"/>
              </a:rPr>
              <a:t>OUT</a:t>
            </a:r>
            <a:r>
              <a:rPr lang="zh-CN" altLang="en-US" sz="2400" dirty="0">
                <a:solidFill>
                  <a:srgbClr val="FF00FF"/>
                </a:solidFill>
                <a:latin typeface="宋体" panose="02010600030101010101" pitchFamily="2" charset="-122"/>
                <a:ea typeface="宋体" panose="02010600030101010101" pitchFamily="2" charset="-122"/>
              </a:rPr>
              <a:t>端变为高，</a:t>
            </a:r>
            <a:r>
              <a:rPr lang="en-US" altLang="zh-CN" sz="2400" dirty="0">
                <a:solidFill>
                  <a:srgbClr val="FF00FF"/>
                </a:solidFill>
                <a:latin typeface="宋体" panose="02010600030101010101" pitchFamily="2" charset="-122"/>
                <a:ea typeface="宋体" panose="02010600030101010101" pitchFamily="2" charset="-122"/>
              </a:rPr>
              <a:t>(</a:t>
            </a:r>
            <a:r>
              <a:rPr lang="zh-CN" altLang="en-US" sz="2400" dirty="0">
                <a:solidFill>
                  <a:srgbClr val="FF00FF"/>
                </a:solidFill>
                <a:latin typeface="宋体" panose="02010600030101010101" pitchFamily="2" charset="-122"/>
                <a:ea typeface="宋体" panose="02010600030101010101" pitchFamily="2" charset="-122"/>
              </a:rPr>
              <a:t>可以设置为向</a:t>
            </a:r>
            <a:r>
              <a:rPr lang="en-US" altLang="zh-CN" sz="2400" dirty="0">
                <a:solidFill>
                  <a:srgbClr val="FF00FF"/>
                </a:solidFill>
                <a:latin typeface="宋体" panose="02010600030101010101" pitchFamily="2" charset="-122"/>
                <a:ea typeface="宋体" panose="02010600030101010101" pitchFamily="2" charset="-122"/>
              </a:rPr>
              <a:t>CPU</a:t>
            </a:r>
            <a:r>
              <a:rPr lang="zh-CN" altLang="en-US" sz="2400" dirty="0">
                <a:solidFill>
                  <a:srgbClr val="FF00FF"/>
                </a:solidFill>
                <a:latin typeface="宋体" panose="02010600030101010101" pitchFamily="2" charset="-122"/>
                <a:ea typeface="宋体" panose="02010600030101010101" pitchFamily="2" charset="-122"/>
              </a:rPr>
              <a:t>发出中断请求</a:t>
            </a:r>
            <a:r>
              <a:rPr lang="en-US" altLang="zh-CN" sz="2400" dirty="0">
                <a:solidFill>
                  <a:srgbClr val="FF00FF"/>
                </a:solidFill>
                <a:latin typeface="宋体" panose="02010600030101010101" pitchFamily="2" charset="-122"/>
                <a:ea typeface="宋体" panose="02010600030101010101" pitchFamily="2" charset="-122"/>
              </a:rPr>
              <a:t>)</a:t>
            </a:r>
            <a:r>
              <a:rPr lang="zh-CN" altLang="en-US" sz="2400" dirty="0">
                <a:solidFill>
                  <a:srgbClr val="FF00FF"/>
                </a:solidFill>
                <a:latin typeface="宋体" panose="02010600030101010101" pitchFamily="2" charset="-122"/>
                <a:ea typeface="宋体" panose="02010600030101010101" pitchFamily="2" charset="-122"/>
              </a:rPr>
              <a:t>。</a:t>
            </a:r>
            <a:endParaRPr lang="zh-CN" altLang="en-US" sz="2400" dirty="0">
              <a:solidFill>
                <a:srgbClr val="FF00FF"/>
              </a:solidFill>
              <a:latin typeface="宋体" panose="02010600030101010101" pitchFamily="2" charset="-122"/>
              <a:ea typeface="宋体" panose="02010600030101010101" pitchFamily="2" charset="-122"/>
            </a:endParaRPr>
          </a:p>
        </p:txBody>
      </p:sp>
      <p:sp>
        <p:nvSpPr>
          <p:cNvPr id="68613" name="Rectangle 7"/>
          <p:cNvSpPr/>
          <p:nvPr/>
        </p:nvSpPr>
        <p:spPr>
          <a:xfrm>
            <a:off x="282575" y="4868863"/>
            <a:ext cx="8713788" cy="1368425"/>
          </a:xfrm>
          <a:prstGeom prst="rect">
            <a:avLst/>
          </a:prstGeom>
          <a:solidFill>
            <a:srgbClr val="CCFFFF">
              <a:alpha val="39999"/>
            </a:srgbClr>
          </a:solidFill>
          <a:ln w="9525" cap="flat" cmpd="sng">
            <a:solidFill>
              <a:srgbClr val="0000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spcBef>
                <a:spcPct val="0"/>
              </a:spcBef>
              <a:spcAft>
                <a:spcPct val="0"/>
              </a:spcAft>
              <a:buClrTx/>
              <a:buSzTx/>
              <a:buFont typeface="Arial" panose="020B0604020202020204" pitchFamily="34" charset="0"/>
              <a:buNone/>
            </a:pPr>
            <a:r>
              <a:rPr lang="en-US" altLang="zh-CN" sz="2400" dirty="0">
                <a:solidFill>
                  <a:schemeClr val="tx1"/>
                </a:solidFill>
                <a:latin typeface="Arial" panose="020B0604020202020204" pitchFamily="34" charset="0"/>
                <a:ea typeface="宋体" panose="02010600030101010101" pitchFamily="2" charset="-122"/>
              </a:rPr>
              <a:t>C. </a:t>
            </a:r>
            <a:r>
              <a:rPr lang="zh-CN" altLang="en-US" sz="2400" dirty="0">
                <a:solidFill>
                  <a:srgbClr val="FF00FF"/>
                </a:solidFill>
                <a:latin typeface="宋体" panose="02010600030101010101" pitchFamily="2" charset="-122"/>
                <a:ea typeface="宋体" panose="02010600030101010101" pitchFamily="2" charset="-122"/>
              </a:rPr>
              <a:t>在计数过程中，</a:t>
            </a:r>
            <a:r>
              <a:rPr lang="zh-CN" altLang="en-US" sz="2400" dirty="0">
                <a:solidFill>
                  <a:schemeClr val="tx1"/>
                </a:solidFill>
                <a:latin typeface="宋体" panose="02010600030101010101" pitchFamily="2" charset="-122"/>
                <a:ea typeface="宋体" panose="02010600030101010101" pitchFamily="2" charset="-122"/>
              </a:rPr>
              <a:t>若</a:t>
            </a:r>
            <a:r>
              <a:rPr lang="en-US" altLang="zh-CN" sz="2400" dirty="0">
                <a:solidFill>
                  <a:schemeClr val="tx1"/>
                </a:solidFill>
                <a:latin typeface="宋体" panose="02010600030101010101" pitchFamily="2" charset="-122"/>
                <a:ea typeface="宋体" panose="02010600030101010101" pitchFamily="2" charset="-122"/>
              </a:rPr>
              <a:t>GATE</a:t>
            </a:r>
            <a:r>
              <a:rPr lang="zh-CN" altLang="en-US" sz="2400" dirty="0">
                <a:solidFill>
                  <a:schemeClr val="tx1"/>
                </a:solidFill>
                <a:latin typeface="宋体" panose="02010600030101010101" pitchFamily="2" charset="-122"/>
                <a:ea typeface="宋体" panose="02010600030101010101" pitchFamily="2" charset="-122"/>
              </a:rPr>
              <a:t>变为低电平</a:t>
            </a:r>
            <a:r>
              <a:rPr lang="zh-CN" altLang="en-US" sz="2400" dirty="0">
                <a:solidFill>
                  <a:srgbClr val="FF00FF"/>
                </a:solidFill>
                <a:latin typeface="宋体" panose="02010600030101010101" pitchFamily="2" charset="-122"/>
                <a:ea typeface="宋体" panose="02010600030101010101" pitchFamily="2" charset="-122"/>
              </a:rPr>
              <a:t>，暂时停止计数</a:t>
            </a:r>
            <a:r>
              <a:rPr lang="en-US" altLang="zh-CN" sz="2400" dirty="0">
                <a:solidFill>
                  <a:srgbClr val="FF00FF"/>
                </a:solidFill>
                <a:latin typeface="宋体" panose="02010600030101010101" pitchFamily="2" charset="-122"/>
                <a:ea typeface="宋体" panose="02010600030101010101" pitchFamily="2" charset="-122"/>
              </a:rPr>
              <a:t>,OUT</a:t>
            </a:r>
            <a:r>
              <a:rPr lang="zh-CN" altLang="en-US" sz="2400" dirty="0">
                <a:solidFill>
                  <a:srgbClr val="FF00FF"/>
                </a:solidFill>
                <a:latin typeface="宋体" panose="02010600030101010101" pitchFamily="2" charset="-122"/>
                <a:ea typeface="宋体" panose="02010600030101010101" pitchFamily="2" charset="-122"/>
              </a:rPr>
              <a:t>不变</a:t>
            </a:r>
            <a:r>
              <a:rPr lang="en-US" altLang="zh-CN" sz="2400" dirty="0">
                <a:solidFill>
                  <a:srgbClr val="FF00FF"/>
                </a:solidFill>
                <a:latin typeface="宋体" panose="02010600030101010101" pitchFamily="2" charset="-122"/>
                <a:ea typeface="宋体" panose="02010600030101010101" pitchFamily="2" charset="-122"/>
              </a:rPr>
              <a:t>,</a:t>
            </a:r>
            <a:r>
              <a:rPr lang="zh-CN" altLang="en-US" sz="2400" dirty="0">
                <a:solidFill>
                  <a:srgbClr val="FF00FF"/>
                </a:solidFill>
                <a:latin typeface="宋体" panose="02010600030101010101" pitchFamily="2" charset="-122"/>
                <a:ea typeface="宋体" panose="02010600030101010101" pitchFamily="2" charset="-122"/>
              </a:rPr>
              <a:t>直到</a:t>
            </a:r>
            <a:r>
              <a:rPr lang="en-US" altLang="zh-CN" sz="2400" dirty="0">
                <a:solidFill>
                  <a:schemeClr val="tx1"/>
                </a:solidFill>
                <a:latin typeface="宋体" panose="02010600030101010101" pitchFamily="2" charset="-122"/>
                <a:ea typeface="宋体" panose="02010600030101010101" pitchFamily="2" charset="-122"/>
              </a:rPr>
              <a:t>GATE</a:t>
            </a:r>
            <a:r>
              <a:rPr lang="zh-CN" altLang="en-US" sz="2400" dirty="0">
                <a:solidFill>
                  <a:schemeClr val="tx1"/>
                </a:solidFill>
                <a:latin typeface="宋体" panose="02010600030101010101" pitchFamily="2" charset="-122"/>
                <a:ea typeface="宋体" panose="02010600030101010101" pitchFamily="2" charset="-122"/>
              </a:rPr>
              <a:t>变为高电平后继续接着计数</a:t>
            </a:r>
            <a:r>
              <a:rPr lang="en-US" altLang="zh-CN" sz="2400" dirty="0">
                <a:solidFill>
                  <a:schemeClr val="tx1"/>
                </a:solidFill>
                <a:latin typeface="宋体" panose="02010600030101010101" pitchFamily="2" charset="-122"/>
                <a:ea typeface="宋体" panose="02010600030101010101" pitchFamily="2" charset="-122"/>
              </a:rPr>
              <a:t>,</a:t>
            </a:r>
            <a:r>
              <a:rPr lang="zh-CN" altLang="en-US" sz="2400" dirty="0">
                <a:solidFill>
                  <a:schemeClr val="tx1"/>
                </a:solidFill>
                <a:latin typeface="宋体" panose="02010600030101010101" pitchFamily="2" charset="-122"/>
                <a:ea typeface="宋体" panose="02010600030101010101" pitchFamily="2" charset="-122"/>
              </a:rPr>
              <a:t>到</a:t>
            </a:r>
            <a:r>
              <a:rPr lang="zh-CN" altLang="en-US" sz="2400" dirty="0">
                <a:solidFill>
                  <a:srgbClr val="FF00FF"/>
                </a:solidFill>
                <a:latin typeface="宋体" panose="02010600030101010101" pitchFamily="2" charset="-122"/>
                <a:ea typeface="宋体" panose="02010600030101010101" pitchFamily="2" charset="-122"/>
              </a:rPr>
              <a:t>计数为</a:t>
            </a:r>
            <a:r>
              <a:rPr lang="en-US" altLang="zh-CN" sz="2400" dirty="0">
                <a:solidFill>
                  <a:srgbClr val="FF00FF"/>
                </a:solidFill>
                <a:latin typeface="宋体" panose="02010600030101010101" pitchFamily="2" charset="-122"/>
                <a:ea typeface="宋体" panose="02010600030101010101" pitchFamily="2" charset="-122"/>
              </a:rPr>
              <a:t>0</a:t>
            </a:r>
            <a:r>
              <a:rPr lang="zh-CN" altLang="en-US" sz="2400" dirty="0">
                <a:solidFill>
                  <a:srgbClr val="FF00FF"/>
                </a:solidFill>
                <a:latin typeface="宋体" panose="02010600030101010101" pitchFamily="2" charset="-122"/>
                <a:ea typeface="宋体" panose="02010600030101010101" pitchFamily="2" charset="-122"/>
              </a:rPr>
              <a:t>（结束）时，</a:t>
            </a:r>
            <a:r>
              <a:rPr lang="en-US" altLang="zh-CN" sz="2400" dirty="0">
                <a:solidFill>
                  <a:srgbClr val="FF00FF"/>
                </a:solidFill>
                <a:latin typeface="宋体" panose="02010600030101010101" pitchFamily="2" charset="-122"/>
                <a:ea typeface="宋体" panose="02010600030101010101" pitchFamily="2" charset="-122"/>
              </a:rPr>
              <a:t>OUT</a:t>
            </a:r>
            <a:r>
              <a:rPr lang="zh-CN" altLang="en-US" sz="2400" dirty="0">
                <a:solidFill>
                  <a:srgbClr val="FF00FF"/>
                </a:solidFill>
                <a:latin typeface="宋体" panose="02010600030101010101" pitchFamily="2" charset="-122"/>
                <a:ea typeface="宋体" panose="02010600030101010101" pitchFamily="2" charset="-122"/>
              </a:rPr>
              <a:t>端变为高。</a:t>
            </a:r>
            <a:r>
              <a:rPr lang="en-US" altLang="zh-CN" sz="2400" dirty="0">
                <a:solidFill>
                  <a:srgbClr val="FF00FF"/>
                </a:solidFill>
                <a:latin typeface="宋体" panose="02010600030101010101" pitchFamily="2" charset="-122"/>
                <a:ea typeface="宋体" panose="02010600030101010101" pitchFamily="2" charset="-122"/>
              </a:rPr>
              <a:t>(</a:t>
            </a:r>
            <a:r>
              <a:rPr lang="zh-CN" altLang="en-US" sz="2400" dirty="0">
                <a:solidFill>
                  <a:srgbClr val="FF00FF"/>
                </a:solidFill>
                <a:latin typeface="宋体" panose="02010600030101010101" pitchFamily="2" charset="-122"/>
                <a:ea typeface="宋体" panose="02010600030101010101" pitchFamily="2" charset="-122"/>
              </a:rPr>
              <a:t>可以设置为向</a:t>
            </a:r>
            <a:r>
              <a:rPr lang="en-US" altLang="zh-CN" sz="2400" dirty="0">
                <a:solidFill>
                  <a:srgbClr val="FF00FF"/>
                </a:solidFill>
                <a:latin typeface="宋体" panose="02010600030101010101" pitchFamily="2" charset="-122"/>
                <a:ea typeface="宋体" panose="02010600030101010101" pitchFamily="2" charset="-122"/>
              </a:rPr>
              <a:t>CPU</a:t>
            </a:r>
            <a:r>
              <a:rPr lang="zh-CN" altLang="en-US" sz="2400" dirty="0">
                <a:solidFill>
                  <a:srgbClr val="FF00FF"/>
                </a:solidFill>
                <a:latin typeface="宋体" panose="02010600030101010101" pitchFamily="2" charset="-122"/>
                <a:ea typeface="宋体" panose="02010600030101010101" pitchFamily="2" charset="-122"/>
              </a:rPr>
              <a:t>发出中断请求</a:t>
            </a:r>
            <a:r>
              <a:rPr lang="en-US" altLang="zh-CN" sz="2400" dirty="0">
                <a:solidFill>
                  <a:srgbClr val="FF00FF"/>
                </a:solidFill>
                <a:latin typeface="宋体" panose="02010600030101010101" pitchFamily="2" charset="-122"/>
                <a:ea typeface="宋体" panose="02010600030101010101" pitchFamily="2" charset="-122"/>
              </a:rPr>
              <a:t>)</a:t>
            </a:r>
            <a:r>
              <a:rPr lang="zh-CN" altLang="en-US" sz="2400" dirty="0">
                <a:solidFill>
                  <a:srgbClr val="FF00FF"/>
                </a:solidFill>
                <a:latin typeface="宋体" panose="02010600030101010101" pitchFamily="2" charset="-122"/>
                <a:ea typeface="宋体" panose="02010600030101010101" pitchFamily="2" charset="-122"/>
              </a:rPr>
              <a:t>。</a:t>
            </a:r>
            <a:endParaRPr lang="zh-CN" altLang="en-US" sz="2400" dirty="0">
              <a:solidFill>
                <a:schemeClr val="tx1"/>
              </a:solidFill>
              <a:latin typeface="宋体" panose="02010600030101010101" pitchFamily="2" charset="-122"/>
              <a:ea typeface="宋体" panose="02010600030101010101" pitchFamily="2" charset="-122"/>
            </a:endParaRPr>
          </a:p>
        </p:txBody>
      </p:sp>
      <p:sp>
        <p:nvSpPr>
          <p:cNvPr id="68614" name="Rectangle 8"/>
          <p:cNvSpPr/>
          <p:nvPr/>
        </p:nvSpPr>
        <p:spPr>
          <a:xfrm>
            <a:off x="282575" y="6375400"/>
            <a:ext cx="5703888" cy="457200"/>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400" dirty="0">
                <a:solidFill>
                  <a:srgbClr val="FF0000"/>
                </a:solidFill>
                <a:latin typeface="楷体_GB2312" pitchFamily="1" charset="-122"/>
              </a:rPr>
              <a:t>8253</a:t>
            </a:r>
            <a:r>
              <a:rPr lang="zh-CN" altLang="en-US" sz="2400" dirty="0">
                <a:solidFill>
                  <a:srgbClr val="FF0000"/>
                </a:solidFill>
                <a:latin typeface="楷体_GB2312" pitchFamily="1" charset="-122"/>
              </a:rPr>
              <a:t>用作计数时，一般都工作在方式</a:t>
            </a:r>
            <a:r>
              <a:rPr lang="en-US" altLang="zh-CN" sz="2400" dirty="0">
                <a:solidFill>
                  <a:srgbClr val="FF0000"/>
                </a:solidFill>
                <a:latin typeface="楷体_GB2312" pitchFamily="1" charset="-122"/>
              </a:rPr>
              <a:t>0</a:t>
            </a:r>
            <a:r>
              <a:rPr lang="zh-CN" altLang="en-US" sz="2400" dirty="0">
                <a:solidFill>
                  <a:srgbClr val="003300"/>
                </a:solidFill>
                <a:latin typeface="宋体" panose="02010600030101010101" pitchFamily="2" charset="-122"/>
              </a:rPr>
              <a:t>。</a:t>
            </a:r>
            <a:endParaRPr lang="zh-CN" altLang="en-US" sz="2400" dirty="0">
              <a:solidFill>
                <a:srgbClr val="003300"/>
              </a:solidFill>
              <a:latin typeface="宋体" panose="02010600030101010101" pitchFamily="2" charset="-122"/>
            </a:endParaRPr>
          </a:p>
        </p:txBody>
      </p:sp>
    </p:spTree>
  </p:cSld>
  <p:clrMapOvr>
    <a:masterClrMapping/>
  </p:clrMapOvr>
  <p:transition spd="slow">
    <p:zoom/>
  </p:transition>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p:sp>
        <p:nvSpPr>
          <p:cNvPr id="69634" name="Text Box 178"/>
          <p:cNvSpPr txBox="1"/>
          <p:nvPr/>
        </p:nvSpPr>
        <p:spPr>
          <a:xfrm>
            <a:off x="1574800" y="546100"/>
            <a:ext cx="5181600" cy="519113"/>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50000"/>
              </a:spcBef>
              <a:spcAft>
                <a:spcPct val="0"/>
              </a:spcAft>
              <a:buClr>
                <a:srgbClr val="CCECFF"/>
              </a:buClr>
              <a:buSzPct val="70000"/>
              <a:buNone/>
            </a:pPr>
            <a:r>
              <a:rPr lang="zh-CN" altLang="en-US" dirty="0">
                <a:latin typeface="Times New Roman" panose="02020603050405020304" pitchFamily="18" charset="0"/>
              </a:rPr>
              <a:t>方式</a:t>
            </a:r>
            <a:r>
              <a:rPr lang="en-US" altLang="zh-CN" dirty="0">
                <a:latin typeface="Times New Roman" panose="02020603050405020304" pitchFamily="18" charset="0"/>
              </a:rPr>
              <a:t>0</a:t>
            </a:r>
            <a:r>
              <a:rPr lang="zh-CN" altLang="en-US" dirty="0">
                <a:latin typeface="Times New Roman" panose="02020603050405020304" pitchFamily="18" charset="0"/>
              </a:rPr>
              <a:t>的时序图</a:t>
            </a:r>
            <a:endParaRPr lang="zh-CN" altLang="en-US" dirty="0">
              <a:latin typeface="Times New Roman" panose="02020603050405020304" pitchFamily="18" charset="0"/>
            </a:endParaRPr>
          </a:p>
        </p:txBody>
      </p:sp>
      <p:sp>
        <p:nvSpPr>
          <p:cNvPr id="69635" name="Rectangle 8"/>
          <p:cNvSpPr/>
          <p:nvPr/>
        </p:nvSpPr>
        <p:spPr>
          <a:xfrm>
            <a:off x="5472113" y="674688"/>
            <a:ext cx="2046287" cy="304800"/>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2000" dirty="0">
                <a:solidFill>
                  <a:srgbClr val="0000FF"/>
                </a:solidFill>
                <a:latin typeface="宋体" panose="02010600030101010101" pitchFamily="2" charset="-122"/>
              </a:rPr>
              <a:t>（设计数初值为</a:t>
            </a:r>
            <a:r>
              <a:rPr lang="en-US" altLang="zh-CN" sz="2000" dirty="0">
                <a:solidFill>
                  <a:srgbClr val="0000FF"/>
                </a:solidFill>
                <a:latin typeface="宋体" panose="02010600030101010101" pitchFamily="2" charset="-122"/>
              </a:rPr>
              <a:t>3)</a:t>
            </a:r>
            <a:endParaRPr lang="en-US" altLang="zh-CN" sz="2000" dirty="0">
              <a:solidFill>
                <a:srgbClr val="0000FF"/>
              </a:solidFill>
              <a:latin typeface="Arial" panose="020B0604020202020204" pitchFamily="34" charset="0"/>
            </a:endParaRPr>
          </a:p>
        </p:txBody>
      </p:sp>
      <p:sp>
        <p:nvSpPr>
          <p:cNvPr id="69636" name="Rectangle 198"/>
          <p:cNvSpPr/>
          <p:nvPr/>
        </p:nvSpPr>
        <p:spPr>
          <a:xfrm>
            <a:off x="257175" y="5443538"/>
            <a:ext cx="8640763" cy="1200150"/>
          </a:xfrm>
          <a:prstGeom prst="rect">
            <a:avLst/>
          </a:prstGeom>
          <a:solidFill>
            <a:srgbClr val="CCFFFF"/>
          </a:solidFill>
          <a:ln w="9525" cap="flat" cmpd="sng">
            <a:solidFill>
              <a:srgbClr val="000000"/>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2400" dirty="0">
                <a:solidFill>
                  <a:srgbClr val="FF00FF"/>
                </a:solidFill>
                <a:latin typeface="楷体_GB2312" pitchFamily="1" charset="-122"/>
              </a:rPr>
              <a:t>特点①</a:t>
            </a:r>
            <a:r>
              <a:rPr lang="en-US" altLang="zh-CN" sz="2400" dirty="0">
                <a:solidFill>
                  <a:srgbClr val="FF00FF"/>
                </a:solidFill>
                <a:latin typeface="楷体_GB2312" pitchFamily="1" charset="-122"/>
              </a:rPr>
              <a:t>:</a:t>
            </a:r>
            <a:r>
              <a:rPr lang="en-US" altLang="zh-CN" sz="2400" b="0" dirty="0">
                <a:solidFill>
                  <a:schemeClr val="tx1"/>
                </a:solidFill>
                <a:latin typeface="楷体_GB2312" pitchFamily="1" charset="-122"/>
              </a:rPr>
              <a:t> </a:t>
            </a:r>
            <a:r>
              <a:rPr lang="zh-CN" altLang="en-US" sz="2400" b="0" dirty="0">
                <a:solidFill>
                  <a:schemeClr val="tx1"/>
                </a:solidFill>
                <a:latin typeface="楷体_GB2312" pitchFamily="1" charset="-122"/>
              </a:rPr>
              <a:t>计数器只计一遍数。当计数到</a:t>
            </a:r>
            <a:r>
              <a:rPr lang="en-US" altLang="zh-CN" sz="2400" b="0" dirty="0">
                <a:solidFill>
                  <a:schemeClr val="tx1"/>
                </a:solidFill>
                <a:latin typeface="楷体_GB2312" pitchFamily="1" charset="-122"/>
              </a:rPr>
              <a:t>0</a:t>
            </a:r>
            <a:r>
              <a:rPr lang="zh-CN" altLang="en-US" sz="2400" b="0" dirty="0">
                <a:solidFill>
                  <a:schemeClr val="tx1"/>
                </a:solidFill>
                <a:latin typeface="楷体_GB2312" pitchFamily="1" charset="-122"/>
              </a:rPr>
              <a:t>时，并不恢复计数初值， 不开始重新计数，输出端</a:t>
            </a:r>
            <a:r>
              <a:rPr lang="en-US" altLang="zh-CN" sz="2400" b="0" dirty="0">
                <a:solidFill>
                  <a:schemeClr val="tx1"/>
                </a:solidFill>
                <a:latin typeface="楷体_GB2312" pitchFamily="1" charset="-122"/>
              </a:rPr>
              <a:t>OUT</a:t>
            </a:r>
            <a:r>
              <a:rPr lang="zh-CN" altLang="en-US" sz="2400" b="0" dirty="0">
                <a:solidFill>
                  <a:schemeClr val="tx1"/>
                </a:solidFill>
                <a:latin typeface="楷体_GB2312" pitchFamily="1" charset="-122"/>
              </a:rPr>
              <a:t>由低变高且一直保持为高。</a:t>
            </a:r>
            <a:r>
              <a:rPr lang="zh-CN" altLang="en-US" sz="2400" b="0" dirty="0">
                <a:solidFill>
                  <a:srgbClr val="0000FF"/>
                </a:solidFill>
                <a:latin typeface="楷体_GB2312" pitchFamily="1" charset="-122"/>
              </a:rPr>
              <a:t>只有当写入一个新的计数初值后，</a:t>
            </a:r>
            <a:r>
              <a:rPr lang="en-US" altLang="zh-CN" sz="2400" b="0" dirty="0">
                <a:solidFill>
                  <a:srgbClr val="0000FF"/>
                </a:solidFill>
                <a:latin typeface="楷体_GB2312" pitchFamily="1" charset="-122"/>
              </a:rPr>
              <a:t>OUT</a:t>
            </a:r>
            <a:r>
              <a:rPr lang="zh-CN" altLang="en-US" sz="2400" b="0" dirty="0">
                <a:solidFill>
                  <a:srgbClr val="0000FF"/>
                </a:solidFill>
                <a:latin typeface="楷体_GB2312" pitchFamily="1" charset="-122"/>
              </a:rPr>
              <a:t>才变低，开始新的计数。</a:t>
            </a:r>
            <a:endParaRPr lang="zh-CN" altLang="en-US" sz="2400" b="0" dirty="0">
              <a:solidFill>
                <a:srgbClr val="0000FF"/>
              </a:solidFill>
              <a:latin typeface="楷体_GB2312" pitchFamily="1" charset="-122"/>
            </a:endParaRPr>
          </a:p>
        </p:txBody>
      </p:sp>
      <p:grpSp>
        <p:nvGrpSpPr>
          <p:cNvPr id="69637" name="Group 11"/>
          <p:cNvGrpSpPr/>
          <p:nvPr/>
        </p:nvGrpSpPr>
        <p:grpSpPr>
          <a:xfrm>
            <a:off x="588963" y="1427163"/>
            <a:ext cx="7916862" cy="1806575"/>
            <a:chOff x="525" y="990"/>
            <a:chExt cx="4987" cy="1138"/>
          </a:xfrm>
        </p:grpSpPr>
        <p:sp>
          <p:nvSpPr>
            <p:cNvPr id="69701" name="Rectangle 12"/>
            <p:cNvSpPr/>
            <p:nvPr/>
          </p:nvSpPr>
          <p:spPr>
            <a:xfrm>
              <a:off x="1550" y="1687"/>
              <a:ext cx="492" cy="26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69702" name="Rectangle 13"/>
            <p:cNvSpPr/>
            <p:nvPr/>
          </p:nvSpPr>
          <p:spPr>
            <a:xfrm>
              <a:off x="1596" y="1752"/>
              <a:ext cx="576"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宋体" panose="02010600030101010101" pitchFamily="2" charset="-122"/>
                </a:rPr>
                <a:t>写计数值</a:t>
              </a:r>
              <a:endParaRPr lang="zh-CN" altLang="en-US" sz="1800" b="0" dirty="0">
                <a:solidFill>
                  <a:schemeClr val="tx1"/>
                </a:solidFill>
                <a:latin typeface="Arial" panose="020B0604020202020204" pitchFamily="34" charset="0"/>
              </a:endParaRPr>
            </a:p>
          </p:txBody>
        </p:sp>
        <p:sp>
          <p:nvSpPr>
            <p:cNvPr id="69703" name="Rectangle 14"/>
            <p:cNvSpPr/>
            <p:nvPr/>
          </p:nvSpPr>
          <p:spPr>
            <a:xfrm>
              <a:off x="1123" y="1711"/>
              <a:ext cx="411" cy="259"/>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69704" name="Rectangle 15"/>
            <p:cNvSpPr/>
            <p:nvPr/>
          </p:nvSpPr>
          <p:spPr>
            <a:xfrm>
              <a:off x="1118" y="1758"/>
              <a:ext cx="14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宋体" panose="02010600030101010101" pitchFamily="2" charset="-122"/>
                </a:rPr>
                <a:t>写</a:t>
              </a:r>
              <a:endParaRPr lang="zh-CN" altLang="en-US" sz="1800" b="0" dirty="0">
                <a:solidFill>
                  <a:schemeClr val="tx1"/>
                </a:solidFill>
                <a:latin typeface="Arial" panose="020B0604020202020204" pitchFamily="34" charset="0"/>
              </a:endParaRPr>
            </a:p>
          </p:txBody>
        </p:sp>
        <p:sp>
          <p:nvSpPr>
            <p:cNvPr id="69705" name="Rectangle 16"/>
            <p:cNvSpPr/>
            <p:nvPr/>
          </p:nvSpPr>
          <p:spPr>
            <a:xfrm>
              <a:off x="1252" y="1752"/>
              <a:ext cx="24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CW</a:t>
              </a:r>
              <a:endParaRPr lang="en-US" altLang="zh-CN" sz="1800" b="0" dirty="0">
                <a:solidFill>
                  <a:schemeClr val="tx1"/>
                </a:solidFill>
                <a:latin typeface="Arial" panose="020B0604020202020204" pitchFamily="34" charset="0"/>
              </a:endParaRPr>
            </a:p>
          </p:txBody>
        </p:sp>
        <p:sp>
          <p:nvSpPr>
            <p:cNvPr id="69706" name="Rectangle 17"/>
            <p:cNvSpPr/>
            <p:nvPr/>
          </p:nvSpPr>
          <p:spPr>
            <a:xfrm>
              <a:off x="552" y="992"/>
              <a:ext cx="295" cy="259"/>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69707" name="Rectangle 18"/>
            <p:cNvSpPr/>
            <p:nvPr/>
          </p:nvSpPr>
          <p:spPr>
            <a:xfrm>
              <a:off x="573" y="1098"/>
              <a:ext cx="28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CLK</a:t>
              </a:r>
              <a:endParaRPr lang="en-US" altLang="zh-CN" sz="1800" b="0" dirty="0">
                <a:solidFill>
                  <a:schemeClr val="tx1"/>
                </a:solidFill>
                <a:latin typeface="Arial" panose="020B0604020202020204" pitchFamily="34" charset="0"/>
              </a:endParaRPr>
            </a:p>
          </p:txBody>
        </p:sp>
        <p:sp>
          <p:nvSpPr>
            <p:cNvPr id="69708" name="Rectangle 19"/>
            <p:cNvSpPr/>
            <p:nvPr/>
          </p:nvSpPr>
          <p:spPr>
            <a:xfrm>
              <a:off x="525" y="1345"/>
              <a:ext cx="1152" cy="413"/>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69709" name="Rectangle 20"/>
            <p:cNvSpPr/>
            <p:nvPr/>
          </p:nvSpPr>
          <p:spPr>
            <a:xfrm>
              <a:off x="546" y="1394"/>
              <a:ext cx="3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69710" name="Rectangle 21"/>
            <p:cNvSpPr/>
            <p:nvPr/>
          </p:nvSpPr>
          <p:spPr>
            <a:xfrm>
              <a:off x="876" y="1443"/>
              <a:ext cx="1296"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宋体" panose="02010600030101010101" pitchFamily="2" charset="-122"/>
                </a:rPr>
                <a:t>（允许计数高电平）</a:t>
              </a:r>
              <a:endParaRPr lang="zh-CN" altLang="en-US" sz="1800" b="0" dirty="0">
                <a:solidFill>
                  <a:schemeClr val="tx1"/>
                </a:solidFill>
                <a:latin typeface="Arial" panose="020B0604020202020204" pitchFamily="34" charset="0"/>
              </a:endParaRPr>
            </a:p>
          </p:txBody>
        </p:sp>
        <p:sp>
          <p:nvSpPr>
            <p:cNvPr id="69711" name="Rectangle 22"/>
            <p:cNvSpPr/>
            <p:nvPr/>
          </p:nvSpPr>
          <p:spPr>
            <a:xfrm>
              <a:off x="614" y="1770"/>
              <a:ext cx="296" cy="26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69712" name="Rectangle 23"/>
            <p:cNvSpPr/>
            <p:nvPr/>
          </p:nvSpPr>
          <p:spPr>
            <a:xfrm>
              <a:off x="636" y="1875"/>
              <a:ext cx="24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grpSp>
          <p:nvGrpSpPr>
            <p:cNvPr id="69713" name="Group 24"/>
            <p:cNvGrpSpPr/>
            <p:nvPr/>
          </p:nvGrpSpPr>
          <p:grpSpPr>
            <a:xfrm>
              <a:off x="944" y="990"/>
              <a:ext cx="4568" cy="450"/>
              <a:chOff x="944" y="990"/>
              <a:chExt cx="4568" cy="450"/>
            </a:xfrm>
          </p:grpSpPr>
          <p:grpSp>
            <p:nvGrpSpPr>
              <p:cNvPr id="69726" name="Group 25"/>
              <p:cNvGrpSpPr/>
              <p:nvPr/>
            </p:nvGrpSpPr>
            <p:grpSpPr>
              <a:xfrm>
                <a:off x="5066" y="1062"/>
                <a:ext cx="446" cy="190"/>
                <a:chOff x="5066" y="1062"/>
                <a:chExt cx="446" cy="190"/>
              </a:xfrm>
            </p:grpSpPr>
            <p:sp>
              <p:nvSpPr>
                <p:cNvPr id="69782" name="Line 26"/>
                <p:cNvSpPr/>
                <p:nvPr/>
              </p:nvSpPr>
              <p:spPr>
                <a:xfrm>
                  <a:off x="5136" y="1062"/>
                  <a:ext cx="149" cy="1"/>
                </a:xfrm>
                <a:prstGeom prst="line">
                  <a:avLst/>
                </a:prstGeom>
                <a:ln w="14288" cap="flat" cmpd="sng">
                  <a:solidFill>
                    <a:srgbClr val="000000"/>
                  </a:solidFill>
                  <a:prstDash val="solid"/>
                  <a:headEnd type="none" w="med" len="med"/>
                  <a:tailEnd type="none" w="med" len="med"/>
                </a:ln>
              </p:spPr>
            </p:sp>
            <p:sp>
              <p:nvSpPr>
                <p:cNvPr id="69783" name="Line 27"/>
                <p:cNvSpPr/>
                <p:nvPr/>
              </p:nvSpPr>
              <p:spPr>
                <a:xfrm flipH="1">
                  <a:off x="5066" y="1062"/>
                  <a:ext cx="70" cy="189"/>
                </a:xfrm>
                <a:prstGeom prst="line">
                  <a:avLst/>
                </a:prstGeom>
                <a:ln w="14288" cap="flat" cmpd="sng">
                  <a:solidFill>
                    <a:srgbClr val="000000"/>
                  </a:solidFill>
                  <a:prstDash val="solid"/>
                  <a:headEnd type="none" w="med" len="med"/>
                  <a:tailEnd type="none" w="med" len="med"/>
                </a:ln>
              </p:spPr>
            </p:sp>
            <p:sp>
              <p:nvSpPr>
                <p:cNvPr id="69784" name="Line 28"/>
                <p:cNvSpPr/>
                <p:nvPr/>
              </p:nvSpPr>
              <p:spPr>
                <a:xfrm>
                  <a:off x="5285" y="1062"/>
                  <a:ext cx="81" cy="189"/>
                </a:xfrm>
                <a:prstGeom prst="line">
                  <a:avLst/>
                </a:prstGeom>
                <a:ln w="14288" cap="flat" cmpd="sng">
                  <a:solidFill>
                    <a:srgbClr val="000000"/>
                  </a:solidFill>
                  <a:prstDash val="solid"/>
                  <a:headEnd type="none" w="med" len="med"/>
                  <a:tailEnd type="none" w="med" len="med"/>
                </a:ln>
              </p:spPr>
            </p:sp>
            <p:sp>
              <p:nvSpPr>
                <p:cNvPr id="69785" name="Line 29"/>
                <p:cNvSpPr/>
                <p:nvPr/>
              </p:nvSpPr>
              <p:spPr>
                <a:xfrm>
                  <a:off x="5363" y="1251"/>
                  <a:ext cx="149" cy="1"/>
                </a:xfrm>
                <a:prstGeom prst="line">
                  <a:avLst/>
                </a:prstGeom>
                <a:ln w="14288" cap="flat" cmpd="sng">
                  <a:solidFill>
                    <a:srgbClr val="000000"/>
                  </a:solidFill>
                  <a:prstDash val="solid"/>
                  <a:headEnd type="none" w="med" len="med"/>
                  <a:tailEnd type="none" w="med" len="med"/>
                </a:ln>
              </p:spPr>
            </p:sp>
          </p:grpSp>
          <p:grpSp>
            <p:nvGrpSpPr>
              <p:cNvPr id="69727" name="Group 30"/>
              <p:cNvGrpSpPr/>
              <p:nvPr/>
            </p:nvGrpSpPr>
            <p:grpSpPr>
              <a:xfrm>
                <a:off x="1093" y="990"/>
                <a:ext cx="3975" cy="248"/>
                <a:chOff x="1093" y="990"/>
                <a:chExt cx="3975" cy="248"/>
              </a:xfrm>
            </p:grpSpPr>
            <p:grpSp>
              <p:nvGrpSpPr>
                <p:cNvPr id="69730" name="Group 31"/>
                <p:cNvGrpSpPr/>
                <p:nvPr/>
              </p:nvGrpSpPr>
              <p:grpSpPr>
                <a:xfrm>
                  <a:off x="1093" y="990"/>
                  <a:ext cx="3529" cy="248"/>
                  <a:chOff x="1093" y="990"/>
                  <a:chExt cx="3529" cy="248"/>
                </a:xfrm>
              </p:grpSpPr>
              <p:grpSp>
                <p:nvGrpSpPr>
                  <p:cNvPr id="69736" name="Group 32"/>
                  <p:cNvGrpSpPr/>
                  <p:nvPr/>
                </p:nvGrpSpPr>
                <p:grpSpPr>
                  <a:xfrm>
                    <a:off x="1093" y="990"/>
                    <a:ext cx="3092" cy="248"/>
                    <a:chOff x="1093" y="990"/>
                    <a:chExt cx="3092" cy="248"/>
                  </a:xfrm>
                </p:grpSpPr>
                <p:grpSp>
                  <p:nvGrpSpPr>
                    <p:cNvPr id="69742" name="Group 33"/>
                    <p:cNvGrpSpPr/>
                    <p:nvPr/>
                  </p:nvGrpSpPr>
                  <p:grpSpPr>
                    <a:xfrm>
                      <a:off x="1093" y="990"/>
                      <a:ext cx="2647" cy="237"/>
                      <a:chOff x="1093" y="990"/>
                      <a:chExt cx="2647" cy="237"/>
                    </a:xfrm>
                  </p:grpSpPr>
                  <p:grpSp>
                    <p:nvGrpSpPr>
                      <p:cNvPr id="69748" name="Group 34"/>
                      <p:cNvGrpSpPr/>
                      <p:nvPr/>
                    </p:nvGrpSpPr>
                    <p:grpSpPr>
                      <a:xfrm>
                        <a:off x="1093" y="990"/>
                        <a:ext cx="2201" cy="226"/>
                        <a:chOff x="1093" y="990"/>
                        <a:chExt cx="2201" cy="226"/>
                      </a:xfrm>
                    </p:grpSpPr>
                    <p:grpSp>
                      <p:nvGrpSpPr>
                        <p:cNvPr id="69754" name="Group 35"/>
                        <p:cNvGrpSpPr/>
                        <p:nvPr/>
                      </p:nvGrpSpPr>
                      <p:grpSpPr>
                        <a:xfrm>
                          <a:off x="1093" y="990"/>
                          <a:ext cx="1756" cy="215"/>
                          <a:chOff x="1093" y="990"/>
                          <a:chExt cx="1756" cy="215"/>
                        </a:xfrm>
                      </p:grpSpPr>
                      <p:grpSp>
                        <p:nvGrpSpPr>
                          <p:cNvPr id="69760" name="Group 36"/>
                          <p:cNvGrpSpPr/>
                          <p:nvPr/>
                        </p:nvGrpSpPr>
                        <p:grpSpPr>
                          <a:xfrm>
                            <a:off x="1093" y="990"/>
                            <a:ext cx="1310" cy="203"/>
                            <a:chOff x="1093" y="990"/>
                            <a:chExt cx="1310" cy="203"/>
                          </a:xfrm>
                        </p:grpSpPr>
                        <p:grpSp>
                          <p:nvGrpSpPr>
                            <p:cNvPr id="69766" name="Group 37"/>
                            <p:cNvGrpSpPr/>
                            <p:nvPr/>
                          </p:nvGrpSpPr>
                          <p:grpSpPr>
                            <a:xfrm>
                              <a:off x="1093" y="990"/>
                              <a:ext cx="882" cy="191"/>
                              <a:chOff x="1093" y="990"/>
                              <a:chExt cx="882" cy="191"/>
                            </a:xfrm>
                          </p:grpSpPr>
                          <p:grpSp>
                            <p:nvGrpSpPr>
                              <p:cNvPr id="69772" name="Group 38"/>
                              <p:cNvGrpSpPr/>
                              <p:nvPr/>
                            </p:nvGrpSpPr>
                            <p:grpSpPr>
                              <a:xfrm>
                                <a:off x="1093" y="990"/>
                                <a:ext cx="445" cy="191"/>
                                <a:chOff x="1093" y="990"/>
                                <a:chExt cx="445" cy="191"/>
                              </a:xfrm>
                            </p:grpSpPr>
                            <p:sp>
                              <p:nvSpPr>
                                <p:cNvPr id="69778" name="Line 39"/>
                                <p:cNvSpPr/>
                                <p:nvPr/>
                              </p:nvSpPr>
                              <p:spPr>
                                <a:xfrm>
                                  <a:off x="1163" y="990"/>
                                  <a:ext cx="148" cy="2"/>
                                </a:xfrm>
                                <a:prstGeom prst="line">
                                  <a:avLst/>
                                </a:prstGeom>
                                <a:ln w="14288" cap="flat" cmpd="sng">
                                  <a:solidFill>
                                    <a:srgbClr val="000000"/>
                                  </a:solidFill>
                                  <a:prstDash val="solid"/>
                                  <a:headEnd type="none" w="med" len="med"/>
                                  <a:tailEnd type="none" w="med" len="med"/>
                                </a:ln>
                              </p:spPr>
                            </p:sp>
                            <p:sp>
                              <p:nvSpPr>
                                <p:cNvPr id="69779" name="Line 40"/>
                                <p:cNvSpPr/>
                                <p:nvPr/>
                              </p:nvSpPr>
                              <p:spPr>
                                <a:xfrm flipH="1">
                                  <a:off x="1093" y="990"/>
                                  <a:ext cx="70" cy="189"/>
                                </a:xfrm>
                                <a:prstGeom prst="line">
                                  <a:avLst/>
                                </a:prstGeom>
                                <a:ln w="14288" cap="flat" cmpd="sng">
                                  <a:solidFill>
                                    <a:srgbClr val="000000"/>
                                  </a:solidFill>
                                  <a:prstDash val="solid"/>
                                  <a:headEnd type="none" w="med" len="med"/>
                                  <a:tailEnd type="none" w="med" len="med"/>
                                </a:ln>
                              </p:spPr>
                            </p:sp>
                            <p:sp>
                              <p:nvSpPr>
                                <p:cNvPr id="69780" name="Line 41"/>
                                <p:cNvSpPr/>
                                <p:nvPr/>
                              </p:nvSpPr>
                              <p:spPr>
                                <a:xfrm>
                                  <a:off x="1311" y="990"/>
                                  <a:ext cx="82" cy="189"/>
                                </a:xfrm>
                                <a:prstGeom prst="line">
                                  <a:avLst/>
                                </a:prstGeom>
                                <a:ln w="14288" cap="flat" cmpd="sng">
                                  <a:solidFill>
                                    <a:srgbClr val="000000"/>
                                  </a:solidFill>
                                  <a:prstDash val="solid"/>
                                  <a:headEnd type="none" w="med" len="med"/>
                                  <a:tailEnd type="none" w="med" len="med"/>
                                </a:ln>
                              </p:spPr>
                            </p:sp>
                            <p:sp>
                              <p:nvSpPr>
                                <p:cNvPr id="69781" name="Line 42"/>
                                <p:cNvSpPr/>
                                <p:nvPr/>
                              </p:nvSpPr>
                              <p:spPr>
                                <a:xfrm>
                                  <a:off x="1390" y="1179"/>
                                  <a:ext cx="148" cy="2"/>
                                </a:xfrm>
                                <a:prstGeom prst="line">
                                  <a:avLst/>
                                </a:prstGeom>
                                <a:ln w="14288" cap="flat" cmpd="sng">
                                  <a:solidFill>
                                    <a:srgbClr val="000000"/>
                                  </a:solidFill>
                                  <a:prstDash val="solid"/>
                                  <a:headEnd type="none" w="med" len="med"/>
                                  <a:tailEnd type="none" w="med" len="med"/>
                                </a:ln>
                              </p:spPr>
                            </p:sp>
                          </p:grpSp>
                          <p:grpSp>
                            <p:nvGrpSpPr>
                              <p:cNvPr id="69773" name="Group 43"/>
                              <p:cNvGrpSpPr/>
                              <p:nvPr/>
                            </p:nvGrpSpPr>
                            <p:grpSpPr>
                              <a:xfrm>
                                <a:off x="1530" y="990"/>
                                <a:ext cx="445" cy="191"/>
                                <a:chOff x="1530" y="990"/>
                                <a:chExt cx="445" cy="191"/>
                              </a:xfrm>
                            </p:grpSpPr>
                            <p:sp>
                              <p:nvSpPr>
                                <p:cNvPr id="69774" name="Line 44"/>
                                <p:cNvSpPr/>
                                <p:nvPr/>
                              </p:nvSpPr>
                              <p:spPr>
                                <a:xfrm>
                                  <a:off x="1600" y="990"/>
                                  <a:ext cx="148" cy="2"/>
                                </a:xfrm>
                                <a:prstGeom prst="line">
                                  <a:avLst/>
                                </a:prstGeom>
                                <a:ln w="14288" cap="flat" cmpd="sng">
                                  <a:solidFill>
                                    <a:srgbClr val="000000"/>
                                  </a:solidFill>
                                  <a:prstDash val="solid"/>
                                  <a:headEnd type="none" w="med" len="med"/>
                                  <a:tailEnd type="none" w="med" len="med"/>
                                </a:ln>
                              </p:spPr>
                            </p:sp>
                            <p:sp>
                              <p:nvSpPr>
                                <p:cNvPr id="69775" name="Line 45"/>
                                <p:cNvSpPr/>
                                <p:nvPr/>
                              </p:nvSpPr>
                              <p:spPr>
                                <a:xfrm flipH="1">
                                  <a:off x="1530" y="990"/>
                                  <a:ext cx="70" cy="189"/>
                                </a:xfrm>
                                <a:prstGeom prst="line">
                                  <a:avLst/>
                                </a:prstGeom>
                                <a:ln w="14288" cap="flat" cmpd="sng">
                                  <a:solidFill>
                                    <a:srgbClr val="000000"/>
                                  </a:solidFill>
                                  <a:prstDash val="solid"/>
                                  <a:headEnd type="none" w="med" len="med"/>
                                  <a:tailEnd type="none" w="med" len="med"/>
                                </a:ln>
                              </p:spPr>
                            </p:sp>
                            <p:sp>
                              <p:nvSpPr>
                                <p:cNvPr id="69776" name="Line 46"/>
                                <p:cNvSpPr/>
                                <p:nvPr/>
                              </p:nvSpPr>
                              <p:spPr>
                                <a:xfrm>
                                  <a:off x="1748" y="990"/>
                                  <a:ext cx="80" cy="189"/>
                                </a:xfrm>
                                <a:prstGeom prst="line">
                                  <a:avLst/>
                                </a:prstGeom>
                                <a:ln w="14288" cap="flat" cmpd="sng">
                                  <a:solidFill>
                                    <a:srgbClr val="000000"/>
                                  </a:solidFill>
                                  <a:prstDash val="solid"/>
                                  <a:headEnd type="none" w="med" len="med"/>
                                  <a:tailEnd type="none" w="med" len="med"/>
                                </a:ln>
                              </p:spPr>
                            </p:sp>
                            <p:sp>
                              <p:nvSpPr>
                                <p:cNvPr id="69777" name="Line 47"/>
                                <p:cNvSpPr/>
                                <p:nvPr/>
                              </p:nvSpPr>
                              <p:spPr>
                                <a:xfrm>
                                  <a:off x="1827" y="1179"/>
                                  <a:ext cx="148" cy="2"/>
                                </a:xfrm>
                                <a:prstGeom prst="line">
                                  <a:avLst/>
                                </a:prstGeom>
                                <a:ln w="14288" cap="flat" cmpd="sng">
                                  <a:solidFill>
                                    <a:srgbClr val="000000"/>
                                  </a:solidFill>
                                  <a:prstDash val="solid"/>
                                  <a:headEnd type="none" w="med" len="med"/>
                                  <a:tailEnd type="none" w="med" len="med"/>
                                </a:ln>
                              </p:spPr>
                            </p:sp>
                          </p:grpSp>
                        </p:grpSp>
                        <p:grpSp>
                          <p:nvGrpSpPr>
                            <p:cNvPr id="69767" name="Group 48"/>
                            <p:cNvGrpSpPr/>
                            <p:nvPr/>
                          </p:nvGrpSpPr>
                          <p:grpSpPr>
                            <a:xfrm>
                              <a:off x="1957" y="1004"/>
                              <a:ext cx="446" cy="189"/>
                              <a:chOff x="1957" y="1004"/>
                              <a:chExt cx="446" cy="189"/>
                            </a:xfrm>
                          </p:grpSpPr>
                          <p:sp>
                            <p:nvSpPr>
                              <p:cNvPr id="69768" name="Line 49"/>
                              <p:cNvSpPr/>
                              <p:nvPr/>
                            </p:nvSpPr>
                            <p:spPr>
                              <a:xfrm>
                                <a:off x="2027" y="1004"/>
                                <a:ext cx="148" cy="1"/>
                              </a:xfrm>
                              <a:prstGeom prst="line">
                                <a:avLst/>
                              </a:prstGeom>
                              <a:ln w="14288" cap="flat" cmpd="sng">
                                <a:solidFill>
                                  <a:srgbClr val="000000"/>
                                </a:solidFill>
                                <a:prstDash val="solid"/>
                                <a:headEnd type="none" w="med" len="med"/>
                                <a:tailEnd type="none" w="med" len="med"/>
                              </a:ln>
                            </p:spPr>
                          </p:sp>
                          <p:sp>
                            <p:nvSpPr>
                              <p:cNvPr id="69769" name="Line 50"/>
                              <p:cNvSpPr/>
                              <p:nvPr/>
                            </p:nvSpPr>
                            <p:spPr>
                              <a:xfrm flipH="1">
                                <a:off x="1957" y="1004"/>
                                <a:ext cx="70" cy="188"/>
                              </a:xfrm>
                              <a:prstGeom prst="line">
                                <a:avLst/>
                              </a:prstGeom>
                              <a:ln w="14288" cap="flat" cmpd="sng">
                                <a:solidFill>
                                  <a:srgbClr val="000000"/>
                                </a:solidFill>
                                <a:prstDash val="solid"/>
                                <a:headEnd type="none" w="med" len="med"/>
                                <a:tailEnd type="none" w="med" len="med"/>
                              </a:ln>
                            </p:spPr>
                          </p:sp>
                          <p:sp>
                            <p:nvSpPr>
                              <p:cNvPr id="69770" name="Line 51"/>
                              <p:cNvSpPr/>
                              <p:nvPr/>
                            </p:nvSpPr>
                            <p:spPr>
                              <a:xfrm>
                                <a:off x="2175" y="1004"/>
                                <a:ext cx="81" cy="188"/>
                              </a:xfrm>
                              <a:prstGeom prst="line">
                                <a:avLst/>
                              </a:prstGeom>
                              <a:ln w="14288" cap="flat" cmpd="sng">
                                <a:solidFill>
                                  <a:srgbClr val="000000"/>
                                </a:solidFill>
                                <a:prstDash val="solid"/>
                                <a:headEnd type="none" w="med" len="med"/>
                                <a:tailEnd type="none" w="med" len="med"/>
                              </a:ln>
                            </p:spPr>
                          </p:sp>
                          <p:sp>
                            <p:nvSpPr>
                              <p:cNvPr id="69771" name="Line 52"/>
                              <p:cNvSpPr/>
                              <p:nvPr/>
                            </p:nvSpPr>
                            <p:spPr>
                              <a:xfrm>
                                <a:off x="2254" y="1192"/>
                                <a:ext cx="149" cy="1"/>
                              </a:xfrm>
                              <a:prstGeom prst="line">
                                <a:avLst/>
                              </a:prstGeom>
                              <a:ln w="14288" cap="flat" cmpd="sng">
                                <a:solidFill>
                                  <a:srgbClr val="000000"/>
                                </a:solidFill>
                                <a:prstDash val="solid"/>
                                <a:headEnd type="none" w="med" len="med"/>
                                <a:tailEnd type="none" w="med" len="med"/>
                              </a:ln>
                            </p:spPr>
                          </p:sp>
                        </p:grpSp>
                      </p:grpSp>
                      <p:grpSp>
                        <p:nvGrpSpPr>
                          <p:cNvPr id="69761" name="Group 53"/>
                          <p:cNvGrpSpPr/>
                          <p:nvPr/>
                        </p:nvGrpSpPr>
                        <p:grpSpPr>
                          <a:xfrm>
                            <a:off x="2403" y="1015"/>
                            <a:ext cx="446" cy="190"/>
                            <a:chOff x="2403" y="1015"/>
                            <a:chExt cx="446" cy="190"/>
                          </a:xfrm>
                        </p:grpSpPr>
                        <p:sp>
                          <p:nvSpPr>
                            <p:cNvPr id="69762" name="Line 54"/>
                            <p:cNvSpPr/>
                            <p:nvPr/>
                          </p:nvSpPr>
                          <p:spPr>
                            <a:xfrm>
                              <a:off x="2472" y="1015"/>
                              <a:ext cx="148" cy="1"/>
                            </a:xfrm>
                            <a:prstGeom prst="line">
                              <a:avLst/>
                            </a:prstGeom>
                            <a:ln w="14288" cap="flat" cmpd="sng">
                              <a:solidFill>
                                <a:srgbClr val="000000"/>
                              </a:solidFill>
                              <a:prstDash val="solid"/>
                              <a:headEnd type="none" w="med" len="med"/>
                              <a:tailEnd type="none" w="med" len="med"/>
                            </a:ln>
                          </p:spPr>
                        </p:sp>
                        <p:sp>
                          <p:nvSpPr>
                            <p:cNvPr id="69763" name="Line 55"/>
                            <p:cNvSpPr/>
                            <p:nvPr/>
                          </p:nvSpPr>
                          <p:spPr>
                            <a:xfrm flipH="1">
                              <a:off x="2403" y="1015"/>
                              <a:ext cx="69" cy="189"/>
                            </a:xfrm>
                            <a:prstGeom prst="line">
                              <a:avLst/>
                            </a:prstGeom>
                            <a:ln w="14288" cap="flat" cmpd="sng">
                              <a:solidFill>
                                <a:srgbClr val="000000"/>
                              </a:solidFill>
                              <a:prstDash val="solid"/>
                              <a:headEnd type="none" w="med" len="med"/>
                              <a:tailEnd type="none" w="med" len="med"/>
                            </a:ln>
                          </p:spPr>
                        </p:sp>
                        <p:sp>
                          <p:nvSpPr>
                            <p:cNvPr id="69764" name="Line 56"/>
                            <p:cNvSpPr/>
                            <p:nvPr/>
                          </p:nvSpPr>
                          <p:spPr>
                            <a:xfrm>
                              <a:off x="2620" y="1015"/>
                              <a:ext cx="82" cy="189"/>
                            </a:xfrm>
                            <a:prstGeom prst="line">
                              <a:avLst/>
                            </a:prstGeom>
                            <a:ln w="14288" cap="flat" cmpd="sng">
                              <a:solidFill>
                                <a:srgbClr val="000000"/>
                              </a:solidFill>
                              <a:prstDash val="solid"/>
                              <a:headEnd type="none" w="med" len="med"/>
                              <a:tailEnd type="none" w="med" len="med"/>
                            </a:ln>
                          </p:spPr>
                        </p:sp>
                        <p:sp>
                          <p:nvSpPr>
                            <p:cNvPr id="69765" name="Line 57"/>
                            <p:cNvSpPr/>
                            <p:nvPr/>
                          </p:nvSpPr>
                          <p:spPr>
                            <a:xfrm>
                              <a:off x="2699" y="1204"/>
                              <a:ext cx="150" cy="1"/>
                            </a:xfrm>
                            <a:prstGeom prst="line">
                              <a:avLst/>
                            </a:prstGeom>
                            <a:ln w="14288" cap="flat" cmpd="sng">
                              <a:solidFill>
                                <a:srgbClr val="000000"/>
                              </a:solidFill>
                              <a:prstDash val="solid"/>
                              <a:headEnd type="none" w="med" len="med"/>
                              <a:tailEnd type="none" w="med" len="med"/>
                            </a:ln>
                          </p:spPr>
                        </p:sp>
                      </p:grpSp>
                    </p:grpSp>
                    <p:grpSp>
                      <p:nvGrpSpPr>
                        <p:cNvPr id="69755" name="Group 58"/>
                        <p:cNvGrpSpPr/>
                        <p:nvPr/>
                      </p:nvGrpSpPr>
                      <p:grpSpPr>
                        <a:xfrm>
                          <a:off x="2849" y="1026"/>
                          <a:ext cx="445" cy="190"/>
                          <a:chOff x="2849" y="1026"/>
                          <a:chExt cx="445" cy="190"/>
                        </a:xfrm>
                      </p:grpSpPr>
                      <p:sp>
                        <p:nvSpPr>
                          <p:cNvPr id="69756" name="Line 59"/>
                          <p:cNvSpPr/>
                          <p:nvPr/>
                        </p:nvSpPr>
                        <p:spPr>
                          <a:xfrm>
                            <a:off x="2917" y="1026"/>
                            <a:ext cx="150" cy="1"/>
                          </a:xfrm>
                          <a:prstGeom prst="line">
                            <a:avLst/>
                          </a:prstGeom>
                          <a:ln w="14288" cap="flat" cmpd="sng">
                            <a:solidFill>
                              <a:srgbClr val="000000"/>
                            </a:solidFill>
                            <a:prstDash val="solid"/>
                            <a:headEnd type="none" w="med" len="med"/>
                            <a:tailEnd type="none" w="med" len="med"/>
                          </a:ln>
                        </p:spPr>
                      </p:sp>
                      <p:sp>
                        <p:nvSpPr>
                          <p:cNvPr id="69757" name="Line 60"/>
                          <p:cNvSpPr/>
                          <p:nvPr/>
                        </p:nvSpPr>
                        <p:spPr>
                          <a:xfrm flipH="1">
                            <a:off x="2849" y="1026"/>
                            <a:ext cx="68" cy="189"/>
                          </a:xfrm>
                          <a:prstGeom prst="line">
                            <a:avLst/>
                          </a:prstGeom>
                          <a:ln w="14288" cap="flat" cmpd="sng">
                            <a:solidFill>
                              <a:srgbClr val="000000"/>
                            </a:solidFill>
                            <a:prstDash val="solid"/>
                            <a:headEnd type="none" w="med" len="med"/>
                            <a:tailEnd type="none" w="med" len="med"/>
                          </a:ln>
                        </p:spPr>
                      </p:sp>
                      <p:sp>
                        <p:nvSpPr>
                          <p:cNvPr id="69758" name="Line 61"/>
                          <p:cNvSpPr/>
                          <p:nvPr/>
                        </p:nvSpPr>
                        <p:spPr>
                          <a:xfrm>
                            <a:off x="3067" y="1026"/>
                            <a:ext cx="80" cy="189"/>
                          </a:xfrm>
                          <a:prstGeom prst="line">
                            <a:avLst/>
                          </a:prstGeom>
                          <a:ln w="14288" cap="flat" cmpd="sng">
                            <a:solidFill>
                              <a:srgbClr val="000000"/>
                            </a:solidFill>
                            <a:prstDash val="solid"/>
                            <a:headEnd type="none" w="med" len="med"/>
                            <a:tailEnd type="none" w="med" len="med"/>
                          </a:ln>
                        </p:spPr>
                      </p:sp>
                      <p:sp>
                        <p:nvSpPr>
                          <p:cNvPr id="69759" name="Line 62"/>
                          <p:cNvSpPr/>
                          <p:nvPr/>
                        </p:nvSpPr>
                        <p:spPr>
                          <a:xfrm>
                            <a:off x="3146" y="1215"/>
                            <a:ext cx="148" cy="1"/>
                          </a:xfrm>
                          <a:prstGeom prst="line">
                            <a:avLst/>
                          </a:prstGeom>
                          <a:ln w="14288" cap="flat" cmpd="sng">
                            <a:solidFill>
                              <a:srgbClr val="000000"/>
                            </a:solidFill>
                            <a:prstDash val="solid"/>
                            <a:headEnd type="none" w="med" len="med"/>
                            <a:tailEnd type="none" w="med" len="med"/>
                          </a:ln>
                        </p:spPr>
                      </p:sp>
                    </p:grpSp>
                  </p:grpSp>
                  <p:grpSp>
                    <p:nvGrpSpPr>
                      <p:cNvPr id="69749" name="Group 63"/>
                      <p:cNvGrpSpPr/>
                      <p:nvPr/>
                    </p:nvGrpSpPr>
                    <p:grpSpPr>
                      <a:xfrm>
                        <a:off x="3294" y="1037"/>
                        <a:ext cx="446" cy="190"/>
                        <a:chOff x="3294" y="1037"/>
                        <a:chExt cx="446" cy="190"/>
                      </a:xfrm>
                    </p:grpSpPr>
                    <p:sp>
                      <p:nvSpPr>
                        <p:cNvPr id="69750" name="Line 64"/>
                        <p:cNvSpPr/>
                        <p:nvPr/>
                      </p:nvSpPr>
                      <p:spPr>
                        <a:xfrm>
                          <a:off x="3363" y="1037"/>
                          <a:ext cx="150" cy="1"/>
                        </a:xfrm>
                        <a:prstGeom prst="line">
                          <a:avLst/>
                        </a:prstGeom>
                        <a:ln w="14288" cap="flat" cmpd="sng">
                          <a:solidFill>
                            <a:srgbClr val="000000"/>
                          </a:solidFill>
                          <a:prstDash val="solid"/>
                          <a:headEnd type="none" w="med" len="med"/>
                          <a:tailEnd type="none" w="med" len="med"/>
                        </a:ln>
                      </p:spPr>
                    </p:sp>
                    <p:sp>
                      <p:nvSpPr>
                        <p:cNvPr id="69751" name="Line 65"/>
                        <p:cNvSpPr/>
                        <p:nvPr/>
                      </p:nvSpPr>
                      <p:spPr>
                        <a:xfrm flipH="1">
                          <a:off x="3294" y="1037"/>
                          <a:ext cx="69" cy="189"/>
                        </a:xfrm>
                        <a:prstGeom prst="line">
                          <a:avLst/>
                        </a:prstGeom>
                        <a:ln w="14288" cap="flat" cmpd="sng">
                          <a:solidFill>
                            <a:srgbClr val="000000"/>
                          </a:solidFill>
                          <a:prstDash val="solid"/>
                          <a:headEnd type="none" w="med" len="med"/>
                          <a:tailEnd type="none" w="med" len="med"/>
                        </a:ln>
                      </p:spPr>
                    </p:sp>
                    <p:sp>
                      <p:nvSpPr>
                        <p:cNvPr id="69752" name="Line 66"/>
                        <p:cNvSpPr/>
                        <p:nvPr/>
                      </p:nvSpPr>
                      <p:spPr>
                        <a:xfrm>
                          <a:off x="3513" y="1037"/>
                          <a:ext cx="80" cy="189"/>
                        </a:xfrm>
                        <a:prstGeom prst="line">
                          <a:avLst/>
                        </a:prstGeom>
                        <a:ln w="14288" cap="flat" cmpd="sng">
                          <a:solidFill>
                            <a:srgbClr val="000000"/>
                          </a:solidFill>
                          <a:prstDash val="solid"/>
                          <a:headEnd type="none" w="med" len="med"/>
                          <a:tailEnd type="none" w="med" len="med"/>
                        </a:ln>
                      </p:spPr>
                    </p:sp>
                    <p:sp>
                      <p:nvSpPr>
                        <p:cNvPr id="69753" name="Line 67"/>
                        <p:cNvSpPr/>
                        <p:nvPr/>
                      </p:nvSpPr>
                      <p:spPr>
                        <a:xfrm>
                          <a:off x="3591" y="1226"/>
                          <a:ext cx="149" cy="1"/>
                        </a:xfrm>
                        <a:prstGeom prst="line">
                          <a:avLst/>
                        </a:prstGeom>
                        <a:ln w="14288" cap="flat" cmpd="sng">
                          <a:solidFill>
                            <a:srgbClr val="000000"/>
                          </a:solidFill>
                          <a:prstDash val="solid"/>
                          <a:headEnd type="none" w="med" len="med"/>
                          <a:tailEnd type="none" w="med" len="med"/>
                        </a:ln>
                      </p:spPr>
                    </p:sp>
                  </p:grpSp>
                </p:grpSp>
                <p:grpSp>
                  <p:nvGrpSpPr>
                    <p:cNvPr id="69743" name="Group 68"/>
                    <p:cNvGrpSpPr/>
                    <p:nvPr/>
                  </p:nvGrpSpPr>
                  <p:grpSpPr>
                    <a:xfrm>
                      <a:off x="3740" y="1049"/>
                      <a:ext cx="445" cy="189"/>
                      <a:chOff x="3740" y="1049"/>
                      <a:chExt cx="445" cy="189"/>
                    </a:xfrm>
                  </p:grpSpPr>
                  <p:sp>
                    <p:nvSpPr>
                      <p:cNvPr id="69744" name="Line 69"/>
                      <p:cNvSpPr/>
                      <p:nvPr/>
                    </p:nvSpPr>
                    <p:spPr>
                      <a:xfrm>
                        <a:off x="3810" y="1049"/>
                        <a:ext cx="148" cy="1"/>
                      </a:xfrm>
                      <a:prstGeom prst="line">
                        <a:avLst/>
                      </a:prstGeom>
                      <a:ln w="14288" cap="flat" cmpd="sng">
                        <a:solidFill>
                          <a:srgbClr val="000000"/>
                        </a:solidFill>
                        <a:prstDash val="solid"/>
                        <a:headEnd type="none" w="med" len="med"/>
                        <a:tailEnd type="none" w="med" len="med"/>
                      </a:ln>
                    </p:spPr>
                  </p:sp>
                  <p:sp>
                    <p:nvSpPr>
                      <p:cNvPr id="69745" name="Line 70"/>
                      <p:cNvSpPr/>
                      <p:nvPr/>
                    </p:nvSpPr>
                    <p:spPr>
                      <a:xfrm flipH="1">
                        <a:off x="3740" y="1049"/>
                        <a:ext cx="70" cy="188"/>
                      </a:xfrm>
                      <a:prstGeom prst="line">
                        <a:avLst/>
                      </a:prstGeom>
                      <a:ln w="14288" cap="flat" cmpd="sng">
                        <a:solidFill>
                          <a:srgbClr val="000000"/>
                        </a:solidFill>
                        <a:prstDash val="solid"/>
                        <a:headEnd type="none" w="med" len="med"/>
                        <a:tailEnd type="none" w="med" len="med"/>
                      </a:ln>
                    </p:spPr>
                  </p:sp>
                  <p:sp>
                    <p:nvSpPr>
                      <p:cNvPr id="69746" name="Line 71"/>
                      <p:cNvSpPr/>
                      <p:nvPr/>
                    </p:nvSpPr>
                    <p:spPr>
                      <a:xfrm>
                        <a:off x="3958" y="1049"/>
                        <a:ext cx="80" cy="188"/>
                      </a:xfrm>
                      <a:prstGeom prst="line">
                        <a:avLst/>
                      </a:prstGeom>
                      <a:ln w="14288" cap="flat" cmpd="sng">
                        <a:solidFill>
                          <a:srgbClr val="000000"/>
                        </a:solidFill>
                        <a:prstDash val="solid"/>
                        <a:headEnd type="none" w="med" len="med"/>
                        <a:tailEnd type="none" w="med" len="med"/>
                      </a:ln>
                    </p:spPr>
                  </p:sp>
                  <p:sp>
                    <p:nvSpPr>
                      <p:cNvPr id="69747" name="Line 72"/>
                      <p:cNvSpPr/>
                      <p:nvPr/>
                    </p:nvSpPr>
                    <p:spPr>
                      <a:xfrm>
                        <a:off x="4037" y="1237"/>
                        <a:ext cx="148" cy="1"/>
                      </a:xfrm>
                      <a:prstGeom prst="line">
                        <a:avLst/>
                      </a:prstGeom>
                      <a:ln w="14288" cap="flat" cmpd="sng">
                        <a:solidFill>
                          <a:srgbClr val="000000"/>
                        </a:solidFill>
                        <a:prstDash val="solid"/>
                        <a:headEnd type="none" w="med" len="med"/>
                        <a:tailEnd type="none" w="med" len="med"/>
                      </a:ln>
                    </p:spPr>
                  </p:sp>
                </p:grpSp>
              </p:grpSp>
              <p:grpSp>
                <p:nvGrpSpPr>
                  <p:cNvPr id="69737" name="Group 73"/>
                  <p:cNvGrpSpPr/>
                  <p:nvPr/>
                </p:nvGrpSpPr>
                <p:grpSpPr>
                  <a:xfrm>
                    <a:off x="4177" y="1049"/>
                    <a:ext cx="445" cy="189"/>
                    <a:chOff x="4177" y="1049"/>
                    <a:chExt cx="445" cy="189"/>
                  </a:xfrm>
                </p:grpSpPr>
                <p:sp>
                  <p:nvSpPr>
                    <p:cNvPr id="69738" name="Line 74"/>
                    <p:cNvSpPr/>
                    <p:nvPr/>
                  </p:nvSpPr>
                  <p:spPr>
                    <a:xfrm>
                      <a:off x="4245" y="1049"/>
                      <a:ext cx="150" cy="1"/>
                    </a:xfrm>
                    <a:prstGeom prst="line">
                      <a:avLst/>
                    </a:prstGeom>
                    <a:ln w="14288" cap="flat" cmpd="sng">
                      <a:solidFill>
                        <a:srgbClr val="000000"/>
                      </a:solidFill>
                      <a:prstDash val="solid"/>
                      <a:headEnd type="none" w="med" len="med"/>
                      <a:tailEnd type="none" w="med" len="med"/>
                    </a:ln>
                  </p:spPr>
                </p:sp>
                <p:sp>
                  <p:nvSpPr>
                    <p:cNvPr id="69739" name="Line 75"/>
                    <p:cNvSpPr/>
                    <p:nvPr/>
                  </p:nvSpPr>
                  <p:spPr>
                    <a:xfrm flipH="1">
                      <a:off x="4177" y="1049"/>
                      <a:ext cx="68" cy="188"/>
                    </a:xfrm>
                    <a:prstGeom prst="line">
                      <a:avLst/>
                    </a:prstGeom>
                    <a:ln w="14288" cap="flat" cmpd="sng">
                      <a:solidFill>
                        <a:srgbClr val="000000"/>
                      </a:solidFill>
                      <a:prstDash val="solid"/>
                      <a:headEnd type="none" w="med" len="med"/>
                      <a:tailEnd type="none" w="med" len="med"/>
                    </a:ln>
                  </p:spPr>
                </p:sp>
                <p:sp>
                  <p:nvSpPr>
                    <p:cNvPr id="69740" name="Line 76"/>
                    <p:cNvSpPr/>
                    <p:nvPr/>
                  </p:nvSpPr>
                  <p:spPr>
                    <a:xfrm>
                      <a:off x="4395" y="1049"/>
                      <a:ext cx="80" cy="188"/>
                    </a:xfrm>
                    <a:prstGeom prst="line">
                      <a:avLst/>
                    </a:prstGeom>
                    <a:ln w="14288" cap="flat" cmpd="sng">
                      <a:solidFill>
                        <a:srgbClr val="000000"/>
                      </a:solidFill>
                      <a:prstDash val="solid"/>
                      <a:headEnd type="none" w="med" len="med"/>
                      <a:tailEnd type="none" w="med" len="med"/>
                    </a:ln>
                  </p:spPr>
                </p:sp>
                <p:sp>
                  <p:nvSpPr>
                    <p:cNvPr id="69741" name="Line 77"/>
                    <p:cNvSpPr/>
                    <p:nvPr/>
                  </p:nvSpPr>
                  <p:spPr>
                    <a:xfrm>
                      <a:off x="4474" y="1237"/>
                      <a:ext cx="148" cy="1"/>
                    </a:xfrm>
                    <a:prstGeom prst="line">
                      <a:avLst/>
                    </a:prstGeom>
                    <a:ln w="14288" cap="flat" cmpd="sng">
                      <a:solidFill>
                        <a:srgbClr val="000000"/>
                      </a:solidFill>
                      <a:prstDash val="solid"/>
                      <a:headEnd type="none" w="med" len="med"/>
                      <a:tailEnd type="none" w="med" len="med"/>
                    </a:ln>
                  </p:spPr>
                </p:sp>
              </p:grpSp>
            </p:grpSp>
            <p:grpSp>
              <p:nvGrpSpPr>
                <p:cNvPr id="69731" name="Group 78"/>
                <p:cNvGrpSpPr/>
                <p:nvPr/>
              </p:nvGrpSpPr>
              <p:grpSpPr>
                <a:xfrm>
                  <a:off x="4622" y="1049"/>
                  <a:ext cx="446" cy="189"/>
                  <a:chOff x="4622" y="1049"/>
                  <a:chExt cx="446" cy="189"/>
                </a:xfrm>
              </p:grpSpPr>
              <p:sp>
                <p:nvSpPr>
                  <p:cNvPr id="69732" name="Line 79"/>
                  <p:cNvSpPr/>
                  <p:nvPr/>
                </p:nvSpPr>
                <p:spPr>
                  <a:xfrm>
                    <a:off x="4691" y="1049"/>
                    <a:ext cx="150" cy="1"/>
                  </a:xfrm>
                  <a:prstGeom prst="line">
                    <a:avLst/>
                  </a:prstGeom>
                  <a:ln w="14288" cap="flat" cmpd="sng">
                    <a:solidFill>
                      <a:srgbClr val="000000"/>
                    </a:solidFill>
                    <a:prstDash val="solid"/>
                    <a:headEnd type="none" w="med" len="med"/>
                    <a:tailEnd type="none" w="med" len="med"/>
                  </a:ln>
                </p:spPr>
              </p:sp>
              <p:sp>
                <p:nvSpPr>
                  <p:cNvPr id="69733" name="Line 80"/>
                  <p:cNvSpPr/>
                  <p:nvPr/>
                </p:nvSpPr>
                <p:spPr>
                  <a:xfrm flipH="1">
                    <a:off x="4622" y="1049"/>
                    <a:ext cx="69" cy="188"/>
                  </a:xfrm>
                  <a:prstGeom prst="line">
                    <a:avLst/>
                  </a:prstGeom>
                  <a:ln w="14288" cap="flat" cmpd="sng">
                    <a:solidFill>
                      <a:srgbClr val="000000"/>
                    </a:solidFill>
                    <a:prstDash val="solid"/>
                    <a:headEnd type="none" w="med" len="med"/>
                    <a:tailEnd type="none" w="med" len="med"/>
                  </a:ln>
                </p:spPr>
              </p:sp>
              <p:sp>
                <p:nvSpPr>
                  <p:cNvPr id="69734" name="Line 81"/>
                  <p:cNvSpPr/>
                  <p:nvPr/>
                </p:nvSpPr>
                <p:spPr>
                  <a:xfrm>
                    <a:off x="4841" y="1049"/>
                    <a:ext cx="79" cy="188"/>
                  </a:xfrm>
                  <a:prstGeom prst="line">
                    <a:avLst/>
                  </a:prstGeom>
                  <a:ln w="14288" cap="flat" cmpd="sng">
                    <a:solidFill>
                      <a:srgbClr val="000000"/>
                    </a:solidFill>
                    <a:prstDash val="solid"/>
                    <a:headEnd type="none" w="med" len="med"/>
                    <a:tailEnd type="none" w="med" len="med"/>
                  </a:ln>
                </p:spPr>
              </p:sp>
              <p:sp>
                <p:nvSpPr>
                  <p:cNvPr id="69735" name="Line 82"/>
                  <p:cNvSpPr/>
                  <p:nvPr/>
                </p:nvSpPr>
                <p:spPr>
                  <a:xfrm>
                    <a:off x="4919" y="1237"/>
                    <a:ext cx="149" cy="1"/>
                  </a:xfrm>
                  <a:prstGeom prst="line">
                    <a:avLst/>
                  </a:prstGeom>
                  <a:ln w="14288" cap="flat" cmpd="sng">
                    <a:solidFill>
                      <a:srgbClr val="000000"/>
                    </a:solidFill>
                    <a:prstDash val="solid"/>
                    <a:headEnd type="none" w="med" len="med"/>
                    <a:tailEnd type="none" w="med" len="med"/>
                  </a:ln>
                </p:spPr>
              </p:sp>
            </p:grpSp>
          </p:grpSp>
          <p:sp>
            <p:nvSpPr>
              <p:cNvPr id="69728" name="Line 83"/>
              <p:cNvSpPr/>
              <p:nvPr/>
            </p:nvSpPr>
            <p:spPr>
              <a:xfrm flipH="1">
                <a:off x="944" y="1168"/>
                <a:ext cx="149" cy="1"/>
              </a:xfrm>
              <a:prstGeom prst="line">
                <a:avLst/>
              </a:prstGeom>
              <a:ln w="14288" cap="flat" cmpd="sng">
                <a:solidFill>
                  <a:srgbClr val="000000"/>
                </a:solidFill>
                <a:prstDash val="solid"/>
                <a:headEnd type="none" w="med" len="med"/>
                <a:tailEnd type="none" w="med" len="med"/>
              </a:ln>
            </p:spPr>
          </p:sp>
          <p:sp>
            <p:nvSpPr>
              <p:cNvPr id="69729" name="Line 84"/>
              <p:cNvSpPr/>
              <p:nvPr/>
            </p:nvSpPr>
            <p:spPr>
              <a:xfrm>
                <a:off x="961" y="1439"/>
                <a:ext cx="4543" cy="1"/>
              </a:xfrm>
              <a:prstGeom prst="line">
                <a:avLst/>
              </a:prstGeom>
              <a:ln w="14288" cap="flat" cmpd="sng">
                <a:solidFill>
                  <a:srgbClr val="000000"/>
                </a:solidFill>
                <a:prstDash val="solid"/>
                <a:headEnd type="none" w="med" len="med"/>
                <a:tailEnd type="none" w="med" len="med"/>
              </a:ln>
            </p:spPr>
          </p:sp>
        </p:grpSp>
        <p:grpSp>
          <p:nvGrpSpPr>
            <p:cNvPr id="69714" name="Group 85"/>
            <p:cNvGrpSpPr/>
            <p:nvPr/>
          </p:nvGrpSpPr>
          <p:grpSpPr>
            <a:xfrm>
              <a:off x="1006" y="1924"/>
              <a:ext cx="4488" cy="204"/>
              <a:chOff x="1006" y="1924"/>
              <a:chExt cx="4488" cy="204"/>
            </a:xfrm>
          </p:grpSpPr>
          <p:grpSp>
            <p:nvGrpSpPr>
              <p:cNvPr id="69715" name="Group 86"/>
              <p:cNvGrpSpPr/>
              <p:nvPr/>
            </p:nvGrpSpPr>
            <p:grpSpPr>
              <a:xfrm>
                <a:off x="1006" y="1924"/>
                <a:ext cx="375" cy="190"/>
                <a:chOff x="1006" y="1924"/>
                <a:chExt cx="375" cy="190"/>
              </a:xfrm>
            </p:grpSpPr>
            <p:sp>
              <p:nvSpPr>
                <p:cNvPr id="69723" name="Line 87"/>
                <p:cNvSpPr/>
                <p:nvPr/>
              </p:nvSpPr>
              <p:spPr>
                <a:xfrm>
                  <a:off x="1006" y="1924"/>
                  <a:ext cx="148" cy="1"/>
                </a:xfrm>
                <a:prstGeom prst="line">
                  <a:avLst/>
                </a:prstGeom>
                <a:ln w="14288" cap="flat" cmpd="sng">
                  <a:solidFill>
                    <a:srgbClr val="000000"/>
                  </a:solidFill>
                  <a:prstDash val="solid"/>
                  <a:headEnd type="none" w="med" len="med"/>
                  <a:tailEnd type="none" w="med" len="med"/>
                </a:ln>
              </p:spPr>
            </p:sp>
            <p:sp>
              <p:nvSpPr>
                <p:cNvPr id="69724" name="Line 88"/>
                <p:cNvSpPr/>
                <p:nvPr/>
              </p:nvSpPr>
              <p:spPr>
                <a:xfrm>
                  <a:off x="1154" y="1924"/>
                  <a:ext cx="82" cy="189"/>
                </a:xfrm>
                <a:prstGeom prst="line">
                  <a:avLst/>
                </a:prstGeom>
                <a:ln w="14288" cap="flat" cmpd="sng">
                  <a:solidFill>
                    <a:srgbClr val="000000"/>
                  </a:solidFill>
                  <a:prstDash val="solid"/>
                  <a:headEnd type="none" w="med" len="med"/>
                  <a:tailEnd type="none" w="med" len="med"/>
                </a:ln>
              </p:spPr>
            </p:sp>
            <p:sp>
              <p:nvSpPr>
                <p:cNvPr id="69725" name="Line 89"/>
                <p:cNvSpPr/>
                <p:nvPr/>
              </p:nvSpPr>
              <p:spPr>
                <a:xfrm>
                  <a:off x="1233" y="2113"/>
                  <a:ext cx="148" cy="1"/>
                </a:xfrm>
                <a:prstGeom prst="line">
                  <a:avLst/>
                </a:prstGeom>
                <a:ln w="14288" cap="flat" cmpd="sng">
                  <a:solidFill>
                    <a:srgbClr val="000000"/>
                  </a:solidFill>
                  <a:prstDash val="solid"/>
                  <a:headEnd type="none" w="med" len="med"/>
                  <a:tailEnd type="none" w="med" len="med"/>
                </a:ln>
              </p:spPr>
            </p:sp>
          </p:grpSp>
          <p:grpSp>
            <p:nvGrpSpPr>
              <p:cNvPr id="69716" name="Group 90"/>
              <p:cNvGrpSpPr/>
              <p:nvPr/>
            </p:nvGrpSpPr>
            <p:grpSpPr>
              <a:xfrm>
                <a:off x="1381" y="1934"/>
                <a:ext cx="720" cy="192"/>
                <a:chOff x="1381" y="1934"/>
                <a:chExt cx="720" cy="192"/>
              </a:xfrm>
            </p:grpSpPr>
            <p:sp>
              <p:nvSpPr>
                <p:cNvPr id="69719" name="Line 91"/>
                <p:cNvSpPr/>
                <p:nvPr/>
              </p:nvSpPr>
              <p:spPr>
                <a:xfrm>
                  <a:off x="1451" y="1934"/>
                  <a:ext cx="149" cy="2"/>
                </a:xfrm>
                <a:prstGeom prst="line">
                  <a:avLst/>
                </a:prstGeom>
                <a:ln w="14288" cap="flat" cmpd="sng">
                  <a:solidFill>
                    <a:srgbClr val="000000"/>
                  </a:solidFill>
                  <a:prstDash val="solid"/>
                  <a:headEnd type="none" w="med" len="med"/>
                  <a:tailEnd type="none" w="med" len="med"/>
                </a:ln>
              </p:spPr>
            </p:sp>
            <p:sp>
              <p:nvSpPr>
                <p:cNvPr id="69720" name="Line 92"/>
                <p:cNvSpPr/>
                <p:nvPr/>
              </p:nvSpPr>
              <p:spPr>
                <a:xfrm flipH="1">
                  <a:off x="1381" y="1934"/>
                  <a:ext cx="70" cy="188"/>
                </a:xfrm>
                <a:prstGeom prst="line">
                  <a:avLst/>
                </a:prstGeom>
                <a:ln w="14288" cap="flat" cmpd="sng">
                  <a:solidFill>
                    <a:srgbClr val="000000"/>
                  </a:solidFill>
                  <a:prstDash val="solid"/>
                  <a:headEnd type="none" w="med" len="med"/>
                  <a:tailEnd type="none" w="med" len="med"/>
                </a:ln>
              </p:spPr>
            </p:sp>
            <p:sp>
              <p:nvSpPr>
                <p:cNvPr id="69721" name="Line 93"/>
                <p:cNvSpPr/>
                <p:nvPr/>
              </p:nvSpPr>
              <p:spPr>
                <a:xfrm>
                  <a:off x="1600" y="1934"/>
                  <a:ext cx="81" cy="188"/>
                </a:xfrm>
                <a:prstGeom prst="line">
                  <a:avLst/>
                </a:prstGeom>
                <a:ln w="14288" cap="flat" cmpd="sng">
                  <a:solidFill>
                    <a:srgbClr val="000000"/>
                  </a:solidFill>
                  <a:prstDash val="solid"/>
                  <a:headEnd type="none" w="med" len="med"/>
                  <a:tailEnd type="none" w="med" len="med"/>
                </a:ln>
              </p:spPr>
            </p:sp>
            <p:sp>
              <p:nvSpPr>
                <p:cNvPr id="69722" name="Line 94"/>
                <p:cNvSpPr/>
                <p:nvPr/>
              </p:nvSpPr>
              <p:spPr>
                <a:xfrm>
                  <a:off x="1678" y="2122"/>
                  <a:ext cx="423" cy="4"/>
                </a:xfrm>
                <a:prstGeom prst="line">
                  <a:avLst/>
                </a:prstGeom>
                <a:ln w="14288" cap="flat" cmpd="sng">
                  <a:solidFill>
                    <a:srgbClr val="000000"/>
                  </a:solidFill>
                  <a:prstDash val="solid"/>
                  <a:headEnd type="none" w="med" len="med"/>
                  <a:tailEnd type="none" w="med" len="med"/>
                </a:ln>
              </p:spPr>
            </p:sp>
          </p:grpSp>
          <p:sp>
            <p:nvSpPr>
              <p:cNvPr id="69717" name="Line 97"/>
              <p:cNvSpPr/>
              <p:nvPr/>
            </p:nvSpPr>
            <p:spPr>
              <a:xfrm flipH="1">
                <a:off x="2101" y="1940"/>
                <a:ext cx="69" cy="188"/>
              </a:xfrm>
              <a:prstGeom prst="line">
                <a:avLst/>
              </a:prstGeom>
              <a:ln w="14288" cap="flat" cmpd="sng">
                <a:solidFill>
                  <a:srgbClr val="000000"/>
                </a:solidFill>
                <a:prstDash val="solid"/>
                <a:headEnd type="none" w="med" len="med"/>
                <a:tailEnd type="none" w="med" len="med"/>
              </a:ln>
            </p:spPr>
          </p:sp>
          <p:sp>
            <p:nvSpPr>
              <p:cNvPr id="69718" name="Line 98"/>
              <p:cNvSpPr/>
              <p:nvPr/>
            </p:nvSpPr>
            <p:spPr>
              <a:xfrm>
                <a:off x="2157" y="1931"/>
                <a:ext cx="3337" cy="5"/>
              </a:xfrm>
              <a:prstGeom prst="line">
                <a:avLst/>
              </a:prstGeom>
              <a:ln w="14288" cap="flat" cmpd="sng">
                <a:solidFill>
                  <a:srgbClr val="000000"/>
                </a:solidFill>
                <a:prstDash val="solid"/>
                <a:headEnd type="none" w="med" len="med"/>
                <a:tailEnd type="none" w="med" len="med"/>
              </a:ln>
            </p:spPr>
          </p:sp>
        </p:grpSp>
      </p:grpSp>
      <p:sp>
        <p:nvSpPr>
          <p:cNvPr id="69638" name="Rectangle 99"/>
          <p:cNvSpPr/>
          <p:nvPr/>
        </p:nvSpPr>
        <p:spPr>
          <a:xfrm>
            <a:off x="631825" y="3338513"/>
            <a:ext cx="511175" cy="46990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69639" name="Rectangle 100"/>
          <p:cNvSpPr/>
          <p:nvPr/>
        </p:nvSpPr>
        <p:spPr>
          <a:xfrm>
            <a:off x="638175" y="3486150"/>
            <a:ext cx="6096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OUT0</a:t>
            </a:r>
            <a:endParaRPr lang="en-US" altLang="zh-CN" sz="1800" b="0" dirty="0">
              <a:solidFill>
                <a:schemeClr val="tx1"/>
              </a:solidFill>
              <a:latin typeface="Arial" panose="020B0604020202020204" pitchFamily="34" charset="0"/>
            </a:endParaRPr>
          </a:p>
        </p:txBody>
      </p:sp>
      <p:sp>
        <p:nvSpPr>
          <p:cNvPr id="69640" name="Rectangle 102"/>
          <p:cNvSpPr/>
          <p:nvPr/>
        </p:nvSpPr>
        <p:spPr>
          <a:xfrm>
            <a:off x="5530850" y="3416300"/>
            <a:ext cx="512763" cy="473075"/>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grpSp>
        <p:nvGrpSpPr>
          <p:cNvPr id="69641" name="Group 104"/>
          <p:cNvGrpSpPr/>
          <p:nvPr/>
        </p:nvGrpSpPr>
        <p:grpSpPr>
          <a:xfrm>
            <a:off x="6084888" y="3429000"/>
            <a:ext cx="346075" cy="298450"/>
            <a:chOff x="3577" y="2268"/>
            <a:chExt cx="218" cy="188"/>
          </a:xfrm>
        </p:grpSpPr>
        <p:sp>
          <p:nvSpPr>
            <p:cNvPr id="69699" name="Line 105"/>
            <p:cNvSpPr/>
            <p:nvPr/>
          </p:nvSpPr>
          <p:spPr>
            <a:xfrm>
              <a:off x="3647" y="2268"/>
              <a:ext cx="148" cy="1"/>
            </a:xfrm>
            <a:prstGeom prst="line">
              <a:avLst/>
            </a:prstGeom>
            <a:ln w="14288" cap="flat" cmpd="sng">
              <a:solidFill>
                <a:srgbClr val="000000"/>
              </a:solidFill>
              <a:prstDash val="solid"/>
              <a:headEnd type="none" w="med" len="med"/>
              <a:tailEnd type="none" w="med" len="med"/>
            </a:ln>
          </p:spPr>
        </p:sp>
        <p:sp>
          <p:nvSpPr>
            <p:cNvPr id="69700" name="Line 106"/>
            <p:cNvSpPr/>
            <p:nvPr/>
          </p:nvSpPr>
          <p:spPr>
            <a:xfrm flipH="1">
              <a:off x="3577" y="2268"/>
              <a:ext cx="70" cy="188"/>
            </a:xfrm>
            <a:prstGeom prst="line">
              <a:avLst/>
            </a:prstGeom>
            <a:ln w="14288" cap="flat" cmpd="sng">
              <a:solidFill>
                <a:srgbClr val="000000"/>
              </a:solidFill>
              <a:prstDash val="solid"/>
              <a:headEnd type="none" w="med" len="med"/>
              <a:tailEnd type="none" w="med" len="med"/>
            </a:ln>
          </p:spPr>
        </p:sp>
      </p:grpSp>
      <p:sp>
        <p:nvSpPr>
          <p:cNvPr id="69642" name="Rectangle 111"/>
          <p:cNvSpPr/>
          <p:nvPr/>
        </p:nvSpPr>
        <p:spPr>
          <a:xfrm>
            <a:off x="4767263" y="3249613"/>
            <a:ext cx="512762" cy="469900"/>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69643" name="Rectangle 112"/>
          <p:cNvSpPr/>
          <p:nvPr/>
        </p:nvSpPr>
        <p:spPr>
          <a:xfrm>
            <a:off x="5364163" y="3441700"/>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69644" name="Rectangle 113"/>
          <p:cNvSpPr/>
          <p:nvPr/>
        </p:nvSpPr>
        <p:spPr>
          <a:xfrm>
            <a:off x="4144963" y="3249613"/>
            <a:ext cx="511175" cy="469900"/>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69645" name="Rectangle 114"/>
          <p:cNvSpPr/>
          <p:nvPr/>
        </p:nvSpPr>
        <p:spPr>
          <a:xfrm>
            <a:off x="4660900" y="3429000"/>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69646" name="Rectangle 115"/>
          <p:cNvSpPr/>
          <p:nvPr/>
        </p:nvSpPr>
        <p:spPr>
          <a:xfrm>
            <a:off x="3378200" y="3267075"/>
            <a:ext cx="512763" cy="473075"/>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69647" name="Rectangle 116"/>
          <p:cNvSpPr/>
          <p:nvPr/>
        </p:nvSpPr>
        <p:spPr>
          <a:xfrm>
            <a:off x="3924300" y="3416300"/>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69648" name="Line 117"/>
          <p:cNvSpPr/>
          <p:nvPr/>
        </p:nvSpPr>
        <p:spPr>
          <a:xfrm>
            <a:off x="6372225" y="3429000"/>
            <a:ext cx="2016125" cy="0"/>
          </a:xfrm>
          <a:prstGeom prst="line">
            <a:avLst/>
          </a:prstGeom>
          <a:ln w="14288" cap="flat" cmpd="sng">
            <a:solidFill>
              <a:srgbClr val="000000"/>
            </a:solidFill>
            <a:prstDash val="solid"/>
            <a:headEnd type="none" w="med" len="med"/>
            <a:tailEnd type="none" w="med" len="med"/>
          </a:ln>
        </p:spPr>
      </p:sp>
      <p:sp>
        <p:nvSpPr>
          <p:cNvPr id="69649" name="Line 119"/>
          <p:cNvSpPr/>
          <p:nvPr/>
        </p:nvSpPr>
        <p:spPr>
          <a:xfrm flipH="1">
            <a:off x="4932363" y="4292600"/>
            <a:ext cx="611187" cy="0"/>
          </a:xfrm>
          <a:prstGeom prst="line">
            <a:avLst/>
          </a:prstGeom>
          <a:ln w="14288" cap="flat" cmpd="sng">
            <a:solidFill>
              <a:srgbClr val="0000FF"/>
            </a:solidFill>
            <a:prstDash val="solid"/>
            <a:headEnd type="none" w="med" len="med"/>
            <a:tailEnd type="none" w="med" len="med"/>
          </a:ln>
        </p:spPr>
      </p:sp>
      <p:sp>
        <p:nvSpPr>
          <p:cNvPr id="69650" name="Line 120"/>
          <p:cNvSpPr/>
          <p:nvPr/>
        </p:nvSpPr>
        <p:spPr>
          <a:xfrm rot="600000" flipV="1">
            <a:off x="5549900" y="4005263"/>
            <a:ext cx="71438" cy="287337"/>
          </a:xfrm>
          <a:prstGeom prst="line">
            <a:avLst/>
          </a:prstGeom>
          <a:ln w="14288" cap="flat" cmpd="sng">
            <a:solidFill>
              <a:srgbClr val="0000FF"/>
            </a:solidFill>
            <a:prstDash val="solid"/>
            <a:headEnd type="none" w="med" len="med"/>
            <a:tailEnd type="none" w="med" len="med"/>
          </a:ln>
        </p:spPr>
      </p:sp>
      <p:sp>
        <p:nvSpPr>
          <p:cNvPr id="69651" name="Line 121"/>
          <p:cNvSpPr/>
          <p:nvPr/>
        </p:nvSpPr>
        <p:spPr>
          <a:xfrm flipH="1" flipV="1">
            <a:off x="4787900" y="4005263"/>
            <a:ext cx="130175" cy="300037"/>
          </a:xfrm>
          <a:prstGeom prst="line">
            <a:avLst/>
          </a:prstGeom>
          <a:ln w="14288" cap="flat" cmpd="sng">
            <a:solidFill>
              <a:srgbClr val="0000FF"/>
            </a:solidFill>
            <a:prstDash val="solid"/>
            <a:headEnd type="none" w="med" len="med"/>
            <a:tailEnd type="none" w="med" len="med"/>
          </a:ln>
        </p:spPr>
      </p:sp>
      <p:sp>
        <p:nvSpPr>
          <p:cNvPr id="69652" name="Line 122"/>
          <p:cNvSpPr/>
          <p:nvPr/>
        </p:nvSpPr>
        <p:spPr>
          <a:xfrm>
            <a:off x="1403350" y="4005263"/>
            <a:ext cx="3384550" cy="0"/>
          </a:xfrm>
          <a:prstGeom prst="line">
            <a:avLst/>
          </a:prstGeom>
          <a:ln w="14288" cap="flat" cmpd="sng">
            <a:solidFill>
              <a:srgbClr val="0000FF"/>
            </a:solidFill>
            <a:prstDash val="solid"/>
            <a:headEnd type="none" w="med" len="med"/>
            <a:tailEnd type="none" w="med" len="med"/>
          </a:ln>
        </p:spPr>
      </p:sp>
      <p:sp>
        <p:nvSpPr>
          <p:cNvPr id="69653" name="Line 123"/>
          <p:cNvSpPr/>
          <p:nvPr/>
        </p:nvSpPr>
        <p:spPr>
          <a:xfrm flipV="1">
            <a:off x="5646738" y="4005263"/>
            <a:ext cx="2741612" cy="9525"/>
          </a:xfrm>
          <a:prstGeom prst="line">
            <a:avLst/>
          </a:prstGeom>
          <a:ln w="14288" cap="flat" cmpd="sng">
            <a:solidFill>
              <a:srgbClr val="0000FF"/>
            </a:solidFill>
            <a:prstDash val="solid"/>
            <a:headEnd type="none" w="med" len="med"/>
            <a:tailEnd type="none" w="med" len="med"/>
          </a:ln>
        </p:spPr>
      </p:sp>
      <p:sp>
        <p:nvSpPr>
          <p:cNvPr id="69654" name="Rectangle 124"/>
          <p:cNvSpPr/>
          <p:nvPr/>
        </p:nvSpPr>
        <p:spPr>
          <a:xfrm>
            <a:off x="544513" y="3827463"/>
            <a:ext cx="598487" cy="46990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69655" name="Rectangle 125"/>
          <p:cNvSpPr/>
          <p:nvPr/>
        </p:nvSpPr>
        <p:spPr>
          <a:xfrm>
            <a:off x="554038" y="3973513"/>
            <a:ext cx="622300"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69656" name="Rectangle 127"/>
          <p:cNvSpPr/>
          <p:nvPr/>
        </p:nvSpPr>
        <p:spPr>
          <a:xfrm>
            <a:off x="4187825" y="4546600"/>
            <a:ext cx="511175" cy="469900"/>
          </a:xfrm>
          <a:prstGeom prst="rect">
            <a:avLst/>
          </a:prstGeom>
          <a:solidFill>
            <a:srgbClr val="FFFFFF"/>
          </a:solidFill>
          <a:ln w="14288">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69657" name="Rectangle 128"/>
          <p:cNvSpPr/>
          <p:nvPr/>
        </p:nvSpPr>
        <p:spPr>
          <a:xfrm>
            <a:off x="4660900" y="4692650"/>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2</a:t>
            </a:r>
            <a:endParaRPr lang="en-US" altLang="zh-CN" sz="1800" b="0" dirty="0">
              <a:solidFill>
                <a:srgbClr val="0000FF"/>
              </a:solidFill>
              <a:latin typeface="Arial" panose="020B0604020202020204" pitchFamily="34" charset="0"/>
            </a:endParaRPr>
          </a:p>
        </p:txBody>
      </p:sp>
      <p:sp>
        <p:nvSpPr>
          <p:cNvPr id="69658" name="Rectangle 129"/>
          <p:cNvSpPr/>
          <p:nvPr/>
        </p:nvSpPr>
        <p:spPr>
          <a:xfrm>
            <a:off x="5518150" y="4506913"/>
            <a:ext cx="512763" cy="469900"/>
          </a:xfrm>
          <a:prstGeom prst="rect">
            <a:avLst/>
          </a:prstGeom>
          <a:solidFill>
            <a:srgbClr val="FFFFFF"/>
          </a:solidFill>
          <a:ln w="14288">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69659" name="Rectangle 130"/>
          <p:cNvSpPr/>
          <p:nvPr/>
        </p:nvSpPr>
        <p:spPr>
          <a:xfrm>
            <a:off x="6100763" y="4667250"/>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1</a:t>
            </a:r>
            <a:endParaRPr lang="en-US" altLang="zh-CN" sz="1800" b="0" dirty="0">
              <a:solidFill>
                <a:srgbClr val="0000FF"/>
              </a:solidFill>
              <a:latin typeface="Arial" panose="020B0604020202020204" pitchFamily="34" charset="0"/>
            </a:endParaRPr>
          </a:p>
        </p:txBody>
      </p:sp>
      <p:sp>
        <p:nvSpPr>
          <p:cNvPr id="69660" name="Rectangle 132"/>
          <p:cNvSpPr/>
          <p:nvPr/>
        </p:nvSpPr>
        <p:spPr>
          <a:xfrm>
            <a:off x="5381625" y="4692650"/>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2</a:t>
            </a:r>
            <a:endParaRPr lang="en-US" altLang="zh-CN" sz="1800" b="0" dirty="0">
              <a:solidFill>
                <a:srgbClr val="0000FF"/>
              </a:solidFill>
              <a:latin typeface="Arial" panose="020B0604020202020204" pitchFamily="34" charset="0"/>
            </a:endParaRPr>
          </a:p>
        </p:txBody>
      </p:sp>
      <p:sp>
        <p:nvSpPr>
          <p:cNvPr id="69661" name="Rectangle 133"/>
          <p:cNvSpPr/>
          <p:nvPr/>
        </p:nvSpPr>
        <p:spPr>
          <a:xfrm>
            <a:off x="3490913" y="4524375"/>
            <a:ext cx="285750" cy="474663"/>
          </a:xfrm>
          <a:prstGeom prst="rect">
            <a:avLst/>
          </a:prstGeom>
          <a:solidFill>
            <a:srgbClr val="FFFFFF"/>
          </a:solidFill>
          <a:ln w="14288">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69662" name="Rectangle 134"/>
          <p:cNvSpPr/>
          <p:nvPr/>
        </p:nvSpPr>
        <p:spPr>
          <a:xfrm>
            <a:off x="3940175" y="4675188"/>
            <a:ext cx="127000"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3</a:t>
            </a:r>
            <a:endParaRPr lang="en-US" altLang="zh-CN" sz="1800" b="0" dirty="0">
              <a:solidFill>
                <a:srgbClr val="0000FF"/>
              </a:solidFill>
              <a:latin typeface="Arial" panose="020B0604020202020204" pitchFamily="34" charset="0"/>
            </a:endParaRPr>
          </a:p>
        </p:txBody>
      </p:sp>
      <p:sp>
        <p:nvSpPr>
          <p:cNvPr id="69663" name="Rectangle 136"/>
          <p:cNvSpPr/>
          <p:nvPr/>
        </p:nvSpPr>
        <p:spPr>
          <a:xfrm>
            <a:off x="6821488" y="4365625"/>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0</a:t>
            </a:r>
            <a:endParaRPr lang="en-US" altLang="zh-CN" sz="1800" b="0" dirty="0">
              <a:solidFill>
                <a:srgbClr val="0000FF"/>
              </a:solidFill>
              <a:latin typeface="Arial" panose="020B0604020202020204" pitchFamily="34" charset="0"/>
            </a:endParaRPr>
          </a:p>
        </p:txBody>
      </p:sp>
      <p:sp>
        <p:nvSpPr>
          <p:cNvPr id="69664" name="Rectangle 137"/>
          <p:cNvSpPr/>
          <p:nvPr/>
        </p:nvSpPr>
        <p:spPr>
          <a:xfrm>
            <a:off x="644525" y="4537075"/>
            <a:ext cx="668338" cy="46990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69665" name="Rectangle 138"/>
          <p:cNvSpPr/>
          <p:nvPr/>
        </p:nvSpPr>
        <p:spPr>
          <a:xfrm>
            <a:off x="654050" y="4683125"/>
            <a:ext cx="6096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OUT0</a:t>
            </a:r>
            <a:endParaRPr lang="en-US" altLang="zh-CN" sz="1800" b="0" dirty="0">
              <a:solidFill>
                <a:schemeClr val="tx1"/>
              </a:solidFill>
              <a:latin typeface="Arial" panose="020B0604020202020204" pitchFamily="34" charset="0"/>
            </a:endParaRPr>
          </a:p>
        </p:txBody>
      </p:sp>
      <p:grpSp>
        <p:nvGrpSpPr>
          <p:cNvPr id="69666" name="Group 141"/>
          <p:cNvGrpSpPr/>
          <p:nvPr/>
        </p:nvGrpSpPr>
        <p:grpSpPr>
          <a:xfrm>
            <a:off x="6804025" y="4713288"/>
            <a:ext cx="349250" cy="300037"/>
            <a:chOff x="4468" y="3051"/>
            <a:chExt cx="220" cy="189"/>
          </a:xfrm>
        </p:grpSpPr>
        <p:sp>
          <p:nvSpPr>
            <p:cNvPr id="69697" name="Line 142"/>
            <p:cNvSpPr/>
            <p:nvPr/>
          </p:nvSpPr>
          <p:spPr>
            <a:xfrm>
              <a:off x="4539" y="3058"/>
              <a:ext cx="149" cy="1"/>
            </a:xfrm>
            <a:prstGeom prst="line">
              <a:avLst/>
            </a:prstGeom>
            <a:ln w="14288" cap="flat" cmpd="sng">
              <a:solidFill>
                <a:srgbClr val="0000FF"/>
              </a:solidFill>
              <a:prstDash val="solid"/>
              <a:headEnd type="none" w="med" len="med"/>
              <a:tailEnd type="none" w="med" len="med"/>
            </a:ln>
          </p:spPr>
        </p:sp>
        <p:sp>
          <p:nvSpPr>
            <p:cNvPr id="69698" name="Line 143"/>
            <p:cNvSpPr/>
            <p:nvPr/>
          </p:nvSpPr>
          <p:spPr>
            <a:xfrm flipH="1">
              <a:off x="4468" y="3051"/>
              <a:ext cx="70" cy="189"/>
            </a:xfrm>
            <a:prstGeom prst="line">
              <a:avLst/>
            </a:prstGeom>
            <a:ln w="14288" cap="flat" cmpd="sng">
              <a:solidFill>
                <a:srgbClr val="0000FF"/>
              </a:solidFill>
              <a:prstDash val="solid"/>
              <a:headEnd type="none" w="med" len="med"/>
              <a:tailEnd type="none" w="med" len="med"/>
            </a:ln>
          </p:spPr>
        </p:sp>
      </p:grpSp>
      <p:grpSp>
        <p:nvGrpSpPr>
          <p:cNvPr id="69667" name="Group 153"/>
          <p:cNvGrpSpPr/>
          <p:nvPr/>
        </p:nvGrpSpPr>
        <p:grpSpPr>
          <a:xfrm>
            <a:off x="1697038" y="4719638"/>
            <a:ext cx="130175" cy="279400"/>
            <a:chOff x="1348" y="3064"/>
            <a:chExt cx="82" cy="176"/>
          </a:xfrm>
        </p:grpSpPr>
        <p:sp>
          <p:nvSpPr>
            <p:cNvPr id="69694" name="Freeform 154"/>
            <p:cNvSpPr/>
            <p:nvPr/>
          </p:nvSpPr>
          <p:spPr>
            <a:xfrm>
              <a:off x="1348" y="3064"/>
              <a:ext cx="26" cy="51"/>
            </a:xfrm>
            <a:custGeom>
              <a:avLst/>
              <a:gdLst/>
              <a:ahLst/>
              <a:cxnLst>
                <a:cxn ang="0">
                  <a:pos x="9" y="4"/>
                </a:cxn>
                <a:cxn ang="0">
                  <a:pos x="6" y="2"/>
                </a:cxn>
                <a:cxn ang="0">
                  <a:pos x="5" y="0"/>
                </a:cxn>
                <a:cxn ang="0">
                  <a:pos x="3" y="2"/>
                </a:cxn>
                <a:cxn ang="0">
                  <a:pos x="2" y="4"/>
                </a:cxn>
                <a:cxn ang="0">
                  <a:pos x="0" y="6"/>
                </a:cxn>
                <a:cxn ang="0">
                  <a:pos x="2" y="9"/>
                </a:cxn>
                <a:cxn ang="0">
                  <a:pos x="19" y="47"/>
                </a:cxn>
                <a:cxn ang="0">
                  <a:pos x="20" y="49"/>
                </a:cxn>
                <a:cxn ang="0">
                  <a:pos x="22" y="51"/>
                </a:cxn>
                <a:cxn ang="0">
                  <a:pos x="23" y="51"/>
                </a:cxn>
                <a:cxn ang="0">
                  <a:pos x="25" y="49"/>
                </a:cxn>
                <a:cxn ang="0">
                  <a:pos x="26" y="47"/>
                </a:cxn>
                <a:cxn ang="0">
                  <a:pos x="26" y="45"/>
                </a:cxn>
                <a:cxn ang="0">
                  <a:pos x="26" y="43"/>
                </a:cxn>
                <a:cxn ang="0">
                  <a:pos x="26" y="42"/>
                </a:cxn>
                <a:cxn ang="0">
                  <a:pos x="9" y="4"/>
                </a:cxn>
              </a:cxnLst>
              <a:pathLst>
                <a:path w="26" h="51">
                  <a:moveTo>
                    <a:pt x="9" y="4"/>
                  </a:moveTo>
                  <a:lnTo>
                    <a:pt x="6" y="2"/>
                  </a:lnTo>
                  <a:lnTo>
                    <a:pt x="5" y="0"/>
                  </a:lnTo>
                  <a:lnTo>
                    <a:pt x="3" y="2"/>
                  </a:lnTo>
                  <a:lnTo>
                    <a:pt x="2" y="4"/>
                  </a:lnTo>
                  <a:lnTo>
                    <a:pt x="0" y="6"/>
                  </a:lnTo>
                  <a:lnTo>
                    <a:pt x="2" y="9"/>
                  </a:lnTo>
                  <a:lnTo>
                    <a:pt x="19" y="47"/>
                  </a:lnTo>
                  <a:lnTo>
                    <a:pt x="20" y="49"/>
                  </a:lnTo>
                  <a:lnTo>
                    <a:pt x="22" y="51"/>
                  </a:lnTo>
                  <a:lnTo>
                    <a:pt x="23" y="51"/>
                  </a:lnTo>
                  <a:lnTo>
                    <a:pt x="25" y="49"/>
                  </a:lnTo>
                  <a:lnTo>
                    <a:pt x="26" y="47"/>
                  </a:lnTo>
                  <a:lnTo>
                    <a:pt x="26" y="45"/>
                  </a:lnTo>
                  <a:lnTo>
                    <a:pt x="26" y="43"/>
                  </a:lnTo>
                  <a:lnTo>
                    <a:pt x="26" y="42"/>
                  </a:lnTo>
                  <a:lnTo>
                    <a:pt x="9" y="4"/>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69695" name="Freeform 155"/>
            <p:cNvSpPr/>
            <p:nvPr/>
          </p:nvSpPr>
          <p:spPr>
            <a:xfrm>
              <a:off x="1378" y="3132"/>
              <a:ext cx="26" cy="51"/>
            </a:xfrm>
            <a:custGeom>
              <a:avLst/>
              <a:gdLst/>
              <a:ahLst/>
              <a:cxnLst>
                <a:cxn ang="0">
                  <a:pos x="9" y="4"/>
                </a:cxn>
                <a:cxn ang="0">
                  <a:pos x="7" y="2"/>
                </a:cxn>
                <a:cxn ang="0">
                  <a:pos x="6" y="0"/>
                </a:cxn>
                <a:cxn ang="0">
                  <a:pos x="5" y="0"/>
                </a:cxn>
                <a:cxn ang="0">
                  <a:pos x="3" y="2"/>
                </a:cxn>
                <a:cxn ang="0">
                  <a:pos x="2" y="4"/>
                </a:cxn>
                <a:cxn ang="0">
                  <a:pos x="0" y="6"/>
                </a:cxn>
                <a:cxn ang="0">
                  <a:pos x="0" y="8"/>
                </a:cxn>
                <a:cxn ang="0">
                  <a:pos x="2" y="9"/>
                </a:cxn>
                <a:cxn ang="0">
                  <a:pos x="19" y="47"/>
                </a:cxn>
                <a:cxn ang="0">
                  <a:pos x="20" y="49"/>
                </a:cxn>
                <a:cxn ang="0">
                  <a:pos x="22" y="51"/>
                </a:cxn>
                <a:cxn ang="0">
                  <a:pos x="23" y="51"/>
                </a:cxn>
                <a:cxn ang="0">
                  <a:pos x="25" y="49"/>
                </a:cxn>
                <a:cxn ang="0">
                  <a:pos x="26" y="47"/>
                </a:cxn>
                <a:cxn ang="0">
                  <a:pos x="26" y="45"/>
                </a:cxn>
                <a:cxn ang="0">
                  <a:pos x="26" y="43"/>
                </a:cxn>
                <a:cxn ang="0">
                  <a:pos x="26" y="41"/>
                </a:cxn>
                <a:cxn ang="0">
                  <a:pos x="9" y="4"/>
                </a:cxn>
              </a:cxnLst>
              <a:pathLst>
                <a:path w="26" h="51">
                  <a:moveTo>
                    <a:pt x="9" y="4"/>
                  </a:moveTo>
                  <a:lnTo>
                    <a:pt x="7" y="2"/>
                  </a:lnTo>
                  <a:lnTo>
                    <a:pt x="6" y="0"/>
                  </a:lnTo>
                  <a:lnTo>
                    <a:pt x="5" y="0"/>
                  </a:lnTo>
                  <a:lnTo>
                    <a:pt x="3" y="2"/>
                  </a:lnTo>
                  <a:lnTo>
                    <a:pt x="2" y="4"/>
                  </a:lnTo>
                  <a:lnTo>
                    <a:pt x="0" y="6"/>
                  </a:lnTo>
                  <a:lnTo>
                    <a:pt x="0" y="8"/>
                  </a:lnTo>
                  <a:lnTo>
                    <a:pt x="2" y="9"/>
                  </a:lnTo>
                  <a:lnTo>
                    <a:pt x="19" y="47"/>
                  </a:lnTo>
                  <a:lnTo>
                    <a:pt x="20" y="49"/>
                  </a:lnTo>
                  <a:lnTo>
                    <a:pt x="22" y="51"/>
                  </a:lnTo>
                  <a:lnTo>
                    <a:pt x="23" y="51"/>
                  </a:lnTo>
                  <a:lnTo>
                    <a:pt x="25" y="49"/>
                  </a:lnTo>
                  <a:lnTo>
                    <a:pt x="26" y="47"/>
                  </a:lnTo>
                  <a:lnTo>
                    <a:pt x="26" y="45"/>
                  </a:lnTo>
                  <a:lnTo>
                    <a:pt x="26" y="43"/>
                  </a:lnTo>
                  <a:lnTo>
                    <a:pt x="26" y="41"/>
                  </a:lnTo>
                  <a:lnTo>
                    <a:pt x="9" y="4"/>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69696" name="Freeform 156"/>
            <p:cNvSpPr/>
            <p:nvPr/>
          </p:nvSpPr>
          <p:spPr>
            <a:xfrm>
              <a:off x="1408" y="3200"/>
              <a:ext cx="22" cy="40"/>
            </a:xfrm>
            <a:custGeom>
              <a:avLst/>
              <a:gdLst/>
              <a:ahLst/>
              <a:cxnLst>
                <a:cxn ang="0">
                  <a:pos x="9" y="4"/>
                </a:cxn>
                <a:cxn ang="0">
                  <a:pos x="7" y="2"/>
                </a:cxn>
                <a:cxn ang="0">
                  <a:pos x="6" y="0"/>
                </a:cxn>
                <a:cxn ang="0">
                  <a:pos x="5" y="0"/>
                </a:cxn>
                <a:cxn ang="0">
                  <a:pos x="3" y="2"/>
                </a:cxn>
                <a:cxn ang="0">
                  <a:pos x="2" y="4"/>
                </a:cxn>
                <a:cxn ang="0">
                  <a:pos x="0" y="6"/>
                </a:cxn>
                <a:cxn ang="0">
                  <a:pos x="0" y="7"/>
                </a:cxn>
                <a:cxn ang="0">
                  <a:pos x="2" y="9"/>
                </a:cxn>
                <a:cxn ang="0">
                  <a:pos x="15" y="38"/>
                </a:cxn>
                <a:cxn ang="0">
                  <a:pos x="16" y="38"/>
                </a:cxn>
                <a:cxn ang="0">
                  <a:pos x="17" y="40"/>
                </a:cxn>
                <a:cxn ang="0">
                  <a:pos x="19" y="38"/>
                </a:cxn>
                <a:cxn ang="0">
                  <a:pos x="20" y="36"/>
                </a:cxn>
                <a:cxn ang="0">
                  <a:pos x="22" y="34"/>
                </a:cxn>
                <a:cxn ang="0">
                  <a:pos x="22" y="32"/>
                </a:cxn>
                <a:cxn ang="0">
                  <a:pos x="9" y="4"/>
                </a:cxn>
              </a:cxnLst>
              <a:pathLst>
                <a:path w="22" h="40">
                  <a:moveTo>
                    <a:pt x="9" y="4"/>
                  </a:moveTo>
                  <a:lnTo>
                    <a:pt x="7" y="2"/>
                  </a:lnTo>
                  <a:lnTo>
                    <a:pt x="6" y="0"/>
                  </a:lnTo>
                  <a:lnTo>
                    <a:pt x="5" y="0"/>
                  </a:lnTo>
                  <a:lnTo>
                    <a:pt x="3" y="2"/>
                  </a:lnTo>
                  <a:lnTo>
                    <a:pt x="2" y="4"/>
                  </a:lnTo>
                  <a:lnTo>
                    <a:pt x="0" y="6"/>
                  </a:lnTo>
                  <a:lnTo>
                    <a:pt x="0" y="7"/>
                  </a:lnTo>
                  <a:lnTo>
                    <a:pt x="2" y="9"/>
                  </a:lnTo>
                  <a:lnTo>
                    <a:pt x="15" y="38"/>
                  </a:lnTo>
                  <a:lnTo>
                    <a:pt x="16" y="38"/>
                  </a:lnTo>
                  <a:lnTo>
                    <a:pt x="17" y="40"/>
                  </a:lnTo>
                  <a:lnTo>
                    <a:pt x="19" y="38"/>
                  </a:lnTo>
                  <a:lnTo>
                    <a:pt x="20" y="36"/>
                  </a:lnTo>
                  <a:lnTo>
                    <a:pt x="22" y="34"/>
                  </a:lnTo>
                  <a:lnTo>
                    <a:pt x="22" y="32"/>
                  </a:lnTo>
                  <a:lnTo>
                    <a:pt x="9" y="4"/>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grpSp>
      <p:sp>
        <p:nvSpPr>
          <p:cNvPr id="69668" name="Line 157"/>
          <p:cNvSpPr/>
          <p:nvPr/>
        </p:nvSpPr>
        <p:spPr>
          <a:xfrm>
            <a:off x="1357313" y="5013325"/>
            <a:ext cx="5446712" cy="0"/>
          </a:xfrm>
          <a:prstGeom prst="line">
            <a:avLst/>
          </a:prstGeom>
          <a:ln w="14288" cap="flat" cmpd="sng">
            <a:solidFill>
              <a:srgbClr val="0000FF"/>
            </a:solidFill>
            <a:prstDash val="solid"/>
            <a:headEnd type="none" w="med" len="med"/>
            <a:tailEnd type="none" w="med" len="med"/>
          </a:ln>
        </p:spPr>
      </p:sp>
      <p:sp>
        <p:nvSpPr>
          <p:cNvPr id="69669" name="Line 160"/>
          <p:cNvSpPr/>
          <p:nvPr/>
        </p:nvSpPr>
        <p:spPr>
          <a:xfrm flipV="1">
            <a:off x="7019925" y="4724400"/>
            <a:ext cx="1081088" cy="0"/>
          </a:xfrm>
          <a:prstGeom prst="line">
            <a:avLst/>
          </a:prstGeom>
          <a:ln w="14288" cap="flat" cmpd="sng">
            <a:solidFill>
              <a:srgbClr val="0000FF"/>
            </a:solidFill>
            <a:prstDash val="solid"/>
            <a:headEnd type="none" w="med" len="med"/>
            <a:tailEnd type="none" w="med" len="med"/>
          </a:ln>
        </p:spPr>
      </p:sp>
      <p:sp>
        <p:nvSpPr>
          <p:cNvPr id="69670" name="Line 166"/>
          <p:cNvSpPr/>
          <p:nvPr/>
        </p:nvSpPr>
        <p:spPr>
          <a:xfrm>
            <a:off x="758825" y="2757488"/>
            <a:ext cx="266700" cy="1587"/>
          </a:xfrm>
          <a:prstGeom prst="line">
            <a:avLst/>
          </a:prstGeom>
          <a:ln w="14288" cap="flat" cmpd="sng">
            <a:solidFill>
              <a:srgbClr val="000000"/>
            </a:solidFill>
            <a:prstDash val="solid"/>
            <a:headEnd type="none" w="med" len="med"/>
            <a:tailEnd type="none" w="med" len="med"/>
          </a:ln>
        </p:spPr>
      </p:sp>
      <p:sp>
        <p:nvSpPr>
          <p:cNvPr id="69671" name="Line 170"/>
          <p:cNvSpPr/>
          <p:nvPr/>
        </p:nvSpPr>
        <p:spPr>
          <a:xfrm>
            <a:off x="3924300" y="1557338"/>
            <a:ext cx="71438" cy="1800225"/>
          </a:xfrm>
          <a:prstGeom prst="line">
            <a:avLst/>
          </a:prstGeom>
          <a:ln w="9525" cap="flat" cmpd="sng">
            <a:solidFill>
              <a:srgbClr val="FF00FF"/>
            </a:solidFill>
            <a:prstDash val="solid"/>
            <a:headEnd type="none" w="med" len="med"/>
            <a:tailEnd type="triangle" w="med" len="med"/>
          </a:ln>
        </p:spPr>
      </p:sp>
      <p:sp>
        <p:nvSpPr>
          <p:cNvPr id="69672" name="Line 173"/>
          <p:cNvSpPr/>
          <p:nvPr/>
        </p:nvSpPr>
        <p:spPr>
          <a:xfrm>
            <a:off x="1879600" y="3716338"/>
            <a:ext cx="4205288" cy="0"/>
          </a:xfrm>
          <a:prstGeom prst="line">
            <a:avLst/>
          </a:prstGeom>
          <a:ln w="9525" cap="flat" cmpd="sng">
            <a:solidFill>
              <a:schemeClr val="tx1"/>
            </a:solidFill>
            <a:prstDash val="solid"/>
            <a:headEnd type="none" w="med" len="med"/>
            <a:tailEnd type="none" w="med" len="med"/>
          </a:ln>
        </p:spPr>
      </p:sp>
      <p:sp>
        <p:nvSpPr>
          <p:cNvPr id="69673" name="Line 174"/>
          <p:cNvSpPr/>
          <p:nvPr/>
        </p:nvSpPr>
        <p:spPr>
          <a:xfrm flipH="1" flipV="1">
            <a:off x="1735138" y="3500438"/>
            <a:ext cx="144462" cy="215900"/>
          </a:xfrm>
          <a:prstGeom prst="line">
            <a:avLst/>
          </a:prstGeom>
          <a:ln w="9525" cap="flat" cmpd="sng">
            <a:solidFill>
              <a:schemeClr val="tx1"/>
            </a:solidFill>
            <a:prstDash val="solid"/>
            <a:headEnd type="none" w="med" len="med"/>
            <a:tailEnd type="none" w="med" len="med"/>
          </a:ln>
        </p:spPr>
      </p:sp>
      <p:sp>
        <p:nvSpPr>
          <p:cNvPr id="69674" name="Line 175"/>
          <p:cNvSpPr/>
          <p:nvPr/>
        </p:nvSpPr>
        <p:spPr>
          <a:xfrm flipH="1">
            <a:off x="1303338" y="3500438"/>
            <a:ext cx="431800" cy="0"/>
          </a:xfrm>
          <a:prstGeom prst="line">
            <a:avLst/>
          </a:prstGeom>
          <a:ln w="9525" cap="flat" cmpd="sng">
            <a:solidFill>
              <a:schemeClr val="tx1"/>
            </a:solidFill>
            <a:prstDash val="solid"/>
            <a:headEnd type="none" w="med" len="med"/>
            <a:tailEnd type="none" w="med" len="med"/>
          </a:ln>
        </p:spPr>
      </p:sp>
      <p:sp>
        <p:nvSpPr>
          <p:cNvPr id="69675" name="Arc 180"/>
          <p:cNvSpPr/>
          <p:nvPr/>
        </p:nvSpPr>
        <p:spPr>
          <a:xfrm flipV="1">
            <a:off x="1663700" y="3068638"/>
            <a:ext cx="287338" cy="531812"/>
          </a:xfrm>
          <a:custGeom>
            <a:avLst/>
            <a:gdLst/>
            <a:ahLst/>
            <a:cxnLst>
              <a:cxn ang="0">
                <a:pos x="2147483646" y="-5434278"/>
              </a:cxn>
              <a:cxn ang="0">
                <a:pos x="2147483646" y="2147483646"/>
              </a:cxn>
              <a:cxn ang="0">
                <a:pos x="2147483646" y="2147483646"/>
              </a:cxn>
              <a:cxn ang="0">
                <a:pos x="2147483646" y="-5434278"/>
              </a:cxn>
              <a:cxn ang="0">
                <a:pos x="2147483646" y="2147483646"/>
              </a:cxn>
              <a:cxn ang="0">
                <a:pos x="2147483646" y="2147483646"/>
              </a:cxn>
              <a:cxn ang="0">
                <a:pos x="0" y="2147483646"/>
              </a:cxn>
              <a:cxn ang="0">
                <a:pos x="2147483646" y="-5434278"/>
              </a:cxn>
            </a:cxnLst>
            <a:pathLst>
              <a:path w="21600" h="39946" fill="none">
                <a:moveTo>
                  <a:pt x="11292" y="-1"/>
                </a:moveTo>
                <a:cubicBezTo>
                  <a:pt x="17696" y="3927"/>
                  <a:pt x="21600" y="10900"/>
                  <a:pt x="21600" y="18413"/>
                </a:cubicBezTo>
                <a:cubicBezTo>
                  <a:pt x="21600" y="29684"/>
                  <a:pt x="12933" y="39060"/>
                  <a:pt x="1697" y="39946"/>
                </a:cubicBezTo>
              </a:path>
              <a:path w="21600" h="39946" stroke="0">
                <a:moveTo>
                  <a:pt x="11292" y="-1"/>
                </a:moveTo>
                <a:cubicBezTo>
                  <a:pt x="17696" y="3927"/>
                  <a:pt x="21600" y="10900"/>
                  <a:pt x="21600" y="18413"/>
                </a:cubicBezTo>
                <a:cubicBezTo>
                  <a:pt x="21600" y="29684"/>
                  <a:pt x="12933" y="39060"/>
                  <a:pt x="1697" y="39946"/>
                </a:cubicBezTo>
                <a:lnTo>
                  <a:pt x="0" y="18413"/>
                </a:lnTo>
                <a:lnTo>
                  <a:pt x="11292" y="-1"/>
                </a:lnTo>
                <a:close/>
              </a:path>
            </a:pathLst>
          </a:custGeom>
          <a:noFill/>
          <a:ln w="9525" cap="flat" cmpd="sng">
            <a:solidFill>
              <a:srgbClr val="FF00FF">
                <a:alpha val="100000"/>
              </a:srgbClr>
            </a:solidFill>
            <a:prstDash val="solid"/>
            <a:round/>
            <a:headEnd type="triangle" w="med" len="med"/>
            <a:tailEnd type="none" w="med" len="med"/>
          </a:ln>
        </p:spPr>
        <p:txBody>
          <a:bodyPr/>
          <a:p>
            <a:endParaRPr lang="zh-CN" altLang="en-US"/>
          </a:p>
        </p:txBody>
      </p:sp>
      <p:sp>
        <p:nvSpPr>
          <p:cNvPr id="69676" name="Arc 182"/>
          <p:cNvSpPr/>
          <p:nvPr/>
        </p:nvSpPr>
        <p:spPr>
          <a:xfrm rot="-10800000" flipV="1">
            <a:off x="2489200" y="1493838"/>
            <a:ext cx="863600" cy="1647825"/>
          </a:xfrm>
          <a:custGeom>
            <a:avLst/>
            <a:gdLst>
              <a:gd name="G1" fmla="val 0"/>
            </a:gdLst>
            <a:ahLst/>
            <a:cxnLst>
              <a:cxn ang="0">
                <a:pos x="2147483646" y="G1"/>
              </a:cxn>
              <a:cxn ang="0">
                <a:pos x="2147483646" y="2147483646"/>
              </a:cxn>
              <a:cxn ang="0">
                <a:pos x="2147483646" y="2147483646"/>
              </a:cxn>
              <a:cxn ang="0">
                <a:pos x="2147483646" y="G1"/>
              </a:cxn>
              <a:cxn ang="0">
                <a:pos x="2147483646" y="2147483646"/>
              </a:cxn>
              <a:cxn ang="0">
                <a:pos x="2147483646" y="2147483646"/>
              </a:cxn>
              <a:cxn ang="0">
                <a:pos x="0" y="2147483646"/>
              </a:cxn>
              <a:cxn ang="0">
                <a:pos x="2147483646" y="G1"/>
              </a:cxn>
            </a:cxnLst>
            <a:pathLst>
              <a:path w="21600" h="25963" fill="none">
                <a:moveTo>
                  <a:pt x="4130" y="-1"/>
                </a:moveTo>
                <a:cubicBezTo>
                  <a:pt x="14276" y="1976"/>
                  <a:pt x="21600" y="10864"/>
                  <a:pt x="21600" y="21201"/>
                </a:cubicBezTo>
                <a:cubicBezTo>
                  <a:pt x="21600" y="22803"/>
                  <a:pt x="21421" y="24400"/>
                  <a:pt x="21068" y="25962"/>
                </a:cubicBezTo>
              </a:path>
              <a:path w="21600" h="25963" stroke="0">
                <a:moveTo>
                  <a:pt x="4130" y="-1"/>
                </a:moveTo>
                <a:cubicBezTo>
                  <a:pt x="14276" y="1976"/>
                  <a:pt x="21600" y="10864"/>
                  <a:pt x="21600" y="21201"/>
                </a:cubicBezTo>
                <a:cubicBezTo>
                  <a:pt x="21600" y="22803"/>
                  <a:pt x="21421" y="24400"/>
                  <a:pt x="21068" y="25962"/>
                </a:cubicBezTo>
                <a:lnTo>
                  <a:pt x="0" y="21201"/>
                </a:lnTo>
                <a:lnTo>
                  <a:pt x="4130" y="-1"/>
                </a:lnTo>
                <a:close/>
              </a:path>
            </a:pathLst>
          </a:custGeom>
          <a:noFill/>
          <a:ln w="9525" cap="flat" cmpd="sng">
            <a:solidFill>
              <a:srgbClr val="FF00FF">
                <a:alpha val="100000"/>
              </a:srgbClr>
            </a:solidFill>
            <a:prstDash val="solid"/>
            <a:round/>
            <a:headEnd type="triangle" w="med" len="med"/>
            <a:tailEnd type="none" w="med" len="med"/>
          </a:ln>
        </p:spPr>
        <p:txBody>
          <a:bodyPr/>
          <a:p>
            <a:endParaRPr lang="zh-CN" altLang="en-US"/>
          </a:p>
        </p:txBody>
      </p:sp>
      <p:sp>
        <p:nvSpPr>
          <p:cNvPr id="69677" name="Line 183"/>
          <p:cNvSpPr/>
          <p:nvPr/>
        </p:nvSpPr>
        <p:spPr>
          <a:xfrm>
            <a:off x="3248025" y="1341438"/>
            <a:ext cx="0" cy="3744912"/>
          </a:xfrm>
          <a:prstGeom prst="line">
            <a:avLst/>
          </a:prstGeom>
          <a:ln w="9525" cap="flat" cmpd="sng">
            <a:solidFill>
              <a:schemeClr val="tx1"/>
            </a:solidFill>
            <a:prstDash val="dash"/>
            <a:headEnd type="none" w="med" len="med"/>
            <a:tailEnd type="none" w="med" len="med"/>
          </a:ln>
        </p:spPr>
      </p:sp>
      <p:sp>
        <p:nvSpPr>
          <p:cNvPr id="69678" name="Line 184"/>
          <p:cNvSpPr/>
          <p:nvPr/>
        </p:nvSpPr>
        <p:spPr>
          <a:xfrm>
            <a:off x="3895725" y="1341438"/>
            <a:ext cx="0" cy="3816350"/>
          </a:xfrm>
          <a:prstGeom prst="line">
            <a:avLst/>
          </a:prstGeom>
          <a:ln w="9525" cap="flat" cmpd="sng">
            <a:solidFill>
              <a:schemeClr val="tx1"/>
            </a:solidFill>
            <a:prstDash val="dash"/>
            <a:headEnd type="none" w="med" len="med"/>
            <a:tailEnd type="none" w="med" len="med"/>
          </a:ln>
        </p:spPr>
      </p:sp>
      <p:sp>
        <p:nvSpPr>
          <p:cNvPr id="69679" name="Line 185"/>
          <p:cNvSpPr/>
          <p:nvPr/>
        </p:nvSpPr>
        <p:spPr>
          <a:xfrm>
            <a:off x="4616450" y="1341438"/>
            <a:ext cx="0" cy="3816350"/>
          </a:xfrm>
          <a:prstGeom prst="line">
            <a:avLst/>
          </a:prstGeom>
          <a:ln w="9525" cap="flat" cmpd="sng">
            <a:solidFill>
              <a:schemeClr val="tx1"/>
            </a:solidFill>
            <a:prstDash val="dash"/>
            <a:headEnd type="none" w="med" len="med"/>
            <a:tailEnd type="none" w="med" len="med"/>
          </a:ln>
        </p:spPr>
      </p:sp>
      <p:sp>
        <p:nvSpPr>
          <p:cNvPr id="69680" name="Line 186"/>
          <p:cNvSpPr/>
          <p:nvPr/>
        </p:nvSpPr>
        <p:spPr>
          <a:xfrm>
            <a:off x="5335588" y="1341438"/>
            <a:ext cx="0" cy="3744912"/>
          </a:xfrm>
          <a:prstGeom prst="line">
            <a:avLst/>
          </a:prstGeom>
          <a:ln w="9525" cap="flat" cmpd="sng">
            <a:solidFill>
              <a:schemeClr val="tx1"/>
            </a:solidFill>
            <a:prstDash val="dash"/>
            <a:headEnd type="none" w="med" len="med"/>
            <a:tailEnd type="none" w="med" len="med"/>
          </a:ln>
        </p:spPr>
      </p:sp>
      <p:sp>
        <p:nvSpPr>
          <p:cNvPr id="69681" name="Rectangle 187"/>
          <p:cNvSpPr/>
          <p:nvPr/>
        </p:nvSpPr>
        <p:spPr>
          <a:xfrm>
            <a:off x="1951038" y="3213100"/>
            <a:ext cx="412750"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FF3300"/>
                </a:solidFill>
                <a:latin typeface="Arial" panose="020B0604020202020204" pitchFamily="34" charset="0"/>
              </a:rPr>
              <a:t>①</a:t>
            </a:r>
            <a:endParaRPr lang="en-US" altLang="zh-CN" sz="1800" b="0" dirty="0">
              <a:solidFill>
                <a:srgbClr val="FF3300"/>
              </a:solidFill>
              <a:latin typeface="Arial" panose="020B0604020202020204" pitchFamily="34" charset="0"/>
            </a:endParaRPr>
          </a:p>
        </p:txBody>
      </p:sp>
      <p:sp>
        <p:nvSpPr>
          <p:cNvPr id="69682" name="Rectangle 188"/>
          <p:cNvSpPr/>
          <p:nvPr/>
        </p:nvSpPr>
        <p:spPr>
          <a:xfrm>
            <a:off x="2671763" y="1844675"/>
            <a:ext cx="412750"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FF3300"/>
                </a:solidFill>
                <a:latin typeface="Arial" panose="020B0604020202020204" pitchFamily="34" charset="0"/>
              </a:rPr>
              <a:t>②</a:t>
            </a:r>
            <a:endParaRPr lang="en-US" altLang="zh-CN" sz="1800" b="0" dirty="0">
              <a:solidFill>
                <a:srgbClr val="FF3300"/>
              </a:solidFill>
              <a:latin typeface="Arial" panose="020B0604020202020204" pitchFamily="34" charset="0"/>
            </a:endParaRPr>
          </a:p>
        </p:txBody>
      </p:sp>
      <p:sp>
        <p:nvSpPr>
          <p:cNvPr id="69683" name="Rectangle 189"/>
          <p:cNvSpPr/>
          <p:nvPr/>
        </p:nvSpPr>
        <p:spPr>
          <a:xfrm>
            <a:off x="4068763" y="2349500"/>
            <a:ext cx="412750"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FF3300"/>
                </a:solidFill>
                <a:latin typeface="Arial" panose="020B0604020202020204" pitchFamily="34" charset="0"/>
              </a:rPr>
              <a:t>③</a:t>
            </a:r>
            <a:endParaRPr lang="en-US" altLang="zh-CN" sz="1800" b="0" dirty="0">
              <a:solidFill>
                <a:srgbClr val="FF3300"/>
              </a:solidFill>
              <a:latin typeface="Arial" panose="020B0604020202020204" pitchFamily="34" charset="0"/>
            </a:endParaRPr>
          </a:p>
        </p:txBody>
      </p:sp>
      <p:sp>
        <p:nvSpPr>
          <p:cNvPr id="69684" name="Rectangle 190"/>
          <p:cNvSpPr/>
          <p:nvPr/>
        </p:nvSpPr>
        <p:spPr>
          <a:xfrm>
            <a:off x="6103938" y="2917825"/>
            <a:ext cx="412750"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FF3300"/>
                </a:solidFill>
                <a:latin typeface="Arial" panose="020B0604020202020204" pitchFamily="34" charset="0"/>
              </a:rPr>
              <a:t>④</a:t>
            </a:r>
            <a:endParaRPr lang="en-US" altLang="zh-CN" sz="1800" b="0" dirty="0">
              <a:solidFill>
                <a:srgbClr val="FF3300"/>
              </a:solidFill>
              <a:latin typeface="Arial" panose="020B0604020202020204" pitchFamily="34" charset="0"/>
            </a:endParaRPr>
          </a:p>
        </p:txBody>
      </p:sp>
      <p:sp>
        <p:nvSpPr>
          <p:cNvPr id="69685" name="Line 191"/>
          <p:cNvSpPr/>
          <p:nvPr/>
        </p:nvSpPr>
        <p:spPr>
          <a:xfrm>
            <a:off x="6054725" y="1368425"/>
            <a:ext cx="0" cy="3744913"/>
          </a:xfrm>
          <a:prstGeom prst="line">
            <a:avLst/>
          </a:prstGeom>
          <a:ln w="9525" cap="flat" cmpd="sng">
            <a:solidFill>
              <a:schemeClr val="tx1"/>
            </a:solidFill>
            <a:prstDash val="dash"/>
            <a:headEnd type="none" w="med" len="med"/>
            <a:tailEnd type="none" w="med" len="med"/>
          </a:ln>
        </p:spPr>
      </p:sp>
      <p:sp>
        <p:nvSpPr>
          <p:cNvPr id="69686" name="Line 192"/>
          <p:cNvSpPr/>
          <p:nvPr/>
        </p:nvSpPr>
        <p:spPr>
          <a:xfrm>
            <a:off x="6777038" y="1341438"/>
            <a:ext cx="0" cy="3744912"/>
          </a:xfrm>
          <a:prstGeom prst="line">
            <a:avLst/>
          </a:prstGeom>
          <a:ln w="9525" cap="flat" cmpd="sng">
            <a:solidFill>
              <a:schemeClr val="tx1"/>
            </a:solidFill>
            <a:prstDash val="dash"/>
            <a:headEnd type="none" w="med" len="med"/>
            <a:tailEnd type="none" w="med" len="med"/>
          </a:ln>
        </p:spPr>
      </p:sp>
      <p:sp>
        <p:nvSpPr>
          <p:cNvPr id="69687" name="Rectangle 193"/>
          <p:cNvSpPr/>
          <p:nvPr/>
        </p:nvSpPr>
        <p:spPr>
          <a:xfrm>
            <a:off x="6084888" y="3141663"/>
            <a:ext cx="127000"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69688" name="Line 194"/>
          <p:cNvSpPr/>
          <p:nvPr/>
        </p:nvSpPr>
        <p:spPr>
          <a:xfrm>
            <a:off x="4932363" y="4510088"/>
            <a:ext cx="1079500" cy="0"/>
          </a:xfrm>
          <a:prstGeom prst="line">
            <a:avLst/>
          </a:prstGeom>
          <a:ln w="9525" cap="flat" cmpd="sng">
            <a:solidFill>
              <a:srgbClr val="FF3300"/>
            </a:solidFill>
            <a:prstDash val="solid"/>
            <a:headEnd type="triangle" w="med" len="med"/>
            <a:tailEnd type="triangle" w="med" len="med"/>
          </a:ln>
        </p:spPr>
      </p:sp>
      <p:sp>
        <p:nvSpPr>
          <p:cNvPr id="69689" name="Line 195"/>
          <p:cNvSpPr/>
          <p:nvPr/>
        </p:nvSpPr>
        <p:spPr>
          <a:xfrm>
            <a:off x="4886325" y="3789363"/>
            <a:ext cx="0" cy="1081087"/>
          </a:xfrm>
          <a:prstGeom prst="line">
            <a:avLst/>
          </a:prstGeom>
          <a:ln w="9525" cap="flat" cmpd="sng">
            <a:solidFill>
              <a:schemeClr val="tx1"/>
            </a:solidFill>
            <a:prstDash val="dash"/>
            <a:headEnd type="none" w="med" len="med"/>
            <a:tailEnd type="none" w="med" len="med"/>
          </a:ln>
        </p:spPr>
      </p:sp>
      <p:sp>
        <p:nvSpPr>
          <p:cNvPr id="69690" name="Line 204"/>
          <p:cNvSpPr/>
          <p:nvPr/>
        </p:nvSpPr>
        <p:spPr>
          <a:xfrm flipH="1">
            <a:off x="1336675" y="4725988"/>
            <a:ext cx="360363" cy="0"/>
          </a:xfrm>
          <a:prstGeom prst="line">
            <a:avLst/>
          </a:prstGeom>
          <a:ln w="28575" cap="flat" cmpd="sng">
            <a:solidFill>
              <a:srgbClr val="0000FF"/>
            </a:solidFill>
            <a:prstDash val="dash"/>
            <a:headEnd type="none" w="med" len="med"/>
            <a:tailEnd type="none" w="med" len="med"/>
          </a:ln>
        </p:spPr>
      </p:sp>
      <p:sp>
        <p:nvSpPr>
          <p:cNvPr id="69691" name="Arc 205"/>
          <p:cNvSpPr/>
          <p:nvPr/>
        </p:nvSpPr>
        <p:spPr>
          <a:xfrm flipV="1">
            <a:off x="1697038" y="3694113"/>
            <a:ext cx="360362" cy="1247775"/>
          </a:xfrm>
          <a:custGeom>
            <a:avLst/>
            <a:gdLst/>
            <a:ahLst/>
            <a:cxnLst>
              <a:cxn ang="0">
                <a:pos x="2147483646" y="-1136757915"/>
              </a:cxn>
              <a:cxn ang="0">
                <a:pos x="2147483646" y="2147483646"/>
              </a:cxn>
              <a:cxn ang="0">
                <a:pos x="2147483646" y="2147483646"/>
              </a:cxn>
              <a:cxn ang="0">
                <a:pos x="2147483646" y="-1136757915"/>
              </a:cxn>
              <a:cxn ang="0">
                <a:pos x="2147483646" y="2147483646"/>
              </a:cxn>
              <a:cxn ang="0">
                <a:pos x="2147483646" y="2147483646"/>
              </a:cxn>
              <a:cxn ang="0">
                <a:pos x="0" y="2147483646"/>
              </a:cxn>
              <a:cxn ang="0">
                <a:pos x="2147483646" y="-1136757915"/>
              </a:cxn>
            </a:cxnLst>
            <a:pathLst>
              <a:path w="21600" h="38553" fill="none">
                <a:moveTo>
                  <a:pt x="11292" y="-1"/>
                </a:moveTo>
                <a:cubicBezTo>
                  <a:pt x="17696" y="3927"/>
                  <a:pt x="21600" y="10900"/>
                  <a:pt x="21600" y="18413"/>
                </a:cubicBezTo>
                <a:cubicBezTo>
                  <a:pt x="21600" y="27329"/>
                  <a:pt x="16120" y="35330"/>
                  <a:pt x="7806" y="38552"/>
                </a:cubicBezTo>
              </a:path>
              <a:path w="21600" h="38553" stroke="0">
                <a:moveTo>
                  <a:pt x="11292" y="-1"/>
                </a:moveTo>
                <a:cubicBezTo>
                  <a:pt x="17696" y="3927"/>
                  <a:pt x="21600" y="10900"/>
                  <a:pt x="21600" y="18413"/>
                </a:cubicBezTo>
                <a:cubicBezTo>
                  <a:pt x="21600" y="27329"/>
                  <a:pt x="16120" y="35330"/>
                  <a:pt x="7806" y="38552"/>
                </a:cubicBezTo>
                <a:lnTo>
                  <a:pt x="0" y="18413"/>
                </a:lnTo>
                <a:lnTo>
                  <a:pt x="11292" y="-1"/>
                </a:lnTo>
                <a:close/>
              </a:path>
            </a:pathLst>
          </a:custGeom>
          <a:noFill/>
          <a:ln w="9525" cap="flat" cmpd="sng">
            <a:solidFill>
              <a:srgbClr val="FF00FF">
                <a:alpha val="100000"/>
              </a:srgbClr>
            </a:solidFill>
            <a:prstDash val="solid"/>
            <a:round/>
            <a:headEnd type="triangle" w="med" len="med"/>
            <a:tailEnd type="none" w="med" len="med"/>
          </a:ln>
        </p:spPr>
        <p:txBody>
          <a:bodyPr/>
          <a:p>
            <a:endParaRPr lang="zh-CN" altLang="en-US"/>
          </a:p>
        </p:txBody>
      </p:sp>
      <p:sp>
        <p:nvSpPr>
          <p:cNvPr id="69692" name="Rectangle 207"/>
          <p:cNvSpPr/>
          <p:nvPr/>
        </p:nvSpPr>
        <p:spPr>
          <a:xfrm>
            <a:off x="400050" y="3933825"/>
            <a:ext cx="8353425" cy="1295400"/>
          </a:xfrm>
          <a:prstGeom prst="rect">
            <a:avLst/>
          </a:prstGeom>
          <a:noFill/>
          <a:ln w="12700" cap="flat" cmpd="sng">
            <a:solidFill>
              <a:srgbClr val="FF00FF"/>
            </a:solidFill>
            <a:prstDash val="dash"/>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cxnSp>
        <p:nvCxnSpPr>
          <p:cNvPr id="69693" name="直接连接符 3"/>
          <p:cNvCxnSpPr/>
          <p:nvPr/>
        </p:nvCxnSpPr>
        <p:spPr>
          <a:xfrm>
            <a:off x="0" y="1065213"/>
            <a:ext cx="9144000" cy="0"/>
          </a:xfrm>
          <a:prstGeom prst="line">
            <a:avLst/>
          </a:prstGeom>
          <a:ln w="38100" cap="flat" cmpd="sng">
            <a:solidFill>
              <a:schemeClr val="tx1"/>
            </a:solidFill>
            <a:prstDash val="solid"/>
            <a:headEnd type="none" w="med" len="med"/>
            <a:tailEnd type="none" w="med" len="med"/>
          </a:ln>
        </p:spPr>
      </p:cxnSp>
    </p:spTree>
  </p:cSld>
  <p:clrMapOvr>
    <a:masterClrMapping/>
  </p:clrMapOvr>
  <p:transition spd="slow">
    <p:zoom/>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0658" name="Text Box 2"/>
          <p:cNvSpPr txBox="1"/>
          <p:nvPr/>
        </p:nvSpPr>
        <p:spPr>
          <a:xfrm>
            <a:off x="2860675" y="311150"/>
            <a:ext cx="2652713" cy="519113"/>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50000"/>
              </a:spcBef>
              <a:spcAft>
                <a:spcPct val="0"/>
              </a:spcAft>
              <a:buClr>
                <a:srgbClr val="CCECFF"/>
              </a:buClr>
              <a:buSzPct val="70000"/>
              <a:buNone/>
            </a:pPr>
            <a:r>
              <a:rPr lang="zh-CN" altLang="en-US" dirty="0">
                <a:latin typeface="Times New Roman" panose="02020603050405020304" pitchFamily="18" charset="0"/>
              </a:rPr>
              <a:t>方式</a:t>
            </a:r>
            <a:r>
              <a:rPr lang="en-US" altLang="zh-CN" dirty="0">
                <a:latin typeface="Times New Roman" panose="02020603050405020304" pitchFamily="18" charset="0"/>
              </a:rPr>
              <a:t>0</a:t>
            </a:r>
            <a:r>
              <a:rPr lang="zh-CN" altLang="en-US" dirty="0">
                <a:latin typeface="Times New Roman" panose="02020603050405020304" pitchFamily="18" charset="0"/>
              </a:rPr>
              <a:t>的时序图</a:t>
            </a:r>
            <a:endParaRPr lang="zh-CN" altLang="en-US" dirty="0">
              <a:latin typeface="Times New Roman" panose="02020603050405020304" pitchFamily="18" charset="0"/>
            </a:endParaRPr>
          </a:p>
        </p:txBody>
      </p:sp>
      <p:sp>
        <p:nvSpPr>
          <p:cNvPr id="70659" name="Rectangle 166"/>
          <p:cNvSpPr/>
          <p:nvPr/>
        </p:nvSpPr>
        <p:spPr>
          <a:xfrm>
            <a:off x="250825" y="5106988"/>
            <a:ext cx="8496300" cy="1562100"/>
          </a:xfrm>
          <a:prstGeom prst="rect">
            <a:avLst/>
          </a:prstGeom>
          <a:solidFill>
            <a:schemeClr val="accent1"/>
          </a:solidFill>
          <a:ln w="9525" cap="flat" cmpd="sng">
            <a:solidFill>
              <a:srgbClr val="FF00FF"/>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2400" dirty="0">
                <a:solidFill>
                  <a:srgbClr val="FF00FF"/>
                </a:solidFill>
                <a:latin typeface="宋体" panose="02010600030101010101" pitchFamily="2" charset="-122"/>
              </a:rPr>
              <a:t>特点</a:t>
            </a:r>
            <a:r>
              <a:rPr lang="zh-CN" altLang="en-US" sz="2400" dirty="0">
                <a:solidFill>
                  <a:srgbClr val="FF00FF"/>
                </a:solidFill>
                <a:latin typeface="Arial" panose="020B0604020202020204" pitchFamily="34" charset="0"/>
              </a:rPr>
              <a:t>②：</a:t>
            </a:r>
            <a:r>
              <a:rPr lang="zh-CN" altLang="en-US" sz="2400" b="0" dirty="0">
                <a:solidFill>
                  <a:schemeClr val="tx1"/>
                </a:solidFill>
                <a:latin typeface="Arial" panose="020B0604020202020204" pitchFamily="34" charset="0"/>
              </a:rPr>
              <a:t>在计数过程中可改变计数值。如果计数值为</a:t>
            </a:r>
            <a:r>
              <a:rPr lang="en-US" altLang="zh-CN" sz="2400" b="0" dirty="0">
                <a:solidFill>
                  <a:schemeClr val="tx1"/>
                </a:solidFill>
                <a:latin typeface="Arial" panose="020B0604020202020204" pitchFamily="34" charset="0"/>
              </a:rPr>
              <a:t>8</a:t>
            </a:r>
            <a:r>
              <a:rPr lang="zh-CN" altLang="en-US" sz="2400" b="0" dirty="0">
                <a:solidFill>
                  <a:schemeClr val="tx1"/>
                </a:solidFill>
                <a:latin typeface="Arial" panose="020B0604020202020204" pitchFamily="34" charset="0"/>
              </a:rPr>
              <a:t>位，在写入新的</a:t>
            </a:r>
            <a:r>
              <a:rPr lang="en-US" altLang="zh-CN" sz="2400" b="0" dirty="0">
                <a:solidFill>
                  <a:schemeClr val="tx1"/>
                </a:solidFill>
                <a:latin typeface="Arial" panose="020B0604020202020204" pitchFamily="34" charset="0"/>
              </a:rPr>
              <a:t>8</a:t>
            </a:r>
            <a:r>
              <a:rPr lang="zh-CN" altLang="en-US" sz="2400" b="0" dirty="0">
                <a:solidFill>
                  <a:schemeClr val="tx1"/>
                </a:solidFill>
                <a:latin typeface="Arial" panose="020B0604020202020204" pitchFamily="34" charset="0"/>
              </a:rPr>
              <a:t>位计数值后，计数器将按新的计数值</a:t>
            </a:r>
            <a:r>
              <a:rPr lang="zh-CN" altLang="en-US" sz="2400" b="0" dirty="0">
                <a:solidFill>
                  <a:srgbClr val="FF00FF"/>
                </a:solidFill>
                <a:latin typeface="Arial" panose="020B0604020202020204" pitchFamily="34" charset="0"/>
              </a:rPr>
              <a:t>重新开始计数</a:t>
            </a:r>
            <a:r>
              <a:rPr lang="zh-CN" altLang="en-US" sz="2400" b="0" dirty="0">
                <a:solidFill>
                  <a:schemeClr val="tx1"/>
                </a:solidFill>
                <a:latin typeface="Arial" panose="020B0604020202020204" pitchFamily="34" charset="0"/>
              </a:rPr>
              <a:t>。 如果计数值为</a:t>
            </a:r>
            <a:r>
              <a:rPr lang="en-US" altLang="zh-CN" sz="2400" b="0" dirty="0">
                <a:solidFill>
                  <a:schemeClr val="tx1"/>
                </a:solidFill>
                <a:latin typeface="Arial" panose="020B0604020202020204" pitchFamily="34" charset="0"/>
              </a:rPr>
              <a:t>16</a:t>
            </a:r>
            <a:r>
              <a:rPr lang="zh-CN" altLang="en-US" sz="2400" b="0" dirty="0">
                <a:solidFill>
                  <a:schemeClr val="tx1"/>
                </a:solidFill>
                <a:latin typeface="Arial" panose="020B0604020202020204" pitchFamily="34" charset="0"/>
              </a:rPr>
              <a:t>位， 在写入第一个字节后，计数器停止计数，在写入第二个字节后， 计数器按照新的数值开始计数。</a:t>
            </a:r>
            <a:endParaRPr lang="zh-CN" altLang="en-US" sz="2400" b="0" dirty="0">
              <a:solidFill>
                <a:schemeClr val="tx1"/>
              </a:solidFill>
              <a:latin typeface="Arial" panose="020B0604020202020204" pitchFamily="34" charset="0"/>
            </a:endParaRPr>
          </a:p>
        </p:txBody>
      </p:sp>
      <p:sp>
        <p:nvSpPr>
          <p:cNvPr id="70660" name="Rectangle 8"/>
          <p:cNvSpPr/>
          <p:nvPr/>
        </p:nvSpPr>
        <p:spPr>
          <a:xfrm>
            <a:off x="5364163" y="438150"/>
            <a:ext cx="2046287" cy="304800"/>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2000" dirty="0">
                <a:solidFill>
                  <a:srgbClr val="0000FF"/>
                </a:solidFill>
                <a:latin typeface="宋体" panose="02010600030101010101" pitchFamily="2" charset="-122"/>
              </a:rPr>
              <a:t>（设计数初值为</a:t>
            </a:r>
            <a:r>
              <a:rPr lang="en-US" altLang="zh-CN" sz="2000" dirty="0">
                <a:solidFill>
                  <a:srgbClr val="0000FF"/>
                </a:solidFill>
                <a:latin typeface="宋体" panose="02010600030101010101" pitchFamily="2" charset="-122"/>
              </a:rPr>
              <a:t>3)</a:t>
            </a:r>
            <a:endParaRPr lang="en-US" altLang="zh-CN" sz="2000" dirty="0">
              <a:solidFill>
                <a:srgbClr val="0000FF"/>
              </a:solidFill>
              <a:latin typeface="Arial" panose="020B0604020202020204" pitchFamily="34" charset="0"/>
            </a:endParaRPr>
          </a:p>
        </p:txBody>
      </p:sp>
      <p:cxnSp>
        <p:nvCxnSpPr>
          <p:cNvPr id="70661" name="直接连接符 166"/>
          <p:cNvCxnSpPr/>
          <p:nvPr/>
        </p:nvCxnSpPr>
        <p:spPr>
          <a:xfrm>
            <a:off x="0" y="981075"/>
            <a:ext cx="9144000" cy="0"/>
          </a:xfrm>
          <a:prstGeom prst="line">
            <a:avLst/>
          </a:prstGeom>
          <a:ln w="38100" cap="flat" cmpd="sng">
            <a:solidFill>
              <a:schemeClr val="tx1"/>
            </a:solidFill>
            <a:prstDash val="solid"/>
            <a:headEnd type="none" w="med" len="med"/>
            <a:tailEnd type="none" w="med" len="med"/>
          </a:ln>
        </p:spPr>
      </p:cxnSp>
      <p:sp>
        <p:nvSpPr>
          <p:cNvPr id="70662" name="Rectangle 12"/>
          <p:cNvSpPr/>
          <p:nvPr/>
        </p:nvSpPr>
        <p:spPr>
          <a:xfrm>
            <a:off x="1658938" y="2317750"/>
            <a:ext cx="728662" cy="4127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0663" name="Rectangle 13"/>
          <p:cNvSpPr/>
          <p:nvPr/>
        </p:nvSpPr>
        <p:spPr>
          <a:xfrm>
            <a:off x="1727200" y="2420938"/>
            <a:ext cx="852488"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宋体" panose="02010600030101010101" pitchFamily="2" charset="-122"/>
              </a:rPr>
              <a:t>写计数值</a:t>
            </a:r>
            <a:endParaRPr lang="zh-CN" altLang="en-US" sz="1800" b="0" dirty="0">
              <a:solidFill>
                <a:schemeClr val="tx1"/>
              </a:solidFill>
              <a:latin typeface="Arial" panose="020B0604020202020204" pitchFamily="34" charset="0"/>
            </a:endParaRPr>
          </a:p>
        </p:txBody>
      </p:sp>
      <p:sp>
        <p:nvSpPr>
          <p:cNvPr id="70664" name="Rectangle 14"/>
          <p:cNvSpPr/>
          <p:nvPr/>
        </p:nvSpPr>
        <p:spPr>
          <a:xfrm>
            <a:off x="1025525" y="2355850"/>
            <a:ext cx="609600" cy="411163"/>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0665" name="Rectangle 15"/>
          <p:cNvSpPr/>
          <p:nvPr/>
        </p:nvSpPr>
        <p:spPr>
          <a:xfrm>
            <a:off x="1019175" y="2430463"/>
            <a:ext cx="212725"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宋体" panose="02010600030101010101" pitchFamily="2" charset="-122"/>
              </a:rPr>
              <a:t>写</a:t>
            </a:r>
            <a:endParaRPr lang="zh-CN" altLang="en-US" sz="1800" b="0" dirty="0">
              <a:solidFill>
                <a:schemeClr val="tx1"/>
              </a:solidFill>
              <a:latin typeface="Arial" panose="020B0604020202020204" pitchFamily="34" charset="0"/>
            </a:endParaRPr>
          </a:p>
        </p:txBody>
      </p:sp>
      <p:sp>
        <p:nvSpPr>
          <p:cNvPr id="70666" name="Rectangle 16"/>
          <p:cNvSpPr/>
          <p:nvPr/>
        </p:nvSpPr>
        <p:spPr>
          <a:xfrm>
            <a:off x="1217613" y="2420938"/>
            <a:ext cx="355600"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CW</a:t>
            </a:r>
            <a:endParaRPr lang="en-US" altLang="zh-CN" sz="1800" b="0" dirty="0">
              <a:solidFill>
                <a:schemeClr val="tx1"/>
              </a:solidFill>
              <a:latin typeface="Arial" panose="020B0604020202020204" pitchFamily="34" charset="0"/>
            </a:endParaRPr>
          </a:p>
        </p:txBody>
      </p:sp>
      <p:sp>
        <p:nvSpPr>
          <p:cNvPr id="70667" name="Rectangle 17"/>
          <p:cNvSpPr/>
          <p:nvPr/>
        </p:nvSpPr>
        <p:spPr>
          <a:xfrm>
            <a:off x="179388" y="1214438"/>
            <a:ext cx="438150" cy="411162"/>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0668" name="Rectangle 18"/>
          <p:cNvSpPr/>
          <p:nvPr/>
        </p:nvSpPr>
        <p:spPr>
          <a:xfrm>
            <a:off x="211138" y="1382713"/>
            <a:ext cx="414337"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CLK</a:t>
            </a:r>
            <a:endParaRPr lang="en-US" altLang="zh-CN" sz="1800" b="0" dirty="0">
              <a:solidFill>
                <a:schemeClr val="tx1"/>
              </a:solidFill>
              <a:latin typeface="Arial" panose="020B0604020202020204" pitchFamily="34" charset="0"/>
            </a:endParaRPr>
          </a:p>
        </p:txBody>
      </p:sp>
      <p:sp>
        <p:nvSpPr>
          <p:cNvPr id="70669" name="Rectangle 19"/>
          <p:cNvSpPr/>
          <p:nvPr/>
        </p:nvSpPr>
        <p:spPr>
          <a:xfrm>
            <a:off x="139700" y="1774825"/>
            <a:ext cx="1706563" cy="655638"/>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0670" name="Rectangle 20"/>
          <p:cNvSpPr/>
          <p:nvPr/>
        </p:nvSpPr>
        <p:spPr>
          <a:xfrm>
            <a:off x="171450" y="1852613"/>
            <a:ext cx="581025"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70671" name="Rectangle 21"/>
          <p:cNvSpPr/>
          <p:nvPr/>
        </p:nvSpPr>
        <p:spPr>
          <a:xfrm>
            <a:off x="660400" y="1930400"/>
            <a:ext cx="1919288"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宋体" panose="02010600030101010101" pitchFamily="2" charset="-122"/>
              </a:rPr>
              <a:t>（允许计数高电平）</a:t>
            </a:r>
            <a:endParaRPr lang="zh-CN" altLang="en-US" sz="1800" b="0" dirty="0">
              <a:solidFill>
                <a:schemeClr val="tx1"/>
              </a:solidFill>
              <a:latin typeface="Arial" panose="020B0604020202020204" pitchFamily="34" charset="0"/>
            </a:endParaRPr>
          </a:p>
        </p:txBody>
      </p:sp>
      <p:sp>
        <p:nvSpPr>
          <p:cNvPr id="70672" name="Rectangle 22"/>
          <p:cNvSpPr/>
          <p:nvPr/>
        </p:nvSpPr>
        <p:spPr>
          <a:xfrm>
            <a:off x="271463" y="2449513"/>
            <a:ext cx="438150" cy="4127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0673" name="Rectangle 23"/>
          <p:cNvSpPr/>
          <p:nvPr/>
        </p:nvSpPr>
        <p:spPr>
          <a:xfrm>
            <a:off x="304800" y="2649538"/>
            <a:ext cx="355600"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grpSp>
        <p:nvGrpSpPr>
          <p:cNvPr id="70674" name="Group 25"/>
          <p:cNvGrpSpPr/>
          <p:nvPr/>
        </p:nvGrpSpPr>
        <p:grpSpPr>
          <a:xfrm>
            <a:off x="6851650" y="1295400"/>
            <a:ext cx="604838" cy="301625"/>
            <a:chOff x="5066" y="1062"/>
            <a:chExt cx="446" cy="190"/>
          </a:xfrm>
        </p:grpSpPr>
        <p:sp>
          <p:nvSpPr>
            <p:cNvPr id="70821" name="Line 26"/>
            <p:cNvSpPr/>
            <p:nvPr/>
          </p:nvSpPr>
          <p:spPr>
            <a:xfrm>
              <a:off x="5136" y="1062"/>
              <a:ext cx="149" cy="1"/>
            </a:xfrm>
            <a:prstGeom prst="line">
              <a:avLst/>
            </a:prstGeom>
            <a:ln w="14288" cap="flat" cmpd="sng">
              <a:solidFill>
                <a:srgbClr val="000000"/>
              </a:solidFill>
              <a:prstDash val="solid"/>
              <a:headEnd type="none" w="med" len="med"/>
              <a:tailEnd type="none" w="med" len="med"/>
            </a:ln>
          </p:spPr>
        </p:sp>
        <p:sp>
          <p:nvSpPr>
            <p:cNvPr id="70822" name="Line 27"/>
            <p:cNvSpPr/>
            <p:nvPr/>
          </p:nvSpPr>
          <p:spPr>
            <a:xfrm flipH="1">
              <a:off x="5066" y="1062"/>
              <a:ext cx="70" cy="189"/>
            </a:xfrm>
            <a:prstGeom prst="line">
              <a:avLst/>
            </a:prstGeom>
            <a:ln w="14288" cap="flat" cmpd="sng">
              <a:solidFill>
                <a:srgbClr val="000000"/>
              </a:solidFill>
              <a:prstDash val="solid"/>
              <a:headEnd type="none" w="med" len="med"/>
              <a:tailEnd type="none" w="med" len="med"/>
            </a:ln>
          </p:spPr>
        </p:sp>
        <p:sp>
          <p:nvSpPr>
            <p:cNvPr id="70823" name="Line 28"/>
            <p:cNvSpPr/>
            <p:nvPr/>
          </p:nvSpPr>
          <p:spPr>
            <a:xfrm>
              <a:off x="5285" y="1062"/>
              <a:ext cx="81" cy="189"/>
            </a:xfrm>
            <a:prstGeom prst="line">
              <a:avLst/>
            </a:prstGeom>
            <a:ln w="14288" cap="flat" cmpd="sng">
              <a:solidFill>
                <a:srgbClr val="000000"/>
              </a:solidFill>
              <a:prstDash val="solid"/>
              <a:headEnd type="none" w="med" len="med"/>
              <a:tailEnd type="none" w="med" len="med"/>
            </a:ln>
          </p:spPr>
        </p:sp>
        <p:sp>
          <p:nvSpPr>
            <p:cNvPr id="70824" name="Line 29"/>
            <p:cNvSpPr/>
            <p:nvPr/>
          </p:nvSpPr>
          <p:spPr>
            <a:xfrm>
              <a:off x="5363" y="1251"/>
              <a:ext cx="149" cy="1"/>
            </a:xfrm>
            <a:prstGeom prst="line">
              <a:avLst/>
            </a:prstGeom>
            <a:ln w="14288" cap="flat" cmpd="sng">
              <a:solidFill>
                <a:srgbClr val="000000"/>
              </a:solidFill>
              <a:prstDash val="solid"/>
              <a:headEnd type="none" w="med" len="med"/>
              <a:tailEnd type="none" w="med" len="med"/>
            </a:ln>
          </p:spPr>
        </p:sp>
      </p:grpSp>
      <p:grpSp>
        <p:nvGrpSpPr>
          <p:cNvPr id="70675" name="Group 30"/>
          <p:cNvGrpSpPr/>
          <p:nvPr/>
        </p:nvGrpSpPr>
        <p:grpSpPr>
          <a:xfrm>
            <a:off x="981075" y="1196975"/>
            <a:ext cx="5889625" cy="393700"/>
            <a:chOff x="1093" y="990"/>
            <a:chExt cx="3975" cy="248"/>
          </a:xfrm>
        </p:grpSpPr>
        <p:grpSp>
          <p:nvGrpSpPr>
            <p:cNvPr id="70769" name="Group 31"/>
            <p:cNvGrpSpPr/>
            <p:nvPr/>
          </p:nvGrpSpPr>
          <p:grpSpPr>
            <a:xfrm>
              <a:off x="1093" y="990"/>
              <a:ext cx="3529" cy="248"/>
              <a:chOff x="1093" y="990"/>
              <a:chExt cx="3529" cy="248"/>
            </a:xfrm>
          </p:grpSpPr>
          <p:grpSp>
            <p:nvGrpSpPr>
              <p:cNvPr id="70775" name="Group 32"/>
              <p:cNvGrpSpPr/>
              <p:nvPr/>
            </p:nvGrpSpPr>
            <p:grpSpPr>
              <a:xfrm>
                <a:off x="1093" y="990"/>
                <a:ext cx="3092" cy="248"/>
                <a:chOff x="1093" y="990"/>
                <a:chExt cx="3092" cy="248"/>
              </a:xfrm>
            </p:grpSpPr>
            <p:grpSp>
              <p:nvGrpSpPr>
                <p:cNvPr id="70781" name="Group 33"/>
                <p:cNvGrpSpPr/>
                <p:nvPr/>
              </p:nvGrpSpPr>
              <p:grpSpPr>
                <a:xfrm>
                  <a:off x="1093" y="990"/>
                  <a:ext cx="2647" cy="237"/>
                  <a:chOff x="1093" y="990"/>
                  <a:chExt cx="2647" cy="237"/>
                </a:xfrm>
              </p:grpSpPr>
              <p:grpSp>
                <p:nvGrpSpPr>
                  <p:cNvPr id="70787" name="Group 34"/>
                  <p:cNvGrpSpPr/>
                  <p:nvPr/>
                </p:nvGrpSpPr>
                <p:grpSpPr>
                  <a:xfrm>
                    <a:off x="1093" y="990"/>
                    <a:ext cx="2201" cy="226"/>
                    <a:chOff x="1093" y="990"/>
                    <a:chExt cx="2201" cy="226"/>
                  </a:xfrm>
                </p:grpSpPr>
                <p:grpSp>
                  <p:nvGrpSpPr>
                    <p:cNvPr id="70793" name="Group 35"/>
                    <p:cNvGrpSpPr/>
                    <p:nvPr/>
                  </p:nvGrpSpPr>
                  <p:grpSpPr>
                    <a:xfrm>
                      <a:off x="1093" y="990"/>
                      <a:ext cx="1756" cy="215"/>
                      <a:chOff x="1093" y="990"/>
                      <a:chExt cx="1756" cy="215"/>
                    </a:xfrm>
                  </p:grpSpPr>
                  <p:grpSp>
                    <p:nvGrpSpPr>
                      <p:cNvPr id="70799" name="Group 36"/>
                      <p:cNvGrpSpPr/>
                      <p:nvPr/>
                    </p:nvGrpSpPr>
                    <p:grpSpPr>
                      <a:xfrm>
                        <a:off x="1093" y="990"/>
                        <a:ext cx="1310" cy="203"/>
                        <a:chOff x="1093" y="990"/>
                        <a:chExt cx="1310" cy="203"/>
                      </a:xfrm>
                    </p:grpSpPr>
                    <p:grpSp>
                      <p:nvGrpSpPr>
                        <p:cNvPr id="70805" name="Group 37"/>
                        <p:cNvGrpSpPr/>
                        <p:nvPr/>
                      </p:nvGrpSpPr>
                      <p:grpSpPr>
                        <a:xfrm>
                          <a:off x="1093" y="990"/>
                          <a:ext cx="882" cy="191"/>
                          <a:chOff x="1093" y="990"/>
                          <a:chExt cx="882" cy="191"/>
                        </a:xfrm>
                      </p:grpSpPr>
                      <p:grpSp>
                        <p:nvGrpSpPr>
                          <p:cNvPr id="70811" name="Group 38"/>
                          <p:cNvGrpSpPr/>
                          <p:nvPr/>
                        </p:nvGrpSpPr>
                        <p:grpSpPr>
                          <a:xfrm>
                            <a:off x="1093" y="990"/>
                            <a:ext cx="445" cy="191"/>
                            <a:chOff x="1093" y="990"/>
                            <a:chExt cx="445" cy="191"/>
                          </a:xfrm>
                        </p:grpSpPr>
                        <p:sp>
                          <p:nvSpPr>
                            <p:cNvPr id="70817" name="Line 39"/>
                            <p:cNvSpPr/>
                            <p:nvPr/>
                          </p:nvSpPr>
                          <p:spPr>
                            <a:xfrm>
                              <a:off x="1163" y="990"/>
                              <a:ext cx="148" cy="2"/>
                            </a:xfrm>
                            <a:prstGeom prst="line">
                              <a:avLst/>
                            </a:prstGeom>
                            <a:ln w="14288" cap="flat" cmpd="sng">
                              <a:solidFill>
                                <a:srgbClr val="000000"/>
                              </a:solidFill>
                              <a:prstDash val="solid"/>
                              <a:headEnd type="none" w="med" len="med"/>
                              <a:tailEnd type="none" w="med" len="med"/>
                            </a:ln>
                          </p:spPr>
                        </p:sp>
                        <p:sp>
                          <p:nvSpPr>
                            <p:cNvPr id="70818" name="Line 40"/>
                            <p:cNvSpPr/>
                            <p:nvPr/>
                          </p:nvSpPr>
                          <p:spPr>
                            <a:xfrm flipH="1">
                              <a:off x="1093" y="990"/>
                              <a:ext cx="70" cy="189"/>
                            </a:xfrm>
                            <a:prstGeom prst="line">
                              <a:avLst/>
                            </a:prstGeom>
                            <a:ln w="14288" cap="flat" cmpd="sng">
                              <a:solidFill>
                                <a:srgbClr val="000000"/>
                              </a:solidFill>
                              <a:prstDash val="solid"/>
                              <a:headEnd type="none" w="med" len="med"/>
                              <a:tailEnd type="none" w="med" len="med"/>
                            </a:ln>
                          </p:spPr>
                        </p:sp>
                        <p:sp>
                          <p:nvSpPr>
                            <p:cNvPr id="70819" name="Line 41"/>
                            <p:cNvSpPr/>
                            <p:nvPr/>
                          </p:nvSpPr>
                          <p:spPr>
                            <a:xfrm>
                              <a:off x="1311" y="990"/>
                              <a:ext cx="82" cy="189"/>
                            </a:xfrm>
                            <a:prstGeom prst="line">
                              <a:avLst/>
                            </a:prstGeom>
                            <a:ln w="14288" cap="flat" cmpd="sng">
                              <a:solidFill>
                                <a:srgbClr val="000000"/>
                              </a:solidFill>
                              <a:prstDash val="solid"/>
                              <a:headEnd type="none" w="med" len="med"/>
                              <a:tailEnd type="none" w="med" len="med"/>
                            </a:ln>
                          </p:spPr>
                        </p:sp>
                        <p:sp>
                          <p:nvSpPr>
                            <p:cNvPr id="70820" name="Line 42"/>
                            <p:cNvSpPr/>
                            <p:nvPr/>
                          </p:nvSpPr>
                          <p:spPr>
                            <a:xfrm>
                              <a:off x="1390" y="1179"/>
                              <a:ext cx="148" cy="2"/>
                            </a:xfrm>
                            <a:prstGeom prst="line">
                              <a:avLst/>
                            </a:prstGeom>
                            <a:ln w="14288" cap="flat" cmpd="sng">
                              <a:solidFill>
                                <a:srgbClr val="000000"/>
                              </a:solidFill>
                              <a:prstDash val="solid"/>
                              <a:headEnd type="none" w="med" len="med"/>
                              <a:tailEnd type="none" w="med" len="med"/>
                            </a:ln>
                          </p:spPr>
                        </p:sp>
                      </p:grpSp>
                      <p:grpSp>
                        <p:nvGrpSpPr>
                          <p:cNvPr id="70812" name="Group 43"/>
                          <p:cNvGrpSpPr/>
                          <p:nvPr/>
                        </p:nvGrpSpPr>
                        <p:grpSpPr>
                          <a:xfrm>
                            <a:off x="1530" y="990"/>
                            <a:ext cx="445" cy="191"/>
                            <a:chOff x="1530" y="990"/>
                            <a:chExt cx="445" cy="191"/>
                          </a:xfrm>
                        </p:grpSpPr>
                        <p:sp>
                          <p:nvSpPr>
                            <p:cNvPr id="70813" name="Line 44"/>
                            <p:cNvSpPr/>
                            <p:nvPr/>
                          </p:nvSpPr>
                          <p:spPr>
                            <a:xfrm>
                              <a:off x="1600" y="990"/>
                              <a:ext cx="148" cy="2"/>
                            </a:xfrm>
                            <a:prstGeom prst="line">
                              <a:avLst/>
                            </a:prstGeom>
                            <a:ln w="14288" cap="flat" cmpd="sng">
                              <a:solidFill>
                                <a:srgbClr val="000000"/>
                              </a:solidFill>
                              <a:prstDash val="solid"/>
                              <a:headEnd type="none" w="med" len="med"/>
                              <a:tailEnd type="none" w="med" len="med"/>
                            </a:ln>
                          </p:spPr>
                        </p:sp>
                        <p:sp>
                          <p:nvSpPr>
                            <p:cNvPr id="70814" name="Line 45"/>
                            <p:cNvSpPr/>
                            <p:nvPr/>
                          </p:nvSpPr>
                          <p:spPr>
                            <a:xfrm flipH="1">
                              <a:off x="1530" y="990"/>
                              <a:ext cx="70" cy="189"/>
                            </a:xfrm>
                            <a:prstGeom prst="line">
                              <a:avLst/>
                            </a:prstGeom>
                            <a:ln w="14288" cap="flat" cmpd="sng">
                              <a:solidFill>
                                <a:srgbClr val="000000"/>
                              </a:solidFill>
                              <a:prstDash val="solid"/>
                              <a:headEnd type="none" w="med" len="med"/>
                              <a:tailEnd type="none" w="med" len="med"/>
                            </a:ln>
                          </p:spPr>
                        </p:sp>
                        <p:sp>
                          <p:nvSpPr>
                            <p:cNvPr id="70815" name="Line 46"/>
                            <p:cNvSpPr/>
                            <p:nvPr/>
                          </p:nvSpPr>
                          <p:spPr>
                            <a:xfrm>
                              <a:off x="1748" y="990"/>
                              <a:ext cx="80" cy="189"/>
                            </a:xfrm>
                            <a:prstGeom prst="line">
                              <a:avLst/>
                            </a:prstGeom>
                            <a:ln w="14288" cap="flat" cmpd="sng">
                              <a:solidFill>
                                <a:srgbClr val="000000"/>
                              </a:solidFill>
                              <a:prstDash val="solid"/>
                              <a:headEnd type="none" w="med" len="med"/>
                              <a:tailEnd type="none" w="med" len="med"/>
                            </a:ln>
                          </p:spPr>
                        </p:sp>
                        <p:sp>
                          <p:nvSpPr>
                            <p:cNvPr id="70816" name="Line 47"/>
                            <p:cNvSpPr/>
                            <p:nvPr/>
                          </p:nvSpPr>
                          <p:spPr>
                            <a:xfrm>
                              <a:off x="1827" y="1179"/>
                              <a:ext cx="148" cy="2"/>
                            </a:xfrm>
                            <a:prstGeom prst="line">
                              <a:avLst/>
                            </a:prstGeom>
                            <a:ln w="14288" cap="flat" cmpd="sng">
                              <a:solidFill>
                                <a:srgbClr val="000000"/>
                              </a:solidFill>
                              <a:prstDash val="solid"/>
                              <a:headEnd type="none" w="med" len="med"/>
                              <a:tailEnd type="none" w="med" len="med"/>
                            </a:ln>
                          </p:spPr>
                        </p:sp>
                      </p:grpSp>
                    </p:grpSp>
                    <p:grpSp>
                      <p:nvGrpSpPr>
                        <p:cNvPr id="70806" name="Group 48"/>
                        <p:cNvGrpSpPr/>
                        <p:nvPr/>
                      </p:nvGrpSpPr>
                      <p:grpSpPr>
                        <a:xfrm>
                          <a:off x="1957" y="1004"/>
                          <a:ext cx="446" cy="189"/>
                          <a:chOff x="1957" y="1004"/>
                          <a:chExt cx="446" cy="189"/>
                        </a:xfrm>
                      </p:grpSpPr>
                      <p:sp>
                        <p:nvSpPr>
                          <p:cNvPr id="70807" name="Line 49"/>
                          <p:cNvSpPr/>
                          <p:nvPr/>
                        </p:nvSpPr>
                        <p:spPr>
                          <a:xfrm>
                            <a:off x="2027" y="1004"/>
                            <a:ext cx="148" cy="1"/>
                          </a:xfrm>
                          <a:prstGeom prst="line">
                            <a:avLst/>
                          </a:prstGeom>
                          <a:ln w="14288" cap="flat" cmpd="sng">
                            <a:solidFill>
                              <a:srgbClr val="000000"/>
                            </a:solidFill>
                            <a:prstDash val="solid"/>
                            <a:headEnd type="none" w="med" len="med"/>
                            <a:tailEnd type="none" w="med" len="med"/>
                          </a:ln>
                        </p:spPr>
                      </p:sp>
                      <p:sp>
                        <p:nvSpPr>
                          <p:cNvPr id="70808" name="Line 50"/>
                          <p:cNvSpPr/>
                          <p:nvPr/>
                        </p:nvSpPr>
                        <p:spPr>
                          <a:xfrm flipH="1">
                            <a:off x="1957" y="1004"/>
                            <a:ext cx="70" cy="188"/>
                          </a:xfrm>
                          <a:prstGeom prst="line">
                            <a:avLst/>
                          </a:prstGeom>
                          <a:ln w="14288" cap="flat" cmpd="sng">
                            <a:solidFill>
                              <a:srgbClr val="000000"/>
                            </a:solidFill>
                            <a:prstDash val="solid"/>
                            <a:headEnd type="none" w="med" len="med"/>
                            <a:tailEnd type="none" w="med" len="med"/>
                          </a:ln>
                        </p:spPr>
                      </p:sp>
                      <p:sp>
                        <p:nvSpPr>
                          <p:cNvPr id="70809" name="Line 51"/>
                          <p:cNvSpPr/>
                          <p:nvPr/>
                        </p:nvSpPr>
                        <p:spPr>
                          <a:xfrm>
                            <a:off x="2175" y="1004"/>
                            <a:ext cx="81" cy="188"/>
                          </a:xfrm>
                          <a:prstGeom prst="line">
                            <a:avLst/>
                          </a:prstGeom>
                          <a:ln w="14288" cap="flat" cmpd="sng">
                            <a:solidFill>
                              <a:srgbClr val="000000"/>
                            </a:solidFill>
                            <a:prstDash val="solid"/>
                            <a:headEnd type="none" w="med" len="med"/>
                            <a:tailEnd type="none" w="med" len="med"/>
                          </a:ln>
                        </p:spPr>
                      </p:sp>
                      <p:sp>
                        <p:nvSpPr>
                          <p:cNvPr id="70810" name="Line 52"/>
                          <p:cNvSpPr/>
                          <p:nvPr/>
                        </p:nvSpPr>
                        <p:spPr>
                          <a:xfrm>
                            <a:off x="2254" y="1192"/>
                            <a:ext cx="149" cy="1"/>
                          </a:xfrm>
                          <a:prstGeom prst="line">
                            <a:avLst/>
                          </a:prstGeom>
                          <a:ln w="14288" cap="flat" cmpd="sng">
                            <a:solidFill>
                              <a:srgbClr val="000000"/>
                            </a:solidFill>
                            <a:prstDash val="solid"/>
                            <a:headEnd type="none" w="med" len="med"/>
                            <a:tailEnd type="none" w="med" len="med"/>
                          </a:ln>
                        </p:spPr>
                      </p:sp>
                    </p:grpSp>
                  </p:grpSp>
                  <p:grpSp>
                    <p:nvGrpSpPr>
                      <p:cNvPr id="70800" name="Group 53"/>
                      <p:cNvGrpSpPr/>
                      <p:nvPr/>
                    </p:nvGrpSpPr>
                    <p:grpSpPr>
                      <a:xfrm>
                        <a:off x="2403" y="1015"/>
                        <a:ext cx="446" cy="190"/>
                        <a:chOff x="2403" y="1015"/>
                        <a:chExt cx="446" cy="190"/>
                      </a:xfrm>
                    </p:grpSpPr>
                    <p:sp>
                      <p:nvSpPr>
                        <p:cNvPr id="70801" name="Line 54"/>
                        <p:cNvSpPr/>
                        <p:nvPr/>
                      </p:nvSpPr>
                      <p:spPr>
                        <a:xfrm>
                          <a:off x="2472" y="1015"/>
                          <a:ext cx="148" cy="1"/>
                        </a:xfrm>
                        <a:prstGeom prst="line">
                          <a:avLst/>
                        </a:prstGeom>
                        <a:ln w="14288" cap="flat" cmpd="sng">
                          <a:solidFill>
                            <a:srgbClr val="000000"/>
                          </a:solidFill>
                          <a:prstDash val="solid"/>
                          <a:headEnd type="none" w="med" len="med"/>
                          <a:tailEnd type="none" w="med" len="med"/>
                        </a:ln>
                      </p:spPr>
                    </p:sp>
                    <p:sp>
                      <p:nvSpPr>
                        <p:cNvPr id="70802" name="Line 55"/>
                        <p:cNvSpPr/>
                        <p:nvPr/>
                      </p:nvSpPr>
                      <p:spPr>
                        <a:xfrm flipH="1">
                          <a:off x="2403" y="1015"/>
                          <a:ext cx="69" cy="189"/>
                        </a:xfrm>
                        <a:prstGeom prst="line">
                          <a:avLst/>
                        </a:prstGeom>
                        <a:ln w="14288" cap="flat" cmpd="sng">
                          <a:solidFill>
                            <a:srgbClr val="000000"/>
                          </a:solidFill>
                          <a:prstDash val="solid"/>
                          <a:headEnd type="none" w="med" len="med"/>
                          <a:tailEnd type="none" w="med" len="med"/>
                        </a:ln>
                      </p:spPr>
                    </p:sp>
                    <p:sp>
                      <p:nvSpPr>
                        <p:cNvPr id="70803" name="Line 56"/>
                        <p:cNvSpPr/>
                        <p:nvPr/>
                      </p:nvSpPr>
                      <p:spPr>
                        <a:xfrm>
                          <a:off x="2620" y="1015"/>
                          <a:ext cx="82" cy="189"/>
                        </a:xfrm>
                        <a:prstGeom prst="line">
                          <a:avLst/>
                        </a:prstGeom>
                        <a:ln w="14288" cap="flat" cmpd="sng">
                          <a:solidFill>
                            <a:srgbClr val="000000"/>
                          </a:solidFill>
                          <a:prstDash val="solid"/>
                          <a:headEnd type="none" w="med" len="med"/>
                          <a:tailEnd type="none" w="med" len="med"/>
                        </a:ln>
                      </p:spPr>
                    </p:sp>
                    <p:sp>
                      <p:nvSpPr>
                        <p:cNvPr id="70804" name="Line 57"/>
                        <p:cNvSpPr/>
                        <p:nvPr/>
                      </p:nvSpPr>
                      <p:spPr>
                        <a:xfrm>
                          <a:off x="2699" y="1204"/>
                          <a:ext cx="150" cy="1"/>
                        </a:xfrm>
                        <a:prstGeom prst="line">
                          <a:avLst/>
                        </a:prstGeom>
                        <a:ln w="14288" cap="flat" cmpd="sng">
                          <a:solidFill>
                            <a:srgbClr val="000000"/>
                          </a:solidFill>
                          <a:prstDash val="solid"/>
                          <a:headEnd type="none" w="med" len="med"/>
                          <a:tailEnd type="none" w="med" len="med"/>
                        </a:ln>
                      </p:spPr>
                    </p:sp>
                  </p:grpSp>
                </p:grpSp>
                <p:grpSp>
                  <p:nvGrpSpPr>
                    <p:cNvPr id="70794" name="Group 58"/>
                    <p:cNvGrpSpPr/>
                    <p:nvPr/>
                  </p:nvGrpSpPr>
                  <p:grpSpPr>
                    <a:xfrm>
                      <a:off x="2849" y="1026"/>
                      <a:ext cx="445" cy="190"/>
                      <a:chOff x="2849" y="1026"/>
                      <a:chExt cx="445" cy="190"/>
                    </a:xfrm>
                  </p:grpSpPr>
                  <p:sp>
                    <p:nvSpPr>
                      <p:cNvPr id="70795" name="Line 59"/>
                      <p:cNvSpPr/>
                      <p:nvPr/>
                    </p:nvSpPr>
                    <p:spPr>
                      <a:xfrm>
                        <a:off x="2917" y="1026"/>
                        <a:ext cx="150" cy="1"/>
                      </a:xfrm>
                      <a:prstGeom prst="line">
                        <a:avLst/>
                      </a:prstGeom>
                      <a:ln w="14288" cap="flat" cmpd="sng">
                        <a:solidFill>
                          <a:srgbClr val="000000"/>
                        </a:solidFill>
                        <a:prstDash val="solid"/>
                        <a:headEnd type="none" w="med" len="med"/>
                        <a:tailEnd type="none" w="med" len="med"/>
                      </a:ln>
                    </p:spPr>
                  </p:sp>
                  <p:sp>
                    <p:nvSpPr>
                      <p:cNvPr id="70796" name="Line 60"/>
                      <p:cNvSpPr/>
                      <p:nvPr/>
                    </p:nvSpPr>
                    <p:spPr>
                      <a:xfrm flipH="1">
                        <a:off x="2849" y="1026"/>
                        <a:ext cx="68" cy="189"/>
                      </a:xfrm>
                      <a:prstGeom prst="line">
                        <a:avLst/>
                      </a:prstGeom>
                      <a:ln w="14288" cap="flat" cmpd="sng">
                        <a:solidFill>
                          <a:srgbClr val="000000"/>
                        </a:solidFill>
                        <a:prstDash val="solid"/>
                        <a:headEnd type="none" w="med" len="med"/>
                        <a:tailEnd type="none" w="med" len="med"/>
                      </a:ln>
                    </p:spPr>
                  </p:sp>
                  <p:sp>
                    <p:nvSpPr>
                      <p:cNvPr id="70797" name="Line 61"/>
                      <p:cNvSpPr/>
                      <p:nvPr/>
                    </p:nvSpPr>
                    <p:spPr>
                      <a:xfrm>
                        <a:off x="3067" y="1026"/>
                        <a:ext cx="80" cy="189"/>
                      </a:xfrm>
                      <a:prstGeom prst="line">
                        <a:avLst/>
                      </a:prstGeom>
                      <a:ln w="14288" cap="flat" cmpd="sng">
                        <a:solidFill>
                          <a:srgbClr val="000000"/>
                        </a:solidFill>
                        <a:prstDash val="solid"/>
                        <a:headEnd type="none" w="med" len="med"/>
                        <a:tailEnd type="none" w="med" len="med"/>
                      </a:ln>
                    </p:spPr>
                  </p:sp>
                  <p:sp>
                    <p:nvSpPr>
                      <p:cNvPr id="70798" name="Line 62"/>
                      <p:cNvSpPr/>
                      <p:nvPr/>
                    </p:nvSpPr>
                    <p:spPr>
                      <a:xfrm>
                        <a:off x="3146" y="1215"/>
                        <a:ext cx="148" cy="1"/>
                      </a:xfrm>
                      <a:prstGeom prst="line">
                        <a:avLst/>
                      </a:prstGeom>
                      <a:ln w="14288" cap="flat" cmpd="sng">
                        <a:solidFill>
                          <a:srgbClr val="000000"/>
                        </a:solidFill>
                        <a:prstDash val="solid"/>
                        <a:headEnd type="none" w="med" len="med"/>
                        <a:tailEnd type="none" w="med" len="med"/>
                      </a:ln>
                    </p:spPr>
                  </p:sp>
                </p:grpSp>
              </p:grpSp>
              <p:grpSp>
                <p:nvGrpSpPr>
                  <p:cNvPr id="70788" name="Group 63"/>
                  <p:cNvGrpSpPr/>
                  <p:nvPr/>
                </p:nvGrpSpPr>
                <p:grpSpPr>
                  <a:xfrm>
                    <a:off x="3294" y="1037"/>
                    <a:ext cx="446" cy="190"/>
                    <a:chOff x="3294" y="1037"/>
                    <a:chExt cx="446" cy="190"/>
                  </a:xfrm>
                </p:grpSpPr>
                <p:sp>
                  <p:nvSpPr>
                    <p:cNvPr id="70789" name="Line 64"/>
                    <p:cNvSpPr/>
                    <p:nvPr/>
                  </p:nvSpPr>
                  <p:spPr>
                    <a:xfrm>
                      <a:off x="3363" y="1037"/>
                      <a:ext cx="150" cy="1"/>
                    </a:xfrm>
                    <a:prstGeom prst="line">
                      <a:avLst/>
                    </a:prstGeom>
                    <a:ln w="14288" cap="flat" cmpd="sng">
                      <a:solidFill>
                        <a:srgbClr val="000000"/>
                      </a:solidFill>
                      <a:prstDash val="solid"/>
                      <a:headEnd type="none" w="med" len="med"/>
                      <a:tailEnd type="none" w="med" len="med"/>
                    </a:ln>
                  </p:spPr>
                </p:sp>
                <p:sp>
                  <p:nvSpPr>
                    <p:cNvPr id="70790" name="Line 65"/>
                    <p:cNvSpPr/>
                    <p:nvPr/>
                  </p:nvSpPr>
                  <p:spPr>
                    <a:xfrm flipH="1">
                      <a:off x="3294" y="1037"/>
                      <a:ext cx="69" cy="189"/>
                    </a:xfrm>
                    <a:prstGeom prst="line">
                      <a:avLst/>
                    </a:prstGeom>
                    <a:ln w="14288" cap="flat" cmpd="sng">
                      <a:solidFill>
                        <a:srgbClr val="000000"/>
                      </a:solidFill>
                      <a:prstDash val="solid"/>
                      <a:headEnd type="none" w="med" len="med"/>
                      <a:tailEnd type="none" w="med" len="med"/>
                    </a:ln>
                  </p:spPr>
                </p:sp>
                <p:sp>
                  <p:nvSpPr>
                    <p:cNvPr id="70791" name="Line 66"/>
                    <p:cNvSpPr/>
                    <p:nvPr/>
                  </p:nvSpPr>
                  <p:spPr>
                    <a:xfrm>
                      <a:off x="3513" y="1037"/>
                      <a:ext cx="80" cy="189"/>
                    </a:xfrm>
                    <a:prstGeom prst="line">
                      <a:avLst/>
                    </a:prstGeom>
                    <a:ln w="14288" cap="flat" cmpd="sng">
                      <a:solidFill>
                        <a:srgbClr val="000000"/>
                      </a:solidFill>
                      <a:prstDash val="solid"/>
                      <a:headEnd type="none" w="med" len="med"/>
                      <a:tailEnd type="none" w="med" len="med"/>
                    </a:ln>
                  </p:spPr>
                </p:sp>
                <p:sp>
                  <p:nvSpPr>
                    <p:cNvPr id="70792" name="Line 67"/>
                    <p:cNvSpPr/>
                    <p:nvPr/>
                  </p:nvSpPr>
                  <p:spPr>
                    <a:xfrm>
                      <a:off x="3591" y="1226"/>
                      <a:ext cx="149" cy="1"/>
                    </a:xfrm>
                    <a:prstGeom prst="line">
                      <a:avLst/>
                    </a:prstGeom>
                    <a:ln w="14288" cap="flat" cmpd="sng">
                      <a:solidFill>
                        <a:srgbClr val="000000"/>
                      </a:solidFill>
                      <a:prstDash val="solid"/>
                      <a:headEnd type="none" w="med" len="med"/>
                      <a:tailEnd type="none" w="med" len="med"/>
                    </a:ln>
                  </p:spPr>
                </p:sp>
              </p:grpSp>
            </p:grpSp>
            <p:grpSp>
              <p:nvGrpSpPr>
                <p:cNvPr id="70782" name="Group 68"/>
                <p:cNvGrpSpPr/>
                <p:nvPr/>
              </p:nvGrpSpPr>
              <p:grpSpPr>
                <a:xfrm>
                  <a:off x="3740" y="1049"/>
                  <a:ext cx="445" cy="189"/>
                  <a:chOff x="3740" y="1049"/>
                  <a:chExt cx="445" cy="189"/>
                </a:xfrm>
              </p:grpSpPr>
              <p:sp>
                <p:nvSpPr>
                  <p:cNvPr id="70783" name="Line 69"/>
                  <p:cNvSpPr/>
                  <p:nvPr/>
                </p:nvSpPr>
                <p:spPr>
                  <a:xfrm>
                    <a:off x="3810" y="1049"/>
                    <a:ext cx="148" cy="1"/>
                  </a:xfrm>
                  <a:prstGeom prst="line">
                    <a:avLst/>
                  </a:prstGeom>
                  <a:ln w="14288" cap="flat" cmpd="sng">
                    <a:solidFill>
                      <a:srgbClr val="000000"/>
                    </a:solidFill>
                    <a:prstDash val="solid"/>
                    <a:headEnd type="none" w="med" len="med"/>
                    <a:tailEnd type="none" w="med" len="med"/>
                  </a:ln>
                </p:spPr>
              </p:sp>
              <p:sp>
                <p:nvSpPr>
                  <p:cNvPr id="70784" name="Line 70"/>
                  <p:cNvSpPr/>
                  <p:nvPr/>
                </p:nvSpPr>
                <p:spPr>
                  <a:xfrm flipH="1">
                    <a:off x="3740" y="1049"/>
                    <a:ext cx="70" cy="188"/>
                  </a:xfrm>
                  <a:prstGeom prst="line">
                    <a:avLst/>
                  </a:prstGeom>
                  <a:ln w="14288" cap="flat" cmpd="sng">
                    <a:solidFill>
                      <a:srgbClr val="000000"/>
                    </a:solidFill>
                    <a:prstDash val="solid"/>
                    <a:headEnd type="none" w="med" len="med"/>
                    <a:tailEnd type="none" w="med" len="med"/>
                  </a:ln>
                </p:spPr>
              </p:sp>
              <p:sp>
                <p:nvSpPr>
                  <p:cNvPr id="70785" name="Line 71"/>
                  <p:cNvSpPr/>
                  <p:nvPr/>
                </p:nvSpPr>
                <p:spPr>
                  <a:xfrm>
                    <a:off x="3958" y="1049"/>
                    <a:ext cx="80" cy="188"/>
                  </a:xfrm>
                  <a:prstGeom prst="line">
                    <a:avLst/>
                  </a:prstGeom>
                  <a:ln w="14288" cap="flat" cmpd="sng">
                    <a:solidFill>
                      <a:srgbClr val="000000"/>
                    </a:solidFill>
                    <a:prstDash val="solid"/>
                    <a:headEnd type="none" w="med" len="med"/>
                    <a:tailEnd type="none" w="med" len="med"/>
                  </a:ln>
                </p:spPr>
              </p:sp>
              <p:sp>
                <p:nvSpPr>
                  <p:cNvPr id="70786" name="Line 72"/>
                  <p:cNvSpPr/>
                  <p:nvPr/>
                </p:nvSpPr>
                <p:spPr>
                  <a:xfrm>
                    <a:off x="4037" y="1237"/>
                    <a:ext cx="148" cy="1"/>
                  </a:xfrm>
                  <a:prstGeom prst="line">
                    <a:avLst/>
                  </a:prstGeom>
                  <a:ln w="14288" cap="flat" cmpd="sng">
                    <a:solidFill>
                      <a:srgbClr val="000000"/>
                    </a:solidFill>
                    <a:prstDash val="solid"/>
                    <a:headEnd type="none" w="med" len="med"/>
                    <a:tailEnd type="none" w="med" len="med"/>
                  </a:ln>
                </p:spPr>
              </p:sp>
            </p:grpSp>
          </p:grpSp>
          <p:grpSp>
            <p:nvGrpSpPr>
              <p:cNvPr id="70776" name="Group 73"/>
              <p:cNvGrpSpPr/>
              <p:nvPr/>
            </p:nvGrpSpPr>
            <p:grpSpPr>
              <a:xfrm>
                <a:off x="4177" y="1049"/>
                <a:ext cx="445" cy="189"/>
                <a:chOff x="4177" y="1049"/>
                <a:chExt cx="445" cy="189"/>
              </a:xfrm>
            </p:grpSpPr>
            <p:sp>
              <p:nvSpPr>
                <p:cNvPr id="70777" name="Line 74"/>
                <p:cNvSpPr/>
                <p:nvPr/>
              </p:nvSpPr>
              <p:spPr>
                <a:xfrm>
                  <a:off x="4245" y="1049"/>
                  <a:ext cx="150" cy="1"/>
                </a:xfrm>
                <a:prstGeom prst="line">
                  <a:avLst/>
                </a:prstGeom>
                <a:ln w="14288" cap="flat" cmpd="sng">
                  <a:solidFill>
                    <a:srgbClr val="000000"/>
                  </a:solidFill>
                  <a:prstDash val="solid"/>
                  <a:headEnd type="none" w="med" len="med"/>
                  <a:tailEnd type="none" w="med" len="med"/>
                </a:ln>
              </p:spPr>
            </p:sp>
            <p:sp>
              <p:nvSpPr>
                <p:cNvPr id="70778" name="Line 75"/>
                <p:cNvSpPr/>
                <p:nvPr/>
              </p:nvSpPr>
              <p:spPr>
                <a:xfrm flipH="1">
                  <a:off x="4177" y="1049"/>
                  <a:ext cx="68" cy="188"/>
                </a:xfrm>
                <a:prstGeom prst="line">
                  <a:avLst/>
                </a:prstGeom>
                <a:ln w="14288" cap="flat" cmpd="sng">
                  <a:solidFill>
                    <a:srgbClr val="000000"/>
                  </a:solidFill>
                  <a:prstDash val="solid"/>
                  <a:headEnd type="none" w="med" len="med"/>
                  <a:tailEnd type="none" w="med" len="med"/>
                </a:ln>
              </p:spPr>
            </p:sp>
            <p:sp>
              <p:nvSpPr>
                <p:cNvPr id="70779" name="Line 76"/>
                <p:cNvSpPr/>
                <p:nvPr/>
              </p:nvSpPr>
              <p:spPr>
                <a:xfrm>
                  <a:off x="4395" y="1049"/>
                  <a:ext cx="80" cy="188"/>
                </a:xfrm>
                <a:prstGeom prst="line">
                  <a:avLst/>
                </a:prstGeom>
                <a:ln w="14288" cap="flat" cmpd="sng">
                  <a:solidFill>
                    <a:srgbClr val="000000"/>
                  </a:solidFill>
                  <a:prstDash val="solid"/>
                  <a:headEnd type="none" w="med" len="med"/>
                  <a:tailEnd type="none" w="med" len="med"/>
                </a:ln>
              </p:spPr>
            </p:sp>
            <p:sp>
              <p:nvSpPr>
                <p:cNvPr id="70780" name="Line 77"/>
                <p:cNvSpPr/>
                <p:nvPr/>
              </p:nvSpPr>
              <p:spPr>
                <a:xfrm>
                  <a:off x="4474" y="1237"/>
                  <a:ext cx="148" cy="1"/>
                </a:xfrm>
                <a:prstGeom prst="line">
                  <a:avLst/>
                </a:prstGeom>
                <a:ln w="14288" cap="flat" cmpd="sng">
                  <a:solidFill>
                    <a:srgbClr val="000000"/>
                  </a:solidFill>
                  <a:prstDash val="solid"/>
                  <a:headEnd type="none" w="med" len="med"/>
                  <a:tailEnd type="none" w="med" len="med"/>
                </a:ln>
              </p:spPr>
            </p:sp>
          </p:grpSp>
        </p:grpSp>
        <p:grpSp>
          <p:nvGrpSpPr>
            <p:cNvPr id="70770" name="Group 78"/>
            <p:cNvGrpSpPr/>
            <p:nvPr/>
          </p:nvGrpSpPr>
          <p:grpSpPr>
            <a:xfrm>
              <a:off x="4622" y="1049"/>
              <a:ext cx="446" cy="189"/>
              <a:chOff x="4622" y="1049"/>
              <a:chExt cx="446" cy="189"/>
            </a:xfrm>
          </p:grpSpPr>
          <p:sp>
            <p:nvSpPr>
              <p:cNvPr id="70771" name="Line 79"/>
              <p:cNvSpPr/>
              <p:nvPr/>
            </p:nvSpPr>
            <p:spPr>
              <a:xfrm>
                <a:off x="4691" y="1049"/>
                <a:ext cx="150" cy="1"/>
              </a:xfrm>
              <a:prstGeom prst="line">
                <a:avLst/>
              </a:prstGeom>
              <a:ln w="14288" cap="flat" cmpd="sng">
                <a:solidFill>
                  <a:srgbClr val="000000"/>
                </a:solidFill>
                <a:prstDash val="solid"/>
                <a:headEnd type="none" w="med" len="med"/>
                <a:tailEnd type="none" w="med" len="med"/>
              </a:ln>
            </p:spPr>
          </p:sp>
          <p:sp>
            <p:nvSpPr>
              <p:cNvPr id="70772" name="Line 80"/>
              <p:cNvSpPr/>
              <p:nvPr/>
            </p:nvSpPr>
            <p:spPr>
              <a:xfrm flipH="1">
                <a:off x="4622" y="1049"/>
                <a:ext cx="69" cy="188"/>
              </a:xfrm>
              <a:prstGeom prst="line">
                <a:avLst/>
              </a:prstGeom>
              <a:ln w="14288" cap="flat" cmpd="sng">
                <a:solidFill>
                  <a:srgbClr val="000000"/>
                </a:solidFill>
                <a:prstDash val="solid"/>
                <a:headEnd type="none" w="med" len="med"/>
                <a:tailEnd type="none" w="med" len="med"/>
              </a:ln>
            </p:spPr>
          </p:sp>
          <p:sp>
            <p:nvSpPr>
              <p:cNvPr id="70773" name="Line 81"/>
              <p:cNvSpPr/>
              <p:nvPr/>
            </p:nvSpPr>
            <p:spPr>
              <a:xfrm>
                <a:off x="4841" y="1049"/>
                <a:ext cx="79" cy="188"/>
              </a:xfrm>
              <a:prstGeom prst="line">
                <a:avLst/>
              </a:prstGeom>
              <a:ln w="14288" cap="flat" cmpd="sng">
                <a:solidFill>
                  <a:srgbClr val="000000"/>
                </a:solidFill>
                <a:prstDash val="solid"/>
                <a:headEnd type="none" w="med" len="med"/>
                <a:tailEnd type="none" w="med" len="med"/>
              </a:ln>
            </p:spPr>
          </p:sp>
          <p:sp>
            <p:nvSpPr>
              <p:cNvPr id="70774" name="Line 82"/>
              <p:cNvSpPr/>
              <p:nvPr/>
            </p:nvSpPr>
            <p:spPr>
              <a:xfrm>
                <a:off x="4919" y="1237"/>
                <a:ext cx="149" cy="1"/>
              </a:xfrm>
              <a:prstGeom prst="line">
                <a:avLst/>
              </a:prstGeom>
              <a:ln w="14288" cap="flat" cmpd="sng">
                <a:solidFill>
                  <a:srgbClr val="000000"/>
                </a:solidFill>
                <a:prstDash val="solid"/>
                <a:headEnd type="none" w="med" len="med"/>
                <a:tailEnd type="none" w="med" len="med"/>
              </a:ln>
            </p:spPr>
          </p:sp>
        </p:grpSp>
      </p:grpSp>
      <p:sp>
        <p:nvSpPr>
          <p:cNvPr id="70676" name="Line 83"/>
          <p:cNvSpPr/>
          <p:nvPr/>
        </p:nvSpPr>
        <p:spPr>
          <a:xfrm flipH="1">
            <a:off x="760413" y="1493838"/>
            <a:ext cx="220662" cy="1587"/>
          </a:xfrm>
          <a:prstGeom prst="line">
            <a:avLst/>
          </a:prstGeom>
          <a:ln w="14288" cap="flat" cmpd="sng">
            <a:solidFill>
              <a:srgbClr val="000000"/>
            </a:solidFill>
            <a:prstDash val="solid"/>
            <a:headEnd type="none" w="med" len="med"/>
            <a:tailEnd type="none" w="med" len="med"/>
          </a:ln>
        </p:spPr>
      </p:sp>
      <p:sp>
        <p:nvSpPr>
          <p:cNvPr id="70677" name="Line 84"/>
          <p:cNvSpPr/>
          <p:nvPr/>
        </p:nvSpPr>
        <p:spPr>
          <a:xfrm flipV="1">
            <a:off x="785813" y="1916113"/>
            <a:ext cx="7889875" cy="7937"/>
          </a:xfrm>
          <a:prstGeom prst="line">
            <a:avLst/>
          </a:prstGeom>
          <a:ln w="14288" cap="flat" cmpd="sng">
            <a:solidFill>
              <a:srgbClr val="000000"/>
            </a:solidFill>
            <a:prstDash val="solid"/>
            <a:headEnd type="none" w="med" len="med"/>
            <a:tailEnd type="none" w="med" len="med"/>
          </a:ln>
        </p:spPr>
      </p:sp>
      <p:grpSp>
        <p:nvGrpSpPr>
          <p:cNvPr id="70678" name="Group 85"/>
          <p:cNvGrpSpPr/>
          <p:nvPr/>
        </p:nvGrpSpPr>
        <p:grpSpPr>
          <a:xfrm>
            <a:off x="852488" y="2693988"/>
            <a:ext cx="7824787" cy="323850"/>
            <a:chOff x="1006" y="1924"/>
            <a:chExt cx="5281" cy="204"/>
          </a:xfrm>
        </p:grpSpPr>
        <p:grpSp>
          <p:nvGrpSpPr>
            <p:cNvPr id="70758" name="Group 86"/>
            <p:cNvGrpSpPr/>
            <p:nvPr/>
          </p:nvGrpSpPr>
          <p:grpSpPr>
            <a:xfrm>
              <a:off x="1006" y="1924"/>
              <a:ext cx="375" cy="190"/>
              <a:chOff x="1006" y="1924"/>
              <a:chExt cx="375" cy="190"/>
            </a:xfrm>
          </p:grpSpPr>
          <p:sp>
            <p:nvSpPr>
              <p:cNvPr id="70766" name="Line 87"/>
              <p:cNvSpPr/>
              <p:nvPr/>
            </p:nvSpPr>
            <p:spPr>
              <a:xfrm>
                <a:off x="1006" y="1924"/>
                <a:ext cx="148" cy="1"/>
              </a:xfrm>
              <a:prstGeom prst="line">
                <a:avLst/>
              </a:prstGeom>
              <a:ln w="14288" cap="flat" cmpd="sng">
                <a:solidFill>
                  <a:srgbClr val="000000"/>
                </a:solidFill>
                <a:prstDash val="solid"/>
                <a:headEnd type="none" w="med" len="med"/>
                <a:tailEnd type="none" w="med" len="med"/>
              </a:ln>
            </p:spPr>
          </p:sp>
          <p:sp>
            <p:nvSpPr>
              <p:cNvPr id="70767" name="Line 88"/>
              <p:cNvSpPr/>
              <p:nvPr/>
            </p:nvSpPr>
            <p:spPr>
              <a:xfrm>
                <a:off x="1154" y="1924"/>
                <a:ext cx="82" cy="189"/>
              </a:xfrm>
              <a:prstGeom prst="line">
                <a:avLst/>
              </a:prstGeom>
              <a:ln w="14288" cap="flat" cmpd="sng">
                <a:solidFill>
                  <a:srgbClr val="000000"/>
                </a:solidFill>
                <a:prstDash val="solid"/>
                <a:headEnd type="none" w="med" len="med"/>
                <a:tailEnd type="none" w="med" len="med"/>
              </a:ln>
            </p:spPr>
          </p:sp>
          <p:sp>
            <p:nvSpPr>
              <p:cNvPr id="70768" name="Line 89"/>
              <p:cNvSpPr/>
              <p:nvPr/>
            </p:nvSpPr>
            <p:spPr>
              <a:xfrm>
                <a:off x="1233" y="2113"/>
                <a:ext cx="148" cy="1"/>
              </a:xfrm>
              <a:prstGeom prst="line">
                <a:avLst/>
              </a:prstGeom>
              <a:ln w="14288" cap="flat" cmpd="sng">
                <a:solidFill>
                  <a:srgbClr val="000000"/>
                </a:solidFill>
                <a:prstDash val="solid"/>
                <a:headEnd type="none" w="med" len="med"/>
                <a:tailEnd type="none" w="med" len="med"/>
              </a:ln>
            </p:spPr>
          </p:sp>
        </p:grpSp>
        <p:grpSp>
          <p:nvGrpSpPr>
            <p:cNvPr id="70759" name="Group 90"/>
            <p:cNvGrpSpPr/>
            <p:nvPr/>
          </p:nvGrpSpPr>
          <p:grpSpPr>
            <a:xfrm>
              <a:off x="1381" y="1934"/>
              <a:ext cx="720" cy="192"/>
              <a:chOff x="1381" y="1934"/>
              <a:chExt cx="720" cy="192"/>
            </a:xfrm>
          </p:grpSpPr>
          <p:sp>
            <p:nvSpPr>
              <p:cNvPr id="70762" name="Line 91"/>
              <p:cNvSpPr/>
              <p:nvPr/>
            </p:nvSpPr>
            <p:spPr>
              <a:xfrm>
                <a:off x="1451" y="1934"/>
                <a:ext cx="149" cy="2"/>
              </a:xfrm>
              <a:prstGeom prst="line">
                <a:avLst/>
              </a:prstGeom>
              <a:ln w="14288" cap="flat" cmpd="sng">
                <a:solidFill>
                  <a:srgbClr val="000000"/>
                </a:solidFill>
                <a:prstDash val="solid"/>
                <a:headEnd type="none" w="med" len="med"/>
                <a:tailEnd type="none" w="med" len="med"/>
              </a:ln>
            </p:spPr>
          </p:sp>
          <p:sp>
            <p:nvSpPr>
              <p:cNvPr id="70763" name="Line 92"/>
              <p:cNvSpPr/>
              <p:nvPr/>
            </p:nvSpPr>
            <p:spPr>
              <a:xfrm flipH="1">
                <a:off x="1381" y="1934"/>
                <a:ext cx="70" cy="188"/>
              </a:xfrm>
              <a:prstGeom prst="line">
                <a:avLst/>
              </a:prstGeom>
              <a:ln w="14288" cap="flat" cmpd="sng">
                <a:solidFill>
                  <a:srgbClr val="000000"/>
                </a:solidFill>
                <a:prstDash val="solid"/>
                <a:headEnd type="none" w="med" len="med"/>
                <a:tailEnd type="none" w="med" len="med"/>
              </a:ln>
            </p:spPr>
          </p:sp>
          <p:sp>
            <p:nvSpPr>
              <p:cNvPr id="70764" name="Line 93"/>
              <p:cNvSpPr/>
              <p:nvPr/>
            </p:nvSpPr>
            <p:spPr>
              <a:xfrm>
                <a:off x="1600" y="1934"/>
                <a:ext cx="81" cy="188"/>
              </a:xfrm>
              <a:prstGeom prst="line">
                <a:avLst/>
              </a:prstGeom>
              <a:ln w="14288" cap="flat" cmpd="sng">
                <a:solidFill>
                  <a:srgbClr val="000000"/>
                </a:solidFill>
                <a:prstDash val="solid"/>
                <a:headEnd type="none" w="med" len="med"/>
                <a:tailEnd type="none" w="med" len="med"/>
              </a:ln>
            </p:spPr>
          </p:sp>
          <p:sp>
            <p:nvSpPr>
              <p:cNvPr id="70765" name="Line 94"/>
              <p:cNvSpPr/>
              <p:nvPr/>
            </p:nvSpPr>
            <p:spPr>
              <a:xfrm>
                <a:off x="1678" y="2122"/>
                <a:ext cx="423" cy="4"/>
              </a:xfrm>
              <a:prstGeom prst="line">
                <a:avLst/>
              </a:prstGeom>
              <a:ln w="14288" cap="flat" cmpd="sng">
                <a:solidFill>
                  <a:srgbClr val="000000"/>
                </a:solidFill>
                <a:prstDash val="solid"/>
                <a:headEnd type="none" w="med" len="med"/>
                <a:tailEnd type="none" w="med" len="med"/>
              </a:ln>
            </p:spPr>
          </p:sp>
        </p:grpSp>
        <p:sp>
          <p:nvSpPr>
            <p:cNvPr id="70760" name="Line 97"/>
            <p:cNvSpPr/>
            <p:nvPr/>
          </p:nvSpPr>
          <p:spPr>
            <a:xfrm flipH="1">
              <a:off x="2101" y="1940"/>
              <a:ext cx="69" cy="188"/>
            </a:xfrm>
            <a:prstGeom prst="line">
              <a:avLst/>
            </a:prstGeom>
            <a:ln w="14288" cap="flat" cmpd="sng">
              <a:solidFill>
                <a:srgbClr val="000000"/>
              </a:solidFill>
              <a:prstDash val="solid"/>
              <a:headEnd type="none" w="med" len="med"/>
              <a:tailEnd type="none" w="med" len="med"/>
            </a:ln>
          </p:spPr>
        </p:sp>
        <p:sp>
          <p:nvSpPr>
            <p:cNvPr id="70761" name="Line 98"/>
            <p:cNvSpPr/>
            <p:nvPr/>
          </p:nvSpPr>
          <p:spPr>
            <a:xfrm>
              <a:off x="2157" y="1931"/>
              <a:ext cx="4130" cy="3"/>
            </a:xfrm>
            <a:prstGeom prst="line">
              <a:avLst/>
            </a:prstGeom>
            <a:ln w="14288" cap="flat" cmpd="sng">
              <a:solidFill>
                <a:srgbClr val="000000"/>
              </a:solidFill>
              <a:prstDash val="solid"/>
              <a:headEnd type="none" w="med" len="med"/>
              <a:tailEnd type="none" w="med" len="med"/>
            </a:ln>
          </p:spPr>
        </p:sp>
      </p:grpSp>
      <p:sp>
        <p:nvSpPr>
          <p:cNvPr id="70679" name="Rectangle 99"/>
          <p:cNvSpPr/>
          <p:nvPr/>
        </p:nvSpPr>
        <p:spPr>
          <a:xfrm>
            <a:off x="179388" y="3122613"/>
            <a:ext cx="477837" cy="46990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0680" name="Rectangle 100"/>
          <p:cNvSpPr/>
          <p:nvPr/>
        </p:nvSpPr>
        <p:spPr>
          <a:xfrm>
            <a:off x="185738" y="3270250"/>
            <a:ext cx="568325"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OUT0</a:t>
            </a:r>
            <a:endParaRPr lang="en-US" altLang="zh-CN" sz="1800" b="0" dirty="0">
              <a:solidFill>
                <a:schemeClr val="tx1"/>
              </a:solidFill>
              <a:latin typeface="Arial" panose="020B0604020202020204" pitchFamily="34" charset="0"/>
            </a:endParaRPr>
          </a:p>
        </p:txBody>
      </p:sp>
      <p:sp>
        <p:nvSpPr>
          <p:cNvPr id="70681" name="Rectangle 102"/>
          <p:cNvSpPr/>
          <p:nvPr/>
        </p:nvSpPr>
        <p:spPr>
          <a:xfrm>
            <a:off x="4751388" y="3200400"/>
            <a:ext cx="479425" cy="473075"/>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grpSp>
        <p:nvGrpSpPr>
          <p:cNvPr id="70682" name="Group 104"/>
          <p:cNvGrpSpPr/>
          <p:nvPr/>
        </p:nvGrpSpPr>
        <p:grpSpPr>
          <a:xfrm>
            <a:off x="5268913" y="3213100"/>
            <a:ext cx="322262" cy="298450"/>
            <a:chOff x="3577" y="2268"/>
            <a:chExt cx="218" cy="188"/>
          </a:xfrm>
        </p:grpSpPr>
        <p:sp>
          <p:nvSpPr>
            <p:cNvPr id="70756" name="Line 105"/>
            <p:cNvSpPr/>
            <p:nvPr/>
          </p:nvSpPr>
          <p:spPr>
            <a:xfrm>
              <a:off x="3647" y="2268"/>
              <a:ext cx="148" cy="1"/>
            </a:xfrm>
            <a:prstGeom prst="line">
              <a:avLst/>
            </a:prstGeom>
            <a:ln w="14288" cap="flat" cmpd="sng">
              <a:solidFill>
                <a:srgbClr val="000000"/>
              </a:solidFill>
              <a:prstDash val="solid"/>
              <a:headEnd type="none" w="med" len="med"/>
              <a:tailEnd type="none" w="med" len="med"/>
            </a:ln>
          </p:spPr>
        </p:sp>
        <p:sp>
          <p:nvSpPr>
            <p:cNvPr id="70757" name="Line 106"/>
            <p:cNvSpPr/>
            <p:nvPr/>
          </p:nvSpPr>
          <p:spPr>
            <a:xfrm flipH="1">
              <a:off x="3577" y="2268"/>
              <a:ext cx="70" cy="188"/>
            </a:xfrm>
            <a:prstGeom prst="line">
              <a:avLst/>
            </a:prstGeom>
            <a:ln w="14288" cap="flat" cmpd="sng">
              <a:solidFill>
                <a:srgbClr val="000000"/>
              </a:solidFill>
              <a:prstDash val="solid"/>
              <a:headEnd type="none" w="med" len="med"/>
              <a:tailEnd type="none" w="med" len="med"/>
            </a:ln>
          </p:spPr>
        </p:sp>
      </p:grpSp>
      <p:sp>
        <p:nvSpPr>
          <p:cNvPr id="70683" name="Rectangle 111"/>
          <p:cNvSpPr/>
          <p:nvPr/>
        </p:nvSpPr>
        <p:spPr>
          <a:xfrm>
            <a:off x="4038600" y="3033713"/>
            <a:ext cx="479425" cy="469900"/>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0684" name="Rectangle 112"/>
          <p:cNvSpPr/>
          <p:nvPr/>
        </p:nvSpPr>
        <p:spPr>
          <a:xfrm>
            <a:off x="4595813" y="3225800"/>
            <a:ext cx="119062"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70685" name="Rectangle 113"/>
          <p:cNvSpPr/>
          <p:nvPr/>
        </p:nvSpPr>
        <p:spPr>
          <a:xfrm>
            <a:off x="3459163" y="3033713"/>
            <a:ext cx="476250" cy="469900"/>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0686" name="Rectangle 114"/>
          <p:cNvSpPr/>
          <p:nvPr/>
        </p:nvSpPr>
        <p:spPr>
          <a:xfrm>
            <a:off x="3940175" y="3213100"/>
            <a:ext cx="119063"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70687" name="Rectangle 115"/>
          <p:cNvSpPr/>
          <p:nvPr/>
        </p:nvSpPr>
        <p:spPr>
          <a:xfrm>
            <a:off x="2743200" y="3051175"/>
            <a:ext cx="477838" cy="473075"/>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0688" name="Rectangle 116"/>
          <p:cNvSpPr/>
          <p:nvPr/>
        </p:nvSpPr>
        <p:spPr>
          <a:xfrm>
            <a:off x="3252788" y="3200400"/>
            <a:ext cx="117475"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70689" name="Line 117"/>
          <p:cNvSpPr/>
          <p:nvPr/>
        </p:nvSpPr>
        <p:spPr>
          <a:xfrm>
            <a:off x="5537200" y="3213100"/>
            <a:ext cx="3282950" cy="0"/>
          </a:xfrm>
          <a:prstGeom prst="line">
            <a:avLst/>
          </a:prstGeom>
          <a:ln w="14288" cap="flat" cmpd="sng">
            <a:solidFill>
              <a:srgbClr val="000000"/>
            </a:solidFill>
            <a:prstDash val="solid"/>
            <a:headEnd type="none" w="med" len="med"/>
            <a:tailEnd type="none" w="med" len="med"/>
          </a:ln>
        </p:spPr>
      </p:sp>
      <p:sp>
        <p:nvSpPr>
          <p:cNvPr id="70690" name="Line 119"/>
          <p:cNvSpPr/>
          <p:nvPr/>
        </p:nvSpPr>
        <p:spPr>
          <a:xfrm flipH="1" flipV="1">
            <a:off x="4192588" y="4076700"/>
            <a:ext cx="811212" cy="0"/>
          </a:xfrm>
          <a:prstGeom prst="line">
            <a:avLst/>
          </a:prstGeom>
          <a:ln w="14288" cap="flat" cmpd="sng">
            <a:solidFill>
              <a:srgbClr val="0000FF"/>
            </a:solidFill>
            <a:prstDash val="solid"/>
            <a:headEnd type="none" w="med" len="med"/>
            <a:tailEnd type="none" w="med" len="med"/>
          </a:ln>
        </p:spPr>
      </p:sp>
      <p:sp>
        <p:nvSpPr>
          <p:cNvPr id="70691" name="Line 120"/>
          <p:cNvSpPr/>
          <p:nvPr/>
        </p:nvSpPr>
        <p:spPr>
          <a:xfrm rot="600000" flipV="1">
            <a:off x="5027613" y="3789363"/>
            <a:ext cx="66675" cy="287337"/>
          </a:xfrm>
          <a:prstGeom prst="line">
            <a:avLst/>
          </a:prstGeom>
          <a:ln w="14288" cap="flat" cmpd="sng">
            <a:solidFill>
              <a:srgbClr val="0000FF"/>
            </a:solidFill>
            <a:prstDash val="solid"/>
            <a:headEnd type="none" w="med" len="med"/>
            <a:tailEnd type="none" w="med" len="med"/>
          </a:ln>
        </p:spPr>
      </p:sp>
      <p:sp>
        <p:nvSpPr>
          <p:cNvPr id="70692" name="Line 121"/>
          <p:cNvSpPr/>
          <p:nvPr/>
        </p:nvSpPr>
        <p:spPr>
          <a:xfrm flipH="1" flipV="1">
            <a:off x="4059238" y="3789363"/>
            <a:ext cx="120650" cy="300037"/>
          </a:xfrm>
          <a:prstGeom prst="line">
            <a:avLst/>
          </a:prstGeom>
          <a:ln w="14288" cap="flat" cmpd="sng">
            <a:solidFill>
              <a:srgbClr val="0000FF"/>
            </a:solidFill>
            <a:prstDash val="solid"/>
            <a:headEnd type="none" w="med" len="med"/>
            <a:tailEnd type="none" w="med" len="med"/>
          </a:ln>
        </p:spPr>
      </p:sp>
      <p:sp>
        <p:nvSpPr>
          <p:cNvPr id="70693" name="Line 122"/>
          <p:cNvSpPr/>
          <p:nvPr/>
        </p:nvSpPr>
        <p:spPr>
          <a:xfrm>
            <a:off x="900113" y="3789363"/>
            <a:ext cx="3159125" cy="0"/>
          </a:xfrm>
          <a:prstGeom prst="line">
            <a:avLst/>
          </a:prstGeom>
          <a:ln w="14288" cap="flat" cmpd="sng">
            <a:solidFill>
              <a:srgbClr val="0000FF"/>
            </a:solidFill>
            <a:prstDash val="solid"/>
            <a:headEnd type="none" w="med" len="med"/>
            <a:tailEnd type="none" w="med" len="med"/>
          </a:ln>
        </p:spPr>
      </p:sp>
      <p:sp>
        <p:nvSpPr>
          <p:cNvPr id="70694" name="Line 123"/>
          <p:cNvSpPr/>
          <p:nvPr/>
        </p:nvSpPr>
        <p:spPr>
          <a:xfrm flipV="1">
            <a:off x="5116513" y="3789363"/>
            <a:ext cx="3776662" cy="9525"/>
          </a:xfrm>
          <a:prstGeom prst="line">
            <a:avLst/>
          </a:prstGeom>
          <a:ln w="14288" cap="flat" cmpd="sng">
            <a:solidFill>
              <a:srgbClr val="0000FF"/>
            </a:solidFill>
            <a:prstDash val="solid"/>
            <a:headEnd type="none" w="med" len="med"/>
            <a:tailEnd type="none" w="med" len="med"/>
          </a:ln>
        </p:spPr>
      </p:sp>
      <p:sp>
        <p:nvSpPr>
          <p:cNvPr id="70695" name="Rectangle 124"/>
          <p:cNvSpPr/>
          <p:nvPr/>
        </p:nvSpPr>
        <p:spPr>
          <a:xfrm>
            <a:off x="98425" y="3611563"/>
            <a:ext cx="558800" cy="46990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0696" name="Rectangle 127"/>
          <p:cNvSpPr/>
          <p:nvPr/>
        </p:nvSpPr>
        <p:spPr>
          <a:xfrm>
            <a:off x="3498850" y="4330700"/>
            <a:ext cx="476250" cy="469900"/>
          </a:xfrm>
          <a:prstGeom prst="rect">
            <a:avLst/>
          </a:prstGeom>
          <a:solidFill>
            <a:srgbClr val="FFFFFF"/>
          </a:solidFill>
          <a:ln w="14288">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0697" name="Rectangle 128"/>
          <p:cNvSpPr/>
          <p:nvPr/>
        </p:nvSpPr>
        <p:spPr>
          <a:xfrm>
            <a:off x="3940175" y="4476750"/>
            <a:ext cx="119063"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2</a:t>
            </a:r>
            <a:endParaRPr lang="en-US" altLang="zh-CN" sz="1800" b="0" dirty="0">
              <a:solidFill>
                <a:srgbClr val="0000FF"/>
              </a:solidFill>
              <a:latin typeface="Arial" panose="020B0604020202020204" pitchFamily="34" charset="0"/>
            </a:endParaRPr>
          </a:p>
        </p:txBody>
      </p:sp>
      <p:sp>
        <p:nvSpPr>
          <p:cNvPr id="70698" name="Rectangle 129"/>
          <p:cNvSpPr/>
          <p:nvPr/>
        </p:nvSpPr>
        <p:spPr>
          <a:xfrm>
            <a:off x="4740275" y="4291013"/>
            <a:ext cx="477838" cy="469900"/>
          </a:xfrm>
          <a:prstGeom prst="rect">
            <a:avLst/>
          </a:prstGeom>
          <a:solidFill>
            <a:srgbClr val="FFFFFF"/>
          </a:solidFill>
          <a:ln w="14288">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0699" name="Rectangle 130"/>
          <p:cNvSpPr/>
          <p:nvPr/>
        </p:nvSpPr>
        <p:spPr>
          <a:xfrm>
            <a:off x="6616700" y="4449763"/>
            <a:ext cx="119063" cy="27781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3</a:t>
            </a:r>
            <a:endParaRPr lang="en-US" altLang="zh-CN" sz="1800" b="0" dirty="0">
              <a:solidFill>
                <a:srgbClr val="0000FF"/>
              </a:solidFill>
              <a:latin typeface="Arial" panose="020B0604020202020204" pitchFamily="34" charset="0"/>
            </a:endParaRPr>
          </a:p>
        </p:txBody>
      </p:sp>
      <p:sp>
        <p:nvSpPr>
          <p:cNvPr id="70700" name="Rectangle 132"/>
          <p:cNvSpPr/>
          <p:nvPr/>
        </p:nvSpPr>
        <p:spPr>
          <a:xfrm>
            <a:off x="5961063" y="4476750"/>
            <a:ext cx="119062" cy="2762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4</a:t>
            </a:r>
            <a:endParaRPr lang="en-US" altLang="zh-CN" sz="1800" b="0" dirty="0">
              <a:solidFill>
                <a:srgbClr val="0000FF"/>
              </a:solidFill>
              <a:latin typeface="Arial" panose="020B0604020202020204" pitchFamily="34" charset="0"/>
            </a:endParaRPr>
          </a:p>
        </p:txBody>
      </p:sp>
      <p:sp>
        <p:nvSpPr>
          <p:cNvPr id="70701" name="Rectangle 133"/>
          <p:cNvSpPr/>
          <p:nvPr/>
        </p:nvSpPr>
        <p:spPr>
          <a:xfrm>
            <a:off x="2847975" y="4308475"/>
            <a:ext cx="266700" cy="474663"/>
          </a:xfrm>
          <a:prstGeom prst="rect">
            <a:avLst/>
          </a:prstGeom>
          <a:solidFill>
            <a:srgbClr val="FFFFFF"/>
          </a:solidFill>
          <a:ln w="14288">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0702" name="Rectangle 134"/>
          <p:cNvSpPr/>
          <p:nvPr/>
        </p:nvSpPr>
        <p:spPr>
          <a:xfrm>
            <a:off x="3268663" y="4459288"/>
            <a:ext cx="117475"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3</a:t>
            </a:r>
            <a:endParaRPr lang="en-US" altLang="zh-CN" sz="1800" b="0" dirty="0">
              <a:solidFill>
                <a:srgbClr val="0000FF"/>
              </a:solidFill>
              <a:latin typeface="Arial" panose="020B0604020202020204" pitchFamily="34" charset="0"/>
            </a:endParaRPr>
          </a:p>
        </p:txBody>
      </p:sp>
      <p:sp>
        <p:nvSpPr>
          <p:cNvPr id="70703" name="Rectangle 136"/>
          <p:cNvSpPr/>
          <p:nvPr/>
        </p:nvSpPr>
        <p:spPr>
          <a:xfrm>
            <a:off x="8459788" y="4221163"/>
            <a:ext cx="119062"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0</a:t>
            </a:r>
            <a:endParaRPr lang="en-US" altLang="zh-CN" sz="1800" b="0" dirty="0">
              <a:solidFill>
                <a:srgbClr val="0000FF"/>
              </a:solidFill>
              <a:latin typeface="Arial" panose="020B0604020202020204" pitchFamily="34" charset="0"/>
            </a:endParaRPr>
          </a:p>
        </p:txBody>
      </p:sp>
      <p:sp>
        <p:nvSpPr>
          <p:cNvPr id="70704" name="Rectangle 137"/>
          <p:cNvSpPr/>
          <p:nvPr/>
        </p:nvSpPr>
        <p:spPr>
          <a:xfrm>
            <a:off x="192088" y="4321175"/>
            <a:ext cx="623887" cy="46990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0705" name="Rectangle 138"/>
          <p:cNvSpPr/>
          <p:nvPr/>
        </p:nvSpPr>
        <p:spPr>
          <a:xfrm>
            <a:off x="200025" y="4467225"/>
            <a:ext cx="569913"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OUT0</a:t>
            </a:r>
            <a:endParaRPr lang="en-US" altLang="zh-CN" sz="1800" b="0" dirty="0">
              <a:solidFill>
                <a:schemeClr val="tx1"/>
              </a:solidFill>
              <a:latin typeface="Arial" panose="020B0604020202020204" pitchFamily="34" charset="0"/>
            </a:endParaRPr>
          </a:p>
        </p:txBody>
      </p:sp>
      <p:grpSp>
        <p:nvGrpSpPr>
          <p:cNvPr id="70706" name="Group 141"/>
          <p:cNvGrpSpPr/>
          <p:nvPr/>
        </p:nvGrpSpPr>
        <p:grpSpPr>
          <a:xfrm>
            <a:off x="8459788" y="4497388"/>
            <a:ext cx="327025" cy="300037"/>
            <a:chOff x="4468" y="3051"/>
            <a:chExt cx="220" cy="189"/>
          </a:xfrm>
        </p:grpSpPr>
        <p:sp>
          <p:nvSpPr>
            <p:cNvPr id="70754" name="Line 142"/>
            <p:cNvSpPr/>
            <p:nvPr/>
          </p:nvSpPr>
          <p:spPr>
            <a:xfrm>
              <a:off x="4539" y="3058"/>
              <a:ext cx="149" cy="1"/>
            </a:xfrm>
            <a:prstGeom prst="line">
              <a:avLst/>
            </a:prstGeom>
            <a:ln w="14288" cap="flat" cmpd="sng">
              <a:solidFill>
                <a:srgbClr val="0000FF"/>
              </a:solidFill>
              <a:prstDash val="solid"/>
              <a:headEnd type="none" w="med" len="med"/>
              <a:tailEnd type="none" w="med" len="med"/>
            </a:ln>
          </p:spPr>
        </p:sp>
        <p:sp>
          <p:nvSpPr>
            <p:cNvPr id="70755" name="Line 143"/>
            <p:cNvSpPr/>
            <p:nvPr/>
          </p:nvSpPr>
          <p:spPr>
            <a:xfrm flipH="1">
              <a:off x="4468" y="3051"/>
              <a:ext cx="70" cy="189"/>
            </a:xfrm>
            <a:prstGeom prst="line">
              <a:avLst/>
            </a:prstGeom>
            <a:ln w="14288" cap="flat" cmpd="sng">
              <a:solidFill>
                <a:srgbClr val="0000FF"/>
              </a:solidFill>
              <a:prstDash val="solid"/>
              <a:headEnd type="none" w="med" len="med"/>
              <a:tailEnd type="none" w="med" len="med"/>
            </a:ln>
          </p:spPr>
        </p:sp>
      </p:grpSp>
      <p:grpSp>
        <p:nvGrpSpPr>
          <p:cNvPr id="70707" name="Group 153"/>
          <p:cNvGrpSpPr/>
          <p:nvPr/>
        </p:nvGrpSpPr>
        <p:grpSpPr>
          <a:xfrm>
            <a:off x="1173163" y="4503738"/>
            <a:ext cx="122237" cy="279400"/>
            <a:chOff x="1348" y="3064"/>
            <a:chExt cx="82" cy="176"/>
          </a:xfrm>
        </p:grpSpPr>
        <p:sp>
          <p:nvSpPr>
            <p:cNvPr id="70751" name="Freeform 154"/>
            <p:cNvSpPr/>
            <p:nvPr/>
          </p:nvSpPr>
          <p:spPr>
            <a:xfrm>
              <a:off x="1348" y="3064"/>
              <a:ext cx="26" cy="51"/>
            </a:xfrm>
            <a:custGeom>
              <a:avLst/>
              <a:gdLst/>
              <a:ahLst/>
              <a:cxnLst>
                <a:cxn ang="0">
                  <a:pos x="9" y="4"/>
                </a:cxn>
                <a:cxn ang="0">
                  <a:pos x="6" y="2"/>
                </a:cxn>
                <a:cxn ang="0">
                  <a:pos x="5" y="0"/>
                </a:cxn>
                <a:cxn ang="0">
                  <a:pos x="3" y="2"/>
                </a:cxn>
                <a:cxn ang="0">
                  <a:pos x="2" y="4"/>
                </a:cxn>
                <a:cxn ang="0">
                  <a:pos x="0" y="6"/>
                </a:cxn>
                <a:cxn ang="0">
                  <a:pos x="2" y="9"/>
                </a:cxn>
                <a:cxn ang="0">
                  <a:pos x="19" y="47"/>
                </a:cxn>
                <a:cxn ang="0">
                  <a:pos x="20" y="49"/>
                </a:cxn>
                <a:cxn ang="0">
                  <a:pos x="22" y="51"/>
                </a:cxn>
                <a:cxn ang="0">
                  <a:pos x="23" y="51"/>
                </a:cxn>
                <a:cxn ang="0">
                  <a:pos x="25" y="49"/>
                </a:cxn>
                <a:cxn ang="0">
                  <a:pos x="26" y="47"/>
                </a:cxn>
                <a:cxn ang="0">
                  <a:pos x="26" y="45"/>
                </a:cxn>
                <a:cxn ang="0">
                  <a:pos x="26" y="43"/>
                </a:cxn>
                <a:cxn ang="0">
                  <a:pos x="26" y="42"/>
                </a:cxn>
                <a:cxn ang="0">
                  <a:pos x="9" y="4"/>
                </a:cxn>
              </a:cxnLst>
              <a:pathLst>
                <a:path w="26" h="51">
                  <a:moveTo>
                    <a:pt x="9" y="4"/>
                  </a:moveTo>
                  <a:lnTo>
                    <a:pt x="6" y="2"/>
                  </a:lnTo>
                  <a:lnTo>
                    <a:pt x="5" y="0"/>
                  </a:lnTo>
                  <a:lnTo>
                    <a:pt x="3" y="2"/>
                  </a:lnTo>
                  <a:lnTo>
                    <a:pt x="2" y="4"/>
                  </a:lnTo>
                  <a:lnTo>
                    <a:pt x="0" y="6"/>
                  </a:lnTo>
                  <a:lnTo>
                    <a:pt x="2" y="9"/>
                  </a:lnTo>
                  <a:lnTo>
                    <a:pt x="19" y="47"/>
                  </a:lnTo>
                  <a:lnTo>
                    <a:pt x="20" y="49"/>
                  </a:lnTo>
                  <a:lnTo>
                    <a:pt x="22" y="51"/>
                  </a:lnTo>
                  <a:lnTo>
                    <a:pt x="23" y="51"/>
                  </a:lnTo>
                  <a:lnTo>
                    <a:pt x="25" y="49"/>
                  </a:lnTo>
                  <a:lnTo>
                    <a:pt x="26" y="47"/>
                  </a:lnTo>
                  <a:lnTo>
                    <a:pt x="26" y="45"/>
                  </a:lnTo>
                  <a:lnTo>
                    <a:pt x="26" y="43"/>
                  </a:lnTo>
                  <a:lnTo>
                    <a:pt x="26" y="42"/>
                  </a:lnTo>
                  <a:lnTo>
                    <a:pt x="9" y="4"/>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70752" name="Freeform 155"/>
            <p:cNvSpPr/>
            <p:nvPr/>
          </p:nvSpPr>
          <p:spPr>
            <a:xfrm>
              <a:off x="1378" y="3132"/>
              <a:ext cx="26" cy="51"/>
            </a:xfrm>
            <a:custGeom>
              <a:avLst/>
              <a:gdLst/>
              <a:ahLst/>
              <a:cxnLst>
                <a:cxn ang="0">
                  <a:pos x="9" y="4"/>
                </a:cxn>
                <a:cxn ang="0">
                  <a:pos x="7" y="2"/>
                </a:cxn>
                <a:cxn ang="0">
                  <a:pos x="6" y="0"/>
                </a:cxn>
                <a:cxn ang="0">
                  <a:pos x="5" y="0"/>
                </a:cxn>
                <a:cxn ang="0">
                  <a:pos x="3" y="2"/>
                </a:cxn>
                <a:cxn ang="0">
                  <a:pos x="2" y="4"/>
                </a:cxn>
                <a:cxn ang="0">
                  <a:pos x="0" y="6"/>
                </a:cxn>
                <a:cxn ang="0">
                  <a:pos x="0" y="8"/>
                </a:cxn>
                <a:cxn ang="0">
                  <a:pos x="2" y="9"/>
                </a:cxn>
                <a:cxn ang="0">
                  <a:pos x="19" y="47"/>
                </a:cxn>
                <a:cxn ang="0">
                  <a:pos x="20" y="49"/>
                </a:cxn>
                <a:cxn ang="0">
                  <a:pos x="22" y="51"/>
                </a:cxn>
                <a:cxn ang="0">
                  <a:pos x="23" y="51"/>
                </a:cxn>
                <a:cxn ang="0">
                  <a:pos x="25" y="49"/>
                </a:cxn>
                <a:cxn ang="0">
                  <a:pos x="26" y="47"/>
                </a:cxn>
                <a:cxn ang="0">
                  <a:pos x="26" y="45"/>
                </a:cxn>
                <a:cxn ang="0">
                  <a:pos x="26" y="43"/>
                </a:cxn>
                <a:cxn ang="0">
                  <a:pos x="26" y="41"/>
                </a:cxn>
                <a:cxn ang="0">
                  <a:pos x="9" y="4"/>
                </a:cxn>
              </a:cxnLst>
              <a:pathLst>
                <a:path w="26" h="51">
                  <a:moveTo>
                    <a:pt x="9" y="4"/>
                  </a:moveTo>
                  <a:lnTo>
                    <a:pt x="7" y="2"/>
                  </a:lnTo>
                  <a:lnTo>
                    <a:pt x="6" y="0"/>
                  </a:lnTo>
                  <a:lnTo>
                    <a:pt x="5" y="0"/>
                  </a:lnTo>
                  <a:lnTo>
                    <a:pt x="3" y="2"/>
                  </a:lnTo>
                  <a:lnTo>
                    <a:pt x="2" y="4"/>
                  </a:lnTo>
                  <a:lnTo>
                    <a:pt x="0" y="6"/>
                  </a:lnTo>
                  <a:lnTo>
                    <a:pt x="0" y="8"/>
                  </a:lnTo>
                  <a:lnTo>
                    <a:pt x="2" y="9"/>
                  </a:lnTo>
                  <a:lnTo>
                    <a:pt x="19" y="47"/>
                  </a:lnTo>
                  <a:lnTo>
                    <a:pt x="20" y="49"/>
                  </a:lnTo>
                  <a:lnTo>
                    <a:pt x="22" y="51"/>
                  </a:lnTo>
                  <a:lnTo>
                    <a:pt x="23" y="51"/>
                  </a:lnTo>
                  <a:lnTo>
                    <a:pt x="25" y="49"/>
                  </a:lnTo>
                  <a:lnTo>
                    <a:pt x="26" y="47"/>
                  </a:lnTo>
                  <a:lnTo>
                    <a:pt x="26" y="45"/>
                  </a:lnTo>
                  <a:lnTo>
                    <a:pt x="26" y="43"/>
                  </a:lnTo>
                  <a:lnTo>
                    <a:pt x="26" y="41"/>
                  </a:lnTo>
                  <a:lnTo>
                    <a:pt x="9" y="4"/>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70753" name="Freeform 156"/>
            <p:cNvSpPr/>
            <p:nvPr/>
          </p:nvSpPr>
          <p:spPr>
            <a:xfrm>
              <a:off x="1408" y="3200"/>
              <a:ext cx="22" cy="40"/>
            </a:xfrm>
            <a:custGeom>
              <a:avLst/>
              <a:gdLst/>
              <a:ahLst/>
              <a:cxnLst>
                <a:cxn ang="0">
                  <a:pos x="9" y="4"/>
                </a:cxn>
                <a:cxn ang="0">
                  <a:pos x="7" y="2"/>
                </a:cxn>
                <a:cxn ang="0">
                  <a:pos x="6" y="0"/>
                </a:cxn>
                <a:cxn ang="0">
                  <a:pos x="5" y="0"/>
                </a:cxn>
                <a:cxn ang="0">
                  <a:pos x="3" y="2"/>
                </a:cxn>
                <a:cxn ang="0">
                  <a:pos x="2" y="4"/>
                </a:cxn>
                <a:cxn ang="0">
                  <a:pos x="0" y="6"/>
                </a:cxn>
                <a:cxn ang="0">
                  <a:pos x="0" y="7"/>
                </a:cxn>
                <a:cxn ang="0">
                  <a:pos x="2" y="9"/>
                </a:cxn>
                <a:cxn ang="0">
                  <a:pos x="15" y="38"/>
                </a:cxn>
                <a:cxn ang="0">
                  <a:pos x="16" y="38"/>
                </a:cxn>
                <a:cxn ang="0">
                  <a:pos x="17" y="40"/>
                </a:cxn>
                <a:cxn ang="0">
                  <a:pos x="19" y="38"/>
                </a:cxn>
                <a:cxn ang="0">
                  <a:pos x="20" y="36"/>
                </a:cxn>
                <a:cxn ang="0">
                  <a:pos x="22" y="34"/>
                </a:cxn>
                <a:cxn ang="0">
                  <a:pos x="22" y="32"/>
                </a:cxn>
                <a:cxn ang="0">
                  <a:pos x="9" y="4"/>
                </a:cxn>
              </a:cxnLst>
              <a:pathLst>
                <a:path w="22" h="40">
                  <a:moveTo>
                    <a:pt x="9" y="4"/>
                  </a:moveTo>
                  <a:lnTo>
                    <a:pt x="7" y="2"/>
                  </a:lnTo>
                  <a:lnTo>
                    <a:pt x="6" y="0"/>
                  </a:lnTo>
                  <a:lnTo>
                    <a:pt x="5" y="0"/>
                  </a:lnTo>
                  <a:lnTo>
                    <a:pt x="3" y="2"/>
                  </a:lnTo>
                  <a:lnTo>
                    <a:pt x="2" y="4"/>
                  </a:lnTo>
                  <a:lnTo>
                    <a:pt x="0" y="6"/>
                  </a:lnTo>
                  <a:lnTo>
                    <a:pt x="0" y="7"/>
                  </a:lnTo>
                  <a:lnTo>
                    <a:pt x="2" y="9"/>
                  </a:lnTo>
                  <a:lnTo>
                    <a:pt x="15" y="38"/>
                  </a:lnTo>
                  <a:lnTo>
                    <a:pt x="16" y="38"/>
                  </a:lnTo>
                  <a:lnTo>
                    <a:pt x="17" y="40"/>
                  </a:lnTo>
                  <a:lnTo>
                    <a:pt x="19" y="38"/>
                  </a:lnTo>
                  <a:lnTo>
                    <a:pt x="20" y="36"/>
                  </a:lnTo>
                  <a:lnTo>
                    <a:pt x="22" y="34"/>
                  </a:lnTo>
                  <a:lnTo>
                    <a:pt x="22" y="32"/>
                  </a:lnTo>
                  <a:lnTo>
                    <a:pt x="9" y="4"/>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grpSp>
      <p:sp>
        <p:nvSpPr>
          <p:cNvPr id="70708" name="Line 157"/>
          <p:cNvSpPr/>
          <p:nvPr/>
        </p:nvSpPr>
        <p:spPr>
          <a:xfrm>
            <a:off x="855663" y="4797425"/>
            <a:ext cx="7604125" cy="0"/>
          </a:xfrm>
          <a:prstGeom prst="line">
            <a:avLst/>
          </a:prstGeom>
          <a:ln w="14288" cap="flat" cmpd="sng">
            <a:solidFill>
              <a:srgbClr val="0000FF"/>
            </a:solidFill>
            <a:prstDash val="solid"/>
            <a:headEnd type="none" w="med" len="med"/>
            <a:tailEnd type="none" w="med" len="med"/>
          </a:ln>
        </p:spPr>
      </p:sp>
      <p:sp>
        <p:nvSpPr>
          <p:cNvPr id="70709" name="Line 160"/>
          <p:cNvSpPr/>
          <p:nvPr/>
        </p:nvSpPr>
        <p:spPr>
          <a:xfrm>
            <a:off x="8661400" y="4508500"/>
            <a:ext cx="231775" cy="0"/>
          </a:xfrm>
          <a:prstGeom prst="line">
            <a:avLst/>
          </a:prstGeom>
          <a:ln w="14288" cap="flat" cmpd="sng">
            <a:solidFill>
              <a:srgbClr val="0000FF"/>
            </a:solidFill>
            <a:prstDash val="solid"/>
            <a:headEnd type="none" w="med" len="med"/>
            <a:tailEnd type="none" w="med" len="med"/>
          </a:ln>
        </p:spPr>
      </p:sp>
      <p:sp>
        <p:nvSpPr>
          <p:cNvPr id="70710" name="Line 166"/>
          <p:cNvSpPr/>
          <p:nvPr/>
        </p:nvSpPr>
        <p:spPr>
          <a:xfrm>
            <a:off x="300038" y="2598738"/>
            <a:ext cx="336550" cy="0"/>
          </a:xfrm>
          <a:prstGeom prst="line">
            <a:avLst/>
          </a:prstGeom>
          <a:ln w="14288" cap="flat" cmpd="sng">
            <a:solidFill>
              <a:srgbClr val="000000"/>
            </a:solidFill>
            <a:prstDash val="solid"/>
            <a:headEnd type="none" w="med" len="med"/>
            <a:tailEnd type="none" w="med" len="med"/>
          </a:ln>
        </p:spPr>
      </p:sp>
      <p:sp>
        <p:nvSpPr>
          <p:cNvPr id="70711" name="Line 170"/>
          <p:cNvSpPr/>
          <p:nvPr/>
        </p:nvSpPr>
        <p:spPr>
          <a:xfrm>
            <a:off x="3252788" y="1341438"/>
            <a:ext cx="66675" cy="1800225"/>
          </a:xfrm>
          <a:prstGeom prst="line">
            <a:avLst/>
          </a:prstGeom>
          <a:ln w="9525" cap="flat" cmpd="sng">
            <a:solidFill>
              <a:srgbClr val="FF00FF"/>
            </a:solidFill>
            <a:prstDash val="solid"/>
            <a:headEnd type="none" w="med" len="med"/>
            <a:tailEnd type="triangle" w="med" len="med"/>
          </a:ln>
        </p:spPr>
      </p:sp>
      <p:sp>
        <p:nvSpPr>
          <p:cNvPr id="70712" name="Line 173"/>
          <p:cNvSpPr/>
          <p:nvPr/>
        </p:nvSpPr>
        <p:spPr>
          <a:xfrm>
            <a:off x="1344613" y="3500438"/>
            <a:ext cx="3924300" cy="0"/>
          </a:xfrm>
          <a:prstGeom prst="line">
            <a:avLst/>
          </a:prstGeom>
          <a:ln w="9525" cap="flat" cmpd="sng">
            <a:solidFill>
              <a:schemeClr val="tx1"/>
            </a:solidFill>
            <a:prstDash val="solid"/>
            <a:headEnd type="none" w="med" len="med"/>
            <a:tailEnd type="none" w="med" len="med"/>
          </a:ln>
        </p:spPr>
      </p:sp>
      <p:sp>
        <p:nvSpPr>
          <p:cNvPr id="70713" name="Line 174"/>
          <p:cNvSpPr/>
          <p:nvPr/>
        </p:nvSpPr>
        <p:spPr>
          <a:xfrm flipH="1" flipV="1">
            <a:off x="1209675" y="3284538"/>
            <a:ext cx="134938" cy="215900"/>
          </a:xfrm>
          <a:prstGeom prst="line">
            <a:avLst/>
          </a:prstGeom>
          <a:ln w="9525" cap="flat" cmpd="sng">
            <a:solidFill>
              <a:schemeClr val="tx1"/>
            </a:solidFill>
            <a:prstDash val="solid"/>
            <a:headEnd type="none" w="med" len="med"/>
            <a:tailEnd type="none" w="med" len="med"/>
          </a:ln>
        </p:spPr>
      </p:sp>
      <p:sp>
        <p:nvSpPr>
          <p:cNvPr id="70714" name="Line 175"/>
          <p:cNvSpPr/>
          <p:nvPr/>
        </p:nvSpPr>
        <p:spPr>
          <a:xfrm flipH="1">
            <a:off x="806450" y="3284538"/>
            <a:ext cx="403225" cy="0"/>
          </a:xfrm>
          <a:prstGeom prst="line">
            <a:avLst/>
          </a:prstGeom>
          <a:ln w="9525" cap="flat" cmpd="sng">
            <a:solidFill>
              <a:schemeClr val="tx1"/>
            </a:solidFill>
            <a:prstDash val="solid"/>
            <a:headEnd type="none" w="med" len="med"/>
            <a:tailEnd type="none" w="med" len="med"/>
          </a:ln>
        </p:spPr>
      </p:sp>
      <p:sp>
        <p:nvSpPr>
          <p:cNvPr id="70715" name="Arc 180"/>
          <p:cNvSpPr/>
          <p:nvPr/>
        </p:nvSpPr>
        <p:spPr>
          <a:xfrm flipV="1">
            <a:off x="1143000" y="2852738"/>
            <a:ext cx="268288" cy="531812"/>
          </a:xfrm>
          <a:custGeom>
            <a:avLst/>
            <a:gdLst/>
            <a:ahLst/>
            <a:cxnLst>
              <a:cxn ang="0">
                <a:pos x="2147483646" y="-5434278"/>
              </a:cxn>
              <a:cxn ang="0">
                <a:pos x="2147483646" y="2147483646"/>
              </a:cxn>
              <a:cxn ang="0">
                <a:pos x="2147483646" y="2147483646"/>
              </a:cxn>
              <a:cxn ang="0">
                <a:pos x="2147483646" y="-5434278"/>
              </a:cxn>
              <a:cxn ang="0">
                <a:pos x="2147483646" y="2147483646"/>
              </a:cxn>
              <a:cxn ang="0">
                <a:pos x="2147483646" y="2147483646"/>
              </a:cxn>
              <a:cxn ang="0">
                <a:pos x="0" y="2147483646"/>
              </a:cxn>
              <a:cxn ang="0">
                <a:pos x="2147483646" y="-5434278"/>
              </a:cxn>
            </a:cxnLst>
            <a:pathLst>
              <a:path w="21600" h="39946" fill="none">
                <a:moveTo>
                  <a:pt x="11292" y="-1"/>
                </a:moveTo>
                <a:cubicBezTo>
                  <a:pt x="17696" y="3927"/>
                  <a:pt x="21600" y="10900"/>
                  <a:pt x="21600" y="18413"/>
                </a:cubicBezTo>
                <a:cubicBezTo>
                  <a:pt x="21600" y="29684"/>
                  <a:pt x="12933" y="39060"/>
                  <a:pt x="1697" y="39946"/>
                </a:cubicBezTo>
              </a:path>
              <a:path w="21600" h="39946" stroke="0">
                <a:moveTo>
                  <a:pt x="11292" y="-1"/>
                </a:moveTo>
                <a:cubicBezTo>
                  <a:pt x="17696" y="3927"/>
                  <a:pt x="21600" y="10900"/>
                  <a:pt x="21600" y="18413"/>
                </a:cubicBezTo>
                <a:cubicBezTo>
                  <a:pt x="21600" y="29684"/>
                  <a:pt x="12933" y="39060"/>
                  <a:pt x="1697" y="39946"/>
                </a:cubicBezTo>
                <a:lnTo>
                  <a:pt x="0" y="18413"/>
                </a:lnTo>
                <a:lnTo>
                  <a:pt x="11292" y="-1"/>
                </a:lnTo>
                <a:close/>
              </a:path>
            </a:pathLst>
          </a:custGeom>
          <a:noFill/>
          <a:ln w="9525" cap="flat" cmpd="sng">
            <a:solidFill>
              <a:srgbClr val="FF00FF">
                <a:alpha val="100000"/>
              </a:srgbClr>
            </a:solidFill>
            <a:prstDash val="solid"/>
            <a:round/>
            <a:headEnd type="triangle" w="med" len="med"/>
            <a:tailEnd type="none" w="med" len="med"/>
          </a:ln>
        </p:spPr>
        <p:txBody>
          <a:bodyPr/>
          <a:p>
            <a:endParaRPr lang="zh-CN" altLang="en-US"/>
          </a:p>
        </p:txBody>
      </p:sp>
      <p:sp>
        <p:nvSpPr>
          <p:cNvPr id="70716" name="Arc 182"/>
          <p:cNvSpPr/>
          <p:nvPr/>
        </p:nvSpPr>
        <p:spPr>
          <a:xfrm rot="-10800000" flipV="1">
            <a:off x="1912938" y="1277938"/>
            <a:ext cx="806450" cy="1647825"/>
          </a:xfrm>
          <a:custGeom>
            <a:avLst/>
            <a:gdLst>
              <a:gd name="G1" fmla="val 0"/>
            </a:gdLst>
            <a:ahLst/>
            <a:cxnLst>
              <a:cxn ang="0">
                <a:pos x="2147483646" y="G1"/>
              </a:cxn>
              <a:cxn ang="0">
                <a:pos x="2147483646" y="2147483646"/>
              </a:cxn>
              <a:cxn ang="0">
                <a:pos x="2147483646" y="2147483646"/>
              </a:cxn>
              <a:cxn ang="0">
                <a:pos x="2147483646" y="G1"/>
              </a:cxn>
              <a:cxn ang="0">
                <a:pos x="2147483646" y="2147483646"/>
              </a:cxn>
              <a:cxn ang="0">
                <a:pos x="2147483646" y="2147483646"/>
              </a:cxn>
              <a:cxn ang="0">
                <a:pos x="0" y="2147483646"/>
              </a:cxn>
              <a:cxn ang="0">
                <a:pos x="2147483646" y="G1"/>
              </a:cxn>
            </a:cxnLst>
            <a:pathLst>
              <a:path w="21600" h="25963" fill="none">
                <a:moveTo>
                  <a:pt x="4130" y="-1"/>
                </a:moveTo>
                <a:cubicBezTo>
                  <a:pt x="14276" y="1976"/>
                  <a:pt x="21600" y="10864"/>
                  <a:pt x="21600" y="21201"/>
                </a:cubicBezTo>
                <a:cubicBezTo>
                  <a:pt x="21600" y="22803"/>
                  <a:pt x="21421" y="24400"/>
                  <a:pt x="21068" y="25962"/>
                </a:cubicBezTo>
              </a:path>
              <a:path w="21600" h="25963" stroke="0">
                <a:moveTo>
                  <a:pt x="4130" y="-1"/>
                </a:moveTo>
                <a:cubicBezTo>
                  <a:pt x="14276" y="1976"/>
                  <a:pt x="21600" y="10864"/>
                  <a:pt x="21600" y="21201"/>
                </a:cubicBezTo>
                <a:cubicBezTo>
                  <a:pt x="21600" y="22803"/>
                  <a:pt x="21421" y="24400"/>
                  <a:pt x="21068" y="25962"/>
                </a:cubicBezTo>
                <a:lnTo>
                  <a:pt x="0" y="21201"/>
                </a:lnTo>
                <a:lnTo>
                  <a:pt x="4130" y="-1"/>
                </a:lnTo>
                <a:close/>
              </a:path>
            </a:pathLst>
          </a:custGeom>
          <a:noFill/>
          <a:ln w="9525" cap="flat" cmpd="sng">
            <a:solidFill>
              <a:srgbClr val="FF00FF">
                <a:alpha val="100000"/>
              </a:srgbClr>
            </a:solidFill>
            <a:prstDash val="solid"/>
            <a:round/>
            <a:headEnd type="triangle" w="med" len="med"/>
            <a:tailEnd type="none" w="med" len="med"/>
          </a:ln>
        </p:spPr>
        <p:txBody>
          <a:bodyPr/>
          <a:p>
            <a:endParaRPr lang="zh-CN" altLang="en-US"/>
          </a:p>
        </p:txBody>
      </p:sp>
      <p:sp>
        <p:nvSpPr>
          <p:cNvPr id="70717" name="Line 183"/>
          <p:cNvSpPr/>
          <p:nvPr/>
        </p:nvSpPr>
        <p:spPr>
          <a:xfrm>
            <a:off x="2620963" y="1125538"/>
            <a:ext cx="0" cy="3744912"/>
          </a:xfrm>
          <a:prstGeom prst="line">
            <a:avLst/>
          </a:prstGeom>
          <a:ln w="9525" cap="flat" cmpd="sng">
            <a:solidFill>
              <a:schemeClr val="tx1"/>
            </a:solidFill>
            <a:prstDash val="dash"/>
            <a:headEnd type="none" w="med" len="med"/>
            <a:tailEnd type="none" w="med" len="med"/>
          </a:ln>
        </p:spPr>
      </p:sp>
      <p:sp>
        <p:nvSpPr>
          <p:cNvPr id="70718" name="Line 184"/>
          <p:cNvSpPr/>
          <p:nvPr/>
        </p:nvSpPr>
        <p:spPr>
          <a:xfrm>
            <a:off x="3225800" y="1125538"/>
            <a:ext cx="0" cy="3816350"/>
          </a:xfrm>
          <a:prstGeom prst="line">
            <a:avLst/>
          </a:prstGeom>
          <a:ln w="9525" cap="flat" cmpd="sng">
            <a:solidFill>
              <a:schemeClr val="tx1"/>
            </a:solidFill>
            <a:prstDash val="dash"/>
            <a:headEnd type="none" w="med" len="med"/>
            <a:tailEnd type="none" w="med" len="med"/>
          </a:ln>
        </p:spPr>
      </p:sp>
      <p:sp>
        <p:nvSpPr>
          <p:cNvPr id="70719" name="Line 185"/>
          <p:cNvSpPr/>
          <p:nvPr/>
        </p:nvSpPr>
        <p:spPr>
          <a:xfrm>
            <a:off x="3898900" y="1125538"/>
            <a:ext cx="0" cy="3816350"/>
          </a:xfrm>
          <a:prstGeom prst="line">
            <a:avLst/>
          </a:prstGeom>
          <a:ln w="9525" cap="flat" cmpd="sng">
            <a:solidFill>
              <a:schemeClr val="tx1"/>
            </a:solidFill>
            <a:prstDash val="dash"/>
            <a:headEnd type="none" w="med" len="med"/>
            <a:tailEnd type="none" w="med" len="med"/>
          </a:ln>
        </p:spPr>
      </p:sp>
      <p:sp>
        <p:nvSpPr>
          <p:cNvPr id="70720" name="Line 186"/>
          <p:cNvSpPr/>
          <p:nvPr/>
        </p:nvSpPr>
        <p:spPr>
          <a:xfrm>
            <a:off x="4570413" y="1125538"/>
            <a:ext cx="0" cy="3744912"/>
          </a:xfrm>
          <a:prstGeom prst="line">
            <a:avLst/>
          </a:prstGeom>
          <a:ln w="9525" cap="flat" cmpd="sng">
            <a:solidFill>
              <a:schemeClr val="tx1"/>
            </a:solidFill>
            <a:prstDash val="dash"/>
            <a:headEnd type="none" w="med" len="med"/>
            <a:tailEnd type="none" w="med" len="med"/>
          </a:ln>
        </p:spPr>
      </p:sp>
      <p:sp>
        <p:nvSpPr>
          <p:cNvPr id="70721" name="Rectangle 187"/>
          <p:cNvSpPr/>
          <p:nvPr/>
        </p:nvSpPr>
        <p:spPr>
          <a:xfrm>
            <a:off x="1411288" y="2997200"/>
            <a:ext cx="384175"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FF3300"/>
                </a:solidFill>
                <a:latin typeface="Arial" panose="020B0604020202020204" pitchFamily="34" charset="0"/>
              </a:rPr>
              <a:t>①</a:t>
            </a:r>
            <a:endParaRPr lang="en-US" altLang="zh-CN" sz="1800" b="0" dirty="0">
              <a:solidFill>
                <a:srgbClr val="FF3300"/>
              </a:solidFill>
              <a:latin typeface="Arial" panose="020B0604020202020204" pitchFamily="34" charset="0"/>
            </a:endParaRPr>
          </a:p>
        </p:txBody>
      </p:sp>
      <p:sp>
        <p:nvSpPr>
          <p:cNvPr id="70722" name="Rectangle 188"/>
          <p:cNvSpPr/>
          <p:nvPr/>
        </p:nvSpPr>
        <p:spPr>
          <a:xfrm>
            <a:off x="2084388" y="1628775"/>
            <a:ext cx="384175"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FF3300"/>
                </a:solidFill>
                <a:latin typeface="Arial" panose="020B0604020202020204" pitchFamily="34" charset="0"/>
              </a:rPr>
              <a:t>②</a:t>
            </a:r>
            <a:endParaRPr lang="en-US" altLang="zh-CN" sz="1800" b="0" dirty="0">
              <a:solidFill>
                <a:srgbClr val="FF3300"/>
              </a:solidFill>
              <a:latin typeface="Arial" panose="020B0604020202020204" pitchFamily="34" charset="0"/>
            </a:endParaRPr>
          </a:p>
        </p:txBody>
      </p:sp>
      <p:sp>
        <p:nvSpPr>
          <p:cNvPr id="70723" name="Rectangle 189"/>
          <p:cNvSpPr/>
          <p:nvPr/>
        </p:nvSpPr>
        <p:spPr>
          <a:xfrm>
            <a:off x="3387725" y="2133600"/>
            <a:ext cx="384175"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FF3300"/>
                </a:solidFill>
                <a:latin typeface="Arial" panose="020B0604020202020204" pitchFamily="34" charset="0"/>
              </a:rPr>
              <a:t>③</a:t>
            </a:r>
            <a:endParaRPr lang="en-US" altLang="zh-CN" sz="1800" b="0" dirty="0">
              <a:solidFill>
                <a:srgbClr val="FF3300"/>
              </a:solidFill>
              <a:latin typeface="Arial" panose="020B0604020202020204" pitchFamily="34" charset="0"/>
            </a:endParaRPr>
          </a:p>
        </p:txBody>
      </p:sp>
      <p:sp>
        <p:nvSpPr>
          <p:cNvPr id="70724" name="Rectangle 190"/>
          <p:cNvSpPr/>
          <p:nvPr/>
        </p:nvSpPr>
        <p:spPr>
          <a:xfrm>
            <a:off x="5286375" y="2701925"/>
            <a:ext cx="385763"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FF3300"/>
                </a:solidFill>
                <a:latin typeface="Arial" panose="020B0604020202020204" pitchFamily="34" charset="0"/>
              </a:rPr>
              <a:t>④</a:t>
            </a:r>
            <a:endParaRPr lang="en-US" altLang="zh-CN" sz="1800" b="0" dirty="0">
              <a:solidFill>
                <a:srgbClr val="FF3300"/>
              </a:solidFill>
              <a:latin typeface="Arial" panose="020B0604020202020204" pitchFamily="34" charset="0"/>
            </a:endParaRPr>
          </a:p>
        </p:txBody>
      </p:sp>
      <p:sp>
        <p:nvSpPr>
          <p:cNvPr id="70725" name="Line 191"/>
          <p:cNvSpPr/>
          <p:nvPr/>
        </p:nvSpPr>
        <p:spPr>
          <a:xfrm>
            <a:off x="5240338" y="1152525"/>
            <a:ext cx="0" cy="3744913"/>
          </a:xfrm>
          <a:prstGeom prst="line">
            <a:avLst/>
          </a:prstGeom>
          <a:ln w="9525" cap="flat" cmpd="sng">
            <a:solidFill>
              <a:schemeClr val="tx1"/>
            </a:solidFill>
            <a:prstDash val="dash"/>
            <a:headEnd type="none" w="med" len="med"/>
            <a:tailEnd type="none" w="med" len="med"/>
          </a:ln>
        </p:spPr>
      </p:sp>
      <p:sp>
        <p:nvSpPr>
          <p:cNvPr id="70726" name="Line 192"/>
          <p:cNvSpPr/>
          <p:nvPr/>
        </p:nvSpPr>
        <p:spPr>
          <a:xfrm>
            <a:off x="5876925" y="1125538"/>
            <a:ext cx="0" cy="3744912"/>
          </a:xfrm>
          <a:prstGeom prst="line">
            <a:avLst/>
          </a:prstGeom>
          <a:ln w="9525" cap="flat" cmpd="sng">
            <a:solidFill>
              <a:schemeClr val="tx1"/>
            </a:solidFill>
            <a:prstDash val="dash"/>
            <a:headEnd type="none" w="med" len="med"/>
            <a:tailEnd type="none" w="med" len="med"/>
          </a:ln>
        </p:spPr>
      </p:sp>
      <p:sp>
        <p:nvSpPr>
          <p:cNvPr id="70727" name="Rectangle 193"/>
          <p:cNvSpPr/>
          <p:nvPr/>
        </p:nvSpPr>
        <p:spPr>
          <a:xfrm>
            <a:off x="5268913" y="2924175"/>
            <a:ext cx="117475"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70728" name="Line 204"/>
          <p:cNvSpPr/>
          <p:nvPr/>
        </p:nvSpPr>
        <p:spPr>
          <a:xfrm flipH="1">
            <a:off x="838200" y="4510088"/>
            <a:ext cx="334963" cy="0"/>
          </a:xfrm>
          <a:prstGeom prst="line">
            <a:avLst/>
          </a:prstGeom>
          <a:ln w="28575" cap="flat" cmpd="sng">
            <a:solidFill>
              <a:srgbClr val="0000FF"/>
            </a:solidFill>
            <a:prstDash val="dash"/>
            <a:headEnd type="none" w="med" len="med"/>
            <a:tailEnd type="none" w="med" len="med"/>
          </a:ln>
        </p:spPr>
      </p:sp>
      <p:sp>
        <p:nvSpPr>
          <p:cNvPr id="70729" name="Arc 205"/>
          <p:cNvSpPr/>
          <p:nvPr/>
        </p:nvSpPr>
        <p:spPr>
          <a:xfrm flipV="1">
            <a:off x="1173163" y="3478213"/>
            <a:ext cx="336550" cy="1247775"/>
          </a:xfrm>
          <a:custGeom>
            <a:avLst/>
            <a:gdLst/>
            <a:ahLst/>
            <a:cxnLst>
              <a:cxn ang="0">
                <a:pos x="2147483646" y="-1136757915"/>
              </a:cxn>
              <a:cxn ang="0">
                <a:pos x="2147483646" y="2147483646"/>
              </a:cxn>
              <a:cxn ang="0">
                <a:pos x="2147483646" y="2147483646"/>
              </a:cxn>
              <a:cxn ang="0">
                <a:pos x="2147483646" y="-1136757915"/>
              </a:cxn>
              <a:cxn ang="0">
                <a:pos x="2147483646" y="2147483646"/>
              </a:cxn>
              <a:cxn ang="0">
                <a:pos x="2147483646" y="2147483646"/>
              </a:cxn>
              <a:cxn ang="0">
                <a:pos x="0" y="2147483646"/>
              </a:cxn>
              <a:cxn ang="0">
                <a:pos x="2147483646" y="-1136757915"/>
              </a:cxn>
            </a:cxnLst>
            <a:pathLst>
              <a:path w="21600" h="38553" fill="none">
                <a:moveTo>
                  <a:pt x="11292" y="-1"/>
                </a:moveTo>
                <a:cubicBezTo>
                  <a:pt x="17696" y="3927"/>
                  <a:pt x="21600" y="10900"/>
                  <a:pt x="21600" y="18413"/>
                </a:cubicBezTo>
                <a:cubicBezTo>
                  <a:pt x="21600" y="27329"/>
                  <a:pt x="16120" y="35330"/>
                  <a:pt x="7806" y="38552"/>
                </a:cubicBezTo>
              </a:path>
              <a:path w="21600" h="38553" stroke="0">
                <a:moveTo>
                  <a:pt x="11292" y="-1"/>
                </a:moveTo>
                <a:cubicBezTo>
                  <a:pt x="17696" y="3927"/>
                  <a:pt x="21600" y="10900"/>
                  <a:pt x="21600" y="18413"/>
                </a:cubicBezTo>
                <a:cubicBezTo>
                  <a:pt x="21600" y="27329"/>
                  <a:pt x="16120" y="35330"/>
                  <a:pt x="7806" y="38552"/>
                </a:cubicBezTo>
                <a:lnTo>
                  <a:pt x="0" y="18413"/>
                </a:lnTo>
                <a:lnTo>
                  <a:pt x="11292" y="-1"/>
                </a:lnTo>
                <a:close/>
              </a:path>
            </a:pathLst>
          </a:custGeom>
          <a:noFill/>
          <a:ln w="9525" cap="flat" cmpd="sng">
            <a:solidFill>
              <a:srgbClr val="FF00FF">
                <a:alpha val="100000"/>
              </a:srgbClr>
            </a:solidFill>
            <a:prstDash val="solid"/>
            <a:round/>
            <a:headEnd type="triangle" w="med" len="med"/>
            <a:tailEnd type="none" w="med" len="med"/>
          </a:ln>
        </p:spPr>
        <p:txBody>
          <a:bodyPr/>
          <a:p>
            <a:endParaRPr lang="zh-CN" altLang="en-US"/>
          </a:p>
        </p:txBody>
      </p:sp>
      <p:sp>
        <p:nvSpPr>
          <p:cNvPr id="70730" name="Rectangle 207"/>
          <p:cNvSpPr/>
          <p:nvPr/>
        </p:nvSpPr>
        <p:spPr>
          <a:xfrm>
            <a:off x="-36512" y="3717925"/>
            <a:ext cx="7796212" cy="1295400"/>
          </a:xfrm>
          <a:prstGeom prst="rect">
            <a:avLst/>
          </a:prstGeom>
          <a:noFill/>
          <a:ln w="12700" cap="flat" cmpd="sng">
            <a:solidFill>
              <a:srgbClr val="FF00FF"/>
            </a:solidFill>
            <a:prstDash val="dash"/>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0731" name="Rectangle 23"/>
          <p:cNvSpPr/>
          <p:nvPr/>
        </p:nvSpPr>
        <p:spPr>
          <a:xfrm>
            <a:off x="280988" y="3840163"/>
            <a:ext cx="355600"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70732" name="Line 166"/>
          <p:cNvSpPr/>
          <p:nvPr/>
        </p:nvSpPr>
        <p:spPr>
          <a:xfrm>
            <a:off x="276225" y="3789363"/>
            <a:ext cx="336550" cy="0"/>
          </a:xfrm>
          <a:prstGeom prst="line">
            <a:avLst/>
          </a:prstGeom>
          <a:ln w="14288" cap="flat" cmpd="sng">
            <a:solidFill>
              <a:srgbClr val="000000"/>
            </a:solidFill>
            <a:prstDash val="solid"/>
            <a:headEnd type="none" w="med" len="med"/>
            <a:tailEnd type="none" w="med" len="med"/>
          </a:ln>
        </p:spPr>
      </p:sp>
      <p:sp>
        <p:nvSpPr>
          <p:cNvPr id="70733" name="Rectangle 8"/>
          <p:cNvSpPr/>
          <p:nvPr/>
        </p:nvSpPr>
        <p:spPr>
          <a:xfrm>
            <a:off x="1682750" y="4060825"/>
            <a:ext cx="1928813" cy="30797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2000" dirty="0">
                <a:solidFill>
                  <a:srgbClr val="0000FF"/>
                </a:solidFill>
                <a:latin typeface="宋体" panose="02010600030101010101" pitchFamily="2" charset="-122"/>
              </a:rPr>
              <a:t>（设计数初值为</a:t>
            </a:r>
            <a:r>
              <a:rPr lang="en-US" altLang="zh-CN" sz="2000" dirty="0">
                <a:solidFill>
                  <a:srgbClr val="0000FF"/>
                </a:solidFill>
                <a:latin typeface="宋体" panose="02010600030101010101" pitchFamily="2" charset="-122"/>
              </a:rPr>
              <a:t>4)</a:t>
            </a:r>
            <a:endParaRPr lang="en-US" altLang="zh-CN" sz="2000" dirty="0">
              <a:solidFill>
                <a:srgbClr val="0000FF"/>
              </a:solidFill>
              <a:latin typeface="Arial" panose="020B0604020202020204" pitchFamily="34" charset="0"/>
            </a:endParaRPr>
          </a:p>
        </p:txBody>
      </p:sp>
      <p:sp>
        <p:nvSpPr>
          <p:cNvPr id="70734" name="Line 170"/>
          <p:cNvSpPr/>
          <p:nvPr/>
        </p:nvSpPr>
        <p:spPr>
          <a:xfrm flipV="1">
            <a:off x="3660775" y="3933825"/>
            <a:ext cx="738188" cy="223838"/>
          </a:xfrm>
          <a:prstGeom prst="line">
            <a:avLst/>
          </a:prstGeom>
          <a:ln w="9525" cap="flat" cmpd="sng">
            <a:solidFill>
              <a:srgbClr val="FF00FF"/>
            </a:solidFill>
            <a:prstDash val="solid"/>
            <a:headEnd type="none" w="med" len="med"/>
            <a:tailEnd type="triangle" w="med" len="med"/>
          </a:ln>
        </p:spPr>
      </p:sp>
      <p:grpSp>
        <p:nvGrpSpPr>
          <p:cNvPr id="70735" name="Group 25"/>
          <p:cNvGrpSpPr/>
          <p:nvPr/>
        </p:nvGrpSpPr>
        <p:grpSpPr>
          <a:xfrm>
            <a:off x="7450138" y="1285875"/>
            <a:ext cx="660400" cy="301625"/>
            <a:chOff x="5066" y="1062"/>
            <a:chExt cx="446" cy="190"/>
          </a:xfrm>
        </p:grpSpPr>
        <p:sp>
          <p:nvSpPr>
            <p:cNvPr id="70747" name="Line 26"/>
            <p:cNvSpPr/>
            <p:nvPr/>
          </p:nvSpPr>
          <p:spPr>
            <a:xfrm>
              <a:off x="5136" y="1062"/>
              <a:ext cx="149" cy="1"/>
            </a:xfrm>
            <a:prstGeom prst="line">
              <a:avLst/>
            </a:prstGeom>
            <a:ln w="14288" cap="flat" cmpd="sng">
              <a:solidFill>
                <a:srgbClr val="000000"/>
              </a:solidFill>
              <a:prstDash val="solid"/>
              <a:headEnd type="none" w="med" len="med"/>
              <a:tailEnd type="none" w="med" len="med"/>
            </a:ln>
          </p:spPr>
        </p:sp>
        <p:sp>
          <p:nvSpPr>
            <p:cNvPr id="70748" name="Line 27"/>
            <p:cNvSpPr/>
            <p:nvPr/>
          </p:nvSpPr>
          <p:spPr>
            <a:xfrm flipH="1">
              <a:off x="5066" y="1062"/>
              <a:ext cx="70" cy="189"/>
            </a:xfrm>
            <a:prstGeom prst="line">
              <a:avLst/>
            </a:prstGeom>
            <a:ln w="14288" cap="flat" cmpd="sng">
              <a:solidFill>
                <a:srgbClr val="000000"/>
              </a:solidFill>
              <a:prstDash val="solid"/>
              <a:headEnd type="none" w="med" len="med"/>
              <a:tailEnd type="none" w="med" len="med"/>
            </a:ln>
          </p:spPr>
        </p:sp>
        <p:sp>
          <p:nvSpPr>
            <p:cNvPr id="70749" name="Line 28"/>
            <p:cNvSpPr/>
            <p:nvPr/>
          </p:nvSpPr>
          <p:spPr>
            <a:xfrm>
              <a:off x="5285" y="1062"/>
              <a:ext cx="81" cy="189"/>
            </a:xfrm>
            <a:prstGeom prst="line">
              <a:avLst/>
            </a:prstGeom>
            <a:ln w="14288" cap="flat" cmpd="sng">
              <a:solidFill>
                <a:srgbClr val="000000"/>
              </a:solidFill>
              <a:prstDash val="solid"/>
              <a:headEnd type="none" w="med" len="med"/>
              <a:tailEnd type="none" w="med" len="med"/>
            </a:ln>
          </p:spPr>
        </p:sp>
        <p:sp>
          <p:nvSpPr>
            <p:cNvPr id="70750" name="Line 29"/>
            <p:cNvSpPr/>
            <p:nvPr/>
          </p:nvSpPr>
          <p:spPr>
            <a:xfrm>
              <a:off x="5363" y="1251"/>
              <a:ext cx="149" cy="1"/>
            </a:xfrm>
            <a:prstGeom prst="line">
              <a:avLst/>
            </a:prstGeom>
            <a:ln w="14288" cap="flat" cmpd="sng">
              <a:solidFill>
                <a:srgbClr val="000000"/>
              </a:solidFill>
              <a:prstDash val="solid"/>
              <a:headEnd type="none" w="med" len="med"/>
              <a:tailEnd type="none" w="med" len="med"/>
            </a:ln>
          </p:spPr>
        </p:sp>
      </p:grpSp>
      <p:sp>
        <p:nvSpPr>
          <p:cNvPr id="70736" name="Line 192"/>
          <p:cNvSpPr/>
          <p:nvPr/>
        </p:nvSpPr>
        <p:spPr>
          <a:xfrm>
            <a:off x="6550025" y="1125538"/>
            <a:ext cx="0" cy="3744912"/>
          </a:xfrm>
          <a:prstGeom prst="line">
            <a:avLst/>
          </a:prstGeom>
          <a:ln w="9525" cap="flat" cmpd="sng">
            <a:solidFill>
              <a:schemeClr val="tx1"/>
            </a:solidFill>
            <a:prstDash val="dash"/>
            <a:headEnd type="none" w="med" len="med"/>
            <a:tailEnd type="none" w="med" len="med"/>
          </a:ln>
        </p:spPr>
      </p:sp>
      <p:sp>
        <p:nvSpPr>
          <p:cNvPr id="70737" name="Line 192"/>
          <p:cNvSpPr/>
          <p:nvPr/>
        </p:nvSpPr>
        <p:spPr>
          <a:xfrm>
            <a:off x="7154863" y="1125538"/>
            <a:ext cx="0" cy="3744912"/>
          </a:xfrm>
          <a:prstGeom prst="line">
            <a:avLst/>
          </a:prstGeom>
          <a:ln w="9525" cap="flat" cmpd="sng">
            <a:solidFill>
              <a:schemeClr val="tx1"/>
            </a:solidFill>
            <a:prstDash val="dash"/>
            <a:headEnd type="none" w="med" len="med"/>
            <a:tailEnd type="none" w="med" len="med"/>
          </a:ln>
        </p:spPr>
      </p:sp>
      <p:sp>
        <p:nvSpPr>
          <p:cNvPr id="70738" name="Line 192"/>
          <p:cNvSpPr/>
          <p:nvPr/>
        </p:nvSpPr>
        <p:spPr>
          <a:xfrm>
            <a:off x="7772400" y="1125538"/>
            <a:ext cx="0" cy="3744912"/>
          </a:xfrm>
          <a:prstGeom prst="line">
            <a:avLst/>
          </a:prstGeom>
          <a:ln w="9525" cap="flat" cmpd="sng">
            <a:solidFill>
              <a:schemeClr val="tx1"/>
            </a:solidFill>
            <a:prstDash val="dash"/>
            <a:headEnd type="none" w="med" len="med"/>
            <a:tailEnd type="none" w="med" len="med"/>
          </a:ln>
        </p:spPr>
      </p:sp>
      <p:sp>
        <p:nvSpPr>
          <p:cNvPr id="70739" name="Rectangle 130"/>
          <p:cNvSpPr/>
          <p:nvPr/>
        </p:nvSpPr>
        <p:spPr>
          <a:xfrm>
            <a:off x="7235825" y="4508500"/>
            <a:ext cx="120650" cy="27781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2</a:t>
            </a:r>
            <a:endParaRPr lang="en-US" altLang="zh-CN" sz="1800" b="0" dirty="0">
              <a:solidFill>
                <a:srgbClr val="0000FF"/>
              </a:solidFill>
              <a:latin typeface="Arial" panose="020B0604020202020204" pitchFamily="34" charset="0"/>
            </a:endParaRPr>
          </a:p>
        </p:txBody>
      </p:sp>
      <p:grpSp>
        <p:nvGrpSpPr>
          <p:cNvPr id="70740" name="Group 25"/>
          <p:cNvGrpSpPr/>
          <p:nvPr/>
        </p:nvGrpSpPr>
        <p:grpSpPr>
          <a:xfrm>
            <a:off x="8101013" y="1285875"/>
            <a:ext cx="660400" cy="301625"/>
            <a:chOff x="5066" y="1062"/>
            <a:chExt cx="446" cy="190"/>
          </a:xfrm>
        </p:grpSpPr>
        <p:sp>
          <p:nvSpPr>
            <p:cNvPr id="70743" name="Line 26"/>
            <p:cNvSpPr/>
            <p:nvPr/>
          </p:nvSpPr>
          <p:spPr>
            <a:xfrm>
              <a:off x="5136" y="1062"/>
              <a:ext cx="149" cy="1"/>
            </a:xfrm>
            <a:prstGeom prst="line">
              <a:avLst/>
            </a:prstGeom>
            <a:ln w="14288" cap="flat" cmpd="sng">
              <a:solidFill>
                <a:srgbClr val="000000"/>
              </a:solidFill>
              <a:prstDash val="solid"/>
              <a:headEnd type="none" w="med" len="med"/>
              <a:tailEnd type="none" w="med" len="med"/>
            </a:ln>
          </p:spPr>
        </p:sp>
        <p:sp>
          <p:nvSpPr>
            <p:cNvPr id="70744" name="Line 27"/>
            <p:cNvSpPr/>
            <p:nvPr/>
          </p:nvSpPr>
          <p:spPr>
            <a:xfrm flipH="1">
              <a:off x="5066" y="1062"/>
              <a:ext cx="70" cy="189"/>
            </a:xfrm>
            <a:prstGeom prst="line">
              <a:avLst/>
            </a:prstGeom>
            <a:ln w="14288" cap="flat" cmpd="sng">
              <a:solidFill>
                <a:srgbClr val="000000"/>
              </a:solidFill>
              <a:prstDash val="solid"/>
              <a:headEnd type="none" w="med" len="med"/>
              <a:tailEnd type="none" w="med" len="med"/>
            </a:ln>
          </p:spPr>
        </p:sp>
        <p:sp>
          <p:nvSpPr>
            <p:cNvPr id="70745" name="Line 28"/>
            <p:cNvSpPr/>
            <p:nvPr/>
          </p:nvSpPr>
          <p:spPr>
            <a:xfrm>
              <a:off x="5285" y="1062"/>
              <a:ext cx="81" cy="189"/>
            </a:xfrm>
            <a:prstGeom prst="line">
              <a:avLst/>
            </a:prstGeom>
            <a:ln w="14288" cap="flat" cmpd="sng">
              <a:solidFill>
                <a:srgbClr val="000000"/>
              </a:solidFill>
              <a:prstDash val="solid"/>
              <a:headEnd type="none" w="med" len="med"/>
              <a:tailEnd type="none" w="med" len="med"/>
            </a:ln>
          </p:spPr>
        </p:sp>
        <p:sp>
          <p:nvSpPr>
            <p:cNvPr id="70746" name="Line 29"/>
            <p:cNvSpPr/>
            <p:nvPr/>
          </p:nvSpPr>
          <p:spPr>
            <a:xfrm>
              <a:off x="5363" y="1251"/>
              <a:ext cx="149" cy="1"/>
            </a:xfrm>
            <a:prstGeom prst="line">
              <a:avLst/>
            </a:prstGeom>
            <a:ln w="14288" cap="flat" cmpd="sng">
              <a:solidFill>
                <a:srgbClr val="000000"/>
              </a:solidFill>
              <a:prstDash val="solid"/>
              <a:headEnd type="none" w="med" len="med"/>
              <a:tailEnd type="none" w="med" len="med"/>
            </a:ln>
          </p:spPr>
        </p:sp>
      </p:grpSp>
      <p:sp>
        <p:nvSpPr>
          <p:cNvPr id="70741" name="Line 192"/>
          <p:cNvSpPr/>
          <p:nvPr/>
        </p:nvSpPr>
        <p:spPr>
          <a:xfrm>
            <a:off x="8423275" y="1125538"/>
            <a:ext cx="0" cy="3744912"/>
          </a:xfrm>
          <a:prstGeom prst="line">
            <a:avLst/>
          </a:prstGeom>
          <a:ln w="9525" cap="flat" cmpd="sng">
            <a:solidFill>
              <a:schemeClr val="tx1"/>
            </a:solidFill>
            <a:prstDash val="dash"/>
            <a:headEnd type="none" w="med" len="med"/>
            <a:tailEnd type="none" w="med" len="med"/>
          </a:ln>
        </p:spPr>
      </p:sp>
      <p:sp>
        <p:nvSpPr>
          <p:cNvPr id="70742" name="Rectangle 130"/>
          <p:cNvSpPr/>
          <p:nvPr/>
        </p:nvSpPr>
        <p:spPr>
          <a:xfrm>
            <a:off x="7812088" y="4508500"/>
            <a:ext cx="128587" cy="27781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1</a:t>
            </a:r>
            <a:endParaRPr lang="en-US" altLang="zh-CN" sz="1800" b="0" dirty="0">
              <a:solidFill>
                <a:srgbClr val="0000FF"/>
              </a:solidFill>
              <a:latin typeface="Arial" panose="020B0604020202020204" pitchFamily="34" charset="0"/>
            </a:endParaRPr>
          </a:p>
        </p:txBody>
      </p:sp>
    </p:spTree>
  </p:cSld>
  <p:clrMapOvr>
    <a:masterClrMapping/>
  </p:clrMapOvr>
  <p:transition spd="slow">
    <p:zoom/>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1682" name="Text Box 2"/>
          <p:cNvSpPr txBox="1"/>
          <p:nvPr/>
        </p:nvSpPr>
        <p:spPr>
          <a:xfrm>
            <a:off x="1443038" y="366713"/>
            <a:ext cx="5181600" cy="519112"/>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50000"/>
              </a:spcBef>
              <a:spcAft>
                <a:spcPct val="0"/>
              </a:spcAft>
              <a:buClr>
                <a:srgbClr val="CCECFF"/>
              </a:buClr>
              <a:buSzPct val="70000"/>
              <a:buNone/>
            </a:pPr>
            <a:r>
              <a:rPr lang="zh-CN" altLang="en-US" dirty="0">
                <a:latin typeface="Times New Roman" panose="02020603050405020304" pitchFamily="18" charset="0"/>
              </a:rPr>
              <a:t>方式</a:t>
            </a:r>
            <a:r>
              <a:rPr lang="en-US" altLang="zh-CN" dirty="0">
                <a:latin typeface="Times New Roman" panose="02020603050405020304" pitchFamily="18" charset="0"/>
              </a:rPr>
              <a:t>0</a:t>
            </a:r>
            <a:r>
              <a:rPr lang="zh-CN" altLang="en-US" dirty="0">
                <a:latin typeface="Times New Roman" panose="02020603050405020304" pitchFamily="18" charset="0"/>
              </a:rPr>
              <a:t>的时序图</a:t>
            </a:r>
            <a:endParaRPr lang="zh-CN" altLang="en-US" dirty="0">
              <a:latin typeface="Times New Roman" panose="02020603050405020304" pitchFamily="18" charset="0"/>
            </a:endParaRPr>
          </a:p>
        </p:txBody>
      </p:sp>
      <p:sp>
        <p:nvSpPr>
          <p:cNvPr id="71683" name="Rectangle 166"/>
          <p:cNvSpPr/>
          <p:nvPr/>
        </p:nvSpPr>
        <p:spPr>
          <a:xfrm>
            <a:off x="323850" y="5445125"/>
            <a:ext cx="8496300" cy="1196975"/>
          </a:xfrm>
          <a:prstGeom prst="rect">
            <a:avLst/>
          </a:prstGeom>
          <a:solidFill>
            <a:srgbClr val="FF99CC">
              <a:alpha val="34901"/>
            </a:srgbClr>
          </a:solidFill>
          <a:ln w="9525" cap="flat" cmpd="sng">
            <a:solidFill>
              <a:srgbClr val="FF00FF"/>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2400" dirty="0">
                <a:solidFill>
                  <a:srgbClr val="FF00FF"/>
                </a:solidFill>
                <a:latin typeface="宋体" panose="02010600030101010101" pitchFamily="2" charset="-122"/>
              </a:rPr>
              <a:t>特点</a:t>
            </a:r>
            <a:r>
              <a:rPr lang="zh-CN" altLang="en-US" sz="2400" dirty="0">
                <a:solidFill>
                  <a:srgbClr val="FF00FF"/>
                </a:solidFill>
                <a:latin typeface="Arial" panose="020B0604020202020204" pitchFamily="34" charset="0"/>
              </a:rPr>
              <a:t>③</a:t>
            </a:r>
            <a:r>
              <a:rPr lang="zh-CN" altLang="en-US" sz="2400" b="0" dirty="0">
                <a:solidFill>
                  <a:schemeClr val="tx1"/>
                </a:solidFill>
                <a:latin typeface="Arial" panose="020B0604020202020204" pitchFamily="34" charset="0"/>
              </a:rPr>
              <a:t> ：在计数过程中，可由门控信号</a:t>
            </a:r>
            <a:r>
              <a:rPr lang="en-US" altLang="zh-CN" sz="2400" b="0" dirty="0">
                <a:solidFill>
                  <a:schemeClr val="tx1"/>
                </a:solidFill>
                <a:latin typeface="Arial" panose="020B0604020202020204" pitchFamily="34" charset="0"/>
              </a:rPr>
              <a:t>GATE</a:t>
            </a:r>
            <a:r>
              <a:rPr lang="zh-CN" altLang="en-US" sz="2400" b="0" dirty="0">
                <a:solidFill>
                  <a:schemeClr val="tx1"/>
                </a:solidFill>
                <a:latin typeface="Arial" panose="020B0604020202020204" pitchFamily="34" charset="0"/>
              </a:rPr>
              <a:t>控制暂停。当</a:t>
            </a:r>
            <a:r>
              <a:rPr lang="en-US" altLang="zh-CN" sz="2400" b="0" dirty="0">
                <a:solidFill>
                  <a:schemeClr val="tx1"/>
                </a:solidFill>
                <a:latin typeface="Arial" panose="020B0604020202020204" pitchFamily="34" charset="0"/>
              </a:rPr>
              <a:t>GATE=0</a:t>
            </a:r>
            <a:r>
              <a:rPr lang="zh-CN" altLang="en-US" sz="2400" b="0" dirty="0">
                <a:solidFill>
                  <a:schemeClr val="tx1"/>
                </a:solidFill>
                <a:latin typeface="Arial" panose="020B0604020202020204" pitchFamily="34" charset="0"/>
              </a:rPr>
              <a:t>时， 计数器暂停计数；当</a:t>
            </a:r>
            <a:r>
              <a:rPr lang="en-US" altLang="zh-CN" sz="2400" b="0" dirty="0">
                <a:solidFill>
                  <a:schemeClr val="tx1"/>
                </a:solidFill>
                <a:latin typeface="Arial" panose="020B0604020202020204" pitchFamily="34" charset="0"/>
              </a:rPr>
              <a:t>GATE</a:t>
            </a:r>
            <a:r>
              <a:rPr lang="zh-CN" altLang="en-US" sz="2400" b="0" dirty="0">
                <a:solidFill>
                  <a:schemeClr val="tx1"/>
                </a:solidFill>
                <a:latin typeface="Arial" panose="020B0604020202020204" pitchFamily="34" charset="0"/>
              </a:rPr>
              <a:t>变为</a:t>
            </a:r>
            <a:r>
              <a:rPr lang="en-US" altLang="zh-CN" sz="2400" b="0" dirty="0">
                <a:solidFill>
                  <a:schemeClr val="tx1"/>
                </a:solidFill>
                <a:latin typeface="Arial" panose="020B0604020202020204" pitchFamily="34" charset="0"/>
              </a:rPr>
              <a:t>1</a:t>
            </a:r>
            <a:r>
              <a:rPr lang="zh-CN" altLang="en-US" sz="2400" b="0" dirty="0">
                <a:solidFill>
                  <a:schemeClr val="tx1"/>
                </a:solidFill>
                <a:latin typeface="Arial" panose="020B0604020202020204" pitchFamily="34" charset="0"/>
              </a:rPr>
              <a:t>后，就接着计数。</a:t>
            </a:r>
            <a:r>
              <a:rPr lang="zh-CN" altLang="en-US" sz="1800" b="0" dirty="0">
                <a:solidFill>
                  <a:schemeClr val="tx1"/>
                </a:solidFill>
                <a:latin typeface="Arial" panose="020B0604020202020204" pitchFamily="34" charset="0"/>
              </a:rPr>
              <a:t> </a:t>
            </a:r>
            <a:endParaRPr lang="zh-CN" altLang="en-US" sz="1800" b="0" dirty="0">
              <a:solidFill>
                <a:schemeClr val="tx1"/>
              </a:solidFill>
              <a:latin typeface="Arial" panose="020B0604020202020204" pitchFamily="34" charset="0"/>
            </a:endParaRPr>
          </a:p>
        </p:txBody>
      </p:sp>
      <p:sp>
        <p:nvSpPr>
          <p:cNvPr id="71684" name="Rectangle 8"/>
          <p:cNvSpPr/>
          <p:nvPr/>
        </p:nvSpPr>
        <p:spPr>
          <a:xfrm>
            <a:off x="5353050" y="436563"/>
            <a:ext cx="2046288" cy="304800"/>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2000" dirty="0">
                <a:solidFill>
                  <a:srgbClr val="0000FF"/>
                </a:solidFill>
                <a:latin typeface="宋体" panose="02010600030101010101" pitchFamily="2" charset="-122"/>
              </a:rPr>
              <a:t>（设计数初值为</a:t>
            </a:r>
            <a:r>
              <a:rPr lang="en-US" altLang="zh-CN" sz="2000" dirty="0">
                <a:solidFill>
                  <a:srgbClr val="0000FF"/>
                </a:solidFill>
                <a:latin typeface="宋体" panose="02010600030101010101" pitchFamily="2" charset="-122"/>
              </a:rPr>
              <a:t>3)</a:t>
            </a:r>
            <a:endParaRPr lang="en-US" altLang="zh-CN" sz="2000" dirty="0">
              <a:solidFill>
                <a:srgbClr val="0000FF"/>
              </a:solidFill>
              <a:latin typeface="Arial" panose="020B0604020202020204" pitchFamily="34" charset="0"/>
            </a:endParaRPr>
          </a:p>
        </p:txBody>
      </p:sp>
      <p:cxnSp>
        <p:nvCxnSpPr>
          <p:cNvPr id="71685" name="直接连接符 167"/>
          <p:cNvCxnSpPr/>
          <p:nvPr/>
        </p:nvCxnSpPr>
        <p:spPr>
          <a:xfrm>
            <a:off x="-31750" y="1062038"/>
            <a:ext cx="9144000" cy="0"/>
          </a:xfrm>
          <a:prstGeom prst="line">
            <a:avLst/>
          </a:prstGeom>
          <a:ln w="38100" cap="flat" cmpd="sng">
            <a:solidFill>
              <a:schemeClr val="tx1"/>
            </a:solidFill>
            <a:prstDash val="solid"/>
            <a:headEnd type="none" w="med" len="med"/>
            <a:tailEnd type="none" w="med" len="med"/>
          </a:ln>
        </p:spPr>
      </p:cxnSp>
      <p:grpSp>
        <p:nvGrpSpPr>
          <p:cNvPr id="71686" name="Group 11"/>
          <p:cNvGrpSpPr/>
          <p:nvPr/>
        </p:nvGrpSpPr>
        <p:grpSpPr>
          <a:xfrm>
            <a:off x="588963" y="1427163"/>
            <a:ext cx="7916862" cy="1806575"/>
            <a:chOff x="525" y="990"/>
            <a:chExt cx="4987" cy="1138"/>
          </a:xfrm>
        </p:grpSpPr>
        <p:sp>
          <p:nvSpPr>
            <p:cNvPr id="71749" name="Rectangle 12"/>
            <p:cNvSpPr/>
            <p:nvPr/>
          </p:nvSpPr>
          <p:spPr>
            <a:xfrm>
              <a:off x="1550" y="1687"/>
              <a:ext cx="492" cy="26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1750" name="Rectangle 13"/>
            <p:cNvSpPr/>
            <p:nvPr/>
          </p:nvSpPr>
          <p:spPr>
            <a:xfrm>
              <a:off x="1596" y="1752"/>
              <a:ext cx="576"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宋体" panose="02010600030101010101" pitchFamily="2" charset="-122"/>
                </a:rPr>
                <a:t>写计数值</a:t>
              </a:r>
              <a:endParaRPr lang="zh-CN" altLang="en-US" sz="1800" b="0" dirty="0">
                <a:solidFill>
                  <a:schemeClr val="tx1"/>
                </a:solidFill>
                <a:latin typeface="Arial" panose="020B0604020202020204" pitchFamily="34" charset="0"/>
              </a:endParaRPr>
            </a:p>
          </p:txBody>
        </p:sp>
        <p:sp>
          <p:nvSpPr>
            <p:cNvPr id="71751" name="Rectangle 14"/>
            <p:cNvSpPr/>
            <p:nvPr/>
          </p:nvSpPr>
          <p:spPr>
            <a:xfrm>
              <a:off x="1123" y="1711"/>
              <a:ext cx="411" cy="259"/>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1752" name="Rectangle 15"/>
            <p:cNvSpPr/>
            <p:nvPr/>
          </p:nvSpPr>
          <p:spPr>
            <a:xfrm>
              <a:off x="1118" y="1758"/>
              <a:ext cx="14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宋体" panose="02010600030101010101" pitchFamily="2" charset="-122"/>
                </a:rPr>
                <a:t>写</a:t>
              </a:r>
              <a:endParaRPr lang="zh-CN" altLang="en-US" sz="1800" b="0" dirty="0">
                <a:solidFill>
                  <a:schemeClr val="tx1"/>
                </a:solidFill>
                <a:latin typeface="Arial" panose="020B0604020202020204" pitchFamily="34" charset="0"/>
              </a:endParaRPr>
            </a:p>
          </p:txBody>
        </p:sp>
        <p:sp>
          <p:nvSpPr>
            <p:cNvPr id="71753" name="Rectangle 16"/>
            <p:cNvSpPr/>
            <p:nvPr/>
          </p:nvSpPr>
          <p:spPr>
            <a:xfrm>
              <a:off x="1252" y="1752"/>
              <a:ext cx="24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CW</a:t>
              </a:r>
              <a:endParaRPr lang="en-US" altLang="zh-CN" sz="1800" b="0" dirty="0">
                <a:solidFill>
                  <a:schemeClr val="tx1"/>
                </a:solidFill>
                <a:latin typeface="Arial" panose="020B0604020202020204" pitchFamily="34" charset="0"/>
              </a:endParaRPr>
            </a:p>
          </p:txBody>
        </p:sp>
        <p:sp>
          <p:nvSpPr>
            <p:cNvPr id="71754" name="Rectangle 17"/>
            <p:cNvSpPr/>
            <p:nvPr/>
          </p:nvSpPr>
          <p:spPr>
            <a:xfrm>
              <a:off x="552" y="992"/>
              <a:ext cx="295" cy="259"/>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1755" name="Rectangle 18"/>
            <p:cNvSpPr/>
            <p:nvPr/>
          </p:nvSpPr>
          <p:spPr>
            <a:xfrm>
              <a:off x="573" y="1098"/>
              <a:ext cx="28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CLK</a:t>
              </a:r>
              <a:endParaRPr lang="en-US" altLang="zh-CN" sz="1800" b="0" dirty="0">
                <a:solidFill>
                  <a:schemeClr val="tx1"/>
                </a:solidFill>
                <a:latin typeface="Arial" panose="020B0604020202020204" pitchFamily="34" charset="0"/>
              </a:endParaRPr>
            </a:p>
          </p:txBody>
        </p:sp>
        <p:sp>
          <p:nvSpPr>
            <p:cNvPr id="71756" name="Rectangle 19"/>
            <p:cNvSpPr/>
            <p:nvPr/>
          </p:nvSpPr>
          <p:spPr>
            <a:xfrm>
              <a:off x="525" y="1345"/>
              <a:ext cx="1152" cy="413"/>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1757" name="Rectangle 20"/>
            <p:cNvSpPr/>
            <p:nvPr/>
          </p:nvSpPr>
          <p:spPr>
            <a:xfrm>
              <a:off x="546" y="1394"/>
              <a:ext cx="3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71758" name="Rectangle 21"/>
            <p:cNvSpPr/>
            <p:nvPr/>
          </p:nvSpPr>
          <p:spPr>
            <a:xfrm>
              <a:off x="876" y="1443"/>
              <a:ext cx="1296"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宋体" panose="02010600030101010101" pitchFamily="2" charset="-122"/>
                </a:rPr>
                <a:t>（允许计数高电平）</a:t>
              </a:r>
              <a:endParaRPr lang="zh-CN" altLang="en-US" sz="1800" b="0" dirty="0">
                <a:solidFill>
                  <a:schemeClr val="tx1"/>
                </a:solidFill>
                <a:latin typeface="Arial" panose="020B0604020202020204" pitchFamily="34" charset="0"/>
              </a:endParaRPr>
            </a:p>
          </p:txBody>
        </p:sp>
        <p:sp>
          <p:nvSpPr>
            <p:cNvPr id="71759" name="Rectangle 22"/>
            <p:cNvSpPr/>
            <p:nvPr/>
          </p:nvSpPr>
          <p:spPr>
            <a:xfrm>
              <a:off x="614" y="1770"/>
              <a:ext cx="296" cy="26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1760" name="Rectangle 23"/>
            <p:cNvSpPr/>
            <p:nvPr/>
          </p:nvSpPr>
          <p:spPr>
            <a:xfrm>
              <a:off x="636" y="1875"/>
              <a:ext cx="24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grpSp>
          <p:nvGrpSpPr>
            <p:cNvPr id="71761" name="Group 24"/>
            <p:cNvGrpSpPr/>
            <p:nvPr/>
          </p:nvGrpSpPr>
          <p:grpSpPr>
            <a:xfrm>
              <a:off x="944" y="990"/>
              <a:ext cx="4568" cy="450"/>
              <a:chOff x="944" y="990"/>
              <a:chExt cx="4568" cy="450"/>
            </a:xfrm>
          </p:grpSpPr>
          <p:grpSp>
            <p:nvGrpSpPr>
              <p:cNvPr id="71774" name="Group 25"/>
              <p:cNvGrpSpPr/>
              <p:nvPr/>
            </p:nvGrpSpPr>
            <p:grpSpPr>
              <a:xfrm>
                <a:off x="5066" y="1062"/>
                <a:ext cx="446" cy="190"/>
                <a:chOff x="5066" y="1062"/>
                <a:chExt cx="446" cy="190"/>
              </a:xfrm>
            </p:grpSpPr>
            <p:sp>
              <p:nvSpPr>
                <p:cNvPr id="71830" name="Line 26"/>
                <p:cNvSpPr/>
                <p:nvPr/>
              </p:nvSpPr>
              <p:spPr>
                <a:xfrm>
                  <a:off x="5136" y="1062"/>
                  <a:ext cx="149" cy="1"/>
                </a:xfrm>
                <a:prstGeom prst="line">
                  <a:avLst/>
                </a:prstGeom>
                <a:ln w="14288" cap="flat" cmpd="sng">
                  <a:solidFill>
                    <a:srgbClr val="000000"/>
                  </a:solidFill>
                  <a:prstDash val="solid"/>
                  <a:headEnd type="none" w="med" len="med"/>
                  <a:tailEnd type="none" w="med" len="med"/>
                </a:ln>
              </p:spPr>
            </p:sp>
            <p:sp>
              <p:nvSpPr>
                <p:cNvPr id="71831" name="Line 27"/>
                <p:cNvSpPr/>
                <p:nvPr/>
              </p:nvSpPr>
              <p:spPr>
                <a:xfrm flipH="1">
                  <a:off x="5066" y="1062"/>
                  <a:ext cx="70" cy="189"/>
                </a:xfrm>
                <a:prstGeom prst="line">
                  <a:avLst/>
                </a:prstGeom>
                <a:ln w="14288" cap="flat" cmpd="sng">
                  <a:solidFill>
                    <a:srgbClr val="000000"/>
                  </a:solidFill>
                  <a:prstDash val="solid"/>
                  <a:headEnd type="none" w="med" len="med"/>
                  <a:tailEnd type="none" w="med" len="med"/>
                </a:ln>
              </p:spPr>
            </p:sp>
            <p:sp>
              <p:nvSpPr>
                <p:cNvPr id="71832" name="Line 28"/>
                <p:cNvSpPr/>
                <p:nvPr/>
              </p:nvSpPr>
              <p:spPr>
                <a:xfrm>
                  <a:off x="5285" y="1062"/>
                  <a:ext cx="81" cy="189"/>
                </a:xfrm>
                <a:prstGeom prst="line">
                  <a:avLst/>
                </a:prstGeom>
                <a:ln w="14288" cap="flat" cmpd="sng">
                  <a:solidFill>
                    <a:srgbClr val="000000"/>
                  </a:solidFill>
                  <a:prstDash val="solid"/>
                  <a:headEnd type="none" w="med" len="med"/>
                  <a:tailEnd type="none" w="med" len="med"/>
                </a:ln>
              </p:spPr>
            </p:sp>
            <p:sp>
              <p:nvSpPr>
                <p:cNvPr id="71833" name="Line 29"/>
                <p:cNvSpPr/>
                <p:nvPr/>
              </p:nvSpPr>
              <p:spPr>
                <a:xfrm>
                  <a:off x="5363" y="1251"/>
                  <a:ext cx="149" cy="1"/>
                </a:xfrm>
                <a:prstGeom prst="line">
                  <a:avLst/>
                </a:prstGeom>
                <a:ln w="14288" cap="flat" cmpd="sng">
                  <a:solidFill>
                    <a:srgbClr val="000000"/>
                  </a:solidFill>
                  <a:prstDash val="solid"/>
                  <a:headEnd type="none" w="med" len="med"/>
                  <a:tailEnd type="none" w="med" len="med"/>
                </a:ln>
              </p:spPr>
            </p:sp>
          </p:grpSp>
          <p:grpSp>
            <p:nvGrpSpPr>
              <p:cNvPr id="71775" name="Group 30"/>
              <p:cNvGrpSpPr/>
              <p:nvPr/>
            </p:nvGrpSpPr>
            <p:grpSpPr>
              <a:xfrm>
                <a:off x="1093" y="990"/>
                <a:ext cx="3975" cy="248"/>
                <a:chOff x="1093" y="990"/>
                <a:chExt cx="3975" cy="248"/>
              </a:xfrm>
            </p:grpSpPr>
            <p:grpSp>
              <p:nvGrpSpPr>
                <p:cNvPr id="71778" name="Group 31"/>
                <p:cNvGrpSpPr/>
                <p:nvPr/>
              </p:nvGrpSpPr>
              <p:grpSpPr>
                <a:xfrm>
                  <a:off x="1093" y="990"/>
                  <a:ext cx="3529" cy="248"/>
                  <a:chOff x="1093" y="990"/>
                  <a:chExt cx="3529" cy="248"/>
                </a:xfrm>
              </p:grpSpPr>
              <p:grpSp>
                <p:nvGrpSpPr>
                  <p:cNvPr id="71784" name="Group 32"/>
                  <p:cNvGrpSpPr/>
                  <p:nvPr/>
                </p:nvGrpSpPr>
                <p:grpSpPr>
                  <a:xfrm>
                    <a:off x="1093" y="990"/>
                    <a:ext cx="3092" cy="248"/>
                    <a:chOff x="1093" y="990"/>
                    <a:chExt cx="3092" cy="248"/>
                  </a:xfrm>
                </p:grpSpPr>
                <p:grpSp>
                  <p:nvGrpSpPr>
                    <p:cNvPr id="71790" name="Group 33"/>
                    <p:cNvGrpSpPr/>
                    <p:nvPr/>
                  </p:nvGrpSpPr>
                  <p:grpSpPr>
                    <a:xfrm>
                      <a:off x="1093" y="990"/>
                      <a:ext cx="2647" cy="237"/>
                      <a:chOff x="1093" y="990"/>
                      <a:chExt cx="2647" cy="237"/>
                    </a:xfrm>
                  </p:grpSpPr>
                  <p:grpSp>
                    <p:nvGrpSpPr>
                      <p:cNvPr id="71796" name="Group 34"/>
                      <p:cNvGrpSpPr/>
                      <p:nvPr/>
                    </p:nvGrpSpPr>
                    <p:grpSpPr>
                      <a:xfrm>
                        <a:off x="1093" y="990"/>
                        <a:ext cx="2201" cy="226"/>
                        <a:chOff x="1093" y="990"/>
                        <a:chExt cx="2201" cy="226"/>
                      </a:xfrm>
                    </p:grpSpPr>
                    <p:grpSp>
                      <p:nvGrpSpPr>
                        <p:cNvPr id="71802" name="Group 35"/>
                        <p:cNvGrpSpPr/>
                        <p:nvPr/>
                      </p:nvGrpSpPr>
                      <p:grpSpPr>
                        <a:xfrm>
                          <a:off x="1093" y="990"/>
                          <a:ext cx="1756" cy="215"/>
                          <a:chOff x="1093" y="990"/>
                          <a:chExt cx="1756" cy="215"/>
                        </a:xfrm>
                      </p:grpSpPr>
                      <p:grpSp>
                        <p:nvGrpSpPr>
                          <p:cNvPr id="71808" name="Group 36"/>
                          <p:cNvGrpSpPr/>
                          <p:nvPr/>
                        </p:nvGrpSpPr>
                        <p:grpSpPr>
                          <a:xfrm>
                            <a:off x="1093" y="990"/>
                            <a:ext cx="1310" cy="203"/>
                            <a:chOff x="1093" y="990"/>
                            <a:chExt cx="1310" cy="203"/>
                          </a:xfrm>
                        </p:grpSpPr>
                        <p:grpSp>
                          <p:nvGrpSpPr>
                            <p:cNvPr id="71814" name="Group 37"/>
                            <p:cNvGrpSpPr/>
                            <p:nvPr/>
                          </p:nvGrpSpPr>
                          <p:grpSpPr>
                            <a:xfrm>
                              <a:off x="1093" y="990"/>
                              <a:ext cx="882" cy="191"/>
                              <a:chOff x="1093" y="990"/>
                              <a:chExt cx="882" cy="191"/>
                            </a:xfrm>
                          </p:grpSpPr>
                          <p:grpSp>
                            <p:nvGrpSpPr>
                              <p:cNvPr id="71820" name="Group 38"/>
                              <p:cNvGrpSpPr/>
                              <p:nvPr/>
                            </p:nvGrpSpPr>
                            <p:grpSpPr>
                              <a:xfrm>
                                <a:off x="1093" y="990"/>
                                <a:ext cx="445" cy="191"/>
                                <a:chOff x="1093" y="990"/>
                                <a:chExt cx="445" cy="191"/>
                              </a:xfrm>
                            </p:grpSpPr>
                            <p:sp>
                              <p:nvSpPr>
                                <p:cNvPr id="71826" name="Line 39"/>
                                <p:cNvSpPr/>
                                <p:nvPr/>
                              </p:nvSpPr>
                              <p:spPr>
                                <a:xfrm>
                                  <a:off x="1163" y="990"/>
                                  <a:ext cx="148" cy="2"/>
                                </a:xfrm>
                                <a:prstGeom prst="line">
                                  <a:avLst/>
                                </a:prstGeom>
                                <a:ln w="14288" cap="flat" cmpd="sng">
                                  <a:solidFill>
                                    <a:srgbClr val="000000"/>
                                  </a:solidFill>
                                  <a:prstDash val="solid"/>
                                  <a:headEnd type="none" w="med" len="med"/>
                                  <a:tailEnd type="none" w="med" len="med"/>
                                </a:ln>
                              </p:spPr>
                            </p:sp>
                            <p:sp>
                              <p:nvSpPr>
                                <p:cNvPr id="71827" name="Line 40"/>
                                <p:cNvSpPr/>
                                <p:nvPr/>
                              </p:nvSpPr>
                              <p:spPr>
                                <a:xfrm flipH="1">
                                  <a:off x="1093" y="990"/>
                                  <a:ext cx="70" cy="189"/>
                                </a:xfrm>
                                <a:prstGeom prst="line">
                                  <a:avLst/>
                                </a:prstGeom>
                                <a:ln w="14288" cap="flat" cmpd="sng">
                                  <a:solidFill>
                                    <a:srgbClr val="000000"/>
                                  </a:solidFill>
                                  <a:prstDash val="solid"/>
                                  <a:headEnd type="none" w="med" len="med"/>
                                  <a:tailEnd type="none" w="med" len="med"/>
                                </a:ln>
                              </p:spPr>
                            </p:sp>
                            <p:sp>
                              <p:nvSpPr>
                                <p:cNvPr id="71828" name="Line 41"/>
                                <p:cNvSpPr/>
                                <p:nvPr/>
                              </p:nvSpPr>
                              <p:spPr>
                                <a:xfrm>
                                  <a:off x="1311" y="990"/>
                                  <a:ext cx="82" cy="189"/>
                                </a:xfrm>
                                <a:prstGeom prst="line">
                                  <a:avLst/>
                                </a:prstGeom>
                                <a:ln w="14288" cap="flat" cmpd="sng">
                                  <a:solidFill>
                                    <a:srgbClr val="000000"/>
                                  </a:solidFill>
                                  <a:prstDash val="solid"/>
                                  <a:headEnd type="none" w="med" len="med"/>
                                  <a:tailEnd type="none" w="med" len="med"/>
                                </a:ln>
                              </p:spPr>
                            </p:sp>
                            <p:sp>
                              <p:nvSpPr>
                                <p:cNvPr id="71829" name="Line 42"/>
                                <p:cNvSpPr/>
                                <p:nvPr/>
                              </p:nvSpPr>
                              <p:spPr>
                                <a:xfrm>
                                  <a:off x="1390" y="1179"/>
                                  <a:ext cx="148" cy="2"/>
                                </a:xfrm>
                                <a:prstGeom prst="line">
                                  <a:avLst/>
                                </a:prstGeom>
                                <a:ln w="14288" cap="flat" cmpd="sng">
                                  <a:solidFill>
                                    <a:srgbClr val="000000"/>
                                  </a:solidFill>
                                  <a:prstDash val="solid"/>
                                  <a:headEnd type="none" w="med" len="med"/>
                                  <a:tailEnd type="none" w="med" len="med"/>
                                </a:ln>
                              </p:spPr>
                            </p:sp>
                          </p:grpSp>
                          <p:grpSp>
                            <p:nvGrpSpPr>
                              <p:cNvPr id="71821" name="Group 43"/>
                              <p:cNvGrpSpPr/>
                              <p:nvPr/>
                            </p:nvGrpSpPr>
                            <p:grpSpPr>
                              <a:xfrm>
                                <a:off x="1530" y="990"/>
                                <a:ext cx="445" cy="191"/>
                                <a:chOff x="1530" y="990"/>
                                <a:chExt cx="445" cy="191"/>
                              </a:xfrm>
                            </p:grpSpPr>
                            <p:sp>
                              <p:nvSpPr>
                                <p:cNvPr id="71822" name="Line 44"/>
                                <p:cNvSpPr/>
                                <p:nvPr/>
                              </p:nvSpPr>
                              <p:spPr>
                                <a:xfrm>
                                  <a:off x="1600" y="990"/>
                                  <a:ext cx="148" cy="2"/>
                                </a:xfrm>
                                <a:prstGeom prst="line">
                                  <a:avLst/>
                                </a:prstGeom>
                                <a:ln w="14288" cap="flat" cmpd="sng">
                                  <a:solidFill>
                                    <a:srgbClr val="000000"/>
                                  </a:solidFill>
                                  <a:prstDash val="solid"/>
                                  <a:headEnd type="none" w="med" len="med"/>
                                  <a:tailEnd type="none" w="med" len="med"/>
                                </a:ln>
                              </p:spPr>
                            </p:sp>
                            <p:sp>
                              <p:nvSpPr>
                                <p:cNvPr id="71823" name="Line 45"/>
                                <p:cNvSpPr/>
                                <p:nvPr/>
                              </p:nvSpPr>
                              <p:spPr>
                                <a:xfrm flipH="1">
                                  <a:off x="1530" y="990"/>
                                  <a:ext cx="70" cy="189"/>
                                </a:xfrm>
                                <a:prstGeom prst="line">
                                  <a:avLst/>
                                </a:prstGeom>
                                <a:ln w="14288" cap="flat" cmpd="sng">
                                  <a:solidFill>
                                    <a:srgbClr val="000000"/>
                                  </a:solidFill>
                                  <a:prstDash val="solid"/>
                                  <a:headEnd type="none" w="med" len="med"/>
                                  <a:tailEnd type="none" w="med" len="med"/>
                                </a:ln>
                              </p:spPr>
                            </p:sp>
                            <p:sp>
                              <p:nvSpPr>
                                <p:cNvPr id="71824" name="Line 46"/>
                                <p:cNvSpPr/>
                                <p:nvPr/>
                              </p:nvSpPr>
                              <p:spPr>
                                <a:xfrm>
                                  <a:off x="1748" y="990"/>
                                  <a:ext cx="80" cy="189"/>
                                </a:xfrm>
                                <a:prstGeom prst="line">
                                  <a:avLst/>
                                </a:prstGeom>
                                <a:ln w="14288" cap="flat" cmpd="sng">
                                  <a:solidFill>
                                    <a:srgbClr val="000000"/>
                                  </a:solidFill>
                                  <a:prstDash val="solid"/>
                                  <a:headEnd type="none" w="med" len="med"/>
                                  <a:tailEnd type="none" w="med" len="med"/>
                                </a:ln>
                              </p:spPr>
                            </p:sp>
                            <p:sp>
                              <p:nvSpPr>
                                <p:cNvPr id="71825" name="Line 47"/>
                                <p:cNvSpPr/>
                                <p:nvPr/>
                              </p:nvSpPr>
                              <p:spPr>
                                <a:xfrm>
                                  <a:off x="1827" y="1179"/>
                                  <a:ext cx="148" cy="2"/>
                                </a:xfrm>
                                <a:prstGeom prst="line">
                                  <a:avLst/>
                                </a:prstGeom>
                                <a:ln w="14288" cap="flat" cmpd="sng">
                                  <a:solidFill>
                                    <a:srgbClr val="000000"/>
                                  </a:solidFill>
                                  <a:prstDash val="solid"/>
                                  <a:headEnd type="none" w="med" len="med"/>
                                  <a:tailEnd type="none" w="med" len="med"/>
                                </a:ln>
                              </p:spPr>
                            </p:sp>
                          </p:grpSp>
                        </p:grpSp>
                        <p:grpSp>
                          <p:nvGrpSpPr>
                            <p:cNvPr id="71815" name="Group 48"/>
                            <p:cNvGrpSpPr/>
                            <p:nvPr/>
                          </p:nvGrpSpPr>
                          <p:grpSpPr>
                            <a:xfrm>
                              <a:off x="1957" y="1004"/>
                              <a:ext cx="446" cy="189"/>
                              <a:chOff x="1957" y="1004"/>
                              <a:chExt cx="446" cy="189"/>
                            </a:xfrm>
                          </p:grpSpPr>
                          <p:sp>
                            <p:nvSpPr>
                              <p:cNvPr id="71816" name="Line 49"/>
                              <p:cNvSpPr/>
                              <p:nvPr/>
                            </p:nvSpPr>
                            <p:spPr>
                              <a:xfrm>
                                <a:off x="2027" y="1004"/>
                                <a:ext cx="148" cy="1"/>
                              </a:xfrm>
                              <a:prstGeom prst="line">
                                <a:avLst/>
                              </a:prstGeom>
                              <a:ln w="14288" cap="flat" cmpd="sng">
                                <a:solidFill>
                                  <a:srgbClr val="000000"/>
                                </a:solidFill>
                                <a:prstDash val="solid"/>
                                <a:headEnd type="none" w="med" len="med"/>
                                <a:tailEnd type="none" w="med" len="med"/>
                              </a:ln>
                            </p:spPr>
                          </p:sp>
                          <p:sp>
                            <p:nvSpPr>
                              <p:cNvPr id="71817" name="Line 50"/>
                              <p:cNvSpPr/>
                              <p:nvPr/>
                            </p:nvSpPr>
                            <p:spPr>
                              <a:xfrm flipH="1">
                                <a:off x="1957" y="1004"/>
                                <a:ext cx="70" cy="188"/>
                              </a:xfrm>
                              <a:prstGeom prst="line">
                                <a:avLst/>
                              </a:prstGeom>
                              <a:ln w="14288" cap="flat" cmpd="sng">
                                <a:solidFill>
                                  <a:srgbClr val="000000"/>
                                </a:solidFill>
                                <a:prstDash val="solid"/>
                                <a:headEnd type="none" w="med" len="med"/>
                                <a:tailEnd type="none" w="med" len="med"/>
                              </a:ln>
                            </p:spPr>
                          </p:sp>
                          <p:sp>
                            <p:nvSpPr>
                              <p:cNvPr id="71818" name="Line 51"/>
                              <p:cNvSpPr/>
                              <p:nvPr/>
                            </p:nvSpPr>
                            <p:spPr>
                              <a:xfrm>
                                <a:off x="2175" y="1004"/>
                                <a:ext cx="81" cy="188"/>
                              </a:xfrm>
                              <a:prstGeom prst="line">
                                <a:avLst/>
                              </a:prstGeom>
                              <a:ln w="14288" cap="flat" cmpd="sng">
                                <a:solidFill>
                                  <a:srgbClr val="000000"/>
                                </a:solidFill>
                                <a:prstDash val="solid"/>
                                <a:headEnd type="none" w="med" len="med"/>
                                <a:tailEnd type="none" w="med" len="med"/>
                              </a:ln>
                            </p:spPr>
                          </p:sp>
                          <p:sp>
                            <p:nvSpPr>
                              <p:cNvPr id="71819" name="Line 52"/>
                              <p:cNvSpPr/>
                              <p:nvPr/>
                            </p:nvSpPr>
                            <p:spPr>
                              <a:xfrm>
                                <a:off x="2254" y="1192"/>
                                <a:ext cx="149" cy="1"/>
                              </a:xfrm>
                              <a:prstGeom prst="line">
                                <a:avLst/>
                              </a:prstGeom>
                              <a:ln w="14288" cap="flat" cmpd="sng">
                                <a:solidFill>
                                  <a:srgbClr val="000000"/>
                                </a:solidFill>
                                <a:prstDash val="solid"/>
                                <a:headEnd type="none" w="med" len="med"/>
                                <a:tailEnd type="none" w="med" len="med"/>
                              </a:ln>
                            </p:spPr>
                          </p:sp>
                        </p:grpSp>
                      </p:grpSp>
                      <p:grpSp>
                        <p:nvGrpSpPr>
                          <p:cNvPr id="71809" name="Group 53"/>
                          <p:cNvGrpSpPr/>
                          <p:nvPr/>
                        </p:nvGrpSpPr>
                        <p:grpSpPr>
                          <a:xfrm>
                            <a:off x="2403" y="1015"/>
                            <a:ext cx="446" cy="190"/>
                            <a:chOff x="2403" y="1015"/>
                            <a:chExt cx="446" cy="190"/>
                          </a:xfrm>
                        </p:grpSpPr>
                        <p:sp>
                          <p:nvSpPr>
                            <p:cNvPr id="71810" name="Line 54"/>
                            <p:cNvSpPr/>
                            <p:nvPr/>
                          </p:nvSpPr>
                          <p:spPr>
                            <a:xfrm>
                              <a:off x="2472" y="1015"/>
                              <a:ext cx="148" cy="1"/>
                            </a:xfrm>
                            <a:prstGeom prst="line">
                              <a:avLst/>
                            </a:prstGeom>
                            <a:ln w="14288" cap="flat" cmpd="sng">
                              <a:solidFill>
                                <a:srgbClr val="000000"/>
                              </a:solidFill>
                              <a:prstDash val="solid"/>
                              <a:headEnd type="none" w="med" len="med"/>
                              <a:tailEnd type="none" w="med" len="med"/>
                            </a:ln>
                          </p:spPr>
                        </p:sp>
                        <p:sp>
                          <p:nvSpPr>
                            <p:cNvPr id="71811" name="Line 55"/>
                            <p:cNvSpPr/>
                            <p:nvPr/>
                          </p:nvSpPr>
                          <p:spPr>
                            <a:xfrm flipH="1">
                              <a:off x="2403" y="1015"/>
                              <a:ext cx="69" cy="189"/>
                            </a:xfrm>
                            <a:prstGeom prst="line">
                              <a:avLst/>
                            </a:prstGeom>
                            <a:ln w="14288" cap="flat" cmpd="sng">
                              <a:solidFill>
                                <a:srgbClr val="000000"/>
                              </a:solidFill>
                              <a:prstDash val="solid"/>
                              <a:headEnd type="none" w="med" len="med"/>
                              <a:tailEnd type="none" w="med" len="med"/>
                            </a:ln>
                          </p:spPr>
                        </p:sp>
                        <p:sp>
                          <p:nvSpPr>
                            <p:cNvPr id="71812" name="Line 56"/>
                            <p:cNvSpPr/>
                            <p:nvPr/>
                          </p:nvSpPr>
                          <p:spPr>
                            <a:xfrm>
                              <a:off x="2620" y="1015"/>
                              <a:ext cx="82" cy="189"/>
                            </a:xfrm>
                            <a:prstGeom prst="line">
                              <a:avLst/>
                            </a:prstGeom>
                            <a:ln w="14288" cap="flat" cmpd="sng">
                              <a:solidFill>
                                <a:srgbClr val="000000"/>
                              </a:solidFill>
                              <a:prstDash val="solid"/>
                              <a:headEnd type="none" w="med" len="med"/>
                              <a:tailEnd type="none" w="med" len="med"/>
                            </a:ln>
                          </p:spPr>
                        </p:sp>
                        <p:sp>
                          <p:nvSpPr>
                            <p:cNvPr id="71813" name="Line 57"/>
                            <p:cNvSpPr/>
                            <p:nvPr/>
                          </p:nvSpPr>
                          <p:spPr>
                            <a:xfrm>
                              <a:off x="2699" y="1204"/>
                              <a:ext cx="150" cy="1"/>
                            </a:xfrm>
                            <a:prstGeom prst="line">
                              <a:avLst/>
                            </a:prstGeom>
                            <a:ln w="14288" cap="flat" cmpd="sng">
                              <a:solidFill>
                                <a:srgbClr val="000000"/>
                              </a:solidFill>
                              <a:prstDash val="solid"/>
                              <a:headEnd type="none" w="med" len="med"/>
                              <a:tailEnd type="none" w="med" len="med"/>
                            </a:ln>
                          </p:spPr>
                        </p:sp>
                      </p:grpSp>
                    </p:grpSp>
                    <p:grpSp>
                      <p:nvGrpSpPr>
                        <p:cNvPr id="71803" name="Group 58"/>
                        <p:cNvGrpSpPr/>
                        <p:nvPr/>
                      </p:nvGrpSpPr>
                      <p:grpSpPr>
                        <a:xfrm>
                          <a:off x="2849" y="1026"/>
                          <a:ext cx="445" cy="190"/>
                          <a:chOff x="2849" y="1026"/>
                          <a:chExt cx="445" cy="190"/>
                        </a:xfrm>
                      </p:grpSpPr>
                      <p:sp>
                        <p:nvSpPr>
                          <p:cNvPr id="71804" name="Line 59"/>
                          <p:cNvSpPr/>
                          <p:nvPr/>
                        </p:nvSpPr>
                        <p:spPr>
                          <a:xfrm>
                            <a:off x="2917" y="1026"/>
                            <a:ext cx="150" cy="1"/>
                          </a:xfrm>
                          <a:prstGeom prst="line">
                            <a:avLst/>
                          </a:prstGeom>
                          <a:ln w="14288" cap="flat" cmpd="sng">
                            <a:solidFill>
                              <a:srgbClr val="000000"/>
                            </a:solidFill>
                            <a:prstDash val="solid"/>
                            <a:headEnd type="none" w="med" len="med"/>
                            <a:tailEnd type="none" w="med" len="med"/>
                          </a:ln>
                        </p:spPr>
                      </p:sp>
                      <p:sp>
                        <p:nvSpPr>
                          <p:cNvPr id="71805" name="Line 60"/>
                          <p:cNvSpPr/>
                          <p:nvPr/>
                        </p:nvSpPr>
                        <p:spPr>
                          <a:xfrm flipH="1">
                            <a:off x="2849" y="1026"/>
                            <a:ext cx="68" cy="189"/>
                          </a:xfrm>
                          <a:prstGeom prst="line">
                            <a:avLst/>
                          </a:prstGeom>
                          <a:ln w="14288" cap="flat" cmpd="sng">
                            <a:solidFill>
                              <a:srgbClr val="000000"/>
                            </a:solidFill>
                            <a:prstDash val="solid"/>
                            <a:headEnd type="none" w="med" len="med"/>
                            <a:tailEnd type="none" w="med" len="med"/>
                          </a:ln>
                        </p:spPr>
                      </p:sp>
                      <p:sp>
                        <p:nvSpPr>
                          <p:cNvPr id="71806" name="Line 61"/>
                          <p:cNvSpPr/>
                          <p:nvPr/>
                        </p:nvSpPr>
                        <p:spPr>
                          <a:xfrm>
                            <a:off x="3067" y="1026"/>
                            <a:ext cx="80" cy="189"/>
                          </a:xfrm>
                          <a:prstGeom prst="line">
                            <a:avLst/>
                          </a:prstGeom>
                          <a:ln w="14288" cap="flat" cmpd="sng">
                            <a:solidFill>
                              <a:srgbClr val="000000"/>
                            </a:solidFill>
                            <a:prstDash val="solid"/>
                            <a:headEnd type="none" w="med" len="med"/>
                            <a:tailEnd type="none" w="med" len="med"/>
                          </a:ln>
                        </p:spPr>
                      </p:sp>
                      <p:sp>
                        <p:nvSpPr>
                          <p:cNvPr id="71807" name="Line 62"/>
                          <p:cNvSpPr/>
                          <p:nvPr/>
                        </p:nvSpPr>
                        <p:spPr>
                          <a:xfrm>
                            <a:off x="3146" y="1215"/>
                            <a:ext cx="148" cy="1"/>
                          </a:xfrm>
                          <a:prstGeom prst="line">
                            <a:avLst/>
                          </a:prstGeom>
                          <a:ln w="14288" cap="flat" cmpd="sng">
                            <a:solidFill>
                              <a:srgbClr val="000000"/>
                            </a:solidFill>
                            <a:prstDash val="solid"/>
                            <a:headEnd type="none" w="med" len="med"/>
                            <a:tailEnd type="none" w="med" len="med"/>
                          </a:ln>
                        </p:spPr>
                      </p:sp>
                    </p:grpSp>
                  </p:grpSp>
                  <p:grpSp>
                    <p:nvGrpSpPr>
                      <p:cNvPr id="71797" name="Group 63"/>
                      <p:cNvGrpSpPr/>
                      <p:nvPr/>
                    </p:nvGrpSpPr>
                    <p:grpSpPr>
                      <a:xfrm>
                        <a:off x="3294" y="1037"/>
                        <a:ext cx="446" cy="190"/>
                        <a:chOff x="3294" y="1037"/>
                        <a:chExt cx="446" cy="190"/>
                      </a:xfrm>
                    </p:grpSpPr>
                    <p:sp>
                      <p:nvSpPr>
                        <p:cNvPr id="71798" name="Line 64"/>
                        <p:cNvSpPr/>
                        <p:nvPr/>
                      </p:nvSpPr>
                      <p:spPr>
                        <a:xfrm>
                          <a:off x="3363" y="1037"/>
                          <a:ext cx="150" cy="1"/>
                        </a:xfrm>
                        <a:prstGeom prst="line">
                          <a:avLst/>
                        </a:prstGeom>
                        <a:ln w="14288" cap="flat" cmpd="sng">
                          <a:solidFill>
                            <a:srgbClr val="000000"/>
                          </a:solidFill>
                          <a:prstDash val="solid"/>
                          <a:headEnd type="none" w="med" len="med"/>
                          <a:tailEnd type="none" w="med" len="med"/>
                        </a:ln>
                      </p:spPr>
                    </p:sp>
                    <p:sp>
                      <p:nvSpPr>
                        <p:cNvPr id="71799" name="Line 65"/>
                        <p:cNvSpPr/>
                        <p:nvPr/>
                      </p:nvSpPr>
                      <p:spPr>
                        <a:xfrm flipH="1">
                          <a:off x="3294" y="1037"/>
                          <a:ext cx="69" cy="189"/>
                        </a:xfrm>
                        <a:prstGeom prst="line">
                          <a:avLst/>
                        </a:prstGeom>
                        <a:ln w="14288" cap="flat" cmpd="sng">
                          <a:solidFill>
                            <a:srgbClr val="000000"/>
                          </a:solidFill>
                          <a:prstDash val="solid"/>
                          <a:headEnd type="none" w="med" len="med"/>
                          <a:tailEnd type="none" w="med" len="med"/>
                        </a:ln>
                      </p:spPr>
                    </p:sp>
                    <p:sp>
                      <p:nvSpPr>
                        <p:cNvPr id="71800" name="Line 66"/>
                        <p:cNvSpPr/>
                        <p:nvPr/>
                      </p:nvSpPr>
                      <p:spPr>
                        <a:xfrm>
                          <a:off x="3513" y="1037"/>
                          <a:ext cx="80" cy="189"/>
                        </a:xfrm>
                        <a:prstGeom prst="line">
                          <a:avLst/>
                        </a:prstGeom>
                        <a:ln w="14288" cap="flat" cmpd="sng">
                          <a:solidFill>
                            <a:srgbClr val="000000"/>
                          </a:solidFill>
                          <a:prstDash val="solid"/>
                          <a:headEnd type="none" w="med" len="med"/>
                          <a:tailEnd type="none" w="med" len="med"/>
                        </a:ln>
                      </p:spPr>
                    </p:sp>
                    <p:sp>
                      <p:nvSpPr>
                        <p:cNvPr id="71801" name="Line 67"/>
                        <p:cNvSpPr/>
                        <p:nvPr/>
                      </p:nvSpPr>
                      <p:spPr>
                        <a:xfrm>
                          <a:off x="3591" y="1226"/>
                          <a:ext cx="149" cy="1"/>
                        </a:xfrm>
                        <a:prstGeom prst="line">
                          <a:avLst/>
                        </a:prstGeom>
                        <a:ln w="14288" cap="flat" cmpd="sng">
                          <a:solidFill>
                            <a:srgbClr val="000000"/>
                          </a:solidFill>
                          <a:prstDash val="solid"/>
                          <a:headEnd type="none" w="med" len="med"/>
                          <a:tailEnd type="none" w="med" len="med"/>
                        </a:ln>
                      </p:spPr>
                    </p:sp>
                  </p:grpSp>
                </p:grpSp>
                <p:grpSp>
                  <p:nvGrpSpPr>
                    <p:cNvPr id="71791" name="Group 68"/>
                    <p:cNvGrpSpPr/>
                    <p:nvPr/>
                  </p:nvGrpSpPr>
                  <p:grpSpPr>
                    <a:xfrm>
                      <a:off x="3740" y="1049"/>
                      <a:ext cx="445" cy="189"/>
                      <a:chOff x="3740" y="1049"/>
                      <a:chExt cx="445" cy="189"/>
                    </a:xfrm>
                  </p:grpSpPr>
                  <p:sp>
                    <p:nvSpPr>
                      <p:cNvPr id="71792" name="Line 69"/>
                      <p:cNvSpPr/>
                      <p:nvPr/>
                    </p:nvSpPr>
                    <p:spPr>
                      <a:xfrm>
                        <a:off x="3810" y="1049"/>
                        <a:ext cx="148" cy="1"/>
                      </a:xfrm>
                      <a:prstGeom prst="line">
                        <a:avLst/>
                      </a:prstGeom>
                      <a:ln w="14288" cap="flat" cmpd="sng">
                        <a:solidFill>
                          <a:srgbClr val="000000"/>
                        </a:solidFill>
                        <a:prstDash val="solid"/>
                        <a:headEnd type="none" w="med" len="med"/>
                        <a:tailEnd type="none" w="med" len="med"/>
                      </a:ln>
                    </p:spPr>
                  </p:sp>
                  <p:sp>
                    <p:nvSpPr>
                      <p:cNvPr id="71793" name="Line 70"/>
                      <p:cNvSpPr/>
                      <p:nvPr/>
                    </p:nvSpPr>
                    <p:spPr>
                      <a:xfrm flipH="1">
                        <a:off x="3740" y="1049"/>
                        <a:ext cx="70" cy="188"/>
                      </a:xfrm>
                      <a:prstGeom prst="line">
                        <a:avLst/>
                      </a:prstGeom>
                      <a:ln w="14288" cap="flat" cmpd="sng">
                        <a:solidFill>
                          <a:srgbClr val="000000"/>
                        </a:solidFill>
                        <a:prstDash val="solid"/>
                        <a:headEnd type="none" w="med" len="med"/>
                        <a:tailEnd type="none" w="med" len="med"/>
                      </a:ln>
                    </p:spPr>
                  </p:sp>
                  <p:sp>
                    <p:nvSpPr>
                      <p:cNvPr id="71794" name="Line 71"/>
                      <p:cNvSpPr/>
                      <p:nvPr/>
                    </p:nvSpPr>
                    <p:spPr>
                      <a:xfrm>
                        <a:off x="3958" y="1049"/>
                        <a:ext cx="80" cy="188"/>
                      </a:xfrm>
                      <a:prstGeom prst="line">
                        <a:avLst/>
                      </a:prstGeom>
                      <a:ln w="14288" cap="flat" cmpd="sng">
                        <a:solidFill>
                          <a:srgbClr val="000000"/>
                        </a:solidFill>
                        <a:prstDash val="solid"/>
                        <a:headEnd type="none" w="med" len="med"/>
                        <a:tailEnd type="none" w="med" len="med"/>
                      </a:ln>
                    </p:spPr>
                  </p:sp>
                  <p:sp>
                    <p:nvSpPr>
                      <p:cNvPr id="71795" name="Line 72"/>
                      <p:cNvSpPr/>
                      <p:nvPr/>
                    </p:nvSpPr>
                    <p:spPr>
                      <a:xfrm>
                        <a:off x="4037" y="1237"/>
                        <a:ext cx="148" cy="1"/>
                      </a:xfrm>
                      <a:prstGeom prst="line">
                        <a:avLst/>
                      </a:prstGeom>
                      <a:ln w="14288" cap="flat" cmpd="sng">
                        <a:solidFill>
                          <a:srgbClr val="000000"/>
                        </a:solidFill>
                        <a:prstDash val="solid"/>
                        <a:headEnd type="none" w="med" len="med"/>
                        <a:tailEnd type="none" w="med" len="med"/>
                      </a:ln>
                    </p:spPr>
                  </p:sp>
                </p:grpSp>
              </p:grpSp>
              <p:grpSp>
                <p:nvGrpSpPr>
                  <p:cNvPr id="71785" name="Group 73"/>
                  <p:cNvGrpSpPr/>
                  <p:nvPr/>
                </p:nvGrpSpPr>
                <p:grpSpPr>
                  <a:xfrm>
                    <a:off x="4177" y="1049"/>
                    <a:ext cx="445" cy="189"/>
                    <a:chOff x="4177" y="1049"/>
                    <a:chExt cx="445" cy="189"/>
                  </a:xfrm>
                </p:grpSpPr>
                <p:sp>
                  <p:nvSpPr>
                    <p:cNvPr id="71786" name="Line 74"/>
                    <p:cNvSpPr/>
                    <p:nvPr/>
                  </p:nvSpPr>
                  <p:spPr>
                    <a:xfrm>
                      <a:off x="4245" y="1049"/>
                      <a:ext cx="150" cy="1"/>
                    </a:xfrm>
                    <a:prstGeom prst="line">
                      <a:avLst/>
                    </a:prstGeom>
                    <a:ln w="14288" cap="flat" cmpd="sng">
                      <a:solidFill>
                        <a:srgbClr val="000000"/>
                      </a:solidFill>
                      <a:prstDash val="solid"/>
                      <a:headEnd type="none" w="med" len="med"/>
                      <a:tailEnd type="none" w="med" len="med"/>
                    </a:ln>
                  </p:spPr>
                </p:sp>
                <p:sp>
                  <p:nvSpPr>
                    <p:cNvPr id="71787" name="Line 75"/>
                    <p:cNvSpPr/>
                    <p:nvPr/>
                  </p:nvSpPr>
                  <p:spPr>
                    <a:xfrm flipH="1">
                      <a:off x="4177" y="1049"/>
                      <a:ext cx="68" cy="188"/>
                    </a:xfrm>
                    <a:prstGeom prst="line">
                      <a:avLst/>
                    </a:prstGeom>
                    <a:ln w="14288" cap="flat" cmpd="sng">
                      <a:solidFill>
                        <a:srgbClr val="000000"/>
                      </a:solidFill>
                      <a:prstDash val="solid"/>
                      <a:headEnd type="none" w="med" len="med"/>
                      <a:tailEnd type="none" w="med" len="med"/>
                    </a:ln>
                  </p:spPr>
                </p:sp>
                <p:sp>
                  <p:nvSpPr>
                    <p:cNvPr id="71788" name="Line 76"/>
                    <p:cNvSpPr/>
                    <p:nvPr/>
                  </p:nvSpPr>
                  <p:spPr>
                    <a:xfrm>
                      <a:off x="4395" y="1049"/>
                      <a:ext cx="80" cy="188"/>
                    </a:xfrm>
                    <a:prstGeom prst="line">
                      <a:avLst/>
                    </a:prstGeom>
                    <a:ln w="14288" cap="flat" cmpd="sng">
                      <a:solidFill>
                        <a:srgbClr val="000000"/>
                      </a:solidFill>
                      <a:prstDash val="solid"/>
                      <a:headEnd type="none" w="med" len="med"/>
                      <a:tailEnd type="none" w="med" len="med"/>
                    </a:ln>
                  </p:spPr>
                </p:sp>
                <p:sp>
                  <p:nvSpPr>
                    <p:cNvPr id="71789" name="Line 77"/>
                    <p:cNvSpPr/>
                    <p:nvPr/>
                  </p:nvSpPr>
                  <p:spPr>
                    <a:xfrm>
                      <a:off x="4474" y="1237"/>
                      <a:ext cx="148" cy="1"/>
                    </a:xfrm>
                    <a:prstGeom prst="line">
                      <a:avLst/>
                    </a:prstGeom>
                    <a:ln w="14288" cap="flat" cmpd="sng">
                      <a:solidFill>
                        <a:srgbClr val="000000"/>
                      </a:solidFill>
                      <a:prstDash val="solid"/>
                      <a:headEnd type="none" w="med" len="med"/>
                      <a:tailEnd type="none" w="med" len="med"/>
                    </a:ln>
                  </p:spPr>
                </p:sp>
              </p:grpSp>
            </p:grpSp>
            <p:grpSp>
              <p:nvGrpSpPr>
                <p:cNvPr id="71779" name="Group 78"/>
                <p:cNvGrpSpPr/>
                <p:nvPr/>
              </p:nvGrpSpPr>
              <p:grpSpPr>
                <a:xfrm>
                  <a:off x="4622" y="1049"/>
                  <a:ext cx="446" cy="189"/>
                  <a:chOff x="4622" y="1049"/>
                  <a:chExt cx="446" cy="189"/>
                </a:xfrm>
              </p:grpSpPr>
              <p:sp>
                <p:nvSpPr>
                  <p:cNvPr id="71780" name="Line 79"/>
                  <p:cNvSpPr/>
                  <p:nvPr/>
                </p:nvSpPr>
                <p:spPr>
                  <a:xfrm>
                    <a:off x="4691" y="1049"/>
                    <a:ext cx="150" cy="1"/>
                  </a:xfrm>
                  <a:prstGeom prst="line">
                    <a:avLst/>
                  </a:prstGeom>
                  <a:ln w="14288" cap="flat" cmpd="sng">
                    <a:solidFill>
                      <a:srgbClr val="000000"/>
                    </a:solidFill>
                    <a:prstDash val="solid"/>
                    <a:headEnd type="none" w="med" len="med"/>
                    <a:tailEnd type="none" w="med" len="med"/>
                  </a:ln>
                </p:spPr>
              </p:sp>
              <p:sp>
                <p:nvSpPr>
                  <p:cNvPr id="71781" name="Line 80"/>
                  <p:cNvSpPr/>
                  <p:nvPr/>
                </p:nvSpPr>
                <p:spPr>
                  <a:xfrm flipH="1">
                    <a:off x="4622" y="1049"/>
                    <a:ext cx="69" cy="188"/>
                  </a:xfrm>
                  <a:prstGeom prst="line">
                    <a:avLst/>
                  </a:prstGeom>
                  <a:ln w="14288" cap="flat" cmpd="sng">
                    <a:solidFill>
                      <a:srgbClr val="000000"/>
                    </a:solidFill>
                    <a:prstDash val="solid"/>
                    <a:headEnd type="none" w="med" len="med"/>
                    <a:tailEnd type="none" w="med" len="med"/>
                  </a:ln>
                </p:spPr>
              </p:sp>
              <p:sp>
                <p:nvSpPr>
                  <p:cNvPr id="71782" name="Line 81"/>
                  <p:cNvSpPr/>
                  <p:nvPr/>
                </p:nvSpPr>
                <p:spPr>
                  <a:xfrm>
                    <a:off x="4841" y="1049"/>
                    <a:ext cx="79" cy="188"/>
                  </a:xfrm>
                  <a:prstGeom prst="line">
                    <a:avLst/>
                  </a:prstGeom>
                  <a:ln w="14288" cap="flat" cmpd="sng">
                    <a:solidFill>
                      <a:srgbClr val="000000"/>
                    </a:solidFill>
                    <a:prstDash val="solid"/>
                    <a:headEnd type="none" w="med" len="med"/>
                    <a:tailEnd type="none" w="med" len="med"/>
                  </a:ln>
                </p:spPr>
              </p:sp>
              <p:sp>
                <p:nvSpPr>
                  <p:cNvPr id="71783" name="Line 82"/>
                  <p:cNvSpPr/>
                  <p:nvPr/>
                </p:nvSpPr>
                <p:spPr>
                  <a:xfrm>
                    <a:off x="4919" y="1237"/>
                    <a:ext cx="149" cy="1"/>
                  </a:xfrm>
                  <a:prstGeom prst="line">
                    <a:avLst/>
                  </a:prstGeom>
                  <a:ln w="14288" cap="flat" cmpd="sng">
                    <a:solidFill>
                      <a:srgbClr val="000000"/>
                    </a:solidFill>
                    <a:prstDash val="solid"/>
                    <a:headEnd type="none" w="med" len="med"/>
                    <a:tailEnd type="none" w="med" len="med"/>
                  </a:ln>
                </p:spPr>
              </p:sp>
            </p:grpSp>
          </p:grpSp>
          <p:sp>
            <p:nvSpPr>
              <p:cNvPr id="71776" name="Line 83"/>
              <p:cNvSpPr/>
              <p:nvPr/>
            </p:nvSpPr>
            <p:spPr>
              <a:xfrm flipH="1">
                <a:off x="944" y="1168"/>
                <a:ext cx="149" cy="1"/>
              </a:xfrm>
              <a:prstGeom prst="line">
                <a:avLst/>
              </a:prstGeom>
              <a:ln w="14288" cap="flat" cmpd="sng">
                <a:solidFill>
                  <a:srgbClr val="000000"/>
                </a:solidFill>
                <a:prstDash val="solid"/>
                <a:headEnd type="none" w="med" len="med"/>
                <a:tailEnd type="none" w="med" len="med"/>
              </a:ln>
            </p:spPr>
          </p:sp>
          <p:sp>
            <p:nvSpPr>
              <p:cNvPr id="71777" name="Line 84"/>
              <p:cNvSpPr/>
              <p:nvPr/>
            </p:nvSpPr>
            <p:spPr>
              <a:xfrm>
                <a:off x="961" y="1439"/>
                <a:ext cx="4543" cy="1"/>
              </a:xfrm>
              <a:prstGeom prst="line">
                <a:avLst/>
              </a:prstGeom>
              <a:ln w="14288" cap="flat" cmpd="sng">
                <a:solidFill>
                  <a:srgbClr val="000000"/>
                </a:solidFill>
                <a:prstDash val="solid"/>
                <a:headEnd type="none" w="med" len="med"/>
                <a:tailEnd type="none" w="med" len="med"/>
              </a:ln>
            </p:spPr>
          </p:sp>
        </p:grpSp>
        <p:grpSp>
          <p:nvGrpSpPr>
            <p:cNvPr id="71762" name="Group 85"/>
            <p:cNvGrpSpPr/>
            <p:nvPr/>
          </p:nvGrpSpPr>
          <p:grpSpPr>
            <a:xfrm>
              <a:off x="1006" y="1924"/>
              <a:ext cx="4488" cy="204"/>
              <a:chOff x="1006" y="1924"/>
              <a:chExt cx="4488" cy="204"/>
            </a:xfrm>
          </p:grpSpPr>
          <p:grpSp>
            <p:nvGrpSpPr>
              <p:cNvPr id="71763" name="Group 86"/>
              <p:cNvGrpSpPr/>
              <p:nvPr/>
            </p:nvGrpSpPr>
            <p:grpSpPr>
              <a:xfrm>
                <a:off x="1006" y="1924"/>
                <a:ext cx="375" cy="190"/>
                <a:chOff x="1006" y="1924"/>
                <a:chExt cx="375" cy="190"/>
              </a:xfrm>
            </p:grpSpPr>
            <p:sp>
              <p:nvSpPr>
                <p:cNvPr id="71771" name="Line 87"/>
                <p:cNvSpPr/>
                <p:nvPr/>
              </p:nvSpPr>
              <p:spPr>
                <a:xfrm>
                  <a:off x="1006" y="1924"/>
                  <a:ext cx="148" cy="1"/>
                </a:xfrm>
                <a:prstGeom prst="line">
                  <a:avLst/>
                </a:prstGeom>
                <a:ln w="14288" cap="flat" cmpd="sng">
                  <a:solidFill>
                    <a:srgbClr val="000000"/>
                  </a:solidFill>
                  <a:prstDash val="solid"/>
                  <a:headEnd type="none" w="med" len="med"/>
                  <a:tailEnd type="none" w="med" len="med"/>
                </a:ln>
              </p:spPr>
            </p:sp>
            <p:sp>
              <p:nvSpPr>
                <p:cNvPr id="71772" name="Line 88"/>
                <p:cNvSpPr/>
                <p:nvPr/>
              </p:nvSpPr>
              <p:spPr>
                <a:xfrm>
                  <a:off x="1154" y="1924"/>
                  <a:ext cx="82" cy="189"/>
                </a:xfrm>
                <a:prstGeom prst="line">
                  <a:avLst/>
                </a:prstGeom>
                <a:ln w="14288" cap="flat" cmpd="sng">
                  <a:solidFill>
                    <a:srgbClr val="000000"/>
                  </a:solidFill>
                  <a:prstDash val="solid"/>
                  <a:headEnd type="none" w="med" len="med"/>
                  <a:tailEnd type="none" w="med" len="med"/>
                </a:ln>
              </p:spPr>
            </p:sp>
            <p:sp>
              <p:nvSpPr>
                <p:cNvPr id="71773" name="Line 89"/>
                <p:cNvSpPr/>
                <p:nvPr/>
              </p:nvSpPr>
              <p:spPr>
                <a:xfrm>
                  <a:off x="1233" y="2113"/>
                  <a:ext cx="148" cy="1"/>
                </a:xfrm>
                <a:prstGeom prst="line">
                  <a:avLst/>
                </a:prstGeom>
                <a:ln w="14288" cap="flat" cmpd="sng">
                  <a:solidFill>
                    <a:srgbClr val="000000"/>
                  </a:solidFill>
                  <a:prstDash val="solid"/>
                  <a:headEnd type="none" w="med" len="med"/>
                  <a:tailEnd type="none" w="med" len="med"/>
                </a:ln>
              </p:spPr>
            </p:sp>
          </p:grpSp>
          <p:grpSp>
            <p:nvGrpSpPr>
              <p:cNvPr id="71764" name="Group 90"/>
              <p:cNvGrpSpPr/>
              <p:nvPr/>
            </p:nvGrpSpPr>
            <p:grpSpPr>
              <a:xfrm>
                <a:off x="1381" y="1934"/>
                <a:ext cx="720" cy="192"/>
                <a:chOff x="1381" y="1934"/>
                <a:chExt cx="720" cy="192"/>
              </a:xfrm>
            </p:grpSpPr>
            <p:sp>
              <p:nvSpPr>
                <p:cNvPr id="71767" name="Line 91"/>
                <p:cNvSpPr/>
                <p:nvPr/>
              </p:nvSpPr>
              <p:spPr>
                <a:xfrm>
                  <a:off x="1451" y="1934"/>
                  <a:ext cx="149" cy="2"/>
                </a:xfrm>
                <a:prstGeom prst="line">
                  <a:avLst/>
                </a:prstGeom>
                <a:ln w="14288" cap="flat" cmpd="sng">
                  <a:solidFill>
                    <a:srgbClr val="000000"/>
                  </a:solidFill>
                  <a:prstDash val="solid"/>
                  <a:headEnd type="none" w="med" len="med"/>
                  <a:tailEnd type="none" w="med" len="med"/>
                </a:ln>
              </p:spPr>
            </p:sp>
            <p:sp>
              <p:nvSpPr>
                <p:cNvPr id="71768" name="Line 92"/>
                <p:cNvSpPr/>
                <p:nvPr/>
              </p:nvSpPr>
              <p:spPr>
                <a:xfrm flipH="1">
                  <a:off x="1381" y="1934"/>
                  <a:ext cx="70" cy="188"/>
                </a:xfrm>
                <a:prstGeom prst="line">
                  <a:avLst/>
                </a:prstGeom>
                <a:ln w="14288" cap="flat" cmpd="sng">
                  <a:solidFill>
                    <a:srgbClr val="000000"/>
                  </a:solidFill>
                  <a:prstDash val="solid"/>
                  <a:headEnd type="none" w="med" len="med"/>
                  <a:tailEnd type="none" w="med" len="med"/>
                </a:ln>
              </p:spPr>
            </p:sp>
            <p:sp>
              <p:nvSpPr>
                <p:cNvPr id="71769" name="Line 93"/>
                <p:cNvSpPr/>
                <p:nvPr/>
              </p:nvSpPr>
              <p:spPr>
                <a:xfrm>
                  <a:off x="1600" y="1934"/>
                  <a:ext cx="81" cy="188"/>
                </a:xfrm>
                <a:prstGeom prst="line">
                  <a:avLst/>
                </a:prstGeom>
                <a:ln w="14288" cap="flat" cmpd="sng">
                  <a:solidFill>
                    <a:srgbClr val="000000"/>
                  </a:solidFill>
                  <a:prstDash val="solid"/>
                  <a:headEnd type="none" w="med" len="med"/>
                  <a:tailEnd type="none" w="med" len="med"/>
                </a:ln>
              </p:spPr>
            </p:sp>
            <p:sp>
              <p:nvSpPr>
                <p:cNvPr id="71770" name="Line 94"/>
                <p:cNvSpPr/>
                <p:nvPr/>
              </p:nvSpPr>
              <p:spPr>
                <a:xfrm>
                  <a:off x="1678" y="2122"/>
                  <a:ext cx="423" cy="4"/>
                </a:xfrm>
                <a:prstGeom prst="line">
                  <a:avLst/>
                </a:prstGeom>
                <a:ln w="14288" cap="flat" cmpd="sng">
                  <a:solidFill>
                    <a:srgbClr val="000000"/>
                  </a:solidFill>
                  <a:prstDash val="solid"/>
                  <a:headEnd type="none" w="med" len="med"/>
                  <a:tailEnd type="none" w="med" len="med"/>
                </a:ln>
              </p:spPr>
            </p:sp>
          </p:grpSp>
          <p:sp>
            <p:nvSpPr>
              <p:cNvPr id="71765" name="Line 97"/>
              <p:cNvSpPr/>
              <p:nvPr/>
            </p:nvSpPr>
            <p:spPr>
              <a:xfrm flipH="1">
                <a:off x="2101" y="1940"/>
                <a:ext cx="69" cy="188"/>
              </a:xfrm>
              <a:prstGeom prst="line">
                <a:avLst/>
              </a:prstGeom>
              <a:ln w="14288" cap="flat" cmpd="sng">
                <a:solidFill>
                  <a:srgbClr val="000000"/>
                </a:solidFill>
                <a:prstDash val="solid"/>
                <a:headEnd type="none" w="med" len="med"/>
                <a:tailEnd type="none" w="med" len="med"/>
              </a:ln>
            </p:spPr>
          </p:sp>
          <p:sp>
            <p:nvSpPr>
              <p:cNvPr id="71766" name="Line 98"/>
              <p:cNvSpPr/>
              <p:nvPr/>
            </p:nvSpPr>
            <p:spPr>
              <a:xfrm>
                <a:off x="2157" y="1931"/>
                <a:ext cx="3337" cy="5"/>
              </a:xfrm>
              <a:prstGeom prst="line">
                <a:avLst/>
              </a:prstGeom>
              <a:ln w="14288" cap="flat" cmpd="sng">
                <a:solidFill>
                  <a:srgbClr val="000000"/>
                </a:solidFill>
                <a:prstDash val="solid"/>
                <a:headEnd type="none" w="med" len="med"/>
                <a:tailEnd type="none" w="med" len="med"/>
              </a:ln>
            </p:spPr>
          </p:sp>
        </p:grpSp>
      </p:grpSp>
      <p:sp>
        <p:nvSpPr>
          <p:cNvPr id="71687" name="Rectangle 99"/>
          <p:cNvSpPr/>
          <p:nvPr/>
        </p:nvSpPr>
        <p:spPr>
          <a:xfrm>
            <a:off x="631825" y="3338513"/>
            <a:ext cx="511175" cy="46990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1688" name="Rectangle 100"/>
          <p:cNvSpPr/>
          <p:nvPr/>
        </p:nvSpPr>
        <p:spPr>
          <a:xfrm>
            <a:off x="638175" y="3486150"/>
            <a:ext cx="6096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OUT0</a:t>
            </a:r>
            <a:endParaRPr lang="en-US" altLang="zh-CN" sz="1800" b="0" dirty="0">
              <a:solidFill>
                <a:schemeClr val="tx1"/>
              </a:solidFill>
              <a:latin typeface="Arial" panose="020B0604020202020204" pitchFamily="34" charset="0"/>
            </a:endParaRPr>
          </a:p>
        </p:txBody>
      </p:sp>
      <p:sp>
        <p:nvSpPr>
          <p:cNvPr id="71689" name="Rectangle 102"/>
          <p:cNvSpPr/>
          <p:nvPr/>
        </p:nvSpPr>
        <p:spPr>
          <a:xfrm>
            <a:off x="5530850" y="3416300"/>
            <a:ext cx="512763" cy="473075"/>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grpSp>
        <p:nvGrpSpPr>
          <p:cNvPr id="71690" name="Group 104"/>
          <p:cNvGrpSpPr/>
          <p:nvPr/>
        </p:nvGrpSpPr>
        <p:grpSpPr>
          <a:xfrm>
            <a:off x="6084888" y="3429000"/>
            <a:ext cx="346075" cy="298450"/>
            <a:chOff x="3577" y="2268"/>
            <a:chExt cx="218" cy="188"/>
          </a:xfrm>
        </p:grpSpPr>
        <p:sp>
          <p:nvSpPr>
            <p:cNvPr id="71747" name="Line 105"/>
            <p:cNvSpPr/>
            <p:nvPr/>
          </p:nvSpPr>
          <p:spPr>
            <a:xfrm>
              <a:off x="3647" y="2268"/>
              <a:ext cx="148" cy="1"/>
            </a:xfrm>
            <a:prstGeom prst="line">
              <a:avLst/>
            </a:prstGeom>
            <a:ln w="14288" cap="flat" cmpd="sng">
              <a:solidFill>
                <a:srgbClr val="000000"/>
              </a:solidFill>
              <a:prstDash val="solid"/>
              <a:headEnd type="none" w="med" len="med"/>
              <a:tailEnd type="none" w="med" len="med"/>
            </a:ln>
          </p:spPr>
        </p:sp>
        <p:sp>
          <p:nvSpPr>
            <p:cNvPr id="71748" name="Line 106"/>
            <p:cNvSpPr/>
            <p:nvPr/>
          </p:nvSpPr>
          <p:spPr>
            <a:xfrm flipH="1">
              <a:off x="3577" y="2268"/>
              <a:ext cx="70" cy="188"/>
            </a:xfrm>
            <a:prstGeom prst="line">
              <a:avLst/>
            </a:prstGeom>
            <a:ln w="14288" cap="flat" cmpd="sng">
              <a:solidFill>
                <a:srgbClr val="000000"/>
              </a:solidFill>
              <a:prstDash val="solid"/>
              <a:headEnd type="none" w="med" len="med"/>
              <a:tailEnd type="none" w="med" len="med"/>
            </a:ln>
          </p:spPr>
        </p:sp>
      </p:grpSp>
      <p:sp>
        <p:nvSpPr>
          <p:cNvPr id="71691" name="Rectangle 111"/>
          <p:cNvSpPr/>
          <p:nvPr/>
        </p:nvSpPr>
        <p:spPr>
          <a:xfrm>
            <a:off x="4767263" y="3249613"/>
            <a:ext cx="512762" cy="469900"/>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1692" name="Rectangle 112"/>
          <p:cNvSpPr/>
          <p:nvPr/>
        </p:nvSpPr>
        <p:spPr>
          <a:xfrm>
            <a:off x="5364163" y="3441700"/>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71693" name="Rectangle 113"/>
          <p:cNvSpPr/>
          <p:nvPr/>
        </p:nvSpPr>
        <p:spPr>
          <a:xfrm>
            <a:off x="4144963" y="3249613"/>
            <a:ext cx="511175" cy="469900"/>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1694" name="Rectangle 114"/>
          <p:cNvSpPr/>
          <p:nvPr/>
        </p:nvSpPr>
        <p:spPr>
          <a:xfrm>
            <a:off x="4660900" y="3429000"/>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71695" name="Rectangle 115"/>
          <p:cNvSpPr/>
          <p:nvPr/>
        </p:nvSpPr>
        <p:spPr>
          <a:xfrm>
            <a:off x="3378200" y="3267075"/>
            <a:ext cx="512763" cy="473075"/>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1696" name="Rectangle 116"/>
          <p:cNvSpPr/>
          <p:nvPr/>
        </p:nvSpPr>
        <p:spPr>
          <a:xfrm>
            <a:off x="3924300" y="3416300"/>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71697" name="Line 117"/>
          <p:cNvSpPr/>
          <p:nvPr/>
        </p:nvSpPr>
        <p:spPr>
          <a:xfrm>
            <a:off x="6372225" y="3429000"/>
            <a:ext cx="2016125" cy="0"/>
          </a:xfrm>
          <a:prstGeom prst="line">
            <a:avLst/>
          </a:prstGeom>
          <a:ln w="14288" cap="flat" cmpd="sng">
            <a:solidFill>
              <a:srgbClr val="000000"/>
            </a:solidFill>
            <a:prstDash val="solid"/>
            <a:headEnd type="none" w="med" len="med"/>
            <a:tailEnd type="none" w="med" len="med"/>
          </a:ln>
        </p:spPr>
      </p:sp>
      <p:sp>
        <p:nvSpPr>
          <p:cNvPr id="71698" name="Line 119"/>
          <p:cNvSpPr/>
          <p:nvPr/>
        </p:nvSpPr>
        <p:spPr>
          <a:xfrm flipH="1">
            <a:off x="4932363" y="4292600"/>
            <a:ext cx="611187" cy="0"/>
          </a:xfrm>
          <a:prstGeom prst="line">
            <a:avLst/>
          </a:prstGeom>
          <a:ln w="14288" cap="flat" cmpd="sng">
            <a:solidFill>
              <a:srgbClr val="0000FF"/>
            </a:solidFill>
            <a:prstDash val="solid"/>
            <a:headEnd type="none" w="med" len="med"/>
            <a:tailEnd type="none" w="med" len="med"/>
          </a:ln>
        </p:spPr>
      </p:sp>
      <p:sp>
        <p:nvSpPr>
          <p:cNvPr id="71699" name="Line 120"/>
          <p:cNvSpPr/>
          <p:nvPr/>
        </p:nvSpPr>
        <p:spPr>
          <a:xfrm rot="600000" flipV="1">
            <a:off x="5549900" y="4005263"/>
            <a:ext cx="71438" cy="287337"/>
          </a:xfrm>
          <a:prstGeom prst="line">
            <a:avLst/>
          </a:prstGeom>
          <a:ln w="14288" cap="flat" cmpd="sng">
            <a:solidFill>
              <a:srgbClr val="0000FF"/>
            </a:solidFill>
            <a:prstDash val="solid"/>
            <a:headEnd type="none" w="med" len="med"/>
            <a:tailEnd type="none" w="med" len="med"/>
          </a:ln>
        </p:spPr>
      </p:sp>
      <p:sp>
        <p:nvSpPr>
          <p:cNvPr id="71700" name="Line 121"/>
          <p:cNvSpPr/>
          <p:nvPr/>
        </p:nvSpPr>
        <p:spPr>
          <a:xfrm flipH="1" flipV="1">
            <a:off x="4787900" y="4005263"/>
            <a:ext cx="130175" cy="300037"/>
          </a:xfrm>
          <a:prstGeom prst="line">
            <a:avLst/>
          </a:prstGeom>
          <a:ln w="14288" cap="flat" cmpd="sng">
            <a:solidFill>
              <a:srgbClr val="0000FF"/>
            </a:solidFill>
            <a:prstDash val="solid"/>
            <a:headEnd type="none" w="med" len="med"/>
            <a:tailEnd type="none" w="med" len="med"/>
          </a:ln>
        </p:spPr>
      </p:sp>
      <p:sp>
        <p:nvSpPr>
          <p:cNvPr id="71701" name="Line 122"/>
          <p:cNvSpPr/>
          <p:nvPr/>
        </p:nvSpPr>
        <p:spPr>
          <a:xfrm>
            <a:off x="1403350" y="4005263"/>
            <a:ext cx="3384550" cy="0"/>
          </a:xfrm>
          <a:prstGeom prst="line">
            <a:avLst/>
          </a:prstGeom>
          <a:ln w="14288" cap="flat" cmpd="sng">
            <a:solidFill>
              <a:srgbClr val="0000FF"/>
            </a:solidFill>
            <a:prstDash val="solid"/>
            <a:headEnd type="none" w="med" len="med"/>
            <a:tailEnd type="none" w="med" len="med"/>
          </a:ln>
        </p:spPr>
      </p:sp>
      <p:sp>
        <p:nvSpPr>
          <p:cNvPr id="71702" name="Line 123"/>
          <p:cNvSpPr/>
          <p:nvPr/>
        </p:nvSpPr>
        <p:spPr>
          <a:xfrm flipV="1">
            <a:off x="5646738" y="4005263"/>
            <a:ext cx="2741612" cy="9525"/>
          </a:xfrm>
          <a:prstGeom prst="line">
            <a:avLst/>
          </a:prstGeom>
          <a:ln w="14288" cap="flat" cmpd="sng">
            <a:solidFill>
              <a:srgbClr val="0000FF"/>
            </a:solidFill>
            <a:prstDash val="solid"/>
            <a:headEnd type="none" w="med" len="med"/>
            <a:tailEnd type="none" w="med" len="med"/>
          </a:ln>
        </p:spPr>
      </p:sp>
      <p:sp>
        <p:nvSpPr>
          <p:cNvPr id="71703" name="Rectangle 124"/>
          <p:cNvSpPr/>
          <p:nvPr/>
        </p:nvSpPr>
        <p:spPr>
          <a:xfrm>
            <a:off x="544513" y="3827463"/>
            <a:ext cx="598487" cy="46990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1704" name="Rectangle 125"/>
          <p:cNvSpPr/>
          <p:nvPr/>
        </p:nvSpPr>
        <p:spPr>
          <a:xfrm>
            <a:off x="554038" y="3973513"/>
            <a:ext cx="622300"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71705" name="Rectangle 127"/>
          <p:cNvSpPr/>
          <p:nvPr/>
        </p:nvSpPr>
        <p:spPr>
          <a:xfrm>
            <a:off x="4187825" y="4546600"/>
            <a:ext cx="511175" cy="469900"/>
          </a:xfrm>
          <a:prstGeom prst="rect">
            <a:avLst/>
          </a:prstGeom>
          <a:solidFill>
            <a:srgbClr val="FFFFFF"/>
          </a:solidFill>
          <a:ln w="14288">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1706" name="Rectangle 128"/>
          <p:cNvSpPr/>
          <p:nvPr/>
        </p:nvSpPr>
        <p:spPr>
          <a:xfrm>
            <a:off x="4660900" y="4692650"/>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2</a:t>
            </a:r>
            <a:endParaRPr lang="en-US" altLang="zh-CN" sz="1800" b="0" dirty="0">
              <a:solidFill>
                <a:srgbClr val="0000FF"/>
              </a:solidFill>
              <a:latin typeface="Arial" panose="020B0604020202020204" pitchFamily="34" charset="0"/>
            </a:endParaRPr>
          </a:p>
        </p:txBody>
      </p:sp>
      <p:sp>
        <p:nvSpPr>
          <p:cNvPr id="71707" name="Rectangle 129"/>
          <p:cNvSpPr/>
          <p:nvPr/>
        </p:nvSpPr>
        <p:spPr>
          <a:xfrm>
            <a:off x="5518150" y="4506913"/>
            <a:ext cx="512763" cy="469900"/>
          </a:xfrm>
          <a:prstGeom prst="rect">
            <a:avLst/>
          </a:prstGeom>
          <a:solidFill>
            <a:srgbClr val="FFFFFF"/>
          </a:solidFill>
          <a:ln w="14288">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1708" name="Rectangle 130"/>
          <p:cNvSpPr/>
          <p:nvPr/>
        </p:nvSpPr>
        <p:spPr>
          <a:xfrm>
            <a:off x="6100763" y="4667250"/>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1</a:t>
            </a:r>
            <a:endParaRPr lang="en-US" altLang="zh-CN" sz="1800" b="0" dirty="0">
              <a:solidFill>
                <a:srgbClr val="0000FF"/>
              </a:solidFill>
              <a:latin typeface="Arial" panose="020B0604020202020204" pitchFamily="34" charset="0"/>
            </a:endParaRPr>
          </a:p>
        </p:txBody>
      </p:sp>
      <p:sp>
        <p:nvSpPr>
          <p:cNvPr id="71709" name="Rectangle 132"/>
          <p:cNvSpPr/>
          <p:nvPr/>
        </p:nvSpPr>
        <p:spPr>
          <a:xfrm>
            <a:off x="5381625" y="4692650"/>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2</a:t>
            </a:r>
            <a:endParaRPr lang="en-US" altLang="zh-CN" sz="1800" b="0" dirty="0">
              <a:solidFill>
                <a:srgbClr val="0000FF"/>
              </a:solidFill>
              <a:latin typeface="Arial" panose="020B0604020202020204" pitchFamily="34" charset="0"/>
            </a:endParaRPr>
          </a:p>
        </p:txBody>
      </p:sp>
      <p:sp>
        <p:nvSpPr>
          <p:cNvPr id="71710" name="Rectangle 133"/>
          <p:cNvSpPr/>
          <p:nvPr/>
        </p:nvSpPr>
        <p:spPr>
          <a:xfrm>
            <a:off x="3490913" y="4524375"/>
            <a:ext cx="285750" cy="474663"/>
          </a:xfrm>
          <a:prstGeom prst="rect">
            <a:avLst/>
          </a:prstGeom>
          <a:solidFill>
            <a:srgbClr val="FFFFFF"/>
          </a:solidFill>
          <a:ln w="14288">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1711" name="Rectangle 134"/>
          <p:cNvSpPr/>
          <p:nvPr/>
        </p:nvSpPr>
        <p:spPr>
          <a:xfrm>
            <a:off x="3940175" y="4675188"/>
            <a:ext cx="127000"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3</a:t>
            </a:r>
            <a:endParaRPr lang="en-US" altLang="zh-CN" sz="1800" b="0" dirty="0">
              <a:solidFill>
                <a:srgbClr val="0000FF"/>
              </a:solidFill>
              <a:latin typeface="Arial" panose="020B0604020202020204" pitchFamily="34" charset="0"/>
            </a:endParaRPr>
          </a:p>
        </p:txBody>
      </p:sp>
      <p:sp>
        <p:nvSpPr>
          <p:cNvPr id="71712" name="Rectangle 136"/>
          <p:cNvSpPr/>
          <p:nvPr/>
        </p:nvSpPr>
        <p:spPr>
          <a:xfrm>
            <a:off x="6821488" y="4365625"/>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0</a:t>
            </a:r>
            <a:endParaRPr lang="en-US" altLang="zh-CN" sz="1800" b="0" dirty="0">
              <a:solidFill>
                <a:srgbClr val="0000FF"/>
              </a:solidFill>
              <a:latin typeface="Arial" panose="020B0604020202020204" pitchFamily="34" charset="0"/>
            </a:endParaRPr>
          </a:p>
        </p:txBody>
      </p:sp>
      <p:sp>
        <p:nvSpPr>
          <p:cNvPr id="71713" name="Rectangle 137"/>
          <p:cNvSpPr/>
          <p:nvPr/>
        </p:nvSpPr>
        <p:spPr>
          <a:xfrm>
            <a:off x="644525" y="4537075"/>
            <a:ext cx="668338" cy="46990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1714" name="Rectangle 138"/>
          <p:cNvSpPr/>
          <p:nvPr/>
        </p:nvSpPr>
        <p:spPr>
          <a:xfrm>
            <a:off x="654050" y="4683125"/>
            <a:ext cx="6096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OUT0</a:t>
            </a:r>
            <a:endParaRPr lang="en-US" altLang="zh-CN" sz="1800" b="0" dirty="0">
              <a:solidFill>
                <a:schemeClr val="tx1"/>
              </a:solidFill>
              <a:latin typeface="Arial" panose="020B0604020202020204" pitchFamily="34" charset="0"/>
            </a:endParaRPr>
          </a:p>
        </p:txBody>
      </p:sp>
      <p:grpSp>
        <p:nvGrpSpPr>
          <p:cNvPr id="71715" name="Group 141"/>
          <p:cNvGrpSpPr/>
          <p:nvPr/>
        </p:nvGrpSpPr>
        <p:grpSpPr>
          <a:xfrm>
            <a:off x="6804025" y="4713288"/>
            <a:ext cx="349250" cy="300037"/>
            <a:chOff x="4468" y="3051"/>
            <a:chExt cx="220" cy="189"/>
          </a:xfrm>
        </p:grpSpPr>
        <p:sp>
          <p:nvSpPr>
            <p:cNvPr id="71745" name="Line 142"/>
            <p:cNvSpPr/>
            <p:nvPr/>
          </p:nvSpPr>
          <p:spPr>
            <a:xfrm>
              <a:off x="4539" y="3058"/>
              <a:ext cx="149" cy="1"/>
            </a:xfrm>
            <a:prstGeom prst="line">
              <a:avLst/>
            </a:prstGeom>
            <a:ln w="14288" cap="flat" cmpd="sng">
              <a:solidFill>
                <a:srgbClr val="0000FF"/>
              </a:solidFill>
              <a:prstDash val="solid"/>
              <a:headEnd type="none" w="med" len="med"/>
              <a:tailEnd type="none" w="med" len="med"/>
            </a:ln>
          </p:spPr>
        </p:sp>
        <p:sp>
          <p:nvSpPr>
            <p:cNvPr id="71746" name="Line 143"/>
            <p:cNvSpPr/>
            <p:nvPr/>
          </p:nvSpPr>
          <p:spPr>
            <a:xfrm flipH="1">
              <a:off x="4468" y="3051"/>
              <a:ext cx="70" cy="189"/>
            </a:xfrm>
            <a:prstGeom prst="line">
              <a:avLst/>
            </a:prstGeom>
            <a:ln w="14288" cap="flat" cmpd="sng">
              <a:solidFill>
                <a:srgbClr val="0000FF"/>
              </a:solidFill>
              <a:prstDash val="solid"/>
              <a:headEnd type="none" w="med" len="med"/>
              <a:tailEnd type="none" w="med" len="med"/>
            </a:ln>
          </p:spPr>
        </p:sp>
      </p:grpSp>
      <p:grpSp>
        <p:nvGrpSpPr>
          <p:cNvPr id="71716" name="Group 153"/>
          <p:cNvGrpSpPr/>
          <p:nvPr/>
        </p:nvGrpSpPr>
        <p:grpSpPr>
          <a:xfrm>
            <a:off x="1697038" y="4719638"/>
            <a:ext cx="130175" cy="279400"/>
            <a:chOff x="1348" y="3064"/>
            <a:chExt cx="82" cy="176"/>
          </a:xfrm>
        </p:grpSpPr>
        <p:sp>
          <p:nvSpPr>
            <p:cNvPr id="71742" name="Freeform 154"/>
            <p:cNvSpPr/>
            <p:nvPr/>
          </p:nvSpPr>
          <p:spPr>
            <a:xfrm>
              <a:off x="1348" y="3064"/>
              <a:ext cx="26" cy="51"/>
            </a:xfrm>
            <a:custGeom>
              <a:avLst/>
              <a:gdLst/>
              <a:ahLst/>
              <a:cxnLst>
                <a:cxn ang="0">
                  <a:pos x="9" y="4"/>
                </a:cxn>
                <a:cxn ang="0">
                  <a:pos x="6" y="2"/>
                </a:cxn>
                <a:cxn ang="0">
                  <a:pos x="5" y="0"/>
                </a:cxn>
                <a:cxn ang="0">
                  <a:pos x="3" y="2"/>
                </a:cxn>
                <a:cxn ang="0">
                  <a:pos x="2" y="4"/>
                </a:cxn>
                <a:cxn ang="0">
                  <a:pos x="0" y="6"/>
                </a:cxn>
                <a:cxn ang="0">
                  <a:pos x="2" y="9"/>
                </a:cxn>
                <a:cxn ang="0">
                  <a:pos x="19" y="47"/>
                </a:cxn>
                <a:cxn ang="0">
                  <a:pos x="20" y="49"/>
                </a:cxn>
                <a:cxn ang="0">
                  <a:pos x="22" y="51"/>
                </a:cxn>
                <a:cxn ang="0">
                  <a:pos x="23" y="51"/>
                </a:cxn>
                <a:cxn ang="0">
                  <a:pos x="25" y="49"/>
                </a:cxn>
                <a:cxn ang="0">
                  <a:pos x="26" y="47"/>
                </a:cxn>
                <a:cxn ang="0">
                  <a:pos x="26" y="45"/>
                </a:cxn>
                <a:cxn ang="0">
                  <a:pos x="26" y="43"/>
                </a:cxn>
                <a:cxn ang="0">
                  <a:pos x="26" y="42"/>
                </a:cxn>
                <a:cxn ang="0">
                  <a:pos x="9" y="4"/>
                </a:cxn>
              </a:cxnLst>
              <a:pathLst>
                <a:path w="26" h="51">
                  <a:moveTo>
                    <a:pt x="9" y="4"/>
                  </a:moveTo>
                  <a:lnTo>
                    <a:pt x="6" y="2"/>
                  </a:lnTo>
                  <a:lnTo>
                    <a:pt x="5" y="0"/>
                  </a:lnTo>
                  <a:lnTo>
                    <a:pt x="3" y="2"/>
                  </a:lnTo>
                  <a:lnTo>
                    <a:pt x="2" y="4"/>
                  </a:lnTo>
                  <a:lnTo>
                    <a:pt x="0" y="6"/>
                  </a:lnTo>
                  <a:lnTo>
                    <a:pt x="2" y="9"/>
                  </a:lnTo>
                  <a:lnTo>
                    <a:pt x="19" y="47"/>
                  </a:lnTo>
                  <a:lnTo>
                    <a:pt x="20" y="49"/>
                  </a:lnTo>
                  <a:lnTo>
                    <a:pt x="22" y="51"/>
                  </a:lnTo>
                  <a:lnTo>
                    <a:pt x="23" y="51"/>
                  </a:lnTo>
                  <a:lnTo>
                    <a:pt x="25" y="49"/>
                  </a:lnTo>
                  <a:lnTo>
                    <a:pt x="26" y="47"/>
                  </a:lnTo>
                  <a:lnTo>
                    <a:pt x="26" y="45"/>
                  </a:lnTo>
                  <a:lnTo>
                    <a:pt x="26" y="43"/>
                  </a:lnTo>
                  <a:lnTo>
                    <a:pt x="26" y="42"/>
                  </a:lnTo>
                  <a:lnTo>
                    <a:pt x="9" y="4"/>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71743" name="Freeform 155"/>
            <p:cNvSpPr/>
            <p:nvPr/>
          </p:nvSpPr>
          <p:spPr>
            <a:xfrm>
              <a:off x="1378" y="3132"/>
              <a:ext cx="26" cy="51"/>
            </a:xfrm>
            <a:custGeom>
              <a:avLst/>
              <a:gdLst/>
              <a:ahLst/>
              <a:cxnLst>
                <a:cxn ang="0">
                  <a:pos x="9" y="4"/>
                </a:cxn>
                <a:cxn ang="0">
                  <a:pos x="7" y="2"/>
                </a:cxn>
                <a:cxn ang="0">
                  <a:pos x="6" y="0"/>
                </a:cxn>
                <a:cxn ang="0">
                  <a:pos x="5" y="0"/>
                </a:cxn>
                <a:cxn ang="0">
                  <a:pos x="3" y="2"/>
                </a:cxn>
                <a:cxn ang="0">
                  <a:pos x="2" y="4"/>
                </a:cxn>
                <a:cxn ang="0">
                  <a:pos x="0" y="6"/>
                </a:cxn>
                <a:cxn ang="0">
                  <a:pos x="0" y="8"/>
                </a:cxn>
                <a:cxn ang="0">
                  <a:pos x="2" y="9"/>
                </a:cxn>
                <a:cxn ang="0">
                  <a:pos x="19" y="47"/>
                </a:cxn>
                <a:cxn ang="0">
                  <a:pos x="20" y="49"/>
                </a:cxn>
                <a:cxn ang="0">
                  <a:pos x="22" y="51"/>
                </a:cxn>
                <a:cxn ang="0">
                  <a:pos x="23" y="51"/>
                </a:cxn>
                <a:cxn ang="0">
                  <a:pos x="25" y="49"/>
                </a:cxn>
                <a:cxn ang="0">
                  <a:pos x="26" y="47"/>
                </a:cxn>
                <a:cxn ang="0">
                  <a:pos x="26" y="45"/>
                </a:cxn>
                <a:cxn ang="0">
                  <a:pos x="26" y="43"/>
                </a:cxn>
                <a:cxn ang="0">
                  <a:pos x="26" y="41"/>
                </a:cxn>
                <a:cxn ang="0">
                  <a:pos x="9" y="4"/>
                </a:cxn>
              </a:cxnLst>
              <a:pathLst>
                <a:path w="26" h="51">
                  <a:moveTo>
                    <a:pt x="9" y="4"/>
                  </a:moveTo>
                  <a:lnTo>
                    <a:pt x="7" y="2"/>
                  </a:lnTo>
                  <a:lnTo>
                    <a:pt x="6" y="0"/>
                  </a:lnTo>
                  <a:lnTo>
                    <a:pt x="5" y="0"/>
                  </a:lnTo>
                  <a:lnTo>
                    <a:pt x="3" y="2"/>
                  </a:lnTo>
                  <a:lnTo>
                    <a:pt x="2" y="4"/>
                  </a:lnTo>
                  <a:lnTo>
                    <a:pt x="0" y="6"/>
                  </a:lnTo>
                  <a:lnTo>
                    <a:pt x="0" y="8"/>
                  </a:lnTo>
                  <a:lnTo>
                    <a:pt x="2" y="9"/>
                  </a:lnTo>
                  <a:lnTo>
                    <a:pt x="19" y="47"/>
                  </a:lnTo>
                  <a:lnTo>
                    <a:pt x="20" y="49"/>
                  </a:lnTo>
                  <a:lnTo>
                    <a:pt x="22" y="51"/>
                  </a:lnTo>
                  <a:lnTo>
                    <a:pt x="23" y="51"/>
                  </a:lnTo>
                  <a:lnTo>
                    <a:pt x="25" y="49"/>
                  </a:lnTo>
                  <a:lnTo>
                    <a:pt x="26" y="47"/>
                  </a:lnTo>
                  <a:lnTo>
                    <a:pt x="26" y="45"/>
                  </a:lnTo>
                  <a:lnTo>
                    <a:pt x="26" y="43"/>
                  </a:lnTo>
                  <a:lnTo>
                    <a:pt x="26" y="41"/>
                  </a:lnTo>
                  <a:lnTo>
                    <a:pt x="9" y="4"/>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71744" name="Freeform 156"/>
            <p:cNvSpPr/>
            <p:nvPr/>
          </p:nvSpPr>
          <p:spPr>
            <a:xfrm>
              <a:off x="1408" y="3200"/>
              <a:ext cx="22" cy="40"/>
            </a:xfrm>
            <a:custGeom>
              <a:avLst/>
              <a:gdLst/>
              <a:ahLst/>
              <a:cxnLst>
                <a:cxn ang="0">
                  <a:pos x="9" y="4"/>
                </a:cxn>
                <a:cxn ang="0">
                  <a:pos x="7" y="2"/>
                </a:cxn>
                <a:cxn ang="0">
                  <a:pos x="6" y="0"/>
                </a:cxn>
                <a:cxn ang="0">
                  <a:pos x="5" y="0"/>
                </a:cxn>
                <a:cxn ang="0">
                  <a:pos x="3" y="2"/>
                </a:cxn>
                <a:cxn ang="0">
                  <a:pos x="2" y="4"/>
                </a:cxn>
                <a:cxn ang="0">
                  <a:pos x="0" y="6"/>
                </a:cxn>
                <a:cxn ang="0">
                  <a:pos x="0" y="7"/>
                </a:cxn>
                <a:cxn ang="0">
                  <a:pos x="2" y="9"/>
                </a:cxn>
                <a:cxn ang="0">
                  <a:pos x="15" y="38"/>
                </a:cxn>
                <a:cxn ang="0">
                  <a:pos x="16" y="38"/>
                </a:cxn>
                <a:cxn ang="0">
                  <a:pos x="17" y="40"/>
                </a:cxn>
                <a:cxn ang="0">
                  <a:pos x="19" y="38"/>
                </a:cxn>
                <a:cxn ang="0">
                  <a:pos x="20" y="36"/>
                </a:cxn>
                <a:cxn ang="0">
                  <a:pos x="22" y="34"/>
                </a:cxn>
                <a:cxn ang="0">
                  <a:pos x="22" y="32"/>
                </a:cxn>
                <a:cxn ang="0">
                  <a:pos x="9" y="4"/>
                </a:cxn>
              </a:cxnLst>
              <a:pathLst>
                <a:path w="22" h="40">
                  <a:moveTo>
                    <a:pt x="9" y="4"/>
                  </a:moveTo>
                  <a:lnTo>
                    <a:pt x="7" y="2"/>
                  </a:lnTo>
                  <a:lnTo>
                    <a:pt x="6" y="0"/>
                  </a:lnTo>
                  <a:lnTo>
                    <a:pt x="5" y="0"/>
                  </a:lnTo>
                  <a:lnTo>
                    <a:pt x="3" y="2"/>
                  </a:lnTo>
                  <a:lnTo>
                    <a:pt x="2" y="4"/>
                  </a:lnTo>
                  <a:lnTo>
                    <a:pt x="0" y="6"/>
                  </a:lnTo>
                  <a:lnTo>
                    <a:pt x="0" y="7"/>
                  </a:lnTo>
                  <a:lnTo>
                    <a:pt x="2" y="9"/>
                  </a:lnTo>
                  <a:lnTo>
                    <a:pt x="15" y="38"/>
                  </a:lnTo>
                  <a:lnTo>
                    <a:pt x="16" y="38"/>
                  </a:lnTo>
                  <a:lnTo>
                    <a:pt x="17" y="40"/>
                  </a:lnTo>
                  <a:lnTo>
                    <a:pt x="19" y="38"/>
                  </a:lnTo>
                  <a:lnTo>
                    <a:pt x="20" y="36"/>
                  </a:lnTo>
                  <a:lnTo>
                    <a:pt x="22" y="34"/>
                  </a:lnTo>
                  <a:lnTo>
                    <a:pt x="22" y="32"/>
                  </a:lnTo>
                  <a:lnTo>
                    <a:pt x="9" y="4"/>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grpSp>
      <p:sp>
        <p:nvSpPr>
          <p:cNvPr id="71717" name="Line 157"/>
          <p:cNvSpPr/>
          <p:nvPr/>
        </p:nvSpPr>
        <p:spPr>
          <a:xfrm>
            <a:off x="1357313" y="5013325"/>
            <a:ext cx="5446712" cy="0"/>
          </a:xfrm>
          <a:prstGeom prst="line">
            <a:avLst/>
          </a:prstGeom>
          <a:ln w="14288" cap="flat" cmpd="sng">
            <a:solidFill>
              <a:srgbClr val="0000FF"/>
            </a:solidFill>
            <a:prstDash val="solid"/>
            <a:headEnd type="none" w="med" len="med"/>
            <a:tailEnd type="none" w="med" len="med"/>
          </a:ln>
        </p:spPr>
      </p:sp>
      <p:sp>
        <p:nvSpPr>
          <p:cNvPr id="71718" name="Line 160"/>
          <p:cNvSpPr/>
          <p:nvPr/>
        </p:nvSpPr>
        <p:spPr>
          <a:xfrm flipV="1">
            <a:off x="7019925" y="4724400"/>
            <a:ext cx="1081088" cy="0"/>
          </a:xfrm>
          <a:prstGeom prst="line">
            <a:avLst/>
          </a:prstGeom>
          <a:ln w="14288" cap="flat" cmpd="sng">
            <a:solidFill>
              <a:srgbClr val="0000FF"/>
            </a:solidFill>
            <a:prstDash val="solid"/>
            <a:headEnd type="none" w="med" len="med"/>
            <a:tailEnd type="none" w="med" len="med"/>
          </a:ln>
        </p:spPr>
      </p:sp>
      <p:sp>
        <p:nvSpPr>
          <p:cNvPr id="71719" name="Line 166"/>
          <p:cNvSpPr/>
          <p:nvPr/>
        </p:nvSpPr>
        <p:spPr>
          <a:xfrm>
            <a:off x="758825" y="2757488"/>
            <a:ext cx="266700" cy="1587"/>
          </a:xfrm>
          <a:prstGeom prst="line">
            <a:avLst/>
          </a:prstGeom>
          <a:ln w="14288" cap="flat" cmpd="sng">
            <a:solidFill>
              <a:srgbClr val="000000"/>
            </a:solidFill>
            <a:prstDash val="solid"/>
            <a:headEnd type="none" w="med" len="med"/>
            <a:tailEnd type="none" w="med" len="med"/>
          </a:ln>
        </p:spPr>
      </p:sp>
      <p:sp>
        <p:nvSpPr>
          <p:cNvPr id="71720" name="Line 170"/>
          <p:cNvSpPr/>
          <p:nvPr/>
        </p:nvSpPr>
        <p:spPr>
          <a:xfrm>
            <a:off x="3924300" y="1557338"/>
            <a:ext cx="71438" cy="1800225"/>
          </a:xfrm>
          <a:prstGeom prst="line">
            <a:avLst/>
          </a:prstGeom>
          <a:ln w="9525" cap="flat" cmpd="sng">
            <a:solidFill>
              <a:srgbClr val="FF00FF"/>
            </a:solidFill>
            <a:prstDash val="solid"/>
            <a:headEnd type="none" w="med" len="med"/>
            <a:tailEnd type="triangle" w="med" len="med"/>
          </a:ln>
        </p:spPr>
      </p:sp>
      <p:sp>
        <p:nvSpPr>
          <p:cNvPr id="71721" name="Line 173"/>
          <p:cNvSpPr/>
          <p:nvPr/>
        </p:nvSpPr>
        <p:spPr>
          <a:xfrm>
            <a:off x="1879600" y="3716338"/>
            <a:ext cx="4205288" cy="0"/>
          </a:xfrm>
          <a:prstGeom prst="line">
            <a:avLst/>
          </a:prstGeom>
          <a:ln w="9525" cap="flat" cmpd="sng">
            <a:solidFill>
              <a:schemeClr val="tx1"/>
            </a:solidFill>
            <a:prstDash val="solid"/>
            <a:headEnd type="none" w="med" len="med"/>
            <a:tailEnd type="none" w="med" len="med"/>
          </a:ln>
        </p:spPr>
      </p:sp>
      <p:sp>
        <p:nvSpPr>
          <p:cNvPr id="71722" name="Line 174"/>
          <p:cNvSpPr/>
          <p:nvPr/>
        </p:nvSpPr>
        <p:spPr>
          <a:xfrm flipH="1" flipV="1">
            <a:off x="1735138" y="3500438"/>
            <a:ext cx="144462" cy="215900"/>
          </a:xfrm>
          <a:prstGeom prst="line">
            <a:avLst/>
          </a:prstGeom>
          <a:ln w="9525" cap="flat" cmpd="sng">
            <a:solidFill>
              <a:schemeClr val="tx1"/>
            </a:solidFill>
            <a:prstDash val="solid"/>
            <a:headEnd type="none" w="med" len="med"/>
            <a:tailEnd type="none" w="med" len="med"/>
          </a:ln>
        </p:spPr>
      </p:sp>
      <p:sp>
        <p:nvSpPr>
          <p:cNvPr id="71723" name="Line 175"/>
          <p:cNvSpPr/>
          <p:nvPr/>
        </p:nvSpPr>
        <p:spPr>
          <a:xfrm flipH="1">
            <a:off x="1303338" y="3500438"/>
            <a:ext cx="431800" cy="0"/>
          </a:xfrm>
          <a:prstGeom prst="line">
            <a:avLst/>
          </a:prstGeom>
          <a:ln w="9525" cap="flat" cmpd="sng">
            <a:solidFill>
              <a:schemeClr val="tx1"/>
            </a:solidFill>
            <a:prstDash val="solid"/>
            <a:headEnd type="none" w="med" len="med"/>
            <a:tailEnd type="none" w="med" len="med"/>
          </a:ln>
        </p:spPr>
      </p:sp>
      <p:sp>
        <p:nvSpPr>
          <p:cNvPr id="71724" name="Arc 180"/>
          <p:cNvSpPr/>
          <p:nvPr/>
        </p:nvSpPr>
        <p:spPr>
          <a:xfrm flipV="1">
            <a:off x="1663700" y="3068638"/>
            <a:ext cx="287338" cy="531812"/>
          </a:xfrm>
          <a:custGeom>
            <a:avLst/>
            <a:gdLst/>
            <a:ahLst/>
            <a:cxnLst>
              <a:cxn ang="0">
                <a:pos x="2147483646" y="-5434278"/>
              </a:cxn>
              <a:cxn ang="0">
                <a:pos x="2147483646" y="2147483646"/>
              </a:cxn>
              <a:cxn ang="0">
                <a:pos x="2147483646" y="2147483646"/>
              </a:cxn>
              <a:cxn ang="0">
                <a:pos x="2147483646" y="-5434278"/>
              </a:cxn>
              <a:cxn ang="0">
                <a:pos x="2147483646" y="2147483646"/>
              </a:cxn>
              <a:cxn ang="0">
                <a:pos x="2147483646" y="2147483646"/>
              </a:cxn>
              <a:cxn ang="0">
                <a:pos x="0" y="2147483646"/>
              </a:cxn>
              <a:cxn ang="0">
                <a:pos x="2147483646" y="-5434278"/>
              </a:cxn>
            </a:cxnLst>
            <a:pathLst>
              <a:path w="21600" h="39946" fill="none">
                <a:moveTo>
                  <a:pt x="11292" y="-1"/>
                </a:moveTo>
                <a:cubicBezTo>
                  <a:pt x="17696" y="3927"/>
                  <a:pt x="21600" y="10900"/>
                  <a:pt x="21600" y="18413"/>
                </a:cubicBezTo>
                <a:cubicBezTo>
                  <a:pt x="21600" y="29684"/>
                  <a:pt x="12933" y="39060"/>
                  <a:pt x="1697" y="39946"/>
                </a:cubicBezTo>
              </a:path>
              <a:path w="21600" h="39946" stroke="0">
                <a:moveTo>
                  <a:pt x="11292" y="-1"/>
                </a:moveTo>
                <a:cubicBezTo>
                  <a:pt x="17696" y="3927"/>
                  <a:pt x="21600" y="10900"/>
                  <a:pt x="21600" y="18413"/>
                </a:cubicBezTo>
                <a:cubicBezTo>
                  <a:pt x="21600" y="29684"/>
                  <a:pt x="12933" y="39060"/>
                  <a:pt x="1697" y="39946"/>
                </a:cubicBezTo>
                <a:lnTo>
                  <a:pt x="0" y="18413"/>
                </a:lnTo>
                <a:lnTo>
                  <a:pt x="11292" y="-1"/>
                </a:lnTo>
                <a:close/>
              </a:path>
            </a:pathLst>
          </a:custGeom>
          <a:noFill/>
          <a:ln w="9525" cap="flat" cmpd="sng">
            <a:solidFill>
              <a:srgbClr val="FF00FF">
                <a:alpha val="100000"/>
              </a:srgbClr>
            </a:solidFill>
            <a:prstDash val="solid"/>
            <a:round/>
            <a:headEnd type="triangle" w="med" len="med"/>
            <a:tailEnd type="none" w="med" len="med"/>
          </a:ln>
        </p:spPr>
        <p:txBody>
          <a:bodyPr/>
          <a:p>
            <a:endParaRPr lang="zh-CN" altLang="en-US"/>
          </a:p>
        </p:txBody>
      </p:sp>
      <p:sp>
        <p:nvSpPr>
          <p:cNvPr id="71725" name="Arc 182"/>
          <p:cNvSpPr/>
          <p:nvPr/>
        </p:nvSpPr>
        <p:spPr>
          <a:xfrm rot="-10800000" flipV="1">
            <a:off x="2489200" y="1493838"/>
            <a:ext cx="863600" cy="1647825"/>
          </a:xfrm>
          <a:custGeom>
            <a:avLst/>
            <a:gdLst>
              <a:gd name="G1" fmla="val 0"/>
            </a:gdLst>
            <a:ahLst/>
            <a:cxnLst>
              <a:cxn ang="0">
                <a:pos x="2147483646" y="G1"/>
              </a:cxn>
              <a:cxn ang="0">
                <a:pos x="2147483646" y="2147483646"/>
              </a:cxn>
              <a:cxn ang="0">
                <a:pos x="2147483646" y="2147483646"/>
              </a:cxn>
              <a:cxn ang="0">
                <a:pos x="2147483646" y="G1"/>
              </a:cxn>
              <a:cxn ang="0">
                <a:pos x="2147483646" y="2147483646"/>
              </a:cxn>
              <a:cxn ang="0">
                <a:pos x="2147483646" y="2147483646"/>
              </a:cxn>
              <a:cxn ang="0">
                <a:pos x="0" y="2147483646"/>
              </a:cxn>
              <a:cxn ang="0">
                <a:pos x="2147483646" y="G1"/>
              </a:cxn>
            </a:cxnLst>
            <a:pathLst>
              <a:path w="21600" h="25963" fill="none">
                <a:moveTo>
                  <a:pt x="4130" y="-1"/>
                </a:moveTo>
                <a:cubicBezTo>
                  <a:pt x="14276" y="1976"/>
                  <a:pt x="21600" y="10864"/>
                  <a:pt x="21600" y="21201"/>
                </a:cubicBezTo>
                <a:cubicBezTo>
                  <a:pt x="21600" y="22803"/>
                  <a:pt x="21421" y="24400"/>
                  <a:pt x="21068" y="25962"/>
                </a:cubicBezTo>
              </a:path>
              <a:path w="21600" h="25963" stroke="0">
                <a:moveTo>
                  <a:pt x="4130" y="-1"/>
                </a:moveTo>
                <a:cubicBezTo>
                  <a:pt x="14276" y="1976"/>
                  <a:pt x="21600" y="10864"/>
                  <a:pt x="21600" y="21201"/>
                </a:cubicBezTo>
                <a:cubicBezTo>
                  <a:pt x="21600" y="22803"/>
                  <a:pt x="21421" y="24400"/>
                  <a:pt x="21068" y="25962"/>
                </a:cubicBezTo>
                <a:lnTo>
                  <a:pt x="0" y="21201"/>
                </a:lnTo>
                <a:lnTo>
                  <a:pt x="4130" y="-1"/>
                </a:lnTo>
                <a:close/>
              </a:path>
            </a:pathLst>
          </a:custGeom>
          <a:noFill/>
          <a:ln w="9525" cap="flat" cmpd="sng">
            <a:solidFill>
              <a:srgbClr val="FF00FF">
                <a:alpha val="100000"/>
              </a:srgbClr>
            </a:solidFill>
            <a:prstDash val="solid"/>
            <a:round/>
            <a:headEnd type="triangle" w="med" len="med"/>
            <a:tailEnd type="none" w="med" len="med"/>
          </a:ln>
        </p:spPr>
        <p:txBody>
          <a:bodyPr/>
          <a:p>
            <a:endParaRPr lang="zh-CN" altLang="en-US"/>
          </a:p>
        </p:txBody>
      </p:sp>
      <p:sp>
        <p:nvSpPr>
          <p:cNvPr id="71726" name="Line 183"/>
          <p:cNvSpPr/>
          <p:nvPr/>
        </p:nvSpPr>
        <p:spPr>
          <a:xfrm>
            <a:off x="3248025" y="1341438"/>
            <a:ext cx="0" cy="3744912"/>
          </a:xfrm>
          <a:prstGeom prst="line">
            <a:avLst/>
          </a:prstGeom>
          <a:ln w="9525" cap="flat" cmpd="sng">
            <a:solidFill>
              <a:schemeClr val="tx1"/>
            </a:solidFill>
            <a:prstDash val="dash"/>
            <a:headEnd type="none" w="med" len="med"/>
            <a:tailEnd type="none" w="med" len="med"/>
          </a:ln>
        </p:spPr>
      </p:sp>
      <p:sp>
        <p:nvSpPr>
          <p:cNvPr id="71727" name="Line 184"/>
          <p:cNvSpPr/>
          <p:nvPr/>
        </p:nvSpPr>
        <p:spPr>
          <a:xfrm>
            <a:off x="3895725" y="1341438"/>
            <a:ext cx="0" cy="3816350"/>
          </a:xfrm>
          <a:prstGeom prst="line">
            <a:avLst/>
          </a:prstGeom>
          <a:ln w="9525" cap="flat" cmpd="sng">
            <a:solidFill>
              <a:schemeClr val="tx1"/>
            </a:solidFill>
            <a:prstDash val="dash"/>
            <a:headEnd type="none" w="med" len="med"/>
            <a:tailEnd type="none" w="med" len="med"/>
          </a:ln>
        </p:spPr>
      </p:sp>
      <p:sp>
        <p:nvSpPr>
          <p:cNvPr id="71728" name="Line 185"/>
          <p:cNvSpPr/>
          <p:nvPr/>
        </p:nvSpPr>
        <p:spPr>
          <a:xfrm>
            <a:off x="4616450" y="1341438"/>
            <a:ext cx="0" cy="3816350"/>
          </a:xfrm>
          <a:prstGeom prst="line">
            <a:avLst/>
          </a:prstGeom>
          <a:ln w="9525" cap="flat" cmpd="sng">
            <a:solidFill>
              <a:schemeClr val="tx1"/>
            </a:solidFill>
            <a:prstDash val="dash"/>
            <a:headEnd type="none" w="med" len="med"/>
            <a:tailEnd type="none" w="med" len="med"/>
          </a:ln>
        </p:spPr>
      </p:sp>
      <p:sp>
        <p:nvSpPr>
          <p:cNvPr id="71729" name="Line 186"/>
          <p:cNvSpPr/>
          <p:nvPr/>
        </p:nvSpPr>
        <p:spPr>
          <a:xfrm>
            <a:off x="5335588" y="1341438"/>
            <a:ext cx="0" cy="3744912"/>
          </a:xfrm>
          <a:prstGeom prst="line">
            <a:avLst/>
          </a:prstGeom>
          <a:ln w="9525" cap="flat" cmpd="sng">
            <a:solidFill>
              <a:schemeClr val="tx1"/>
            </a:solidFill>
            <a:prstDash val="dash"/>
            <a:headEnd type="none" w="med" len="med"/>
            <a:tailEnd type="none" w="med" len="med"/>
          </a:ln>
        </p:spPr>
      </p:sp>
      <p:sp>
        <p:nvSpPr>
          <p:cNvPr id="71730" name="Rectangle 187"/>
          <p:cNvSpPr/>
          <p:nvPr/>
        </p:nvSpPr>
        <p:spPr>
          <a:xfrm>
            <a:off x="1951038" y="3213100"/>
            <a:ext cx="412750"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FF3300"/>
                </a:solidFill>
                <a:latin typeface="Arial" panose="020B0604020202020204" pitchFamily="34" charset="0"/>
              </a:rPr>
              <a:t>①</a:t>
            </a:r>
            <a:endParaRPr lang="en-US" altLang="zh-CN" sz="1800" b="0" dirty="0">
              <a:solidFill>
                <a:srgbClr val="FF3300"/>
              </a:solidFill>
              <a:latin typeface="Arial" panose="020B0604020202020204" pitchFamily="34" charset="0"/>
            </a:endParaRPr>
          </a:p>
        </p:txBody>
      </p:sp>
      <p:sp>
        <p:nvSpPr>
          <p:cNvPr id="71731" name="Rectangle 188"/>
          <p:cNvSpPr/>
          <p:nvPr/>
        </p:nvSpPr>
        <p:spPr>
          <a:xfrm>
            <a:off x="2671763" y="1844675"/>
            <a:ext cx="412750"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FF3300"/>
                </a:solidFill>
                <a:latin typeface="Arial" panose="020B0604020202020204" pitchFamily="34" charset="0"/>
              </a:rPr>
              <a:t>②</a:t>
            </a:r>
            <a:endParaRPr lang="en-US" altLang="zh-CN" sz="1800" b="0" dirty="0">
              <a:solidFill>
                <a:srgbClr val="FF3300"/>
              </a:solidFill>
              <a:latin typeface="Arial" panose="020B0604020202020204" pitchFamily="34" charset="0"/>
            </a:endParaRPr>
          </a:p>
        </p:txBody>
      </p:sp>
      <p:sp>
        <p:nvSpPr>
          <p:cNvPr id="71732" name="Rectangle 189"/>
          <p:cNvSpPr/>
          <p:nvPr/>
        </p:nvSpPr>
        <p:spPr>
          <a:xfrm>
            <a:off x="4068763" y="2349500"/>
            <a:ext cx="412750"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FF3300"/>
                </a:solidFill>
                <a:latin typeface="Arial" panose="020B0604020202020204" pitchFamily="34" charset="0"/>
              </a:rPr>
              <a:t>③</a:t>
            </a:r>
            <a:endParaRPr lang="en-US" altLang="zh-CN" sz="1800" b="0" dirty="0">
              <a:solidFill>
                <a:srgbClr val="FF3300"/>
              </a:solidFill>
              <a:latin typeface="Arial" panose="020B0604020202020204" pitchFamily="34" charset="0"/>
            </a:endParaRPr>
          </a:p>
        </p:txBody>
      </p:sp>
      <p:sp>
        <p:nvSpPr>
          <p:cNvPr id="71733" name="Rectangle 190"/>
          <p:cNvSpPr/>
          <p:nvPr/>
        </p:nvSpPr>
        <p:spPr>
          <a:xfrm>
            <a:off x="6103938" y="2917825"/>
            <a:ext cx="412750"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FF3300"/>
                </a:solidFill>
                <a:latin typeface="Arial" panose="020B0604020202020204" pitchFamily="34" charset="0"/>
              </a:rPr>
              <a:t>④</a:t>
            </a:r>
            <a:endParaRPr lang="en-US" altLang="zh-CN" sz="1800" b="0" dirty="0">
              <a:solidFill>
                <a:srgbClr val="FF3300"/>
              </a:solidFill>
              <a:latin typeface="Arial" panose="020B0604020202020204" pitchFamily="34" charset="0"/>
            </a:endParaRPr>
          </a:p>
        </p:txBody>
      </p:sp>
      <p:sp>
        <p:nvSpPr>
          <p:cNvPr id="71734" name="Line 191"/>
          <p:cNvSpPr/>
          <p:nvPr/>
        </p:nvSpPr>
        <p:spPr>
          <a:xfrm>
            <a:off x="6054725" y="1368425"/>
            <a:ext cx="0" cy="3744913"/>
          </a:xfrm>
          <a:prstGeom prst="line">
            <a:avLst/>
          </a:prstGeom>
          <a:ln w="9525" cap="flat" cmpd="sng">
            <a:solidFill>
              <a:schemeClr val="tx1"/>
            </a:solidFill>
            <a:prstDash val="dash"/>
            <a:headEnd type="none" w="med" len="med"/>
            <a:tailEnd type="none" w="med" len="med"/>
          </a:ln>
        </p:spPr>
      </p:sp>
      <p:sp>
        <p:nvSpPr>
          <p:cNvPr id="71735" name="Line 192"/>
          <p:cNvSpPr/>
          <p:nvPr/>
        </p:nvSpPr>
        <p:spPr>
          <a:xfrm>
            <a:off x="6777038" y="1341438"/>
            <a:ext cx="0" cy="3744912"/>
          </a:xfrm>
          <a:prstGeom prst="line">
            <a:avLst/>
          </a:prstGeom>
          <a:ln w="9525" cap="flat" cmpd="sng">
            <a:solidFill>
              <a:schemeClr val="tx1"/>
            </a:solidFill>
            <a:prstDash val="dash"/>
            <a:headEnd type="none" w="med" len="med"/>
            <a:tailEnd type="none" w="med" len="med"/>
          </a:ln>
        </p:spPr>
      </p:sp>
      <p:sp>
        <p:nvSpPr>
          <p:cNvPr id="71736" name="Rectangle 193"/>
          <p:cNvSpPr/>
          <p:nvPr/>
        </p:nvSpPr>
        <p:spPr>
          <a:xfrm>
            <a:off x="6084888" y="3141663"/>
            <a:ext cx="127000"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71737" name="Line 194"/>
          <p:cNvSpPr/>
          <p:nvPr/>
        </p:nvSpPr>
        <p:spPr>
          <a:xfrm>
            <a:off x="4932363" y="4510088"/>
            <a:ext cx="1079500" cy="0"/>
          </a:xfrm>
          <a:prstGeom prst="line">
            <a:avLst/>
          </a:prstGeom>
          <a:ln w="9525" cap="flat" cmpd="sng">
            <a:solidFill>
              <a:srgbClr val="FF3300"/>
            </a:solidFill>
            <a:prstDash val="solid"/>
            <a:headEnd type="triangle" w="med" len="med"/>
            <a:tailEnd type="triangle" w="med" len="med"/>
          </a:ln>
        </p:spPr>
      </p:sp>
      <p:sp>
        <p:nvSpPr>
          <p:cNvPr id="71738" name="Line 195"/>
          <p:cNvSpPr/>
          <p:nvPr/>
        </p:nvSpPr>
        <p:spPr>
          <a:xfrm>
            <a:off x="4886325" y="3789363"/>
            <a:ext cx="0" cy="1081087"/>
          </a:xfrm>
          <a:prstGeom prst="line">
            <a:avLst/>
          </a:prstGeom>
          <a:ln w="9525" cap="flat" cmpd="sng">
            <a:solidFill>
              <a:schemeClr val="tx1"/>
            </a:solidFill>
            <a:prstDash val="dash"/>
            <a:headEnd type="none" w="med" len="med"/>
            <a:tailEnd type="none" w="med" len="med"/>
          </a:ln>
        </p:spPr>
      </p:sp>
      <p:sp>
        <p:nvSpPr>
          <p:cNvPr id="71739" name="Line 204"/>
          <p:cNvSpPr/>
          <p:nvPr/>
        </p:nvSpPr>
        <p:spPr>
          <a:xfrm flipH="1">
            <a:off x="1336675" y="4725988"/>
            <a:ext cx="360363" cy="0"/>
          </a:xfrm>
          <a:prstGeom prst="line">
            <a:avLst/>
          </a:prstGeom>
          <a:ln w="28575" cap="flat" cmpd="sng">
            <a:solidFill>
              <a:srgbClr val="0000FF"/>
            </a:solidFill>
            <a:prstDash val="dash"/>
            <a:headEnd type="none" w="med" len="med"/>
            <a:tailEnd type="none" w="med" len="med"/>
          </a:ln>
        </p:spPr>
      </p:sp>
      <p:sp>
        <p:nvSpPr>
          <p:cNvPr id="71740" name="Arc 205"/>
          <p:cNvSpPr/>
          <p:nvPr/>
        </p:nvSpPr>
        <p:spPr>
          <a:xfrm flipV="1">
            <a:off x="1697038" y="3694113"/>
            <a:ext cx="360362" cy="1247775"/>
          </a:xfrm>
          <a:custGeom>
            <a:avLst/>
            <a:gdLst/>
            <a:ahLst/>
            <a:cxnLst>
              <a:cxn ang="0">
                <a:pos x="2147483646" y="-1136757915"/>
              </a:cxn>
              <a:cxn ang="0">
                <a:pos x="2147483646" y="2147483646"/>
              </a:cxn>
              <a:cxn ang="0">
                <a:pos x="2147483646" y="2147483646"/>
              </a:cxn>
              <a:cxn ang="0">
                <a:pos x="2147483646" y="-1136757915"/>
              </a:cxn>
              <a:cxn ang="0">
                <a:pos x="2147483646" y="2147483646"/>
              </a:cxn>
              <a:cxn ang="0">
                <a:pos x="2147483646" y="2147483646"/>
              </a:cxn>
              <a:cxn ang="0">
                <a:pos x="0" y="2147483646"/>
              </a:cxn>
              <a:cxn ang="0">
                <a:pos x="2147483646" y="-1136757915"/>
              </a:cxn>
            </a:cxnLst>
            <a:pathLst>
              <a:path w="21600" h="38553" fill="none">
                <a:moveTo>
                  <a:pt x="11292" y="-1"/>
                </a:moveTo>
                <a:cubicBezTo>
                  <a:pt x="17696" y="3927"/>
                  <a:pt x="21600" y="10900"/>
                  <a:pt x="21600" y="18413"/>
                </a:cubicBezTo>
                <a:cubicBezTo>
                  <a:pt x="21600" y="27329"/>
                  <a:pt x="16120" y="35330"/>
                  <a:pt x="7806" y="38552"/>
                </a:cubicBezTo>
              </a:path>
              <a:path w="21600" h="38553" stroke="0">
                <a:moveTo>
                  <a:pt x="11292" y="-1"/>
                </a:moveTo>
                <a:cubicBezTo>
                  <a:pt x="17696" y="3927"/>
                  <a:pt x="21600" y="10900"/>
                  <a:pt x="21600" y="18413"/>
                </a:cubicBezTo>
                <a:cubicBezTo>
                  <a:pt x="21600" y="27329"/>
                  <a:pt x="16120" y="35330"/>
                  <a:pt x="7806" y="38552"/>
                </a:cubicBezTo>
                <a:lnTo>
                  <a:pt x="0" y="18413"/>
                </a:lnTo>
                <a:lnTo>
                  <a:pt x="11292" y="-1"/>
                </a:lnTo>
                <a:close/>
              </a:path>
            </a:pathLst>
          </a:custGeom>
          <a:noFill/>
          <a:ln w="9525" cap="flat" cmpd="sng">
            <a:solidFill>
              <a:srgbClr val="FF00FF">
                <a:alpha val="100000"/>
              </a:srgbClr>
            </a:solidFill>
            <a:prstDash val="solid"/>
            <a:round/>
            <a:headEnd type="triangle" w="med" len="med"/>
            <a:tailEnd type="none" w="med" len="med"/>
          </a:ln>
        </p:spPr>
        <p:txBody>
          <a:bodyPr/>
          <a:p>
            <a:endParaRPr lang="zh-CN" altLang="en-US"/>
          </a:p>
        </p:txBody>
      </p:sp>
      <p:sp>
        <p:nvSpPr>
          <p:cNvPr id="71741" name="Rectangle 207"/>
          <p:cNvSpPr/>
          <p:nvPr/>
        </p:nvSpPr>
        <p:spPr>
          <a:xfrm>
            <a:off x="400050" y="3933825"/>
            <a:ext cx="8353425" cy="1295400"/>
          </a:xfrm>
          <a:prstGeom prst="rect">
            <a:avLst/>
          </a:prstGeom>
          <a:noFill/>
          <a:ln w="12700" cap="flat" cmpd="sng">
            <a:solidFill>
              <a:srgbClr val="FF00FF"/>
            </a:solidFill>
            <a:prstDash val="dash"/>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Tree>
  </p:cSld>
  <p:clrMapOvr>
    <a:masterClrMapping/>
  </p:clrMapOvr>
  <p:transition spd="slow">
    <p:zoom/>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2706" name="Text Box 2"/>
          <p:cNvSpPr txBox="1"/>
          <p:nvPr/>
        </p:nvSpPr>
        <p:spPr>
          <a:xfrm>
            <a:off x="1373188" y="558800"/>
            <a:ext cx="5181600" cy="519113"/>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50000"/>
              </a:spcBef>
              <a:spcAft>
                <a:spcPct val="0"/>
              </a:spcAft>
              <a:buClr>
                <a:srgbClr val="CCECFF"/>
              </a:buClr>
              <a:buSzPct val="70000"/>
              <a:buNone/>
            </a:pPr>
            <a:r>
              <a:rPr lang="zh-CN" altLang="en-US" dirty="0">
                <a:latin typeface="Times New Roman" panose="02020603050405020304" pitchFamily="18" charset="0"/>
              </a:rPr>
              <a:t>方式</a:t>
            </a:r>
            <a:r>
              <a:rPr lang="en-US" altLang="zh-CN" dirty="0">
                <a:latin typeface="Times New Roman" panose="02020603050405020304" pitchFamily="18" charset="0"/>
              </a:rPr>
              <a:t>0</a:t>
            </a:r>
            <a:r>
              <a:rPr lang="zh-CN" altLang="en-US" dirty="0">
                <a:latin typeface="Times New Roman" panose="02020603050405020304" pitchFamily="18" charset="0"/>
              </a:rPr>
              <a:t>的时序图</a:t>
            </a:r>
            <a:endParaRPr lang="zh-CN" altLang="en-US" dirty="0">
              <a:latin typeface="Times New Roman" panose="02020603050405020304" pitchFamily="18" charset="0"/>
            </a:endParaRPr>
          </a:p>
        </p:txBody>
      </p:sp>
      <p:sp>
        <p:nvSpPr>
          <p:cNvPr id="72707" name="Rectangle 166"/>
          <p:cNvSpPr/>
          <p:nvPr/>
        </p:nvSpPr>
        <p:spPr>
          <a:xfrm>
            <a:off x="352425" y="5418138"/>
            <a:ext cx="8496300" cy="1200150"/>
          </a:xfrm>
          <a:prstGeom prst="rect">
            <a:avLst/>
          </a:prstGeom>
          <a:solidFill>
            <a:srgbClr val="99CCFF">
              <a:alpha val="38039"/>
            </a:srgbClr>
          </a:solidFill>
          <a:ln w="9525" cap="flat" cmpd="sng">
            <a:solidFill>
              <a:srgbClr val="FF00FF"/>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2400" dirty="0">
                <a:solidFill>
                  <a:srgbClr val="FF00FF"/>
                </a:solidFill>
                <a:latin typeface="楷体_GB2312" pitchFamily="1" charset="-122"/>
              </a:rPr>
              <a:t>特点④：</a:t>
            </a:r>
            <a:r>
              <a:rPr lang="zh-CN" altLang="en-US" sz="2400" b="0" dirty="0">
                <a:solidFill>
                  <a:schemeClr val="tx1"/>
                </a:solidFill>
                <a:latin typeface="楷体_GB2312" pitchFamily="1" charset="-122"/>
              </a:rPr>
              <a:t>方式</a:t>
            </a:r>
            <a:r>
              <a:rPr lang="en-US" altLang="zh-CN" sz="2400" b="0" dirty="0">
                <a:solidFill>
                  <a:schemeClr val="tx1"/>
                </a:solidFill>
                <a:latin typeface="楷体_GB2312" pitchFamily="1" charset="-122"/>
              </a:rPr>
              <a:t>0</a:t>
            </a:r>
            <a:r>
              <a:rPr lang="zh-CN" altLang="en-US" sz="2400" b="0" dirty="0">
                <a:solidFill>
                  <a:schemeClr val="tx1"/>
                </a:solidFill>
                <a:latin typeface="楷体_GB2312" pitchFamily="1" charset="-122"/>
              </a:rPr>
              <a:t>的</a:t>
            </a:r>
            <a:r>
              <a:rPr lang="en-US" altLang="zh-CN" sz="2400" b="0" dirty="0">
                <a:solidFill>
                  <a:schemeClr val="tx1"/>
                </a:solidFill>
                <a:latin typeface="楷体_GB2312" pitchFamily="1" charset="-122"/>
              </a:rPr>
              <a:t>OUT</a:t>
            </a:r>
            <a:r>
              <a:rPr lang="zh-CN" altLang="en-US" sz="2400" b="0" dirty="0">
                <a:solidFill>
                  <a:schemeClr val="tx1"/>
                </a:solidFill>
                <a:latin typeface="楷体_GB2312" pitchFamily="1" charset="-122"/>
              </a:rPr>
              <a:t>信号在计数到</a:t>
            </a:r>
            <a:r>
              <a:rPr lang="en-US" altLang="zh-CN" sz="2400" b="0" dirty="0">
                <a:solidFill>
                  <a:schemeClr val="tx1"/>
                </a:solidFill>
                <a:latin typeface="楷体_GB2312" pitchFamily="1" charset="-122"/>
              </a:rPr>
              <a:t>0</a:t>
            </a:r>
            <a:r>
              <a:rPr lang="zh-CN" altLang="en-US" sz="2400" b="0" dirty="0">
                <a:solidFill>
                  <a:schemeClr val="tx1"/>
                </a:solidFill>
                <a:latin typeface="楷体_GB2312" pitchFamily="1" charset="-122"/>
              </a:rPr>
              <a:t>时由低变高，可作为中断请求信号。但由于在</a:t>
            </a:r>
            <a:r>
              <a:rPr lang="en-US" altLang="zh-CN" sz="2400" b="0" dirty="0">
                <a:solidFill>
                  <a:schemeClr val="tx1"/>
                </a:solidFill>
                <a:latin typeface="楷体_GB2312" pitchFamily="1" charset="-122"/>
              </a:rPr>
              <a:t>8253</a:t>
            </a:r>
            <a:r>
              <a:rPr lang="zh-CN" altLang="en-US" sz="2400" b="0" dirty="0">
                <a:solidFill>
                  <a:schemeClr val="tx1"/>
                </a:solidFill>
                <a:latin typeface="楷体_GB2312" pitchFamily="1" charset="-122"/>
              </a:rPr>
              <a:t>内部没有中断控制电路，通常接</a:t>
            </a:r>
            <a:r>
              <a:rPr lang="en-US" altLang="zh-CN" sz="2400" b="0" dirty="0">
                <a:solidFill>
                  <a:schemeClr val="tx1"/>
                </a:solidFill>
                <a:latin typeface="楷体_GB2312" pitchFamily="1" charset="-122"/>
              </a:rPr>
              <a:t>8259</a:t>
            </a:r>
            <a:r>
              <a:rPr lang="zh-CN" altLang="en-US" sz="2400" b="0" dirty="0">
                <a:solidFill>
                  <a:schemeClr val="tx1"/>
                </a:solidFill>
                <a:latin typeface="楷体_GB2312" pitchFamily="1" charset="-122"/>
              </a:rPr>
              <a:t>中断控制器。 </a:t>
            </a:r>
            <a:endParaRPr lang="zh-CN" altLang="en-US" sz="2400" b="0" dirty="0">
              <a:solidFill>
                <a:schemeClr val="tx1"/>
              </a:solidFill>
              <a:latin typeface="楷体_GB2312" pitchFamily="1" charset="-122"/>
            </a:endParaRPr>
          </a:p>
        </p:txBody>
      </p:sp>
      <p:sp>
        <p:nvSpPr>
          <p:cNvPr id="72708" name="Rectangle 8"/>
          <p:cNvSpPr/>
          <p:nvPr/>
        </p:nvSpPr>
        <p:spPr>
          <a:xfrm>
            <a:off x="5200650" y="681038"/>
            <a:ext cx="2046288" cy="304800"/>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2000" dirty="0">
                <a:solidFill>
                  <a:srgbClr val="0000FF"/>
                </a:solidFill>
                <a:latin typeface="宋体" panose="02010600030101010101" pitchFamily="2" charset="-122"/>
              </a:rPr>
              <a:t>（设计数初值为</a:t>
            </a:r>
            <a:r>
              <a:rPr lang="en-US" altLang="zh-CN" sz="2000" dirty="0">
                <a:solidFill>
                  <a:srgbClr val="0000FF"/>
                </a:solidFill>
                <a:latin typeface="宋体" panose="02010600030101010101" pitchFamily="2" charset="-122"/>
              </a:rPr>
              <a:t>3)</a:t>
            </a:r>
            <a:endParaRPr lang="en-US" altLang="zh-CN" sz="2000" dirty="0">
              <a:solidFill>
                <a:srgbClr val="0000FF"/>
              </a:solidFill>
              <a:latin typeface="Arial" panose="020B0604020202020204" pitchFamily="34" charset="0"/>
            </a:endParaRPr>
          </a:p>
        </p:txBody>
      </p:sp>
      <p:cxnSp>
        <p:nvCxnSpPr>
          <p:cNvPr id="72709" name="直接连接符 167"/>
          <p:cNvCxnSpPr/>
          <p:nvPr/>
        </p:nvCxnSpPr>
        <p:spPr>
          <a:xfrm>
            <a:off x="7938" y="1087438"/>
            <a:ext cx="9144000" cy="0"/>
          </a:xfrm>
          <a:prstGeom prst="line">
            <a:avLst/>
          </a:prstGeom>
          <a:ln w="38100" cap="flat" cmpd="sng">
            <a:solidFill>
              <a:schemeClr val="tx1"/>
            </a:solidFill>
            <a:prstDash val="solid"/>
            <a:headEnd type="none" w="med" len="med"/>
            <a:tailEnd type="none" w="med" len="med"/>
          </a:ln>
        </p:spPr>
      </p:cxnSp>
      <p:grpSp>
        <p:nvGrpSpPr>
          <p:cNvPr id="72710" name="Group 11"/>
          <p:cNvGrpSpPr/>
          <p:nvPr/>
        </p:nvGrpSpPr>
        <p:grpSpPr>
          <a:xfrm>
            <a:off x="588963" y="1427163"/>
            <a:ext cx="7916862" cy="1806575"/>
            <a:chOff x="525" y="990"/>
            <a:chExt cx="4987" cy="1138"/>
          </a:xfrm>
        </p:grpSpPr>
        <p:sp>
          <p:nvSpPr>
            <p:cNvPr id="72773" name="Rectangle 12"/>
            <p:cNvSpPr/>
            <p:nvPr/>
          </p:nvSpPr>
          <p:spPr>
            <a:xfrm>
              <a:off x="1550" y="1687"/>
              <a:ext cx="492" cy="26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2774" name="Rectangle 13"/>
            <p:cNvSpPr/>
            <p:nvPr/>
          </p:nvSpPr>
          <p:spPr>
            <a:xfrm>
              <a:off x="1596" y="1752"/>
              <a:ext cx="576"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宋体" panose="02010600030101010101" pitchFamily="2" charset="-122"/>
                </a:rPr>
                <a:t>写计数值</a:t>
              </a:r>
              <a:endParaRPr lang="zh-CN" altLang="en-US" sz="1800" b="0" dirty="0">
                <a:solidFill>
                  <a:schemeClr val="tx1"/>
                </a:solidFill>
                <a:latin typeface="Arial" panose="020B0604020202020204" pitchFamily="34" charset="0"/>
              </a:endParaRPr>
            </a:p>
          </p:txBody>
        </p:sp>
        <p:sp>
          <p:nvSpPr>
            <p:cNvPr id="72775" name="Rectangle 14"/>
            <p:cNvSpPr/>
            <p:nvPr/>
          </p:nvSpPr>
          <p:spPr>
            <a:xfrm>
              <a:off x="1123" y="1711"/>
              <a:ext cx="411" cy="259"/>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2776" name="Rectangle 15"/>
            <p:cNvSpPr/>
            <p:nvPr/>
          </p:nvSpPr>
          <p:spPr>
            <a:xfrm>
              <a:off x="1118" y="1758"/>
              <a:ext cx="14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宋体" panose="02010600030101010101" pitchFamily="2" charset="-122"/>
                </a:rPr>
                <a:t>写</a:t>
              </a:r>
              <a:endParaRPr lang="zh-CN" altLang="en-US" sz="1800" b="0" dirty="0">
                <a:solidFill>
                  <a:schemeClr val="tx1"/>
                </a:solidFill>
                <a:latin typeface="Arial" panose="020B0604020202020204" pitchFamily="34" charset="0"/>
              </a:endParaRPr>
            </a:p>
          </p:txBody>
        </p:sp>
        <p:sp>
          <p:nvSpPr>
            <p:cNvPr id="72777" name="Rectangle 16"/>
            <p:cNvSpPr/>
            <p:nvPr/>
          </p:nvSpPr>
          <p:spPr>
            <a:xfrm>
              <a:off x="1252" y="1752"/>
              <a:ext cx="24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CW</a:t>
              </a:r>
              <a:endParaRPr lang="en-US" altLang="zh-CN" sz="1800" b="0" dirty="0">
                <a:solidFill>
                  <a:schemeClr val="tx1"/>
                </a:solidFill>
                <a:latin typeface="Arial" panose="020B0604020202020204" pitchFamily="34" charset="0"/>
              </a:endParaRPr>
            </a:p>
          </p:txBody>
        </p:sp>
        <p:sp>
          <p:nvSpPr>
            <p:cNvPr id="72778" name="Rectangle 17"/>
            <p:cNvSpPr/>
            <p:nvPr/>
          </p:nvSpPr>
          <p:spPr>
            <a:xfrm>
              <a:off x="552" y="992"/>
              <a:ext cx="295" cy="259"/>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2779" name="Rectangle 18"/>
            <p:cNvSpPr/>
            <p:nvPr/>
          </p:nvSpPr>
          <p:spPr>
            <a:xfrm>
              <a:off x="573" y="1098"/>
              <a:ext cx="28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CLK</a:t>
              </a:r>
              <a:endParaRPr lang="en-US" altLang="zh-CN" sz="1800" b="0" dirty="0">
                <a:solidFill>
                  <a:schemeClr val="tx1"/>
                </a:solidFill>
                <a:latin typeface="Arial" panose="020B0604020202020204" pitchFamily="34" charset="0"/>
              </a:endParaRPr>
            </a:p>
          </p:txBody>
        </p:sp>
        <p:sp>
          <p:nvSpPr>
            <p:cNvPr id="72780" name="Rectangle 19"/>
            <p:cNvSpPr/>
            <p:nvPr/>
          </p:nvSpPr>
          <p:spPr>
            <a:xfrm>
              <a:off x="525" y="1345"/>
              <a:ext cx="1152" cy="413"/>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2781" name="Rectangle 20"/>
            <p:cNvSpPr/>
            <p:nvPr/>
          </p:nvSpPr>
          <p:spPr>
            <a:xfrm>
              <a:off x="546" y="1394"/>
              <a:ext cx="3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72782" name="Rectangle 21"/>
            <p:cNvSpPr/>
            <p:nvPr/>
          </p:nvSpPr>
          <p:spPr>
            <a:xfrm>
              <a:off x="876" y="1443"/>
              <a:ext cx="1296"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宋体" panose="02010600030101010101" pitchFamily="2" charset="-122"/>
                </a:rPr>
                <a:t>（允许计数高电平）</a:t>
              </a:r>
              <a:endParaRPr lang="zh-CN" altLang="en-US" sz="1800" b="0" dirty="0">
                <a:solidFill>
                  <a:schemeClr val="tx1"/>
                </a:solidFill>
                <a:latin typeface="Arial" panose="020B0604020202020204" pitchFamily="34" charset="0"/>
              </a:endParaRPr>
            </a:p>
          </p:txBody>
        </p:sp>
        <p:sp>
          <p:nvSpPr>
            <p:cNvPr id="72783" name="Rectangle 22"/>
            <p:cNvSpPr/>
            <p:nvPr/>
          </p:nvSpPr>
          <p:spPr>
            <a:xfrm>
              <a:off x="614" y="1770"/>
              <a:ext cx="296" cy="26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2784" name="Rectangle 23"/>
            <p:cNvSpPr/>
            <p:nvPr/>
          </p:nvSpPr>
          <p:spPr>
            <a:xfrm>
              <a:off x="636" y="1875"/>
              <a:ext cx="24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grpSp>
          <p:nvGrpSpPr>
            <p:cNvPr id="72785" name="Group 24"/>
            <p:cNvGrpSpPr/>
            <p:nvPr/>
          </p:nvGrpSpPr>
          <p:grpSpPr>
            <a:xfrm>
              <a:off x="944" y="990"/>
              <a:ext cx="4568" cy="450"/>
              <a:chOff x="944" y="990"/>
              <a:chExt cx="4568" cy="450"/>
            </a:xfrm>
          </p:grpSpPr>
          <p:grpSp>
            <p:nvGrpSpPr>
              <p:cNvPr id="72798" name="Group 25"/>
              <p:cNvGrpSpPr/>
              <p:nvPr/>
            </p:nvGrpSpPr>
            <p:grpSpPr>
              <a:xfrm>
                <a:off x="5066" y="1062"/>
                <a:ext cx="446" cy="190"/>
                <a:chOff x="5066" y="1062"/>
                <a:chExt cx="446" cy="190"/>
              </a:xfrm>
            </p:grpSpPr>
            <p:sp>
              <p:nvSpPr>
                <p:cNvPr id="72854" name="Line 26"/>
                <p:cNvSpPr/>
                <p:nvPr/>
              </p:nvSpPr>
              <p:spPr>
                <a:xfrm>
                  <a:off x="5136" y="1062"/>
                  <a:ext cx="149" cy="1"/>
                </a:xfrm>
                <a:prstGeom prst="line">
                  <a:avLst/>
                </a:prstGeom>
                <a:ln w="14288" cap="flat" cmpd="sng">
                  <a:solidFill>
                    <a:srgbClr val="000000"/>
                  </a:solidFill>
                  <a:prstDash val="solid"/>
                  <a:headEnd type="none" w="med" len="med"/>
                  <a:tailEnd type="none" w="med" len="med"/>
                </a:ln>
              </p:spPr>
            </p:sp>
            <p:sp>
              <p:nvSpPr>
                <p:cNvPr id="72855" name="Line 27"/>
                <p:cNvSpPr/>
                <p:nvPr/>
              </p:nvSpPr>
              <p:spPr>
                <a:xfrm flipH="1">
                  <a:off x="5066" y="1062"/>
                  <a:ext cx="70" cy="189"/>
                </a:xfrm>
                <a:prstGeom prst="line">
                  <a:avLst/>
                </a:prstGeom>
                <a:ln w="14288" cap="flat" cmpd="sng">
                  <a:solidFill>
                    <a:srgbClr val="000000"/>
                  </a:solidFill>
                  <a:prstDash val="solid"/>
                  <a:headEnd type="none" w="med" len="med"/>
                  <a:tailEnd type="none" w="med" len="med"/>
                </a:ln>
              </p:spPr>
            </p:sp>
            <p:sp>
              <p:nvSpPr>
                <p:cNvPr id="72856" name="Line 28"/>
                <p:cNvSpPr/>
                <p:nvPr/>
              </p:nvSpPr>
              <p:spPr>
                <a:xfrm>
                  <a:off x="5285" y="1062"/>
                  <a:ext cx="81" cy="189"/>
                </a:xfrm>
                <a:prstGeom prst="line">
                  <a:avLst/>
                </a:prstGeom>
                <a:ln w="14288" cap="flat" cmpd="sng">
                  <a:solidFill>
                    <a:srgbClr val="000000"/>
                  </a:solidFill>
                  <a:prstDash val="solid"/>
                  <a:headEnd type="none" w="med" len="med"/>
                  <a:tailEnd type="none" w="med" len="med"/>
                </a:ln>
              </p:spPr>
            </p:sp>
            <p:sp>
              <p:nvSpPr>
                <p:cNvPr id="72857" name="Line 29"/>
                <p:cNvSpPr/>
                <p:nvPr/>
              </p:nvSpPr>
              <p:spPr>
                <a:xfrm>
                  <a:off x="5363" y="1251"/>
                  <a:ext cx="149" cy="1"/>
                </a:xfrm>
                <a:prstGeom prst="line">
                  <a:avLst/>
                </a:prstGeom>
                <a:ln w="14288" cap="flat" cmpd="sng">
                  <a:solidFill>
                    <a:srgbClr val="000000"/>
                  </a:solidFill>
                  <a:prstDash val="solid"/>
                  <a:headEnd type="none" w="med" len="med"/>
                  <a:tailEnd type="none" w="med" len="med"/>
                </a:ln>
              </p:spPr>
            </p:sp>
          </p:grpSp>
          <p:grpSp>
            <p:nvGrpSpPr>
              <p:cNvPr id="72799" name="Group 30"/>
              <p:cNvGrpSpPr/>
              <p:nvPr/>
            </p:nvGrpSpPr>
            <p:grpSpPr>
              <a:xfrm>
                <a:off x="1093" y="990"/>
                <a:ext cx="3975" cy="248"/>
                <a:chOff x="1093" y="990"/>
                <a:chExt cx="3975" cy="248"/>
              </a:xfrm>
            </p:grpSpPr>
            <p:grpSp>
              <p:nvGrpSpPr>
                <p:cNvPr id="72802" name="Group 31"/>
                <p:cNvGrpSpPr/>
                <p:nvPr/>
              </p:nvGrpSpPr>
              <p:grpSpPr>
                <a:xfrm>
                  <a:off x="1093" y="990"/>
                  <a:ext cx="3529" cy="248"/>
                  <a:chOff x="1093" y="990"/>
                  <a:chExt cx="3529" cy="248"/>
                </a:xfrm>
              </p:grpSpPr>
              <p:grpSp>
                <p:nvGrpSpPr>
                  <p:cNvPr id="72808" name="Group 32"/>
                  <p:cNvGrpSpPr/>
                  <p:nvPr/>
                </p:nvGrpSpPr>
                <p:grpSpPr>
                  <a:xfrm>
                    <a:off x="1093" y="990"/>
                    <a:ext cx="3092" cy="248"/>
                    <a:chOff x="1093" y="990"/>
                    <a:chExt cx="3092" cy="248"/>
                  </a:xfrm>
                </p:grpSpPr>
                <p:grpSp>
                  <p:nvGrpSpPr>
                    <p:cNvPr id="72814" name="Group 33"/>
                    <p:cNvGrpSpPr/>
                    <p:nvPr/>
                  </p:nvGrpSpPr>
                  <p:grpSpPr>
                    <a:xfrm>
                      <a:off x="1093" y="990"/>
                      <a:ext cx="2647" cy="237"/>
                      <a:chOff x="1093" y="990"/>
                      <a:chExt cx="2647" cy="237"/>
                    </a:xfrm>
                  </p:grpSpPr>
                  <p:grpSp>
                    <p:nvGrpSpPr>
                      <p:cNvPr id="72820" name="Group 34"/>
                      <p:cNvGrpSpPr/>
                      <p:nvPr/>
                    </p:nvGrpSpPr>
                    <p:grpSpPr>
                      <a:xfrm>
                        <a:off x="1093" y="990"/>
                        <a:ext cx="2201" cy="226"/>
                        <a:chOff x="1093" y="990"/>
                        <a:chExt cx="2201" cy="226"/>
                      </a:xfrm>
                    </p:grpSpPr>
                    <p:grpSp>
                      <p:nvGrpSpPr>
                        <p:cNvPr id="72826" name="Group 35"/>
                        <p:cNvGrpSpPr/>
                        <p:nvPr/>
                      </p:nvGrpSpPr>
                      <p:grpSpPr>
                        <a:xfrm>
                          <a:off x="1093" y="990"/>
                          <a:ext cx="1756" cy="215"/>
                          <a:chOff x="1093" y="990"/>
                          <a:chExt cx="1756" cy="215"/>
                        </a:xfrm>
                      </p:grpSpPr>
                      <p:grpSp>
                        <p:nvGrpSpPr>
                          <p:cNvPr id="72832" name="Group 36"/>
                          <p:cNvGrpSpPr/>
                          <p:nvPr/>
                        </p:nvGrpSpPr>
                        <p:grpSpPr>
                          <a:xfrm>
                            <a:off x="1093" y="990"/>
                            <a:ext cx="1310" cy="203"/>
                            <a:chOff x="1093" y="990"/>
                            <a:chExt cx="1310" cy="203"/>
                          </a:xfrm>
                        </p:grpSpPr>
                        <p:grpSp>
                          <p:nvGrpSpPr>
                            <p:cNvPr id="72838" name="Group 37"/>
                            <p:cNvGrpSpPr/>
                            <p:nvPr/>
                          </p:nvGrpSpPr>
                          <p:grpSpPr>
                            <a:xfrm>
                              <a:off x="1093" y="990"/>
                              <a:ext cx="882" cy="191"/>
                              <a:chOff x="1093" y="990"/>
                              <a:chExt cx="882" cy="191"/>
                            </a:xfrm>
                          </p:grpSpPr>
                          <p:grpSp>
                            <p:nvGrpSpPr>
                              <p:cNvPr id="72844" name="Group 38"/>
                              <p:cNvGrpSpPr/>
                              <p:nvPr/>
                            </p:nvGrpSpPr>
                            <p:grpSpPr>
                              <a:xfrm>
                                <a:off x="1093" y="990"/>
                                <a:ext cx="445" cy="191"/>
                                <a:chOff x="1093" y="990"/>
                                <a:chExt cx="445" cy="191"/>
                              </a:xfrm>
                            </p:grpSpPr>
                            <p:sp>
                              <p:nvSpPr>
                                <p:cNvPr id="72850" name="Line 39"/>
                                <p:cNvSpPr/>
                                <p:nvPr/>
                              </p:nvSpPr>
                              <p:spPr>
                                <a:xfrm>
                                  <a:off x="1163" y="990"/>
                                  <a:ext cx="148" cy="2"/>
                                </a:xfrm>
                                <a:prstGeom prst="line">
                                  <a:avLst/>
                                </a:prstGeom>
                                <a:ln w="14288" cap="flat" cmpd="sng">
                                  <a:solidFill>
                                    <a:srgbClr val="000000"/>
                                  </a:solidFill>
                                  <a:prstDash val="solid"/>
                                  <a:headEnd type="none" w="med" len="med"/>
                                  <a:tailEnd type="none" w="med" len="med"/>
                                </a:ln>
                              </p:spPr>
                            </p:sp>
                            <p:sp>
                              <p:nvSpPr>
                                <p:cNvPr id="72851" name="Line 40"/>
                                <p:cNvSpPr/>
                                <p:nvPr/>
                              </p:nvSpPr>
                              <p:spPr>
                                <a:xfrm flipH="1">
                                  <a:off x="1093" y="990"/>
                                  <a:ext cx="70" cy="189"/>
                                </a:xfrm>
                                <a:prstGeom prst="line">
                                  <a:avLst/>
                                </a:prstGeom>
                                <a:ln w="14288" cap="flat" cmpd="sng">
                                  <a:solidFill>
                                    <a:srgbClr val="000000"/>
                                  </a:solidFill>
                                  <a:prstDash val="solid"/>
                                  <a:headEnd type="none" w="med" len="med"/>
                                  <a:tailEnd type="none" w="med" len="med"/>
                                </a:ln>
                              </p:spPr>
                            </p:sp>
                            <p:sp>
                              <p:nvSpPr>
                                <p:cNvPr id="72852" name="Line 41"/>
                                <p:cNvSpPr/>
                                <p:nvPr/>
                              </p:nvSpPr>
                              <p:spPr>
                                <a:xfrm>
                                  <a:off x="1311" y="990"/>
                                  <a:ext cx="82" cy="189"/>
                                </a:xfrm>
                                <a:prstGeom prst="line">
                                  <a:avLst/>
                                </a:prstGeom>
                                <a:ln w="14288" cap="flat" cmpd="sng">
                                  <a:solidFill>
                                    <a:srgbClr val="000000"/>
                                  </a:solidFill>
                                  <a:prstDash val="solid"/>
                                  <a:headEnd type="none" w="med" len="med"/>
                                  <a:tailEnd type="none" w="med" len="med"/>
                                </a:ln>
                              </p:spPr>
                            </p:sp>
                            <p:sp>
                              <p:nvSpPr>
                                <p:cNvPr id="72853" name="Line 42"/>
                                <p:cNvSpPr/>
                                <p:nvPr/>
                              </p:nvSpPr>
                              <p:spPr>
                                <a:xfrm>
                                  <a:off x="1390" y="1179"/>
                                  <a:ext cx="148" cy="2"/>
                                </a:xfrm>
                                <a:prstGeom prst="line">
                                  <a:avLst/>
                                </a:prstGeom>
                                <a:ln w="14288" cap="flat" cmpd="sng">
                                  <a:solidFill>
                                    <a:srgbClr val="000000"/>
                                  </a:solidFill>
                                  <a:prstDash val="solid"/>
                                  <a:headEnd type="none" w="med" len="med"/>
                                  <a:tailEnd type="none" w="med" len="med"/>
                                </a:ln>
                              </p:spPr>
                            </p:sp>
                          </p:grpSp>
                          <p:grpSp>
                            <p:nvGrpSpPr>
                              <p:cNvPr id="72845" name="Group 43"/>
                              <p:cNvGrpSpPr/>
                              <p:nvPr/>
                            </p:nvGrpSpPr>
                            <p:grpSpPr>
                              <a:xfrm>
                                <a:off x="1530" y="990"/>
                                <a:ext cx="445" cy="191"/>
                                <a:chOff x="1530" y="990"/>
                                <a:chExt cx="445" cy="191"/>
                              </a:xfrm>
                            </p:grpSpPr>
                            <p:sp>
                              <p:nvSpPr>
                                <p:cNvPr id="72846" name="Line 44"/>
                                <p:cNvSpPr/>
                                <p:nvPr/>
                              </p:nvSpPr>
                              <p:spPr>
                                <a:xfrm>
                                  <a:off x="1600" y="990"/>
                                  <a:ext cx="148" cy="2"/>
                                </a:xfrm>
                                <a:prstGeom prst="line">
                                  <a:avLst/>
                                </a:prstGeom>
                                <a:ln w="14288" cap="flat" cmpd="sng">
                                  <a:solidFill>
                                    <a:srgbClr val="000000"/>
                                  </a:solidFill>
                                  <a:prstDash val="solid"/>
                                  <a:headEnd type="none" w="med" len="med"/>
                                  <a:tailEnd type="none" w="med" len="med"/>
                                </a:ln>
                              </p:spPr>
                            </p:sp>
                            <p:sp>
                              <p:nvSpPr>
                                <p:cNvPr id="72847" name="Line 45"/>
                                <p:cNvSpPr/>
                                <p:nvPr/>
                              </p:nvSpPr>
                              <p:spPr>
                                <a:xfrm flipH="1">
                                  <a:off x="1530" y="990"/>
                                  <a:ext cx="70" cy="189"/>
                                </a:xfrm>
                                <a:prstGeom prst="line">
                                  <a:avLst/>
                                </a:prstGeom>
                                <a:ln w="14288" cap="flat" cmpd="sng">
                                  <a:solidFill>
                                    <a:srgbClr val="000000"/>
                                  </a:solidFill>
                                  <a:prstDash val="solid"/>
                                  <a:headEnd type="none" w="med" len="med"/>
                                  <a:tailEnd type="none" w="med" len="med"/>
                                </a:ln>
                              </p:spPr>
                            </p:sp>
                            <p:sp>
                              <p:nvSpPr>
                                <p:cNvPr id="72848" name="Line 46"/>
                                <p:cNvSpPr/>
                                <p:nvPr/>
                              </p:nvSpPr>
                              <p:spPr>
                                <a:xfrm>
                                  <a:off x="1748" y="990"/>
                                  <a:ext cx="80" cy="189"/>
                                </a:xfrm>
                                <a:prstGeom prst="line">
                                  <a:avLst/>
                                </a:prstGeom>
                                <a:ln w="14288" cap="flat" cmpd="sng">
                                  <a:solidFill>
                                    <a:srgbClr val="000000"/>
                                  </a:solidFill>
                                  <a:prstDash val="solid"/>
                                  <a:headEnd type="none" w="med" len="med"/>
                                  <a:tailEnd type="none" w="med" len="med"/>
                                </a:ln>
                              </p:spPr>
                            </p:sp>
                            <p:sp>
                              <p:nvSpPr>
                                <p:cNvPr id="72849" name="Line 47"/>
                                <p:cNvSpPr/>
                                <p:nvPr/>
                              </p:nvSpPr>
                              <p:spPr>
                                <a:xfrm>
                                  <a:off x="1827" y="1179"/>
                                  <a:ext cx="148" cy="2"/>
                                </a:xfrm>
                                <a:prstGeom prst="line">
                                  <a:avLst/>
                                </a:prstGeom>
                                <a:ln w="14288" cap="flat" cmpd="sng">
                                  <a:solidFill>
                                    <a:srgbClr val="000000"/>
                                  </a:solidFill>
                                  <a:prstDash val="solid"/>
                                  <a:headEnd type="none" w="med" len="med"/>
                                  <a:tailEnd type="none" w="med" len="med"/>
                                </a:ln>
                              </p:spPr>
                            </p:sp>
                          </p:grpSp>
                        </p:grpSp>
                        <p:grpSp>
                          <p:nvGrpSpPr>
                            <p:cNvPr id="72839" name="Group 48"/>
                            <p:cNvGrpSpPr/>
                            <p:nvPr/>
                          </p:nvGrpSpPr>
                          <p:grpSpPr>
                            <a:xfrm>
                              <a:off x="1957" y="1004"/>
                              <a:ext cx="446" cy="189"/>
                              <a:chOff x="1957" y="1004"/>
                              <a:chExt cx="446" cy="189"/>
                            </a:xfrm>
                          </p:grpSpPr>
                          <p:sp>
                            <p:nvSpPr>
                              <p:cNvPr id="72840" name="Line 49"/>
                              <p:cNvSpPr/>
                              <p:nvPr/>
                            </p:nvSpPr>
                            <p:spPr>
                              <a:xfrm>
                                <a:off x="2027" y="1004"/>
                                <a:ext cx="148" cy="1"/>
                              </a:xfrm>
                              <a:prstGeom prst="line">
                                <a:avLst/>
                              </a:prstGeom>
                              <a:ln w="14288" cap="flat" cmpd="sng">
                                <a:solidFill>
                                  <a:srgbClr val="000000"/>
                                </a:solidFill>
                                <a:prstDash val="solid"/>
                                <a:headEnd type="none" w="med" len="med"/>
                                <a:tailEnd type="none" w="med" len="med"/>
                              </a:ln>
                            </p:spPr>
                          </p:sp>
                          <p:sp>
                            <p:nvSpPr>
                              <p:cNvPr id="72841" name="Line 50"/>
                              <p:cNvSpPr/>
                              <p:nvPr/>
                            </p:nvSpPr>
                            <p:spPr>
                              <a:xfrm flipH="1">
                                <a:off x="1957" y="1004"/>
                                <a:ext cx="70" cy="188"/>
                              </a:xfrm>
                              <a:prstGeom prst="line">
                                <a:avLst/>
                              </a:prstGeom>
                              <a:ln w="14288" cap="flat" cmpd="sng">
                                <a:solidFill>
                                  <a:srgbClr val="000000"/>
                                </a:solidFill>
                                <a:prstDash val="solid"/>
                                <a:headEnd type="none" w="med" len="med"/>
                                <a:tailEnd type="none" w="med" len="med"/>
                              </a:ln>
                            </p:spPr>
                          </p:sp>
                          <p:sp>
                            <p:nvSpPr>
                              <p:cNvPr id="72842" name="Line 51"/>
                              <p:cNvSpPr/>
                              <p:nvPr/>
                            </p:nvSpPr>
                            <p:spPr>
                              <a:xfrm>
                                <a:off x="2175" y="1004"/>
                                <a:ext cx="81" cy="188"/>
                              </a:xfrm>
                              <a:prstGeom prst="line">
                                <a:avLst/>
                              </a:prstGeom>
                              <a:ln w="14288" cap="flat" cmpd="sng">
                                <a:solidFill>
                                  <a:srgbClr val="000000"/>
                                </a:solidFill>
                                <a:prstDash val="solid"/>
                                <a:headEnd type="none" w="med" len="med"/>
                                <a:tailEnd type="none" w="med" len="med"/>
                              </a:ln>
                            </p:spPr>
                          </p:sp>
                          <p:sp>
                            <p:nvSpPr>
                              <p:cNvPr id="72843" name="Line 52"/>
                              <p:cNvSpPr/>
                              <p:nvPr/>
                            </p:nvSpPr>
                            <p:spPr>
                              <a:xfrm>
                                <a:off x="2254" y="1192"/>
                                <a:ext cx="149" cy="1"/>
                              </a:xfrm>
                              <a:prstGeom prst="line">
                                <a:avLst/>
                              </a:prstGeom>
                              <a:ln w="14288" cap="flat" cmpd="sng">
                                <a:solidFill>
                                  <a:srgbClr val="000000"/>
                                </a:solidFill>
                                <a:prstDash val="solid"/>
                                <a:headEnd type="none" w="med" len="med"/>
                                <a:tailEnd type="none" w="med" len="med"/>
                              </a:ln>
                            </p:spPr>
                          </p:sp>
                        </p:grpSp>
                      </p:grpSp>
                      <p:grpSp>
                        <p:nvGrpSpPr>
                          <p:cNvPr id="72833" name="Group 53"/>
                          <p:cNvGrpSpPr/>
                          <p:nvPr/>
                        </p:nvGrpSpPr>
                        <p:grpSpPr>
                          <a:xfrm>
                            <a:off x="2403" y="1015"/>
                            <a:ext cx="446" cy="190"/>
                            <a:chOff x="2403" y="1015"/>
                            <a:chExt cx="446" cy="190"/>
                          </a:xfrm>
                        </p:grpSpPr>
                        <p:sp>
                          <p:nvSpPr>
                            <p:cNvPr id="72834" name="Line 54"/>
                            <p:cNvSpPr/>
                            <p:nvPr/>
                          </p:nvSpPr>
                          <p:spPr>
                            <a:xfrm>
                              <a:off x="2472" y="1015"/>
                              <a:ext cx="148" cy="1"/>
                            </a:xfrm>
                            <a:prstGeom prst="line">
                              <a:avLst/>
                            </a:prstGeom>
                            <a:ln w="14288" cap="flat" cmpd="sng">
                              <a:solidFill>
                                <a:srgbClr val="000000"/>
                              </a:solidFill>
                              <a:prstDash val="solid"/>
                              <a:headEnd type="none" w="med" len="med"/>
                              <a:tailEnd type="none" w="med" len="med"/>
                            </a:ln>
                          </p:spPr>
                        </p:sp>
                        <p:sp>
                          <p:nvSpPr>
                            <p:cNvPr id="72835" name="Line 55"/>
                            <p:cNvSpPr/>
                            <p:nvPr/>
                          </p:nvSpPr>
                          <p:spPr>
                            <a:xfrm flipH="1">
                              <a:off x="2403" y="1015"/>
                              <a:ext cx="69" cy="189"/>
                            </a:xfrm>
                            <a:prstGeom prst="line">
                              <a:avLst/>
                            </a:prstGeom>
                            <a:ln w="14288" cap="flat" cmpd="sng">
                              <a:solidFill>
                                <a:srgbClr val="000000"/>
                              </a:solidFill>
                              <a:prstDash val="solid"/>
                              <a:headEnd type="none" w="med" len="med"/>
                              <a:tailEnd type="none" w="med" len="med"/>
                            </a:ln>
                          </p:spPr>
                        </p:sp>
                        <p:sp>
                          <p:nvSpPr>
                            <p:cNvPr id="72836" name="Line 56"/>
                            <p:cNvSpPr/>
                            <p:nvPr/>
                          </p:nvSpPr>
                          <p:spPr>
                            <a:xfrm>
                              <a:off x="2620" y="1015"/>
                              <a:ext cx="82" cy="189"/>
                            </a:xfrm>
                            <a:prstGeom prst="line">
                              <a:avLst/>
                            </a:prstGeom>
                            <a:ln w="14288" cap="flat" cmpd="sng">
                              <a:solidFill>
                                <a:srgbClr val="000000"/>
                              </a:solidFill>
                              <a:prstDash val="solid"/>
                              <a:headEnd type="none" w="med" len="med"/>
                              <a:tailEnd type="none" w="med" len="med"/>
                            </a:ln>
                          </p:spPr>
                        </p:sp>
                        <p:sp>
                          <p:nvSpPr>
                            <p:cNvPr id="72837" name="Line 57"/>
                            <p:cNvSpPr/>
                            <p:nvPr/>
                          </p:nvSpPr>
                          <p:spPr>
                            <a:xfrm>
                              <a:off x="2699" y="1204"/>
                              <a:ext cx="150" cy="1"/>
                            </a:xfrm>
                            <a:prstGeom prst="line">
                              <a:avLst/>
                            </a:prstGeom>
                            <a:ln w="14288" cap="flat" cmpd="sng">
                              <a:solidFill>
                                <a:srgbClr val="000000"/>
                              </a:solidFill>
                              <a:prstDash val="solid"/>
                              <a:headEnd type="none" w="med" len="med"/>
                              <a:tailEnd type="none" w="med" len="med"/>
                            </a:ln>
                          </p:spPr>
                        </p:sp>
                      </p:grpSp>
                    </p:grpSp>
                    <p:grpSp>
                      <p:nvGrpSpPr>
                        <p:cNvPr id="72827" name="Group 58"/>
                        <p:cNvGrpSpPr/>
                        <p:nvPr/>
                      </p:nvGrpSpPr>
                      <p:grpSpPr>
                        <a:xfrm>
                          <a:off x="2849" y="1026"/>
                          <a:ext cx="445" cy="190"/>
                          <a:chOff x="2849" y="1026"/>
                          <a:chExt cx="445" cy="190"/>
                        </a:xfrm>
                      </p:grpSpPr>
                      <p:sp>
                        <p:nvSpPr>
                          <p:cNvPr id="72828" name="Line 59"/>
                          <p:cNvSpPr/>
                          <p:nvPr/>
                        </p:nvSpPr>
                        <p:spPr>
                          <a:xfrm>
                            <a:off x="2917" y="1026"/>
                            <a:ext cx="150" cy="1"/>
                          </a:xfrm>
                          <a:prstGeom prst="line">
                            <a:avLst/>
                          </a:prstGeom>
                          <a:ln w="14288" cap="flat" cmpd="sng">
                            <a:solidFill>
                              <a:srgbClr val="000000"/>
                            </a:solidFill>
                            <a:prstDash val="solid"/>
                            <a:headEnd type="none" w="med" len="med"/>
                            <a:tailEnd type="none" w="med" len="med"/>
                          </a:ln>
                        </p:spPr>
                      </p:sp>
                      <p:sp>
                        <p:nvSpPr>
                          <p:cNvPr id="72829" name="Line 60"/>
                          <p:cNvSpPr/>
                          <p:nvPr/>
                        </p:nvSpPr>
                        <p:spPr>
                          <a:xfrm flipH="1">
                            <a:off x="2849" y="1026"/>
                            <a:ext cx="68" cy="189"/>
                          </a:xfrm>
                          <a:prstGeom prst="line">
                            <a:avLst/>
                          </a:prstGeom>
                          <a:ln w="14288" cap="flat" cmpd="sng">
                            <a:solidFill>
                              <a:srgbClr val="000000"/>
                            </a:solidFill>
                            <a:prstDash val="solid"/>
                            <a:headEnd type="none" w="med" len="med"/>
                            <a:tailEnd type="none" w="med" len="med"/>
                          </a:ln>
                        </p:spPr>
                      </p:sp>
                      <p:sp>
                        <p:nvSpPr>
                          <p:cNvPr id="72830" name="Line 61"/>
                          <p:cNvSpPr/>
                          <p:nvPr/>
                        </p:nvSpPr>
                        <p:spPr>
                          <a:xfrm>
                            <a:off x="3067" y="1026"/>
                            <a:ext cx="80" cy="189"/>
                          </a:xfrm>
                          <a:prstGeom prst="line">
                            <a:avLst/>
                          </a:prstGeom>
                          <a:ln w="14288" cap="flat" cmpd="sng">
                            <a:solidFill>
                              <a:srgbClr val="000000"/>
                            </a:solidFill>
                            <a:prstDash val="solid"/>
                            <a:headEnd type="none" w="med" len="med"/>
                            <a:tailEnd type="none" w="med" len="med"/>
                          </a:ln>
                        </p:spPr>
                      </p:sp>
                      <p:sp>
                        <p:nvSpPr>
                          <p:cNvPr id="72831" name="Line 62"/>
                          <p:cNvSpPr/>
                          <p:nvPr/>
                        </p:nvSpPr>
                        <p:spPr>
                          <a:xfrm>
                            <a:off x="3146" y="1215"/>
                            <a:ext cx="148" cy="1"/>
                          </a:xfrm>
                          <a:prstGeom prst="line">
                            <a:avLst/>
                          </a:prstGeom>
                          <a:ln w="14288" cap="flat" cmpd="sng">
                            <a:solidFill>
                              <a:srgbClr val="000000"/>
                            </a:solidFill>
                            <a:prstDash val="solid"/>
                            <a:headEnd type="none" w="med" len="med"/>
                            <a:tailEnd type="none" w="med" len="med"/>
                          </a:ln>
                        </p:spPr>
                      </p:sp>
                    </p:grpSp>
                  </p:grpSp>
                  <p:grpSp>
                    <p:nvGrpSpPr>
                      <p:cNvPr id="72821" name="Group 63"/>
                      <p:cNvGrpSpPr/>
                      <p:nvPr/>
                    </p:nvGrpSpPr>
                    <p:grpSpPr>
                      <a:xfrm>
                        <a:off x="3294" y="1037"/>
                        <a:ext cx="446" cy="190"/>
                        <a:chOff x="3294" y="1037"/>
                        <a:chExt cx="446" cy="190"/>
                      </a:xfrm>
                    </p:grpSpPr>
                    <p:sp>
                      <p:nvSpPr>
                        <p:cNvPr id="72822" name="Line 64"/>
                        <p:cNvSpPr/>
                        <p:nvPr/>
                      </p:nvSpPr>
                      <p:spPr>
                        <a:xfrm>
                          <a:off x="3363" y="1037"/>
                          <a:ext cx="150" cy="1"/>
                        </a:xfrm>
                        <a:prstGeom prst="line">
                          <a:avLst/>
                        </a:prstGeom>
                        <a:ln w="14288" cap="flat" cmpd="sng">
                          <a:solidFill>
                            <a:srgbClr val="000000"/>
                          </a:solidFill>
                          <a:prstDash val="solid"/>
                          <a:headEnd type="none" w="med" len="med"/>
                          <a:tailEnd type="none" w="med" len="med"/>
                        </a:ln>
                      </p:spPr>
                    </p:sp>
                    <p:sp>
                      <p:nvSpPr>
                        <p:cNvPr id="72823" name="Line 65"/>
                        <p:cNvSpPr/>
                        <p:nvPr/>
                      </p:nvSpPr>
                      <p:spPr>
                        <a:xfrm flipH="1">
                          <a:off x="3294" y="1037"/>
                          <a:ext cx="69" cy="189"/>
                        </a:xfrm>
                        <a:prstGeom prst="line">
                          <a:avLst/>
                        </a:prstGeom>
                        <a:ln w="14288" cap="flat" cmpd="sng">
                          <a:solidFill>
                            <a:srgbClr val="000000"/>
                          </a:solidFill>
                          <a:prstDash val="solid"/>
                          <a:headEnd type="none" w="med" len="med"/>
                          <a:tailEnd type="none" w="med" len="med"/>
                        </a:ln>
                      </p:spPr>
                    </p:sp>
                    <p:sp>
                      <p:nvSpPr>
                        <p:cNvPr id="72824" name="Line 66"/>
                        <p:cNvSpPr/>
                        <p:nvPr/>
                      </p:nvSpPr>
                      <p:spPr>
                        <a:xfrm>
                          <a:off x="3513" y="1037"/>
                          <a:ext cx="80" cy="189"/>
                        </a:xfrm>
                        <a:prstGeom prst="line">
                          <a:avLst/>
                        </a:prstGeom>
                        <a:ln w="14288" cap="flat" cmpd="sng">
                          <a:solidFill>
                            <a:srgbClr val="000000"/>
                          </a:solidFill>
                          <a:prstDash val="solid"/>
                          <a:headEnd type="none" w="med" len="med"/>
                          <a:tailEnd type="none" w="med" len="med"/>
                        </a:ln>
                      </p:spPr>
                    </p:sp>
                    <p:sp>
                      <p:nvSpPr>
                        <p:cNvPr id="72825" name="Line 67"/>
                        <p:cNvSpPr/>
                        <p:nvPr/>
                      </p:nvSpPr>
                      <p:spPr>
                        <a:xfrm>
                          <a:off x="3591" y="1226"/>
                          <a:ext cx="149" cy="1"/>
                        </a:xfrm>
                        <a:prstGeom prst="line">
                          <a:avLst/>
                        </a:prstGeom>
                        <a:ln w="14288" cap="flat" cmpd="sng">
                          <a:solidFill>
                            <a:srgbClr val="000000"/>
                          </a:solidFill>
                          <a:prstDash val="solid"/>
                          <a:headEnd type="none" w="med" len="med"/>
                          <a:tailEnd type="none" w="med" len="med"/>
                        </a:ln>
                      </p:spPr>
                    </p:sp>
                  </p:grpSp>
                </p:grpSp>
                <p:grpSp>
                  <p:nvGrpSpPr>
                    <p:cNvPr id="72815" name="Group 68"/>
                    <p:cNvGrpSpPr/>
                    <p:nvPr/>
                  </p:nvGrpSpPr>
                  <p:grpSpPr>
                    <a:xfrm>
                      <a:off x="3740" y="1049"/>
                      <a:ext cx="445" cy="189"/>
                      <a:chOff x="3740" y="1049"/>
                      <a:chExt cx="445" cy="189"/>
                    </a:xfrm>
                  </p:grpSpPr>
                  <p:sp>
                    <p:nvSpPr>
                      <p:cNvPr id="72816" name="Line 69"/>
                      <p:cNvSpPr/>
                      <p:nvPr/>
                    </p:nvSpPr>
                    <p:spPr>
                      <a:xfrm>
                        <a:off x="3810" y="1049"/>
                        <a:ext cx="148" cy="1"/>
                      </a:xfrm>
                      <a:prstGeom prst="line">
                        <a:avLst/>
                      </a:prstGeom>
                      <a:ln w="14288" cap="flat" cmpd="sng">
                        <a:solidFill>
                          <a:srgbClr val="000000"/>
                        </a:solidFill>
                        <a:prstDash val="solid"/>
                        <a:headEnd type="none" w="med" len="med"/>
                        <a:tailEnd type="none" w="med" len="med"/>
                      </a:ln>
                    </p:spPr>
                  </p:sp>
                  <p:sp>
                    <p:nvSpPr>
                      <p:cNvPr id="72817" name="Line 70"/>
                      <p:cNvSpPr/>
                      <p:nvPr/>
                    </p:nvSpPr>
                    <p:spPr>
                      <a:xfrm flipH="1">
                        <a:off x="3740" y="1049"/>
                        <a:ext cx="70" cy="188"/>
                      </a:xfrm>
                      <a:prstGeom prst="line">
                        <a:avLst/>
                      </a:prstGeom>
                      <a:ln w="14288" cap="flat" cmpd="sng">
                        <a:solidFill>
                          <a:srgbClr val="000000"/>
                        </a:solidFill>
                        <a:prstDash val="solid"/>
                        <a:headEnd type="none" w="med" len="med"/>
                        <a:tailEnd type="none" w="med" len="med"/>
                      </a:ln>
                    </p:spPr>
                  </p:sp>
                  <p:sp>
                    <p:nvSpPr>
                      <p:cNvPr id="72818" name="Line 71"/>
                      <p:cNvSpPr/>
                      <p:nvPr/>
                    </p:nvSpPr>
                    <p:spPr>
                      <a:xfrm>
                        <a:off x="3958" y="1049"/>
                        <a:ext cx="80" cy="188"/>
                      </a:xfrm>
                      <a:prstGeom prst="line">
                        <a:avLst/>
                      </a:prstGeom>
                      <a:ln w="14288" cap="flat" cmpd="sng">
                        <a:solidFill>
                          <a:srgbClr val="000000"/>
                        </a:solidFill>
                        <a:prstDash val="solid"/>
                        <a:headEnd type="none" w="med" len="med"/>
                        <a:tailEnd type="none" w="med" len="med"/>
                      </a:ln>
                    </p:spPr>
                  </p:sp>
                  <p:sp>
                    <p:nvSpPr>
                      <p:cNvPr id="72819" name="Line 72"/>
                      <p:cNvSpPr/>
                      <p:nvPr/>
                    </p:nvSpPr>
                    <p:spPr>
                      <a:xfrm>
                        <a:off x="4037" y="1237"/>
                        <a:ext cx="148" cy="1"/>
                      </a:xfrm>
                      <a:prstGeom prst="line">
                        <a:avLst/>
                      </a:prstGeom>
                      <a:ln w="14288" cap="flat" cmpd="sng">
                        <a:solidFill>
                          <a:srgbClr val="000000"/>
                        </a:solidFill>
                        <a:prstDash val="solid"/>
                        <a:headEnd type="none" w="med" len="med"/>
                        <a:tailEnd type="none" w="med" len="med"/>
                      </a:ln>
                    </p:spPr>
                  </p:sp>
                </p:grpSp>
              </p:grpSp>
              <p:grpSp>
                <p:nvGrpSpPr>
                  <p:cNvPr id="72809" name="Group 73"/>
                  <p:cNvGrpSpPr/>
                  <p:nvPr/>
                </p:nvGrpSpPr>
                <p:grpSpPr>
                  <a:xfrm>
                    <a:off x="4177" y="1049"/>
                    <a:ext cx="445" cy="189"/>
                    <a:chOff x="4177" y="1049"/>
                    <a:chExt cx="445" cy="189"/>
                  </a:xfrm>
                </p:grpSpPr>
                <p:sp>
                  <p:nvSpPr>
                    <p:cNvPr id="72810" name="Line 74"/>
                    <p:cNvSpPr/>
                    <p:nvPr/>
                  </p:nvSpPr>
                  <p:spPr>
                    <a:xfrm>
                      <a:off x="4245" y="1049"/>
                      <a:ext cx="150" cy="1"/>
                    </a:xfrm>
                    <a:prstGeom prst="line">
                      <a:avLst/>
                    </a:prstGeom>
                    <a:ln w="14288" cap="flat" cmpd="sng">
                      <a:solidFill>
                        <a:srgbClr val="000000"/>
                      </a:solidFill>
                      <a:prstDash val="solid"/>
                      <a:headEnd type="none" w="med" len="med"/>
                      <a:tailEnd type="none" w="med" len="med"/>
                    </a:ln>
                  </p:spPr>
                </p:sp>
                <p:sp>
                  <p:nvSpPr>
                    <p:cNvPr id="72811" name="Line 75"/>
                    <p:cNvSpPr/>
                    <p:nvPr/>
                  </p:nvSpPr>
                  <p:spPr>
                    <a:xfrm flipH="1">
                      <a:off x="4177" y="1049"/>
                      <a:ext cx="68" cy="188"/>
                    </a:xfrm>
                    <a:prstGeom prst="line">
                      <a:avLst/>
                    </a:prstGeom>
                    <a:ln w="14288" cap="flat" cmpd="sng">
                      <a:solidFill>
                        <a:srgbClr val="000000"/>
                      </a:solidFill>
                      <a:prstDash val="solid"/>
                      <a:headEnd type="none" w="med" len="med"/>
                      <a:tailEnd type="none" w="med" len="med"/>
                    </a:ln>
                  </p:spPr>
                </p:sp>
                <p:sp>
                  <p:nvSpPr>
                    <p:cNvPr id="72812" name="Line 76"/>
                    <p:cNvSpPr/>
                    <p:nvPr/>
                  </p:nvSpPr>
                  <p:spPr>
                    <a:xfrm>
                      <a:off x="4395" y="1049"/>
                      <a:ext cx="80" cy="188"/>
                    </a:xfrm>
                    <a:prstGeom prst="line">
                      <a:avLst/>
                    </a:prstGeom>
                    <a:ln w="14288" cap="flat" cmpd="sng">
                      <a:solidFill>
                        <a:srgbClr val="000000"/>
                      </a:solidFill>
                      <a:prstDash val="solid"/>
                      <a:headEnd type="none" w="med" len="med"/>
                      <a:tailEnd type="none" w="med" len="med"/>
                    </a:ln>
                  </p:spPr>
                </p:sp>
                <p:sp>
                  <p:nvSpPr>
                    <p:cNvPr id="72813" name="Line 77"/>
                    <p:cNvSpPr/>
                    <p:nvPr/>
                  </p:nvSpPr>
                  <p:spPr>
                    <a:xfrm>
                      <a:off x="4474" y="1237"/>
                      <a:ext cx="148" cy="1"/>
                    </a:xfrm>
                    <a:prstGeom prst="line">
                      <a:avLst/>
                    </a:prstGeom>
                    <a:ln w="14288" cap="flat" cmpd="sng">
                      <a:solidFill>
                        <a:srgbClr val="000000"/>
                      </a:solidFill>
                      <a:prstDash val="solid"/>
                      <a:headEnd type="none" w="med" len="med"/>
                      <a:tailEnd type="none" w="med" len="med"/>
                    </a:ln>
                  </p:spPr>
                </p:sp>
              </p:grpSp>
            </p:grpSp>
            <p:grpSp>
              <p:nvGrpSpPr>
                <p:cNvPr id="72803" name="Group 78"/>
                <p:cNvGrpSpPr/>
                <p:nvPr/>
              </p:nvGrpSpPr>
              <p:grpSpPr>
                <a:xfrm>
                  <a:off x="4622" y="1049"/>
                  <a:ext cx="446" cy="189"/>
                  <a:chOff x="4622" y="1049"/>
                  <a:chExt cx="446" cy="189"/>
                </a:xfrm>
              </p:grpSpPr>
              <p:sp>
                <p:nvSpPr>
                  <p:cNvPr id="72804" name="Line 79"/>
                  <p:cNvSpPr/>
                  <p:nvPr/>
                </p:nvSpPr>
                <p:spPr>
                  <a:xfrm>
                    <a:off x="4691" y="1049"/>
                    <a:ext cx="150" cy="1"/>
                  </a:xfrm>
                  <a:prstGeom prst="line">
                    <a:avLst/>
                  </a:prstGeom>
                  <a:ln w="14288" cap="flat" cmpd="sng">
                    <a:solidFill>
                      <a:srgbClr val="000000"/>
                    </a:solidFill>
                    <a:prstDash val="solid"/>
                    <a:headEnd type="none" w="med" len="med"/>
                    <a:tailEnd type="none" w="med" len="med"/>
                  </a:ln>
                </p:spPr>
              </p:sp>
              <p:sp>
                <p:nvSpPr>
                  <p:cNvPr id="72805" name="Line 80"/>
                  <p:cNvSpPr/>
                  <p:nvPr/>
                </p:nvSpPr>
                <p:spPr>
                  <a:xfrm flipH="1">
                    <a:off x="4622" y="1049"/>
                    <a:ext cx="69" cy="188"/>
                  </a:xfrm>
                  <a:prstGeom prst="line">
                    <a:avLst/>
                  </a:prstGeom>
                  <a:ln w="14288" cap="flat" cmpd="sng">
                    <a:solidFill>
                      <a:srgbClr val="000000"/>
                    </a:solidFill>
                    <a:prstDash val="solid"/>
                    <a:headEnd type="none" w="med" len="med"/>
                    <a:tailEnd type="none" w="med" len="med"/>
                  </a:ln>
                </p:spPr>
              </p:sp>
              <p:sp>
                <p:nvSpPr>
                  <p:cNvPr id="72806" name="Line 81"/>
                  <p:cNvSpPr/>
                  <p:nvPr/>
                </p:nvSpPr>
                <p:spPr>
                  <a:xfrm>
                    <a:off x="4841" y="1049"/>
                    <a:ext cx="79" cy="188"/>
                  </a:xfrm>
                  <a:prstGeom prst="line">
                    <a:avLst/>
                  </a:prstGeom>
                  <a:ln w="14288" cap="flat" cmpd="sng">
                    <a:solidFill>
                      <a:srgbClr val="000000"/>
                    </a:solidFill>
                    <a:prstDash val="solid"/>
                    <a:headEnd type="none" w="med" len="med"/>
                    <a:tailEnd type="none" w="med" len="med"/>
                  </a:ln>
                </p:spPr>
              </p:sp>
              <p:sp>
                <p:nvSpPr>
                  <p:cNvPr id="72807" name="Line 82"/>
                  <p:cNvSpPr/>
                  <p:nvPr/>
                </p:nvSpPr>
                <p:spPr>
                  <a:xfrm>
                    <a:off x="4919" y="1237"/>
                    <a:ext cx="149" cy="1"/>
                  </a:xfrm>
                  <a:prstGeom prst="line">
                    <a:avLst/>
                  </a:prstGeom>
                  <a:ln w="14288" cap="flat" cmpd="sng">
                    <a:solidFill>
                      <a:srgbClr val="000000"/>
                    </a:solidFill>
                    <a:prstDash val="solid"/>
                    <a:headEnd type="none" w="med" len="med"/>
                    <a:tailEnd type="none" w="med" len="med"/>
                  </a:ln>
                </p:spPr>
              </p:sp>
            </p:grpSp>
          </p:grpSp>
          <p:sp>
            <p:nvSpPr>
              <p:cNvPr id="72800" name="Line 83"/>
              <p:cNvSpPr/>
              <p:nvPr/>
            </p:nvSpPr>
            <p:spPr>
              <a:xfrm flipH="1">
                <a:off x="944" y="1168"/>
                <a:ext cx="149" cy="1"/>
              </a:xfrm>
              <a:prstGeom prst="line">
                <a:avLst/>
              </a:prstGeom>
              <a:ln w="14288" cap="flat" cmpd="sng">
                <a:solidFill>
                  <a:srgbClr val="000000"/>
                </a:solidFill>
                <a:prstDash val="solid"/>
                <a:headEnd type="none" w="med" len="med"/>
                <a:tailEnd type="none" w="med" len="med"/>
              </a:ln>
            </p:spPr>
          </p:sp>
          <p:sp>
            <p:nvSpPr>
              <p:cNvPr id="72801" name="Line 84"/>
              <p:cNvSpPr/>
              <p:nvPr/>
            </p:nvSpPr>
            <p:spPr>
              <a:xfrm>
                <a:off x="961" y="1439"/>
                <a:ext cx="4543" cy="1"/>
              </a:xfrm>
              <a:prstGeom prst="line">
                <a:avLst/>
              </a:prstGeom>
              <a:ln w="14288" cap="flat" cmpd="sng">
                <a:solidFill>
                  <a:srgbClr val="000000"/>
                </a:solidFill>
                <a:prstDash val="solid"/>
                <a:headEnd type="none" w="med" len="med"/>
                <a:tailEnd type="none" w="med" len="med"/>
              </a:ln>
            </p:spPr>
          </p:sp>
        </p:grpSp>
        <p:grpSp>
          <p:nvGrpSpPr>
            <p:cNvPr id="72786" name="Group 85"/>
            <p:cNvGrpSpPr/>
            <p:nvPr/>
          </p:nvGrpSpPr>
          <p:grpSpPr>
            <a:xfrm>
              <a:off x="1006" y="1924"/>
              <a:ext cx="4488" cy="204"/>
              <a:chOff x="1006" y="1924"/>
              <a:chExt cx="4488" cy="204"/>
            </a:xfrm>
          </p:grpSpPr>
          <p:grpSp>
            <p:nvGrpSpPr>
              <p:cNvPr id="72787" name="Group 86"/>
              <p:cNvGrpSpPr/>
              <p:nvPr/>
            </p:nvGrpSpPr>
            <p:grpSpPr>
              <a:xfrm>
                <a:off x="1006" y="1924"/>
                <a:ext cx="375" cy="190"/>
                <a:chOff x="1006" y="1924"/>
                <a:chExt cx="375" cy="190"/>
              </a:xfrm>
            </p:grpSpPr>
            <p:sp>
              <p:nvSpPr>
                <p:cNvPr id="72795" name="Line 87"/>
                <p:cNvSpPr/>
                <p:nvPr/>
              </p:nvSpPr>
              <p:spPr>
                <a:xfrm>
                  <a:off x="1006" y="1924"/>
                  <a:ext cx="148" cy="1"/>
                </a:xfrm>
                <a:prstGeom prst="line">
                  <a:avLst/>
                </a:prstGeom>
                <a:ln w="14288" cap="flat" cmpd="sng">
                  <a:solidFill>
                    <a:srgbClr val="000000"/>
                  </a:solidFill>
                  <a:prstDash val="solid"/>
                  <a:headEnd type="none" w="med" len="med"/>
                  <a:tailEnd type="none" w="med" len="med"/>
                </a:ln>
              </p:spPr>
            </p:sp>
            <p:sp>
              <p:nvSpPr>
                <p:cNvPr id="72796" name="Line 88"/>
                <p:cNvSpPr/>
                <p:nvPr/>
              </p:nvSpPr>
              <p:spPr>
                <a:xfrm>
                  <a:off x="1154" y="1924"/>
                  <a:ext cx="82" cy="189"/>
                </a:xfrm>
                <a:prstGeom prst="line">
                  <a:avLst/>
                </a:prstGeom>
                <a:ln w="14288" cap="flat" cmpd="sng">
                  <a:solidFill>
                    <a:srgbClr val="000000"/>
                  </a:solidFill>
                  <a:prstDash val="solid"/>
                  <a:headEnd type="none" w="med" len="med"/>
                  <a:tailEnd type="none" w="med" len="med"/>
                </a:ln>
              </p:spPr>
            </p:sp>
            <p:sp>
              <p:nvSpPr>
                <p:cNvPr id="72797" name="Line 89"/>
                <p:cNvSpPr/>
                <p:nvPr/>
              </p:nvSpPr>
              <p:spPr>
                <a:xfrm>
                  <a:off x="1233" y="2113"/>
                  <a:ext cx="148" cy="1"/>
                </a:xfrm>
                <a:prstGeom prst="line">
                  <a:avLst/>
                </a:prstGeom>
                <a:ln w="14288" cap="flat" cmpd="sng">
                  <a:solidFill>
                    <a:srgbClr val="000000"/>
                  </a:solidFill>
                  <a:prstDash val="solid"/>
                  <a:headEnd type="none" w="med" len="med"/>
                  <a:tailEnd type="none" w="med" len="med"/>
                </a:ln>
              </p:spPr>
            </p:sp>
          </p:grpSp>
          <p:grpSp>
            <p:nvGrpSpPr>
              <p:cNvPr id="72788" name="Group 90"/>
              <p:cNvGrpSpPr/>
              <p:nvPr/>
            </p:nvGrpSpPr>
            <p:grpSpPr>
              <a:xfrm>
                <a:off x="1381" y="1934"/>
                <a:ext cx="720" cy="192"/>
                <a:chOff x="1381" y="1934"/>
                <a:chExt cx="720" cy="192"/>
              </a:xfrm>
            </p:grpSpPr>
            <p:sp>
              <p:nvSpPr>
                <p:cNvPr id="72791" name="Line 91"/>
                <p:cNvSpPr/>
                <p:nvPr/>
              </p:nvSpPr>
              <p:spPr>
                <a:xfrm>
                  <a:off x="1451" y="1934"/>
                  <a:ext cx="149" cy="2"/>
                </a:xfrm>
                <a:prstGeom prst="line">
                  <a:avLst/>
                </a:prstGeom>
                <a:ln w="14288" cap="flat" cmpd="sng">
                  <a:solidFill>
                    <a:srgbClr val="000000"/>
                  </a:solidFill>
                  <a:prstDash val="solid"/>
                  <a:headEnd type="none" w="med" len="med"/>
                  <a:tailEnd type="none" w="med" len="med"/>
                </a:ln>
              </p:spPr>
            </p:sp>
            <p:sp>
              <p:nvSpPr>
                <p:cNvPr id="72792" name="Line 92"/>
                <p:cNvSpPr/>
                <p:nvPr/>
              </p:nvSpPr>
              <p:spPr>
                <a:xfrm flipH="1">
                  <a:off x="1381" y="1934"/>
                  <a:ext cx="70" cy="188"/>
                </a:xfrm>
                <a:prstGeom prst="line">
                  <a:avLst/>
                </a:prstGeom>
                <a:ln w="14288" cap="flat" cmpd="sng">
                  <a:solidFill>
                    <a:srgbClr val="000000"/>
                  </a:solidFill>
                  <a:prstDash val="solid"/>
                  <a:headEnd type="none" w="med" len="med"/>
                  <a:tailEnd type="none" w="med" len="med"/>
                </a:ln>
              </p:spPr>
            </p:sp>
            <p:sp>
              <p:nvSpPr>
                <p:cNvPr id="72793" name="Line 93"/>
                <p:cNvSpPr/>
                <p:nvPr/>
              </p:nvSpPr>
              <p:spPr>
                <a:xfrm>
                  <a:off x="1600" y="1934"/>
                  <a:ext cx="81" cy="188"/>
                </a:xfrm>
                <a:prstGeom prst="line">
                  <a:avLst/>
                </a:prstGeom>
                <a:ln w="14288" cap="flat" cmpd="sng">
                  <a:solidFill>
                    <a:srgbClr val="000000"/>
                  </a:solidFill>
                  <a:prstDash val="solid"/>
                  <a:headEnd type="none" w="med" len="med"/>
                  <a:tailEnd type="none" w="med" len="med"/>
                </a:ln>
              </p:spPr>
            </p:sp>
            <p:sp>
              <p:nvSpPr>
                <p:cNvPr id="72794" name="Line 94"/>
                <p:cNvSpPr/>
                <p:nvPr/>
              </p:nvSpPr>
              <p:spPr>
                <a:xfrm>
                  <a:off x="1678" y="2122"/>
                  <a:ext cx="423" cy="4"/>
                </a:xfrm>
                <a:prstGeom prst="line">
                  <a:avLst/>
                </a:prstGeom>
                <a:ln w="14288" cap="flat" cmpd="sng">
                  <a:solidFill>
                    <a:srgbClr val="000000"/>
                  </a:solidFill>
                  <a:prstDash val="solid"/>
                  <a:headEnd type="none" w="med" len="med"/>
                  <a:tailEnd type="none" w="med" len="med"/>
                </a:ln>
              </p:spPr>
            </p:sp>
          </p:grpSp>
          <p:sp>
            <p:nvSpPr>
              <p:cNvPr id="72789" name="Line 97"/>
              <p:cNvSpPr/>
              <p:nvPr/>
            </p:nvSpPr>
            <p:spPr>
              <a:xfrm flipH="1">
                <a:off x="2101" y="1940"/>
                <a:ext cx="69" cy="188"/>
              </a:xfrm>
              <a:prstGeom prst="line">
                <a:avLst/>
              </a:prstGeom>
              <a:ln w="14288" cap="flat" cmpd="sng">
                <a:solidFill>
                  <a:srgbClr val="000000"/>
                </a:solidFill>
                <a:prstDash val="solid"/>
                <a:headEnd type="none" w="med" len="med"/>
                <a:tailEnd type="none" w="med" len="med"/>
              </a:ln>
            </p:spPr>
          </p:sp>
          <p:sp>
            <p:nvSpPr>
              <p:cNvPr id="72790" name="Line 98"/>
              <p:cNvSpPr/>
              <p:nvPr/>
            </p:nvSpPr>
            <p:spPr>
              <a:xfrm>
                <a:off x="2157" y="1931"/>
                <a:ext cx="3337" cy="5"/>
              </a:xfrm>
              <a:prstGeom prst="line">
                <a:avLst/>
              </a:prstGeom>
              <a:ln w="14288" cap="flat" cmpd="sng">
                <a:solidFill>
                  <a:srgbClr val="000000"/>
                </a:solidFill>
                <a:prstDash val="solid"/>
                <a:headEnd type="none" w="med" len="med"/>
                <a:tailEnd type="none" w="med" len="med"/>
              </a:ln>
            </p:spPr>
          </p:sp>
        </p:grpSp>
      </p:grpSp>
      <p:sp>
        <p:nvSpPr>
          <p:cNvPr id="72711" name="Rectangle 99"/>
          <p:cNvSpPr/>
          <p:nvPr/>
        </p:nvSpPr>
        <p:spPr>
          <a:xfrm>
            <a:off x="631825" y="3338513"/>
            <a:ext cx="511175" cy="46990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2712" name="Rectangle 100"/>
          <p:cNvSpPr/>
          <p:nvPr/>
        </p:nvSpPr>
        <p:spPr>
          <a:xfrm>
            <a:off x="638175" y="3486150"/>
            <a:ext cx="6096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OUT0</a:t>
            </a:r>
            <a:endParaRPr lang="en-US" altLang="zh-CN" sz="1800" b="0" dirty="0">
              <a:solidFill>
                <a:schemeClr val="tx1"/>
              </a:solidFill>
              <a:latin typeface="Arial" panose="020B0604020202020204" pitchFamily="34" charset="0"/>
            </a:endParaRPr>
          </a:p>
        </p:txBody>
      </p:sp>
      <p:sp>
        <p:nvSpPr>
          <p:cNvPr id="72713" name="Rectangle 102"/>
          <p:cNvSpPr/>
          <p:nvPr/>
        </p:nvSpPr>
        <p:spPr>
          <a:xfrm>
            <a:off x="5530850" y="3416300"/>
            <a:ext cx="512763" cy="473075"/>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grpSp>
        <p:nvGrpSpPr>
          <p:cNvPr id="72714" name="Group 104"/>
          <p:cNvGrpSpPr/>
          <p:nvPr/>
        </p:nvGrpSpPr>
        <p:grpSpPr>
          <a:xfrm>
            <a:off x="6084888" y="3429000"/>
            <a:ext cx="346075" cy="298450"/>
            <a:chOff x="3577" y="2268"/>
            <a:chExt cx="218" cy="188"/>
          </a:xfrm>
        </p:grpSpPr>
        <p:sp>
          <p:nvSpPr>
            <p:cNvPr id="72771" name="Line 105"/>
            <p:cNvSpPr/>
            <p:nvPr/>
          </p:nvSpPr>
          <p:spPr>
            <a:xfrm>
              <a:off x="3647" y="2268"/>
              <a:ext cx="148" cy="1"/>
            </a:xfrm>
            <a:prstGeom prst="line">
              <a:avLst/>
            </a:prstGeom>
            <a:ln w="14288" cap="flat" cmpd="sng">
              <a:solidFill>
                <a:srgbClr val="000000"/>
              </a:solidFill>
              <a:prstDash val="solid"/>
              <a:headEnd type="none" w="med" len="med"/>
              <a:tailEnd type="none" w="med" len="med"/>
            </a:ln>
          </p:spPr>
        </p:sp>
        <p:sp>
          <p:nvSpPr>
            <p:cNvPr id="72772" name="Line 106"/>
            <p:cNvSpPr/>
            <p:nvPr/>
          </p:nvSpPr>
          <p:spPr>
            <a:xfrm flipH="1">
              <a:off x="3577" y="2268"/>
              <a:ext cx="70" cy="188"/>
            </a:xfrm>
            <a:prstGeom prst="line">
              <a:avLst/>
            </a:prstGeom>
            <a:ln w="14288" cap="flat" cmpd="sng">
              <a:solidFill>
                <a:srgbClr val="000000"/>
              </a:solidFill>
              <a:prstDash val="solid"/>
              <a:headEnd type="none" w="med" len="med"/>
              <a:tailEnd type="none" w="med" len="med"/>
            </a:ln>
          </p:spPr>
        </p:sp>
      </p:grpSp>
      <p:sp>
        <p:nvSpPr>
          <p:cNvPr id="72715" name="Rectangle 111"/>
          <p:cNvSpPr/>
          <p:nvPr/>
        </p:nvSpPr>
        <p:spPr>
          <a:xfrm>
            <a:off x="4767263" y="3249613"/>
            <a:ext cx="512762" cy="469900"/>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2716" name="Rectangle 112"/>
          <p:cNvSpPr/>
          <p:nvPr/>
        </p:nvSpPr>
        <p:spPr>
          <a:xfrm>
            <a:off x="5364163" y="3441700"/>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72717" name="Rectangle 113"/>
          <p:cNvSpPr/>
          <p:nvPr/>
        </p:nvSpPr>
        <p:spPr>
          <a:xfrm>
            <a:off x="4144963" y="3249613"/>
            <a:ext cx="511175" cy="469900"/>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2718" name="Rectangle 114"/>
          <p:cNvSpPr/>
          <p:nvPr/>
        </p:nvSpPr>
        <p:spPr>
          <a:xfrm>
            <a:off x="4660900" y="3429000"/>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72719" name="Rectangle 115"/>
          <p:cNvSpPr/>
          <p:nvPr/>
        </p:nvSpPr>
        <p:spPr>
          <a:xfrm>
            <a:off x="3378200" y="3267075"/>
            <a:ext cx="512763" cy="473075"/>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2720" name="Rectangle 116"/>
          <p:cNvSpPr/>
          <p:nvPr/>
        </p:nvSpPr>
        <p:spPr>
          <a:xfrm>
            <a:off x="3924300" y="3416300"/>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72721" name="Line 117"/>
          <p:cNvSpPr/>
          <p:nvPr/>
        </p:nvSpPr>
        <p:spPr>
          <a:xfrm>
            <a:off x="6372225" y="3429000"/>
            <a:ext cx="2016125" cy="0"/>
          </a:xfrm>
          <a:prstGeom prst="line">
            <a:avLst/>
          </a:prstGeom>
          <a:ln w="14288" cap="flat" cmpd="sng">
            <a:solidFill>
              <a:srgbClr val="000000"/>
            </a:solidFill>
            <a:prstDash val="solid"/>
            <a:headEnd type="none" w="med" len="med"/>
            <a:tailEnd type="none" w="med" len="med"/>
          </a:ln>
        </p:spPr>
      </p:sp>
      <p:sp>
        <p:nvSpPr>
          <p:cNvPr id="72722" name="Line 119"/>
          <p:cNvSpPr/>
          <p:nvPr/>
        </p:nvSpPr>
        <p:spPr>
          <a:xfrm flipH="1">
            <a:off x="4932363" y="4292600"/>
            <a:ext cx="611187" cy="0"/>
          </a:xfrm>
          <a:prstGeom prst="line">
            <a:avLst/>
          </a:prstGeom>
          <a:ln w="14288" cap="flat" cmpd="sng">
            <a:solidFill>
              <a:srgbClr val="0000FF"/>
            </a:solidFill>
            <a:prstDash val="solid"/>
            <a:headEnd type="none" w="med" len="med"/>
            <a:tailEnd type="none" w="med" len="med"/>
          </a:ln>
        </p:spPr>
      </p:sp>
      <p:sp>
        <p:nvSpPr>
          <p:cNvPr id="72723" name="Line 120"/>
          <p:cNvSpPr/>
          <p:nvPr/>
        </p:nvSpPr>
        <p:spPr>
          <a:xfrm rot="600000" flipV="1">
            <a:off x="5549900" y="4005263"/>
            <a:ext cx="71438" cy="287337"/>
          </a:xfrm>
          <a:prstGeom prst="line">
            <a:avLst/>
          </a:prstGeom>
          <a:ln w="14288" cap="flat" cmpd="sng">
            <a:solidFill>
              <a:srgbClr val="0000FF"/>
            </a:solidFill>
            <a:prstDash val="solid"/>
            <a:headEnd type="none" w="med" len="med"/>
            <a:tailEnd type="none" w="med" len="med"/>
          </a:ln>
        </p:spPr>
      </p:sp>
      <p:sp>
        <p:nvSpPr>
          <p:cNvPr id="72724" name="Line 121"/>
          <p:cNvSpPr/>
          <p:nvPr/>
        </p:nvSpPr>
        <p:spPr>
          <a:xfrm flipH="1" flipV="1">
            <a:off x="4787900" y="4005263"/>
            <a:ext cx="130175" cy="300037"/>
          </a:xfrm>
          <a:prstGeom prst="line">
            <a:avLst/>
          </a:prstGeom>
          <a:ln w="14288" cap="flat" cmpd="sng">
            <a:solidFill>
              <a:srgbClr val="0000FF"/>
            </a:solidFill>
            <a:prstDash val="solid"/>
            <a:headEnd type="none" w="med" len="med"/>
            <a:tailEnd type="none" w="med" len="med"/>
          </a:ln>
        </p:spPr>
      </p:sp>
      <p:sp>
        <p:nvSpPr>
          <p:cNvPr id="72725" name="Line 122"/>
          <p:cNvSpPr/>
          <p:nvPr/>
        </p:nvSpPr>
        <p:spPr>
          <a:xfrm>
            <a:off x="1403350" y="4005263"/>
            <a:ext cx="3384550" cy="0"/>
          </a:xfrm>
          <a:prstGeom prst="line">
            <a:avLst/>
          </a:prstGeom>
          <a:ln w="14288" cap="flat" cmpd="sng">
            <a:solidFill>
              <a:srgbClr val="0000FF"/>
            </a:solidFill>
            <a:prstDash val="solid"/>
            <a:headEnd type="none" w="med" len="med"/>
            <a:tailEnd type="none" w="med" len="med"/>
          </a:ln>
        </p:spPr>
      </p:sp>
      <p:sp>
        <p:nvSpPr>
          <p:cNvPr id="72726" name="Line 123"/>
          <p:cNvSpPr/>
          <p:nvPr/>
        </p:nvSpPr>
        <p:spPr>
          <a:xfrm flipV="1">
            <a:off x="5646738" y="4005263"/>
            <a:ext cx="2741612" cy="9525"/>
          </a:xfrm>
          <a:prstGeom prst="line">
            <a:avLst/>
          </a:prstGeom>
          <a:ln w="14288" cap="flat" cmpd="sng">
            <a:solidFill>
              <a:srgbClr val="0000FF"/>
            </a:solidFill>
            <a:prstDash val="solid"/>
            <a:headEnd type="none" w="med" len="med"/>
            <a:tailEnd type="none" w="med" len="med"/>
          </a:ln>
        </p:spPr>
      </p:sp>
      <p:sp>
        <p:nvSpPr>
          <p:cNvPr id="72727" name="Rectangle 124"/>
          <p:cNvSpPr/>
          <p:nvPr/>
        </p:nvSpPr>
        <p:spPr>
          <a:xfrm>
            <a:off x="544513" y="3827463"/>
            <a:ext cx="598487" cy="46990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2728" name="Rectangle 125"/>
          <p:cNvSpPr/>
          <p:nvPr/>
        </p:nvSpPr>
        <p:spPr>
          <a:xfrm>
            <a:off x="554038" y="3973513"/>
            <a:ext cx="622300"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72729" name="Rectangle 127"/>
          <p:cNvSpPr/>
          <p:nvPr/>
        </p:nvSpPr>
        <p:spPr>
          <a:xfrm>
            <a:off x="4187825" y="4546600"/>
            <a:ext cx="511175" cy="469900"/>
          </a:xfrm>
          <a:prstGeom prst="rect">
            <a:avLst/>
          </a:prstGeom>
          <a:solidFill>
            <a:srgbClr val="FFFFFF"/>
          </a:solidFill>
          <a:ln w="14288">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2730" name="Rectangle 128"/>
          <p:cNvSpPr/>
          <p:nvPr/>
        </p:nvSpPr>
        <p:spPr>
          <a:xfrm>
            <a:off x="4660900" y="4692650"/>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2</a:t>
            </a:r>
            <a:endParaRPr lang="en-US" altLang="zh-CN" sz="1800" b="0" dirty="0">
              <a:solidFill>
                <a:srgbClr val="0000FF"/>
              </a:solidFill>
              <a:latin typeface="Arial" panose="020B0604020202020204" pitchFamily="34" charset="0"/>
            </a:endParaRPr>
          </a:p>
        </p:txBody>
      </p:sp>
      <p:sp>
        <p:nvSpPr>
          <p:cNvPr id="72731" name="Rectangle 129"/>
          <p:cNvSpPr/>
          <p:nvPr/>
        </p:nvSpPr>
        <p:spPr>
          <a:xfrm>
            <a:off x="5518150" y="4506913"/>
            <a:ext cx="512763" cy="469900"/>
          </a:xfrm>
          <a:prstGeom prst="rect">
            <a:avLst/>
          </a:prstGeom>
          <a:solidFill>
            <a:srgbClr val="FFFFFF"/>
          </a:solidFill>
          <a:ln w="14288">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2732" name="Rectangle 130"/>
          <p:cNvSpPr/>
          <p:nvPr/>
        </p:nvSpPr>
        <p:spPr>
          <a:xfrm>
            <a:off x="6100763" y="4667250"/>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1</a:t>
            </a:r>
            <a:endParaRPr lang="en-US" altLang="zh-CN" sz="1800" b="0" dirty="0">
              <a:solidFill>
                <a:srgbClr val="0000FF"/>
              </a:solidFill>
              <a:latin typeface="Arial" panose="020B0604020202020204" pitchFamily="34" charset="0"/>
            </a:endParaRPr>
          </a:p>
        </p:txBody>
      </p:sp>
      <p:sp>
        <p:nvSpPr>
          <p:cNvPr id="72733" name="Rectangle 132"/>
          <p:cNvSpPr/>
          <p:nvPr/>
        </p:nvSpPr>
        <p:spPr>
          <a:xfrm>
            <a:off x="5381625" y="4692650"/>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2</a:t>
            </a:r>
            <a:endParaRPr lang="en-US" altLang="zh-CN" sz="1800" b="0" dirty="0">
              <a:solidFill>
                <a:srgbClr val="0000FF"/>
              </a:solidFill>
              <a:latin typeface="Arial" panose="020B0604020202020204" pitchFamily="34" charset="0"/>
            </a:endParaRPr>
          </a:p>
        </p:txBody>
      </p:sp>
      <p:sp>
        <p:nvSpPr>
          <p:cNvPr id="72734" name="Rectangle 133"/>
          <p:cNvSpPr/>
          <p:nvPr/>
        </p:nvSpPr>
        <p:spPr>
          <a:xfrm>
            <a:off x="3490913" y="4524375"/>
            <a:ext cx="285750" cy="474663"/>
          </a:xfrm>
          <a:prstGeom prst="rect">
            <a:avLst/>
          </a:prstGeom>
          <a:solidFill>
            <a:srgbClr val="FFFFFF"/>
          </a:solidFill>
          <a:ln w="14288">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2735" name="Rectangle 134"/>
          <p:cNvSpPr/>
          <p:nvPr/>
        </p:nvSpPr>
        <p:spPr>
          <a:xfrm>
            <a:off x="3940175" y="4675188"/>
            <a:ext cx="127000"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3</a:t>
            </a:r>
            <a:endParaRPr lang="en-US" altLang="zh-CN" sz="1800" b="0" dirty="0">
              <a:solidFill>
                <a:srgbClr val="0000FF"/>
              </a:solidFill>
              <a:latin typeface="Arial" panose="020B0604020202020204" pitchFamily="34" charset="0"/>
            </a:endParaRPr>
          </a:p>
        </p:txBody>
      </p:sp>
      <p:sp>
        <p:nvSpPr>
          <p:cNvPr id="72736" name="Rectangle 136"/>
          <p:cNvSpPr/>
          <p:nvPr/>
        </p:nvSpPr>
        <p:spPr>
          <a:xfrm>
            <a:off x="6821488" y="4365625"/>
            <a:ext cx="1270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FF"/>
                </a:solidFill>
                <a:latin typeface="Arial" panose="020B0604020202020204" pitchFamily="34" charset="0"/>
              </a:rPr>
              <a:t>0</a:t>
            </a:r>
            <a:endParaRPr lang="en-US" altLang="zh-CN" sz="1800" b="0" dirty="0">
              <a:solidFill>
                <a:srgbClr val="0000FF"/>
              </a:solidFill>
              <a:latin typeface="Arial" panose="020B0604020202020204" pitchFamily="34" charset="0"/>
            </a:endParaRPr>
          </a:p>
        </p:txBody>
      </p:sp>
      <p:sp>
        <p:nvSpPr>
          <p:cNvPr id="72737" name="Rectangle 137"/>
          <p:cNvSpPr/>
          <p:nvPr/>
        </p:nvSpPr>
        <p:spPr>
          <a:xfrm>
            <a:off x="644525" y="4537075"/>
            <a:ext cx="668338" cy="46990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72738" name="Rectangle 138"/>
          <p:cNvSpPr/>
          <p:nvPr/>
        </p:nvSpPr>
        <p:spPr>
          <a:xfrm>
            <a:off x="654050" y="4683125"/>
            <a:ext cx="609600" cy="27463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OUT0</a:t>
            </a:r>
            <a:endParaRPr lang="en-US" altLang="zh-CN" sz="1800" b="0" dirty="0">
              <a:solidFill>
                <a:schemeClr val="tx1"/>
              </a:solidFill>
              <a:latin typeface="Arial" panose="020B0604020202020204" pitchFamily="34" charset="0"/>
            </a:endParaRPr>
          </a:p>
        </p:txBody>
      </p:sp>
      <p:grpSp>
        <p:nvGrpSpPr>
          <p:cNvPr id="72739" name="Group 141"/>
          <p:cNvGrpSpPr/>
          <p:nvPr/>
        </p:nvGrpSpPr>
        <p:grpSpPr>
          <a:xfrm>
            <a:off x="6804025" y="4713288"/>
            <a:ext cx="349250" cy="300037"/>
            <a:chOff x="4468" y="3051"/>
            <a:chExt cx="220" cy="189"/>
          </a:xfrm>
        </p:grpSpPr>
        <p:sp>
          <p:nvSpPr>
            <p:cNvPr id="72769" name="Line 142"/>
            <p:cNvSpPr/>
            <p:nvPr/>
          </p:nvSpPr>
          <p:spPr>
            <a:xfrm>
              <a:off x="4539" y="3058"/>
              <a:ext cx="149" cy="1"/>
            </a:xfrm>
            <a:prstGeom prst="line">
              <a:avLst/>
            </a:prstGeom>
            <a:ln w="14288" cap="flat" cmpd="sng">
              <a:solidFill>
                <a:srgbClr val="0000FF"/>
              </a:solidFill>
              <a:prstDash val="solid"/>
              <a:headEnd type="none" w="med" len="med"/>
              <a:tailEnd type="none" w="med" len="med"/>
            </a:ln>
          </p:spPr>
        </p:sp>
        <p:sp>
          <p:nvSpPr>
            <p:cNvPr id="72770" name="Line 143"/>
            <p:cNvSpPr/>
            <p:nvPr/>
          </p:nvSpPr>
          <p:spPr>
            <a:xfrm flipH="1">
              <a:off x="4468" y="3051"/>
              <a:ext cx="70" cy="189"/>
            </a:xfrm>
            <a:prstGeom prst="line">
              <a:avLst/>
            </a:prstGeom>
            <a:ln w="14288" cap="flat" cmpd="sng">
              <a:solidFill>
                <a:srgbClr val="0000FF"/>
              </a:solidFill>
              <a:prstDash val="solid"/>
              <a:headEnd type="none" w="med" len="med"/>
              <a:tailEnd type="none" w="med" len="med"/>
            </a:ln>
          </p:spPr>
        </p:sp>
      </p:grpSp>
      <p:grpSp>
        <p:nvGrpSpPr>
          <p:cNvPr id="72740" name="Group 153"/>
          <p:cNvGrpSpPr/>
          <p:nvPr/>
        </p:nvGrpSpPr>
        <p:grpSpPr>
          <a:xfrm>
            <a:off x="1697038" y="4719638"/>
            <a:ext cx="130175" cy="279400"/>
            <a:chOff x="1348" y="3064"/>
            <a:chExt cx="82" cy="176"/>
          </a:xfrm>
        </p:grpSpPr>
        <p:sp>
          <p:nvSpPr>
            <p:cNvPr id="72766" name="Freeform 154"/>
            <p:cNvSpPr/>
            <p:nvPr/>
          </p:nvSpPr>
          <p:spPr>
            <a:xfrm>
              <a:off x="1348" y="3064"/>
              <a:ext cx="26" cy="51"/>
            </a:xfrm>
            <a:custGeom>
              <a:avLst/>
              <a:gdLst/>
              <a:ahLst/>
              <a:cxnLst>
                <a:cxn ang="0">
                  <a:pos x="9" y="4"/>
                </a:cxn>
                <a:cxn ang="0">
                  <a:pos x="6" y="2"/>
                </a:cxn>
                <a:cxn ang="0">
                  <a:pos x="5" y="0"/>
                </a:cxn>
                <a:cxn ang="0">
                  <a:pos x="3" y="2"/>
                </a:cxn>
                <a:cxn ang="0">
                  <a:pos x="2" y="4"/>
                </a:cxn>
                <a:cxn ang="0">
                  <a:pos x="0" y="6"/>
                </a:cxn>
                <a:cxn ang="0">
                  <a:pos x="2" y="9"/>
                </a:cxn>
                <a:cxn ang="0">
                  <a:pos x="19" y="47"/>
                </a:cxn>
                <a:cxn ang="0">
                  <a:pos x="20" y="49"/>
                </a:cxn>
                <a:cxn ang="0">
                  <a:pos x="22" y="51"/>
                </a:cxn>
                <a:cxn ang="0">
                  <a:pos x="23" y="51"/>
                </a:cxn>
                <a:cxn ang="0">
                  <a:pos x="25" y="49"/>
                </a:cxn>
                <a:cxn ang="0">
                  <a:pos x="26" y="47"/>
                </a:cxn>
                <a:cxn ang="0">
                  <a:pos x="26" y="45"/>
                </a:cxn>
                <a:cxn ang="0">
                  <a:pos x="26" y="43"/>
                </a:cxn>
                <a:cxn ang="0">
                  <a:pos x="26" y="42"/>
                </a:cxn>
                <a:cxn ang="0">
                  <a:pos x="9" y="4"/>
                </a:cxn>
              </a:cxnLst>
              <a:pathLst>
                <a:path w="26" h="51">
                  <a:moveTo>
                    <a:pt x="9" y="4"/>
                  </a:moveTo>
                  <a:lnTo>
                    <a:pt x="6" y="2"/>
                  </a:lnTo>
                  <a:lnTo>
                    <a:pt x="5" y="0"/>
                  </a:lnTo>
                  <a:lnTo>
                    <a:pt x="3" y="2"/>
                  </a:lnTo>
                  <a:lnTo>
                    <a:pt x="2" y="4"/>
                  </a:lnTo>
                  <a:lnTo>
                    <a:pt x="0" y="6"/>
                  </a:lnTo>
                  <a:lnTo>
                    <a:pt x="2" y="9"/>
                  </a:lnTo>
                  <a:lnTo>
                    <a:pt x="19" y="47"/>
                  </a:lnTo>
                  <a:lnTo>
                    <a:pt x="20" y="49"/>
                  </a:lnTo>
                  <a:lnTo>
                    <a:pt x="22" y="51"/>
                  </a:lnTo>
                  <a:lnTo>
                    <a:pt x="23" y="51"/>
                  </a:lnTo>
                  <a:lnTo>
                    <a:pt x="25" y="49"/>
                  </a:lnTo>
                  <a:lnTo>
                    <a:pt x="26" y="47"/>
                  </a:lnTo>
                  <a:lnTo>
                    <a:pt x="26" y="45"/>
                  </a:lnTo>
                  <a:lnTo>
                    <a:pt x="26" y="43"/>
                  </a:lnTo>
                  <a:lnTo>
                    <a:pt x="26" y="42"/>
                  </a:lnTo>
                  <a:lnTo>
                    <a:pt x="9" y="4"/>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72767" name="Freeform 155"/>
            <p:cNvSpPr/>
            <p:nvPr/>
          </p:nvSpPr>
          <p:spPr>
            <a:xfrm>
              <a:off x="1378" y="3132"/>
              <a:ext cx="26" cy="51"/>
            </a:xfrm>
            <a:custGeom>
              <a:avLst/>
              <a:gdLst/>
              <a:ahLst/>
              <a:cxnLst>
                <a:cxn ang="0">
                  <a:pos x="9" y="4"/>
                </a:cxn>
                <a:cxn ang="0">
                  <a:pos x="7" y="2"/>
                </a:cxn>
                <a:cxn ang="0">
                  <a:pos x="6" y="0"/>
                </a:cxn>
                <a:cxn ang="0">
                  <a:pos x="5" y="0"/>
                </a:cxn>
                <a:cxn ang="0">
                  <a:pos x="3" y="2"/>
                </a:cxn>
                <a:cxn ang="0">
                  <a:pos x="2" y="4"/>
                </a:cxn>
                <a:cxn ang="0">
                  <a:pos x="0" y="6"/>
                </a:cxn>
                <a:cxn ang="0">
                  <a:pos x="0" y="8"/>
                </a:cxn>
                <a:cxn ang="0">
                  <a:pos x="2" y="9"/>
                </a:cxn>
                <a:cxn ang="0">
                  <a:pos x="19" y="47"/>
                </a:cxn>
                <a:cxn ang="0">
                  <a:pos x="20" y="49"/>
                </a:cxn>
                <a:cxn ang="0">
                  <a:pos x="22" y="51"/>
                </a:cxn>
                <a:cxn ang="0">
                  <a:pos x="23" y="51"/>
                </a:cxn>
                <a:cxn ang="0">
                  <a:pos x="25" y="49"/>
                </a:cxn>
                <a:cxn ang="0">
                  <a:pos x="26" y="47"/>
                </a:cxn>
                <a:cxn ang="0">
                  <a:pos x="26" y="45"/>
                </a:cxn>
                <a:cxn ang="0">
                  <a:pos x="26" y="43"/>
                </a:cxn>
                <a:cxn ang="0">
                  <a:pos x="26" y="41"/>
                </a:cxn>
                <a:cxn ang="0">
                  <a:pos x="9" y="4"/>
                </a:cxn>
              </a:cxnLst>
              <a:pathLst>
                <a:path w="26" h="51">
                  <a:moveTo>
                    <a:pt x="9" y="4"/>
                  </a:moveTo>
                  <a:lnTo>
                    <a:pt x="7" y="2"/>
                  </a:lnTo>
                  <a:lnTo>
                    <a:pt x="6" y="0"/>
                  </a:lnTo>
                  <a:lnTo>
                    <a:pt x="5" y="0"/>
                  </a:lnTo>
                  <a:lnTo>
                    <a:pt x="3" y="2"/>
                  </a:lnTo>
                  <a:lnTo>
                    <a:pt x="2" y="4"/>
                  </a:lnTo>
                  <a:lnTo>
                    <a:pt x="0" y="6"/>
                  </a:lnTo>
                  <a:lnTo>
                    <a:pt x="0" y="8"/>
                  </a:lnTo>
                  <a:lnTo>
                    <a:pt x="2" y="9"/>
                  </a:lnTo>
                  <a:lnTo>
                    <a:pt x="19" y="47"/>
                  </a:lnTo>
                  <a:lnTo>
                    <a:pt x="20" y="49"/>
                  </a:lnTo>
                  <a:lnTo>
                    <a:pt x="22" y="51"/>
                  </a:lnTo>
                  <a:lnTo>
                    <a:pt x="23" y="51"/>
                  </a:lnTo>
                  <a:lnTo>
                    <a:pt x="25" y="49"/>
                  </a:lnTo>
                  <a:lnTo>
                    <a:pt x="26" y="47"/>
                  </a:lnTo>
                  <a:lnTo>
                    <a:pt x="26" y="45"/>
                  </a:lnTo>
                  <a:lnTo>
                    <a:pt x="26" y="43"/>
                  </a:lnTo>
                  <a:lnTo>
                    <a:pt x="26" y="41"/>
                  </a:lnTo>
                  <a:lnTo>
                    <a:pt x="9" y="4"/>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72768" name="Freeform 156"/>
            <p:cNvSpPr/>
            <p:nvPr/>
          </p:nvSpPr>
          <p:spPr>
            <a:xfrm>
              <a:off x="1408" y="3200"/>
              <a:ext cx="22" cy="40"/>
            </a:xfrm>
            <a:custGeom>
              <a:avLst/>
              <a:gdLst/>
              <a:ahLst/>
              <a:cxnLst>
                <a:cxn ang="0">
                  <a:pos x="9" y="4"/>
                </a:cxn>
                <a:cxn ang="0">
                  <a:pos x="7" y="2"/>
                </a:cxn>
                <a:cxn ang="0">
                  <a:pos x="6" y="0"/>
                </a:cxn>
                <a:cxn ang="0">
                  <a:pos x="5" y="0"/>
                </a:cxn>
                <a:cxn ang="0">
                  <a:pos x="3" y="2"/>
                </a:cxn>
                <a:cxn ang="0">
                  <a:pos x="2" y="4"/>
                </a:cxn>
                <a:cxn ang="0">
                  <a:pos x="0" y="6"/>
                </a:cxn>
                <a:cxn ang="0">
                  <a:pos x="0" y="7"/>
                </a:cxn>
                <a:cxn ang="0">
                  <a:pos x="2" y="9"/>
                </a:cxn>
                <a:cxn ang="0">
                  <a:pos x="15" y="38"/>
                </a:cxn>
                <a:cxn ang="0">
                  <a:pos x="16" y="38"/>
                </a:cxn>
                <a:cxn ang="0">
                  <a:pos x="17" y="40"/>
                </a:cxn>
                <a:cxn ang="0">
                  <a:pos x="19" y="38"/>
                </a:cxn>
                <a:cxn ang="0">
                  <a:pos x="20" y="36"/>
                </a:cxn>
                <a:cxn ang="0">
                  <a:pos x="22" y="34"/>
                </a:cxn>
                <a:cxn ang="0">
                  <a:pos x="22" y="32"/>
                </a:cxn>
                <a:cxn ang="0">
                  <a:pos x="9" y="4"/>
                </a:cxn>
              </a:cxnLst>
              <a:pathLst>
                <a:path w="22" h="40">
                  <a:moveTo>
                    <a:pt x="9" y="4"/>
                  </a:moveTo>
                  <a:lnTo>
                    <a:pt x="7" y="2"/>
                  </a:lnTo>
                  <a:lnTo>
                    <a:pt x="6" y="0"/>
                  </a:lnTo>
                  <a:lnTo>
                    <a:pt x="5" y="0"/>
                  </a:lnTo>
                  <a:lnTo>
                    <a:pt x="3" y="2"/>
                  </a:lnTo>
                  <a:lnTo>
                    <a:pt x="2" y="4"/>
                  </a:lnTo>
                  <a:lnTo>
                    <a:pt x="0" y="6"/>
                  </a:lnTo>
                  <a:lnTo>
                    <a:pt x="0" y="7"/>
                  </a:lnTo>
                  <a:lnTo>
                    <a:pt x="2" y="9"/>
                  </a:lnTo>
                  <a:lnTo>
                    <a:pt x="15" y="38"/>
                  </a:lnTo>
                  <a:lnTo>
                    <a:pt x="16" y="38"/>
                  </a:lnTo>
                  <a:lnTo>
                    <a:pt x="17" y="40"/>
                  </a:lnTo>
                  <a:lnTo>
                    <a:pt x="19" y="38"/>
                  </a:lnTo>
                  <a:lnTo>
                    <a:pt x="20" y="36"/>
                  </a:lnTo>
                  <a:lnTo>
                    <a:pt x="22" y="34"/>
                  </a:lnTo>
                  <a:lnTo>
                    <a:pt x="22" y="32"/>
                  </a:lnTo>
                  <a:lnTo>
                    <a:pt x="9" y="4"/>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grpSp>
      <p:sp>
        <p:nvSpPr>
          <p:cNvPr id="72741" name="Line 157"/>
          <p:cNvSpPr/>
          <p:nvPr/>
        </p:nvSpPr>
        <p:spPr>
          <a:xfrm>
            <a:off x="1357313" y="5013325"/>
            <a:ext cx="5446712" cy="0"/>
          </a:xfrm>
          <a:prstGeom prst="line">
            <a:avLst/>
          </a:prstGeom>
          <a:ln w="14288" cap="flat" cmpd="sng">
            <a:solidFill>
              <a:srgbClr val="0000FF"/>
            </a:solidFill>
            <a:prstDash val="solid"/>
            <a:headEnd type="none" w="med" len="med"/>
            <a:tailEnd type="none" w="med" len="med"/>
          </a:ln>
        </p:spPr>
      </p:sp>
      <p:sp>
        <p:nvSpPr>
          <p:cNvPr id="72742" name="Line 160"/>
          <p:cNvSpPr/>
          <p:nvPr/>
        </p:nvSpPr>
        <p:spPr>
          <a:xfrm flipV="1">
            <a:off x="7019925" y="4724400"/>
            <a:ext cx="1081088" cy="0"/>
          </a:xfrm>
          <a:prstGeom prst="line">
            <a:avLst/>
          </a:prstGeom>
          <a:ln w="14288" cap="flat" cmpd="sng">
            <a:solidFill>
              <a:srgbClr val="0000FF"/>
            </a:solidFill>
            <a:prstDash val="solid"/>
            <a:headEnd type="none" w="med" len="med"/>
            <a:tailEnd type="none" w="med" len="med"/>
          </a:ln>
        </p:spPr>
      </p:sp>
      <p:sp>
        <p:nvSpPr>
          <p:cNvPr id="72743" name="Line 166"/>
          <p:cNvSpPr/>
          <p:nvPr/>
        </p:nvSpPr>
        <p:spPr>
          <a:xfrm>
            <a:off x="758825" y="2757488"/>
            <a:ext cx="266700" cy="1587"/>
          </a:xfrm>
          <a:prstGeom prst="line">
            <a:avLst/>
          </a:prstGeom>
          <a:ln w="14288" cap="flat" cmpd="sng">
            <a:solidFill>
              <a:srgbClr val="000000"/>
            </a:solidFill>
            <a:prstDash val="solid"/>
            <a:headEnd type="none" w="med" len="med"/>
            <a:tailEnd type="none" w="med" len="med"/>
          </a:ln>
        </p:spPr>
      </p:sp>
      <p:sp>
        <p:nvSpPr>
          <p:cNvPr id="72744" name="Line 170"/>
          <p:cNvSpPr/>
          <p:nvPr/>
        </p:nvSpPr>
        <p:spPr>
          <a:xfrm>
            <a:off x="3924300" y="1557338"/>
            <a:ext cx="71438" cy="1800225"/>
          </a:xfrm>
          <a:prstGeom prst="line">
            <a:avLst/>
          </a:prstGeom>
          <a:ln w="9525" cap="flat" cmpd="sng">
            <a:solidFill>
              <a:srgbClr val="FF00FF"/>
            </a:solidFill>
            <a:prstDash val="solid"/>
            <a:headEnd type="none" w="med" len="med"/>
            <a:tailEnd type="triangle" w="med" len="med"/>
          </a:ln>
        </p:spPr>
      </p:sp>
      <p:sp>
        <p:nvSpPr>
          <p:cNvPr id="72745" name="Line 173"/>
          <p:cNvSpPr/>
          <p:nvPr/>
        </p:nvSpPr>
        <p:spPr>
          <a:xfrm>
            <a:off x="1879600" y="3716338"/>
            <a:ext cx="4205288" cy="0"/>
          </a:xfrm>
          <a:prstGeom prst="line">
            <a:avLst/>
          </a:prstGeom>
          <a:ln w="9525" cap="flat" cmpd="sng">
            <a:solidFill>
              <a:schemeClr val="tx1"/>
            </a:solidFill>
            <a:prstDash val="solid"/>
            <a:headEnd type="none" w="med" len="med"/>
            <a:tailEnd type="none" w="med" len="med"/>
          </a:ln>
        </p:spPr>
      </p:sp>
      <p:sp>
        <p:nvSpPr>
          <p:cNvPr id="72746" name="Line 174"/>
          <p:cNvSpPr/>
          <p:nvPr/>
        </p:nvSpPr>
        <p:spPr>
          <a:xfrm flipH="1" flipV="1">
            <a:off x="1735138" y="3500438"/>
            <a:ext cx="144462" cy="215900"/>
          </a:xfrm>
          <a:prstGeom prst="line">
            <a:avLst/>
          </a:prstGeom>
          <a:ln w="9525" cap="flat" cmpd="sng">
            <a:solidFill>
              <a:schemeClr val="tx1"/>
            </a:solidFill>
            <a:prstDash val="solid"/>
            <a:headEnd type="none" w="med" len="med"/>
            <a:tailEnd type="none" w="med" len="med"/>
          </a:ln>
        </p:spPr>
      </p:sp>
      <p:sp>
        <p:nvSpPr>
          <p:cNvPr id="72747" name="Line 175"/>
          <p:cNvSpPr/>
          <p:nvPr/>
        </p:nvSpPr>
        <p:spPr>
          <a:xfrm flipH="1">
            <a:off x="1303338" y="3500438"/>
            <a:ext cx="431800" cy="0"/>
          </a:xfrm>
          <a:prstGeom prst="line">
            <a:avLst/>
          </a:prstGeom>
          <a:ln w="9525" cap="flat" cmpd="sng">
            <a:solidFill>
              <a:schemeClr val="tx1"/>
            </a:solidFill>
            <a:prstDash val="solid"/>
            <a:headEnd type="none" w="med" len="med"/>
            <a:tailEnd type="none" w="med" len="med"/>
          </a:ln>
        </p:spPr>
      </p:sp>
      <p:sp>
        <p:nvSpPr>
          <p:cNvPr id="72748" name="Arc 180"/>
          <p:cNvSpPr/>
          <p:nvPr/>
        </p:nvSpPr>
        <p:spPr>
          <a:xfrm flipV="1">
            <a:off x="1663700" y="3068638"/>
            <a:ext cx="287338" cy="531812"/>
          </a:xfrm>
          <a:custGeom>
            <a:avLst/>
            <a:gdLst/>
            <a:ahLst/>
            <a:cxnLst>
              <a:cxn ang="0">
                <a:pos x="2147483646" y="-5434278"/>
              </a:cxn>
              <a:cxn ang="0">
                <a:pos x="2147483646" y="2147483646"/>
              </a:cxn>
              <a:cxn ang="0">
                <a:pos x="2147483646" y="2147483646"/>
              </a:cxn>
              <a:cxn ang="0">
                <a:pos x="2147483646" y="-5434278"/>
              </a:cxn>
              <a:cxn ang="0">
                <a:pos x="2147483646" y="2147483646"/>
              </a:cxn>
              <a:cxn ang="0">
                <a:pos x="2147483646" y="2147483646"/>
              </a:cxn>
              <a:cxn ang="0">
                <a:pos x="0" y="2147483646"/>
              </a:cxn>
              <a:cxn ang="0">
                <a:pos x="2147483646" y="-5434278"/>
              </a:cxn>
            </a:cxnLst>
            <a:pathLst>
              <a:path w="21600" h="39946" fill="none">
                <a:moveTo>
                  <a:pt x="11292" y="-1"/>
                </a:moveTo>
                <a:cubicBezTo>
                  <a:pt x="17696" y="3927"/>
                  <a:pt x="21600" y="10900"/>
                  <a:pt x="21600" y="18413"/>
                </a:cubicBezTo>
                <a:cubicBezTo>
                  <a:pt x="21600" y="29684"/>
                  <a:pt x="12933" y="39060"/>
                  <a:pt x="1697" y="39946"/>
                </a:cubicBezTo>
              </a:path>
              <a:path w="21600" h="39946" stroke="0">
                <a:moveTo>
                  <a:pt x="11292" y="-1"/>
                </a:moveTo>
                <a:cubicBezTo>
                  <a:pt x="17696" y="3927"/>
                  <a:pt x="21600" y="10900"/>
                  <a:pt x="21600" y="18413"/>
                </a:cubicBezTo>
                <a:cubicBezTo>
                  <a:pt x="21600" y="29684"/>
                  <a:pt x="12933" y="39060"/>
                  <a:pt x="1697" y="39946"/>
                </a:cubicBezTo>
                <a:lnTo>
                  <a:pt x="0" y="18413"/>
                </a:lnTo>
                <a:lnTo>
                  <a:pt x="11292" y="-1"/>
                </a:lnTo>
                <a:close/>
              </a:path>
            </a:pathLst>
          </a:custGeom>
          <a:noFill/>
          <a:ln w="9525" cap="flat" cmpd="sng">
            <a:solidFill>
              <a:srgbClr val="FF00FF">
                <a:alpha val="100000"/>
              </a:srgbClr>
            </a:solidFill>
            <a:prstDash val="solid"/>
            <a:round/>
            <a:headEnd type="triangle" w="med" len="med"/>
            <a:tailEnd type="none" w="med" len="med"/>
          </a:ln>
        </p:spPr>
        <p:txBody>
          <a:bodyPr/>
          <a:p>
            <a:endParaRPr lang="zh-CN" altLang="en-US"/>
          </a:p>
        </p:txBody>
      </p:sp>
      <p:sp>
        <p:nvSpPr>
          <p:cNvPr id="72749" name="Arc 182"/>
          <p:cNvSpPr/>
          <p:nvPr/>
        </p:nvSpPr>
        <p:spPr>
          <a:xfrm rot="-10800000" flipV="1">
            <a:off x="2489200" y="1493838"/>
            <a:ext cx="863600" cy="1647825"/>
          </a:xfrm>
          <a:custGeom>
            <a:avLst/>
            <a:gdLst>
              <a:gd name="G1" fmla="val 0"/>
            </a:gdLst>
            <a:ahLst/>
            <a:cxnLst>
              <a:cxn ang="0">
                <a:pos x="2147483646" y="G1"/>
              </a:cxn>
              <a:cxn ang="0">
                <a:pos x="2147483646" y="2147483646"/>
              </a:cxn>
              <a:cxn ang="0">
                <a:pos x="2147483646" y="2147483646"/>
              </a:cxn>
              <a:cxn ang="0">
                <a:pos x="2147483646" y="G1"/>
              </a:cxn>
              <a:cxn ang="0">
                <a:pos x="2147483646" y="2147483646"/>
              </a:cxn>
              <a:cxn ang="0">
                <a:pos x="2147483646" y="2147483646"/>
              </a:cxn>
              <a:cxn ang="0">
                <a:pos x="0" y="2147483646"/>
              </a:cxn>
              <a:cxn ang="0">
                <a:pos x="2147483646" y="G1"/>
              </a:cxn>
            </a:cxnLst>
            <a:pathLst>
              <a:path w="21600" h="25963" fill="none">
                <a:moveTo>
                  <a:pt x="4130" y="-1"/>
                </a:moveTo>
                <a:cubicBezTo>
                  <a:pt x="14276" y="1976"/>
                  <a:pt x="21600" y="10864"/>
                  <a:pt x="21600" y="21201"/>
                </a:cubicBezTo>
                <a:cubicBezTo>
                  <a:pt x="21600" y="22803"/>
                  <a:pt x="21421" y="24400"/>
                  <a:pt x="21068" y="25962"/>
                </a:cubicBezTo>
              </a:path>
              <a:path w="21600" h="25963" stroke="0">
                <a:moveTo>
                  <a:pt x="4130" y="-1"/>
                </a:moveTo>
                <a:cubicBezTo>
                  <a:pt x="14276" y="1976"/>
                  <a:pt x="21600" y="10864"/>
                  <a:pt x="21600" y="21201"/>
                </a:cubicBezTo>
                <a:cubicBezTo>
                  <a:pt x="21600" y="22803"/>
                  <a:pt x="21421" y="24400"/>
                  <a:pt x="21068" y="25962"/>
                </a:cubicBezTo>
                <a:lnTo>
                  <a:pt x="0" y="21201"/>
                </a:lnTo>
                <a:lnTo>
                  <a:pt x="4130" y="-1"/>
                </a:lnTo>
                <a:close/>
              </a:path>
            </a:pathLst>
          </a:custGeom>
          <a:noFill/>
          <a:ln w="9525" cap="flat" cmpd="sng">
            <a:solidFill>
              <a:srgbClr val="FF00FF">
                <a:alpha val="100000"/>
              </a:srgbClr>
            </a:solidFill>
            <a:prstDash val="solid"/>
            <a:round/>
            <a:headEnd type="triangle" w="med" len="med"/>
            <a:tailEnd type="none" w="med" len="med"/>
          </a:ln>
        </p:spPr>
        <p:txBody>
          <a:bodyPr/>
          <a:p>
            <a:endParaRPr lang="zh-CN" altLang="en-US"/>
          </a:p>
        </p:txBody>
      </p:sp>
      <p:sp>
        <p:nvSpPr>
          <p:cNvPr id="72750" name="Line 183"/>
          <p:cNvSpPr/>
          <p:nvPr/>
        </p:nvSpPr>
        <p:spPr>
          <a:xfrm>
            <a:off x="3248025" y="1341438"/>
            <a:ext cx="0" cy="3744912"/>
          </a:xfrm>
          <a:prstGeom prst="line">
            <a:avLst/>
          </a:prstGeom>
          <a:ln w="9525" cap="flat" cmpd="sng">
            <a:solidFill>
              <a:schemeClr val="tx1"/>
            </a:solidFill>
            <a:prstDash val="dash"/>
            <a:headEnd type="none" w="med" len="med"/>
            <a:tailEnd type="none" w="med" len="med"/>
          </a:ln>
        </p:spPr>
      </p:sp>
      <p:sp>
        <p:nvSpPr>
          <p:cNvPr id="72751" name="Line 184"/>
          <p:cNvSpPr/>
          <p:nvPr/>
        </p:nvSpPr>
        <p:spPr>
          <a:xfrm>
            <a:off x="3895725" y="1341438"/>
            <a:ext cx="0" cy="3816350"/>
          </a:xfrm>
          <a:prstGeom prst="line">
            <a:avLst/>
          </a:prstGeom>
          <a:ln w="9525" cap="flat" cmpd="sng">
            <a:solidFill>
              <a:schemeClr val="tx1"/>
            </a:solidFill>
            <a:prstDash val="dash"/>
            <a:headEnd type="none" w="med" len="med"/>
            <a:tailEnd type="none" w="med" len="med"/>
          </a:ln>
        </p:spPr>
      </p:sp>
      <p:sp>
        <p:nvSpPr>
          <p:cNvPr id="72752" name="Line 185"/>
          <p:cNvSpPr/>
          <p:nvPr/>
        </p:nvSpPr>
        <p:spPr>
          <a:xfrm>
            <a:off x="4616450" y="1341438"/>
            <a:ext cx="0" cy="3816350"/>
          </a:xfrm>
          <a:prstGeom prst="line">
            <a:avLst/>
          </a:prstGeom>
          <a:ln w="9525" cap="flat" cmpd="sng">
            <a:solidFill>
              <a:schemeClr val="tx1"/>
            </a:solidFill>
            <a:prstDash val="dash"/>
            <a:headEnd type="none" w="med" len="med"/>
            <a:tailEnd type="none" w="med" len="med"/>
          </a:ln>
        </p:spPr>
      </p:sp>
      <p:sp>
        <p:nvSpPr>
          <p:cNvPr id="72753" name="Line 186"/>
          <p:cNvSpPr/>
          <p:nvPr/>
        </p:nvSpPr>
        <p:spPr>
          <a:xfrm>
            <a:off x="5335588" y="1341438"/>
            <a:ext cx="0" cy="3744912"/>
          </a:xfrm>
          <a:prstGeom prst="line">
            <a:avLst/>
          </a:prstGeom>
          <a:ln w="9525" cap="flat" cmpd="sng">
            <a:solidFill>
              <a:schemeClr val="tx1"/>
            </a:solidFill>
            <a:prstDash val="dash"/>
            <a:headEnd type="none" w="med" len="med"/>
            <a:tailEnd type="none" w="med" len="med"/>
          </a:ln>
        </p:spPr>
      </p:sp>
      <p:sp>
        <p:nvSpPr>
          <p:cNvPr id="72754" name="Rectangle 187"/>
          <p:cNvSpPr/>
          <p:nvPr/>
        </p:nvSpPr>
        <p:spPr>
          <a:xfrm>
            <a:off x="1951038" y="3213100"/>
            <a:ext cx="412750"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FF3300"/>
                </a:solidFill>
                <a:latin typeface="Arial" panose="020B0604020202020204" pitchFamily="34" charset="0"/>
              </a:rPr>
              <a:t>①</a:t>
            </a:r>
            <a:endParaRPr lang="en-US" altLang="zh-CN" sz="1800" b="0" dirty="0">
              <a:solidFill>
                <a:srgbClr val="FF3300"/>
              </a:solidFill>
              <a:latin typeface="Arial" panose="020B0604020202020204" pitchFamily="34" charset="0"/>
            </a:endParaRPr>
          </a:p>
        </p:txBody>
      </p:sp>
      <p:sp>
        <p:nvSpPr>
          <p:cNvPr id="72755" name="Rectangle 188"/>
          <p:cNvSpPr/>
          <p:nvPr/>
        </p:nvSpPr>
        <p:spPr>
          <a:xfrm>
            <a:off x="2671763" y="1844675"/>
            <a:ext cx="412750"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FF3300"/>
                </a:solidFill>
                <a:latin typeface="Arial" panose="020B0604020202020204" pitchFamily="34" charset="0"/>
              </a:rPr>
              <a:t>②</a:t>
            </a:r>
            <a:endParaRPr lang="en-US" altLang="zh-CN" sz="1800" b="0" dirty="0">
              <a:solidFill>
                <a:srgbClr val="FF3300"/>
              </a:solidFill>
              <a:latin typeface="Arial" panose="020B0604020202020204" pitchFamily="34" charset="0"/>
            </a:endParaRPr>
          </a:p>
        </p:txBody>
      </p:sp>
      <p:sp>
        <p:nvSpPr>
          <p:cNvPr id="72756" name="Rectangle 189"/>
          <p:cNvSpPr/>
          <p:nvPr/>
        </p:nvSpPr>
        <p:spPr>
          <a:xfrm>
            <a:off x="4068763" y="2349500"/>
            <a:ext cx="412750"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FF3300"/>
                </a:solidFill>
                <a:latin typeface="Arial" panose="020B0604020202020204" pitchFamily="34" charset="0"/>
              </a:rPr>
              <a:t>③</a:t>
            </a:r>
            <a:endParaRPr lang="en-US" altLang="zh-CN" sz="1800" b="0" dirty="0">
              <a:solidFill>
                <a:srgbClr val="FF3300"/>
              </a:solidFill>
              <a:latin typeface="Arial" panose="020B0604020202020204" pitchFamily="34" charset="0"/>
            </a:endParaRPr>
          </a:p>
        </p:txBody>
      </p:sp>
      <p:sp>
        <p:nvSpPr>
          <p:cNvPr id="72757" name="Rectangle 190"/>
          <p:cNvSpPr/>
          <p:nvPr/>
        </p:nvSpPr>
        <p:spPr>
          <a:xfrm>
            <a:off x="6103938" y="2917825"/>
            <a:ext cx="412750"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FF3300"/>
                </a:solidFill>
                <a:latin typeface="Arial" panose="020B0604020202020204" pitchFamily="34" charset="0"/>
              </a:rPr>
              <a:t>④</a:t>
            </a:r>
            <a:endParaRPr lang="en-US" altLang="zh-CN" sz="1800" b="0" dirty="0">
              <a:solidFill>
                <a:srgbClr val="FF3300"/>
              </a:solidFill>
              <a:latin typeface="Arial" panose="020B0604020202020204" pitchFamily="34" charset="0"/>
            </a:endParaRPr>
          </a:p>
        </p:txBody>
      </p:sp>
      <p:sp>
        <p:nvSpPr>
          <p:cNvPr id="72758" name="Line 191"/>
          <p:cNvSpPr/>
          <p:nvPr/>
        </p:nvSpPr>
        <p:spPr>
          <a:xfrm>
            <a:off x="6054725" y="1368425"/>
            <a:ext cx="0" cy="3744913"/>
          </a:xfrm>
          <a:prstGeom prst="line">
            <a:avLst/>
          </a:prstGeom>
          <a:ln w="9525" cap="flat" cmpd="sng">
            <a:solidFill>
              <a:schemeClr val="tx1"/>
            </a:solidFill>
            <a:prstDash val="dash"/>
            <a:headEnd type="none" w="med" len="med"/>
            <a:tailEnd type="none" w="med" len="med"/>
          </a:ln>
        </p:spPr>
      </p:sp>
      <p:sp>
        <p:nvSpPr>
          <p:cNvPr id="72759" name="Line 192"/>
          <p:cNvSpPr/>
          <p:nvPr/>
        </p:nvSpPr>
        <p:spPr>
          <a:xfrm>
            <a:off x="6777038" y="1341438"/>
            <a:ext cx="0" cy="3744912"/>
          </a:xfrm>
          <a:prstGeom prst="line">
            <a:avLst/>
          </a:prstGeom>
          <a:ln w="9525" cap="flat" cmpd="sng">
            <a:solidFill>
              <a:schemeClr val="tx1"/>
            </a:solidFill>
            <a:prstDash val="dash"/>
            <a:headEnd type="none" w="med" len="med"/>
            <a:tailEnd type="none" w="med" len="med"/>
          </a:ln>
        </p:spPr>
      </p:sp>
      <p:sp>
        <p:nvSpPr>
          <p:cNvPr id="72760" name="Rectangle 193"/>
          <p:cNvSpPr/>
          <p:nvPr/>
        </p:nvSpPr>
        <p:spPr>
          <a:xfrm>
            <a:off x="6084888" y="3141663"/>
            <a:ext cx="127000"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8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72761" name="Line 194"/>
          <p:cNvSpPr/>
          <p:nvPr/>
        </p:nvSpPr>
        <p:spPr>
          <a:xfrm>
            <a:off x="4932363" y="4510088"/>
            <a:ext cx="1079500" cy="0"/>
          </a:xfrm>
          <a:prstGeom prst="line">
            <a:avLst/>
          </a:prstGeom>
          <a:ln w="9525" cap="flat" cmpd="sng">
            <a:solidFill>
              <a:srgbClr val="FF3300"/>
            </a:solidFill>
            <a:prstDash val="solid"/>
            <a:headEnd type="triangle" w="med" len="med"/>
            <a:tailEnd type="triangle" w="med" len="med"/>
          </a:ln>
        </p:spPr>
      </p:sp>
      <p:sp>
        <p:nvSpPr>
          <p:cNvPr id="72762" name="Line 195"/>
          <p:cNvSpPr/>
          <p:nvPr/>
        </p:nvSpPr>
        <p:spPr>
          <a:xfrm>
            <a:off x="4886325" y="3789363"/>
            <a:ext cx="0" cy="1081087"/>
          </a:xfrm>
          <a:prstGeom prst="line">
            <a:avLst/>
          </a:prstGeom>
          <a:ln w="9525" cap="flat" cmpd="sng">
            <a:solidFill>
              <a:schemeClr val="tx1"/>
            </a:solidFill>
            <a:prstDash val="dash"/>
            <a:headEnd type="none" w="med" len="med"/>
            <a:tailEnd type="none" w="med" len="med"/>
          </a:ln>
        </p:spPr>
      </p:sp>
      <p:sp>
        <p:nvSpPr>
          <p:cNvPr id="72763" name="Line 204"/>
          <p:cNvSpPr/>
          <p:nvPr/>
        </p:nvSpPr>
        <p:spPr>
          <a:xfrm flipH="1">
            <a:off x="1336675" y="4725988"/>
            <a:ext cx="360363" cy="0"/>
          </a:xfrm>
          <a:prstGeom prst="line">
            <a:avLst/>
          </a:prstGeom>
          <a:ln w="28575" cap="flat" cmpd="sng">
            <a:solidFill>
              <a:srgbClr val="0000FF"/>
            </a:solidFill>
            <a:prstDash val="dash"/>
            <a:headEnd type="none" w="med" len="med"/>
            <a:tailEnd type="none" w="med" len="med"/>
          </a:ln>
        </p:spPr>
      </p:sp>
      <p:sp>
        <p:nvSpPr>
          <p:cNvPr id="72764" name="Arc 205"/>
          <p:cNvSpPr/>
          <p:nvPr/>
        </p:nvSpPr>
        <p:spPr>
          <a:xfrm flipV="1">
            <a:off x="1697038" y="3694113"/>
            <a:ext cx="360362" cy="1247775"/>
          </a:xfrm>
          <a:custGeom>
            <a:avLst/>
            <a:gdLst/>
            <a:ahLst/>
            <a:cxnLst>
              <a:cxn ang="0">
                <a:pos x="2147483646" y="-1136757915"/>
              </a:cxn>
              <a:cxn ang="0">
                <a:pos x="2147483646" y="2147483646"/>
              </a:cxn>
              <a:cxn ang="0">
                <a:pos x="2147483646" y="2147483646"/>
              </a:cxn>
              <a:cxn ang="0">
                <a:pos x="2147483646" y="-1136757915"/>
              </a:cxn>
              <a:cxn ang="0">
                <a:pos x="2147483646" y="2147483646"/>
              </a:cxn>
              <a:cxn ang="0">
                <a:pos x="2147483646" y="2147483646"/>
              </a:cxn>
              <a:cxn ang="0">
                <a:pos x="0" y="2147483646"/>
              </a:cxn>
              <a:cxn ang="0">
                <a:pos x="2147483646" y="-1136757915"/>
              </a:cxn>
            </a:cxnLst>
            <a:pathLst>
              <a:path w="21600" h="38553" fill="none">
                <a:moveTo>
                  <a:pt x="11292" y="-1"/>
                </a:moveTo>
                <a:cubicBezTo>
                  <a:pt x="17696" y="3927"/>
                  <a:pt x="21600" y="10900"/>
                  <a:pt x="21600" y="18413"/>
                </a:cubicBezTo>
                <a:cubicBezTo>
                  <a:pt x="21600" y="27329"/>
                  <a:pt x="16120" y="35330"/>
                  <a:pt x="7806" y="38552"/>
                </a:cubicBezTo>
              </a:path>
              <a:path w="21600" h="38553" stroke="0">
                <a:moveTo>
                  <a:pt x="11292" y="-1"/>
                </a:moveTo>
                <a:cubicBezTo>
                  <a:pt x="17696" y="3927"/>
                  <a:pt x="21600" y="10900"/>
                  <a:pt x="21600" y="18413"/>
                </a:cubicBezTo>
                <a:cubicBezTo>
                  <a:pt x="21600" y="27329"/>
                  <a:pt x="16120" y="35330"/>
                  <a:pt x="7806" y="38552"/>
                </a:cubicBezTo>
                <a:lnTo>
                  <a:pt x="0" y="18413"/>
                </a:lnTo>
                <a:lnTo>
                  <a:pt x="11292" y="-1"/>
                </a:lnTo>
                <a:close/>
              </a:path>
            </a:pathLst>
          </a:custGeom>
          <a:noFill/>
          <a:ln w="9525" cap="flat" cmpd="sng">
            <a:solidFill>
              <a:srgbClr val="FF00FF">
                <a:alpha val="100000"/>
              </a:srgbClr>
            </a:solidFill>
            <a:prstDash val="solid"/>
            <a:round/>
            <a:headEnd type="triangle" w="med" len="med"/>
            <a:tailEnd type="none" w="med" len="med"/>
          </a:ln>
        </p:spPr>
        <p:txBody>
          <a:bodyPr/>
          <a:p>
            <a:endParaRPr lang="zh-CN" altLang="en-US"/>
          </a:p>
        </p:txBody>
      </p:sp>
      <p:sp>
        <p:nvSpPr>
          <p:cNvPr id="72765" name="Rectangle 207"/>
          <p:cNvSpPr/>
          <p:nvPr/>
        </p:nvSpPr>
        <p:spPr>
          <a:xfrm>
            <a:off x="400050" y="3933825"/>
            <a:ext cx="8353425" cy="1295400"/>
          </a:xfrm>
          <a:prstGeom prst="rect">
            <a:avLst/>
          </a:prstGeom>
          <a:noFill/>
          <a:ln w="12700" cap="flat" cmpd="sng">
            <a:solidFill>
              <a:srgbClr val="FF00FF"/>
            </a:solidFill>
            <a:prstDash val="dash"/>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Tree>
  </p:cSld>
  <p:clrMapOvr>
    <a:masterClrMapping/>
  </p:clrMapOvr>
  <p:transition spd="slow">
    <p:zoom/>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3730" name="Text Box 1026"/>
          <p:cNvSpPr txBox="1"/>
          <p:nvPr/>
        </p:nvSpPr>
        <p:spPr>
          <a:xfrm>
            <a:off x="107950" y="404813"/>
            <a:ext cx="8785225" cy="61499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eaLnBrk="1" hangingPunct="1">
              <a:lnSpc>
                <a:spcPct val="120000"/>
              </a:lnSpc>
              <a:spcBef>
                <a:spcPct val="0"/>
              </a:spcBef>
              <a:spcAft>
                <a:spcPct val="0"/>
              </a:spcAft>
              <a:buClr>
                <a:srgbClr val="CCECFF"/>
              </a:buClr>
              <a:buSzPct val="70000"/>
              <a:buNone/>
            </a:pPr>
            <a:r>
              <a:rPr lang="zh-CN" altLang="en-US" sz="2400" dirty="0">
                <a:solidFill>
                  <a:schemeClr val="tx1"/>
                </a:solidFill>
                <a:latin typeface="宋体" panose="02010600030101010101" pitchFamily="2" charset="-122"/>
              </a:rPr>
              <a:t>例：设</a:t>
            </a:r>
            <a:r>
              <a:rPr lang="en-US" altLang="zh-CN" sz="2400" dirty="0">
                <a:solidFill>
                  <a:schemeClr val="tx1"/>
                </a:solidFill>
                <a:latin typeface="宋体" panose="02010600030101010101" pitchFamily="2" charset="-122"/>
              </a:rPr>
              <a:t>8253</a:t>
            </a:r>
            <a:r>
              <a:rPr lang="zh-CN" altLang="en-US" sz="2400" dirty="0">
                <a:solidFill>
                  <a:schemeClr val="tx1"/>
                </a:solidFill>
                <a:latin typeface="宋体" panose="02010600030101010101" pitchFamily="2" charset="-122"/>
              </a:rPr>
              <a:t>计数器通道</a:t>
            </a:r>
            <a:r>
              <a:rPr lang="en-US" altLang="zh-CN" sz="2400" dirty="0">
                <a:solidFill>
                  <a:schemeClr val="tx1"/>
                </a:solidFill>
                <a:latin typeface="宋体" panose="02010600030101010101" pitchFamily="2" charset="-122"/>
              </a:rPr>
              <a:t>0</a:t>
            </a:r>
            <a:r>
              <a:rPr lang="zh-CN" altLang="en-US" sz="2400" dirty="0">
                <a:solidFill>
                  <a:schemeClr val="tx1"/>
                </a:solidFill>
                <a:latin typeface="宋体" panose="02010600030101010101" pitchFamily="2" charset="-122"/>
              </a:rPr>
              <a:t>工作于方式</a:t>
            </a:r>
            <a:r>
              <a:rPr lang="en-US" altLang="zh-CN" sz="2400" dirty="0">
                <a:solidFill>
                  <a:schemeClr val="tx1"/>
                </a:solidFill>
                <a:latin typeface="宋体" panose="02010600030101010101" pitchFamily="2" charset="-122"/>
              </a:rPr>
              <a:t>0</a:t>
            </a:r>
            <a:r>
              <a:rPr lang="zh-CN" altLang="en-US" sz="2400" dirty="0">
                <a:solidFill>
                  <a:schemeClr val="tx1"/>
                </a:solidFill>
                <a:latin typeface="宋体" panose="02010600030101010101" pitchFamily="2" charset="-122"/>
              </a:rPr>
              <a:t>。分别采用用</a:t>
            </a:r>
            <a:r>
              <a:rPr lang="en-US" altLang="zh-CN" sz="2400" dirty="0">
                <a:solidFill>
                  <a:schemeClr val="tx1"/>
                </a:solidFill>
                <a:latin typeface="宋体" panose="02010600030101010101" pitchFamily="2" charset="-122"/>
              </a:rPr>
              <a:t>8</a:t>
            </a:r>
            <a:r>
              <a:rPr lang="zh-CN" altLang="en-US" sz="2400" dirty="0">
                <a:solidFill>
                  <a:schemeClr val="tx1"/>
                </a:solidFill>
                <a:latin typeface="宋体" panose="02010600030101010101" pitchFamily="2" charset="-122"/>
              </a:rPr>
              <a:t>位</a:t>
            </a:r>
            <a:r>
              <a:rPr lang="en-US" altLang="zh-CN" sz="2400" dirty="0">
                <a:solidFill>
                  <a:schemeClr val="tx1"/>
                </a:solidFill>
                <a:latin typeface="宋体" panose="02010600030101010101" pitchFamily="2" charset="-122"/>
              </a:rPr>
              <a:t>2</a:t>
            </a:r>
            <a:r>
              <a:rPr lang="zh-CN" altLang="en-US" sz="2400" dirty="0">
                <a:solidFill>
                  <a:schemeClr val="tx1"/>
                </a:solidFill>
                <a:latin typeface="宋体" panose="02010600030101010101" pitchFamily="2" charset="-122"/>
              </a:rPr>
              <a:t>进制和</a:t>
            </a:r>
            <a:r>
              <a:rPr lang="en-US" altLang="zh-CN" sz="2400" dirty="0">
                <a:solidFill>
                  <a:schemeClr val="tx1"/>
                </a:solidFill>
                <a:latin typeface="宋体" panose="02010600030101010101" pitchFamily="2" charset="-122"/>
              </a:rPr>
              <a:t>BCD</a:t>
            </a:r>
            <a:r>
              <a:rPr lang="zh-CN" altLang="en-US" sz="2400" dirty="0">
                <a:solidFill>
                  <a:schemeClr val="tx1"/>
                </a:solidFill>
                <a:latin typeface="宋体" panose="02010600030101010101" pitchFamily="2" charset="-122"/>
              </a:rPr>
              <a:t>码计数，初始化程序如下：</a:t>
            </a:r>
            <a:endParaRPr lang="zh-CN" altLang="en-US" sz="2400" dirty="0">
              <a:solidFill>
                <a:schemeClr val="tx1"/>
              </a:solidFill>
              <a:latin typeface="宋体" panose="02010600030101010101" pitchFamily="2" charset="-122"/>
            </a:endParaRPr>
          </a:p>
          <a:p>
            <a:pPr marL="0" lvl="0" indent="0" algn="just" eaLnBrk="1" hangingPunct="1">
              <a:lnSpc>
                <a:spcPct val="120000"/>
              </a:lnSpc>
              <a:spcBef>
                <a:spcPct val="0"/>
              </a:spcBef>
              <a:spcAft>
                <a:spcPct val="0"/>
              </a:spcAft>
              <a:buClr>
                <a:srgbClr val="CCECFF"/>
              </a:buClr>
              <a:buSzPct val="70000"/>
              <a:buNone/>
            </a:pPr>
            <a:r>
              <a:rPr lang="en-US" altLang="zh-CN" sz="2400" b="0" dirty="0">
                <a:solidFill>
                  <a:schemeClr val="tx1"/>
                </a:solidFill>
                <a:latin typeface="宋体" panose="02010600030101010101" pitchFamily="2" charset="-122"/>
              </a:rPr>
              <a:t>MOV   AL</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00010000B 	</a:t>
            </a:r>
            <a:r>
              <a:rPr lang="zh-CN" altLang="en-US" sz="2400" b="0" dirty="0">
                <a:solidFill>
                  <a:schemeClr val="tx1"/>
                </a:solidFill>
                <a:latin typeface="宋体" panose="02010600030101010101" pitchFamily="2" charset="-122"/>
              </a:rPr>
              <a:t>；设置控制字</a:t>
            </a:r>
            <a:endParaRPr lang="zh-CN" altLang="en-US" sz="2400" b="0" dirty="0">
              <a:solidFill>
                <a:schemeClr val="tx1"/>
              </a:solidFill>
              <a:latin typeface="宋体" panose="02010600030101010101" pitchFamily="2" charset="-122"/>
            </a:endParaRPr>
          </a:p>
          <a:p>
            <a:pPr marL="0" lvl="0" indent="0" algn="just" eaLnBrk="1" hangingPunct="1">
              <a:lnSpc>
                <a:spcPct val="120000"/>
              </a:lnSpc>
              <a:spcBef>
                <a:spcPct val="0"/>
              </a:spcBef>
              <a:spcAft>
                <a:spcPct val="0"/>
              </a:spcAft>
              <a:buClr>
                <a:srgbClr val="CCECFF"/>
              </a:buClr>
              <a:buSzPct val="70000"/>
              <a:buNone/>
            </a:pPr>
            <a:r>
              <a:rPr lang="en-US" altLang="zh-CN" sz="2400" b="0" dirty="0">
                <a:solidFill>
                  <a:schemeClr val="tx1"/>
                </a:solidFill>
                <a:latin typeface="宋体" panose="02010600030101010101" pitchFamily="2" charset="-122"/>
              </a:rPr>
              <a:t>OUT   43H</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AL   </a:t>
            </a:r>
            <a:r>
              <a:rPr lang="zh-CN" altLang="en-US" sz="2400" b="0" dirty="0">
                <a:solidFill>
                  <a:schemeClr val="tx1"/>
                </a:solidFill>
                <a:latin typeface="宋体" panose="02010600030101010101" pitchFamily="2" charset="-122"/>
              </a:rPr>
              <a:t>；写入控制字寄存器</a:t>
            </a:r>
            <a:endParaRPr lang="zh-CN" altLang="en-US" sz="2400" b="0" dirty="0">
              <a:solidFill>
                <a:schemeClr val="tx1"/>
              </a:solidFill>
              <a:latin typeface="宋体" panose="02010600030101010101" pitchFamily="2" charset="-122"/>
            </a:endParaRPr>
          </a:p>
          <a:p>
            <a:pPr marL="0" lvl="0" indent="0" algn="just" eaLnBrk="1" hangingPunct="1">
              <a:lnSpc>
                <a:spcPct val="120000"/>
              </a:lnSpc>
              <a:spcBef>
                <a:spcPct val="0"/>
              </a:spcBef>
              <a:spcAft>
                <a:spcPct val="0"/>
              </a:spcAft>
              <a:buClr>
                <a:srgbClr val="CCECFF"/>
              </a:buClr>
              <a:buSzPct val="70000"/>
              <a:buNone/>
            </a:pPr>
            <a:r>
              <a:rPr lang="en-US" altLang="zh-CN" sz="2400" b="0" dirty="0">
                <a:solidFill>
                  <a:schemeClr val="tx1"/>
                </a:solidFill>
                <a:latin typeface="宋体" panose="02010600030101010101" pitchFamily="2" charset="-122"/>
              </a:rPr>
              <a:t>MOV   AL</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50    </a:t>
            </a:r>
            <a:r>
              <a:rPr lang="zh-CN" altLang="en-US" sz="2400" b="0" dirty="0">
                <a:solidFill>
                  <a:schemeClr val="tx1"/>
                </a:solidFill>
                <a:latin typeface="宋体" panose="02010600030101010101" pitchFamily="2" charset="-122"/>
              </a:rPr>
              <a:t>；设置计数初值（计数初值为</a:t>
            </a:r>
            <a:r>
              <a:rPr lang="en-US" altLang="zh-CN" sz="2400" b="0" dirty="0">
                <a:solidFill>
                  <a:schemeClr val="tx1"/>
                </a:solidFill>
                <a:latin typeface="宋体" panose="02010600030101010101" pitchFamily="2" charset="-122"/>
              </a:rPr>
              <a:t>50</a:t>
            </a:r>
            <a:r>
              <a:rPr lang="zh-CN" altLang="en-US" sz="2400" b="0" dirty="0">
                <a:solidFill>
                  <a:schemeClr val="tx1"/>
                </a:solidFill>
                <a:latin typeface="宋体" panose="02010600030101010101" pitchFamily="2" charset="-122"/>
              </a:rPr>
              <a:t>）</a:t>
            </a:r>
            <a:endParaRPr lang="zh-CN" altLang="en-US" sz="2400" b="0" dirty="0">
              <a:solidFill>
                <a:schemeClr val="tx1"/>
              </a:solidFill>
              <a:latin typeface="宋体" panose="02010600030101010101" pitchFamily="2" charset="-122"/>
            </a:endParaRPr>
          </a:p>
          <a:p>
            <a:pPr marL="0" lvl="0" indent="0" algn="just" eaLnBrk="1" hangingPunct="1">
              <a:lnSpc>
                <a:spcPct val="120000"/>
              </a:lnSpc>
              <a:spcBef>
                <a:spcPct val="0"/>
              </a:spcBef>
              <a:spcAft>
                <a:spcPct val="0"/>
              </a:spcAft>
              <a:buClr>
                <a:srgbClr val="CCECFF"/>
              </a:buClr>
              <a:buSzPct val="70000"/>
              <a:buNone/>
            </a:pPr>
            <a:r>
              <a:rPr lang="en-US" altLang="zh-CN" sz="2400" b="0" dirty="0">
                <a:solidFill>
                  <a:schemeClr val="tx1"/>
                </a:solidFill>
                <a:latin typeface="宋体" panose="02010600030101010101" pitchFamily="2" charset="-122"/>
              </a:rPr>
              <a:t>OUT   </a:t>
            </a:r>
            <a:r>
              <a:rPr lang="en-US" altLang="zh-CN" sz="2400" b="0" dirty="0">
                <a:solidFill>
                  <a:srgbClr val="FF3300"/>
                </a:solidFill>
                <a:latin typeface="宋体" panose="02010600030101010101" pitchFamily="2" charset="-122"/>
              </a:rPr>
              <a:t>40H</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AL   </a:t>
            </a:r>
            <a:r>
              <a:rPr lang="zh-CN" altLang="en-US" sz="2400" b="0" dirty="0">
                <a:solidFill>
                  <a:schemeClr val="tx1"/>
                </a:solidFill>
                <a:latin typeface="宋体" panose="02010600030101010101" pitchFamily="2" charset="-122"/>
              </a:rPr>
              <a:t>；写入计数初值寄存器</a:t>
            </a:r>
            <a:endParaRPr lang="zh-CN" altLang="en-US" sz="2400" b="0" dirty="0">
              <a:solidFill>
                <a:schemeClr val="tx1"/>
              </a:solidFill>
              <a:latin typeface="宋体" panose="02010600030101010101" pitchFamily="2" charset="-122"/>
            </a:endParaRPr>
          </a:p>
          <a:p>
            <a:pPr marL="0" lvl="0" indent="0" algn="just" eaLnBrk="1" hangingPunct="1">
              <a:lnSpc>
                <a:spcPct val="120000"/>
              </a:lnSpc>
              <a:spcBef>
                <a:spcPct val="0"/>
              </a:spcBef>
              <a:spcAft>
                <a:spcPct val="0"/>
              </a:spcAft>
              <a:buClr>
                <a:srgbClr val="CCECFF"/>
              </a:buClr>
              <a:buSzPct val="70000"/>
              <a:buNone/>
            </a:pPr>
            <a:r>
              <a:rPr lang="zh-CN" altLang="en-US" sz="2400" dirty="0">
                <a:solidFill>
                  <a:schemeClr val="tx1"/>
                </a:solidFill>
                <a:latin typeface="宋体" panose="02010600030101010101" pitchFamily="2" charset="-122"/>
              </a:rPr>
              <a:t>其计数值为</a:t>
            </a:r>
            <a:r>
              <a:rPr lang="en-US" altLang="zh-CN" sz="2400" dirty="0">
                <a:solidFill>
                  <a:schemeClr val="tx1"/>
                </a:solidFill>
                <a:latin typeface="宋体" panose="02010600030101010101" pitchFamily="2" charset="-122"/>
              </a:rPr>
              <a:t>5000</a:t>
            </a:r>
            <a:r>
              <a:rPr lang="zh-CN" altLang="en-US" sz="2400" dirty="0">
                <a:solidFill>
                  <a:schemeClr val="tx1"/>
                </a:solidFill>
                <a:latin typeface="宋体" panose="02010600030101010101" pitchFamily="2" charset="-122"/>
              </a:rPr>
              <a:t>，十进制，初始化程序如下：</a:t>
            </a:r>
            <a:endParaRPr lang="zh-CN" altLang="en-US" sz="2400" dirty="0">
              <a:solidFill>
                <a:schemeClr val="tx1"/>
              </a:solidFill>
              <a:latin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sz="2400" b="0" dirty="0">
                <a:solidFill>
                  <a:schemeClr val="tx1"/>
                </a:solidFill>
                <a:latin typeface="宋体" panose="02010600030101010101" pitchFamily="2" charset="-122"/>
              </a:rPr>
              <a:t>MOV   AL</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00110001B 	</a:t>
            </a:r>
            <a:r>
              <a:rPr lang="zh-CN" altLang="en-US" sz="2400" b="0" dirty="0">
                <a:solidFill>
                  <a:schemeClr val="tx1"/>
                </a:solidFill>
                <a:latin typeface="宋体" panose="02010600030101010101" pitchFamily="2" charset="-122"/>
              </a:rPr>
              <a:t>；设置控制字</a:t>
            </a:r>
            <a:endParaRPr lang="zh-CN" altLang="en-US" sz="2400" b="0" dirty="0">
              <a:solidFill>
                <a:schemeClr val="tx1"/>
              </a:solidFill>
              <a:latin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sz="2400" b="0" dirty="0">
                <a:solidFill>
                  <a:schemeClr val="tx1"/>
                </a:solidFill>
                <a:latin typeface="宋体" panose="02010600030101010101" pitchFamily="2" charset="-122"/>
              </a:rPr>
              <a:t>OUT   43H</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AL   </a:t>
            </a:r>
            <a:r>
              <a:rPr lang="zh-CN" altLang="en-US" sz="2400" b="0" dirty="0">
                <a:solidFill>
                  <a:schemeClr val="tx1"/>
                </a:solidFill>
                <a:latin typeface="宋体" panose="02010600030101010101" pitchFamily="2" charset="-122"/>
              </a:rPr>
              <a:t>；写入控制字寄存器</a:t>
            </a:r>
            <a:endParaRPr lang="zh-CN" altLang="en-US" sz="2400" b="0" dirty="0">
              <a:solidFill>
                <a:schemeClr val="tx1"/>
              </a:solidFill>
              <a:latin typeface="宋体" panose="02010600030101010101" pitchFamily="2" charset="-122"/>
            </a:endParaRPr>
          </a:p>
          <a:p>
            <a:pPr marL="0" lvl="0" indent="0" eaLnBrk="1" hangingPunct="1">
              <a:lnSpc>
                <a:spcPct val="100000"/>
              </a:lnSpc>
              <a:spcBef>
                <a:spcPct val="0"/>
              </a:spcBef>
              <a:spcAft>
                <a:spcPct val="0"/>
              </a:spcAft>
              <a:buClrTx/>
              <a:buSzTx/>
              <a:buNone/>
            </a:pPr>
            <a:r>
              <a:rPr lang="en-US" altLang="zh-CN" sz="2400" b="0" dirty="0">
                <a:solidFill>
                  <a:schemeClr val="tx1"/>
                </a:solidFill>
                <a:latin typeface="宋体" panose="02010600030101010101" pitchFamily="2" charset="-122"/>
              </a:rPr>
              <a:t>MOV   AX,5000H  </a:t>
            </a:r>
            <a:r>
              <a:rPr lang="zh-CN" altLang="en-US" sz="2400" b="0" dirty="0">
                <a:solidFill>
                  <a:schemeClr val="tx1"/>
                </a:solidFill>
                <a:latin typeface="宋体" panose="02010600030101010101" pitchFamily="2" charset="-122"/>
              </a:rPr>
              <a:t>；写入计数初值寄存器（计数初值为</a:t>
            </a:r>
            <a:r>
              <a:rPr lang="en-US" altLang="zh-CN" sz="2400" b="0" dirty="0">
                <a:solidFill>
                  <a:schemeClr val="tx1"/>
                </a:solidFill>
                <a:latin typeface="宋体" panose="02010600030101010101" pitchFamily="2" charset="-122"/>
              </a:rPr>
              <a:t>5000H</a:t>
            </a:r>
            <a:r>
              <a:rPr lang="zh-CN" altLang="en-US" sz="2400" b="0" dirty="0">
                <a:solidFill>
                  <a:schemeClr val="tx1"/>
                </a:solidFill>
                <a:latin typeface="宋体" panose="02010600030101010101" pitchFamily="2" charset="-122"/>
              </a:rPr>
              <a:t>）</a:t>
            </a:r>
            <a:endParaRPr lang="zh-CN" altLang="en-US" sz="2400" b="0" dirty="0">
              <a:solidFill>
                <a:schemeClr val="tx1"/>
              </a:solidFill>
              <a:latin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sz="2400" b="0" dirty="0">
                <a:solidFill>
                  <a:schemeClr val="tx1"/>
                </a:solidFill>
                <a:latin typeface="宋体" panose="02010600030101010101" pitchFamily="2" charset="-122"/>
              </a:rPr>
              <a:t>OUT   </a:t>
            </a:r>
            <a:r>
              <a:rPr lang="en-US" altLang="zh-CN" sz="2400" b="0" dirty="0">
                <a:solidFill>
                  <a:srgbClr val="FF3300"/>
                </a:solidFill>
                <a:latin typeface="宋体" panose="02010600030101010101" pitchFamily="2" charset="-122"/>
              </a:rPr>
              <a:t>40H</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AL   </a:t>
            </a:r>
            <a:r>
              <a:rPr lang="zh-CN" altLang="en-US" sz="2400" b="0" dirty="0">
                <a:solidFill>
                  <a:schemeClr val="tx1"/>
                </a:solidFill>
                <a:latin typeface="宋体" panose="02010600030101010101" pitchFamily="2" charset="-122"/>
              </a:rPr>
              <a:t>；设置计数初值</a:t>
            </a:r>
            <a:r>
              <a:rPr lang="zh-CN" altLang="en-US" sz="2400" b="0" dirty="0">
                <a:solidFill>
                  <a:srgbClr val="FF3300"/>
                </a:solidFill>
                <a:latin typeface="宋体" panose="02010600030101010101" pitchFamily="2" charset="-122"/>
              </a:rPr>
              <a:t>低</a:t>
            </a:r>
            <a:r>
              <a:rPr lang="en-US" altLang="zh-CN" sz="2400" b="0" dirty="0">
                <a:solidFill>
                  <a:srgbClr val="FF3300"/>
                </a:solidFill>
                <a:latin typeface="宋体" panose="02010600030101010101" pitchFamily="2" charset="-122"/>
              </a:rPr>
              <a:t>8</a:t>
            </a:r>
            <a:r>
              <a:rPr lang="zh-CN" altLang="en-US" sz="2400" b="0" dirty="0">
                <a:solidFill>
                  <a:srgbClr val="FF3300"/>
                </a:solidFill>
                <a:latin typeface="宋体" panose="02010600030101010101" pitchFamily="2" charset="-122"/>
              </a:rPr>
              <a:t>位</a:t>
            </a:r>
            <a:endParaRPr lang="zh-CN" altLang="en-US" sz="2400" b="0" dirty="0">
              <a:solidFill>
                <a:srgbClr val="FF3300"/>
              </a:solidFill>
              <a:latin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sz="2400" b="0" dirty="0">
                <a:solidFill>
                  <a:schemeClr val="tx1"/>
                </a:solidFill>
                <a:latin typeface="宋体" panose="02010600030101010101" pitchFamily="2" charset="-122"/>
              </a:rPr>
              <a:t>MOV   AL</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AH    </a:t>
            </a:r>
            <a:r>
              <a:rPr lang="zh-CN" altLang="en-US" sz="2400" b="0" dirty="0">
                <a:solidFill>
                  <a:schemeClr val="tx1"/>
                </a:solidFill>
                <a:latin typeface="宋体" panose="02010600030101010101" pitchFamily="2" charset="-122"/>
              </a:rPr>
              <a:t>；</a:t>
            </a:r>
            <a:endParaRPr lang="zh-CN" altLang="en-US" sz="2400" b="0" dirty="0">
              <a:solidFill>
                <a:schemeClr val="tx1"/>
              </a:solidFill>
              <a:latin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sz="2400" b="0" dirty="0">
                <a:solidFill>
                  <a:schemeClr val="tx1"/>
                </a:solidFill>
                <a:latin typeface="宋体" panose="02010600030101010101" pitchFamily="2" charset="-122"/>
              </a:rPr>
              <a:t>OUT   </a:t>
            </a:r>
            <a:r>
              <a:rPr lang="en-US" altLang="zh-CN" sz="2400" b="0" dirty="0">
                <a:solidFill>
                  <a:srgbClr val="FF3300"/>
                </a:solidFill>
                <a:latin typeface="宋体" panose="02010600030101010101" pitchFamily="2" charset="-122"/>
              </a:rPr>
              <a:t>40H</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AL   </a:t>
            </a:r>
            <a:r>
              <a:rPr lang="zh-CN" altLang="en-US" sz="2400" b="0" dirty="0">
                <a:solidFill>
                  <a:schemeClr val="tx1"/>
                </a:solidFill>
                <a:latin typeface="宋体" panose="02010600030101010101" pitchFamily="2" charset="-122"/>
              </a:rPr>
              <a:t>；设置计数初值</a:t>
            </a:r>
            <a:r>
              <a:rPr lang="zh-CN" altLang="en-US" sz="2400" b="0" dirty="0">
                <a:solidFill>
                  <a:srgbClr val="FF3300"/>
                </a:solidFill>
                <a:latin typeface="宋体" panose="02010600030101010101" pitchFamily="2" charset="-122"/>
              </a:rPr>
              <a:t>高</a:t>
            </a:r>
            <a:r>
              <a:rPr lang="en-US" altLang="zh-CN" sz="2400" b="0" dirty="0">
                <a:solidFill>
                  <a:srgbClr val="FF3300"/>
                </a:solidFill>
                <a:latin typeface="宋体" panose="02010600030101010101" pitchFamily="2" charset="-122"/>
              </a:rPr>
              <a:t>8</a:t>
            </a:r>
            <a:r>
              <a:rPr lang="zh-CN" altLang="en-US" sz="2400" b="0" dirty="0">
                <a:solidFill>
                  <a:srgbClr val="FF3300"/>
                </a:solidFill>
                <a:latin typeface="宋体" panose="02010600030101010101" pitchFamily="2" charset="-122"/>
              </a:rPr>
              <a:t>位</a:t>
            </a:r>
            <a:endParaRPr lang="zh-CN" altLang="en-US" sz="2400" b="0" dirty="0">
              <a:solidFill>
                <a:srgbClr val="FF3300"/>
              </a:solidFill>
              <a:latin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zh-CN" altLang="en-US" sz="2400" b="0" dirty="0">
                <a:solidFill>
                  <a:srgbClr val="FF3300"/>
                </a:solidFill>
                <a:latin typeface="宋体" panose="02010600030101010101" pitchFamily="2" charset="-122"/>
              </a:rPr>
              <a:t>注意：计数方式为</a:t>
            </a:r>
            <a:r>
              <a:rPr lang="en-US" altLang="zh-CN" sz="2400" b="0" dirty="0">
                <a:solidFill>
                  <a:srgbClr val="FF3300"/>
                </a:solidFill>
                <a:latin typeface="宋体" panose="02010600030101010101" pitchFamily="2" charset="-122"/>
              </a:rPr>
              <a:t>10</a:t>
            </a:r>
            <a:r>
              <a:rPr lang="zh-CN" altLang="en-US" sz="2400" b="0" dirty="0">
                <a:solidFill>
                  <a:srgbClr val="FF3300"/>
                </a:solidFill>
                <a:latin typeface="宋体" panose="02010600030101010101" pitchFamily="2" charset="-122"/>
              </a:rPr>
              <a:t>进制，但送数据时，计算机要把</a:t>
            </a:r>
            <a:r>
              <a:rPr lang="en-US" altLang="zh-CN" sz="2400" b="0" dirty="0">
                <a:solidFill>
                  <a:srgbClr val="FF3300"/>
                </a:solidFill>
                <a:latin typeface="宋体" panose="02010600030101010101" pitchFamily="2" charset="-122"/>
              </a:rPr>
              <a:t>10</a:t>
            </a:r>
            <a:r>
              <a:rPr lang="zh-CN" altLang="en-US" sz="2400" b="0" dirty="0">
                <a:solidFill>
                  <a:srgbClr val="FF3300"/>
                </a:solidFill>
                <a:latin typeface="宋体" panose="02010600030101010101" pitchFamily="2" charset="-122"/>
              </a:rPr>
              <a:t>进制数转换成</a:t>
            </a:r>
            <a:r>
              <a:rPr lang="en-US" altLang="zh-CN" sz="2400" b="0" dirty="0">
                <a:solidFill>
                  <a:srgbClr val="FF3300"/>
                </a:solidFill>
                <a:latin typeface="宋体" panose="02010600030101010101" pitchFamily="2" charset="-122"/>
              </a:rPr>
              <a:t>16</a:t>
            </a:r>
            <a:r>
              <a:rPr lang="zh-CN" altLang="en-US" sz="2400" b="0" dirty="0">
                <a:solidFill>
                  <a:srgbClr val="FF3300"/>
                </a:solidFill>
                <a:latin typeface="宋体" panose="02010600030101010101" pitchFamily="2" charset="-122"/>
              </a:rPr>
              <a:t>进制数！</a:t>
            </a:r>
            <a:r>
              <a:rPr lang="zh-CN" altLang="en-US" sz="2400" b="0" dirty="0">
                <a:solidFill>
                  <a:schemeClr val="tx1"/>
                </a:solidFill>
                <a:latin typeface="宋体" panose="02010600030101010101" pitchFamily="2" charset="-122"/>
              </a:rPr>
              <a:t>	</a:t>
            </a:r>
            <a:endParaRPr lang="zh-CN" altLang="en-US" sz="2400" b="0" dirty="0">
              <a:solidFill>
                <a:schemeClr val="tx1"/>
              </a:solidFill>
              <a:latin typeface="宋体" panose="02010600030101010101" pitchFamily="2" charset="-122"/>
            </a:endParaRPr>
          </a:p>
        </p:txBody>
      </p:sp>
    </p:spTree>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73411" name="Rectangle 3"/>
          <p:cNvSpPr>
            <a:spLocks noGrp="1" noChangeArrowheads="1"/>
          </p:cNvSpPr>
          <p:nvPr>
            <p:ph idx="1"/>
          </p:nvPr>
        </p:nvSpPr>
        <p:spPr>
          <a:xfrm>
            <a:off x="90488" y="582613"/>
            <a:ext cx="8964613" cy="2730500"/>
          </a:xfrm>
          <a:ln>
            <a:miter/>
          </a:ln>
        </p:spPr>
        <p:txBody>
          <a:bodyPr vert="horz" wrap="square" lIns="91440" tIns="45720" rIns="91440" bIns="45720" numCol="1" anchor="t" anchorCtr="0" compatLnSpc="1"/>
          <a:lstStyle/>
          <a:p>
            <a:pPr marL="0" marR="0" lvl="0" indent="1778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en-US" altLang="zh-CN" sz="4000" b="1" i="0" u="none" strike="noStrike" kern="1200" cap="none" spc="0" normalizeH="0" baseline="0" noProof="0" dirty="0">
                <a:ln>
                  <a:noFill/>
                </a:ln>
                <a:solidFill>
                  <a:srgbClr val="C00000"/>
                </a:solidFill>
                <a:effectLst/>
                <a:uLnTx/>
                <a:uFillTx/>
                <a:latin typeface="+mj-ea"/>
                <a:ea typeface="+mj-ea"/>
                <a:cs typeface="+mn-cs"/>
              </a:rPr>
              <a:t> </a:t>
            </a:r>
            <a:r>
              <a:rPr kumimoji="1" lang="zh-CN" altLang="en-US" sz="4000" b="1" i="0" u="none" strike="noStrike" kern="1200" cap="none" spc="0" normalizeH="0" baseline="0" noProof="0" dirty="0">
                <a:ln>
                  <a:noFill/>
                </a:ln>
                <a:solidFill>
                  <a:srgbClr val="C00000"/>
                </a:solidFill>
                <a:effectLst/>
                <a:uLnTx/>
                <a:uFillTx/>
                <a:latin typeface="+mj-ea"/>
                <a:ea typeface="+mj-ea"/>
                <a:cs typeface="+mn-cs"/>
              </a:rPr>
              <a:t>（</a:t>
            </a:r>
            <a:r>
              <a:rPr kumimoji="1" lang="en-US" altLang="zh-CN" sz="4000" b="1" i="0" u="none" strike="noStrike" kern="1200" cap="none" spc="0" normalizeH="0" baseline="0" noProof="0" dirty="0">
                <a:ln>
                  <a:noFill/>
                </a:ln>
                <a:solidFill>
                  <a:srgbClr val="C00000"/>
                </a:solidFill>
                <a:effectLst/>
                <a:uLnTx/>
                <a:uFillTx/>
                <a:latin typeface="+mj-ea"/>
                <a:ea typeface="+mj-ea"/>
                <a:cs typeface="+mn-cs"/>
              </a:rPr>
              <a:t>2</a:t>
            </a:r>
            <a:r>
              <a:rPr kumimoji="1" lang="zh-CN" altLang="en-US" sz="4000" b="1" i="0" u="none" strike="noStrike" kern="1200" cap="none" spc="0" normalizeH="0" baseline="0" noProof="0" dirty="0">
                <a:ln>
                  <a:noFill/>
                </a:ln>
                <a:solidFill>
                  <a:srgbClr val="C00000"/>
                </a:solidFill>
                <a:effectLst/>
                <a:uLnTx/>
                <a:uFillTx/>
                <a:latin typeface="+mj-ea"/>
                <a:ea typeface="+mj-ea"/>
                <a:cs typeface="+mn-cs"/>
              </a:rPr>
              <a:t>）方式</a:t>
            </a:r>
            <a:r>
              <a:rPr kumimoji="1" lang="en-US" altLang="zh-CN" sz="4000" b="1" i="0" u="none" strike="noStrike" kern="1200" cap="none" spc="0" normalizeH="0" baseline="0" noProof="0" dirty="0">
                <a:ln>
                  <a:noFill/>
                </a:ln>
                <a:solidFill>
                  <a:srgbClr val="C00000"/>
                </a:solidFill>
                <a:effectLst/>
                <a:uLnTx/>
                <a:uFillTx/>
                <a:latin typeface="+mj-ea"/>
                <a:ea typeface="+mj-ea"/>
                <a:cs typeface="+mn-cs"/>
              </a:rPr>
              <a:t>1—</a:t>
            </a:r>
            <a:r>
              <a:rPr kumimoji="1" lang="zh-CN" altLang="en-US" sz="4000" b="1" i="0" u="none" strike="noStrike" kern="1200" cap="none" spc="0" normalizeH="0" baseline="0" noProof="0" dirty="0">
                <a:ln>
                  <a:noFill/>
                </a:ln>
                <a:solidFill>
                  <a:srgbClr val="C00000"/>
                </a:solidFill>
                <a:effectLst/>
                <a:uLnTx/>
                <a:uFillTx/>
                <a:latin typeface="+mj-ea"/>
                <a:ea typeface="+mj-ea"/>
                <a:cs typeface="+mn-cs"/>
              </a:rPr>
              <a:t>可程控的单脉冲</a:t>
            </a:r>
            <a:endParaRPr kumimoji="1" lang="zh-CN" altLang="en-US" sz="4000" b="1" i="0" u="none" strike="noStrike" kern="1200" cap="none" spc="0" normalizeH="0" baseline="0" noProof="0" dirty="0">
              <a:ln>
                <a:noFill/>
              </a:ln>
              <a:solidFill>
                <a:srgbClr val="C00000"/>
              </a:solidFill>
              <a:effectLst/>
              <a:uLnTx/>
              <a:uFillTx/>
              <a:latin typeface="+mj-ea"/>
              <a:ea typeface="+mj-ea"/>
              <a:cs typeface="+mn-cs"/>
            </a:endParaRPr>
          </a:p>
          <a:p>
            <a:pPr marL="0" marR="0" lvl="0" indent="1778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工作过程：写入控制字后，</a:t>
            </a:r>
            <a:r>
              <a:rPr kumimoji="1" lang="en-US" altLang="zh-CN" sz="2400" b="1" i="0" u="none" strike="noStrike" kern="1200" cap="none" spc="0" normalizeH="0" baseline="0" noProof="0" dirty="0">
                <a:ln>
                  <a:noFill/>
                </a:ln>
                <a:solidFill>
                  <a:srgbClr val="FF00FF"/>
                </a:solidFill>
                <a:effectLst/>
                <a:uLnTx/>
                <a:uFillTx/>
                <a:latin typeface="宋体" panose="02010600030101010101" pitchFamily="2" charset="-122"/>
                <a:ea typeface="+mn-ea"/>
                <a:cs typeface="+mn-cs"/>
              </a:rPr>
              <a:t>OUT</a:t>
            </a:r>
            <a:r>
              <a:rPr kumimoji="1" lang="zh-CN" altLang="en-US" sz="2400" b="1" i="0" u="none" strike="noStrike" kern="1200" cap="none" spc="0" normalizeH="0" baseline="0" noProof="0" dirty="0">
                <a:ln>
                  <a:noFill/>
                </a:ln>
                <a:solidFill>
                  <a:srgbClr val="FF00FF"/>
                </a:solidFill>
                <a:effectLst/>
                <a:uLnTx/>
                <a:uFillTx/>
                <a:latin typeface="宋体" panose="02010600030101010101" pitchFamily="2" charset="-122"/>
                <a:ea typeface="+mn-ea"/>
                <a:cs typeface="+mn-cs"/>
              </a:rPr>
              <a:t>输出高电平，此时并不开始计数。</a:t>
            </a:r>
            <a:r>
              <a:rPr kumimoji="1" lang="zh-CN" altLang="en-US" sz="2400" b="1" i="0" u="none" strike="noStrike" kern="1200" cap="none" spc="0" normalizeH="0" baseline="0" noProof="0" dirty="0">
                <a:ln>
                  <a:noFill/>
                </a:ln>
                <a:solidFill>
                  <a:srgbClr val="FF3300"/>
                </a:solidFill>
                <a:effectLst/>
                <a:uLnTx/>
                <a:uFillTx/>
                <a:latin typeface="宋体" panose="02010600030101010101" pitchFamily="2" charset="-122"/>
                <a:ea typeface="+mn-ea"/>
                <a:cs typeface="+mn-cs"/>
              </a:rPr>
              <a:t>写入计数初值后当门控信号</a:t>
            </a:r>
            <a:r>
              <a:rPr kumimoji="1" lang="en-US" altLang="zh-CN" sz="2400" b="1" i="0" u="none" strike="noStrike" kern="1200" cap="none" spc="0" normalizeH="0" baseline="0" noProof="0" dirty="0">
                <a:ln>
                  <a:noFill/>
                </a:ln>
                <a:solidFill>
                  <a:srgbClr val="FF3300"/>
                </a:solidFill>
                <a:effectLst/>
                <a:uLnTx/>
                <a:uFillTx/>
                <a:latin typeface="宋体" panose="02010600030101010101" pitchFamily="2" charset="-122"/>
                <a:ea typeface="+mn-ea"/>
                <a:cs typeface="+mn-cs"/>
              </a:rPr>
              <a:t>GATE</a:t>
            </a:r>
            <a:r>
              <a:rPr kumimoji="1" lang="zh-CN" altLang="en-US" sz="2400" b="1" i="0" u="none" strike="noStrike" kern="1200" cap="none" spc="0" normalizeH="0" baseline="0" noProof="0" dirty="0">
                <a:ln>
                  <a:noFill/>
                </a:ln>
                <a:solidFill>
                  <a:srgbClr val="FF3300"/>
                </a:solidFill>
                <a:effectLst/>
                <a:uLnTx/>
                <a:uFillTx/>
                <a:latin typeface="宋体" panose="02010600030101010101" pitchFamily="2" charset="-122"/>
                <a:ea typeface="+mn-ea"/>
                <a:cs typeface="+mn-cs"/>
              </a:rPr>
              <a:t>变为高电平时</a:t>
            </a:r>
            <a:r>
              <a:rPr kumimoji="1" lang="en-US" altLang="zh-CN" sz="2400" b="1" i="0" u="none" strike="noStrike" kern="1200" cap="none" spc="0" normalizeH="0" baseline="0" noProof="0" dirty="0">
                <a:ln>
                  <a:noFill/>
                </a:ln>
                <a:solidFill>
                  <a:srgbClr val="FF3300"/>
                </a:solidFill>
                <a:effectLst/>
                <a:uLnTx/>
                <a:uFillTx/>
                <a:latin typeface="宋体" panose="02010600030101010101" pitchFamily="2" charset="-122"/>
                <a:ea typeface="+mn-ea"/>
                <a:cs typeface="+mn-cs"/>
              </a:rPr>
              <a:t>(</a:t>
            </a:r>
            <a:r>
              <a:rPr kumimoji="1" lang="zh-CN" altLang="en-US" sz="2400" b="1" i="0" u="none" strike="noStrike" kern="1200" cap="none" spc="0" normalizeH="0" baseline="0" noProof="0" dirty="0">
                <a:ln>
                  <a:noFill/>
                </a:ln>
                <a:solidFill>
                  <a:srgbClr val="FF3300"/>
                </a:solidFill>
                <a:effectLst/>
                <a:uLnTx/>
                <a:uFillTx/>
                <a:latin typeface="宋体" panose="02010600030101010101" pitchFamily="2" charset="-122"/>
                <a:ea typeface="+mn-ea"/>
                <a:cs typeface="+mn-cs"/>
              </a:rPr>
              <a:t>边沿触发</a:t>
            </a:r>
            <a:r>
              <a:rPr kumimoji="1" lang="en-US" altLang="zh-CN" sz="2400" b="1" i="0" u="none" strike="noStrike" kern="1200" cap="none" spc="0" normalizeH="0" baseline="0" noProof="0" dirty="0">
                <a:ln>
                  <a:noFill/>
                </a:ln>
                <a:solidFill>
                  <a:srgbClr val="FF3300"/>
                </a:solidFill>
                <a:effectLst/>
                <a:uLnTx/>
                <a:uFillTx/>
                <a:latin typeface="宋体" panose="02010600030101010101" pitchFamily="2" charset="-122"/>
                <a:ea typeface="+mn-ea"/>
                <a:cs typeface="+mn-cs"/>
              </a:rPr>
              <a:t>)</a:t>
            </a:r>
            <a:r>
              <a:rPr kumimoji="1" lang="zh-CN" altLang="en-US" sz="2400" b="1" i="0" u="none" strike="noStrike" kern="1200" cap="none" spc="0" normalizeH="0" baseline="0" noProof="0" dirty="0">
                <a:ln>
                  <a:noFill/>
                </a:ln>
                <a:solidFill>
                  <a:srgbClr val="FF3300"/>
                </a:solidFill>
                <a:effectLst/>
                <a:uLnTx/>
                <a:uFillTx/>
                <a:latin typeface="宋体" panose="02010600030101010101" pitchFamily="2" charset="-122"/>
                <a:ea typeface="+mn-ea"/>
                <a:cs typeface="+mn-cs"/>
              </a:rPr>
              <a:t>，启动计数，</a:t>
            </a:r>
            <a:r>
              <a:rPr kumimoji="1" lang="en-US" altLang="zh-CN" sz="2400" b="1" i="0" u="none" strike="noStrike" kern="1200" cap="none" spc="0" normalizeH="0" baseline="0" noProof="0" dirty="0">
                <a:ln>
                  <a:noFill/>
                </a:ln>
                <a:solidFill>
                  <a:srgbClr val="FF3300"/>
                </a:solidFill>
                <a:effectLst/>
                <a:uLnTx/>
                <a:uFillTx/>
                <a:latin typeface="宋体" panose="02010600030101010101" pitchFamily="2" charset="-122"/>
                <a:ea typeface="+mn-ea"/>
                <a:cs typeface="+mn-cs"/>
              </a:rPr>
              <a:t>OUT</a:t>
            </a:r>
            <a:r>
              <a:rPr kumimoji="1" lang="zh-CN" altLang="en-US" sz="2400" b="1" i="0" u="none" strike="noStrike" kern="1200" cap="none" spc="0" normalizeH="0" baseline="0" noProof="0" dirty="0">
                <a:ln>
                  <a:noFill/>
                </a:ln>
                <a:solidFill>
                  <a:srgbClr val="FF3300"/>
                </a:solidFill>
                <a:effectLst/>
                <a:uLnTx/>
                <a:uFillTx/>
                <a:latin typeface="宋体" panose="02010600030101010101" pitchFamily="2" charset="-122"/>
                <a:ea typeface="+mn-ea"/>
                <a:cs typeface="+mn-cs"/>
              </a:rPr>
              <a:t>输出变低。</a:t>
            </a:r>
            <a:r>
              <a:rPr kumimoji="1" lang="zh-CN" altLang="en-US" sz="24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在整个计数过程中，</a:t>
            </a:r>
            <a:r>
              <a:rPr kumimoji="1" lang="en-US" altLang="zh-CN" sz="24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OUT</a:t>
            </a:r>
            <a:r>
              <a:rPr kumimoji="1" lang="zh-CN" altLang="en-US" sz="24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都维持为低，直到计数到</a:t>
            </a:r>
            <a:r>
              <a:rPr kumimoji="1" lang="en-US" altLang="zh-CN" sz="24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0</a:t>
            </a:r>
            <a:r>
              <a:rPr kumimoji="1" lang="zh-CN" altLang="en-US" sz="24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时，输出变为高。因此，输出为一单脉冲，其低电平维持时间由装入的计数初值来决定。</a:t>
            </a:r>
            <a:endParaRPr kumimoji="1" lang="zh-CN" altLang="en-US" sz="24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endParaRPr>
          </a:p>
        </p:txBody>
      </p:sp>
      <p:grpSp>
        <p:nvGrpSpPr>
          <p:cNvPr id="74755" name="Group 280"/>
          <p:cNvGrpSpPr/>
          <p:nvPr/>
        </p:nvGrpSpPr>
        <p:grpSpPr>
          <a:xfrm>
            <a:off x="395288" y="3660775"/>
            <a:ext cx="8154987" cy="3197225"/>
            <a:chOff x="204" y="482"/>
            <a:chExt cx="5137" cy="1995"/>
          </a:xfrm>
        </p:grpSpPr>
        <p:sp>
          <p:nvSpPr>
            <p:cNvPr id="74757" name="Line 281"/>
            <p:cNvSpPr/>
            <p:nvPr/>
          </p:nvSpPr>
          <p:spPr>
            <a:xfrm>
              <a:off x="567" y="1298"/>
              <a:ext cx="272" cy="0"/>
            </a:xfrm>
            <a:prstGeom prst="line">
              <a:avLst/>
            </a:prstGeom>
            <a:ln w="9525" cap="flat" cmpd="sng">
              <a:solidFill>
                <a:schemeClr val="tx1"/>
              </a:solidFill>
              <a:prstDash val="solid"/>
              <a:headEnd type="none" w="med" len="med"/>
              <a:tailEnd type="none" w="med" len="med"/>
            </a:ln>
          </p:spPr>
        </p:sp>
        <p:sp>
          <p:nvSpPr>
            <p:cNvPr id="74758" name="Line 282"/>
            <p:cNvSpPr/>
            <p:nvPr/>
          </p:nvSpPr>
          <p:spPr>
            <a:xfrm flipV="1">
              <a:off x="839" y="1117"/>
              <a:ext cx="0" cy="181"/>
            </a:xfrm>
            <a:prstGeom prst="line">
              <a:avLst/>
            </a:prstGeom>
            <a:ln w="9525" cap="flat" cmpd="sng">
              <a:solidFill>
                <a:schemeClr val="tx1"/>
              </a:solidFill>
              <a:prstDash val="solid"/>
              <a:headEnd type="none" w="med" len="med"/>
              <a:tailEnd type="none" w="med" len="med"/>
            </a:ln>
          </p:spPr>
        </p:sp>
        <p:sp>
          <p:nvSpPr>
            <p:cNvPr id="74759" name="Line 283"/>
            <p:cNvSpPr/>
            <p:nvPr/>
          </p:nvSpPr>
          <p:spPr>
            <a:xfrm>
              <a:off x="839" y="1117"/>
              <a:ext cx="136" cy="0"/>
            </a:xfrm>
            <a:prstGeom prst="line">
              <a:avLst/>
            </a:prstGeom>
            <a:ln w="9525" cap="flat" cmpd="sng">
              <a:solidFill>
                <a:schemeClr val="tx1"/>
              </a:solidFill>
              <a:prstDash val="solid"/>
              <a:headEnd type="none" w="med" len="med"/>
              <a:tailEnd type="none" w="med" len="med"/>
            </a:ln>
          </p:spPr>
        </p:sp>
        <p:sp>
          <p:nvSpPr>
            <p:cNvPr id="74760" name="Line 284"/>
            <p:cNvSpPr/>
            <p:nvPr/>
          </p:nvSpPr>
          <p:spPr>
            <a:xfrm flipV="1">
              <a:off x="975" y="1117"/>
              <a:ext cx="0" cy="181"/>
            </a:xfrm>
            <a:prstGeom prst="line">
              <a:avLst/>
            </a:prstGeom>
            <a:ln w="9525" cap="flat" cmpd="sng">
              <a:solidFill>
                <a:schemeClr val="tx1"/>
              </a:solidFill>
              <a:prstDash val="solid"/>
              <a:headEnd type="none" w="med" len="med"/>
              <a:tailEnd type="none" w="med" len="med"/>
            </a:ln>
          </p:spPr>
        </p:sp>
        <p:sp>
          <p:nvSpPr>
            <p:cNvPr id="74761" name="Line 285"/>
            <p:cNvSpPr/>
            <p:nvPr/>
          </p:nvSpPr>
          <p:spPr>
            <a:xfrm>
              <a:off x="975" y="1298"/>
              <a:ext cx="136" cy="0"/>
            </a:xfrm>
            <a:prstGeom prst="line">
              <a:avLst/>
            </a:prstGeom>
            <a:ln w="9525" cap="flat" cmpd="sng">
              <a:solidFill>
                <a:schemeClr val="tx1"/>
              </a:solidFill>
              <a:prstDash val="solid"/>
              <a:headEnd type="none" w="med" len="med"/>
              <a:tailEnd type="none" w="med" len="med"/>
            </a:ln>
          </p:spPr>
        </p:sp>
        <p:sp>
          <p:nvSpPr>
            <p:cNvPr id="74762" name="Line 286"/>
            <p:cNvSpPr/>
            <p:nvPr/>
          </p:nvSpPr>
          <p:spPr>
            <a:xfrm flipV="1">
              <a:off x="1111" y="1117"/>
              <a:ext cx="0" cy="181"/>
            </a:xfrm>
            <a:prstGeom prst="line">
              <a:avLst/>
            </a:prstGeom>
            <a:ln w="9525" cap="flat" cmpd="sng">
              <a:solidFill>
                <a:schemeClr val="tx1"/>
              </a:solidFill>
              <a:prstDash val="solid"/>
              <a:headEnd type="none" w="med" len="med"/>
              <a:tailEnd type="none" w="med" len="med"/>
            </a:ln>
          </p:spPr>
        </p:sp>
        <p:sp>
          <p:nvSpPr>
            <p:cNvPr id="74763" name="Line 287"/>
            <p:cNvSpPr/>
            <p:nvPr/>
          </p:nvSpPr>
          <p:spPr>
            <a:xfrm>
              <a:off x="1111" y="1117"/>
              <a:ext cx="136" cy="0"/>
            </a:xfrm>
            <a:prstGeom prst="line">
              <a:avLst/>
            </a:prstGeom>
            <a:ln w="9525" cap="flat" cmpd="sng">
              <a:solidFill>
                <a:schemeClr val="tx1"/>
              </a:solidFill>
              <a:prstDash val="solid"/>
              <a:headEnd type="none" w="med" len="med"/>
              <a:tailEnd type="none" w="med" len="med"/>
            </a:ln>
          </p:spPr>
        </p:sp>
        <p:sp>
          <p:nvSpPr>
            <p:cNvPr id="74764" name="Line 288"/>
            <p:cNvSpPr/>
            <p:nvPr/>
          </p:nvSpPr>
          <p:spPr>
            <a:xfrm flipV="1">
              <a:off x="1247" y="1117"/>
              <a:ext cx="0" cy="181"/>
            </a:xfrm>
            <a:prstGeom prst="line">
              <a:avLst/>
            </a:prstGeom>
            <a:ln w="9525" cap="flat" cmpd="sng">
              <a:solidFill>
                <a:schemeClr val="tx1"/>
              </a:solidFill>
              <a:prstDash val="solid"/>
              <a:headEnd type="none" w="med" len="med"/>
              <a:tailEnd type="none" w="med" len="med"/>
            </a:ln>
          </p:spPr>
        </p:sp>
        <p:sp>
          <p:nvSpPr>
            <p:cNvPr id="74765" name="Line 289"/>
            <p:cNvSpPr/>
            <p:nvPr/>
          </p:nvSpPr>
          <p:spPr>
            <a:xfrm>
              <a:off x="1247" y="1298"/>
              <a:ext cx="136" cy="0"/>
            </a:xfrm>
            <a:prstGeom prst="line">
              <a:avLst/>
            </a:prstGeom>
            <a:ln w="9525" cap="flat" cmpd="sng">
              <a:solidFill>
                <a:schemeClr val="tx1"/>
              </a:solidFill>
              <a:prstDash val="solid"/>
              <a:headEnd type="none" w="med" len="med"/>
              <a:tailEnd type="none" w="med" len="med"/>
            </a:ln>
          </p:spPr>
        </p:sp>
        <p:sp>
          <p:nvSpPr>
            <p:cNvPr id="74766" name="Line 290"/>
            <p:cNvSpPr/>
            <p:nvPr/>
          </p:nvSpPr>
          <p:spPr>
            <a:xfrm flipV="1">
              <a:off x="1384" y="1117"/>
              <a:ext cx="0" cy="181"/>
            </a:xfrm>
            <a:prstGeom prst="line">
              <a:avLst/>
            </a:prstGeom>
            <a:ln w="9525" cap="flat" cmpd="sng">
              <a:solidFill>
                <a:schemeClr val="tx1"/>
              </a:solidFill>
              <a:prstDash val="solid"/>
              <a:headEnd type="none" w="med" len="med"/>
              <a:tailEnd type="none" w="med" len="med"/>
            </a:ln>
          </p:spPr>
        </p:sp>
        <p:sp>
          <p:nvSpPr>
            <p:cNvPr id="74767" name="Line 291"/>
            <p:cNvSpPr/>
            <p:nvPr/>
          </p:nvSpPr>
          <p:spPr>
            <a:xfrm>
              <a:off x="1384" y="1117"/>
              <a:ext cx="136" cy="0"/>
            </a:xfrm>
            <a:prstGeom prst="line">
              <a:avLst/>
            </a:prstGeom>
            <a:ln w="9525" cap="flat" cmpd="sng">
              <a:solidFill>
                <a:schemeClr val="tx1"/>
              </a:solidFill>
              <a:prstDash val="solid"/>
              <a:headEnd type="none" w="med" len="med"/>
              <a:tailEnd type="none" w="med" len="med"/>
            </a:ln>
          </p:spPr>
        </p:sp>
        <p:sp>
          <p:nvSpPr>
            <p:cNvPr id="74768" name="Line 292"/>
            <p:cNvSpPr/>
            <p:nvPr/>
          </p:nvSpPr>
          <p:spPr>
            <a:xfrm flipV="1">
              <a:off x="1520" y="1117"/>
              <a:ext cx="0" cy="181"/>
            </a:xfrm>
            <a:prstGeom prst="line">
              <a:avLst/>
            </a:prstGeom>
            <a:ln w="9525" cap="flat" cmpd="sng">
              <a:solidFill>
                <a:schemeClr val="tx1"/>
              </a:solidFill>
              <a:prstDash val="solid"/>
              <a:headEnd type="none" w="med" len="med"/>
              <a:tailEnd type="none" w="med" len="med"/>
            </a:ln>
          </p:spPr>
        </p:sp>
        <p:sp>
          <p:nvSpPr>
            <p:cNvPr id="74769" name="Line 293"/>
            <p:cNvSpPr/>
            <p:nvPr/>
          </p:nvSpPr>
          <p:spPr>
            <a:xfrm>
              <a:off x="1520" y="1298"/>
              <a:ext cx="136" cy="0"/>
            </a:xfrm>
            <a:prstGeom prst="line">
              <a:avLst/>
            </a:prstGeom>
            <a:ln w="9525" cap="flat" cmpd="sng">
              <a:solidFill>
                <a:schemeClr val="tx1"/>
              </a:solidFill>
              <a:prstDash val="solid"/>
              <a:headEnd type="none" w="med" len="med"/>
              <a:tailEnd type="none" w="med" len="med"/>
            </a:ln>
          </p:spPr>
        </p:sp>
        <p:sp>
          <p:nvSpPr>
            <p:cNvPr id="74770" name="Line 294"/>
            <p:cNvSpPr/>
            <p:nvPr/>
          </p:nvSpPr>
          <p:spPr>
            <a:xfrm flipV="1">
              <a:off x="1656" y="1117"/>
              <a:ext cx="0" cy="181"/>
            </a:xfrm>
            <a:prstGeom prst="line">
              <a:avLst/>
            </a:prstGeom>
            <a:ln w="9525" cap="flat" cmpd="sng">
              <a:solidFill>
                <a:schemeClr val="tx1"/>
              </a:solidFill>
              <a:prstDash val="solid"/>
              <a:headEnd type="none" w="med" len="med"/>
              <a:tailEnd type="none" w="med" len="med"/>
            </a:ln>
          </p:spPr>
        </p:sp>
        <p:sp>
          <p:nvSpPr>
            <p:cNvPr id="74771" name="Line 295"/>
            <p:cNvSpPr/>
            <p:nvPr/>
          </p:nvSpPr>
          <p:spPr>
            <a:xfrm>
              <a:off x="1656" y="1117"/>
              <a:ext cx="136" cy="0"/>
            </a:xfrm>
            <a:prstGeom prst="line">
              <a:avLst/>
            </a:prstGeom>
            <a:ln w="9525" cap="flat" cmpd="sng">
              <a:solidFill>
                <a:schemeClr val="tx1"/>
              </a:solidFill>
              <a:prstDash val="solid"/>
              <a:headEnd type="none" w="med" len="med"/>
              <a:tailEnd type="none" w="med" len="med"/>
            </a:ln>
          </p:spPr>
        </p:sp>
        <p:sp>
          <p:nvSpPr>
            <p:cNvPr id="74772" name="Line 296"/>
            <p:cNvSpPr/>
            <p:nvPr/>
          </p:nvSpPr>
          <p:spPr>
            <a:xfrm flipV="1">
              <a:off x="1792" y="1117"/>
              <a:ext cx="0" cy="181"/>
            </a:xfrm>
            <a:prstGeom prst="line">
              <a:avLst/>
            </a:prstGeom>
            <a:ln w="9525" cap="flat" cmpd="sng">
              <a:solidFill>
                <a:schemeClr val="tx1"/>
              </a:solidFill>
              <a:prstDash val="solid"/>
              <a:headEnd type="none" w="med" len="med"/>
              <a:tailEnd type="none" w="med" len="med"/>
            </a:ln>
          </p:spPr>
        </p:sp>
        <p:sp>
          <p:nvSpPr>
            <p:cNvPr id="74773" name="Line 297"/>
            <p:cNvSpPr/>
            <p:nvPr/>
          </p:nvSpPr>
          <p:spPr>
            <a:xfrm>
              <a:off x="1792" y="1298"/>
              <a:ext cx="136" cy="0"/>
            </a:xfrm>
            <a:prstGeom prst="line">
              <a:avLst/>
            </a:prstGeom>
            <a:ln w="9525" cap="flat" cmpd="sng">
              <a:solidFill>
                <a:schemeClr val="tx1"/>
              </a:solidFill>
              <a:prstDash val="solid"/>
              <a:headEnd type="none" w="med" len="med"/>
              <a:tailEnd type="none" w="med" len="med"/>
            </a:ln>
          </p:spPr>
        </p:sp>
        <p:sp>
          <p:nvSpPr>
            <p:cNvPr id="74774" name="Line 298"/>
            <p:cNvSpPr/>
            <p:nvPr/>
          </p:nvSpPr>
          <p:spPr>
            <a:xfrm flipV="1">
              <a:off x="1927" y="1117"/>
              <a:ext cx="0" cy="181"/>
            </a:xfrm>
            <a:prstGeom prst="line">
              <a:avLst/>
            </a:prstGeom>
            <a:ln w="9525" cap="flat" cmpd="sng">
              <a:solidFill>
                <a:schemeClr val="tx1"/>
              </a:solidFill>
              <a:prstDash val="solid"/>
              <a:headEnd type="none" w="med" len="med"/>
              <a:tailEnd type="none" w="med" len="med"/>
            </a:ln>
          </p:spPr>
        </p:sp>
        <p:sp>
          <p:nvSpPr>
            <p:cNvPr id="74775" name="Line 299"/>
            <p:cNvSpPr/>
            <p:nvPr/>
          </p:nvSpPr>
          <p:spPr>
            <a:xfrm>
              <a:off x="1927" y="1117"/>
              <a:ext cx="136" cy="0"/>
            </a:xfrm>
            <a:prstGeom prst="line">
              <a:avLst/>
            </a:prstGeom>
            <a:ln w="9525" cap="flat" cmpd="sng">
              <a:solidFill>
                <a:schemeClr val="tx1"/>
              </a:solidFill>
              <a:prstDash val="solid"/>
              <a:headEnd type="none" w="med" len="med"/>
              <a:tailEnd type="none" w="med" len="med"/>
            </a:ln>
          </p:spPr>
        </p:sp>
        <p:sp>
          <p:nvSpPr>
            <p:cNvPr id="74776" name="Line 300"/>
            <p:cNvSpPr/>
            <p:nvPr/>
          </p:nvSpPr>
          <p:spPr>
            <a:xfrm flipV="1">
              <a:off x="2063" y="1117"/>
              <a:ext cx="0" cy="181"/>
            </a:xfrm>
            <a:prstGeom prst="line">
              <a:avLst/>
            </a:prstGeom>
            <a:ln w="9525" cap="flat" cmpd="sng">
              <a:solidFill>
                <a:schemeClr val="tx1"/>
              </a:solidFill>
              <a:prstDash val="solid"/>
              <a:headEnd type="none" w="med" len="med"/>
              <a:tailEnd type="none" w="med" len="med"/>
            </a:ln>
          </p:spPr>
        </p:sp>
        <p:sp>
          <p:nvSpPr>
            <p:cNvPr id="74777" name="Line 301"/>
            <p:cNvSpPr/>
            <p:nvPr/>
          </p:nvSpPr>
          <p:spPr>
            <a:xfrm>
              <a:off x="2063" y="1298"/>
              <a:ext cx="136" cy="0"/>
            </a:xfrm>
            <a:prstGeom prst="line">
              <a:avLst/>
            </a:prstGeom>
            <a:ln w="9525" cap="flat" cmpd="sng">
              <a:solidFill>
                <a:schemeClr val="tx1"/>
              </a:solidFill>
              <a:prstDash val="solid"/>
              <a:headEnd type="none" w="med" len="med"/>
              <a:tailEnd type="none" w="med" len="med"/>
            </a:ln>
          </p:spPr>
        </p:sp>
        <p:sp>
          <p:nvSpPr>
            <p:cNvPr id="74778" name="Line 302"/>
            <p:cNvSpPr/>
            <p:nvPr/>
          </p:nvSpPr>
          <p:spPr>
            <a:xfrm flipV="1">
              <a:off x="2199" y="1117"/>
              <a:ext cx="0" cy="181"/>
            </a:xfrm>
            <a:prstGeom prst="line">
              <a:avLst/>
            </a:prstGeom>
            <a:ln w="9525" cap="flat" cmpd="sng">
              <a:solidFill>
                <a:schemeClr val="tx1"/>
              </a:solidFill>
              <a:prstDash val="solid"/>
              <a:headEnd type="none" w="med" len="med"/>
              <a:tailEnd type="none" w="med" len="med"/>
            </a:ln>
          </p:spPr>
        </p:sp>
        <p:sp>
          <p:nvSpPr>
            <p:cNvPr id="74779" name="Line 303"/>
            <p:cNvSpPr/>
            <p:nvPr/>
          </p:nvSpPr>
          <p:spPr>
            <a:xfrm>
              <a:off x="2199" y="1117"/>
              <a:ext cx="136" cy="0"/>
            </a:xfrm>
            <a:prstGeom prst="line">
              <a:avLst/>
            </a:prstGeom>
            <a:ln w="9525" cap="flat" cmpd="sng">
              <a:solidFill>
                <a:schemeClr val="tx1"/>
              </a:solidFill>
              <a:prstDash val="solid"/>
              <a:headEnd type="none" w="med" len="med"/>
              <a:tailEnd type="none" w="med" len="med"/>
            </a:ln>
          </p:spPr>
        </p:sp>
        <p:sp>
          <p:nvSpPr>
            <p:cNvPr id="74780" name="Line 304"/>
            <p:cNvSpPr/>
            <p:nvPr/>
          </p:nvSpPr>
          <p:spPr>
            <a:xfrm flipV="1">
              <a:off x="2335" y="1117"/>
              <a:ext cx="0" cy="181"/>
            </a:xfrm>
            <a:prstGeom prst="line">
              <a:avLst/>
            </a:prstGeom>
            <a:ln w="9525" cap="flat" cmpd="sng">
              <a:solidFill>
                <a:schemeClr val="tx1"/>
              </a:solidFill>
              <a:prstDash val="solid"/>
              <a:headEnd type="none" w="med" len="med"/>
              <a:tailEnd type="none" w="med" len="med"/>
            </a:ln>
          </p:spPr>
        </p:sp>
        <p:sp>
          <p:nvSpPr>
            <p:cNvPr id="74781" name="Line 305"/>
            <p:cNvSpPr/>
            <p:nvPr/>
          </p:nvSpPr>
          <p:spPr>
            <a:xfrm>
              <a:off x="2335" y="1298"/>
              <a:ext cx="136" cy="0"/>
            </a:xfrm>
            <a:prstGeom prst="line">
              <a:avLst/>
            </a:prstGeom>
            <a:ln w="9525" cap="flat" cmpd="sng">
              <a:solidFill>
                <a:schemeClr val="tx1"/>
              </a:solidFill>
              <a:prstDash val="solid"/>
              <a:headEnd type="none" w="med" len="med"/>
              <a:tailEnd type="none" w="med" len="med"/>
            </a:ln>
          </p:spPr>
        </p:sp>
        <p:sp>
          <p:nvSpPr>
            <p:cNvPr id="74782" name="Line 306"/>
            <p:cNvSpPr/>
            <p:nvPr/>
          </p:nvSpPr>
          <p:spPr>
            <a:xfrm flipV="1">
              <a:off x="2472" y="1117"/>
              <a:ext cx="0" cy="181"/>
            </a:xfrm>
            <a:prstGeom prst="line">
              <a:avLst/>
            </a:prstGeom>
            <a:ln w="9525" cap="flat" cmpd="sng">
              <a:solidFill>
                <a:schemeClr val="tx1"/>
              </a:solidFill>
              <a:prstDash val="solid"/>
              <a:headEnd type="none" w="med" len="med"/>
              <a:tailEnd type="none" w="med" len="med"/>
            </a:ln>
          </p:spPr>
        </p:sp>
        <p:sp>
          <p:nvSpPr>
            <p:cNvPr id="74783" name="Line 307"/>
            <p:cNvSpPr/>
            <p:nvPr/>
          </p:nvSpPr>
          <p:spPr>
            <a:xfrm>
              <a:off x="2472" y="1117"/>
              <a:ext cx="136" cy="0"/>
            </a:xfrm>
            <a:prstGeom prst="line">
              <a:avLst/>
            </a:prstGeom>
            <a:ln w="9525" cap="flat" cmpd="sng">
              <a:solidFill>
                <a:schemeClr val="tx1"/>
              </a:solidFill>
              <a:prstDash val="solid"/>
              <a:headEnd type="none" w="med" len="med"/>
              <a:tailEnd type="none" w="med" len="med"/>
            </a:ln>
          </p:spPr>
        </p:sp>
        <p:sp>
          <p:nvSpPr>
            <p:cNvPr id="74784" name="Line 308"/>
            <p:cNvSpPr/>
            <p:nvPr/>
          </p:nvSpPr>
          <p:spPr>
            <a:xfrm flipV="1">
              <a:off x="2608" y="1117"/>
              <a:ext cx="0" cy="181"/>
            </a:xfrm>
            <a:prstGeom prst="line">
              <a:avLst/>
            </a:prstGeom>
            <a:ln w="9525" cap="flat" cmpd="sng">
              <a:solidFill>
                <a:schemeClr val="tx1"/>
              </a:solidFill>
              <a:prstDash val="solid"/>
              <a:headEnd type="none" w="med" len="med"/>
              <a:tailEnd type="none" w="med" len="med"/>
            </a:ln>
          </p:spPr>
        </p:sp>
        <p:sp>
          <p:nvSpPr>
            <p:cNvPr id="74785" name="Line 309"/>
            <p:cNvSpPr/>
            <p:nvPr/>
          </p:nvSpPr>
          <p:spPr>
            <a:xfrm>
              <a:off x="2608" y="1298"/>
              <a:ext cx="136" cy="0"/>
            </a:xfrm>
            <a:prstGeom prst="line">
              <a:avLst/>
            </a:prstGeom>
            <a:ln w="9525" cap="flat" cmpd="sng">
              <a:solidFill>
                <a:schemeClr val="tx1"/>
              </a:solidFill>
              <a:prstDash val="solid"/>
              <a:headEnd type="none" w="med" len="med"/>
              <a:tailEnd type="none" w="med" len="med"/>
            </a:ln>
          </p:spPr>
        </p:sp>
        <p:sp>
          <p:nvSpPr>
            <p:cNvPr id="74786" name="Line 310"/>
            <p:cNvSpPr/>
            <p:nvPr/>
          </p:nvSpPr>
          <p:spPr>
            <a:xfrm flipV="1">
              <a:off x="2744" y="1117"/>
              <a:ext cx="0" cy="181"/>
            </a:xfrm>
            <a:prstGeom prst="line">
              <a:avLst/>
            </a:prstGeom>
            <a:ln w="9525" cap="flat" cmpd="sng">
              <a:solidFill>
                <a:schemeClr val="tx1"/>
              </a:solidFill>
              <a:prstDash val="solid"/>
              <a:headEnd type="none" w="med" len="med"/>
              <a:tailEnd type="none" w="med" len="med"/>
            </a:ln>
          </p:spPr>
        </p:sp>
        <p:sp>
          <p:nvSpPr>
            <p:cNvPr id="74787" name="Line 311"/>
            <p:cNvSpPr/>
            <p:nvPr/>
          </p:nvSpPr>
          <p:spPr>
            <a:xfrm>
              <a:off x="2744" y="1117"/>
              <a:ext cx="136" cy="0"/>
            </a:xfrm>
            <a:prstGeom prst="line">
              <a:avLst/>
            </a:prstGeom>
            <a:ln w="9525" cap="flat" cmpd="sng">
              <a:solidFill>
                <a:schemeClr val="tx1"/>
              </a:solidFill>
              <a:prstDash val="solid"/>
              <a:headEnd type="none" w="med" len="med"/>
              <a:tailEnd type="none" w="med" len="med"/>
            </a:ln>
          </p:spPr>
        </p:sp>
        <p:sp>
          <p:nvSpPr>
            <p:cNvPr id="74788" name="Line 312"/>
            <p:cNvSpPr/>
            <p:nvPr/>
          </p:nvSpPr>
          <p:spPr>
            <a:xfrm flipV="1">
              <a:off x="2880" y="1117"/>
              <a:ext cx="0" cy="181"/>
            </a:xfrm>
            <a:prstGeom prst="line">
              <a:avLst/>
            </a:prstGeom>
            <a:ln w="9525" cap="flat" cmpd="sng">
              <a:solidFill>
                <a:schemeClr val="tx1"/>
              </a:solidFill>
              <a:prstDash val="solid"/>
              <a:headEnd type="none" w="med" len="med"/>
              <a:tailEnd type="none" w="med" len="med"/>
            </a:ln>
          </p:spPr>
        </p:sp>
        <p:sp>
          <p:nvSpPr>
            <p:cNvPr id="74789" name="Line 313"/>
            <p:cNvSpPr/>
            <p:nvPr/>
          </p:nvSpPr>
          <p:spPr>
            <a:xfrm>
              <a:off x="2880" y="1298"/>
              <a:ext cx="136" cy="0"/>
            </a:xfrm>
            <a:prstGeom prst="line">
              <a:avLst/>
            </a:prstGeom>
            <a:ln w="9525" cap="flat" cmpd="sng">
              <a:solidFill>
                <a:schemeClr val="tx1"/>
              </a:solidFill>
              <a:prstDash val="solid"/>
              <a:headEnd type="none" w="med" len="med"/>
              <a:tailEnd type="none" w="med" len="med"/>
            </a:ln>
          </p:spPr>
        </p:sp>
        <p:sp>
          <p:nvSpPr>
            <p:cNvPr id="74790" name="Line 314"/>
            <p:cNvSpPr/>
            <p:nvPr/>
          </p:nvSpPr>
          <p:spPr>
            <a:xfrm flipV="1">
              <a:off x="3017" y="1117"/>
              <a:ext cx="0" cy="181"/>
            </a:xfrm>
            <a:prstGeom prst="line">
              <a:avLst/>
            </a:prstGeom>
            <a:ln w="9525" cap="flat" cmpd="sng">
              <a:solidFill>
                <a:schemeClr val="tx1"/>
              </a:solidFill>
              <a:prstDash val="solid"/>
              <a:headEnd type="none" w="med" len="med"/>
              <a:tailEnd type="none" w="med" len="med"/>
            </a:ln>
          </p:spPr>
        </p:sp>
        <p:sp>
          <p:nvSpPr>
            <p:cNvPr id="74791" name="Line 315"/>
            <p:cNvSpPr/>
            <p:nvPr/>
          </p:nvSpPr>
          <p:spPr>
            <a:xfrm>
              <a:off x="3017" y="1117"/>
              <a:ext cx="136" cy="0"/>
            </a:xfrm>
            <a:prstGeom prst="line">
              <a:avLst/>
            </a:prstGeom>
            <a:ln w="9525" cap="flat" cmpd="sng">
              <a:solidFill>
                <a:schemeClr val="tx1"/>
              </a:solidFill>
              <a:prstDash val="solid"/>
              <a:headEnd type="none" w="med" len="med"/>
              <a:tailEnd type="none" w="med" len="med"/>
            </a:ln>
          </p:spPr>
        </p:sp>
        <p:sp>
          <p:nvSpPr>
            <p:cNvPr id="74792" name="Line 316"/>
            <p:cNvSpPr/>
            <p:nvPr/>
          </p:nvSpPr>
          <p:spPr>
            <a:xfrm flipV="1">
              <a:off x="3153" y="1117"/>
              <a:ext cx="0" cy="181"/>
            </a:xfrm>
            <a:prstGeom prst="line">
              <a:avLst/>
            </a:prstGeom>
            <a:ln w="9525" cap="flat" cmpd="sng">
              <a:solidFill>
                <a:schemeClr val="tx1"/>
              </a:solidFill>
              <a:prstDash val="solid"/>
              <a:headEnd type="none" w="med" len="med"/>
              <a:tailEnd type="none" w="med" len="med"/>
            </a:ln>
          </p:spPr>
        </p:sp>
        <p:sp>
          <p:nvSpPr>
            <p:cNvPr id="74793" name="Line 317"/>
            <p:cNvSpPr/>
            <p:nvPr/>
          </p:nvSpPr>
          <p:spPr>
            <a:xfrm>
              <a:off x="3153" y="1298"/>
              <a:ext cx="136" cy="0"/>
            </a:xfrm>
            <a:prstGeom prst="line">
              <a:avLst/>
            </a:prstGeom>
            <a:ln w="9525" cap="flat" cmpd="sng">
              <a:solidFill>
                <a:schemeClr val="tx1"/>
              </a:solidFill>
              <a:prstDash val="solid"/>
              <a:headEnd type="none" w="med" len="med"/>
              <a:tailEnd type="none" w="med" len="med"/>
            </a:ln>
          </p:spPr>
        </p:sp>
        <p:sp>
          <p:nvSpPr>
            <p:cNvPr id="74794" name="Line 318"/>
            <p:cNvSpPr/>
            <p:nvPr/>
          </p:nvSpPr>
          <p:spPr>
            <a:xfrm flipV="1">
              <a:off x="3289" y="1117"/>
              <a:ext cx="0" cy="181"/>
            </a:xfrm>
            <a:prstGeom prst="line">
              <a:avLst/>
            </a:prstGeom>
            <a:ln w="9525" cap="flat" cmpd="sng">
              <a:solidFill>
                <a:schemeClr val="tx1"/>
              </a:solidFill>
              <a:prstDash val="solid"/>
              <a:headEnd type="none" w="med" len="med"/>
              <a:tailEnd type="none" w="med" len="med"/>
            </a:ln>
          </p:spPr>
        </p:sp>
        <p:sp>
          <p:nvSpPr>
            <p:cNvPr id="74795" name="Line 319"/>
            <p:cNvSpPr/>
            <p:nvPr/>
          </p:nvSpPr>
          <p:spPr>
            <a:xfrm>
              <a:off x="3289" y="1117"/>
              <a:ext cx="136" cy="0"/>
            </a:xfrm>
            <a:prstGeom prst="line">
              <a:avLst/>
            </a:prstGeom>
            <a:ln w="9525" cap="flat" cmpd="sng">
              <a:solidFill>
                <a:schemeClr val="tx1"/>
              </a:solidFill>
              <a:prstDash val="solid"/>
              <a:headEnd type="none" w="med" len="med"/>
              <a:tailEnd type="none" w="med" len="med"/>
            </a:ln>
          </p:spPr>
        </p:sp>
        <p:sp>
          <p:nvSpPr>
            <p:cNvPr id="74796" name="Line 320"/>
            <p:cNvSpPr/>
            <p:nvPr/>
          </p:nvSpPr>
          <p:spPr>
            <a:xfrm flipV="1">
              <a:off x="3425" y="1117"/>
              <a:ext cx="0" cy="181"/>
            </a:xfrm>
            <a:prstGeom prst="line">
              <a:avLst/>
            </a:prstGeom>
            <a:ln w="9525" cap="flat" cmpd="sng">
              <a:solidFill>
                <a:schemeClr val="tx1"/>
              </a:solidFill>
              <a:prstDash val="solid"/>
              <a:headEnd type="none" w="med" len="med"/>
              <a:tailEnd type="none" w="med" len="med"/>
            </a:ln>
          </p:spPr>
        </p:sp>
        <p:sp>
          <p:nvSpPr>
            <p:cNvPr id="74797" name="Line 321"/>
            <p:cNvSpPr/>
            <p:nvPr/>
          </p:nvSpPr>
          <p:spPr>
            <a:xfrm>
              <a:off x="3425" y="1298"/>
              <a:ext cx="136" cy="0"/>
            </a:xfrm>
            <a:prstGeom prst="line">
              <a:avLst/>
            </a:prstGeom>
            <a:ln w="9525" cap="flat" cmpd="sng">
              <a:solidFill>
                <a:schemeClr val="tx1"/>
              </a:solidFill>
              <a:prstDash val="solid"/>
              <a:headEnd type="none" w="med" len="med"/>
              <a:tailEnd type="none" w="med" len="med"/>
            </a:ln>
          </p:spPr>
        </p:sp>
        <p:sp>
          <p:nvSpPr>
            <p:cNvPr id="74798" name="Line 322"/>
            <p:cNvSpPr/>
            <p:nvPr/>
          </p:nvSpPr>
          <p:spPr>
            <a:xfrm flipV="1">
              <a:off x="3562" y="1117"/>
              <a:ext cx="0" cy="181"/>
            </a:xfrm>
            <a:prstGeom prst="line">
              <a:avLst/>
            </a:prstGeom>
            <a:ln w="9525" cap="flat" cmpd="sng">
              <a:solidFill>
                <a:schemeClr val="tx1"/>
              </a:solidFill>
              <a:prstDash val="solid"/>
              <a:headEnd type="none" w="med" len="med"/>
              <a:tailEnd type="none" w="med" len="med"/>
            </a:ln>
          </p:spPr>
        </p:sp>
        <p:sp>
          <p:nvSpPr>
            <p:cNvPr id="74799" name="Line 323"/>
            <p:cNvSpPr/>
            <p:nvPr/>
          </p:nvSpPr>
          <p:spPr>
            <a:xfrm>
              <a:off x="3562" y="1117"/>
              <a:ext cx="136" cy="0"/>
            </a:xfrm>
            <a:prstGeom prst="line">
              <a:avLst/>
            </a:prstGeom>
            <a:ln w="9525" cap="flat" cmpd="sng">
              <a:solidFill>
                <a:schemeClr val="tx1"/>
              </a:solidFill>
              <a:prstDash val="solid"/>
              <a:headEnd type="none" w="med" len="med"/>
              <a:tailEnd type="none" w="med" len="med"/>
            </a:ln>
          </p:spPr>
        </p:sp>
        <p:sp>
          <p:nvSpPr>
            <p:cNvPr id="74800" name="Line 324"/>
            <p:cNvSpPr/>
            <p:nvPr/>
          </p:nvSpPr>
          <p:spPr>
            <a:xfrm flipV="1">
              <a:off x="3698" y="1117"/>
              <a:ext cx="0" cy="181"/>
            </a:xfrm>
            <a:prstGeom prst="line">
              <a:avLst/>
            </a:prstGeom>
            <a:ln w="9525" cap="flat" cmpd="sng">
              <a:solidFill>
                <a:schemeClr val="tx1"/>
              </a:solidFill>
              <a:prstDash val="solid"/>
              <a:headEnd type="none" w="med" len="med"/>
              <a:tailEnd type="none" w="med" len="med"/>
            </a:ln>
          </p:spPr>
        </p:sp>
        <p:sp>
          <p:nvSpPr>
            <p:cNvPr id="74801" name="Line 325"/>
            <p:cNvSpPr/>
            <p:nvPr/>
          </p:nvSpPr>
          <p:spPr>
            <a:xfrm>
              <a:off x="3698" y="1298"/>
              <a:ext cx="136" cy="0"/>
            </a:xfrm>
            <a:prstGeom prst="line">
              <a:avLst/>
            </a:prstGeom>
            <a:ln w="9525" cap="flat" cmpd="sng">
              <a:solidFill>
                <a:schemeClr val="tx1"/>
              </a:solidFill>
              <a:prstDash val="solid"/>
              <a:headEnd type="none" w="med" len="med"/>
              <a:tailEnd type="none" w="med" len="med"/>
            </a:ln>
          </p:spPr>
        </p:sp>
        <p:sp>
          <p:nvSpPr>
            <p:cNvPr id="74802" name="Line 326"/>
            <p:cNvSpPr/>
            <p:nvPr/>
          </p:nvSpPr>
          <p:spPr>
            <a:xfrm flipV="1">
              <a:off x="3834" y="1117"/>
              <a:ext cx="0" cy="181"/>
            </a:xfrm>
            <a:prstGeom prst="line">
              <a:avLst/>
            </a:prstGeom>
            <a:ln w="9525" cap="flat" cmpd="sng">
              <a:solidFill>
                <a:schemeClr val="tx1"/>
              </a:solidFill>
              <a:prstDash val="solid"/>
              <a:headEnd type="none" w="med" len="med"/>
              <a:tailEnd type="none" w="med" len="med"/>
            </a:ln>
          </p:spPr>
        </p:sp>
        <p:sp>
          <p:nvSpPr>
            <p:cNvPr id="74803" name="Line 327"/>
            <p:cNvSpPr/>
            <p:nvPr/>
          </p:nvSpPr>
          <p:spPr>
            <a:xfrm>
              <a:off x="3834" y="1117"/>
              <a:ext cx="136" cy="0"/>
            </a:xfrm>
            <a:prstGeom prst="line">
              <a:avLst/>
            </a:prstGeom>
            <a:ln w="9525" cap="flat" cmpd="sng">
              <a:solidFill>
                <a:schemeClr val="tx1"/>
              </a:solidFill>
              <a:prstDash val="solid"/>
              <a:headEnd type="none" w="med" len="med"/>
              <a:tailEnd type="none" w="med" len="med"/>
            </a:ln>
          </p:spPr>
        </p:sp>
        <p:sp>
          <p:nvSpPr>
            <p:cNvPr id="74804" name="Line 328"/>
            <p:cNvSpPr/>
            <p:nvPr/>
          </p:nvSpPr>
          <p:spPr>
            <a:xfrm flipV="1">
              <a:off x="3970" y="1117"/>
              <a:ext cx="0" cy="181"/>
            </a:xfrm>
            <a:prstGeom prst="line">
              <a:avLst/>
            </a:prstGeom>
            <a:ln w="9525" cap="flat" cmpd="sng">
              <a:solidFill>
                <a:schemeClr val="tx1"/>
              </a:solidFill>
              <a:prstDash val="solid"/>
              <a:headEnd type="none" w="med" len="med"/>
              <a:tailEnd type="none" w="med" len="med"/>
            </a:ln>
          </p:spPr>
        </p:sp>
        <p:sp>
          <p:nvSpPr>
            <p:cNvPr id="74805" name="Line 329"/>
            <p:cNvSpPr/>
            <p:nvPr/>
          </p:nvSpPr>
          <p:spPr>
            <a:xfrm>
              <a:off x="3970" y="1298"/>
              <a:ext cx="136" cy="0"/>
            </a:xfrm>
            <a:prstGeom prst="line">
              <a:avLst/>
            </a:prstGeom>
            <a:ln w="9525" cap="flat" cmpd="sng">
              <a:solidFill>
                <a:schemeClr val="tx1"/>
              </a:solidFill>
              <a:prstDash val="solid"/>
              <a:headEnd type="none" w="med" len="med"/>
              <a:tailEnd type="none" w="med" len="med"/>
            </a:ln>
          </p:spPr>
        </p:sp>
        <p:sp>
          <p:nvSpPr>
            <p:cNvPr id="74806" name="Line 330"/>
            <p:cNvSpPr/>
            <p:nvPr/>
          </p:nvSpPr>
          <p:spPr>
            <a:xfrm flipV="1">
              <a:off x="4105" y="1117"/>
              <a:ext cx="0" cy="181"/>
            </a:xfrm>
            <a:prstGeom prst="line">
              <a:avLst/>
            </a:prstGeom>
            <a:ln w="9525" cap="flat" cmpd="sng">
              <a:solidFill>
                <a:schemeClr val="tx1"/>
              </a:solidFill>
              <a:prstDash val="solid"/>
              <a:headEnd type="none" w="med" len="med"/>
              <a:tailEnd type="none" w="med" len="med"/>
            </a:ln>
          </p:spPr>
        </p:sp>
        <p:sp>
          <p:nvSpPr>
            <p:cNvPr id="74807" name="Line 331"/>
            <p:cNvSpPr/>
            <p:nvPr/>
          </p:nvSpPr>
          <p:spPr>
            <a:xfrm>
              <a:off x="4105" y="1117"/>
              <a:ext cx="136" cy="0"/>
            </a:xfrm>
            <a:prstGeom prst="line">
              <a:avLst/>
            </a:prstGeom>
            <a:ln w="9525" cap="flat" cmpd="sng">
              <a:solidFill>
                <a:schemeClr val="tx1"/>
              </a:solidFill>
              <a:prstDash val="solid"/>
              <a:headEnd type="none" w="med" len="med"/>
              <a:tailEnd type="none" w="med" len="med"/>
            </a:ln>
          </p:spPr>
        </p:sp>
        <p:sp>
          <p:nvSpPr>
            <p:cNvPr id="74808" name="Line 332"/>
            <p:cNvSpPr/>
            <p:nvPr/>
          </p:nvSpPr>
          <p:spPr>
            <a:xfrm flipV="1">
              <a:off x="4241" y="1117"/>
              <a:ext cx="0" cy="181"/>
            </a:xfrm>
            <a:prstGeom prst="line">
              <a:avLst/>
            </a:prstGeom>
            <a:ln w="9525" cap="flat" cmpd="sng">
              <a:solidFill>
                <a:schemeClr val="tx1"/>
              </a:solidFill>
              <a:prstDash val="solid"/>
              <a:headEnd type="none" w="med" len="med"/>
              <a:tailEnd type="none" w="med" len="med"/>
            </a:ln>
          </p:spPr>
        </p:sp>
        <p:sp>
          <p:nvSpPr>
            <p:cNvPr id="74809" name="Line 333"/>
            <p:cNvSpPr/>
            <p:nvPr/>
          </p:nvSpPr>
          <p:spPr>
            <a:xfrm>
              <a:off x="4241" y="1298"/>
              <a:ext cx="136" cy="0"/>
            </a:xfrm>
            <a:prstGeom prst="line">
              <a:avLst/>
            </a:prstGeom>
            <a:ln w="9525" cap="flat" cmpd="sng">
              <a:solidFill>
                <a:schemeClr val="tx1"/>
              </a:solidFill>
              <a:prstDash val="solid"/>
              <a:headEnd type="none" w="med" len="med"/>
              <a:tailEnd type="none" w="med" len="med"/>
            </a:ln>
          </p:spPr>
        </p:sp>
        <p:sp>
          <p:nvSpPr>
            <p:cNvPr id="74810" name="Line 334"/>
            <p:cNvSpPr/>
            <p:nvPr/>
          </p:nvSpPr>
          <p:spPr>
            <a:xfrm flipV="1">
              <a:off x="4377" y="1117"/>
              <a:ext cx="0" cy="181"/>
            </a:xfrm>
            <a:prstGeom prst="line">
              <a:avLst/>
            </a:prstGeom>
            <a:ln w="9525" cap="flat" cmpd="sng">
              <a:solidFill>
                <a:schemeClr val="tx1"/>
              </a:solidFill>
              <a:prstDash val="solid"/>
              <a:headEnd type="none" w="med" len="med"/>
              <a:tailEnd type="none" w="med" len="med"/>
            </a:ln>
          </p:spPr>
        </p:sp>
        <p:sp>
          <p:nvSpPr>
            <p:cNvPr id="74811" name="Line 335"/>
            <p:cNvSpPr/>
            <p:nvPr/>
          </p:nvSpPr>
          <p:spPr>
            <a:xfrm>
              <a:off x="4377" y="1117"/>
              <a:ext cx="136" cy="0"/>
            </a:xfrm>
            <a:prstGeom prst="line">
              <a:avLst/>
            </a:prstGeom>
            <a:ln w="9525" cap="flat" cmpd="sng">
              <a:solidFill>
                <a:schemeClr val="tx1"/>
              </a:solidFill>
              <a:prstDash val="solid"/>
              <a:headEnd type="none" w="med" len="med"/>
              <a:tailEnd type="none" w="med" len="med"/>
            </a:ln>
          </p:spPr>
        </p:sp>
        <p:sp>
          <p:nvSpPr>
            <p:cNvPr id="74812" name="Line 336"/>
            <p:cNvSpPr/>
            <p:nvPr/>
          </p:nvSpPr>
          <p:spPr>
            <a:xfrm flipV="1">
              <a:off x="4513" y="1117"/>
              <a:ext cx="0" cy="181"/>
            </a:xfrm>
            <a:prstGeom prst="line">
              <a:avLst/>
            </a:prstGeom>
            <a:ln w="9525" cap="flat" cmpd="sng">
              <a:solidFill>
                <a:schemeClr val="tx1"/>
              </a:solidFill>
              <a:prstDash val="solid"/>
              <a:headEnd type="none" w="med" len="med"/>
              <a:tailEnd type="none" w="med" len="med"/>
            </a:ln>
          </p:spPr>
        </p:sp>
        <p:sp>
          <p:nvSpPr>
            <p:cNvPr id="74813" name="Line 337"/>
            <p:cNvSpPr/>
            <p:nvPr/>
          </p:nvSpPr>
          <p:spPr>
            <a:xfrm>
              <a:off x="4513" y="1298"/>
              <a:ext cx="136" cy="0"/>
            </a:xfrm>
            <a:prstGeom prst="line">
              <a:avLst/>
            </a:prstGeom>
            <a:ln w="9525" cap="flat" cmpd="sng">
              <a:solidFill>
                <a:schemeClr val="tx1"/>
              </a:solidFill>
              <a:prstDash val="solid"/>
              <a:headEnd type="none" w="med" len="med"/>
              <a:tailEnd type="none" w="med" len="med"/>
            </a:ln>
          </p:spPr>
        </p:sp>
        <p:sp>
          <p:nvSpPr>
            <p:cNvPr id="74814" name="Line 338"/>
            <p:cNvSpPr/>
            <p:nvPr/>
          </p:nvSpPr>
          <p:spPr>
            <a:xfrm flipV="1">
              <a:off x="4650" y="1117"/>
              <a:ext cx="0" cy="181"/>
            </a:xfrm>
            <a:prstGeom prst="line">
              <a:avLst/>
            </a:prstGeom>
            <a:ln w="9525" cap="flat" cmpd="sng">
              <a:solidFill>
                <a:schemeClr val="tx1"/>
              </a:solidFill>
              <a:prstDash val="solid"/>
              <a:headEnd type="none" w="med" len="med"/>
              <a:tailEnd type="none" w="med" len="med"/>
            </a:ln>
          </p:spPr>
        </p:sp>
        <p:sp>
          <p:nvSpPr>
            <p:cNvPr id="74815" name="Line 339"/>
            <p:cNvSpPr/>
            <p:nvPr/>
          </p:nvSpPr>
          <p:spPr>
            <a:xfrm>
              <a:off x="4650" y="1117"/>
              <a:ext cx="136" cy="0"/>
            </a:xfrm>
            <a:prstGeom prst="line">
              <a:avLst/>
            </a:prstGeom>
            <a:ln w="9525" cap="flat" cmpd="sng">
              <a:solidFill>
                <a:schemeClr val="tx1"/>
              </a:solidFill>
              <a:prstDash val="solid"/>
              <a:headEnd type="none" w="med" len="med"/>
              <a:tailEnd type="none" w="med" len="med"/>
            </a:ln>
          </p:spPr>
        </p:sp>
        <p:sp>
          <p:nvSpPr>
            <p:cNvPr id="74816" name="Line 340"/>
            <p:cNvSpPr/>
            <p:nvPr/>
          </p:nvSpPr>
          <p:spPr>
            <a:xfrm flipV="1">
              <a:off x="4786" y="1117"/>
              <a:ext cx="0" cy="181"/>
            </a:xfrm>
            <a:prstGeom prst="line">
              <a:avLst/>
            </a:prstGeom>
            <a:ln w="9525" cap="flat" cmpd="sng">
              <a:solidFill>
                <a:schemeClr val="tx1"/>
              </a:solidFill>
              <a:prstDash val="solid"/>
              <a:headEnd type="none" w="med" len="med"/>
              <a:tailEnd type="none" w="med" len="med"/>
            </a:ln>
          </p:spPr>
        </p:sp>
        <p:sp>
          <p:nvSpPr>
            <p:cNvPr id="74817" name="Line 341"/>
            <p:cNvSpPr/>
            <p:nvPr/>
          </p:nvSpPr>
          <p:spPr>
            <a:xfrm>
              <a:off x="4786" y="1298"/>
              <a:ext cx="136" cy="0"/>
            </a:xfrm>
            <a:prstGeom prst="line">
              <a:avLst/>
            </a:prstGeom>
            <a:ln w="9525" cap="flat" cmpd="sng">
              <a:solidFill>
                <a:schemeClr val="tx1"/>
              </a:solidFill>
              <a:prstDash val="solid"/>
              <a:headEnd type="none" w="med" len="med"/>
              <a:tailEnd type="none" w="med" len="med"/>
            </a:ln>
          </p:spPr>
        </p:sp>
        <p:sp>
          <p:nvSpPr>
            <p:cNvPr id="74818" name="Line 342"/>
            <p:cNvSpPr/>
            <p:nvPr/>
          </p:nvSpPr>
          <p:spPr>
            <a:xfrm flipV="1">
              <a:off x="4922" y="1117"/>
              <a:ext cx="0" cy="181"/>
            </a:xfrm>
            <a:prstGeom prst="line">
              <a:avLst/>
            </a:prstGeom>
            <a:ln w="9525" cap="flat" cmpd="sng">
              <a:solidFill>
                <a:schemeClr val="tx1"/>
              </a:solidFill>
              <a:prstDash val="solid"/>
              <a:headEnd type="none" w="med" len="med"/>
              <a:tailEnd type="none" w="med" len="med"/>
            </a:ln>
          </p:spPr>
        </p:sp>
        <p:sp>
          <p:nvSpPr>
            <p:cNvPr id="74819" name="Line 343"/>
            <p:cNvSpPr/>
            <p:nvPr/>
          </p:nvSpPr>
          <p:spPr>
            <a:xfrm>
              <a:off x="4922" y="1117"/>
              <a:ext cx="136" cy="0"/>
            </a:xfrm>
            <a:prstGeom prst="line">
              <a:avLst/>
            </a:prstGeom>
            <a:ln w="9525" cap="flat" cmpd="sng">
              <a:solidFill>
                <a:schemeClr val="tx1"/>
              </a:solidFill>
              <a:prstDash val="solid"/>
              <a:headEnd type="none" w="med" len="med"/>
              <a:tailEnd type="none" w="med" len="med"/>
            </a:ln>
          </p:spPr>
        </p:sp>
        <p:sp>
          <p:nvSpPr>
            <p:cNvPr id="74820" name="Line 344"/>
            <p:cNvSpPr/>
            <p:nvPr/>
          </p:nvSpPr>
          <p:spPr>
            <a:xfrm flipV="1">
              <a:off x="5058" y="1117"/>
              <a:ext cx="0" cy="181"/>
            </a:xfrm>
            <a:prstGeom prst="line">
              <a:avLst/>
            </a:prstGeom>
            <a:ln w="9525" cap="flat" cmpd="sng">
              <a:solidFill>
                <a:schemeClr val="tx1"/>
              </a:solidFill>
              <a:prstDash val="solid"/>
              <a:headEnd type="none" w="med" len="med"/>
              <a:tailEnd type="none" w="med" len="med"/>
            </a:ln>
          </p:spPr>
        </p:sp>
        <p:sp>
          <p:nvSpPr>
            <p:cNvPr id="74821" name="Line 345"/>
            <p:cNvSpPr/>
            <p:nvPr/>
          </p:nvSpPr>
          <p:spPr>
            <a:xfrm>
              <a:off x="5058" y="1298"/>
              <a:ext cx="136" cy="0"/>
            </a:xfrm>
            <a:prstGeom prst="line">
              <a:avLst/>
            </a:prstGeom>
            <a:ln w="9525" cap="flat" cmpd="sng">
              <a:solidFill>
                <a:schemeClr val="tx1"/>
              </a:solidFill>
              <a:prstDash val="solid"/>
              <a:headEnd type="none" w="med" len="med"/>
              <a:tailEnd type="none" w="med" len="med"/>
            </a:ln>
          </p:spPr>
        </p:sp>
        <p:sp>
          <p:nvSpPr>
            <p:cNvPr id="74822" name="Line 346"/>
            <p:cNvSpPr/>
            <p:nvPr/>
          </p:nvSpPr>
          <p:spPr>
            <a:xfrm>
              <a:off x="567" y="934"/>
              <a:ext cx="272" cy="0"/>
            </a:xfrm>
            <a:prstGeom prst="line">
              <a:avLst/>
            </a:prstGeom>
            <a:ln w="9525" cap="flat" cmpd="sng">
              <a:solidFill>
                <a:schemeClr val="tx1"/>
              </a:solidFill>
              <a:prstDash val="solid"/>
              <a:headEnd type="none" w="med" len="med"/>
              <a:tailEnd type="none" w="med" len="med"/>
            </a:ln>
          </p:spPr>
        </p:sp>
        <p:sp>
          <p:nvSpPr>
            <p:cNvPr id="74823" name="Line 347"/>
            <p:cNvSpPr/>
            <p:nvPr/>
          </p:nvSpPr>
          <p:spPr>
            <a:xfrm flipV="1">
              <a:off x="839" y="753"/>
              <a:ext cx="0" cy="181"/>
            </a:xfrm>
            <a:prstGeom prst="line">
              <a:avLst/>
            </a:prstGeom>
            <a:ln w="9525" cap="flat" cmpd="sng">
              <a:solidFill>
                <a:schemeClr val="tx1"/>
              </a:solidFill>
              <a:prstDash val="solid"/>
              <a:headEnd type="none" w="med" len="med"/>
              <a:tailEnd type="none" w="med" len="med"/>
            </a:ln>
          </p:spPr>
        </p:sp>
        <p:sp>
          <p:nvSpPr>
            <p:cNvPr id="74824" name="Line 348"/>
            <p:cNvSpPr/>
            <p:nvPr/>
          </p:nvSpPr>
          <p:spPr>
            <a:xfrm>
              <a:off x="839" y="753"/>
              <a:ext cx="136" cy="0"/>
            </a:xfrm>
            <a:prstGeom prst="line">
              <a:avLst/>
            </a:prstGeom>
            <a:ln w="9525" cap="flat" cmpd="sng">
              <a:solidFill>
                <a:schemeClr val="tx1"/>
              </a:solidFill>
              <a:prstDash val="solid"/>
              <a:headEnd type="none" w="med" len="med"/>
              <a:tailEnd type="none" w="med" len="med"/>
            </a:ln>
          </p:spPr>
        </p:sp>
        <p:sp>
          <p:nvSpPr>
            <p:cNvPr id="74825" name="Line 349"/>
            <p:cNvSpPr/>
            <p:nvPr/>
          </p:nvSpPr>
          <p:spPr>
            <a:xfrm flipV="1">
              <a:off x="975" y="753"/>
              <a:ext cx="0" cy="181"/>
            </a:xfrm>
            <a:prstGeom prst="line">
              <a:avLst/>
            </a:prstGeom>
            <a:ln w="9525" cap="flat" cmpd="sng">
              <a:solidFill>
                <a:schemeClr val="tx1"/>
              </a:solidFill>
              <a:prstDash val="solid"/>
              <a:headEnd type="none" w="med" len="med"/>
              <a:tailEnd type="none" w="med" len="med"/>
            </a:ln>
          </p:spPr>
        </p:sp>
        <p:sp>
          <p:nvSpPr>
            <p:cNvPr id="74826" name="Line 350"/>
            <p:cNvSpPr/>
            <p:nvPr/>
          </p:nvSpPr>
          <p:spPr>
            <a:xfrm>
              <a:off x="975" y="934"/>
              <a:ext cx="136" cy="0"/>
            </a:xfrm>
            <a:prstGeom prst="line">
              <a:avLst/>
            </a:prstGeom>
            <a:ln w="9525" cap="flat" cmpd="sng">
              <a:solidFill>
                <a:schemeClr val="tx1"/>
              </a:solidFill>
              <a:prstDash val="solid"/>
              <a:headEnd type="none" w="med" len="med"/>
              <a:tailEnd type="none" w="med" len="med"/>
            </a:ln>
          </p:spPr>
        </p:sp>
        <p:sp>
          <p:nvSpPr>
            <p:cNvPr id="74827" name="Line 351"/>
            <p:cNvSpPr/>
            <p:nvPr/>
          </p:nvSpPr>
          <p:spPr>
            <a:xfrm flipV="1">
              <a:off x="1111" y="753"/>
              <a:ext cx="0" cy="181"/>
            </a:xfrm>
            <a:prstGeom prst="line">
              <a:avLst/>
            </a:prstGeom>
            <a:ln w="9525" cap="flat" cmpd="sng">
              <a:solidFill>
                <a:schemeClr val="tx1"/>
              </a:solidFill>
              <a:prstDash val="solid"/>
              <a:headEnd type="none" w="med" len="med"/>
              <a:tailEnd type="none" w="med" len="med"/>
            </a:ln>
          </p:spPr>
        </p:sp>
        <p:sp>
          <p:nvSpPr>
            <p:cNvPr id="74828" name="Line 352"/>
            <p:cNvSpPr/>
            <p:nvPr/>
          </p:nvSpPr>
          <p:spPr>
            <a:xfrm>
              <a:off x="1111" y="753"/>
              <a:ext cx="136" cy="0"/>
            </a:xfrm>
            <a:prstGeom prst="line">
              <a:avLst/>
            </a:prstGeom>
            <a:ln w="9525" cap="flat" cmpd="sng">
              <a:solidFill>
                <a:schemeClr val="tx1"/>
              </a:solidFill>
              <a:prstDash val="solid"/>
              <a:headEnd type="none" w="med" len="med"/>
              <a:tailEnd type="none" w="med" len="med"/>
            </a:ln>
          </p:spPr>
        </p:sp>
        <p:sp>
          <p:nvSpPr>
            <p:cNvPr id="74829" name="Line 353"/>
            <p:cNvSpPr/>
            <p:nvPr/>
          </p:nvSpPr>
          <p:spPr>
            <a:xfrm flipV="1">
              <a:off x="1247" y="753"/>
              <a:ext cx="0" cy="181"/>
            </a:xfrm>
            <a:prstGeom prst="line">
              <a:avLst/>
            </a:prstGeom>
            <a:ln w="9525" cap="flat" cmpd="sng">
              <a:solidFill>
                <a:schemeClr val="tx1"/>
              </a:solidFill>
              <a:prstDash val="solid"/>
              <a:headEnd type="none" w="med" len="med"/>
              <a:tailEnd type="none" w="med" len="med"/>
            </a:ln>
          </p:spPr>
        </p:sp>
        <p:sp>
          <p:nvSpPr>
            <p:cNvPr id="74830" name="Line 354"/>
            <p:cNvSpPr/>
            <p:nvPr/>
          </p:nvSpPr>
          <p:spPr>
            <a:xfrm>
              <a:off x="1247" y="934"/>
              <a:ext cx="136" cy="0"/>
            </a:xfrm>
            <a:prstGeom prst="line">
              <a:avLst/>
            </a:prstGeom>
            <a:ln w="9525" cap="flat" cmpd="sng">
              <a:solidFill>
                <a:schemeClr val="tx1"/>
              </a:solidFill>
              <a:prstDash val="solid"/>
              <a:headEnd type="none" w="med" len="med"/>
              <a:tailEnd type="none" w="med" len="med"/>
            </a:ln>
          </p:spPr>
        </p:sp>
        <p:sp>
          <p:nvSpPr>
            <p:cNvPr id="74831" name="Line 355"/>
            <p:cNvSpPr/>
            <p:nvPr/>
          </p:nvSpPr>
          <p:spPr>
            <a:xfrm flipV="1">
              <a:off x="1384" y="753"/>
              <a:ext cx="0" cy="181"/>
            </a:xfrm>
            <a:prstGeom prst="line">
              <a:avLst/>
            </a:prstGeom>
            <a:ln w="9525" cap="flat" cmpd="sng">
              <a:solidFill>
                <a:schemeClr val="tx1"/>
              </a:solidFill>
              <a:prstDash val="solid"/>
              <a:headEnd type="none" w="med" len="med"/>
              <a:tailEnd type="none" w="med" len="med"/>
            </a:ln>
          </p:spPr>
        </p:sp>
        <p:sp>
          <p:nvSpPr>
            <p:cNvPr id="74832" name="Line 356"/>
            <p:cNvSpPr/>
            <p:nvPr/>
          </p:nvSpPr>
          <p:spPr>
            <a:xfrm>
              <a:off x="1384" y="753"/>
              <a:ext cx="3628" cy="0"/>
            </a:xfrm>
            <a:prstGeom prst="line">
              <a:avLst/>
            </a:prstGeom>
            <a:ln w="9525" cap="flat" cmpd="sng">
              <a:solidFill>
                <a:schemeClr val="tx1"/>
              </a:solidFill>
              <a:prstDash val="solid"/>
              <a:headEnd type="none" w="med" len="med"/>
              <a:tailEnd type="none" w="med" len="med"/>
            </a:ln>
          </p:spPr>
        </p:sp>
        <p:sp>
          <p:nvSpPr>
            <p:cNvPr id="74833" name="Line 357"/>
            <p:cNvSpPr/>
            <p:nvPr/>
          </p:nvSpPr>
          <p:spPr>
            <a:xfrm>
              <a:off x="590" y="1661"/>
              <a:ext cx="1020" cy="0"/>
            </a:xfrm>
            <a:prstGeom prst="line">
              <a:avLst/>
            </a:prstGeom>
            <a:ln w="9525" cap="flat" cmpd="sng">
              <a:solidFill>
                <a:schemeClr val="tx1"/>
              </a:solidFill>
              <a:prstDash val="solid"/>
              <a:headEnd type="none" w="med" len="med"/>
              <a:tailEnd type="none" w="med" len="med"/>
            </a:ln>
          </p:spPr>
        </p:sp>
        <p:sp>
          <p:nvSpPr>
            <p:cNvPr id="74834" name="Line 358"/>
            <p:cNvSpPr/>
            <p:nvPr/>
          </p:nvSpPr>
          <p:spPr>
            <a:xfrm flipV="1">
              <a:off x="1610" y="1479"/>
              <a:ext cx="0" cy="181"/>
            </a:xfrm>
            <a:prstGeom prst="line">
              <a:avLst/>
            </a:prstGeom>
            <a:ln w="9525" cap="flat" cmpd="sng">
              <a:solidFill>
                <a:schemeClr val="tx1"/>
              </a:solidFill>
              <a:prstDash val="solid"/>
              <a:headEnd type="none" w="med" len="med"/>
              <a:tailEnd type="none" w="med" len="med"/>
            </a:ln>
          </p:spPr>
        </p:sp>
        <p:sp>
          <p:nvSpPr>
            <p:cNvPr id="74835" name="Line 359"/>
            <p:cNvSpPr/>
            <p:nvPr/>
          </p:nvSpPr>
          <p:spPr>
            <a:xfrm>
              <a:off x="1622" y="1479"/>
              <a:ext cx="1293" cy="0"/>
            </a:xfrm>
            <a:prstGeom prst="line">
              <a:avLst/>
            </a:prstGeom>
            <a:ln w="9525" cap="flat" cmpd="sng">
              <a:solidFill>
                <a:schemeClr val="tx1"/>
              </a:solidFill>
              <a:prstDash val="solid"/>
              <a:headEnd type="none" w="med" len="med"/>
              <a:tailEnd type="none" w="med" len="med"/>
            </a:ln>
          </p:spPr>
        </p:sp>
        <p:sp>
          <p:nvSpPr>
            <p:cNvPr id="74836" name="Line 360"/>
            <p:cNvSpPr/>
            <p:nvPr/>
          </p:nvSpPr>
          <p:spPr>
            <a:xfrm flipV="1">
              <a:off x="2608" y="1842"/>
              <a:ext cx="0" cy="181"/>
            </a:xfrm>
            <a:prstGeom prst="line">
              <a:avLst/>
            </a:prstGeom>
            <a:ln w="9525" cap="flat" cmpd="sng">
              <a:solidFill>
                <a:schemeClr val="tx1"/>
              </a:solidFill>
              <a:prstDash val="solid"/>
              <a:headEnd type="none" w="med" len="med"/>
              <a:tailEnd type="none" w="med" len="med"/>
            </a:ln>
          </p:spPr>
        </p:sp>
        <p:sp>
          <p:nvSpPr>
            <p:cNvPr id="74837" name="Line 361"/>
            <p:cNvSpPr/>
            <p:nvPr/>
          </p:nvSpPr>
          <p:spPr>
            <a:xfrm flipV="1">
              <a:off x="2926" y="1656"/>
              <a:ext cx="497" cy="5"/>
            </a:xfrm>
            <a:prstGeom prst="line">
              <a:avLst/>
            </a:prstGeom>
            <a:ln w="9525" cap="flat" cmpd="sng">
              <a:solidFill>
                <a:schemeClr val="tx1"/>
              </a:solidFill>
              <a:prstDash val="solid"/>
              <a:headEnd type="none" w="med" len="med"/>
              <a:tailEnd type="none" w="med" len="med"/>
            </a:ln>
          </p:spPr>
        </p:sp>
        <p:sp>
          <p:nvSpPr>
            <p:cNvPr id="74838" name="Line 362"/>
            <p:cNvSpPr/>
            <p:nvPr/>
          </p:nvSpPr>
          <p:spPr>
            <a:xfrm flipV="1">
              <a:off x="2926" y="1479"/>
              <a:ext cx="0" cy="181"/>
            </a:xfrm>
            <a:prstGeom prst="line">
              <a:avLst/>
            </a:prstGeom>
            <a:ln w="9525" cap="flat" cmpd="sng">
              <a:solidFill>
                <a:schemeClr val="tx1"/>
              </a:solidFill>
              <a:prstDash val="solid"/>
              <a:headEnd type="none" w="med" len="med"/>
              <a:tailEnd type="none" w="med" len="med"/>
            </a:ln>
          </p:spPr>
        </p:sp>
        <p:sp>
          <p:nvSpPr>
            <p:cNvPr id="74839" name="Line 363"/>
            <p:cNvSpPr/>
            <p:nvPr/>
          </p:nvSpPr>
          <p:spPr>
            <a:xfrm>
              <a:off x="2608" y="1842"/>
              <a:ext cx="1089" cy="0"/>
            </a:xfrm>
            <a:prstGeom prst="line">
              <a:avLst/>
            </a:prstGeom>
            <a:ln w="9525" cap="flat" cmpd="sng">
              <a:solidFill>
                <a:schemeClr val="tx1"/>
              </a:solidFill>
              <a:prstDash val="solid"/>
              <a:headEnd type="none" w="med" len="med"/>
              <a:tailEnd type="none" w="med" len="med"/>
            </a:ln>
          </p:spPr>
        </p:sp>
        <p:sp>
          <p:nvSpPr>
            <p:cNvPr id="74840" name="Line 364"/>
            <p:cNvSpPr/>
            <p:nvPr/>
          </p:nvSpPr>
          <p:spPr>
            <a:xfrm flipV="1">
              <a:off x="3697" y="1842"/>
              <a:ext cx="0" cy="181"/>
            </a:xfrm>
            <a:prstGeom prst="line">
              <a:avLst/>
            </a:prstGeom>
            <a:ln w="9525" cap="flat" cmpd="sng">
              <a:solidFill>
                <a:schemeClr val="tx1"/>
              </a:solidFill>
              <a:prstDash val="solid"/>
              <a:headEnd type="none" w="med" len="med"/>
              <a:tailEnd type="none" w="med" len="med"/>
            </a:ln>
          </p:spPr>
        </p:sp>
        <p:sp>
          <p:nvSpPr>
            <p:cNvPr id="74841" name="Line 365"/>
            <p:cNvSpPr/>
            <p:nvPr/>
          </p:nvSpPr>
          <p:spPr>
            <a:xfrm>
              <a:off x="3425" y="1474"/>
              <a:ext cx="1587" cy="5"/>
            </a:xfrm>
            <a:prstGeom prst="line">
              <a:avLst/>
            </a:prstGeom>
            <a:ln w="9525" cap="flat" cmpd="sng">
              <a:solidFill>
                <a:schemeClr val="tx1"/>
              </a:solidFill>
              <a:prstDash val="solid"/>
              <a:headEnd type="none" w="med" len="med"/>
              <a:tailEnd type="none" w="med" len="med"/>
            </a:ln>
          </p:spPr>
        </p:sp>
        <p:sp>
          <p:nvSpPr>
            <p:cNvPr id="74842" name="Line 366"/>
            <p:cNvSpPr/>
            <p:nvPr/>
          </p:nvSpPr>
          <p:spPr>
            <a:xfrm flipV="1">
              <a:off x="4513" y="1842"/>
              <a:ext cx="0" cy="181"/>
            </a:xfrm>
            <a:prstGeom prst="line">
              <a:avLst/>
            </a:prstGeom>
            <a:ln w="9525" cap="flat" cmpd="sng">
              <a:solidFill>
                <a:schemeClr val="tx1"/>
              </a:solidFill>
              <a:prstDash val="solid"/>
              <a:headEnd type="none" w="med" len="med"/>
              <a:tailEnd type="none" w="med" len="med"/>
            </a:ln>
          </p:spPr>
        </p:sp>
        <p:sp>
          <p:nvSpPr>
            <p:cNvPr id="74843" name="Rectangle 367"/>
            <p:cNvSpPr/>
            <p:nvPr/>
          </p:nvSpPr>
          <p:spPr>
            <a:xfrm>
              <a:off x="204" y="753"/>
              <a:ext cx="318"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74844" name="Rectangle 368"/>
            <p:cNvSpPr/>
            <p:nvPr/>
          </p:nvSpPr>
          <p:spPr>
            <a:xfrm>
              <a:off x="884" y="572"/>
              <a:ext cx="318"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CW</a:t>
              </a:r>
              <a:endParaRPr lang="en-US" altLang="zh-CN" sz="1600" b="0" dirty="0">
                <a:solidFill>
                  <a:schemeClr val="tx1"/>
                </a:solidFill>
                <a:latin typeface="Arial" panose="020B0604020202020204" pitchFamily="34" charset="0"/>
              </a:endParaRPr>
            </a:p>
          </p:txBody>
        </p:sp>
        <p:sp>
          <p:nvSpPr>
            <p:cNvPr id="74845" name="Rectangle 369"/>
            <p:cNvSpPr/>
            <p:nvPr/>
          </p:nvSpPr>
          <p:spPr>
            <a:xfrm>
              <a:off x="1247" y="572"/>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N</a:t>
              </a:r>
              <a:endParaRPr lang="en-US" altLang="zh-CN" sz="1600" b="0" dirty="0">
                <a:solidFill>
                  <a:schemeClr val="tx1"/>
                </a:solidFill>
                <a:latin typeface="Arial" panose="020B0604020202020204" pitchFamily="34" charset="0"/>
              </a:endParaRPr>
            </a:p>
          </p:txBody>
        </p:sp>
        <p:sp>
          <p:nvSpPr>
            <p:cNvPr id="74846" name="Line 370"/>
            <p:cNvSpPr/>
            <p:nvPr/>
          </p:nvSpPr>
          <p:spPr>
            <a:xfrm>
              <a:off x="567" y="2023"/>
              <a:ext cx="544" cy="0"/>
            </a:xfrm>
            <a:prstGeom prst="line">
              <a:avLst/>
            </a:prstGeom>
            <a:ln w="9525" cap="flat" cmpd="sng">
              <a:solidFill>
                <a:schemeClr val="tx1"/>
              </a:solidFill>
              <a:prstDash val="solid"/>
              <a:headEnd type="none" w="med" len="med"/>
              <a:tailEnd type="none" w="med" len="med"/>
            </a:ln>
          </p:spPr>
        </p:sp>
        <p:sp>
          <p:nvSpPr>
            <p:cNvPr id="74847" name="Line 371"/>
            <p:cNvSpPr/>
            <p:nvPr/>
          </p:nvSpPr>
          <p:spPr>
            <a:xfrm flipV="1">
              <a:off x="1111" y="1841"/>
              <a:ext cx="0" cy="181"/>
            </a:xfrm>
            <a:prstGeom prst="line">
              <a:avLst/>
            </a:prstGeom>
            <a:ln w="9525" cap="flat" cmpd="sng">
              <a:solidFill>
                <a:schemeClr val="tx1"/>
              </a:solidFill>
              <a:prstDash val="solid"/>
              <a:headEnd type="none" w="med" len="med"/>
              <a:tailEnd type="none" w="med" len="med"/>
            </a:ln>
          </p:spPr>
        </p:sp>
        <p:sp>
          <p:nvSpPr>
            <p:cNvPr id="74848" name="Line 372"/>
            <p:cNvSpPr/>
            <p:nvPr/>
          </p:nvSpPr>
          <p:spPr>
            <a:xfrm>
              <a:off x="1111" y="1841"/>
              <a:ext cx="681" cy="1"/>
            </a:xfrm>
            <a:prstGeom prst="line">
              <a:avLst/>
            </a:prstGeom>
            <a:ln w="9525" cap="flat" cmpd="sng">
              <a:solidFill>
                <a:schemeClr val="tx1"/>
              </a:solidFill>
              <a:prstDash val="solid"/>
              <a:headEnd type="none" w="med" len="med"/>
              <a:tailEnd type="none" w="med" len="med"/>
            </a:ln>
          </p:spPr>
        </p:sp>
        <p:sp>
          <p:nvSpPr>
            <p:cNvPr id="74849" name="Line 373"/>
            <p:cNvSpPr/>
            <p:nvPr/>
          </p:nvSpPr>
          <p:spPr>
            <a:xfrm flipV="1">
              <a:off x="1792" y="1842"/>
              <a:ext cx="0" cy="181"/>
            </a:xfrm>
            <a:prstGeom prst="line">
              <a:avLst/>
            </a:prstGeom>
            <a:ln w="9525" cap="flat" cmpd="sng">
              <a:solidFill>
                <a:schemeClr val="tx1"/>
              </a:solidFill>
              <a:prstDash val="solid"/>
              <a:headEnd type="none" w="med" len="med"/>
              <a:tailEnd type="none" w="med" len="med"/>
            </a:ln>
          </p:spPr>
        </p:sp>
        <p:sp>
          <p:nvSpPr>
            <p:cNvPr id="74850" name="Line 374"/>
            <p:cNvSpPr/>
            <p:nvPr/>
          </p:nvSpPr>
          <p:spPr>
            <a:xfrm>
              <a:off x="1792" y="2023"/>
              <a:ext cx="816" cy="0"/>
            </a:xfrm>
            <a:prstGeom prst="line">
              <a:avLst/>
            </a:prstGeom>
            <a:ln w="9525" cap="flat" cmpd="sng">
              <a:solidFill>
                <a:schemeClr val="tx1"/>
              </a:solidFill>
              <a:prstDash val="solid"/>
              <a:headEnd type="none" w="med" len="med"/>
              <a:tailEnd type="none" w="med" len="med"/>
            </a:ln>
          </p:spPr>
        </p:sp>
        <p:sp>
          <p:nvSpPr>
            <p:cNvPr id="74851" name="Line 375"/>
            <p:cNvSpPr/>
            <p:nvPr/>
          </p:nvSpPr>
          <p:spPr>
            <a:xfrm flipV="1">
              <a:off x="3424" y="1479"/>
              <a:ext cx="0" cy="181"/>
            </a:xfrm>
            <a:prstGeom prst="line">
              <a:avLst/>
            </a:prstGeom>
            <a:ln w="9525" cap="flat" cmpd="sng">
              <a:solidFill>
                <a:schemeClr val="tx1"/>
              </a:solidFill>
              <a:prstDash val="solid"/>
              <a:headEnd type="none" w="med" len="med"/>
              <a:tailEnd type="none" w="med" len="med"/>
            </a:ln>
          </p:spPr>
        </p:sp>
        <p:sp>
          <p:nvSpPr>
            <p:cNvPr id="74852" name="Line 376"/>
            <p:cNvSpPr/>
            <p:nvPr/>
          </p:nvSpPr>
          <p:spPr>
            <a:xfrm>
              <a:off x="975" y="708"/>
              <a:ext cx="0" cy="1451"/>
            </a:xfrm>
            <a:prstGeom prst="line">
              <a:avLst/>
            </a:prstGeom>
            <a:ln w="9525" cap="flat" cmpd="sng">
              <a:solidFill>
                <a:schemeClr val="tx1"/>
              </a:solidFill>
              <a:prstDash val="dash"/>
              <a:headEnd type="none" w="med" len="med"/>
              <a:tailEnd type="none" w="med" len="med"/>
            </a:ln>
          </p:spPr>
        </p:sp>
        <p:sp>
          <p:nvSpPr>
            <p:cNvPr id="74853" name="Line 377"/>
            <p:cNvSpPr/>
            <p:nvPr/>
          </p:nvSpPr>
          <p:spPr>
            <a:xfrm>
              <a:off x="1247" y="708"/>
              <a:ext cx="0" cy="1451"/>
            </a:xfrm>
            <a:prstGeom prst="line">
              <a:avLst/>
            </a:prstGeom>
            <a:ln w="9525" cap="flat" cmpd="sng">
              <a:solidFill>
                <a:schemeClr val="tx1"/>
              </a:solidFill>
              <a:prstDash val="dash"/>
              <a:headEnd type="none" w="med" len="med"/>
              <a:tailEnd type="none" w="med" len="med"/>
            </a:ln>
          </p:spPr>
        </p:sp>
        <p:sp>
          <p:nvSpPr>
            <p:cNvPr id="74854" name="Line 378"/>
            <p:cNvSpPr/>
            <p:nvPr/>
          </p:nvSpPr>
          <p:spPr>
            <a:xfrm>
              <a:off x="1520" y="708"/>
              <a:ext cx="0" cy="1451"/>
            </a:xfrm>
            <a:prstGeom prst="line">
              <a:avLst/>
            </a:prstGeom>
            <a:ln w="9525" cap="flat" cmpd="sng">
              <a:solidFill>
                <a:schemeClr val="tx1"/>
              </a:solidFill>
              <a:prstDash val="dash"/>
              <a:headEnd type="none" w="med" len="med"/>
              <a:tailEnd type="none" w="med" len="med"/>
            </a:ln>
          </p:spPr>
        </p:sp>
        <p:sp>
          <p:nvSpPr>
            <p:cNvPr id="74855" name="Line 379"/>
            <p:cNvSpPr/>
            <p:nvPr/>
          </p:nvSpPr>
          <p:spPr>
            <a:xfrm>
              <a:off x="1792" y="708"/>
              <a:ext cx="0" cy="1451"/>
            </a:xfrm>
            <a:prstGeom prst="line">
              <a:avLst/>
            </a:prstGeom>
            <a:ln w="9525" cap="flat" cmpd="sng">
              <a:solidFill>
                <a:schemeClr val="tx1"/>
              </a:solidFill>
              <a:prstDash val="dash"/>
              <a:headEnd type="none" w="med" len="med"/>
              <a:tailEnd type="none" w="med" len="med"/>
            </a:ln>
          </p:spPr>
        </p:sp>
        <p:sp>
          <p:nvSpPr>
            <p:cNvPr id="74856" name="Line 380"/>
            <p:cNvSpPr/>
            <p:nvPr/>
          </p:nvSpPr>
          <p:spPr>
            <a:xfrm>
              <a:off x="2064" y="708"/>
              <a:ext cx="0" cy="1451"/>
            </a:xfrm>
            <a:prstGeom prst="line">
              <a:avLst/>
            </a:prstGeom>
            <a:ln w="9525" cap="flat" cmpd="sng">
              <a:solidFill>
                <a:schemeClr val="tx1"/>
              </a:solidFill>
              <a:prstDash val="dash"/>
              <a:headEnd type="none" w="med" len="med"/>
              <a:tailEnd type="none" w="med" len="med"/>
            </a:ln>
          </p:spPr>
        </p:sp>
        <p:sp>
          <p:nvSpPr>
            <p:cNvPr id="74857" name="Line 381"/>
            <p:cNvSpPr/>
            <p:nvPr/>
          </p:nvSpPr>
          <p:spPr>
            <a:xfrm>
              <a:off x="2336" y="708"/>
              <a:ext cx="0" cy="1451"/>
            </a:xfrm>
            <a:prstGeom prst="line">
              <a:avLst/>
            </a:prstGeom>
            <a:ln w="9525" cap="flat" cmpd="sng">
              <a:solidFill>
                <a:schemeClr val="tx1"/>
              </a:solidFill>
              <a:prstDash val="dash"/>
              <a:headEnd type="none" w="med" len="med"/>
              <a:tailEnd type="none" w="med" len="med"/>
            </a:ln>
          </p:spPr>
        </p:sp>
        <p:sp>
          <p:nvSpPr>
            <p:cNvPr id="74858" name="Line 382"/>
            <p:cNvSpPr/>
            <p:nvPr/>
          </p:nvSpPr>
          <p:spPr>
            <a:xfrm>
              <a:off x="2608" y="708"/>
              <a:ext cx="0" cy="1451"/>
            </a:xfrm>
            <a:prstGeom prst="line">
              <a:avLst/>
            </a:prstGeom>
            <a:ln w="9525" cap="flat" cmpd="sng">
              <a:solidFill>
                <a:schemeClr val="tx1"/>
              </a:solidFill>
              <a:prstDash val="dash"/>
              <a:headEnd type="none" w="med" len="med"/>
              <a:tailEnd type="none" w="med" len="med"/>
            </a:ln>
          </p:spPr>
        </p:sp>
        <p:sp>
          <p:nvSpPr>
            <p:cNvPr id="74859" name="Rectangle 383"/>
            <p:cNvSpPr/>
            <p:nvPr/>
          </p:nvSpPr>
          <p:spPr>
            <a:xfrm>
              <a:off x="295" y="1842"/>
              <a:ext cx="318"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74860" name="Rectangle 384"/>
            <p:cNvSpPr/>
            <p:nvPr/>
          </p:nvSpPr>
          <p:spPr>
            <a:xfrm>
              <a:off x="295" y="1479"/>
              <a:ext cx="318"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74861" name="Rectangle 385"/>
            <p:cNvSpPr/>
            <p:nvPr/>
          </p:nvSpPr>
          <p:spPr>
            <a:xfrm>
              <a:off x="1792" y="1864"/>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3</a:t>
              </a:r>
              <a:endParaRPr lang="en-US" altLang="zh-CN" sz="1600" b="0" dirty="0">
                <a:solidFill>
                  <a:schemeClr val="tx1"/>
                </a:solidFill>
                <a:latin typeface="Arial" panose="020B0604020202020204" pitchFamily="34" charset="0"/>
              </a:endParaRPr>
            </a:p>
          </p:txBody>
        </p:sp>
        <p:sp>
          <p:nvSpPr>
            <p:cNvPr id="74862" name="Rectangle 386"/>
            <p:cNvSpPr/>
            <p:nvPr/>
          </p:nvSpPr>
          <p:spPr>
            <a:xfrm>
              <a:off x="2019" y="1864"/>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2</a:t>
              </a:r>
              <a:endParaRPr lang="en-US" altLang="zh-CN" sz="1600" b="0" dirty="0">
                <a:solidFill>
                  <a:schemeClr val="tx1"/>
                </a:solidFill>
                <a:latin typeface="Arial" panose="020B0604020202020204" pitchFamily="34" charset="0"/>
              </a:endParaRPr>
            </a:p>
          </p:txBody>
        </p:sp>
        <p:sp>
          <p:nvSpPr>
            <p:cNvPr id="74863" name="Rectangle 387"/>
            <p:cNvSpPr/>
            <p:nvPr/>
          </p:nvSpPr>
          <p:spPr>
            <a:xfrm>
              <a:off x="2291" y="1864"/>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1</a:t>
              </a:r>
              <a:endParaRPr lang="en-US" altLang="zh-CN" sz="1600" b="0" dirty="0">
                <a:solidFill>
                  <a:schemeClr val="tx1"/>
                </a:solidFill>
                <a:latin typeface="Arial" panose="020B0604020202020204" pitchFamily="34" charset="0"/>
              </a:endParaRPr>
            </a:p>
          </p:txBody>
        </p:sp>
        <p:sp>
          <p:nvSpPr>
            <p:cNvPr id="74864" name="Rectangle 388"/>
            <p:cNvSpPr/>
            <p:nvPr/>
          </p:nvSpPr>
          <p:spPr>
            <a:xfrm>
              <a:off x="2563" y="1864"/>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0</a:t>
              </a:r>
              <a:endParaRPr lang="en-US" altLang="zh-CN" sz="1600" b="0" dirty="0">
                <a:solidFill>
                  <a:schemeClr val="tx1"/>
                </a:solidFill>
                <a:latin typeface="Arial" panose="020B0604020202020204" pitchFamily="34" charset="0"/>
              </a:endParaRPr>
            </a:p>
          </p:txBody>
        </p:sp>
        <p:sp>
          <p:nvSpPr>
            <p:cNvPr id="74865" name="Line 389"/>
            <p:cNvSpPr/>
            <p:nvPr/>
          </p:nvSpPr>
          <p:spPr>
            <a:xfrm>
              <a:off x="3697" y="708"/>
              <a:ext cx="0" cy="1451"/>
            </a:xfrm>
            <a:prstGeom prst="line">
              <a:avLst/>
            </a:prstGeom>
            <a:ln w="9525" cap="flat" cmpd="sng">
              <a:solidFill>
                <a:schemeClr val="tx1"/>
              </a:solidFill>
              <a:prstDash val="dash"/>
              <a:headEnd type="none" w="med" len="med"/>
              <a:tailEnd type="none" w="med" len="med"/>
            </a:ln>
          </p:spPr>
        </p:sp>
        <p:sp>
          <p:nvSpPr>
            <p:cNvPr id="74866" name="Line 390"/>
            <p:cNvSpPr/>
            <p:nvPr/>
          </p:nvSpPr>
          <p:spPr>
            <a:xfrm>
              <a:off x="3969" y="708"/>
              <a:ext cx="0" cy="1451"/>
            </a:xfrm>
            <a:prstGeom prst="line">
              <a:avLst/>
            </a:prstGeom>
            <a:ln w="9525" cap="flat" cmpd="sng">
              <a:solidFill>
                <a:schemeClr val="tx1"/>
              </a:solidFill>
              <a:prstDash val="dash"/>
              <a:headEnd type="none" w="med" len="med"/>
              <a:tailEnd type="none" w="med" len="med"/>
            </a:ln>
          </p:spPr>
        </p:sp>
        <p:sp>
          <p:nvSpPr>
            <p:cNvPr id="74867" name="Line 391"/>
            <p:cNvSpPr/>
            <p:nvPr/>
          </p:nvSpPr>
          <p:spPr>
            <a:xfrm>
              <a:off x="4241" y="708"/>
              <a:ext cx="0" cy="1451"/>
            </a:xfrm>
            <a:prstGeom prst="line">
              <a:avLst/>
            </a:prstGeom>
            <a:ln w="9525" cap="flat" cmpd="sng">
              <a:solidFill>
                <a:schemeClr val="tx1"/>
              </a:solidFill>
              <a:prstDash val="dash"/>
              <a:headEnd type="none" w="med" len="med"/>
              <a:tailEnd type="none" w="med" len="med"/>
            </a:ln>
          </p:spPr>
        </p:sp>
        <p:sp>
          <p:nvSpPr>
            <p:cNvPr id="74868" name="Line 392"/>
            <p:cNvSpPr/>
            <p:nvPr/>
          </p:nvSpPr>
          <p:spPr>
            <a:xfrm>
              <a:off x="4513" y="708"/>
              <a:ext cx="0" cy="1451"/>
            </a:xfrm>
            <a:prstGeom prst="line">
              <a:avLst/>
            </a:prstGeom>
            <a:ln w="9525" cap="flat" cmpd="sng">
              <a:solidFill>
                <a:schemeClr val="tx1"/>
              </a:solidFill>
              <a:prstDash val="dash"/>
              <a:headEnd type="none" w="med" len="med"/>
              <a:tailEnd type="none" w="med" len="med"/>
            </a:ln>
          </p:spPr>
        </p:sp>
        <p:sp>
          <p:nvSpPr>
            <p:cNvPr id="74869" name="Line 393"/>
            <p:cNvSpPr/>
            <p:nvPr/>
          </p:nvSpPr>
          <p:spPr>
            <a:xfrm>
              <a:off x="4785" y="708"/>
              <a:ext cx="0" cy="1044"/>
            </a:xfrm>
            <a:prstGeom prst="line">
              <a:avLst/>
            </a:prstGeom>
            <a:ln w="9525" cap="flat" cmpd="sng">
              <a:solidFill>
                <a:schemeClr val="tx1"/>
              </a:solidFill>
              <a:prstDash val="dash"/>
              <a:headEnd type="none" w="med" len="med"/>
              <a:tailEnd type="none" w="med" len="med"/>
            </a:ln>
          </p:spPr>
        </p:sp>
        <p:sp>
          <p:nvSpPr>
            <p:cNvPr id="74870" name="Line 394"/>
            <p:cNvSpPr/>
            <p:nvPr/>
          </p:nvSpPr>
          <p:spPr>
            <a:xfrm>
              <a:off x="3697" y="2023"/>
              <a:ext cx="816" cy="0"/>
            </a:xfrm>
            <a:prstGeom prst="line">
              <a:avLst/>
            </a:prstGeom>
            <a:ln w="9525" cap="flat" cmpd="sng">
              <a:solidFill>
                <a:schemeClr val="tx1"/>
              </a:solidFill>
              <a:prstDash val="solid"/>
              <a:headEnd type="none" w="med" len="med"/>
              <a:tailEnd type="none" w="med" len="med"/>
            </a:ln>
          </p:spPr>
        </p:sp>
        <p:sp>
          <p:nvSpPr>
            <p:cNvPr id="74871" name="Arc 395"/>
            <p:cNvSpPr/>
            <p:nvPr/>
          </p:nvSpPr>
          <p:spPr>
            <a:xfrm>
              <a:off x="968" y="802"/>
              <a:ext cx="279" cy="1132"/>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pathLst>
                <a:path w="26708" h="40087" fill="none">
                  <a:moveTo>
                    <a:pt x="-1" y="612"/>
                  </a:moveTo>
                  <a:cubicBezTo>
                    <a:pt x="1672" y="205"/>
                    <a:pt x="3386" y="-1"/>
                    <a:pt x="5108" y="0"/>
                  </a:cubicBezTo>
                  <a:cubicBezTo>
                    <a:pt x="17037" y="0"/>
                    <a:pt x="26708" y="9670"/>
                    <a:pt x="26708" y="21600"/>
                  </a:cubicBezTo>
                  <a:cubicBezTo>
                    <a:pt x="26708" y="29163"/>
                    <a:pt x="22752" y="36175"/>
                    <a:pt x="16278" y="40086"/>
                  </a:cubicBezTo>
                </a:path>
                <a:path w="26708" h="40087" stroke="0">
                  <a:moveTo>
                    <a:pt x="-1" y="612"/>
                  </a:moveTo>
                  <a:cubicBezTo>
                    <a:pt x="1672" y="205"/>
                    <a:pt x="3386" y="-1"/>
                    <a:pt x="5108" y="0"/>
                  </a:cubicBezTo>
                  <a:cubicBezTo>
                    <a:pt x="17037" y="0"/>
                    <a:pt x="26708" y="9670"/>
                    <a:pt x="26708" y="21600"/>
                  </a:cubicBezTo>
                  <a:cubicBezTo>
                    <a:pt x="26708" y="29163"/>
                    <a:pt x="22752" y="36175"/>
                    <a:pt x="16278" y="40086"/>
                  </a:cubicBezTo>
                  <a:lnTo>
                    <a:pt x="5108" y="21600"/>
                  </a:lnTo>
                  <a:lnTo>
                    <a:pt x="-1" y="612"/>
                  </a:lnTo>
                  <a:close/>
                </a:path>
              </a:pathLst>
            </a:custGeom>
            <a:noFill/>
            <a:ln w="9525" cap="flat" cmpd="sng">
              <a:solidFill>
                <a:srgbClr val="FF00FF">
                  <a:alpha val="100000"/>
                </a:srgbClr>
              </a:solidFill>
              <a:prstDash val="solid"/>
              <a:round/>
              <a:headEnd type="none" w="med" len="med"/>
              <a:tailEnd type="triangle" w="med" len="med"/>
            </a:ln>
          </p:spPr>
          <p:txBody>
            <a:bodyPr/>
            <a:p>
              <a:endParaRPr lang="zh-CN" altLang="en-US"/>
            </a:p>
          </p:txBody>
        </p:sp>
        <p:sp>
          <p:nvSpPr>
            <p:cNvPr id="74872" name="Line 396"/>
            <p:cNvSpPr/>
            <p:nvPr/>
          </p:nvSpPr>
          <p:spPr>
            <a:xfrm flipV="1">
              <a:off x="1610" y="1146"/>
              <a:ext cx="46" cy="315"/>
            </a:xfrm>
            <a:prstGeom prst="line">
              <a:avLst/>
            </a:prstGeom>
            <a:ln w="9525" cap="flat" cmpd="sng">
              <a:solidFill>
                <a:srgbClr val="FF00FF"/>
              </a:solidFill>
              <a:prstDash val="solid"/>
              <a:headEnd type="none" w="med" len="med"/>
              <a:tailEnd type="triangle" w="med" len="med"/>
            </a:ln>
          </p:spPr>
        </p:sp>
        <p:sp>
          <p:nvSpPr>
            <p:cNvPr id="74873" name="Arc 397"/>
            <p:cNvSpPr/>
            <p:nvPr/>
          </p:nvSpPr>
          <p:spPr>
            <a:xfrm>
              <a:off x="1797" y="1209"/>
              <a:ext cx="131" cy="724"/>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pathLst>
                <a:path w="26212" h="43200" fill="none">
                  <a:moveTo>
                    <a:pt x="0" y="498"/>
                  </a:moveTo>
                  <a:cubicBezTo>
                    <a:pt x="1515" y="167"/>
                    <a:pt x="3061" y="-1"/>
                    <a:pt x="4612" y="0"/>
                  </a:cubicBezTo>
                  <a:cubicBezTo>
                    <a:pt x="16541" y="0"/>
                    <a:pt x="26212" y="9670"/>
                    <a:pt x="26212" y="21600"/>
                  </a:cubicBezTo>
                  <a:cubicBezTo>
                    <a:pt x="26212" y="33529"/>
                    <a:pt x="16541" y="43200"/>
                    <a:pt x="4612" y="43200"/>
                  </a:cubicBezTo>
                  <a:cubicBezTo>
                    <a:pt x="3420" y="43200"/>
                    <a:pt x="2230" y="43101"/>
                    <a:pt x="1054" y="42905"/>
                  </a:cubicBezTo>
                </a:path>
                <a:path w="26212" h="43200" stroke="0">
                  <a:moveTo>
                    <a:pt x="0" y="498"/>
                  </a:moveTo>
                  <a:cubicBezTo>
                    <a:pt x="1515" y="167"/>
                    <a:pt x="3061" y="-1"/>
                    <a:pt x="4612" y="0"/>
                  </a:cubicBezTo>
                  <a:cubicBezTo>
                    <a:pt x="16541" y="0"/>
                    <a:pt x="26212" y="9670"/>
                    <a:pt x="26212" y="21600"/>
                  </a:cubicBezTo>
                  <a:cubicBezTo>
                    <a:pt x="26212" y="33529"/>
                    <a:pt x="16541" y="43200"/>
                    <a:pt x="4612" y="43200"/>
                  </a:cubicBezTo>
                  <a:cubicBezTo>
                    <a:pt x="3420" y="43200"/>
                    <a:pt x="2230" y="43101"/>
                    <a:pt x="1054" y="42905"/>
                  </a:cubicBezTo>
                  <a:lnTo>
                    <a:pt x="4612" y="21600"/>
                  </a:lnTo>
                  <a:lnTo>
                    <a:pt x="0" y="498"/>
                  </a:lnTo>
                  <a:close/>
                </a:path>
              </a:pathLst>
            </a:custGeom>
            <a:noFill/>
            <a:ln w="9525" cap="flat" cmpd="sng">
              <a:solidFill>
                <a:srgbClr val="FF00FF">
                  <a:alpha val="100000"/>
                </a:srgbClr>
              </a:solidFill>
              <a:prstDash val="solid"/>
              <a:round/>
              <a:headEnd type="none" w="med" len="med"/>
              <a:tailEnd type="triangle" w="med" len="med"/>
            </a:ln>
          </p:spPr>
          <p:txBody>
            <a:bodyPr/>
            <a:p>
              <a:endParaRPr lang="zh-CN" altLang="en-US"/>
            </a:p>
          </p:txBody>
        </p:sp>
        <p:sp>
          <p:nvSpPr>
            <p:cNvPr id="74874" name="Line 398"/>
            <p:cNvSpPr/>
            <p:nvPr/>
          </p:nvSpPr>
          <p:spPr>
            <a:xfrm flipV="1">
              <a:off x="3425" y="1146"/>
              <a:ext cx="136" cy="315"/>
            </a:xfrm>
            <a:prstGeom prst="line">
              <a:avLst/>
            </a:prstGeom>
            <a:ln w="9525" cap="flat" cmpd="sng">
              <a:solidFill>
                <a:srgbClr val="FF00FF"/>
              </a:solidFill>
              <a:prstDash val="solid"/>
              <a:headEnd type="none" w="med" len="med"/>
              <a:tailEnd type="triangle" w="med" len="med"/>
            </a:ln>
          </p:spPr>
        </p:sp>
        <p:sp>
          <p:nvSpPr>
            <p:cNvPr id="74875" name="Arc 399"/>
            <p:cNvSpPr/>
            <p:nvPr/>
          </p:nvSpPr>
          <p:spPr>
            <a:xfrm>
              <a:off x="3697" y="1162"/>
              <a:ext cx="131" cy="724"/>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pathLst>
                <a:path w="26212" h="43200" fill="none">
                  <a:moveTo>
                    <a:pt x="0" y="498"/>
                  </a:moveTo>
                  <a:cubicBezTo>
                    <a:pt x="1515" y="167"/>
                    <a:pt x="3061" y="-1"/>
                    <a:pt x="4612" y="0"/>
                  </a:cubicBezTo>
                  <a:cubicBezTo>
                    <a:pt x="16541" y="0"/>
                    <a:pt x="26212" y="9670"/>
                    <a:pt x="26212" y="21600"/>
                  </a:cubicBezTo>
                  <a:cubicBezTo>
                    <a:pt x="26212" y="33529"/>
                    <a:pt x="16541" y="43200"/>
                    <a:pt x="4612" y="43200"/>
                  </a:cubicBezTo>
                  <a:cubicBezTo>
                    <a:pt x="3420" y="43200"/>
                    <a:pt x="2230" y="43101"/>
                    <a:pt x="1054" y="42905"/>
                  </a:cubicBezTo>
                </a:path>
                <a:path w="26212" h="43200" stroke="0">
                  <a:moveTo>
                    <a:pt x="0" y="498"/>
                  </a:moveTo>
                  <a:cubicBezTo>
                    <a:pt x="1515" y="167"/>
                    <a:pt x="3061" y="-1"/>
                    <a:pt x="4612" y="0"/>
                  </a:cubicBezTo>
                  <a:cubicBezTo>
                    <a:pt x="16541" y="0"/>
                    <a:pt x="26212" y="9670"/>
                    <a:pt x="26212" y="21600"/>
                  </a:cubicBezTo>
                  <a:cubicBezTo>
                    <a:pt x="26212" y="33529"/>
                    <a:pt x="16541" y="43200"/>
                    <a:pt x="4612" y="43200"/>
                  </a:cubicBezTo>
                  <a:cubicBezTo>
                    <a:pt x="3420" y="43200"/>
                    <a:pt x="2230" y="43101"/>
                    <a:pt x="1054" y="42905"/>
                  </a:cubicBezTo>
                  <a:lnTo>
                    <a:pt x="4612" y="21600"/>
                  </a:lnTo>
                  <a:lnTo>
                    <a:pt x="0" y="498"/>
                  </a:lnTo>
                  <a:close/>
                </a:path>
              </a:pathLst>
            </a:custGeom>
            <a:noFill/>
            <a:ln w="9525" cap="flat" cmpd="sng">
              <a:solidFill>
                <a:srgbClr val="FF00FF">
                  <a:alpha val="100000"/>
                </a:srgbClr>
              </a:solidFill>
              <a:prstDash val="solid"/>
              <a:round/>
              <a:headEnd type="none" w="med" len="med"/>
              <a:tailEnd type="triangle" w="med" len="med"/>
            </a:ln>
          </p:spPr>
          <p:txBody>
            <a:bodyPr/>
            <a:p>
              <a:endParaRPr lang="zh-CN" altLang="en-US"/>
            </a:p>
          </p:txBody>
        </p:sp>
        <p:sp>
          <p:nvSpPr>
            <p:cNvPr id="74876" name="Rectangle 400"/>
            <p:cNvSpPr/>
            <p:nvPr/>
          </p:nvSpPr>
          <p:spPr>
            <a:xfrm>
              <a:off x="3788" y="1797"/>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3</a:t>
              </a:r>
              <a:endParaRPr lang="en-US" altLang="zh-CN" sz="1600" b="0" dirty="0">
                <a:solidFill>
                  <a:schemeClr val="tx1"/>
                </a:solidFill>
                <a:latin typeface="Arial" panose="020B0604020202020204" pitchFamily="34" charset="0"/>
              </a:endParaRPr>
            </a:p>
          </p:txBody>
        </p:sp>
        <p:sp>
          <p:nvSpPr>
            <p:cNvPr id="74877" name="Rectangle 401"/>
            <p:cNvSpPr/>
            <p:nvPr/>
          </p:nvSpPr>
          <p:spPr>
            <a:xfrm>
              <a:off x="4014" y="1797"/>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2</a:t>
              </a:r>
              <a:endParaRPr lang="en-US" altLang="zh-CN" sz="1600" b="0" dirty="0">
                <a:solidFill>
                  <a:schemeClr val="tx1"/>
                </a:solidFill>
                <a:latin typeface="Arial" panose="020B0604020202020204" pitchFamily="34" charset="0"/>
              </a:endParaRPr>
            </a:p>
          </p:txBody>
        </p:sp>
        <p:sp>
          <p:nvSpPr>
            <p:cNvPr id="74878" name="Rectangle 402"/>
            <p:cNvSpPr/>
            <p:nvPr/>
          </p:nvSpPr>
          <p:spPr>
            <a:xfrm>
              <a:off x="4287" y="1797"/>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1</a:t>
              </a:r>
              <a:endParaRPr lang="en-US" altLang="zh-CN" sz="1600" b="0" dirty="0">
                <a:solidFill>
                  <a:schemeClr val="tx1"/>
                </a:solidFill>
                <a:latin typeface="Arial" panose="020B0604020202020204" pitchFamily="34" charset="0"/>
              </a:endParaRPr>
            </a:p>
          </p:txBody>
        </p:sp>
        <p:sp>
          <p:nvSpPr>
            <p:cNvPr id="74879" name="Rectangle 403"/>
            <p:cNvSpPr/>
            <p:nvPr/>
          </p:nvSpPr>
          <p:spPr>
            <a:xfrm>
              <a:off x="4559" y="1842"/>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0</a:t>
              </a:r>
              <a:endParaRPr lang="en-US" altLang="zh-CN" sz="1600" b="0" dirty="0">
                <a:solidFill>
                  <a:schemeClr val="tx1"/>
                </a:solidFill>
                <a:latin typeface="Arial" panose="020B0604020202020204" pitchFamily="34" charset="0"/>
              </a:endParaRPr>
            </a:p>
          </p:txBody>
        </p:sp>
        <p:sp>
          <p:nvSpPr>
            <p:cNvPr id="74880" name="Line 404"/>
            <p:cNvSpPr/>
            <p:nvPr/>
          </p:nvSpPr>
          <p:spPr>
            <a:xfrm flipV="1">
              <a:off x="4513" y="1842"/>
              <a:ext cx="635" cy="0"/>
            </a:xfrm>
            <a:prstGeom prst="line">
              <a:avLst/>
            </a:prstGeom>
            <a:ln w="9525" cap="flat" cmpd="sng">
              <a:solidFill>
                <a:schemeClr val="tx1"/>
              </a:solidFill>
              <a:prstDash val="solid"/>
              <a:headEnd type="none" w="med" len="med"/>
              <a:tailEnd type="none" w="med" len="med"/>
            </a:ln>
          </p:spPr>
        </p:sp>
        <p:sp>
          <p:nvSpPr>
            <p:cNvPr id="74881" name="Rectangle 405"/>
            <p:cNvSpPr/>
            <p:nvPr/>
          </p:nvSpPr>
          <p:spPr>
            <a:xfrm>
              <a:off x="3379" y="2205"/>
              <a:ext cx="1451" cy="227"/>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zh-CN" altLang="en-US" sz="1800" b="0" dirty="0">
                  <a:solidFill>
                    <a:schemeClr val="tx1"/>
                  </a:solidFill>
                  <a:latin typeface="Arial" panose="020B0604020202020204" pitchFamily="34" charset="0"/>
                </a:rPr>
                <a:t>重新装入原来的初值</a:t>
              </a:r>
              <a:endParaRPr lang="zh-CN" altLang="en-US" sz="1800" b="0" dirty="0">
                <a:solidFill>
                  <a:schemeClr val="tx1"/>
                </a:solidFill>
                <a:latin typeface="Arial" panose="020B0604020202020204" pitchFamily="34" charset="0"/>
              </a:endParaRPr>
            </a:p>
          </p:txBody>
        </p:sp>
        <p:sp>
          <p:nvSpPr>
            <p:cNvPr id="74882" name="Line 406"/>
            <p:cNvSpPr/>
            <p:nvPr/>
          </p:nvSpPr>
          <p:spPr>
            <a:xfrm flipH="1" flipV="1">
              <a:off x="3696" y="1933"/>
              <a:ext cx="409" cy="272"/>
            </a:xfrm>
            <a:prstGeom prst="line">
              <a:avLst/>
            </a:prstGeom>
            <a:ln w="9525" cap="flat" cmpd="sng">
              <a:solidFill>
                <a:srgbClr val="FF00FF"/>
              </a:solidFill>
              <a:prstDash val="solid"/>
              <a:headEnd type="none" w="med" len="med"/>
              <a:tailEnd type="triangle" w="med" len="med"/>
            </a:ln>
          </p:spPr>
        </p:sp>
        <p:sp>
          <p:nvSpPr>
            <p:cNvPr id="74883" name="Rectangle 407"/>
            <p:cNvSpPr/>
            <p:nvPr/>
          </p:nvSpPr>
          <p:spPr>
            <a:xfrm>
              <a:off x="975" y="2205"/>
              <a:ext cx="2313" cy="272"/>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zh-CN" altLang="en-US" sz="1800" b="0" dirty="0">
                  <a:solidFill>
                    <a:schemeClr val="tx1"/>
                  </a:solidFill>
                  <a:latin typeface="Arial" panose="020B0604020202020204" pitchFamily="34" charset="0"/>
                </a:rPr>
                <a:t>由</a:t>
              </a:r>
              <a:r>
                <a:rPr lang="en-US" altLang="zh-CN" sz="1800" b="0" dirty="0">
                  <a:solidFill>
                    <a:schemeClr val="tx1"/>
                  </a:solidFill>
                  <a:latin typeface="Arial" panose="020B0604020202020204" pitchFamily="34" charset="0"/>
                </a:rPr>
                <a:t>GATE</a:t>
              </a:r>
              <a:r>
                <a:rPr lang="zh-CN" altLang="en-US" sz="1800" b="0" dirty="0">
                  <a:solidFill>
                    <a:schemeClr val="tx1"/>
                  </a:solidFill>
                  <a:latin typeface="Arial" panose="020B0604020202020204" pitchFamily="34" charset="0"/>
                </a:rPr>
                <a:t>的上升沿启动新的计数过程</a:t>
              </a:r>
              <a:endParaRPr lang="zh-CN" altLang="en-US" sz="1800" b="0" dirty="0">
                <a:solidFill>
                  <a:schemeClr val="tx1"/>
                </a:solidFill>
                <a:latin typeface="Arial" panose="020B0604020202020204" pitchFamily="34" charset="0"/>
              </a:endParaRPr>
            </a:p>
          </p:txBody>
        </p:sp>
        <p:sp>
          <p:nvSpPr>
            <p:cNvPr id="74884" name="Line 408"/>
            <p:cNvSpPr/>
            <p:nvPr/>
          </p:nvSpPr>
          <p:spPr>
            <a:xfrm flipV="1">
              <a:off x="2880" y="1595"/>
              <a:ext cx="499" cy="656"/>
            </a:xfrm>
            <a:prstGeom prst="line">
              <a:avLst/>
            </a:prstGeom>
            <a:ln w="9525" cap="flat" cmpd="sng">
              <a:solidFill>
                <a:srgbClr val="FF00FF"/>
              </a:solidFill>
              <a:prstDash val="solid"/>
              <a:headEnd type="none" w="med" len="med"/>
              <a:tailEnd type="triangle" w="med" len="med"/>
            </a:ln>
          </p:spPr>
        </p:sp>
        <p:sp>
          <p:nvSpPr>
            <p:cNvPr id="74885" name="Rectangle 409"/>
            <p:cNvSpPr/>
            <p:nvPr/>
          </p:nvSpPr>
          <p:spPr>
            <a:xfrm>
              <a:off x="1565" y="482"/>
              <a:ext cx="1451" cy="227"/>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zh-CN" altLang="en-US" sz="1800" b="0" dirty="0">
                  <a:solidFill>
                    <a:schemeClr val="tx1"/>
                  </a:solidFill>
                  <a:latin typeface="Arial" panose="020B0604020202020204" pitchFamily="34" charset="0"/>
                </a:rPr>
                <a:t>只装入一次初值</a:t>
              </a:r>
              <a:endParaRPr lang="zh-CN" altLang="en-US" sz="1800" b="0" dirty="0">
                <a:solidFill>
                  <a:schemeClr val="tx1"/>
                </a:solidFill>
                <a:latin typeface="Arial" panose="020B0604020202020204" pitchFamily="34" charset="0"/>
              </a:endParaRPr>
            </a:p>
          </p:txBody>
        </p:sp>
        <p:sp>
          <p:nvSpPr>
            <p:cNvPr id="74886" name="Line 410"/>
            <p:cNvSpPr/>
            <p:nvPr/>
          </p:nvSpPr>
          <p:spPr>
            <a:xfrm flipH="1">
              <a:off x="1429" y="572"/>
              <a:ext cx="317" cy="46"/>
            </a:xfrm>
            <a:prstGeom prst="line">
              <a:avLst/>
            </a:prstGeom>
            <a:ln w="9525" cap="flat" cmpd="sng">
              <a:solidFill>
                <a:srgbClr val="FF00FF"/>
              </a:solidFill>
              <a:prstDash val="solid"/>
              <a:headEnd type="none" w="med" len="med"/>
              <a:tailEnd type="triangle" w="med" len="med"/>
            </a:ln>
          </p:spPr>
        </p:sp>
        <p:sp>
          <p:nvSpPr>
            <p:cNvPr id="74887" name="Rectangle 411"/>
            <p:cNvSpPr/>
            <p:nvPr/>
          </p:nvSpPr>
          <p:spPr>
            <a:xfrm>
              <a:off x="1882" y="1570"/>
              <a:ext cx="692" cy="231"/>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Arial" panose="020B0604020202020204" pitchFamily="34" charset="0"/>
                </a:rPr>
                <a:t>开始计数</a:t>
              </a:r>
              <a:endParaRPr lang="zh-CN" altLang="en-US" sz="1800" b="0" dirty="0">
                <a:solidFill>
                  <a:srgbClr val="000000"/>
                </a:solidFill>
                <a:latin typeface="Arial" panose="020B0604020202020204" pitchFamily="34" charset="0"/>
              </a:endParaRPr>
            </a:p>
          </p:txBody>
        </p:sp>
        <p:sp>
          <p:nvSpPr>
            <p:cNvPr id="74888" name="Line 412"/>
            <p:cNvSpPr/>
            <p:nvPr/>
          </p:nvSpPr>
          <p:spPr>
            <a:xfrm flipH="1">
              <a:off x="1791" y="1661"/>
              <a:ext cx="182" cy="227"/>
            </a:xfrm>
            <a:prstGeom prst="line">
              <a:avLst/>
            </a:prstGeom>
            <a:ln w="9525" cap="flat" cmpd="sng">
              <a:solidFill>
                <a:schemeClr val="tx1"/>
              </a:solidFill>
              <a:prstDash val="solid"/>
              <a:headEnd type="none" w="med" len="med"/>
              <a:tailEnd type="triangle" w="med" len="med"/>
            </a:ln>
          </p:spPr>
        </p:sp>
        <p:sp>
          <p:nvSpPr>
            <p:cNvPr id="74889" name="Rectangle 413"/>
            <p:cNvSpPr/>
            <p:nvPr/>
          </p:nvSpPr>
          <p:spPr>
            <a:xfrm>
              <a:off x="3833" y="1570"/>
              <a:ext cx="692" cy="231"/>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Arial" panose="020B0604020202020204" pitchFamily="34" charset="0"/>
                </a:rPr>
                <a:t>开始计数</a:t>
              </a:r>
              <a:endParaRPr lang="zh-CN" altLang="en-US" sz="1800" b="0" dirty="0">
                <a:solidFill>
                  <a:srgbClr val="000000"/>
                </a:solidFill>
                <a:latin typeface="Arial" panose="020B0604020202020204" pitchFamily="34" charset="0"/>
              </a:endParaRPr>
            </a:p>
          </p:txBody>
        </p:sp>
        <p:sp>
          <p:nvSpPr>
            <p:cNvPr id="74890" name="Line 414"/>
            <p:cNvSpPr/>
            <p:nvPr/>
          </p:nvSpPr>
          <p:spPr>
            <a:xfrm flipH="1">
              <a:off x="3696" y="1706"/>
              <a:ext cx="227" cy="182"/>
            </a:xfrm>
            <a:prstGeom prst="line">
              <a:avLst/>
            </a:prstGeom>
            <a:ln w="9525" cap="flat" cmpd="sng">
              <a:solidFill>
                <a:schemeClr val="tx1"/>
              </a:solidFill>
              <a:prstDash val="solid"/>
              <a:headEnd type="none" w="med" len="med"/>
              <a:tailEnd type="triangle" w="med" len="med"/>
            </a:ln>
          </p:spPr>
        </p:sp>
        <p:sp>
          <p:nvSpPr>
            <p:cNvPr id="74891" name="Rectangle 415"/>
            <p:cNvSpPr/>
            <p:nvPr/>
          </p:nvSpPr>
          <p:spPr>
            <a:xfrm>
              <a:off x="2835" y="1888"/>
              <a:ext cx="692" cy="231"/>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Arial" panose="020B0604020202020204" pitchFamily="34" charset="0"/>
                </a:rPr>
                <a:t>计数结束</a:t>
              </a:r>
              <a:endParaRPr lang="zh-CN" altLang="en-US" sz="1800" b="0" dirty="0">
                <a:solidFill>
                  <a:srgbClr val="000000"/>
                </a:solidFill>
                <a:latin typeface="Arial" panose="020B0604020202020204" pitchFamily="34" charset="0"/>
              </a:endParaRPr>
            </a:p>
          </p:txBody>
        </p:sp>
        <p:sp>
          <p:nvSpPr>
            <p:cNvPr id="74892" name="Rectangle 416"/>
            <p:cNvSpPr/>
            <p:nvPr/>
          </p:nvSpPr>
          <p:spPr>
            <a:xfrm>
              <a:off x="4649" y="1842"/>
              <a:ext cx="692" cy="231"/>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Arial" panose="020B0604020202020204" pitchFamily="34" charset="0"/>
                </a:rPr>
                <a:t>计数结束</a:t>
              </a:r>
              <a:endParaRPr lang="zh-CN" altLang="en-US" sz="1800" b="0" dirty="0">
                <a:solidFill>
                  <a:srgbClr val="000000"/>
                </a:solidFill>
                <a:latin typeface="Arial" panose="020B0604020202020204" pitchFamily="34" charset="0"/>
              </a:endParaRPr>
            </a:p>
          </p:txBody>
        </p:sp>
      </p:grpSp>
      <p:sp>
        <p:nvSpPr>
          <p:cNvPr id="74756" name="Text Box 417"/>
          <p:cNvSpPr txBox="1"/>
          <p:nvPr/>
        </p:nvSpPr>
        <p:spPr>
          <a:xfrm>
            <a:off x="5724525" y="3444875"/>
            <a:ext cx="2736850" cy="519113"/>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50000"/>
              </a:spcBef>
              <a:spcAft>
                <a:spcPct val="0"/>
              </a:spcAft>
              <a:buClr>
                <a:srgbClr val="CCECFF"/>
              </a:buClr>
              <a:buSzPct val="70000"/>
              <a:buNone/>
            </a:pPr>
            <a:r>
              <a:rPr lang="zh-CN" altLang="en-US" dirty="0">
                <a:latin typeface="Times New Roman" panose="02020603050405020304" pitchFamily="18" charset="0"/>
              </a:rPr>
              <a:t>方式</a:t>
            </a:r>
            <a:r>
              <a:rPr lang="en-US" altLang="zh-CN" dirty="0">
                <a:latin typeface="Times New Roman" panose="02020603050405020304" pitchFamily="18" charset="0"/>
              </a:rPr>
              <a:t>1</a:t>
            </a:r>
            <a:r>
              <a:rPr lang="zh-CN" altLang="en-US" dirty="0">
                <a:latin typeface="Times New Roman" panose="02020603050405020304" pitchFamily="18" charset="0"/>
              </a:rPr>
              <a:t>的时序图 </a:t>
            </a:r>
            <a:endParaRPr lang="zh-CN" altLang="en-US" dirty="0">
              <a:latin typeface="Times New Roman" panose="02020603050405020304" pitchFamily="18" charset="0"/>
            </a:endParaRPr>
          </a:p>
        </p:txBody>
      </p:sp>
    </p:spTree>
  </p:cSld>
  <p:clrMapOvr>
    <a:masterClrMapping/>
  </p:clrMapOvr>
  <p:transition spd="slow">
    <p:zoom/>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5778" name="Rectangle 146"/>
          <p:cNvSpPr/>
          <p:nvPr/>
        </p:nvSpPr>
        <p:spPr>
          <a:xfrm>
            <a:off x="252413" y="4676775"/>
            <a:ext cx="8497887" cy="1727200"/>
          </a:xfrm>
          <a:prstGeom prst="rect">
            <a:avLst/>
          </a:prstGeom>
          <a:solidFill>
            <a:schemeClr val="accent1"/>
          </a:solidFill>
          <a:ln w="9525" cap="flat" cmpd="sng">
            <a:solidFill>
              <a:srgbClr val="FF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17780" eaLnBrk="1" hangingPunct="1">
              <a:lnSpc>
                <a:spcPct val="100000"/>
              </a:lnSpc>
              <a:spcAft>
                <a:spcPct val="0"/>
              </a:spcAft>
              <a:buClrTx/>
              <a:buSzTx/>
              <a:buFont typeface="Arial" panose="020B0604020202020204" pitchFamily="34" charset="0"/>
              <a:buNone/>
            </a:pPr>
            <a:r>
              <a:rPr lang="zh-CN" altLang="en-US" sz="2400" dirty="0">
                <a:solidFill>
                  <a:srgbClr val="FF00FF"/>
                </a:solidFill>
                <a:latin typeface="宋体" panose="02010600030101010101" pitchFamily="2" charset="-122"/>
                <a:ea typeface="宋体" panose="02010600030101010101" pitchFamily="2" charset="-122"/>
              </a:rPr>
              <a:t>方式</a:t>
            </a:r>
            <a:r>
              <a:rPr lang="en-US" altLang="zh-CN" sz="2400" dirty="0">
                <a:solidFill>
                  <a:srgbClr val="FF00FF"/>
                </a:solidFill>
                <a:latin typeface="宋体" panose="02010600030101010101" pitchFamily="2" charset="-122"/>
                <a:ea typeface="宋体" panose="02010600030101010101" pitchFamily="2" charset="-122"/>
              </a:rPr>
              <a:t>1</a:t>
            </a:r>
            <a:r>
              <a:rPr lang="zh-CN" altLang="en-US" sz="2400" dirty="0">
                <a:solidFill>
                  <a:srgbClr val="FF00FF"/>
                </a:solidFill>
                <a:latin typeface="宋体" panose="02010600030101010101" pitchFamily="2" charset="-122"/>
                <a:ea typeface="宋体" panose="02010600030101010101" pitchFamily="2" charset="-122"/>
              </a:rPr>
              <a:t>的特点① ：</a:t>
            </a:r>
            <a:r>
              <a:rPr lang="zh-CN" altLang="en-US" sz="2400" b="0" dirty="0">
                <a:solidFill>
                  <a:schemeClr val="tx1"/>
                </a:solidFill>
                <a:latin typeface="宋体" panose="02010600030101010101" pitchFamily="2" charset="-122"/>
                <a:ea typeface="宋体" panose="02010600030101010101" pitchFamily="2" charset="-122"/>
              </a:rPr>
              <a:t> </a:t>
            </a:r>
            <a:endParaRPr lang="zh-CN" altLang="en-US" sz="2400" b="0" dirty="0">
              <a:solidFill>
                <a:schemeClr val="tx1"/>
              </a:solidFill>
              <a:latin typeface="宋体" panose="02010600030101010101" pitchFamily="2" charset="-122"/>
              <a:ea typeface="宋体" panose="02010600030101010101" pitchFamily="2" charset="-122"/>
            </a:endParaRPr>
          </a:p>
          <a:p>
            <a:pPr marL="0" lvl="0" indent="17780" eaLnBrk="1" hangingPunct="1">
              <a:lnSpc>
                <a:spcPct val="100000"/>
              </a:lnSpc>
              <a:spcAft>
                <a:spcPct val="0"/>
              </a:spcAft>
              <a:buClrTx/>
              <a:buSzTx/>
              <a:buFont typeface="Arial" panose="020B0604020202020204" pitchFamily="34" charset="0"/>
              <a:buNone/>
            </a:pPr>
            <a:r>
              <a:rPr lang="zh-CN" altLang="en-US" sz="2400" dirty="0">
                <a:solidFill>
                  <a:schemeClr val="tx1"/>
                </a:solidFill>
                <a:latin typeface="宋体" panose="02010600030101010101" pitchFamily="2" charset="-122"/>
                <a:ea typeface="宋体" panose="02010600030101010101" pitchFamily="2" charset="-122"/>
              </a:rPr>
              <a:t>当计数到</a:t>
            </a:r>
            <a:r>
              <a:rPr lang="en-US" altLang="zh-CN" sz="2400" dirty="0">
                <a:solidFill>
                  <a:schemeClr val="tx1"/>
                </a:solidFill>
                <a:latin typeface="宋体" panose="02010600030101010101" pitchFamily="2" charset="-122"/>
                <a:ea typeface="宋体" panose="02010600030101010101" pitchFamily="2" charset="-122"/>
              </a:rPr>
              <a:t>0</a:t>
            </a:r>
            <a:r>
              <a:rPr lang="zh-CN" altLang="en-US" sz="2400" dirty="0">
                <a:solidFill>
                  <a:schemeClr val="tx1"/>
                </a:solidFill>
                <a:latin typeface="宋体" panose="02010600030101010101" pitchFamily="2" charset="-122"/>
                <a:ea typeface="宋体" panose="02010600030101010101" pitchFamily="2" charset="-122"/>
              </a:rPr>
              <a:t>后，计数器可再次由外部启动</a:t>
            </a:r>
            <a:r>
              <a:rPr lang="en-US" altLang="zh-CN" sz="2400" dirty="0">
                <a:solidFill>
                  <a:schemeClr val="tx1"/>
                </a:solidFill>
                <a:latin typeface="宋体" panose="02010600030101010101" pitchFamily="2" charset="-122"/>
                <a:ea typeface="宋体" panose="02010600030101010101" pitchFamily="2" charset="-122"/>
              </a:rPr>
              <a:t>(GATE</a:t>
            </a:r>
            <a:r>
              <a:rPr lang="zh-CN" altLang="en-US" sz="2400" dirty="0">
                <a:solidFill>
                  <a:schemeClr val="tx1"/>
                </a:solidFill>
                <a:latin typeface="宋体" panose="02010600030101010101" pitchFamily="2" charset="-122"/>
                <a:ea typeface="宋体" panose="02010600030101010101" pitchFamily="2" charset="-122"/>
              </a:rPr>
              <a:t>信号上升沿</a:t>
            </a:r>
            <a:r>
              <a:rPr lang="en-US" altLang="zh-CN" sz="2400" dirty="0">
                <a:solidFill>
                  <a:schemeClr val="tx1"/>
                </a:solidFill>
                <a:latin typeface="宋体" panose="02010600030101010101" pitchFamily="2" charset="-122"/>
                <a:ea typeface="宋体" panose="02010600030101010101" pitchFamily="2" charset="-122"/>
              </a:rPr>
              <a:t>)</a:t>
            </a:r>
            <a:r>
              <a:rPr lang="zh-CN" altLang="en-US" sz="2400" dirty="0">
                <a:solidFill>
                  <a:schemeClr val="tx1"/>
                </a:solidFill>
                <a:latin typeface="宋体" panose="02010600030101010101" pitchFamily="2" charset="-122"/>
                <a:ea typeface="宋体" panose="02010600030101010101" pitchFamily="2" charset="-122"/>
              </a:rPr>
              <a:t>，按原计数初值重新开始计数，输出单脉冲，而不需要再次送一个计数初值。</a:t>
            </a:r>
            <a:endParaRPr lang="zh-CN" altLang="en-US" sz="2400" b="0" dirty="0">
              <a:solidFill>
                <a:schemeClr val="tx1"/>
              </a:solidFill>
              <a:latin typeface="Arial" panose="020B0604020202020204" pitchFamily="34" charset="0"/>
              <a:ea typeface="宋体" panose="02010600030101010101" pitchFamily="2" charset="-122"/>
            </a:endParaRPr>
          </a:p>
        </p:txBody>
      </p:sp>
      <p:grpSp>
        <p:nvGrpSpPr>
          <p:cNvPr id="75779" name="Group 280"/>
          <p:cNvGrpSpPr/>
          <p:nvPr/>
        </p:nvGrpSpPr>
        <p:grpSpPr>
          <a:xfrm>
            <a:off x="395288" y="836613"/>
            <a:ext cx="8154987" cy="3197225"/>
            <a:chOff x="204" y="482"/>
            <a:chExt cx="5137" cy="1995"/>
          </a:xfrm>
        </p:grpSpPr>
        <p:sp>
          <p:nvSpPr>
            <p:cNvPr id="75780" name="Line 281"/>
            <p:cNvSpPr/>
            <p:nvPr/>
          </p:nvSpPr>
          <p:spPr>
            <a:xfrm>
              <a:off x="567" y="1298"/>
              <a:ext cx="272" cy="0"/>
            </a:xfrm>
            <a:prstGeom prst="line">
              <a:avLst/>
            </a:prstGeom>
            <a:ln w="9525" cap="flat" cmpd="sng">
              <a:solidFill>
                <a:schemeClr val="tx1"/>
              </a:solidFill>
              <a:prstDash val="solid"/>
              <a:headEnd type="none" w="med" len="med"/>
              <a:tailEnd type="none" w="med" len="med"/>
            </a:ln>
          </p:spPr>
        </p:sp>
        <p:sp>
          <p:nvSpPr>
            <p:cNvPr id="75781" name="Line 282"/>
            <p:cNvSpPr/>
            <p:nvPr/>
          </p:nvSpPr>
          <p:spPr>
            <a:xfrm flipV="1">
              <a:off x="839" y="1117"/>
              <a:ext cx="0" cy="181"/>
            </a:xfrm>
            <a:prstGeom prst="line">
              <a:avLst/>
            </a:prstGeom>
            <a:ln w="9525" cap="flat" cmpd="sng">
              <a:solidFill>
                <a:schemeClr val="tx1"/>
              </a:solidFill>
              <a:prstDash val="solid"/>
              <a:headEnd type="none" w="med" len="med"/>
              <a:tailEnd type="none" w="med" len="med"/>
            </a:ln>
          </p:spPr>
        </p:sp>
        <p:sp>
          <p:nvSpPr>
            <p:cNvPr id="75782" name="Line 283"/>
            <p:cNvSpPr/>
            <p:nvPr/>
          </p:nvSpPr>
          <p:spPr>
            <a:xfrm>
              <a:off x="839" y="1117"/>
              <a:ext cx="136" cy="0"/>
            </a:xfrm>
            <a:prstGeom prst="line">
              <a:avLst/>
            </a:prstGeom>
            <a:ln w="9525" cap="flat" cmpd="sng">
              <a:solidFill>
                <a:schemeClr val="tx1"/>
              </a:solidFill>
              <a:prstDash val="solid"/>
              <a:headEnd type="none" w="med" len="med"/>
              <a:tailEnd type="none" w="med" len="med"/>
            </a:ln>
          </p:spPr>
        </p:sp>
        <p:sp>
          <p:nvSpPr>
            <p:cNvPr id="75783" name="Line 284"/>
            <p:cNvSpPr/>
            <p:nvPr/>
          </p:nvSpPr>
          <p:spPr>
            <a:xfrm flipV="1">
              <a:off x="975" y="1117"/>
              <a:ext cx="0" cy="181"/>
            </a:xfrm>
            <a:prstGeom prst="line">
              <a:avLst/>
            </a:prstGeom>
            <a:ln w="9525" cap="flat" cmpd="sng">
              <a:solidFill>
                <a:schemeClr val="tx1"/>
              </a:solidFill>
              <a:prstDash val="solid"/>
              <a:headEnd type="none" w="med" len="med"/>
              <a:tailEnd type="none" w="med" len="med"/>
            </a:ln>
          </p:spPr>
        </p:sp>
        <p:sp>
          <p:nvSpPr>
            <p:cNvPr id="75784" name="Line 285"/>
            <p:cNvSpPr/>
            <p:nvPr/>
          </p:nvSpPr>
          <p:spPr>
            <a:xfrm>
              <a:off x="975" y="1298"/>
              <a:ext cx="136" cy="0"/>
            </a:xfrm>
            <a:prstGeom prst="line">
              <a:avLst/>
            </a:prstGeom>
            <a:ln w="9525" cap="flat" cmpd="sng">
              <a:solidFill>
                <a:schemeClr val="tx1"/>
              </a:solidFill>
              <a:prstDash val="solid"/>
              <a:headEnd type="none" w="med" len="med"/>
              <a:tailEnd type="none" w="med" len="med"/>
            </a:ln>
          </p:spPr>
        </p:sp>
        <p:sp>
          <p:nvSpPr>
            <p:cNvPr id="75785" name="Line 286"/>
            <p:cNvSpPr/>
            <p:nvPr/>
          </p:nvSpPr>
          <p:spPr>
            <a:xfrm flipV="1">
              <a:off x="1111" y="1117"/>
              <a:ext cx="0" cy="181"/>
            </a:xfrm>
            <a:prstGeom prst="line">
              <a:avLst/>
            </a:prstGeom>
            <a:ln w="9525" cap="flat" cmpd="sng">
              <a:solidFill>
                <a:schemeClr val="tx1"/>
              </a:solidFill>
              <a:prstDash val="solid"/>
              <a:headEnd type="none" w="med" len="med"/>
              <a:tailEnd type="none" w="med" len="med"/>
            </a:ln>
          </p:spPr>
        </p:sp>
        <p:sp>
          <p:nvSpPr>
            <p:cNvPr id="75786" name="Line 287"/>
            <p:cNvSpPr/>
            <p:nvPr/>
          </p:nvSpPr>
          <p:spPr>
            <a:xfrm>
              <a:off x="1111" y="1117"/>
              <a:ext cx="136" cy="0"/>
            </a:xfrm>
            <a:prstGeom prst="line">
              <a:avLst/>
            </a:prstGeom>
            <a:ln w="9525" cap="flat" cmpd="sng">
              <a:solidFill>
                <a:schemeClr val="tx1"/>
              </a:solidFill>
              <a:prstDash val="solid"/>
              <a:headEnd type="none" w="med" len="med"/>
              <a:tailEnd type="none" w="med" len="med"/>
            </a:ln>
          </p:spPr>
        </p:sp>
        <p:sp>
          <p:nvSpPr>
            <p:cNvPr id="75787" name="Line 288"/>
            <p:cNvSpPr/>
            <p:nvPr/>
          </p:nvSpPr>
          <p:spPr>
            <a:xfrm flipV="1">
              <a:off x="1247" y="1117"/>
              <a:ext cx="0" cy="181"/>
            </a:xfrm>
            <a:prstGeom prst="line">
              <a:avLst/>
            </a:prstGeom>
            <a:ln w="9525" cap="flat" cmpd="sng">
              <a:solidFill>
                <a:schemeClr val="tx1"/>
              </a:solidFill>
              <a:prstDash val="solid"/>
              <a:headEnd type="none" w="med" len="med"/>
              <a:tailEnd type="none" w="med" len="med"/>
            </a:ln>
          </p:spPr>
        </p:sp>
        <p:sp>
          <p:nvSpPr>
            <p:cNvPr id="75788" name="Line 289"/>
            <p:cNvSpPr/>
            <p:nvPr/>
          </p:nvSpPr>
          <p:spPr>
            <a:xfrm>
              <a:off x="1247" y="1298"/>
              <a:ext cx="136" cy="0"/>
            </a:xfrm>
            <a:prstGeom prst="line">
              <a:avLst/>
            </a:prstGeom>
            <a:ln w="9525" cap="flat" cmpd="sng">
              <a:solidFill>
                <a:schemeClr val="tx1"/>
              </a:solidFill>
              <a:prstDash val="solid"/>
              <a:headEnd type="none" w="med" len="med"/>
              <a:tailEnd type="none" w="med" len="med"/>
            </a:ln>
          </p:spPr>
        </p:sp>
        <p:sp>
          <p:nvSpPr>
            <p:cNvPr id="75789" name="Line 290"/>
            <p:cNvSpPr/>
            <p:nvPr/>
          </p:nvSpPr>
          <p:spPr>
            <a:xfrm flipV="1">
              <a:off x="1384" y="1117"/>
              <a:ext cx="0" cy="181"/>
            </a:xfrm>
            <a:prstGeom prst="line">
              <a:avLst/>
            </a:prstGeom>
            <a:ln w="9525" cap="flat" cmpd="sng">
              <a:solidFill>
                <a:schemeClr val="tx1"/>
              </a:solidFill>
              <a:prstDash val="solid"/>
              <a:headEnd type="none" w="med" len="med"/>
              <a:tailEnd type="none" w="med" len="med"/>
            </a:ln>
          </p:spPr>
        </p:sp>
        <p:sp>
          <p:nvSpPr>
            <p:cNvPr id="75790" name="Line 291"/>
            <p:cNvSpPr/>
            <p:nvPr/>
          </p:nvSpPr>
          <p:spPr>
            <a:xfrm>
              <a:off x="1384" y="1117"/>
              <a:ext cx="136" cy="0"/>
            </a:xfrm>
            <a:prstGeom prst="line">
              <a:avLst/>
            </a:prstGeom>
            <a:ln w="9525" cap="flat" cmpd="sng">
              <a:solidFill>
                <a:schemeClr val="tx1"/>
              </a:solidFill>
              <a:prstDash val="solid"/>
              <a:headEnd type="none" w="med" len="med"/>
              <a:tailEnd type="none" w="med" len="med"/>
            </a:ln>
          </p:spPr>
        </p:sp>
        <p:sp>
          <p:nvSpPr>
            <p:cNvPr id="75791" name="Line 292"/>
            <p:cNvSpPr/>
            <p:nvPr/>
          </p:nvSpPr>
          <p:spPr>
            <a:xfrm flipV="1">
              <a:off x="1520" y="1117"/>
              <a:ext cx="0" cy="181"/>
            </a:xfrm>
            <a:prstGeom prst="line">
              <a:avLst/>
            </a:prstGeom>
            <a:ln w="9525" cap="flat" cmpd="sng">
              <a:solidFill>
                <a:schemeClr val="tx1"/>
              </a:solidFill>
              <a:prstDash val="solid"/>
              <a:headEnd type="none" w="med" len="med"/>
              <a:tailEnd type="none" w="med" len="med"/>
            </a:ln>
          </p:spPr>
        </p:sp>
        <p:sp>
          <p:nvSpPr>
            <p:cNvPr id="75792" name="Line 293"/>
            <p:cNvSpPr/>
            <p:nvPr/>
          </p:nvSpPr>
          <p:spPr>
            <a:xfrm>
              <a:off x="1520" y="1298"/>
              <a:ext cx="136" cy="0"/>
            </a:xfrm>
            <a:prstGeom prst="line">
              <a:avLst/>
            </a:prstGeom>
            <a:ln w="9525" cap="flat" cmpd="sng">
              <a:solidFill>
                <a:schemeClr val="tx1"/>
              </a:solidFill>
              <a:prstDash val="solid"/>
              <a:headEnd type="none" w="med" len="med"/>
              <a:tailEnd type="none" w="med" len="med"/>
            </a:ln>
          </p:spPr>
        </p:sp>
        <p:sp>
          <p:nvSpPr>
            <p:cNvPr id="75793" name="Line 294"/>
            <p:cNvSpPr/>
            <p:nvPr/>
          </p:nvSpPr>
          <p:spPr>
            <a:xfrm flipV="1">
              <a:off x="1656" y="1117"/>
              <a:ext cx="0" cy="181"/>
            </a:xfrm>
            <a:prstGeom prst="line">
              <a:avLst/>
            </a:prstGeom>
            <a:ln w="9525" cap="flat" cmpd="sng">
              <a:solidFill>
                <a:schemeClr val="tx1"/>
              </a:solidFill>
              <a:prstDash val="solid"/>
              <a:headEnd type="none" w="med" len="med"/>
              <a:tailEnd type="none" w="med" len="med"/>
            </a:ln>
          </p:spPr>
        </p:sp>
        <p:sp>
          <p:nvSpPr>
            <p:cNvPr id="75794" name="Line 295"/>
            <p:cNvSpPr/>
            <p:nvPr/>
          </p:nvSpPr>
          <p:spPr>
            <a:xfrm>
              <a:off x="1656" y="1117"/>
              <a:ext cx="136" cy="0"/>
            </a:xfrm>
            <a:prstGeom prst="line">
              <a:avLst/>
            </a:prstGeom>
            <a:ln w="9525" cap="flat" cmpd="sng">
              <a:solidFill>
                <a:schemeClr val="tx1"/>
              </a:solidFill>
              <a:prstDash val="solid"/>
              <a:headEnd type="none" w="med" len="med"/>
              <a:tailEnd type="none" w="med" len="med"/>
            </a:ln>
          </p:spPr>
        </p:sp>
        <p:sp>
          <p:nvSpPr>
            <p:cNvPr id="75795" name="Line 296"/>
            <p:cNvSpPr/>
            <p:nvPr/>
          </p:nvSpPr>
          <p:spPr>
            <a:xfrm flipV="1">
              <a:off x="1792" y="1117"/>
              <a:ext cx="0" cy="181"/>
            </a:xfrm>
            <a:prstGeom prst="line">
              <a:avLst/>
            </a:prstGeom>
            <a:ln w="9525" cap="flat" cmpd="sng">
              <a:solidFill>
                <a:schemeClr val="tx1"/>
              </a:solidFill>
              <a:prstDash val="solid"/>
              <a:headEnd type="none" w="med" len="med"/>
              <a:tailEnd type="none" w="med" len="med"/>
            </a:ln>
          </p:spPr>
        </p:sp>
        <p:sp>
          <p:nvSpPr>
            <p:cNvPr id="75796" name="Line 297"/>
            <p:cNvSpPr/>
            <p:nvPr/>
          </p:nvSpPr>
          <p:spPr>
            <a:xfrm>
              <a:off x="1792" y="1298"/>
              <a:ext cx="136" cy="0"/>
            </a:xfrm>
            <a:prstGeom prst="line">
              <a:avLst/>
            </a:prstGeom>
            <a:ln w="9525" cap="flat" cmpd="sng">
              <a:solidFill>
                <a:schemeClr val="tx1"/>
              </a:solidFill>
              <a:prstDash val="solid"/>
              <a:headEnd type="none" w="med" len="med"/>
              <a:tailEnd type="none" w="med" len="med"/>
            </a:ln>
          </p:spPr>
        </p:sp>
        <p:sp>
          <p:nvSpPr>
            <p:cNvPr id="75797" name="Line 298"/>
            <p:cNvSpPr/>
            <p:nvPr/>
          </p:nvSpPr>
          <p:spPr>
            <a:xfrm flipV="1">
              <a:off x="1927" y="1117"/>
              <a:ext cx="0" cy="181"/>
            </a:xfrm>
            <a:prstGeom prst="line">
              <a:avLst/>
            </a:prstGeom>
            <a:ln w="9525" cap="flat" cmpd="sng">
              <a:solidFill>
                <a:schemeClr val="tx1"/>
              </a:solidFill>
              <a:prstDash val="solid"/>
              <a:headEnd type="none" w="med" len="med"/>
              <a:tailEnd type="none" w="med" len="med"/>
            </a:ln>
          </p:spPr>
        </p:sp>
        <p:sp>
          <p:nvSpPr>
            <p:cNvPr id="75798" name="Line 299"/>
            <p:cNvSpPr/>
            <p:nvPr/>
          </p:nvSpPr>
          <p:spPr>
            <a:xfrm>
              <a:off x="1927" y="1117"/>
              <a:ext cx="136" cy="0"/>
            </a:xfrm>
            <a:prstGeom prst="line">
              <a:avLst/>
            </a:prstGeom>
            <a:ln w="9525" cap="flat" cmpd="sng">
              <a:solidFill>
                <a:schemeClr val="tx1"/>
              </a:solidFill>
              <a:prstDash val="solid"/>
              <a:headEnd type="none" w="med" len="med"/>
              <a:tailEnd type="none" w="med" len="med"/>
            </a:ln>
          </p:spPr>
        </p:sp>
        <p:sp>
          <p:nvSpPr>
            <p:cNvPr id="75799" name="Line 300"/>
            <p:cNvSpPr/>
            <p:nvPr/>
          </p:nvSpPr>
          <p:spPr>
            <a:xfrm flipV="1">
              <a:off x="2063" y="1117"/>
              <a:ext cx="0" cy="181"/>
            </a:xfrm>
            <a:prstGeom prst="line">
              <a:avLst/>
            </a:prstGeom>
            <a:ln w="9525" cap="flat" cmpd="sng">
              <a:solidFill>
                <a:schemeClr val="tx1"/>
              </a:solidFill>
              <a:prstDash val="solid"/>
              <a:headEnd type="none" w="med" len="med"/>
              <a:tailEnd type="none" w="med" len="med"/>
            </a:ln>
          </p:spPr>
        </p:sp>
        <p:sp>
          <p:nvSpPr>
            <p:cNvPr id="75800" name="Line 301"/>
            <p:cNvSpPr/>
            <p:nvPr/>
          </p:nvSpPr>
          <p:spPr>
            <a:xfrm>
              <a:off x="2063" y="1298"/>
              <a:ext cx="136" cy="0"/>
            </a:xfrm>
            <a:prstGeom prst="line">
              <a:avLst/>
            </a:prstGeom>
            <a:ln w="9525" cap="flat" cmpd="sng">
              <a:solidFill>
                <a:schemeClr val="tx1"/>
              </a:solidFill>
              <a:prstDash val="solid"/>
              <a:headEnd type="none" w="med" len="med"/>
              <a:tailEnd type="none" w="med" len="med"/>
            </a:ln>
          </p:spPr>
        </p:sp>
        <p:sp>
          <p:nvSpPr>
            <p:cNvPr id="75801" name="Line 302"/>
            <p:cNvSpPr/>
            <p:nvPr/>
          </p:nvSpPr>
          <p:spPr>
            <a:xfrm flipV="1">
              <a:off x="2199" y="1117"/>
              <a:ext cx="0" cy="181"/>
            </a:xfrm>
            <a:prstGeom prst="line">
              <a:avLst/>
            </a:prstGeom>
            <a:ln w="9525" cap="flat" cmpd="sng">
              <a:solidFill>
                <a:schemeClr val="tx1"/>
              </a:solidFill>
              <a:prstDash val="solid"/>
              <a:headEnd type="none" w="med" len="med"/>
              <a:tailEnd type="none" w="med" len="med"/>
            </a:ln>
          </p:spPr>
        </p:sp>
        <p:sp>
          <p:nvSpPr>
            <p:cNvPr id="75802" name="Line 303"/>
            <p:cNvSpPr/>
            <p:nvPr/>
          </p:nvSpPr>
          <p:spPr>
            <a:xfrm>
              <a:off x="2199" y="1117"/>
              <a:ext cx="136" cy="0"/>
            </a:xfrm>
            <a:prstGeom prst="line">
              <a:avLst/>
            </a:prstGeom>
            <a:ln w="9525" cap="flat" cmpd="sng">
              <a:solidFill>
                <a:schemeClr val="tx1"/>
              </a:solidFill>
              <a:prstDash val="solid"/>
              <a:headEnd type="none" w="med" len="med"/>
              <a:tailEnd type="none" w="med" len="med"/>
            </a:ln>
          </p:spPr>
        </p:sp>
        <p:sp>
          <p:nvSpPr>
            <p:cNvPr id="75803" name="Line 304"/>
            <p:cNvSpPr/>
            <p:nvPr/>
          </p:nvSpPr>
          <p:spPr>
            <a:xfrm flipV="1">
              <a:off x="2335" y="1117"/>
              <a:ext cx="0" cy="181"/>
            </a:xfrm>
            <a:prstGeom prst="line">
              <a:avLst/>
            </a:prstGeom>
            <a:ln w="9525" cap="flat" cmpd="sng">
              <a:solidFill>
                <a:schemeClr val="tx1"/>
              </a:solidFill>
              <a:prstDash val="solid"/>
              <a:headEnd type="none" w="med" len="med"/>
              <a:tailEnd type="none" w="med" len="med"/>
            </a:ln>
          </p:spPr>
        </p:sp>
        <p:sp>
          <p:nvSpPr>
            <p:cNvPr id="75804" name="Line 305"/>
            <p:cNvSpPr/>
            <p:nvPr/>
          </p:nvSpPr>
          <p:spPr>
            <a:xfrm>
              <a:off x="2335" y="1298"/>
              <a:ext cx="136" cy="0"/>
            </a:xfrm>
            <a:prstGeom prst="line">
              <a:avLst/>
            </a:prstGeom>
            <a:ln w="9525" cap="flat" cmpd="sng">
              <a:solidFill>
                <a:schemeClr val="tx1"/>
              </a:solidFill>
              <a:prstDash val="solid"/>
              <a:headEnd type="none" w="med" len="med"/>
              <a:tailEnd type="none" w="med" len="med"/>
            </a:ln>
          </p:spPr>
        </p:sp>
        <p:sp>
          <p:nvSpPr>
            <p:cNvPr id="75805" name="Line 306"/>
            <p:cNvSpPr/>
            <p:nvPr/>
          </p:nvSpPr>
          <p:spPr>
            <a:xfrm flipV="1">
              <a:off x="2472" y="1117"/>
              <a:ext cx="0" cy="181"/>
            </a:xfrm>
            <a:prstGeom prst="line">
              <a:avLst/>
            </a:prstGeom>
            <a:ln w="9525" cap="flat" cmpd="sng">
              <a:solidFill>
                <a:schemeClr val="tx1"/>
              </a:solidFill>
              <a:prstDash val="solid"/>
              <a:headEnd type="none" w="med" len="med"/>
              <a:tailEnd type="none" w="med" len="med"/>
            </a:ln>
          </p:spPr>
        </p:sp>
        <p:sp>
          <p:nvSpPr>
            <p:cNvPr id="75806" name="Line 307"/>
            <p:cNvSpPr/>
            <p:nvPr/>
          </p:nvSpPr>
          <p:spPr>
            <a:xfrm>
              <a:off x="2472" y="1117"/>
              <a:ext cx="136" cy="0"/>
            </a:xfrm>
            <a:prstGeom prst="line">
              <a:avLst/>
            </a:prstGeom>
            <a:ln w="9525" cap="flat" cmpd="sng">
              <a:solidFill>
                <a:schemeClr val="tx1"/>
              </a:solidFill>
              <a:prstDash val="solid"/>
              <a:headEnd type="none" w="med" len="med"/>
              <a:tailEnd type="none" w="med" len="med"/>
            </a:ln>
          </p:spPr>
        </p:sp>
        <p:sp>
          <p:nvSpPr>
            <p:cNvPr id="75807" name="Line 308"/>
            <p:cNvSpPr/>
            <p:nvPr/>
          </p:nvSpPr>
          <p:spPr>
            <a:xfrm flipV="1">
              <a:off x="2608" y="1117"/>
              <a:ext cx="0" cy="181"/>
            </a:xfrm>
            <a:prstGeom prst="line">
              <a:avLst/>
            </a:prstGeom>
            <a:ln w="9525" cap="flat" cmpd="sng">
              <a:solidFill>
                <a:schemeClr val="tx1"/>
              </a:solidFill>
              <a:prstDash val="solid"/>
              <a:headEnd type="none" w="med" len="med"/>
              <a:tailEnd type="none" w="med" len="med"/>
            </a:ln>
          </p:spPr>
        </p:sp>
        <p:sp>
          <p:nvSpPr>
            <p:cNvPr id="75808" name="Line 309"/>
            <p:cNvSpPr/>
            <p:nvPr/>
          </p:nvSpPr>
          <p:spPr>
            <a:xfrm>
              <a:off x="2608" y="1298"/>
              <a:ext cx="136" cy="0"/>
            </a:xfrm>
            <a:prstGeom prst="line">
              <a:avLst/>
            </a:prstGeom>
            <a:ln w="9525" cap="flat" cmpd="sng">
              <a:solidFill>
                <a:schemeClr val="tx1"/>
              </a:solidFill>
              <a:prstDash val="solid"/>
              <a:headEnd type="none" w="med" len="med"/>
              <a:tailEnd type="none" w="med" len="med"/>
            </a:ln>
          </p:spPr>
        </p:sp>
        <p:sp>
          <p:nvSpPr>
            <p:cNvPr id="75809" name="Line 310"/>
            <p:cNvSpPr/>
            <p:nvPr/>
          </p:nvSpPr>
          <p:spPr>
            <a:xfrm flipV="1">
              <a:off x="2744" y="1117"/>
              <a:ext cx="0" cy="181"/>
            </a:xfrm>
            <a:prstGeom prst="line">
              <a:avLst/>
            </a:prstGeom>
            <a:ln w="9525" cap="flat" cmpd="sng">
              <a:solidFill>
                <a:schemeClr val="tx1"/>
              </a:solidFill>
              <a:prstDash val="solid"/>
              <a:headEnd type="none" w="med" len="med"/>
              <a:tailEnd type="none" w="med" len="med"/>
            </a:ln>
          </p:spPr>
        </p:sp>
        <p:sp>
          <p:nvSpPr>
            <p:cNvPr id="75810" name="Line 311"/>
            <p:cNvSpPr/>
            <p:nvPr/>
          </p:nvSpPr>
          <p:spPr>
            <a:xfrm>
              <a:off x="2744" y="1117"/>
              <a:ext cx="136" cy="0"/>
            </a:xfrm>
            <a:prstGeom prst="line">
              <a:avLst/>
            </a:prstGeom>
            <a:ln w="9525" cap="flat" cmpd="sng">
              <a:solidFill>
                <a:schemeClr val="tx1"/>
              </a:solidFill>
              <a:prstDash val="solid"/>
              <a:headEnd type="none" w="med" len="med"/>
              <a:tailEnd type="none" w="med" len="med"/>
            </a:ln>
          </p:spPr>
        </p:sp>
        <p:sp>
          <p:nvSpPr>
            <p:cNvPr id="75811" name="Line 312"/>
            <p:cNvSpPr/>
            <p:nvPr/>
          </p:nvSpPr>
          <p:spPr>
            <a:xfrm flipV="1">
              <a:off x="2880" y="1117"/>
              <a:ext cx="0" cy="181"/>
            </a:xfrm>
            <a:prstGeom prst="line">
              <a:avLst/>
            </a:prstGeom>
            <a:ln w="9525" cap="flat" cmpd="sng">
              <a:solidFill>
                <a:schemeClr val="tx1"/>
              </a:solidFill>
              <a:prstDash val="solid"/>
              <a:headEnd type="none" w="med" len="med"/>
              <a:tailEnd type="none" w="med" len="med"/>
            </a:ln>
          </p:spPr>
        </p:sp>
        <p:sp>
          <p:nvSpPr>
            <p:cNvPr id="75812" name="Line 313"/>
            <p:cNvSpPr/>
            <p:nvPr/>
          </p:nvSpPr>
          <p:spPr>
            <a:xfrm>
              <a:off x="2880" y="1298"/>
              <a:ext cx="136" cy="0"/>
            </a:xfrm>
            <a:prstGeom prst="line">
              <a:avLst/>
            </a:prstGeom>
            <a:ln w="9525" cap="flat" cmpd="sng">
              <a:solidFill>
                <a:schemeClr val="tx1"/>
              </a:solidFill>
              <a:prstDash val="solid"/>
              <a:headEnd type="none" w="med" len="med"/>
              <a:tailEnd type="none" w="med" len="med"/>
            </a:ln>
          </p:spPr>
        </p:sp>
        <p:sp>
          <p:nvSpPr>
            <p:cNvPr id="75813" name="Line 314"/>
            <p:cNvSpPr/>
            <p:nvPr/>
          </p:nvSpPr>
          <p:spPr>
            <a:xfrm flipV="1">
              <a:off x="3017" y="1117"/>
              <a:ext cx="0" cy="181"/>
            </a:xfrm>
            <a:prstGeom prst="line">
              <a:avLst/>
            </a:prstGeom>
            <a:ln w="9525" cap="flat" cmpd="sng">
              <a:solidFill>
                <a:schemeClr val="tx1"/>
              </a:solidFill>
              <a:prstDash val="solid"/>
              <a:headEnd type="none" w="med" len="med"/>
              <a:tailEnd type="none" w="med" len="med"/>
            </a:ln>
          </p:spPr>
        </p:sp>
        <p:sp>
          <p:nvSpPr>
            <p:cNvPr id="75814" name="Line 315"/>
            <p:cNvSpPr/>
            <p:nvPr/>
          </p:nvSpPr>
          <p:spPr>
            <a:xfrm>
              <a:off x="3017" y="1117"/>
              <a:ext cx="136" cy="0"/>
            </a:xfrm>
            <a:prstGeom prst="line">
              <a:avLst/>
            </a:prstGeom>
            <a:ln w="9525" cap="flat" cmpd="sng">
              <a:solidFill>
                <a:schemeClr val="tx1"/>
              </a:solidFill>
              <a:prstDash val="solid"/>
              <a:headEnd type="none" w="med" len="med"/>
              <a:tailEnd type="none" w="med" len="med"/>
            </a:ln>
          </p:spPr>
        </p:sp>
        <p:sp>
          <p:nvSpPr>
            <p:cNvPr id="75815" name="Line 316"/>
            <p:cNvSpPr/>
            <p:nvPr/>
          </p:nvSpPr>
          <p:spPr>
            <a:xfrm flipV="1">
              <a:off x="3153" y="1117"/>
              <a:ext cx="0" cy="181"/>
            </a:xfrm>
            <a:prstGeom prst="line">
              <a:avLst/>
            </a:prstGeom>
            <a:ln w="9525" cap="flat" cmpd="sng">
              <a:solidFill>
                <a:schemeClr val="tx1"/>
              </a:solidFill>
              <a:prstDash val="solid"/>
              <a:headEnd type="none" w="med" len="med"/>
              <a:tailEnd type="none" w="med" len="med"/>
            </a:ln>
          </p:spPr>
        </p:sp>
        <p:sp>
          <p:nvSpPr>
            <p:cNvPr id="75816" name="Line 317"/>
            <p:cNvSpPr/>
            <p:nvPr/>
          </p:nvSpPr>
          <p:spPr>
            <a:xfrm>
              <a:off x="3153" y="1298"/>
              <a:ext cx="136" cy="0"/>
            </a:xfrm>
            <a:prstGeom prst="line">
              <a:avLst/>
            </a:prstGeom>
            <a:ln w="9525" cap="flat" cmpd="sng">
              <a:solidFill>
                <a:schemeClr val="tx1"/>
              </a:solidFill>
              <a:prstDash val="solid"/>
              <a:headEnd type="none" w="med" len="med"/>
              <a:tailEnd type="none" w="med" len="med"/>
            </a:ln>
          </p:spPr>
        </p:sp>
        <p:sp>
          <p:nvSpPr>
            <p:cNvPr id="75817" name="Line 318"/>
            <p:cNvSpPr/>
            <p:nvPr/>
          </p:nvSpPr>
          <p:spPr>
            <a:xfrm flipV="1">
              <a:off x="3289" y="1117"/>
              <a:ext cx="0" cy="181"/>
            </a:xfrm>
            <a:prstGeom prst="line">
              <a:avLst/>
            </a:prstGeom>
            <a:ln w="9525" cap="flat" cmpd="sng">
              <a:solidFill>
                <a:schemeClr val="tx1"/>
              </a:solidFill>
              <a:prstDash val="solid"/>
              <a:headEnd type="none" w="med" len="med"/>
              <a:tailEnd type="none" w="med" len="med"/>
            </a:ln>
          </p:spPr>
        </p:sp>
        <p:sp>
          <p:nvSpPr>
            <p:cNvPr id="75818" name="Line 319"/>
            <p:cNvSpPr/>
            <p:nvPr/>
          </p:nvSpPr>
          <p:spPr>
            <a:xfrm>
              <a:off x="3289" y="1117"/>
              <a:ext cx="136" cy="0"/>
            </a:xfrm>
            <a:prstGeom prst="line">
              <a:avLst/>
            </a:prstGeom>
            <a:ln w="9525" cap="flat" cmpd="sng">
              <a:solidFill>
                <a:schemeClr val="tx1"/>
              </a:solidFill>
              <a:prstDash val="solid"/>
              <a:headEnd type="none" w="med" len="med"/>
              <a:tailEnd type="none" w="med" len="med"/>
            </a:ln>
          </p:spPr>
        </p:sp>
        <p:sp>
          <p:nvSpPr>
            <p:cNvPr id="75819" name="Line 320"/>
            <p:cNvSpPr/>
            <p:nvPr/>
          </p:nvSpPr>
          <p:spPr>
            <a:xfrm flipV="1">
              <a:off x="3425" y="1117"/>
              <a:ext cx="0" cy="181"/>
            </a:xfrm>
            <a:prstGeom prst="line">
              <a:avLst/>
            </a:prstGeom>
            <a:ln w="9525" cap="flat" cmpd="sng">
              <a:solidFill>
                <a:schemeClr val="tx1"/>
              </a:solidFill>
              <a:prstDash val="solid"/>
              <a:headEnd type="none" w="med" len="med"/>
              <a:tailEnd type="none" w="med" len="med"/>
            </a:ln>
          </p:spPr>
        </p:sp>
        <p:sp>
          <p:nvSpPr>
            <p:cNvPr id="75820" name="Line 321"/>
            <p:cNvSpPr/>
            <p:nvPr/>
          </p:nvSpPr>
          <p:spPr>
            <a:xfrm>
              <a:off x="3425" y="1298"/>
              <a:ext cx="136" cy="0"/>
            </a:xfrm>
            <a:prstGeom prst="line">
              <a:avLst/>
            </a:prstGeom>
            <a:ln w="9525" cap="flat" cmpd="sng">
              <a:solidFill>
                <a:schemeClr val="tx1"/>
              </a:solidFill>
              <a:prstDash val="solid"/>
              <a:headEnd type="none" w="med" len="med"/>
              <a:tailEnd type="none" w="med" len="med"/>
            </a:ln>
          </p:spPr>
        </p:sp>
        <p:sp>
          <p:nvSpPr>
            <p:cNvPr id="75821" name="Line 322"/>
            <p:cNvSpPr/>
            <p:nvPr/>
          </p:nvSpPr>
          <p:spPr>
            <a:xfrm flipV="1">
              <a:off x="3562" y="1117"/>
              <a:ext cx="0" cy="181"/>
            </a:xfrm>
            <a:prstGeom prst="line">
              <a:avLst/>
            </a:prstGeom>
            <a:ln w="9525" cap="flat" cmpd="sng">
              <a:solidFill>
                <a:schemeClr val="tx1"/>
              </a:solidFill>
              <a:prstDash val="solid"/>
              <a:headEnd type="none" w="med" len="med"/>
              <a:tailEnd type="none" w="med" len="med"/>
            </a:ln>
          </p:spPr>
        </p:sp>
        <p:sp>
          <p:nvSpPr>
            <p:cNvPr id="75822" name="Line 323"/>
            <p:cNvSpPr/>
            <p:nvPr/>
          </p:nvSpPr>
          <p:spPr>
            <a:xfrm>
              <a:off x="3562" y="1117"/>
              <a:ext cx="136" cy="0"/>
            </a:xfrm>
            <a:prstGeom prst="line">
              <a:avLst/>
            </a:prstGeom>
            <a:ln w="9525" cap="flat" cmpd="sng">
              <a:solidFill>
                <a:schemeClr val="tx1"/>
              </a:solidFill>
              <a:prstDash val="solid"/>
              <a:headEnd type="none" w="med" len="med"/>
              <a:tailEnd type="none" w="med" len="med"/>
            </a:ln>
          </p:spPr>
        </p:sp>
        <p:sp>
          <p:nvSpPr>
            <p:cNvPr id="75823" name="Line 324"/>
            <p:cNvSpPr/>
            <p:nvPr/>
          </p:nvSpPr>
          <p:spPr>
            <a:xfrm flipV="1">
              <a:off x="3698" y="1117"/>
              <a:ext cx="0" cy="181"/>
            </a:xfrm>
            <a:prstGeom prst="line">
              <a:avLst/>
            </a:prstGeom>
            <a:ln w="9525" cap="flat" cmpd="sng">
              <a:solidFill>
                <a:schemeClr val="tx1"/>
              </a:solidFill>
              <a:prstDash val="solid"/>
              <a:headEnd type="none" w="med" len="med"/>
              <a:tailEnd type="none" w="med" len="med"/>
            </a:ln>
          </p:spPr>
        </p:sp>
        <p:sp>
          <p:nvSpPr>
            <p:cNvPr id="75824" name="Line 325"/>
            <p:cNvSpPr/>
            <p:nvPr/>
          </p:nvSpPr>
          <p:spPr>
            <a:xfrm>
              <a:off x="3698" y="1298"/>
              <a:ext cx="136" cy="0"/>
            </a:xfrm>
            <a:prstGeom prst="line">
              <a:avLst/>
            </a:prstGeom>
            <a:ln w="9525" cap="flat" cmpd="sng">
              <a:solidFill>
                <a:schemeClr val="tx1"/>
              </a:solidFill>
              <a:prstDash val="solid"/>
              <a:headEnd type="none" w="med" len="med"/>
              <a:tailEnd type="none" w="med" len="med"/>
            </a:ln>
          </p:spPr>
        </p:sp>
        <p:sp>
          <p:nvSpPr>
            <p:cNvPr id="75825" name="Line 326"/>
            <p:cNvSpPr/>
            <p:nvPr/>
          </p:nvSpPr>
          <p:spPr>
            <a:xfrm flipV="1">
              <a:off x="3834" y="1117"/>
              <a:ext cx="0" cy="181"/>
            </a:xfrm>
            <a:prstGeom prst="line">
              <a:avLst/>
            </a:prstGeom>
            <a:ln w="9525" cap="flat" cmpd="sng">
              <a:solidFill>
                <a:schemeClr val="tx1"/>
              </a:solidFill>
              <a:prstDash val="solid"/>
              <a:headEnd type="none" w="med" len="med"/>
              <a:tailEnd type="none" w="med" len="med"/>
            </a:ln>
          </p:spPr>
        </p:sp>
        <p:sp>
          <p:nvSpPr>
            <p:cNvPr id="75826" name="Line 327"/>
            <p:cNvSpPr/>
            <p:nvPr/>
          </p:nvSpPr>
          <p:spPr>
            <a:xfrm>
              <a:off x="3834" y="1117"/>
              <a:ext cx="136" cy="0"/>
            </a:xfrm>
            <a:prstGeom prst="line">
              <a:avLst/>
            </a:prstGeom>
            <a:ln w="9525" cap="flat" cmpd="sng">
              <a:solidFill>
                <a:schemeClr val="tx1"/>
              </a:solidFill>
              <a:prstDash val="solid"/>
              <a:headEnd type="none" w="med" len="med"/>
              <a:tailEnd type="none" w="med" len="med"/>
            </a:ln>
          </p:spPr>
        </p:sp>
        <p:sp>
          <p:nvSpPr>
            <p:cNvPr id="75827" name="Line 328"/>
            <p:cNvSpPr/>
            <p:nvPr/>
          </p:nvSpPr>
          <p:spPr>
            <a:xfrm flipV="1">
              <a:off x="3970" y="1117"/>
              <a:ext cx="0" cy="181"/>
            </a:xfrm>
            <a:prstGeom prst="line">
              <a:avLst/>
            </a:prstGeom>
            <a:ln w="9525" cap="flat" cmpd="sng">
              <a:solidFill>
                <a:schemeClr val="tx1"/>
              </a:solidFill>
              <a:prstDash val="solid"/>
              <a:headEnd type="none" w="med" len="med"/>
              <a:tailEnd type="none" w="med" len="med"/>
            </a:ln>
          </p:spPr>
        </p:sp>
        <p:sp>
          <p:nvSpPr>
            <p:cNvPr id="75828" name="Line 329"/>
            <p:cNvSpPr/>
            <p:nvPr/>
          </p:nvSpPr>
          <p:spPr>
            <a:xfrm>
              <a:off x="3970" y="1298"/>
              <a:ext cx="136" cy="0"/>
            </a:xfrm>
            <a:prstGeom prst="line">
              <a:avLst/>
            </a:prstGeom>
            <a:ln w="9525" cap="flat" cmpd="sng">
              <a:solidFill>
                <a:schemeClr val="tx1"/>
              </a:solidFill>
              <a:prstDash val="solid"/>
              <a:headEnd type="none" w="med" len="med"/>
              <a:tailEnd type="none" w="med" len="med"/>
            </a:ln>
          </p:spPr>
        </p:sp>
        <p:sp>
          <p:nvSpPr>
            <p:cNvPr id="75829" name="Line 330"/>
            <p:cNvSpPr/>
            <p:nvPr/>
          </p:nvSpPr>
          <p:spPr>
            <a:xfrm flipV="1">
              <a:off x="4105" y="1117"/>
              <a:ext cx="0" cy="181"/>
            </a:xfrm>
            <a:prstGeom prst="line">
              <a:avLst/>
            </a:prstGeom>
            <a:ln w="9525" cap="flat" cmpd="sng">
              <a:solidFill>
                <a:schemeClr val="tx1"/>
              </a:solidFill>
              <a:prstDash val="solid"/>
              <a:headEnd type="none" w="med" len="med"/>
              <a:tailEnd type="none" w="med" len="med"/>
            </a:ln>
          </p:spPr>
        </p:sp>
        <p:sp>
          <p:nvSpPr>
            <p:cNvPr id="75830" name="Line 331"/>
            <p:cNvSpPr/>
            <p:nvPr/>
          </p:nvSpPr>
          <p:spPr>
            <a:xfrm>
              <a:off x="4105" y="1117"/>
              <a:ext cx="136" cy="0"/>
            </a:xfrm>
            <a:prstGeom prst="line">
              <a:avLst/>
            </a:prstGeom>
            <a:ln w="9525" cap="flat" cmpd="sng">
              <a:solidFill>
                <a:schemeClr val="tx1"/>
              </a:solidFill>
              <a:prstDash val="solid"/>
              <a:headEnd type="none" w="med" len="med"/>
              <a:tailEnd type="none" w="med" len="med"/>
            </a:ln>
          </p:spPr>
        </p:sp>
        <p:sp>
          <p:nvSpPr>
            <p:cNvPr id="75831" name="Line 332"/>
            <p:cNvSpPr/>
            <p:nvPr/>
          </p:nvSpPr>
          <p:spPr>
            <a:xfrm flipV="1">
              <a:off x="4241" y="1117"/>
              <a:ext cx="0" cy="181"/>
            </a:xfrm>
            <a:prstGeom prst="line">
              <a:avLst/>
            </a:prstGeom>
            <a:ln w="9525" cap="flat" cmpd="sng">
              <a:solidFill>
                <a:schemeClr val="tx1"/>
              </a:solidFill>
              <a:prstDash val="solid"/>
              <a:headEnd type="none" w="med" len="med"/>
              <a:tailEnd type="none" w="med" len="med"/>
            </a:ln>
          </p:spPr>
        </p:sp>
        <p:sp>
          <p:nvSpPr>
            <p:cNvPr id="75832" name="Line 333"/>
            <p:cNvSpPr/>
            <p:nvPr/>
          </p:nvSpPr>
          <p:spPr>
            <a:xfrm>
              <a:off x="4241" y="1298"/>
              <a:ext cx="136" cy="0"/>
            </a:xfrm>
            <a:prstGeom prst="line">
              <a:avLst/>
            </a:prstGeom>
            <a:ln w="9525" cap="flat" cmpd="sng">
              <a:solidFill>
                <a:schemeClr val="tx1"/>
              </a:solidFill>
              <a:prstDash val="solid"/>
              <a:headEnd type="none" w="med" len="med"/>
              <a:tailEnd type="none" w="med" len="med"/>
            </a:ln>
          </p:spPr>
        </p:sp>
        <p:sp>
          <p:nvSpPr>
            <p:cNvPr id="75833" name="Line 334"/>
            <p:cNvSpPr/>
            <p:nvPr/>
          </p:nvSpPr>
          <p:spPr>
            <a:xfrm flipV="1">
              <a:off x="4377" y="1117"/>
              <a:ext cx="0" cy="181"/>
            </a:xfrm>
            <a:prstGeom prst="line">
              <a:avLst/>
            </a:prstGeom>
            <a:ln w="9525" cap="flat" cmpd="sng">
              <a:solidFill>
                <a:schemeClr val="tx1"/>
              </a:solidFill>
              <a:prstDash val="solid"/>
              <a:headEnd type="none" w="med" len="med"/>
              <a:tailEnd type="none" w="med" len="med"/>
            </a:ln>
          </p:spPr>
        </p:sp>
        <p:sp>
          <p:nvSpPr>
            <p:cNvPr id="75834" name="Line 335"/>
            <p:cNvSpPr/>
            <p:nvPr/>
          </p:nvSpPr>
          <p:spPr>
            <a:xfrm>
              <a:off x="4377" y="1117"/>
              <a:ext cx="136" cy="0"/>
            </a:xfrm>
            <a:prstGeom prst="line">
              <a:avLst/>
            </a:prstGeom>
            <a:ln w="9525" cap="flat" cmpd="sng">
              <a:solidFill>
                <a:schemeClr val="tx1"/>
              </a:solidFill>
              <a:prstDash val="solid"/>
              <a:headEnd type="none" w="med" len="med"/>
              <a:tailEnd type="none" w="med" len="med"/>
            </a:ln>
          </p:spPr>
        </p:sp>
        <p:sp>
          <p:nvSpPr>
            <p:cNvPr id="75835" name="Line 336"/>
            <p:cNvSpPr/>
            <p:nvPr/>
          </p:nvSpPr>
          <p:spPr>
            <a:xfrm flipV="1">
              <a:off x="4513" y="1117"/>
              <a:ext cx="0" cy="181"/>
            </a:xfrm>
            <a:prstGeom prst="line">
              <a:avLst/>
            </a:prstGeom>
            <a:ln w="9525" cap="flat" cmpd="sng">
              <a:solidFill>
                <a:schemeClr val="tx1"/>
              </a:solidFill>
              <a:prstDash val="solid"/>
              <a:headEnd type="none" w="med" len="med"/>
              <a:tailEnd type="none" w="med" len="med"/>
            </a:ln>
          </p:spPr>
        </p:sp>
        <p:sp>
          <p:nvSpPr>
            <p:cNvPr id="75836" name="Line 337"/>
            <p:cNvSpPr/>
            <p:nvPr/>
          </p:nvSpPr>
          <p:spPr>
            <a:xfrm>
              <a:off x="4513" y="1298"/>
              <a:ext cx="136" cy="0"/>
            </a:xfrm>
            <a:prstGeom prst="line">
              <a:avLst/>
            </a:prstGeom>
            <a:ln w="9525" cap="flat" cmpd="sng">
              <a:solidFill>
                <a:schemeClr val="tx1"/>
              </a:solidFill>
              <a:prstDash val="solid"/>
              <a:headEnd type="none" w="med" len="med"/>
              <a:tailEnd type="none" w="med" len="med"/>
            </a:ln>
          </p:spPr>
        </p:sp>
        <p:sp>
          <p:nvSpPr>
            <p:cNvPr id="75837" name="Line 338"/>
            <p:cNvSpPr/>
            <p:nvPr/>
          </p:nvSpPr>
          <p:spPr>
            <a:xfrm flipV="1">
              <a:off x="4650" y="1117"/>
              <a:ext cx="0" cy="181"/>
            </a:xfrm>
            <a:prstGeom prst="line">
              <a:avLst/>
            </a:prstGeom>
            <a:ln w="9525" cap="flat" cmpd="sng">
              <a:solidFill>
                <a:schemeClr val="tx1"/>
              </a:solidFill>
              <a:prstDash val="solid"/>
              <a:headEnd type="none" w="med" len="med"/>
              <a:tailEnd type="none" w="med" len="med"/>
            </a:ln>
          </p:spPr>
        </p:sp>
        <p:sp>
          <p:nvSpPr>
            <p:cNvPr id="75838" name="Line 339"/>
            <p:cNvSpPr/>
            <p:nvPr/>
          </p:nvSpPr>
          <p:spPr>
            <a:xfrm>
              <a:off x="4650" y="1117"/>
              <a:ext cx="136" cy="0"/>
            </a:xfrm>
            <a:prstGeom prst="line">
              <a:avLst/>
            </a:prstGeom>
            <a:ln w="9525" cap="flat" cmpd="sng">
              <a:solidFill>
                <a:schemeClr val="tx1"/>
              </a:solidFill>
              <a:prstDash val="solid"/>
              <a:headEnd type="none" w="med" len="med"/>
              <a:tailEnd type="none" w="med" len="med"/>
            </a:ln>
          </p:spPr>
        </p:sp>
        <p:sp>
          <p:nvSpPr>
            <p:cNvPr id="75839" name="Line 340"/>
            <p:cNvSpPr/>
            <p:nvPr/>
          </p:nvSpPr>
          <p:spPr>
            <a:xfrm flipV="1">
              <a:off x="4786" y="1117"/>
              <a:ext cx="0" cy="181"/>
            </a:xfrm>
            <a:prstGeom prst="line">
              <a:avLst/>
            </a:prstGeom>
            <a:ln w="9525" cap="flat" cmpd="sng">
              <a:solidFill>
                <a:schemeClr val="tx1"/>
              </a:solidFill>
              <a:prstDash val="solid"/>
              <a:headEnd type="none" w="med" len="med"/>
              <a:tailEnd type="none" w="med" len="med"/>
            </a:ln>
          </p:spPr>
        </p:sp>
        <p:sp>
          <p:nvSpPr>
            <p:cNvPr id="75840" name="Line 341"/>
            <p:cNvSpPr/>
            <p:nvPr/>
          </p:nvSpPr>
          <p:spPr>
            <a:xfrm>
              <a:off x="4786" y="1298"/>
              <a:ext cx="136" cy="0"/>
            </a:xfrm>
            <a:prstGeom prst="line">
              <a:avLst/>
            </a:prstGeom>
            <a:ln w="9525" cap="flat" cmpd="sng">
              <a:solidFill>
                <a:schemeClr val="tx1"/>
              </a:solidFill>
              <a:prstDash val="solid"/>
              <a:headEnd type="none" w="med" len="med"/>
              <a:tailEnd type="none" w="med" len="med"/>
            </a:ln>
          </p:spPr>
        </p:sp>
        <p:sp>
          <p:nvSpPr>
            <p:cNvPr id="75841" name="Line 342"/>
            <p:cNvSpPr/>
            <p:nvPr/>
          </p:nvSpPr>
          <p:spPr>
            <a:xfrm flipV="1">
              <a:off x="4922" y="1117"/>
              <a:ext cx="0" cy="181"/>
            </a:xfrm>
            <a:prstGeom prst="line">
              <a:avLst/>
            </a:prstGeom>
            <a:ln w="9525" cap="flat" cmpd="sng">
              <a:solidFill>
                <a:schemeClr val="tx1"/>
              </a:solidFill>
              <a:prstDash val="solid"/>
              <a:headEnd type="none" w="med" len="med"/>
              <a:tailEnd type="none" w="med" len="med"/>
            </a:ln>
          </p:spPr>
        </p:sp>
        <p:sp>
          <p:nvSpPr>
            <p:cNvPr id="75842" name="Line 343"/>
            <p:cNvSpPr/>
            <p:nvPr/>
          </p:nvSpPr>
          <p:spPr>
            <a:xfrm>
              <a:off x="4922" y="1117"/>
              <a:ext cx="136" cy="0"/>
            </a:xfrm>
            <a:prstGeom prst="line">
              <a:avLst/>
            </a:prstGeom>
            <a:ln w="9525" cap="flat" cmpd="sng">
              <a:solidFill>
                <a:schemeClr val="tx1"/>
              </a:solidFill>
              <a:prstDash val="solid"/>
              <a:headEnd type="none" w="med" len="med"/>
              <a:tailEnd type="none" w="med" len="med"/>
            </a:ln>
          </p:spPr>
        </p:sp>
        <p:sp>
          <p:nvSpPr>
            <p:cNvPr id="75843" name="Line 344"/>
            <p:cNvSpPr/>
            <p:nvPr/>
          </p:nvSpPr>
          <p:spPr>
            <a:xfrm flipV="1">
              <a:off x="5058" y="1117"/>
              <a:ext cx="0" cy="181"/>
            </a:xfrm>
            <a:prstGeom prst="line">
              <a:avLst/>
            </a:prstGeom>
            <a:ln w="9525" cap="flat" cmpd="sng">
              <a:solidFill>
                <a:schemeClr val="tx1"/>
              </a:solidFill>
              <a:prstDash val="solid"/>
              <a:headEnd type="none" w="med" len="med"/>
              <a:tailEnd type="none" w="med" len="med"/>
            </a:ln>
          </p:spPr>
        </p:sp>
        <p:sp>
          <p:nvSpPr>
            <p:cNvPr id="75844" name="Line 345"/>
            <p:cNvSpPr/>
            <p:nvPr/>
          </p:nvSpPr>
          <p:spPr>
            <a:xfrm>
              <a:off x="5058" y="1298"/>
              <a:ext cx="136" cy="0"/>
            </a:xfrm>
            <a:prstGeom prst="line">
              <a:avLst/>
            </a:prstGeom>
            <a:ln w="9525" cap="flat" cmpd="sng">
              <a:solidFill>
                <a:schemeClr val="tx1"/>
              </a:solidFill>
              <a:prstDash val="solid"/>
              <a:headEnd type="none" w="med" len="med"/>
              <a:tailEnd type="none" w="med" len="med"/>
            </a:ln>
          </p:spPr>
        </p:sp>
        <p:sp>
          <p:nvSpPr>
            <p:cNvPr id="75845" name="Line 346"/>
            <p:cNvSpPr/>
            <p:nvPr/>
          </p:nvSpPr>
          <p:spPr>
            <a:xfrm>
              <a:off x="567" y="934"/>
              <a:ext cx="272" cy="0"/>
            </a:xfrm>
            <a:prstGeom prst="line">
              <a:avLst/>
            </a:prstGeom>
            <a:ln w="9525" cap="flat" cmpd="sng">
              <a:solidFill>
                <a:schemeClr val="tx1"/>
              </a:solidFill>
              <a:prstDash val="solid"/>
              <a:headEnd type="none" w="med" len="med"/>
              <a:tailEnd type="none" w="med" len="med"/>
            </a:ln>
          </p:spPr>
        </p:sp>
        <p:sp>
          <p:nvSpPr>
            <p:cNvPr id="75846" name="Line 347"/>
            <p:cNvSpPr/>
            <p:nvPr/>
          </p:nvSpPr>
          <p:spPr>
            <a:xfrm flipV="1">
              <a:off x="839" y="753"/>
              <a:ext cx="0" cy="181"/>
            </a:xfrm>
            <a:prstGeom prst="line">
              <a:avLst/>
            </a:prstGeom>
            <a:ln w="9525" cap="flat" cmpd="sng">
              <a:solidFill>
                <a:schemeClr val="tx1"/>
              </a:solidFill>
              <a:prstDash val="solid"/>
              <a:headEnd type="none" w="med" len="med"/>
              <a:tailEnd type="none" w="med" len="med"/>
            </a:ln>
          </p:spPr>
        </p:sp>
        <p:sp>
          <p:nvSpPr>
            <p:cNvPr id="75847" name="Line 348"/>
            <p:cNvSpPr/>
            <p:nvPr/>
          </p:nvSpPr>
          <p:spPr>
            <a:xfrm>
              <a:off x="839" y="753"/>
              <a:ext cx="136" cy="0"/>
            </a:xfrm>
            <a:prstGeom prst="line">
              <a:avLst/>
            </a:prstGeom>
            <a:ln w="9525" cap="flat" cmpd="sng">
              <a:solidFill>
                <a:schemeClr val="tx1"/>
              </a:solidFill>
              <a:prstDash val="solid"/>
              <a:headEnd type="none" w="med" len="med"/>
              <a:tailEnd type="none" w="med" len="med"/>
            </a:ln>
          </p:spPr>
        </p:sp>
        <p:sp>
          <p:nvSpPr>
            <p:cNvPr id="75848" name="Line 349"/>
            <p:cNvSpPr/>
            <p:nvPr/>
          </p:nvSpPr>
          <p:spPr>
            <a:xfrm flipV="1">
              <a:off x="975" y="753"/>
              <a:ext cx="0" cy="181"/>
            </a:xfrm>
            <a:prstGeom prst="line">
              <a:avLst/>
            </a:prstGeom>
            <a:ln w="9525" cap="flat" cmpd="sng">
              <a:solidFill>
                <a:schemeClr val="tx1"/>
              </a:solidFill>
              <a:prstDash val="solid"/>
              <a:headEnd type="none" w="med" len="med"/>
              <a:tailEnd type="none" w="med" len="med"/>
            </a:ln>
          </p:spPr>
        </p:sp>
        <p:sp>
          <p:nvSpPr>
            <p:cNvPr id="75849" name="Line 350"/>
            <p:cNvSpPr/>
            <p:nvPr/>
          </p:nvSpPr>
          <p:spPr>
            <a:xfrm>
              <a:off x="975" y="934"/>
              <a:ext cx="136" cy="0"/>
            </a:xfrm>
            <a:prstGeom prst="line">
              <a:avLst/>
            </a:prstGeom>
            <a:ln w="9525" cap="flat" cmpd="sng">
              <a:solidFill>
                <a:schemeClr val="tx1"/>
              </a:solidFill>
              <a:prstDash val="solid"/>
              <a:headEnd type="none" w="med" len="med"/>
              <a:tailEnd type="none" w="med" len="med"/>
            </a:ln>
          </p:spPr>
        </p:sp>
        <p:sp>
          <p:nvSpPr>
            <p:cNvPr id="75850" name="Line 351"/>
            <p:cNvSpPr/>
            <p:nvPr/>
          </p:nvSpPr>
          <p:spPr>
            <a:xfrm flipV="1">
              <a:off x="1111" y="753"/>
              <a:ext cx="0" cy="181"/>
            </a:xfrm>
            <a:prstGeom prst="line">
              <a:avLst/>
            </a:prstGeom>
            <a:ln w="9525" cap="flat" cmpd="sng">
              <a:solidFill>
                <a:schemeClr val="tx1"/>
              </a:solidFill>
              <a:prstDash val="solid"/>
              <a:headEnd type="none" w="med" len="med"/>
              <a:tailEnd type="none" w="med" len="med"/>
            </a:ln>
          </p:spPr>
        </p:sp>
        <p:sp>
          <p:nvSpPr>
            <p:cNvPr id="75851" name="Line 352"/>
            <p:cNvSpPr/>
            <p:nvPr/>
          </p:nvSpPr>
          <p:spPr>
            <a:xfrm>
              <a:off x="1111" y="753"/>
              <a:ext cx="136" cy="0"/>
            </a:xfrm>
            <a:prstGeom prst="line">
              <a:avLst/>
            </a:prstGeom>
            <a:ln w="9525" cap="flat" cmpd="sng">
              <a:solidFill>
                <a:schemeClr val="tx1"/>
              </a:solidFill>
              <a:prstDash val="solid"/>
              <a:headEnd type="none" w="med" len="med"/>
              <a:tailEnd type="none" w="med" len="med"/>
            </a:ln>
          </p:spPr>
        </p:sp>
        <p:sp>
          <p:nvSpPr>
            <p:cNvPr id="75852" name="Line 353"/>
            <p:cNvSpPr/>
            <p:nvPr/>
          </p:nvSpPr>
          <p:spPr>
            <a:xfrm flipV="1">
              <a:off x="1247" y="753"/>
              <a:ext cx="0" cy="181"/>
            </a:xfrm>
            <a:prstGeom prst="line">
              <a:avLst/>
            </a:prstGeom>
            <a:ln w="9525" cap="flat" cmpd="sng">
              <a:solidFill>
                <a:schemeClr val="tx1"/>
              </a:solidFill>
              <a:prstDash val="solid"/>
              <a:headEnd type="none" w="med" len="med"/>
              <a:tailEnd type="none" w="med" len="med"/>
            </a:ln>
          </p:spPr>
        </p:sp>
        <p:sp>
          <p:nvSpPr>
            <p:cNvPr id="75853" name="Line 354"/>
            <p:cNvSpPr/>
            <p:nvPr/>
          </p:nvSpPr>
          <p:spPr>
            <a:xfrm>
              <a:off x="1247" y="934"/>
              <a:ext cx="136" cy="0"/>
            </a:xfrm>
            <a:prstGeom prst="line">
              <a:avLst/>
            </a:prstGeom>
            <a:ln w="9525" cap="flat" cmpd="sng">
              <a:solidFill>
                <a:schemeClr val="tx1"/>
              </a:solidFill>
              <a:prstDash val="solid"/>
              <a:headEnd type="none" w="med" len="med"/>
              <a:tailEnd type="none" w="med" len="med"/>
            </a:ln>
          </p:spPr>
        </p:sp>
        <p:sp>
          <p:nvSpPr>
            <p:cNvPr id="75854" name="Line 355"/>
            <p:cNvSpPr/>
            <p:nvPr/>
          </p:nvSpPr>
          <p:spPr>
            <a:xfrm flipV="1">
              <a:off x="1384" y="753"/>
              <a:ext cx="0" cy="181"/>
            </a:xfrm>
            <a:prstGeom prst="line">
              <a:avLst/>
            </a:prstGeom>
            <a:ln w="9525" cap="flat" cmpd="sng">
              <a:solidFill>
                <a:schemeClr val="tx1"/>
              </a:solidFill>
              <a:prstDash val="solid"/>
              <a:headEnd type="none" w="med" len="med"/>
              <a:tailEnd type="none" w="med" len="med"/>
            </a:ln>
          </p:spPr>
        </p:sp>
        <p:sp>
          <p:nvSpPr>
            <p:cNvPr id="75855" name="Line 356"/>
            <p:cNvSpPr/>
            <p:nvPr/>
          </p:nvSpPr>
          <p:spPr>
            <a:xfrm>
              <a:off x="1384" y="753"/>
              <a:ext cx="3628" cy="0"/>
            </a:xfrm>
            <a:prstGeom prst="line">
              <a:avLst/>
            </a:prstGeom>
            <a:ln w="9525" cap="flat" cmpd="sng">
              <a:solidFill>
                <a:schemeClr val="tx1"/>
              </a:solidFill>
              <a:prstDash val="solid"/>
              <a:headEnd type="none" w="med" len="med"/>
              <a:tailEnd type="none" w="med" len="med"/>
            </a:ln>
          </p:spPr>
        </p:sp>
        <p:sp>
          <p:nvSpPr>
            <p:cNvPr id="75856" name="Line 357"/>
            <p:cNvSpPr/>
            <p:nvPr/>
          </p:nvSpPr>
          <p:spPr>
            <a:xfrm>
              <a:off x="590" y="1661"/>
              <a:ext cx="1020" cy="0"/>
            </a:xfrm>
            <a:prstGeom prst="line">
              <a:avLst/>
            </a:prstGeom>
            <a:ln w="9525" cap="flat" cmpd="sng">
              <a:solidFill>
                <a:schemeClr val="tx1"/>
              </a:solidFill>
              <a:prstDash val="solid"/>
              <a:headEnd type="none" w="med" len="med"/>
              <a:tailEnd type="none" w="med" len="med"/>
            </a:ln>
          </p:spPr>
        </p:sp>
        <p:sp>
          <p:nvSpPr>
            <p:cNvPr id="75857" name="Line 358"/>
            <p:cNvSpPr/>
            <p:nvPr/>
          </p:nvSpPr>
          <p:spPr>
            <a:xfrm flipV="1">
              <a:off x="1610" y="1479"/>
              <a:ext cx="0" cy="181"/>
            </a:xfrm>
            <a:prstGeom prst="line">
              <a:avLst/>
            </a:prstGeom>
            <a:ln w="9525" cap="flat" cmpd="sng">
              <a:solidFill>
                <a:schemeClr val="tx1"/>
              </a:solidFill>
              <a:prstDash val="solid"/>
              <a:headEnd type="none" w="med" len="med"/>
              <a:tailEnd type="none" w="med" len="med"/>
            </a:ln>
          </p:spPr>
        </p:sp>
        <p:sp>
          <p:nvSpPr>
            <p:cNvPr id="75858" name="Line 359"/>
            <p:cNvSpPr/>
            <p:nvPr/>
          </p:nvSpPr>
          <p:spPr>
            <a:xfrm>
              <a:off x="1622" y="1479"/>
              <a:ext cx="1293" cy="0"/>
            </a:xfrm>
            <a:prstGeom prst="line">
              <a:avLst/>
            </a:prstGeom>
            <a:ln w="9525" cap="flat" cmpd="sng">
              <a:solidFill>
                <a:schemeClr val="tx1"/>
              </a:solidFill>
              <a:prstDash val="solid"/>
              <a:headEnd type="none" w="med" len="med"/>
              <a:tailEnd type="none" w="med" len="med"/>
            </a:ln>
          </p:spPr>
        </p:sp>
        <p:sp>
          <p:nvSpPr>
            <p:cNvPr id="75859" name="Line 360"/>
            <p:cNvSpPr/>
            <p:nvPr/>
          </p:nvSpPr>
          <p:spPr>
            <a:xfrm flipV="1">
              <a:off x="2608" y="1842"/>
              <a:ext cx="0" cy="181"/>
            </a:xfrm>
            <a:prstGeom prst="line">
              <a:avLst/>
            </a:prstGeom>
            <a:ln w="9525" cap="flat" cmpd="sng">
              <a:solidFill>
                <a:schemeClr val="tx1"/>
              </a:solidFill>
              <a:prstDash val="solid"/>
              <a:headEnd type="none" w="med" len="med"/>
              <a:tailEnd type="none" w="med" len="med"/>
            </a:ln>
          </p:spPr>
        </p:sp>
        <p:sp>
          <p:nvSpPr>
            <p:cNvPr id="75860" name="Line 361"/>
            <p:cNvSpPr/>
            <p:nvPr/>
          </p:nvSpPr>
          <p:spPr>
            <a:xfrm flipV="1">
              <a:off x="2926" y="1656"/>
              <a:ext cx="497" cy="5"/>
            </a:xfrm>
            <a:prstGeom prst="line">
              <a:avLst/>
            </a:prstGeom>
            <a:ln w="9525" cap="flat" cmpd="sng">
              <a:solidFill>
                <a:schemeClr val="tx1"/>
              </a:solidFill>
              <a:prstDash val="solid"/>
              <a:headEnd type="none" w="med" len="med"/>
              <a:tailEnd type="none" w="med" len="med"/>
            </a:ln>
          </p:spPr>
        </p:sp>
        <p:sp>
          <p:nvSpPr>
            <p:cNvPr id="75861" name="Line 362"/>
            <p:cNvSpPr/>
            <p:nvPr/>
          </p:nvSpPr>
          <p:spPr>
            <a:xfrm flipV="1">
              <a:off x="2926" y="1479"/>
              <a:ext cx="0" cy="181"/>
            </a:xfrm>
            <a:prstGeom prst="line">
              <a:avLst/>
            </a:prstGeom>
            <a:ln w="9525" cap="flat" cmpd="sng">
              <a:solidFill>
                <a:schemeClr val="tx1"/>
              </a:solidFill>
              <a:prstDash val="solid"/>
              <a:headEnd type="none" w="med" len="med"/>
              <a:tailEnd type="none" w="med" len="med"/>
            </a:ln>
          </p:spPr>
        </p:sp>
        <p:sp>
          <p:nvSpPr>
            <p:cNvPr id="75862" name="Line 363"/>
            <p:cNvSpPr/>
            <p:nvPr/>
          </p:nvSpPr>
          <p:spPr>
            <a:xfrm>
              <a:off x="2608" y="1842"/>
              <a:ext cx="1089" cy="0"/>
            </a:xfrm>
            <a:prstGeom prst="line">
              <a:avLst/>
            </a:prstGeom>
            <a:ln w="9525" cap="flat" cmpd="sng">
              <a:solidFill>
                <a:schemeClr val="tx1"/>
              </a:solidFill>
              <a:prstDash val="solid"/>
              <a:headEnd type="none" w="med" len="med"/>
              <a:tailEnd type="none" w="med" len="med"/>
            </a:ln>
          </p:spPr>
        </p:sp>
        <p:sp>
          <p:nvSpPr>
            <p:cNvPr id="75863" name="Line 364"/>
            <p:cNvSpPr/>
            <p:nvPr/>
          </p:nvSpPr>
          <p:spPr>
            <a:xfrm flipV="1">
              <a:off x="3697" y="1842"/>
              <a:ext cx="0" cy="181"/>
            </a:xfrm>
            <a:prstGeom prst="line">
              <a:avLst/>
            </a:prstGeom>
            <a:ln w="9525" cap="flat" cmpd="sng">
              <a:solidFill>
                <a:schemeClr val="tx1"/>
              </a:solidFill>
              <a:prstDash val="solid"/>
              <a:headEnd type="none" w="med" len="med"/>
              <a:tailEnd type="none" w="med" len="med"/>
            </a:ln>
          </p:spPr>
        </p:sp>
        <p:sp>
          <p:nvSpPr>
            <p:cNvPr id="75864" name="Line 365"/>
            <p:cNvSpPr/>
            <p:nvPr/>
          </p:nvSpPr>
          <p:spPr>
            <a:xfrm>
              <a:off x="3425" y="1474"/>
              <a:ext cx="1587" cy="5"/>
            </a:xfrm>
            <a:prstGeom prst="line">
              <a:avLst/>
            </a:prstGeom>
            <a:ln w="9525" cap="flat" cmpd="sng">
              <a:solidFill>
                <a:schemeClr val="tx1"/>
              </a:solidFill>
              <a:prstDash val="solid"/>
              <a:headEnd type="none" w="med" len="med"/>
              <a:tailEnd type="none" w="med" len="med"/>
            </a:ln>
          </p:spPr>
        </p:sp>
        <p:sp>
          <p:nvSpPr>
            <p:cNvPr id="75865" name="Line 366"/>
            <p:cNvSpPr/>
            <p:nvPr/>
          </p:nvSpPr>
          <p:spPr>
            <a:xfrm flipV="1">
              <a:off x="4513" y="1842"/>
              <a:ext cx="0" cy="181"/>
            </a:xfrm>
            <a:prstGeom prst="line">
              <a:avLst/>
            </a:prstGeom>
            <a:ln w="9525" cap="flat" cmpd="sng">
              <a:solidFill>
                <a:schemeClr val="tx1"/>
              </a:solidFill>
              <a:prstDash val="solid"/>
              <a:headEnd type="none" w="med" len="med"/>
              <a:tailEnd type="none" w="med" len="med"/>
            </a:ln>
          </p:spPr>
        </p:sp>
        <p:sp>
          <p:nvSpPr>
            <p:cNvPr id="75866" name="Rectangle 367"/>
            <p:cNvSpPr/>
            <p:nvPr/>
          </p:nvSpPr>
          <p:spPr>
            <a:xfrm>
              <a:off x="204" y="753"/>
              <a:ext cx="318"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75867" name="Rectangle 368"/>
            <p:cNvSpPr/>
            <p:nvPr/>
          </p:nvSpPr>
          <p:spPr>
            <a:xfrm>
              <a:off x="884" y="572"/>
              <a:ext cx="318"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CW</a:t>
              </a:r>
              <a:endParaRPr lang="en-US" altLang="zh-CN" sz="1600" b="0" dirty="0">
                <a:solidFill>
                  <a:schemeClr val="tx1"/>
                </a:solidFill>
                <a:latin typeface="Arial" panose="020B0604020202020204" pitchFamily="34" charset="0"/>
              </a:endParaRPr>
            </a:p>
          </p:txBody>
        </p:sp>
        <p:sp>
          <p:nvSpPr>
            <p:cNvPr id="75868" name="Rectangle 369"/>
            <p:cNvSpPr/>
            <p:nvPr/>
          </p:nvSpPr>
          <p:spPr>
            <a:xfrm>
              <a:off x="1247" y="572"/>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N</a:t>
              </a:r>
              <a:endParaRPr lang="en-US" altLang="zh-CN" sz="1600" b="0" dirty="0">
                <a:solidFill>
                  <a:schemeClr val="tx1"/>
                </a:solidFill>
                <a:latin typeface="Arial" panose="020B0604020202020204" pitchFamily="34" charset="0"/>
              </a:endParaRPr>
            </a:p>
          </p:txBody>
        </p:sp>
        <p:sp>
          <p:nvSpPr>
            <p:cNvPr id="75869" name="Line 370"/>
            <p:cNvSpPr/>
            <p:nvPr/>
          </p:nvSpPr>
          <p:spPr>
            <a:xfrm>
              <a:off x="567" y="2023"/>
              <a:ext cx="544" cy="0"/>
            </a:xfrm>
            <a:prstGeom prst="line">
              <a:avLst/>
            </a:prstGeom>
            <a:ln w="9525" cap="flat" cmpd="sng">
              <a:solidFill>
                <a:schemeClr val="tx1"/>
              </a:solidFill>
              <a:prstDash val="solid"/>
              <a:headEnd type="none" w="med" len="med"/>
              <a:tailEnd type="none" w="med" len="med"/>
            </a:ln>
          </p:spPr>
        </p:sp>
        <p:sp>
          <p:nvSpPr>
            <p:cNvPr id="75870" name="Line 371"/>
            <p:cNvSpPr/>
            <p:nvPr/>
          </p:nvSpPr>
          <p:spPr>
            <a:xfrm flipV="1">
              <a:off x="1111" y="1841"/>
              <a:ext cx="0" cy="181"/>
            </a:xfrm>
            <a:prstGeom prst="line">
              <a:avLst/>
            </a:prstGeom>
            <a:ln w="9525" cap="flat" cmpd="sng">
              <a:solidFill>
                <a:schemeClr val="tx1"/>
              </a:solidFill>
              <a:prstDash val="solid"/>
              <a:headEnd type="none" w="med" len="med"/>
              <a:tailEnd type="none" w="med" len="med"/>
            </a:ln>
          </p:spPr>
        </p:sp>
        <p:sp>
          <p:nvSpPr>
            <p:cNvPr id="75871" name="Line 372"/>
            <p:cNvSpPr/>
            <p:nvPr/>
          </p:nvSpPr>
          <p:spPr>
            <a:xfrm>
              <a:off x="1111" y="1841"/>
              <a:ext cx="681" cy="1"/>
            </a:xfrm>
            <a:prstGeom prst="line">
              <a:avLst/>
            </a:prstGeom>
            <a:ln w="9525" cap="flat" cmpd="sng">
              <a:solidFill>
                <a:schemeClr val="tx1"/>
              </a:solidFill>
              <a:prstDash val="solid"/>
              <a:headEnd type="none" w="med" len="med"/>
              <a:tailEnd type="none" w="med" len="med"/>
            </a:ln>
          </p:spPr>
        </p:sp>
        <p:sp>
          <p:nvSpPr>
            <p:cNvPr id="75872" name="Line 373"/>
            <p:cNvSpPr/>
            <p:nvPr/>
          </p:nvSpPr>
          <p:spPr>
            <a:xfrm flipV="1">
              <a:off x="1792" y="1842"/>
              <a:ext cx="0" cy="181"/>
            </a:xfrm>
            <a:prstGeom prst="line">
              <a:avLst/>
            </a:prstGeom>
            <a:ln w="9525" cap="flat" cmpd="sng">
              <a:solidFill>
                <a:schemeClr val="tx1"/>
              </a:solidFill>
              <a:prstDash val="solid"/>
              <a:headEnd type="none" w="med" len="med"/>
              <a:tailEnd type="none" w="med" len="med"/>
            </a:ln>
          </p:spPr>
        </p:sp>
        <p:sp>
          <p:nvSpPr>
            <p:cNvPr id="75873" name="Line 374"/>
            <p:cNvSpPr/>
            <p:nvPr/>
          </p:nvSpPr>
          <p:spPr>
            <a:xfrm>
              <a:off x="1792" y="2023"/>
              <a:ext cx="816" cy="0"/>
            </a:xfrm>
            <a:prstGeom prst="line">
              <a:avLst/>
            </a:prstGeom>
            <a:ln w="9525" cap="flat" cmpd="sng">
              <a:solidFill>
                <a:schemeClr val="tx1"/>
              </a:solidFill>
              <a:prstDash val="solid"/>
              <a:headEnd type="none" w="med" len="med"/>
              <a:tailEnd type="none" w="med" len="med"/>
            </a:ln>
          </p:spPr>
        </p:sp>
        <p:sp>
          <p:nvSpPr>
            <p:cNvPr id="75874" name="Line 375"/>
            <p:cNvSpPr/>
            <p:nvPr/>
          </p:nvSpPr>
          <p:spPr>
            <a:xfrm flipV="1">
              <a:off x="3424" y="1479"/>
              <a:ext cx="0" cy="181"/>
            </a:xfrm>
            <a:prstGeom prst="line">
              <a:avLst/>
            </a:prstGeom>
            <a:ln w="9525" cap="flat" cmpd="sng">
              <a:solidFill>
                <a:schemeClr val="tx1"/>
              </a:solidFill>
              <a:prstDash val="solid"/>
              <a:headEnd type="none" w="med" len="med"/>
              <a:tailEnd type="none" w="med" len="med"/>
            </a:ln>
          </p:spPr>
        </p:sp>
        <p:sp>
          <p:nvSpPr>
            <p:cNvPr id="75875" name="Line 376"/>
            <p:cNvSpPr/>
            <p:nvPr/>
          </p:nvSpPr>
          <p:spPr>
            <a:xfrm>
              <a:off x="975" y="708"/>
              <a:ext cx="0" cy="1451"/>
            </a:xfrm>
            <a:prstGeom prst="line">
              <a:avLst/>
            </a:prstGeom>
            <a:ln w="9525" cap="flat" cmpd="sng">
              <a:solidFill>
                <a:schemeClr val="tx1"/>
              </a:solidFill>
              <a:prstDash val="dash"/>
              <a:headEnd type="none" w="med" len="med"/>
              <a:tailEnd type="none" w="med" len="med"/>
            </a:ln>
          </p:spPr>
        </p:sp>
        <p:sp>
          <p:nvSpPr>
            <p:cNvPr id="75876" name="Line 377"/>
            <p:cNvSpPr/>
            <p:nvPr/>
          </p:nvSpPr>
          <p:spPr>
            <a:xfrm>
              <a:off x="1247" y="708"/>
              <a:ext cx="0" cy="1451"/>
            </a:xfrm>
            <a:prstGeom prst="line">
              <a:avLst/>
            </a:prstGeom>
            <a:ln w="9525" cap="flat" cmpd="sng">
              <a:solidFill>
                <a:schemeClr val="tx1"/>
              </a:solidFill>
              <a:prstDash val="dash"/>
              <a:headEnd type="none" w="med" len="med"/>
              <a:tailEnd type="none" w="med" len="med"/>
            </a:ln>
          </p:spPr>
        </p:sp>
        <p:sp>
          <p:nvSpPr>
            <p:cNvPr id="75877" name="Line 378"/>
            <p:cNvSpPr/>
            <p:nvPr/>
          </p:nvSpPr>
          <p:spPr>
            <a:xfrm>
              <a:off x="1520" y="708"/>
              <a:ext cx="0" cy="1451"/>
            </a:xfrm>
            <a:prstGeom prst="line">
              <a:avLst/>
            </a:prstGeom>
            <a:ln w="9525" cap="flat" cmpd="sng">
              <a:solidFill>
                <a:schemeClr val="tx1"/>
              </a:solidFill>
              <a:prstDash val="dash"/>
              <a:headEnd type="none" w="med" len="med"/>
              <a:tailEnd type="none" w="med" len="med"/>
            </a:ln>
          </p:spPr>
        </p:sp>
        <p:sp>
          <p:nvSpPr>
            <p:cNvPr id="75878" name="Line 379"/>
            <p:cNvSpPr/>
            <p:nvPr/>
          </p:nvSpPr>
          <p:spPr>
            <a:xfrm>
              <a:off x="1792" y="708"/>
              <a:ext cx="0" cy="1451"/>
            </a:xfrm>
            <a:prstGeom prst="line">
              <a:avLst/>
            </a:prstGeom>
            <a:ln w="9525" cap="flat" cmpd="sng">
              <a:solidFill>
                <a:schemeClr val="tx1"/>
              </a:solidFill>
              <a:prstDash val="dash"/>
              <a:headEnd type="none" w="med" len="med"/>
              <a:tailEnd type="none" w="med" len="med"/>
            </a:ln>
          </p:spPr>
        </p:sp>
        <p:sp>
          <p:nvSpPr>
            <p:cNvPr id="75879" name="Line 380"/>
            <p:cNvSpPr/>
            <p:nvPr/>
          </p:nvSpPr>
          <p:spPr>
            <a:xfrm>
              <a:off x="2064" y="708"/>
              <a:ext cx="0" cy="1451"/>
            </a:xfrm>
            <a:prstGeom prst="line">
              <a:avLst/>
            </a:prstGeom>
            <a:ln w="9525" cap="flat" cmpd="sng">
              <a:solidFill>
                <a:schemeClr val="tx1"/>
              </a:solidFill>
              <a:prstDash val="dash"/>
              <a:headEnd type="none" w="med" len="med"/>
              <a:tailEnd type="none" w="med" len="med"/>
            </a:ln>
          </p:spPr>
        </p:sp>
        <p:sp>
          <p:nvSpPr>
            <p:cNvPr id="75880" name="Line 381"/>
            <p:cNvSpPr/>
            <p:nvPr/>
          </p:nvSpPr>
          <p:spPr>
            <a:xfrm>
              <a:off x="2336" y="708"/>
              <a:ext cx="0" cy="1451"/>
            </a:xfrm>
            <a:prstGeom prst="line">
              <a:avLst/>
            </a:prstGeom>
            <a:ln w="9525" cap="flat" cmpd="sng">
              <a:solidFill>
                <a:schemeClr val="tx1"/>
              </a:solidFill>
              <a:prstDash val="dash"/>
              <a:headEnd type="none" w="med" len="med"/>
              <a:tailEnd type="none" w="med" len="med"/>
            </a:ln>
          </p:spPr>
        </p:sp>
        <p:sp>
          <p:nvSpPr>
            <p:cNvPr id="75881" name="Line 382"/>
            <p:cNvSpPr/>
            <p:nvPr/>
          </p:nvSpPr>
          <p:spPr>
            <a:xfrm>
              <a:off x="2608" y="708"/>
              <a:ext cx="0" cy="1451"/>
            </a:xfrm>
            <a:prstGeom prst="line">
              <a:avLst/>
            </a:prstGeom>
            <a:ln w="9525" cap="flat" cmpd="sng">
              <a:solidFill>
                <a:schemeClr val="tx1"/>
              </a:solidFill>
              <a:prstDash val="dash"/>
              <a:headEnd type="none" w="med" len="med"/>
              <a:tailEnd type="none" w="med" len="med"/>
            </a:ln>
          </p:spPr>
        </p:sp>
        <p:sp>
          <p:nvSpPr>
            <p:cNvPr id="75882" name="Rectangle 383"/>
            <p:cNvSpPr/>
            <p:nvPr/>
          </p:nvSpPr>
          <p:spPr>
            <a:xfrm>
              <a:off x="295" y="1842"/>
              <a:ext cx="318"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75883" name="Rectangle 384"/>
            <p:cNvSpPr/>
            <p:nvPr/>
          </p:nvSpPr>
          <p:spPr>
            <a:xfrm>
              <a:off x="295" y="1479"/>
              <a:ext cx="318"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75884" name="Rectangle 385"/>
            <p:cNvSpPr/>
            <p:nvPr/>
          </p:nvSpPr>
          <p:spPr>
            <a:xfrm>
              <a:off x="1792" y="1864"/>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3</a:t>
              </a:r>
              <a:endParaRPr lang="en-US" altLang="zh-CN" sz="1600" b="0" dirty="0">
                <a:solidFill>
                  <a:schemeClr val="tx1"/>
                </a:solidFill>
                <a:latin typeface="Arial" panose="020B0604020202020204" pitchFamily="34" charset="0"/>
              </a:endParaRPr>
            </a:p>
          </p:txBody>
        </p:sp>
        <p:sp>
          <p:nvSpPr>
            <p:cNvPr id="75885" name="Rectangle 386"/>
            <p:cNvSpPr/>
            <p:nvPr/>
          </p:nvSpPr>
          <p:spPr>
            <a:xfrm>
              <a:off x="2019" y="1864"/>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2</a:t>
              </a:r>
              <a:endParaRPr lang="en-US" altLang="zh-CN" sz="1600" b="0" dirty="0">
                <a:solidFill>
                  <a:schemeClr val="tx1"/>
                </a:solidFill>
                <a:latin typeface="Arial" panose="020B0604020202020204" pitchFamily="34" charset="0"/>
              </a:endParaRPr>
            </a:p>
          </p:txBody>
        </p:sp>
        <p:sp>
          <p:nvSpPr>
            <p:cNvPr id="75886" name="Rectangle 387"/>
            <p:cNvSpPr/>
            <p:nvPr/>
          </p:nvSpPr>
          <p:spPr>
            <a:xfrm>
              <a:off x="2291" y="1864"/>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1</a:t>
              </a:r>
              <a:endParaRPr lang="en-US" altLang="zh-CN" sz="1600" b="0" dirty="0">
                <a:solidFill>
                  <a:schemeClr val="tx1"/>
                </a:solidFill>
                <a:latin typeface="Arial" panose="020B0604020202020204" pitchFamily="34" charset="0"/>
              </a:endParaRPr>
            </a:p>
          </p:txBody>
        </p:sp>
        <p:sp>
          <p:nvSpPr>
            <p:cNvPr id="75887" name="Rectangle 388"/>
            <p:cNvSpPr/>
            <p:nvPr/>
          </p:nvSpPr>
          <p:spPr>
            <a:xfrm>
              <a:off x="2563" y="1864"/>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0</a:t>
              </a:r>
              <a:endParaRPr lang="en-US" altLang="zh-CN" sz="1600" b="0" dirty="0">
                <a:solidFill>
                  <a:schemeClr val="tx1"/>
                </a:solidFill>
                <a:latin typeface="Arial" panose="020B0604020202020204" pitchFamily="34" charset="0"/>
              </a:endParaRPr>
            </a:p>
          </p:txBody>
        </p:sp>
        <p:sp>
          <p:nvSpPr>
            <p:cNvPr id="75888" name="Line 389"/>
            <p:cNvSpPr/>
            <p:nvPr/>
          </p:nvSpPr>
          <p:spPr>
            <a:xfrm>
              <a:off x="3697" y="708"/>
              <a:ext cx="0" cy="1451"/>
            </a:xfrm>
            <a:prstGeom prst="line">
              <a:avLst/>
            </a:prstGeom>
            <a:ln w="9525" cap="flat" cmpd="sng">
              <a:solidFill>
                <a:schemeClr val="tx1"/>
              </a:solidFill>
              <a:prstDash val="dash"/>
              <a:headEnd type="none" w="med" len="med"/>
              <a:tailEnd type="none" w="med" len="med"/>
            </a:ln>
          </p:spPr>
        </p:sp>
        <p:sp>
          <p:nvSpPr>
            <p:cNvPr id="75889" name="Line 390"/>
            <p:cNvSpPr/>
            <p:nvPr/>
          </p:nvSpPr>
          <p:spPr>
            <a:xfrm>
              <a:off x="3969" y="708"/>
              <a:ext cx="0" cy="1451"/>
            </a:xfrm>
            <a:prstGeom prst="line">
              <a:avLst/>
            </a:prstGeom>
            <a:ln w="9525" cap="flat" cmpd="sng">
              <a:solidFill>
                <a:schemeClr val="tx1"/>
              </a:solidFill>
              <a:prstDash val="dash"/>
              <a:headEnd type="none" w="med" len="med"/>
              <a:tailEnd type="none" w="med" len="med"/>
            </a:ln>
          </p:spPr>
        </p:sp>
        <p:sp>
          <p:nvSpPr>
            <p:cNvPr id="75890" name="Line 391"/>
            <p:cNvSpPr/>
            <p:nvPr/>
          </p:nvSpPr>
          <p:spPr>
            <a:xfrm>
              <a:off x="4241" y="708"/>
              <a:ext cx="0" cy="1451"/>
            </a:xfrm>
            <a:prstGeom prst="line">
              <a:avLst/>
            </a:prstGeom>
            <a:ln w="9525" cap="flat" cmpd="sng">
              <a:solidFill>
                <a:schemeClr val="tx1"/>
              </a:solidFill>
              <a:prstDash val="dash"/>
              <a:headEnd type="none" w="med" len="med"/>
              <a:tailEnd type="none" w="med" len="med"/>
            </a:ln>
          </p:spPr>
        </p:sp>
        <p:sp>
          <p:nvSpPr>
            <p:cNvPr id="75891" name="Line 392"/>
            <p:cNvSpPr/>
            <p:nvPr/>
          </p:nvSpPr>
          <p:spPr>
            <a:xfrm>
              <a:off x="4513" y="708"/>
              <a:ext cx="0" cy="1451"/>
            </a:xfrm>
            <a:prstGeom prst="line">
              <a:avLst/>
            </a:prstGeom>
            <a:ln w="9525" cap="flat" cmpd="sng">
              <a:solidFill>
                <a:schemeClr val="tx1"/>
              </a:solidFill>
              <a:prstDash val="dash"/>
              <a:headEnd type="none" w="med" len="med"/>
              <a:tailEnd type="none" w="med" len="med"/>
            </a:ln>
          </p:spPr>
        </p:sp>
        <p:sp>
          <p:nvSpPr>
            <p:cNvPr id="75892" name="Line 393"/>
            <p:cNvSpPr/>
            <p:nvPr/>
          </p:nvSpPr>
          <p:spPr>
            <a:xfrm>
              <a:off x="4785" y="708"/>
              <a:ext cx="0" cy="1044"/>
            </a:xfrm>
            <a:prstGeom prst="line">
              <a:avLst/>
            </a:prstGeom>
            <a:ln w="9525" cap="flat" cmpd="sng">
              <a:solidFill>
                <a:schemeClr val="tx1"/>
              </a:solidFill>
              <a:prstDash val="dash"/>
              <a:headEnd type="none" w="med" len="med"/>
              <a:tailEnd type="none" w="med" len="med"/>
            </a:ln>
          </p:spPr>
        </p:sp>
        <p:sp>
          <p:nvSpPr>
            <p:cNvPr id="75893" name="Line 394"/>
            <p:cNvSpPr/>
            <p:nvPr/>
          </p:nvSpPr>
          <p:spPr>
            <a:xfrm>
              <a:off x="3697" y="2023"/>
              <a:ext cx="816" cy="0"/>
            </a:xfrm>
            <a:prstGeom prst="line">
              <a:avLst/>
            </a:prstGeom>
            <a:ln w="9525" cap="flat" cmpd="sng">
              <a:solidFill>
                <a:schemeClr val="tx1"/>
              </a:solidFill>
              <a:prstDash val="solid"/>
              <a:headEnd type="none" w="med" len="med"/>
              <a:tailEnd type="none" w="med" len="med"/>
            </a:ln>
          </p:spPr>
        </p:sp>
        <p:sp>
          <p:nvSpPr>
            <p:cNvPr id="75894" name="Arc 395"/>
            <p:cNvSpPr/>
            <p:nvPr/>
          </p:nvSpPr>
          <p:spPr>
            <a:xfrm>
              <a:off x="968" y="802"/>
              <a:ext cx="279" cy="1132"/>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pathLst>
                <a:path w="26708" h="40087" fill="none">
                  <a:moveTo>
                    <a:pt x="-1" y="612"/>
                  </a:moveTo>
                  <a:cubicBezTo>
                    <a:pt x="1672" y="205"/>
                    <a:pt x="3386" y="-1"/>
                    <a:pt x="5108" y="0"/>
                  </a:cubicBezTo>
                  <a:cubicBezTo>
                    <a:pt x="17037" y="0"/>
                    <a:pt x="26708" y="9670"/>
                    <a:pt x="26708" y="21600"/>
                  </a:cubicBezTo>
                  <a:cubicBezTo>
                    <a:pt x="26708" y="29163"/>
                    <a:pt x="22752" y="36175"/>
                    <a:pt x="16278" y="40086"/>
                  </a:cubicBezTo>
                </a:path>
                <a:path w="26708" h="40087" stroke="0">
                  <a:moveTo>
                    <a:pt x="-1" y="612"/>
                  </a:moveTo>
                  <a:cubicBezTo>
                    <a:pt x="1672" y="205"/>
                    <a:pt x="3386" y="-1"/>
                    <a:pt x="5108" y="0"/>
                  </a:cubicBezTo>
                  <a:cubicBezTo>
                    <a:pt x="17037" y="0"/>
                    <a:pt x="26708" y="9670"/>
                    <a:pt x="26708" y="21600"/>
                  </a:cubicBezTo>
                  <a:cubicBezTo>
                    <a:pt x="26708" y="29163"/>
                    <a:pt x="22752" y="36175"/>
                    <a:pt x="16278" y="40086"/>
                  </a:cubicBezTo>
                  <a:lnTo>
                    <a:pt x="5108" y="21600"/>
                  </a:lnTo>
                  <a:lnTo>
                    <a:pt x="-1" y="612"/>
                  </a:lnTo>
                  <a:close/>
                </a:path>
              </a:pathLst>
            </a:custGeom>
            <a:noFill/>
            <a:ln w="9525" cap="flat" cmpd="sng">
              <a:solidFill>
                <a:srgbClr val="FF00FF">
                  <a:alpha val="100000"/>
                </a:srgbClr>
              </a:solidFill>
              <a:prstDash val="solid"/>
              <a:round/>
              <a:headEnd type="none" w="med" len="med"/>
              <a:tailEnd type="triangle" w="med" len="med"/>
            </a:ln>
          </p:spPr>
          <p:txBody>
            <a:bodyPr/>
            <a:p>
              <a:endParaRPr lang="zh-CN" altLang="en-US"/>
            </a:p>
          </p:txBody>
        </p:sp>
        <p:sp>
          <p:nvSpPr>
            <p:cNvPr id="75895" name="Line 396"/>
            <p:cNvSpPr/>
            <p:nvPr/>
          </p:nvSpPr>
          <p:spPr>
            <a:xfrm flipV="1">
              <a:off x="1610" y="1146"/>
              <a:ext cx="46" cy="315"/>
            </a:xfrm>
            <a:prstGeom prst="line">
              <a:avLst/>
            </a:prstGeom>
            <a:ln w="9525" cap="flat" cmpd="sng">
              <a:solidFill>
                <a:srgbClr val="FF00FF"/>
              </a:solidFill>
              <a:prstDash val="solid"/>
              <a:headEnd type="none" w="med" len="med"/>
              <a:tailEnd type="triangle" w="med" len="med"/>
            </a:ln>
          </p:spPr>
        </p:sp>
        <p:sp>
          <p:nvSpPr>
            <p:cNvPr id="75896" name="Arc 397"/>
            <p:cNvSpPr/>
            <p:nvPr/>
          </p:nvSpPr>
          <p:spPr>
            <a:xfrm>
              <a:off x="1797" y="1209"/>
              <a:ext cx="131" cy="724"/>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pathLst>
                <a:path w="26212" h="43200" fill="none">
                  <a:moveTo>
                    <a:pt x="0" y="498"/>
                  </a:moveTo>
                  <a:cubicBezTo>
                    <a:pt x="1515" y="167"/>
                    <a:pt x="3061" y="-1"/>
                    <a:pt x="4612" y="0"/>
                  </a:cubicBezTo>
                  <a:cubicBezTo>
                    <a:pt x="16541" y="0"/>
                    <a:pt x="26212" y="9670"/>
                    <a:pt x="26212" y="21600"/>
                  </a:cubicBezTo>
                  <a:cubicBezTo>
                    <a:pt x="26212" y="33529"/>
                    <a:pt x="16541" y="43200"/>
                    <a:pt x="4612" y="43200"/>
                  </a:cubicBezTo>
                  <a:cubicBezTo>
                    <a:pt x="3420" y="43200"/>
                    <a:pt x="2230" y="43101"/>
                    <a:pt x="1054" y="42905"/>
                  </a:cubicBezTo>
                </a:path>
                <a:path w="26212" h="43200" stroke="0">
                  <a:moveTo>
                    <a:pt x="0" y="498"/>
                  </a:moveTo>
                  <a:cubicBezTo>
                    <a:pt x="1515" y="167"/>
                    <a:pt x="3061" y="-1"/>
                    <a:pt x="4612" y="0"/>
                  </a:cubicBezTo>
                  <a:cubicBezTo>
                    <a:pt x="16541" y="0"/>
                    <a:pt x="26212" y="9670"/>
                    <a:pt x="26212" y="21600"/>
                  </a:cubicBezTo>
                  <a:cubicBezTo>
                    <a:pt x="26212" y="33529"/>
                    <a:pt x="16541" y="43200"/>
                    <a:pt x="4612" y="43200"/>
                  </a:cubicBezTo>
                  <a:cubicBezTo>
                    <a:pt x="3420" y="43200"/>
                    <a:pt x="2230" y="43101"/>
                    <a:pt x="1054" y="42905"/>
                  </a:cubicBezTo>
                  <a:lnTo>
                    <a:pt x="4612" y="21600"/>
                  </a:lnTo>
                  <a:lnTo>
                    <a:pt x="0" y="498"/>
                  </a:lnTo>
                  <a:close/>
                </a:path>
              </a:pathLst>
            </a:custGeom>
            <a:noFill/>
            <a:ln w="9525" cap="flat" cmpd="sng">
              <a:solidFill>
                <a:srgbClr val="FF00FF">
                  <a:alpha val="100000"/>
                </a:srgbClr>
              </a:solidFill>
              <a:prstDash val="solid"/>
              <a:round/>
              <a:headEnd type="none" w="med" len="med"/>
              <a:tailEnd type="triangle" w="med" len="med"/>
            </a:ln>
          </p:spPr>
          <p:txBody>
            <a:bodyPr/>
            <a:p>
              <a:endParaRPr lang="zh-CN" altLang="en-US"/>
            </a:p>
          </p:txBody>
        </p:sp>
        <p:sp>
          <p:nvSpPr>
            <p:cNvPr id="75897" name="Line 398"/>
            <p:cNvSpPr/>
            <p:nvPr/>
          </p:nvSpPr>
          <p:spPr>
            <a:xfrm flipV="1">
              <a:off x="3425" y="1146"/>
              <a:ext cx="136" cy="315"/>
            </a:xfrm>
            <a:prstGeom prst="line">
              <a:avLst/>
            </a:prstGeom>
            <a:ln w="9525" cap="flat" cmpd="sng">
              <a:solidFill>
                <a:srgbClr val="FF00FF"/>
              </a:solidFill>
              <a:prstDash val="solid"/>
              <a:headEnd type="none" w="med" len="med"/>
              <a:tailEnd type="triangle" w="med" len="med"/>
            </a:ln>
          </p:spPr>
        </p:sp>
        <p:sp>
          <p:nvSpPr>
            <p:cNvPr id="75898" name="Arc 399"/>
            <p:cNvSpPr/>
            <p:nvPr/>
          </p:nvSpPr>
          <p:spPr>
            <a:xfrm>
              <a:off x="3697" y="1162"/>
              <a:ext cx="131" cy="724"/>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pathLst>
                <a:path w="26212" h="43200" fill="none">
                  <a:moveTo>
                    <a:pt x="0" y="498"/>
                  </a:moveTo>
                  <a:cubicBezTo>
                    <a:pt x="1515" y="167"/>
                    <a:pt x="3061" y="-1"/>
                    <a:pt x="4612" y="0"/>
                  </a:cubicBezTo>
                  <a:cubicBezTo>
                    <a:pt x="16541" y="0"/>
                    <a:pt x="26212" y="9670"/>
                    <a:pt x="26212" y="21600"/>
                  </a:cubicBezTo>
                  <a:cubicBezTo>
                    <a:pt x="26212" y="33529"/>
                    <a:pt x="16541" y="43200"/>
                    <a:pt x="4612" y="43200"/>
                  </a:cubicBezTo>
                  <a:cubicBezTo>
                    <a:pt x="3420" y="43200"/>
                    <a:pt x="2230" y="43101"/>
                    <a:pt x="1054" y="42905"/>
                  </a:cubicBezTo>
                </a:path>
                <a:path w="26212" h="43200" stroke="0">
                  <a:moveTo>
                    <a:pt x="0" y="498"/>
                  </a:moveTo>
                  <a:cubicBezTo>
                    <a:pt x="1515" y="167"/>
                    <a:pt x="3061" y="-1"/>
                    <a:pt x="4612" y="0"/>
                  </a:cubicBezTo>
                  <a:cubicBezTo>
                    <a:pt x="16541" y="0"/>
                    <a:pt x="26212" y="9670"/>
                    <a:pt x="26212" y="21600"/>
                  </a:cubicBezTo>
                  <a:cubicBezTo>
                    <a:pt x="26212" y="33529"/>
                    <a:pt x="16541" y="43200"/>
                    <a:pt x="4612" y="43200"/>
                  </a:cubicBezTo>
                  <a:cubicBezTo>
                    <a:pt x="3420" y="43200"/>
                    <a:pt x="2230" y="43101"/>
                    <a:pt x="1054" y="42905"/>
                  </a:cubicBezTo>
                  <a:lnTo>
                    <a:pt x="4612" y="21600"/>
                  </a:lnTo>
                  <a:lnTo>
                    <a:pt x="0" y="498"/>
                  </a:lnTo>
                  <a:close/>
                </a:path>
              </a:pathLst>
            </a:custGeom>
            <a:noFill/>
            <a:ln w="9525" cap="flat" cmpd="sng">
              <a:solidFill>
                <a:srgbClr val="FF00FF">
                  <a:alpha val="100000"/>
                </a:srgbClr>
              </a:solidFill>
              <a:prstDash val="solid"/>
              <a:round/>
              <a:headEnd type="none" w="med" len="med"/>
              <a:tailEnd type="triangle" w="med" len="med"/>
            </a:ln>
          </p:spPr>
          <p:txBody>
            <a:bodyPr/>
            <a:p>
              <a:endParaRPr lang="zh-CN" altLang="en-US"/>
            </a:p>
          </p:txBody>
        </p:sp>
        <p:sp>
          <p:nvSpPr>
            <p:cNvPr id="75899" name="Rectangle 400"/>
            <p:cNvSpPr/>
            <p:nvPr/>
          </p:nvSpPr>
          <p:spPr>
            <a:xfrm>
              <a:off x="3788" y="1797"/>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3</a:t>
              </a:r>
              <a:endParaRPr lang="en-US" altLang="zh-CN" sz="1600" b="0" dirty="0">
                <a:solidFill>
                  <a:schemeClr val="tx1"/>
                </a:solidFill>
                <a:latin typeface="Arial" panose="020B0604020202020204" pitchFamily="34" charset="0"/>
              </a:endParaRPr>
            </a:p>
          </p:txBody>
        </p:sp>
        <p:sp>
          <p:nvSpPr>
            <p:cNvPr id="75900" name="Rectangle 401"/>
            <p:cNvSpPr/>
            <p:nvPr/>
          </p:nvSpPr>
          <p:spPr>
            <a:xfrm>
              <a:off x="4014" y="1797"/>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2</a:t>
              </a:r>
              <a:endParaRPr lang="en-US" altLang="zh-CN" sz="1600" b="0" dirty="0">
                <a:solidFill>
                  <a:schemeClr val="tx1"/>
                </a:solidFill>
                <a:latin typeface="Arial" panose="020B0604020202020204" pitchFamily="34" charset="0"/>
              </a:endParaRPr>
            </a:p>
          </p:txBody>
        </p:sp>
        <p:sp>
          <p:nvSpPr>
            <p:cNvPr id="75901" name="Rectangle 402"/>
            <p:cNvSpPr/>
            <p:nvPr/>
          </p:nvSpPr>
          <p:spPr>
            <a:xfrm>
              <a:off x="4287" y="1797"/>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1</a:t>
              </a:r>
              <a:endParaRPr lang="en-US" altLang="zh-CN" sz="1600" b="0" dirty="0">
                <a:solidFill>
                  <a:schemeClr val="tx1"/>
                </a:solidFill>
                <a:latin typeface="Arial" panose="020B0604020202020204" pitchFamily="34" charset="0"/>
              </a:endParaRPr>
            </a:p>
          </p:txBody>
        </p:sp>
        <p:sp>
          <p:nvSpPr>
            <p:cNvPr id="75902" name="Rectangle 403"/>
            <p:cNvSpPr/>
            <p:nvPr/>
          </p:nvSpPr>
          <p:spPr>
            <a:xfrm>
              <a:off x="4559" y="1842"/>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0</a:t>
              </a:r>
              <a:endParaRPr lang="en-US" altLang="zh-CN" sz="1600" b="0" dirty="0">
                <a:solidFill>
                  <a:schemeClr val="tx1"/>
                </a:solidFill>
                <a:latin typeface="Arial" panose="020B0604020202020204" pitchFamily="34" charset="0"/>
              </a:endParaRPr>
            </a:p>
          </p:txBody>
        </p:sp>
        <p:sp>
          <p:nvSpPr>
            <p:cNvPr id="75903" name="Line 404"/>
            <p:cNvSpPr/>
            <p:nvPr/>
          </p:nvSpPr>
          <p:spPr>
            <a:xfrm flipV="1">
              <a:off x="4513" y="1842"/>
              <a:ext cx="635" cy="0"/>
            </a:xfrm>
            <a:prstGeom prst="line">
              <a:avLst/>
            </a:prstGeom>
            <a:ln w="9525" cap="flat" cmpd="sng">
              <a:solidFill>
                <a:schemeClr val="tx1"/>
              </a:solidFill>
              <a:prstDash val="solid"/>
              <a:headEnd type="none" w="med" len="med"/>
              <a:tailEnd type="none" w="med" len="med"/>
            </a:ln>
          </p:spPr>
        </p:sp>
        <p:sp>
          <p:nvSpPr>
            <p:cNvPr id="75904" name="Rectangle 405"/>
            <p:cNvSpPr/>
            <p:nvPr/>
          </p:nvSpPr>
          <p:spPr>
            <a:xfrm>
              <a:off x="3379" y="2205"/>
              <a:ext cx="1451" cy="227"/>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zh-CN" altLang="en-US" sz="1800" b="0" dirty="0">
                  <a:solidFill>
                    <a:schemeClr val="tx1"/>
                  </a:solidFill>
                  <a:latin typeface="Arial" panose="020B0604020202020204" pitchFamily="34" charset="0"/>
                </a:rPr>
                <a:t>重新装入原来的初值</a:t>
              </a:r>
              <a:endParaRPr lang="zh-CN" altLang="en-US" sz="1800" b="0" dirty="0">
                <a:solidFill>
                  <a:schemeClr val="tx1"/>
                </a:solidFill>
                <a:latin typeface="Arial" panose="020B0604020202020204" pitchFamily="34" charset="0"/>
              </a:endParaRPr>
            </a:p>
          </p:txBody>
        </p:sp>
        <p:sp>
          <p:nvSpPr>
            <p:cNvPr id="75905" name="Line 406"/>
            <p:cNvSpPr/>
            <p:nvPr/>
          </p:nvSpPr>
          <p:spPr>
            <a:xfrm flipH="1" flipV="1">
              <a:off x="3696" y="1933"/>
              <a:ext cx="409" cy="272"/>
            </a:xfrm>
            <a:prstGeom prst="line">
              <a:avLst/>
            </a:prstGeom>
            <a:ln w="9525" cap="flat" cmpd="sng">
              <a:solidFill>
                <a:srgbClr val="FF00FF"/>
              </a:solidFill>
              <a:prstDash val="solid"/>
              <a:headEnd type="none" w="med" len="med"/>
              <a:tailEnd type="triangle" w="med" len="med"/>
            </a:ln>
          </p:spPr>
        </p:sp>
        <p:sp>
          <p:nvSpPr>
            <p:cNvPr id="75906" name="Rectangle 407"/>
            <p:cNvSpPr/>
            <p:nvPr/>
          </p:nvSpPr>
          <p:spPr>
            <a:xfrm>
              <a:off x="975" y="2205"/>
              <a:ext cx="2313" cy="272"/>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zh-CN" altLang="en-US" sz="1800" b="0" dirty="0">
                  <a:solidFill>
                    <a:schemeClr val="tx1"/>
                  </a:solidFill>
                  <a:latin typeface="Arial" panose="020B0604020202020204" pitchFamily="34" charset="0"/>
                </a:rPr>
                <a:t>由</a:t>
              </a:r>
              <a:r>
                <a:rPr lang="en-US" altLang="zh-CN" sz="1800" b="0" dirty="0">
                  <a:solidFill>
                    <a:schemeClr val="tx1"/>
                  </a:solidFill>
                  <a:latin typeface="Arial" panose="020B0604020202020204" pitchFamily="34" charset="0"/>
                </a:rPr>
                <a:t>GATE</a:t>
              </a:r>
              <a:r>
                <a:rPr lang="zh-CN" altLang="en-US" sz="1800" b="0" dirty="0">
                  <a:solidFill>
                    <a:schemeClr val="tx1"/>
                  </a:solidFill>
                  <a:latin typeface="Arial" panose="020B0604020202020204" pitchFamily="34" charset="0"/>
                </a:rPr>
                <a:t>的上升沿启动新的计数过程</a:t>
              </a:r>
              <a:endParaRPr lang="zh-CN" altLang="en-US" sz="1800" b="0" dirty="0">
                <a:solidFill>
                  <a:schemeClr val="tx1"/>
                </a:solidFill>
                <a:latin typeface="Arial" panose="020B0604020202020204" pitchFamily="34" charset="0"/>
              </a:endParaRPr>
            </a:p>
          </p:txBody>
        </p:sp>
        <p:sp>
          <p:nvSpPr>
            <p:cNvPr id="75907" name="Line 408"/>
            <p:cNvSpPr/>
            <p:nvPr/>
          </p:nvSpPr>
          <p:spPr>
            <a:xfrm flipV="1">
              <a:off x="2880" y="1595"/>
              <a:ext cx="499" cy="656"/>
            </a:xfrm>
            <a:prstGeom prst="line">
              <a:avLst/>
            </a:prstGeom>
            <a:ln w="9525" cap="flat" cmpd="sng">
              <a:solidFill>
                <a:srgbClr val="FF00FF"/>
              </a:solidFill>
              <a:prstDash val="solid"/>
              <a:headEnd type="none" w="med" len="med"/>
              <a:tailEnd type="triangle" w="med" len="med"/>
            </a:ln>
          </p:spPr>
        </p:sp>
        <p:sp>
          <p:nvSpPr>
            <p:cNvPr id="75908" name="Rectangle 409"/>
            <p:cNvSpPr/>
            <p:nvPr/>
          </p:nvSpPr>
          <p:spPr>
            <a:xfrm>
              <a:off x="1565" y="482"/>
              <a:ext cx="1451" cy="227"/>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zh-CN" altLang="en-US" sz="1800" b="0" dirty="0">
                  <a:solidFill>
                    <a:schemeClr val="tx1"/>
                  </a:solidFill>
                  <a:latin typeface="Arial" panose="020B0604020202020204" pitchFamily="34" charset="0"/>
                </a:rPr>
                <a:t>只装入一次初值</a:t>
              </a:r>
              <a:endParaRPr lang="zh-CN" altLang="en-US" sz="1800" b="0" dirty="0">
                <a:solidFill>
                  <a:schemeClr val="tx1"/>
                </a:solidFill>
                <a:latin typeface="Arial" panose="020B0604020202020204" pitchFamily="34" charset="0"/>
              </a:endParaRPr>
            </a:p>
          </p:txBody>
        </p:sp>
        <p:sp>
          <p:nvSpPr>
            <p:cNvPr id="75909" name="Line 410"/>
            <p:cNvSpPr/>
            <p:nvPr/>
          </p:nvSpPr>
          <p:spPr>
            <a:xfrm flipH="1">
              <a:off x="1429" y="572"/>
              <a:ext cx="317" cy="46"/>
            </a:xfrm>
            <a:prstGeom prst="line">
              <a:avLst/>
            </a:prstGeom>
            <a:ln w="9525" cap="flat" cmpd="sng">
              <a:solidFill>
                <a:srgbClr val="FF00FF"/>
              </a:solidFill>
              <a:prstDash val="solid"/>
              <a:headEnd type="none" w="med" len="med"/>
              <a:tailEnd type="triangle" w="med" len="med"/>
            </a:ln>
          </p:spPr>
        </p:sp>
        <p:sp>
          <p:nvSpPr>
            <p:cNvPr id="75910" name="Rectangle 411"/>
            <p:cNvSpPr/>
            <p:nvPr/>
          </p:nvSpPr>
          <p:spPr>
            <a:xfrm>
              <a:off x="1882" y="1570"/>
              <a:ext cx="692" cy="231"/>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Arial" panose="020B0604020202020204" pitchFamily="34" charset="0"/>
                </a:rPr>
                <a:t>开始计数</a:t>
              </a:r>
              <a:endParaRPr lang="zh-CN" altLang="en-US" sz="1800" b="0" dirty="0">
                <a:solidFill>
                  <a:srgbClr val="000000"/>
                </a:solidFill>
                <a:latin typeface="Arial" panose="020B0604020202020204" pitchFamily="34" charset="0"/>
              </a:endParaRPr>
            </a:p>
          </p:txBody>
        </p:sp>
        <p:sp>
          <p:nvSpPr>
            <p:cNvPr id="75911" name="Line 412"/>
            <p:cNvSpPr/>
            <p:nvPr/>
          </p:nvSpPr>
          <p:spPr>
            <a:xfrm flipH="1">
              <a:off x="1791" y="1661"/>
              <a:ext cx="182" cy="227"/>
            </a:xfrm>
            <a:prstGeom prst="line">
              <a:avLst/>
            </a:prstGeom>
            <a:ln w="9525" cap="flat" cmpd="sng">
              <a:solidFill>
                <a:schemeClr val="tx1"/>
              </a:solidFill>
              <a:prstDash val="solid"/>
              <a:headEnd type="none" w="med" len="med"/>
              <a:tailEnd type="triangle" w="med" len="med"/>
            </a:ln>
          </p:spPr>
        </p:sp>
        <p:sp>
          <p:nvSpPr>
            <p:cNvPr id="75912" name="Rectangle 413"/>
            <p:cNvSpPr/>
            <p:nvPr/>
          </p:nvSpPr>
          <p:spPr>
            <a:xfrm>
              <a:off x="3833" y="1570"/>
              <a:ext cx="692" cy="231"/>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Arial" panose="020B0604020202020204" pitchFamily="34" charset="0"/>
                </a:rPr>
                <a:t>开始计数</a:t>
              </a:r>
              <a:endParaRPr lang="zh-CN" altLang="en-US" sz="1800" b="0" dirty="0">
                <a:solidFill>
                  <a:srgbClr val="000000"/>
                </a:solidFill>
                <a:latin typeface="Arial" panose="020B0604020202020204" pitchFamily="34" charset="0"/>
              </a:endParaRPr>
            </a:p>
          </p:txBody>
        </p:sp>
        <p:sp>
          <p:nvSpPr>
            <p:cNvPr id="75913" name="Line 414"/>
            <p:cNvSpPr/>
            <p:nvPr/>
          </p:nvSpPr>
          <p:spPr>
            <a:xfrm flipH="1">
              <a:off x="3696" y="1706"/>
              <a:ext cx="227" cy="182"/>
            </a:xfrm>
            <a:prstGeom prst="line">
              <a:avLst/>
            </a:prstGeom>
            <a:ln w="9525" cap="flat" cmpd="sng">
              <a:solidFill>
                <a:schemeClr val="tx1"/>
              </a:solidFill>
              <a:prstDash val="solid"/>
              <a:headEnd type="none" w="med" len="med"/>
              <a:tailEnd type="triangle" w="med" len="med"/>
            </a:ln>
          </p:spPr>
        </p:sp>
        <p:sp>
          <p:nvSpPr>
            <p:cNvPr id="75914" name="Rectangle 415"/>
            <p:cNvSpPr/>
            <p:nvPr/>
          </p:nvSpPr>
          <p:spPr>
            <a:xfrm>
              <a:off x="2835" y="1888"/>
              <a:ext cx="692" cy="231"/>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Arial" panose="020B0604020202020204" pitchFamily="34" charset="0"/>
                </a:rPr>
                <a:t>计数结束</a:t>
              </a:r>
              <a:endParaRPr lang="zh-CN" altLang="en-US" sz="1800" b="0" dirty="0">
                <a:solidFill>
                  <a:srgbClr val="000000"/>
                </a:solidFill>
                <a:latin typeface="Arial" panose="020B0604020202020204" pitchFamily="34" charset="0"/>
              </a:endParaRPr>
            </a:p>
          </p:txBody>
        </p:sp>
        <p:sp>
          <p:nvSpPr>
            <p:cNvPr id="75915" name="Rectangle 416"/>
            <p:cNvSpPr/>
            <p:nvPr/>
          </p:nvSpPr>
          <p:spPr>
            <a:xfrm>
              <a:off x="4649" y="1842"/>
              <a:ext cx="692" cy="231"/>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Arial" panose="020B0604020202020204" pitchFamily="34" charset="0"/>
                </a:rPr>
                <a:t>计数结束</a:t>
              </a:r>
              <a:endParaRPr lang="zh-CN" altLang="en-US" sz="1800" b="0" dirty="0">
                <a:solidFill>
                  <a:srgbClr val="000000"/>
                </a:solidFill>
                <a:latin typeface="Arial" panose="020B0604020202020204" pitchFamily="34" charset="0"/>
              </a:endParaRPr>
            </a:p>
          </p:txBody>
        </p:sp>
      </p:grpSp>
    </p:spTree>
  </p:cSld>
  <p:clrMapOvr>
    <a:masterClrMapping/>
  </p:clrMapOvr>
  <p:transition spd="slow">
    <p:zoom/>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6802" name="Rectangle 110"/>
          <p:cNvSpPr/>
          <p:nvPr/>
        </p:nvSpPr>
        <p:spPr>
          <a:xfrm>
            <a:off x="390525" y="5138738"/>
            <a:ext cx="8285163" cy="1200150"/>
          </a:xfrm>
          <a:prstGeom prst="rect">
            <a:avLst/>
          </a:prstGeom>
          <a:solidFill>
            <a:srgbClr val="CCFFCC">
              <a:alpha val="52940"/>
            </a:srgbClr>
          </a:solidFill>
          <a:ln w="9525" cap="flat" cmpd="sng">
            <a:solidFill>
              <a:srgbClr val="3366FF"/>
            </a:solidFill>
            <a:prstDash val="solid"/>
            <a:miter/>
            <a:headEnd type="none" w="med" len="med"/>
            <a:tailEnd type="none" w="med" len="med"/>
          </a:ln>
        </p:spPr>
        <p:txBody>
          <a:bodyPr anchor="ctr" anchorCtr="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2400" dirty="0">
                <a:solidFill>
                  <a:srgbClr val="FF00FF"/>
                </a:solidFill>
                <a:latin typeface="楷体_GB2312" pitchFamily="1" charset="-122"/>
              </a:rPr>
              <a:t>方式</a:t>
            </a:r>
            <a:r>
              <a:rPr lang="en-US" altLang="zh-CN" sz="2400" dirty="0">
                <a:solidFill>
                  <a:srgbClr val="FF00FF"/>
                </a:solidFill>
                <a:latin typeface="楷体_GB2312" pitchFamily="1" charset="-122"/>
              </a:rPr>
              <a:t>1</a:t>
            </a:r>
            <a:r>
              <a:rPr lang="zh-CN" altLang="en-US" sz="2400" dirty="0">
                <a:solidFill>
                  <a:srgbClr val="FF00FF"/>
                </a:solidFill>
                <a:latin typeface="楷体_GB2312" pitchFamily="1" charset="-122"/>
              </a:rPr>
              <a:t>的特点②：</a:t>
            </a:r>
            <a:endParaRPr lang="zh-CN" altLang="en-US" sz="2400" dirty="0">
              <a:solidFill>
                <a:srgbClr val="FF00FF"/>
              </a:solidFill>
              <a:latin typeface="楷体_GB2312" pitchFamily="1"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计数过程中门控信号再次被触发，计数器按计数初值寄存器的值重新开始计数。</a:t>
            </a:r>
            <a:endParaRPr lang="zh-CN" altLang="en-US" sz="2400" dirty="0">
              <a:solidFill>
                <a:schemeClr val="tx1"/>
              </a:solidFill>
              <a:latin typeface="楷体_GB2312" pitchFamily="1" charset="-122"/>
            </a:endParaRPr>
          </a:p>
        </p:txBody>
      </p:sp>
      <p:grpSp>
        <p:nvGrpSpPr>
          <p:cNvPr id="76803" name="Group 280"/>
          <p:cNvGrpSpPr/>
          <p:nvPr/>
        </p:nvGrpSpPr>
        <p:grpSpPr>
          <a:xfrm>
            <a:off x="395288" y="1125538"/>
            <a:ext cx="8154987" cy="3197225"/>
            <a:chOff x="204" y="482"/>
            <a:chExt cx="5137" cy="1995"/>
          </a:xfrm>
        </p:grpSpPr>
        <p:sp>
          <p:nvSpPr>
            <p:cNvPr id="76804" name="Line 281"/>
            <p:cNvSpPr/>
            <p:nvPr/>
          </p:nvSpPr>
          <p:spPr>
            <a:xfrm>
              <a:off x="567" y="1298"/>
              <a:ext cx="272" cy="0"/>
            </a:xfrm>
            <a:prstGeom prst="line">
              <a:avLst/>
            </a:prstGeom>
            <a:ln w="9525" cap="flat" cmpd="sng">
              <a:solidFill>
                <a:schemeClr val="tx1"/>
              </a:solidFill>
              <a:prstDash val="solid"/>
              <a:headEnd type="none" w="med" len="med"/>
              <a:tailEnd type="none" w="med" len="med"/>
            </a:ln>
          </p:spPr>
        </p:sp>
        <p:sp>
          <p:nvSpPr>
            <p:cNvPr id="76805" name="Line 282"/>
            <p:cNvSpPr/>
            <p:nvPr/>
          </p:nvSpPr>
          <p:spPr>
            <a:xfrm flipV="1">
              <a:off x="839" y="1117"/>
              <a:ext cx="0" cy="181"/>
            </a:xfrm>
            <a:prstGeom prst="line">
              <a:avLst/>
            </a:prstGeom>
            <a:ln w="9525" cap="flat" cmpd="sng">
              <a:solidFill>
                <a:schemeClr val="tx1"/>
              </a:solidFill>
              <a:prstDash val="solid"/>
              <a:headEnd type="none" w="med" len="med"/>
              <a:tailEnd type="none" w="med" len="med"/>
            </a:ln>
          </p:spPr>
        </p:sp>
        <p:sp>
          <p:nvSpPr>
            <p:cNvPr id="76806" name="Line 283"/>
            <p:cNvSpPr/>
            <p:nvPr/>
          </p:nvSpPr>
          <p:spPr>
            <a:xfrm>
              <a:off x="839" y="1117"/>
              <a:ext cx="136" cy="0"/>
            </a:xfrm>
            <a:prstGeom prst="line">
              <a:avLst/>
            </a:prstGeom>
            <a:ln w="9525" cap="flat" cmpd="sng">
              <a:solidFill>
                <a:schemeClr val="tx1"/>
              </a:solidFill>
              <a:prstDash val="solid"/>
              <a:headEnd type="none" w="med" len="med"/>
              <a:tailEnd type="none" w="med" len="med"/>
            </a:ln>
          </p:spPr>
        </p:sp>
        <p:sp>
          <p:nvSpPr>
            <p:cNvPr id="76807" name="Line 284"/>
            <p:cNvSpPr/>
            <p:nvPr/>
          </p:nvSpPr>
          <p:spPr>
            <a:xfrm flipV="1">
              <a:off x="975" y="1117"/>
              <a:ext cx="0" cy="181"/>
            </a:xfrm>
            <a:prstGeom prst="line">
              <a:avLst/>
            </a:prstGeom>
            <a:ln w="9525" cap="flat" cmpd="sng">
              <a:solidFill>
                <a:schemeClr val="tx1"/>
              </a:solidFill>
              <a:prstDash val="solid"/>
              <a:headEnd type="none" w="med" len="med"/>
              <a:tailEnd type="none" w="med" len="med"/>
            </a:ln>
          </p:spPr>
        </p:sp>
        <p:sp>
          <p:nvSpPr>
            <p:cNvPr id="76808" name="Line 285"/>
            <p:cNvSpPr/>
            <p:nvPr/>
          </p:nvSpPr>
          <p:spPr>
            <a:xfrm>
              <a:off x="975" y="1298"/>
              <a:ext cx="136" cy="0"/>
            </a:xfrm>
            <a:prstGeom prst="line">
              <a:avLst/>
            </a:prstGeom>
            <a:ln w="9525" cap="flat" cmpd="sng">
              <a:solidFill>
                <a:schemeClr val="tx1"/>
              </a:solidFill>
              <a:prstDash val="solid"/>
              <a:headEnd type="none" w="med" len="med"/>
              <a:tailEnd type="none" w="med" len="med"/>
            </a:ln>
          </p:spPr>
        </p:sp>
        <p:sp>
          <p:nvSpPr>
            <p:cNvPr id="76809" name="Line 286"/>
            <p:cNvSpPr/>
            <p:nvPr/>
          </p:nvSpPr>
          <p:spPr>
            <a:xfrm flipV="1">
              <a:off x="1111" y="1117"/>
              <a:ext cx="0" cy="181"/>
            </a:xfrm>
            <a:prstGeom prst="line">
              <a:avLst/>
            </a:prstGeom>
            <a:ln w="9525" cap="flat" cmpd="sng">
              <a:solidFill>
                <a:schemeClr val="tx1"/>
              </a:solidFill>
              <a:prstDash val="solid"/>
              <a:headEnd type="none" w="med" len="med"/>
              <a:tailEnd type="none" w="med" len="med"/>
            </a:ln>
          </p:spPr>
        </p:sp>
        <p:sp>
          <p:nvSpPr>
            <p:cNvPr id="76810" name="Line 287"/>
            <p:cNvSpPr/>
            <p:nvPr/>
          </p:nvSpPr>
          <p:spPr>
            <a:xfrm>
              <a:off x="1111" y="1117"/>
              <a:ext cx="136" cy="0"/>
            </a:xfrm>
            <a:prstGeom prst="line">
              <a:avLst/>
            </a:prstGeom>
            <a:ln w="9525" cap="flat" cmpd="sng">
              <a:solidFill>
                <a:schemeClr val="tx1"/>
              </a:solidFill>
              <a:prstDash val="solid"/>
              <a:headEnd type="none" w="med" len="med"/>
              <a:tailEnd type="none" w="med" len="med"/>
            </a:ln>
          </p:spPr>
        </p:sp>
        <p:sp>
          <p:nvSpPr>
            <p:cNvPr id="76811" name="Line 288"/>
            <p:cNvSpPr/>
            <p:nvPr/>
          </p:nvSpPr>
          <p:spPr>
            <a:xfrm flipV="1">
              <a:off x="1247" y="1117"/>
              <a:ext cx="0" cy="181"/>
            </a:xfrm>
            <a:prstGeom prst="line">
              <a:avLst/>
            </a:prstGeom>
            <a:ln w="9525" cap="flat" cmpd="sng">
              <a:solidFill>
                <a:schemeClr val="tx1"/>
              </a:solidFill>
              <a:prstDash val="solid"/>
              <a:headEnd type="none" w="med" len="med"/>
              <a:tailEnd type="none" w="med" len="med"/>
            </a:ln>
          </p:spPr>
        </p:sp>
        <p:sp>
          <p:nvSpPr>
            <p:cNvPr id="76812" name="Line 289"/>
            <p:cNvSpPr/>
            <p:nvPr/>
          </p:nvSpPr>
          <p:spPr>
            <a:xfrm>
              <a:off x="1247" y="1298"/>
              <a:ext cx="136" cy="0"/>
            </a:xfrm>
            <a:prstGeom prst="line">
              <a:avLst/>
            </a:prstGeom>
            <a:ln w="9525" cap="flat" cmpd="sng">
              <a:solidFill>
                <a:schemeClr val="tx1"/>
              </a:solidFill>
              <a:prstDash val="solid"/>
              <a:headEnd type="none" w="med" len="med"/>
              <a:tailEnd type="none" w="med" len="med"/>
            </a:ln>
          </p:spPr>
        </p:sp>
        <p:sp>
          <p:nvSpPr>
            <p:cNvPr id="76813" name="Line 290"/>
            <p:cNvSpPr/>
            <p:nvPr/>
          </p:nvSpPr>
          <p:spPr>
            <a:xfrm flipV="1">
              <a:off x="1384" y="1117"/>
              <a:ext cx="0" cy="181"/>
            </a:xfrm>
            <a:prstGeom prst="line">
              <a:avLst/>
            </a:prstGeom>
            <a:ln w="9525" cap="flat" cmpd="sng">
              <a:solidFill>
                <a:schemeClr val="tx1"/>
              </a:solidFill>
              <a:prstDash val="solid"/>
              <a:headEnd type="none" w="med" len="med"/>
              <a:tailEnd type="none" w="med" len="med"/>
            </a:ln>
          </p:spPr>
        </p:sp>
        <p:sp>
          <p:nvSpPr>
            <p:cNvPr id="76814" name="Line 291"/>
            <p:cNvSpPr/>
            <p:nvPr/>
          </p:nvSpPr>
          <p:spPr>
            <a:xfrm>
              <a:off x="1384" y="1117"/>
              <a:ext cx="136" cy="0"/>
            </a:xfrm>
            <a:prstGeom prst="line">
              <a:avLst/>
            </a:prstGeom>
            <a:ln w="9525" cap="flat" cmpd="sng">
              <a:solidFill>
                <a:schemeClr val="tx1"/>
              </a:solidFill>
              <a:prstDash val="solid"/>
              <a:headEnd type="none" w="med" len="med"/>
              <a:tailEnd type="none" w="med" len="med"/>
            </a:ln>
          </p:spPr>
        </p:sp>
        <p:sp>
          <p:nvSpPr>
            <p:cNvPr id="76815" name="Line 292"/>
            <p:cNvSpPr/>
            <p:nvPr/>
          </p:nvSpPr>
          <p:spPr>
            <a:xfrm flipV="1">
              <a:off x="1520" y="1117"/>
              <a:ext cx="0" cy="181"/>
            </a:xfrm>
            <a:prstGeom prst="line">
              <a:avLst/>
            </a:prstGeom>
            <a:ln w="9525" cap="flat" cmpd="sng">
              <a:solidFill>
                <a:schemeClr val="tx1"/>
              </a:solidFill>
              <a:prstDash val="solid"/>
              <a:headEnd type="none" w="med" len="med"/>
              <a:tailEnd type="none" w="med" len="med"/>
            </a:ln>
          </p:spPr>
        </p:sp>
        <p:sp>
          <p:nvSpPr>
            <p:cNvPr id="76816" name="Line 293"/>
            <p:cNvSpPr/>
            <p:nvPr/>
          </p:nvSpPr>
          <p:spPr>
            <a:xfrm>
              <a:off x="1520" y="1298"/>
              <a:ext cx="136" cy="0"/>
            </a:xfrm>
            <a:prstGeom prst="line">
              <a:avLst/>
            </a:prstGeom>
            <a:ln w="9525" cap="flat" cmpd="sng">
              <a:solidFill>
                <a:schemeClr val="tx1"/>
              </a:solidFill>
              <a:prstDash val="solid"/>
              <a:headEnd type="none" w="med" len="med"/>
              <a:tailEnd type="none" w="med" len="med"/>
            </a:ln>
          </p:spPr>
        </p:sp>
        <p:sp>
          <p:nvSpPr>
            <p:cNvPr id="76817" name="Line 294"/>
            <p:cNvSpPr/>
            <p:nvPr/>
          </p:nvSpPr>
          <p:spPr>
            <a:xfrm flipV="1">
              <a:off x="1656" y="1117"/>
              <a:ext cx="0" cy="181"/>
            </a:xfrm>
            <a:prstGeom prst="line">
              <a:avLst/>
            </a:prstGeom>
            <a:ln w="9525" cap="flat" cmpd="sng">
              <a:solidFill>
                <a:schemeClr val="tx1"/>
              </a:solidFill>
              <a:prstDash val="solid"/>
              <a:headEnd type="none" w="med" len="med"/>
              <a:tailEnd type="none" w="med" len="med"/>
            </a:ln>
          </p:spPr>
        </p:sp>
        <p:sp>
          <p:nvSpPr>
            <p:cNvPr id="76818" name="Line 295"/>
            <p:cNvSpPr/>
            <p:nvPr/>
          </p:nvSpPr>
          <p:spPr>
            <a:xfrm>
              <a:off x="1656" y="1117"/>
              <a:ext cx="136" cy="0"/>
            </a:xfrm>
            <a:prstGeom prst="line">
              <a:avLst/>
            </a:prstGeom>
            <a:ln w="9525" cap="flat" cmpd="sng">
              <a:solidFill>
                <a:schemeClr val="tx1"/>
              </a:solidFill>
              <a:prstDash val="solid"/>
              <a:headEnd type="none" w="med" len="med"/>
              <a:tailEnd type="none" w="med" len="med"/>
            </a:ln>
          </p:spPr>
        </p:sp>
        <p:sp>
          <p:nvSpPr>
            <p:cNvPr id="76819" name="Line 296"/>
            <p:cNvSpPr/>
            <p:nvPr/>
          </p:nvSpPr>
          <p:spPr>
            <a:xfrm flipV="1">
              <a:off x="1792" y="1117"/>
              <a:ext cx="0" cy="181"/>
            </a:xfrm>
            <a:prstGeom prst="line">
              <a:avLst/>
            </a:prstGeom>
            <a:ln w="9525" cap="flat" cmpd="sng">
              <a:solidFill>
                <a:schemeClr val="tx1"/>
              </a:solidFill>
              <a:prstDash val="solid"/>
              <a:headEnd type="none" w="med" len="med"/>
              <a:tailEnd type="none" w="med" len="med"/>
            </a:ln>
          </p:spPr>
        </p:sp>
        <p:sp>
          <p:nvSpPr>
            <p:cNvPr id="76820" name="Line 297"/>
            <p:cNvSpPr/>
            <p:nvPr/>
          </p:nvSpPr>
          <p:spPr>
            <a:xfrm>
              <a:off x="1792" y="1298"/>
              <a:ext cx="136" cy="0"/>
            </a:xfrm>
            <a:prstGeom prst="line">
              <a:avLst/>
            </a:prstGeom>
            <a:ln w="9525" cap="flat" cmpd="sng">
              <a:solidFill>
                <a:schemeClr val="tx1"/>
              </a:solidFill>
              <a:prstDash val="solid"/>
              <a:headEnd type="none" w="med" len="med"/>
              <a:tailEnd type="none" w="med" len="med"/>
            </a:ln>
          </p:spPr>
        </p:sp>
        <p:sp>
          <p:nvSpPr>
            <p:cNvPr id="76821" name="Line 298"/>
            <p:cNvSpPr/>
            <p:nvPr/>
          </p:nvSpPr>
          <p:spPr>
            <a:xfrm flipV="1">
              <a:off x="1927" y="1117"/>
              <a:ext cx="0" cy="181"/>
            </a:xfrm>
            <a:prstGeom prst="line">
              <a:avLst/>
            </a:prstGeom>
            <a:ln w="9525" cap="flat" cmpd="sng">
              <a:solidFill>
                <a:schemeClr val="tx1"/>
              </a:solidFill>
              <a:prstDash val="solid"/>
              <a:headEnd type="none" w="med" len="med"/>
              <a:tailEnd type="none" w="med" len="med"/>
            </a:ln>
          </p:spPr>
        </p:sp>
        <p:sp>
          <p:nvSpPr>
            <p:cNvPr id="76822" name="Line 299"/>
            <p:cNvSpPr/>
            <p:nvPr/>
          </p:nvSpPr>
          <p:spPr>
            <a:xfrm>
              <a:off x="1927" y="1117"/>
              <a:ext cx="136" cy="0"/>
            </a:xfrm>
            <a:prstGeom prst="line">
              <a:avLst/>
            </a:prstGeom>
            <a:ln w="9525" cap="flat" cmpd="sng">
              <a:solidFill>
                <a:schemeClr val="tx1"/>
              </a:solidFill>
              <a:prstDash val="solid"/>
              <a:headEnd type="none" w="med" len="med"/>
              <a:tailEnd type="none" w="med" len="med"/>
            </a:ln>
          </p:spPr>
        </p:sp>
        <p:sp>
          <p:nvSpPr>
            <p:cNvPr id="76823" name="Line 300"/>
            <p:cNvSpPr/>
            <p:nvPr/>
          </p:nvSpPr>
          <p:spPr>
            <a:xfrm flipV="1">
              <a:off x="2063" y="1117"/>
              <a:ext cx="0" cy="181"/>
            </a:xfrm>
            <a:prstGeom prst="line">
              <a:avLst/>
            </a:prstGeom>
            <a:ln w="9525" cap="flat" cmpd="sng">
              <a:solidFill>
                <a:schemeClr val="tx1"/>
              </a:solidFill>
              <a:prstDash val="solid"/>
              <a:headEnd type="none" w="med" len="med"/>
              <a:tailEnd type="none" w="med" len="med"/>
            </a:ln>
          </p:spPr>
        </p:sp>
        <p:sp>
          <p:nvSpPr>
            <p:cNvPr id="76824" name="Line 301"/>
            <p:cNvSpPr/>
            <p:nvPr/>
          </p:nvSpPr>
          <p:spPr>
            <a:xfrm>
              <a:off x="2063" y="1298"/>
              <a:ext cx="136" cy="0"/>
            </a:xfrm>
            <a:prstGeom prst="line">
              <a:avLst/>
            </a:prstGeom>
            <a:ln w="9525" cap="flat" cmpd="sng">
              <a:solidFill>
                <a:schemeClr val="tx1"/>
              </a:solidFill>
              <a:prstDash val="solid"/>
              <a:headEnd type="none" w="med" len="med"/>
              <a:tailEnd type="none" w="med" len="med"/>
            </a:ln>
          </p:spPr>
        </p:sp>
        <p:sp>
          <p:nvSpPr>
            <p:cNvPr id="76825" name="Line 302"/>
            <p:cNvSpPr/>
            <p:nvPr/>
          </p:nvSpPr>
          <p:spPr>
            <a:xfrm flipV="1">
              <a:off x="2199" y="1117"/>
              <a:ext cx="0" cy="181"/>
            </a:xfrm>
            <a:prstGeom prst="line">
              <a:avLst/>
            </a:prstGeom>
            <a:ln w="9525" cap="flat" cmpd="sng">
              <a:solidFill>
                <a:schemeClr val="tx1"/>
              </a:solidFill>
              <a:prstDash val="solid"/>
              <a:headEnd type="none" w="med" len="med"/>
              <a:tailEnd type="none" w="med" len="med"/>
            </a:ln>
          </p:spPr>
        </p:sp>
        <p:sp>
          <p:nvSpPr>
            <p:cNvPr id="76826" name="Line 303"/>
            <p:cNvSpPr/>
            <p:nvPr/>
          </p:nvSpPr>
          <p:spPr>
            <a:xfrm>
              <a:off x="2199" y="1117"/>
              <a:ext cx="136" cy="0"/>
            </a:xfrm>
            <a:prstGeom prst="line">
              <a:avLst/>
            </a:prstGeom>
            <a:ln w="9525" cap="flat" cmpd="sng">
              <a:solidFill>
                <a:schemeClr val="tx1"/>
              </a:solidFill>
              <a:prstDash val="solid"/>
              <a:headEnd type="none" w="med" len="med"/>
              <a:tailEnd type="none" w="med" len="med"/>
            </a:ln>
          </p:spPr>
        </p:sp>
        <p:sp>
          <p:nvSpPr>
            <p:cNvPr id="76827" name="Line 304"/>
            <p:cNvSpPr/>
            <p:nvPr/>
          </p:nvSpPr>
          <p:spPr>
            <a:xfrm flipV="1">
              <a:off x="2335" y="1117"/>
              <a:ext cx="0" cy="181"/>
            </a:xfrm>
            <a:prstGeom prst="line">
              <a:avLst/>
            </a:prstGeom>
            <a:ln w="9525" cap="flat" cmpd="sng">
              <a:solidFill>
                <a:schemeClr val="tx1"/>
              </a:solidFill>
              <a:prstDash val="solid"/>
              <a:headEnd type="none" w="med" len="med"/>
              <a:tailEnd type="none" w="med" len="med"/>
            </a:ln>
          </p:spPr>
        </p:sp>
        <p:sp>
          <p:nvSpPr>
            <p:cNvPr id="76828" name="Line 305"/>
            <p:cNvSpPr/>
            <p:nvPr/>
          </p:nvSpPr>
          <p:spPr>
            <a:xfrm>
              <a:off x="2335" y="1298"/>
              <a:ext cx="136" cy="0"/>
            </a:xfrm>
            <a:prstGeom prst="line">
              <a:avLst/>
            </a:prstGeom>
            <a:ln w="9525" cap="flat" cmpd="sng">
              <a:solidFill>
                <a:schemeClr val="tx1"/>
              </a:solidFill>
              <a:prstDash val="solid"/>
              <a:headEnd type="none" w="med" len="med"/>
              <a:tailEnd type="none" w="med" len="med"/>
            </a:ln>
          </p:spPr>
        </p:sp>
        <p:sp>
          <p:nvSpPr>
            <p:cNvPr id="76829" name="Line 306"/>
            <p:cNvSpPr/>
            <p:nvPr/>
          </p:nvSpPr>
          <p:spPr>
            <a:xfrm flipV="1">
              <a:off x="2472" y="1117"/>
              <a:ext cx="0" cy="181"/>
            </a:xfrm>
            <a:prstGeom prst="line">
              <a:avLst/>
            </a:prstGeom>
            <a:ln w="9525" cap="flat" cmpd="sng">
              <a:solidFill>
                <a:schemeClr val="tx1"/>
              </a:solidFill>
              <a:prstDash val="solid"/>
              <a:headEnd type="none" w="med" len="med"/>
              <a:tailEnd type="none" w="med" len="med"/>
            </a:ln>
          </p:spPr>
        </p:sp>
        <p:sp>
          <p:nvSpPr>
            <p:cNvPr id="76830" name="Line 307"/>
            <p:cNvSpPr/>
            <p:nvPr/>
          </p:nvSpPr>
          <p:spPr>
            <a:xfrm>
              <a:off x="2472" y="1117"/>
              <a:ext cx="136" cy="0"/>
            </a:xfrm>
            <a:prstGeom prst="line">
              <a:avLst/>
            </a:prstGeom>
            <a:ln w="9525" cap="flat" cmpd="sng">
              <a:solidFill>
                <a:schemeClr val="tx1"/>
              </a:solidFill>
              <a:prstDash val="solid"/>
              <a:headEnd type="none" w="med" len="med"/>
              <a:tailEnd type="none" w="med" len="med"/>
            </a:ln>
          </p:spPr>
        </p:sp>
        <p:sp>
          <p:nvSpPr>
            <p:cNvPr id="76831" name="Line 308"/>
            <p:cNvSpPr/>
            <p:nvPr/>
          </p:nvSpPr>
          <p:spPr>
            <a:xfrm flipV="1">
              <a:off x="2608" y="1117"/>
              <a:ext cx="0" cy="181"/>
            </a:xfrm>
            <a:prstGeom prst="line">
              <a:avLst/>
            </a:prstGeom>
            <a:ln w="9525" cap="flat" cmpd="sng">
              <a:solidFill>
                <a:schemeClr val="tx1"/>
              </a:solidFill>
              <a:prstDash val="solid"/>
              <a:headEnd type="none" w="med" len="med"/>
              <a:tailEnd type="none" w="med" len="med"/>
            </a:ln>
          </p:spPr>
        </p:sp>
        <p:sp>
          <p:nvSpPr>
            <p:cNvPr id="76832" name="Line 309"/>
            <p:cNvSpPr/>
            <p:nvPr/>
          </p:nvSpPr>
          <p:spPr>
            <a:xfrm>
              <a:off x="2608" y="1298"/>
              <a:ext cx="136" cy="0"/>
            </a:xfrm>
            <a:prstGeom prst="line">
              <a:avLst/>
            </a:prstGeom>
            <a:ln w="9525" cap="flat" cmpd="sng">
              <a:solidFill>
                <a:schemeClr val="tx1"/>
              </a:solidFill>
              <a:prstDash val="solid"/>
              <a:headEnd type="none" w="med" len="med"/>
              <a:tailEnd type="none" w="med" len="med"/>
            </a:ln>
          </p:spPr>
        </p:sp>
        <p:sp>
          <p:nvSpPr>
            <p:cNvPr id="76833" name="Line 310"/>
            <p:cNvSpPr/>
            <p:nvPr/>
          </p:nvSpPr>
          <p:spPr>
            <a:xfrm flipV="1">
              <a:off x="2744" y="1117"/>
              <a:ext cx="0" cy="181"/>
            </a:xfrm>
            <a:prstGeom prst="line">
              <a:avLst/>
            </a:prstGeom>
            <a:ln w="9525" cap="flat" cmpd="sng">
              <a:solidFill>
                <a:schemeClr val="tx1"/>
              </a:solidFill>
              <a:prstDash val="solid"/>
              <a:headEnd type="none" w="med" len="med"/>
              <a:tailEnd type="none" w="med" len="med"/>
            </a:ln>
          </p:spPr>
        </p:sp>
        <p:sp>
          <p:nvSpPr>
            <p:cNvPr id="76834" name="Line 311"/>
            <p:cNvSpPr/>
            <p:nvPr/>
          </p:nvSpPr>
          <p:spPr>
            <a:xfrm>
              <a:off x="2744" y="1117"/>
              <a:ext cx="136" cy="0"/>
            </a:xfrm>
            <a:prstGeom prst="line">
              <a:avLst/>
            </a:prstGeom>
            <a:ln w="9525" cap="flat" cmpd="sng">
              <a:solidFill>
                <a:schemeClr val="tx1"/>
              </a:solidFill>
              <a:prstDash val="solid"/>
              <a:headEnd type="none" w="med" len="med"/>
              <a:tailEnd type="none" w="med" len="med"/>
            </a:ln>
          </p:spPr>
        </p:sp>
        <p:sp>
          <p:nvSpPr>
            <p:cNvPr id="76835" name="Line 312"/>
            <p:cNvSpPr/>
            <p:nvPr/>
          </p:nvSpPr>
          <p:spPr>
            <a:xfrm flipV="1">
              <a:off x="2880" y="1117"/>
              <a:ext cx="0" cy="181"/>
            </a:xfrm>
            <a:prstGeom prst="line">
              <a:avLst/>
            </a:prstGeom>
            <a:ln w="9525" cap="flat" cmpd="sng">
              <a:solidFill>
                <a:schemeClr val="tx1"/>
              </a:solidFill>
              <a:prstDash val="solid"/>
              <a:headEnd type="none" w="med" len="med"/>
              <a:tailEnd type="none" w="med" len="med"/>
            </a:ln>
          </p:spPr>
        </p:sp>
        <p:sp>
          <p:nvSpPr>
            <p:cNvPr id="76836" name="Line 313"/>
            <p:cNvSpPr/>
            <p:nvPr/>
          </p:nvSpPr>
          <p:spPr>
            <a:xfrm>
              <a:off x="2880" y="1298"/>
              <a:ext cx="136" cy="0"/>
            </a:xfrm>
            <a:prstGeom prst="line">
              <a:avLst/>
            </a:prstGeom>
            <a:ln w="9525" cap="flat" cmpd="sng">
              <a:solidFill>
                <a:schemeClr val="tx1"/>
              </a:solidFill>
              <a:prstDash val="solid"/>
              <a:headEnd type="none" w="med" len="med"/>
              <a:tailEnd type="none" w="med" len="med"/>
            </a:ln>
          </p:spPr>
        </p:sp>
        <p:sp>
          <p:nvSpPr>
            <p:cNvPr id="76837" name="Line 314"/>
            <p:cNvSpPr/>
            <p:nvPr/>
          </p:nvSpPr>
          <p:spPr>
            <a:xfrm flipV="1">
              <a:off x="3017" y="1117"/>
              <a:ext cx="0" cy="181"/>
            </a:xfrm>
            <a:prstGeom prst="line">
              <a:avLst/>
            </a:prstGeom>
            <a:ln w="9525" cap="flat" cmpd="sng">
              <a:solidFill>
                <a:schemeClr val="tx1"/>
              </a:solidFill>
              <a:prstDash val="solid"/>
              <a:headEnd type="none" w="med" len="med"/>
              <a:tailEnd type="none" w="med" len="med"/>
            </a:ln>
          </p:spPr>
        </p:sp>
        <p:sp>
          <p:nvSpPr>
            <p:cNvPr id="76838" name="Line 315"/>
            <p:cNvSpPr/>
            <p:nvPr/>
          </p:nvSpPr>
          <p:spPr>
            <a:xfrm>
              <a:off x="3017" y="1117"/>
              <a:ext cx="136" cy="0"/>
            </a:xfrm>
            <a:prstGeom prst="line">
              <a:avLst/>
            </a:prstGeom>
            <a:ln w="9525" cap="flat" cmpd="sng">
              <a:solidFill>
                <a:schemeClr val="tx1"/>
              </a:solidFill>
              <a:prstDash val="solid"/>
              <a:headEnd type="none" w="med" len="med"/>
              <a:tailEnd type="none" w="med" len="med"/>
            </a:ln>
          </p:spPr>
        </p:sp>
        <p:sp>
          <p:nvSpPr>
            <p:cNvPr id="76839" name="Line 316"/>
            <p:cNvSpPr/>
            <p:nvPr/>
          </p:nvSpPr>
          <p:spPr>
            <a:xfrm flipV="1">
              <a:off x="3153" y="1117"/>
              <a:ext cx="0" cy="181"/>
            </a:xfrm>
            <a:prstGeom prst="line">
              <a:avLst/>
            </a:prstGeom>
            <a:ln w="9525" cap="flat" cmpd="sng">
              <a:solidFill>
                <a:schemeClr val="tx1"/>
              </a:solidFill>
              <a:prstDash val="solid"/>
              <a:headEnd type="none" w="med" len="med"/>
              <a:tailEnd type="none" w="med" len="med"/>
            </a:ln>
          </p:spPr>
        </p:sp>
        <p:sp>
          <p:nvSpPr>
            <p:cNvPr id="76840" name="Line 317"/>
            <p:cNvSpPr/>
            <p:nvPr/>
          </p:nvSpPr>
          <p:spPr>
            <a:xfrm>
              <a:off x="3153" y="1298"/>
              <a:ext cx="136" cy="0"/>
            </a:xfrm>
            <a:prstGeom prst="line">
              <a:avLst/>
            </a:prstGeom>
            <a:ln w="9525" cap="flat" cmpd="sng">
              <a:solidFill>
                <a:schemeClr val="tx1"/>
              </a:solidFill>
              <a:prstDash val="solid"/>
              <a:headEnd type="none" w="med" len="med"/>
              <a:tailEnd type="none" w="med" len="med"/>
            </a:ln>
          </p:spPr>
        </p:sp>
        <p:sp>
          <p:nvSpPr>
            <p:cNvPr id="76841" name="Line 318"/>
            <p:cNvSpPr/>
            <p:nvPr/>
          </p:nvSpPr>
          <p:spPr>
            <a:xfrm flipV="1">
              <a:off x="3289" y="1117"/>
              <a:ext cx="0" cy="181"/>
            </a:xfrm>
            <a:prstGeom prst="line">
              <a:avLst/>
            </a:prstGeom>
            <a:ln w="9525" cap="flat" cmpd="sng">
              <a:solidFill>
                <a:schemeClr val="tx1"/>
              </a:solidFill>
              <a:prstDash val="solid"/>
              <a:headEnd type="none" w="med" len="med"/>
              <a:tailEnd type="none" w="med" len="med"/>
            </a:ln>
          </p:spPr>
        </p:sp>
        <p:sp>
          <p:nvSpPr>
            <p:cNvPr id="76842" name="Line 319"/>
            <p:cNvSpPr/>
            <p:nvPr/>
          </p:nvSpPr>
          <p:spPr>
            <a:xfrm>
              <a:off x="3289" y="1117"/>
              <a:ext cx="136" cy="0"/>
            </a:xfrm>
            <a:prstGeom prst="line">
              <a:avLst/>
            </a:prstGeom>
            <a:ln w="9525" cap="flat" cmpd="sng">
              <a:solidFill>
                <a:schemeClr val="tx1"/>
              </a:solidFill>
              <a:prstDash val="solid"/>
              <a:headEnd type="none" w="med" len="med"/>
              <a:tailEnd type="none" w="med" len="med"/>
            </a:ln>
          </p:spPr>
        </p:sp>
        <p:sp>
          <p:nvSpPr>
            <p:cNvPr id="76843" name="Line 320"/>
            <p:cNvSpPr/>
            <p:nvPr/>
          </p:nvSpPr>
          <p:spPr>
            <a:xfrm flipV="1">
              <a:off x="3425" y="1117"/>
              <a:ext cx="0" cy="181"/>
            </a:xfrm>
            <a:prstGeom prst="line">
              <a:avLst/>
            </a:prstGeom>
            <a:ln w="9525" cap="flat" cmpd="sng">
              <a:solidFill>
                <a:schemeClr val="tx1"/>
              </a:solidFill>
              <a:prstDash val="solid"/>
              <a:headEnd type="none" w="med" len="med"/>
              <a:tailEnd type="none" w="med" len="med"/>
            </a:ln>
          </p:spPr>
        </p:sp>
        <p:sp>
          <p:nvSpPr>
            <p:cNvPr id="76844" name="Line 321"/>
            <p:cNvSpPr/>
            <p:nvPr/>
          </p:nvSpPr>
          <p:spPr>
            <a:xfrm>
              <a:off x="3425" y="1298"/>
              <a:ext cx="136" cy="0"/>
            </a:xfrm>
            <a:prstGeom prst="line">
              <a:avLst/>
            </a:prstGeom>
            <a:ln w="9525" cap="flat" cmpd="sng">
              <a:solidFill>
                <a:schemeClr val="tx1"/>
              </a:solidFill>
              <a:prstDash val="solid"/>
              <a:headEnd type="none" w="med" len="med"/>
              <a:tailEnd type="none" w="med" len="med"/>
            </a:ln>
          </p:spPr>
        </p:sp>
        <p:sp>
          <p:nvSpPr>
            <p:cNvPr id="76845" name="Line 322"/>
            <p:cNvSpPr/>
            <p:nvPr/>
          </p:nvSpPr>
          <p:spPr>
            <a:xfrm flipV="1">
              <a:off x="3562" y="1117"/>
              <a:ext cx="0" cy="181"/>
            </a:xfrm>
            <a:prstGeom prst="line">
              <a:avLst/>
            </a:prstGeom>
            <a:ln w="9525" cap="flat" cmpd="sng">
              <a:solidFill>
                <a:schemeClr val="tx1"/>
              </a:solidFill>
              <a:prstDash val="solid"/>
              <a:headEnd type="none" w="med" len="med"/>
              <a:tailEnd type="none" w="med" len="med"/>
            </a:ln>
          </p:spPr>
        </p:sp>
        <p:sp>
          <p:nvSpPr>
            <p:cNvPr id="76846" name="Line 323"/>
            <p:cNvSpPr/>
            <p:nvPr/>
          </p:nvSpPr>
          <p:spPr>
            <a:xfrm>
              <a:off x="3562" y="1117"/>
              <a:ext cx="136" cy="0"/>
            </a:xfrm>
            <a:prstGeom prst="line">
              <a:avLst/>
            </a:prstGeom>
            <a:ln w="9525" cap="flat" cmpd="sng">
              <a:solidFill>
                <a:schemeClr val="tx1"/>
              </a:solidFill>
              <a:prstDash val="solid"/>
              <a:headEnd type="none" w="med" len="med"/>
              <a:tailEnd type="none" w="med" len="med"/>
            </a:ln>
          </p:spPr>
        </p:sp>
        <p:sp>
          <p:nvSpPr>
            <p:cNvPr id="76847" name="Line 324"/>
            <p:cNvSpPr/>
            <p:nvPr/>
          </p:nvSpPr>
          <p:spPr>
            <a:xfrm flipV="1">
              <a:off x="3698" y="1117"/>
              <a:ext cx="0" cy="181"/>
            </a:xfrm>
            <a:prstGeom prst="line">
              <a:avLst/>
            </a:prstGeom>
            <a:ln w="9525" cap="flat" cmpd="sng">
              <a:solidFill>
                <a:schemeClr val="tx1"/>
              </a:solidFill>
              <a:prstDash val="solid"/>
              <a:headEnd type="none" w="med" len="med"/>
              <a:tailEnd type="none" w="med" len="med"/>
            </a:ln>
          </p:spPr>
        </p:sp>
        <p:sp>
          <p:nvSpPr>
            <p:cNvPr id="76848" name="Line 325"/>
            <p:cNvSpPr/>
            <p:nvPr/>
          </p:nvSpPr>
          <p:spPr>
            <a:xfrm>
              <a:off x="3698" y="1298"/>
              <a:ext cx="136" cy="0"/>
            </a:xfrm>
            <a:prstGeom prst="line">
              <a:avLst/>
            </a:prstGeom>
            <a:ln w="9525" cap="flat" cmpd="sng">
              <a:solidFill>
                <a:schemeClr val="tx1"/>
              </a:solidFill>
              <a:prstDash val="solid"/>
              <a:headEnd type="none" w="med" len="med"/>
              <a:tailEnd type="none" w="med" len="med"/>
            </a:ln>
          </p:spPr>
        </p:sp>
        <p:sp>
          <p:nvSpPr>
            <p:cNvPr id="76849" name="Line 326"/>
            <p:cNvSpPr/>
            <p:nvPr/>
          </p:nvSpPr>
          <p:spPr>
            <a:xfrm flipV="1">
              <a:off x="3834" y="1117"/>
              <a:ext cx="0" cy="181"/>
            </a:xfrm>
            <a:prstGeom prst="line">
              <a:avLst/>
            </a:prstGeom>
            <a:ln w="9525" cap="flat" cmpd="sng">
              <a:solidFill>
                <a:schemeClr val="tx1"/>
              </a:solidFill>
              <a:prstDash val="solid"/>
              <a:headEnd type="none" w="med" len="med"/>
              <a:tailEnd type="none" w="med" len="med"/>
            </a:ln>
          </p:spPr>
        </p:sp>
        <p:sp>
          <p:nvSpPr>
            <p:cNvPr id="76850" name="Line 327"/>
            <p:cNvSpPr/>
            <p:nvPr/>
          </p:nvSpPr>
          <p:spPr>
            <a:xfrm>
              <a:off x="3834" y="1117"/>
              <a:ext cx="136" cy="0"/>
            </a:xfrm>
            <a:prstGeom prst="line">
              <a:avLst/>
            </a:prstGeom>
            <a:ln w="9525" cap="flat" cmpd="sng">
              <a:solidFill>
                <a:schemeClr val="tx1"/>
              </a:solidFill>
              <a:prstDash val="solid"/>
              <a:headEnd type="none" w="med" len="med"/>
              <a:tailEnd type="none" w="med" len="med"/>
            </a:ln>
          </p:spPr>
        </p:sp>
        <p:sp>
          <p:nvSpPr>
            <p:cNvPr id="76851" name="Line 328"/>
            <p:cNvSpPr/>
            <p:nvPr/>
          </p:nvSpPr>
          <p:spPr>
            <a:xfrm flipV="1">
              <a:off x="3970" y="1117"/>
              <a:ext cx="0" cy="181"/>
            </a:xfrm>
            <a:prstGeom prst="line">
              <a:avLst/>
            </a:prstGeom>
            <a:ln w="9525" cap="flat" cmpd="sng">
              <a:solidFill>
                <a:schemeClr val="tx1"/>
              </a:solidFill>
              <a:prstDash val="solid"/>
              <a:headEnd type="none" w="med" len="med"/>
              <a:tailEnd type="none" w="med" len="med"/>
            </a:ln>
          </p:spPr>
        </p:sp>
        <p:sp>
          <p:nvSpPr>
            <p:cNvPr id="76852" name="Line 329"/>
            <p:cNvSpPr/>
            <p:nvPr/>
          </p:nvSpPr>
          <p:spPr>
            <a:xfrm>
              <a:off x="3970" y="1298"/>
              <a:ext cx="136" cy="0"/>
            </a:xfrm>
            <a:prstGeom prst="line">
              <a:avLst/>
            </a:prstGeom>
            <a:ln w="9525" cap="flat" cmpd="sng">
              <a:solidFill>
                <a:schemeClr val="tx1"/>
              </a:solidFill>
              <a:prstDash val="solid"/>
              <a:headEnd type="none" w="med" len="med"/>
              <a:tailEnd type="none" w="med" len="med"/>
            </a:ln>
          </p:spPr>
        </p:sp>
        <p:sp>
          <p:nvSpPr>
            <p:cNvPr id="76853" name="Line 330"/>
            <p:cNvSpPr/>
            <p:nvPr/>
          </p:nvSpPr>
          <p:spPr>
            <a:xfrm flipV="1">
              <a:off x="4105" y="1117"/>
              <a:ext cx="0" cy="181"/>
            </a:xfrm>
            <a:prstGeom prst="line">
              <a:avLst/>
            </a:prstGeom>
            <a:ln w="9525" cap="flat" cmpd="sng">
              <a:solidFill>
                <a:schemeClr val="tx1"/>
              </a:solidFill>
              <a:prstDash val="solid"/>
              <a:headEnd type="none" w="med" len="med"/>
              <a:tailEnd type="none" w="med" len="med"/>
            </a:ln>
          </p:spPr>
        </p:sp>
        <p:sp>
          <p:nvSpPr>
            <p:cNvPr id="76854" name="Line 331"/>
            <p:cNvSpPr/>
            <p:nvPr/>
          </p:nvSpPr>
          <p:spPr>
            <a:xfrm>
              <a:off x="4105" y="1117"/>
              <a:ext cx="136" cy="0"/>
            </a:xfrm>
            <a:prstGeom prst="line">
              <a:avLst/>
            </a:prstGeom>
            <a:ln w="9525" cap="flat" cmpd="sng">
              <a:solidFill>
                <a:schemeClr val="tx1"/>
              </a:solidFill>
              <a:prstDash val="solid"/>
              <a:headEnd type="none" w="med" len="med"/>
              <a:tailEnd type="none" w="med" len="med"/>
            </a:ln>
          </p:spPr>
        </p:sp>
        <p:sp>
          <p:nvSpPr>
            <p:cNvPr id="76855" name="Line 332"/>
            <p:cNvSpPr/>
            <p:nvPr/>
          </p:nvSpPr>
          <p:spPr>
            <a:xfrm flipV="1">
              <a:off x="4241" y="1117"/>
              <a:ext cx="0" cy="181"/>
            </a:xfrm>
            <a:prstGeom prst="line">
              <a:avLst/>
            </a:prstGeom>
            <a:ln w="9525" cap="flat" cmpd="sng">
              <a:solidFill>
                <a:schemeClr val="tx1"/>
              </a:solidFill>
              <a:prstDash val="solid"/>
              <a:headEnd type="none" w="med" len="med"/>
              <a:tailEnd type="none" w="med" len="med"/>
            </a:ln>
          </p:spPr>
        </p:sp>
        <p:sp>
          <p:nvSpPr>
            <p:cNvPr id="76856" name="Line 333"/>
            <p:cNvSpPr/>
            <p:nvPr/>
          </p:nvSpPr>
          <p:spPr>
            <a:xfrm>
              <a:off x="4241" y="1298"/>
              <a:ext cx="136" cy="0"/>
            </a:xfrm>
            <a:prstGeom prst="line">
              <a:avLst/>
            </a:prstGeom>
            <a:ln w="9525" cap="flat" cmpd="sng">
              <a:solidFill>
                <a:schemeClr val="tx1"/>
              </a:solidFill>
              <a:prstDash val="solid"/>
              <a:headEnd type="none" w="med" len="med"/>
              <a:tailEnd type="none" w="med" len="med"/>
            </a:ln>
          </p:spPr>
        </p:sp>
        <p:sp>
          <p:nvSpPr>
            <p:cNvPr id="76857" name="Line 334"/>
            <p:cNvSpPr/>
            <p:nvPr/>
          </p:nvSpPr>
          <p:spPr>
            <a:xfrm flipV="1">
              <a:off x="4377" y="1117"/>
              <a:ext cx="0" cy="181"/>
            </a:xfrm>
            <a:prstGeom prst="line">
              <a:avLst/>
            </a:prstGeom>
            <a:ln w="9525" cap="flat" cmpd="sng">
              <a:solidFill>
                <a:schemeClr val="tx1"/>
              </a:solidFill>
              <a:prstDash val="solid"/>
              <a:headEnd type="none" w="med" len="med"/>
              <a:tailEnd type="none" w="med" len="med"/>
            </a:ln>
          </p:spPr>
        </p:sp>
        <p:sp>
          <p:nvSpPr>
            <p:cNvPr id="76858" name="Line 335"/>
            <p:cNvSpPr/>
            <p:nvPr/>
          </p:nvSpPr>
          <p:spPr>
            <a:xfrm>
              <a:off x="4377" y="1117"/>
              <a:ext cx="136" cy="0"/>
            </a:xfrm>
            <a:prstGeom prst="line">
              <a:avLst/>
            </a:prstGeom>
            <a:ln w="9525" cap="flat" cmpd="sng">
              <a:solidFill>
                <a:schemeClr val="tx1"/>
              </a:solidFill>
              <a:prstDash val="solid"/>
              <a:headEnd type="none" w="med" len="med"/>
              <a:tailEnd type="none" w="med" len="med"/>
            </a:ln>
          </p:spPr>
        </p:sp>
        <p:sp>
          <p:nvSpPr>
            <p:cNvPr id="76859" name="Line 336"/>
            <p:cNvSpPr/>
            <p:nvPr/>
          </p:nvSpPr>
          <p:spPr>
            <a:xfrm flipV="1">
              <a:off x="4513" y="1117"/>
              <a:ext cx="0" cy="181"/>
            </a:xfrm>
            <a:prstGeom prst="line">
              <a:avLst/>
            </a:prstGeom>
            <a:ln w="9525" cap="flat" cmpd="sng">
              <a:solidFill>
                <a:schemeClr val="tx1"/>
              </a:solidFill>
              <a:prstDash val="solid"/>
              <a:headEnd type="none" w="med" len="med"/>
              <a:tailEnd type="none" w="med" len="med"/>
            </a:ln>
          </p:spPr>
        </p:sp>
        <p:sp>
          <p:nvSpPr>
            <p:cNvPr id="76860" name="Line 337"/>
            <p:cNvSpPr/>
            <p:nvPr/>
          </p:nvSpPr>
          <p:spPr>
            <a:xfrm>
              <a:off x="4513" y="1298"/>
              <a:ext cx="136" cy="0"/>
            </a:xfrm>
            <a:prstGeom prst="line">
              <a:avLst/>
            </a:prstGeom>
            <a:ln w="9525" cap="flat" cmpd="sng">
              <a:solidFill>
                <a:schemeClr val="tx1"/>
              </a:solidFill>
              <a:prstDash val="solid"/>
              <a:headEnd type="none" w="med" len="med"/>
              <a:tailEnd type="none" w="med" len="med"/>
            </a:ln>
          </p:spPr>
        </p:sp>
        <p:sp>
          <p:nvSpPr>
            <p:cNvPr id="76861" name="Line 338"/>
            <p:cNvSpPr/>
            <p:nvPr/>
          </p:nvSpPr>
          <p:spPr>
            <a:xfrm flipV="1">
              <a:off x="4650" y="1117"/>
              <a:ext cx="0" cy="181"/>
            </a:xfrm>
            <a:prstGeom prst="line">
              <a:avLst/>
            </a:prstGeom>
            <a:ln w="9525" cap="flat" cmpd="sng">
              <a:solidFill>
                <a:schemeClr val="tx1"/>
              </a:solidFill>
              <a:prstDash val="solid"/>
              <a:headEnd type="none" w="med" len="med"/>
              <a:tailEnd type="none" w="med" len="med"/>
            </a:ln>
          </p:spPr>
        </p:sp>
        <p:sp>
          <p:nvSpPr>
            <p:cNvPr id="76862" name="Line 339"/>
            <p:cNvSpPr/>
            <p:nvPr/>
          </p:nvSpPr>
          <p:spPr>
            <a:xfrm>
              <a:off x="4650" y="1117"/>
              <a:ext cx="136" cy="0"/>
            </a:xfrm>
            <a:prstGeom prst="line">
              <a:avLst/>
            </a:prstGeom>
            <a:ln w="9525" cap="flat" cmpd="sng">
              <a:solidFill>
                <a:schemeClr val="tx1"/>
              </a:solidFill>
              <a:prstDash val="solid"/>
              <a:headEnd type="none" w="med" len="med"/>
              <a:tailEnd type="none" w="med" len="med"/>
            </a:ln>
          </p:spPr>
        </p:sp>
        <p:sp>
          <p:nvSpPr>
            <p:cNvPr id="76863" name="Line 340"/>
            <p:cNvSpPr/>
            <p:nvPr/>
          </p:nvSpPr>
          <p:spPr>
            <a:xfrm flipV="1">
              <a:off x="4786" y="1117"/>
              <a:ext cx="0" cy="181"/>
            </a:xfrm>
            <a:prstGeom prst="line">
              <a:avLst/>
            </a:prstGeom>
            <a:ln w="9525" cap="flat" cmpd="sng">
              <a:solidFill>
                <a:schemeClr val="tx1"/>
              </a:solidFill>
              <a:prstDash val="solid"/>
              <a:headEnd type="none" w="med" len="med"/>
              <a:tailEnd type="none" w="med" len="med"/>
            </a:ln>
          </p:spPr>
        </p:sp>
        <p:sp>
          <p:nvSpPr>
            <p:cNvPr id="76864" name="Line 341"/>
            <p:cNvSpPr/>
            <p:nvPr/>
          </p:nvSpPr>
          <p:spPr>
            <a:xfrm>
              <a:off x="4786" y="1298"/>
              <a:ext cx="136" cy="0"/>
            </a:xfrm>
            <a:prstGeom prst="line">
              <a:avLst/>
            </a:prstGeom>
            <a:ln w="9525" cap="flat" cmpd="sng">
              <a:solidFill>
                <a:schemeClr val="tx1"/>
              </a:solidFill>
              <a:prstDash val="solid"/>
              <a:headEnd type="none" w="med" len="med"/>
              <a:tailEnd type="none" w="med" len="med"/>
            </a:ln>
          </p:spPr>
        </p:sp>
        <p:sp>
          <p:nvSpPr>
            <p:cNvPr id="76865" name="Line 342"/>
            <p:cNvSpPr/>
            <p:nvPr/>
          </p:nvSpPr>
          <p:spPr>
            <a:xfrm flipV="1">
              <a:off x="4922" y="1117"/>
              <a:ext cx="0" cy="181"/>
            </a:xfrm>
            <a:prstGeom prst="line">
              <a:avLst/>
            </a:prstGeom>
            <a:ln w="9525" cap="flat" cmpd="sng">
              <a:solidFill>
                <a:schemeClr val="tx1"/>
              </a:solidFill>
              <a:prstDash val="solid"/>
              <a:headEnd type="none" w="med" len="med"/>
              <a:tailEnd type="none" w="med" len="med"/>
            </a:ln>
          </p:spPr>
        </p:sp>
        <p:sp>
          <p:nvSpPr>
            <p:cNvPr id="76866" name="Line 343"/>
            <p:cNvSpPr/>
            <p:nvPr/>
          </p:nvSpPr>
          <p:spPr>
            <a:xfrm>
              <a:off x="4922" y="1117"/>
              <a:ext cx="136" cy="0"/>
            </a:xfrm>
            <a:prstGeom prst="line">
              <a:avLst/>
            </a:prstGeom>
            <a:ln w="9525" cap="flat" cmpd="sng">
              <a:solidFill>
                <a:schemeClr val="tx1"/>
              </a:solidFill>
              <a:prstDash val="solid"/>
              <a:headEnd type="none" w="med" len="med"/>
              <a:tailEnd type="none" w="med" len="med"/>
            </a:ln>
          </p:spPr>
        </p:sp>
        <p:sp>
          <p:nvSpPr>
            <p:cNvPr id="76867" name="Line 344"/>
            <p:cNvSpPr/>
            <p:nvPr/>
          </p:nvSpPr>
          <p:spPr>
            <a:xfrm flipV="1">
              <a:off x="5058" y="1117"/>
              <a:ext cx="0" cy="181"/>
            </a:xfrm>
            <a:prstGeom prst="line">
              <a:avLst/>
            </a:prstGeom>
            <a:ln w="9525" cap="flat" cmpd="sng">
              <a:solidFill>
                <a:schemeClr val="tx1"/>
              </a:solidFill>
              <a:prstDash val="solid"/>
              <a:headEnd type="none" w="med" len="med"/>
              <a:tailEnd type="none" w="med" len="med"/>
            </a:ln>
          </p:spPr>
        </p:sp>
        <p:sp>
          <p:nvSpPr>
            <p:cNvPr id="76868" name="Line 345"/>
            <p:cNvSpPr/>
            <p:nvPr/>
          </p:nvSpPr>
          <p:spPr>
            <a:xfrm>
              <a:off x="5058" y="1298"/>
              <a:ext cx="136" cy="0"/>
            </a:xfrm>
            <a:prstGeom prst="line">
              <a:avLst/>
            </a:prstGeom>
            <a:ln w="9525" cap="flat" cmpd="sng">
              <a:solidFill>
                <a:schemeClr val="tx1"/>
              </a:solidFill>
              <a:prstDash val="solid"/>
              <a:headEnd type="none" w="med" len="med"/>
              <a:tailEnd type="none" w="med" len="med"/>
            </a:ln>
          </p:spPr>
        </p:sp>
        <p:sp>
          <p:nvSpPr>
            <p:cNvPr id="76869" name="Line 346"/>
            <p:cNvSpPr/>
            <p:nvPr/>
          </p:nvSpPr>
          <p:spPr>
            <a:xfrm>
              <a:off x="567" y="934"/>
              <a:ext cx="272" cy="0"/>
            </a:xfrm>
            <a:prstGeom prst="line">
              <a:avLst/>
            </a:prstGeom>
            <a:ln w="9525" cap="flat" cmpd="sng">
              <a:solidFill>
                <a:schemeClr val="tx1"/>
              </a:solidFill>
              <a:prstDash val="solid"/>
              <a:headEnd type="none" w="med" len="med"/>
              <a:tailEnd type="none" w="med" len="med"/>
            </a:ln>
          </p:spPr>
        </p:sp>
        <p:sp>
          <p:nvSpPr>
            <p:cNvPr id="76870" name="Line 347"/>
            <p:cNvSpPr/>
            <p:nvPr/>
          </p:nvSpPr>
          <p:spPr>
            <a:xfrm flipV="1">
              <a:off x="839" y="753"/>
              <a:ext cx="0" cy="181"/>
            </a:xfrm>
            <a:prstGeom prst="line">
              <a:avLst/>
            </a:prstGeom>
            <a:ln w="9525" cap="flat" cmpd="sng">
              <a:solidFill>
                <a:schemeClr val="tx1"/>
              </a:solidFill>
              <a:prstDash val="solid"/>
              <a:headEnd type="none" w="med" len="med"/>
              <a:tailEnd type="none" w="med" len="med"/>
            </a:ln>
          </p:spPr>
        </p:sp>
        <p:sp>
          <p:nvSpPr>
            <p:cNvPr id="76871" name="Line 348"/>
            <p:cNvSpPr/>
            <p:nvPr/>
          </p:nvSpPr>
          <p:spPr>
            <a:xfrm>
              <a:off x="839" y="753"/>
              <a:ext cx="136" cy="0"/>
            </a:xfrm>
            <a:prstGeom prst="line">
              <a:avLst/>
            </a:prstGeom>
            <a:ln w="9525" cap="flat" cmpd="sng">
              <a:solidFill>
                <a:schemeClr val="tx1"/>
              </a:solidFill>
              <a:prstDash val="solid"/>
              <a:headEnd type="none" w="med" len="med"/>
              <a:tailEnd type="none" w="med" len="med"/>
            </a:ln>
          </p:spPr>
        </p:sp>
        <p:sp>
          <p:nvSpPr>
            <p:cNvPr id="76872" name="Line 349"/>
            <p:cNvSpPr/>
            <p:nvPr/>
          </p:nvSpPr>
          <p:spPr>
            <a:xfrm flipV="1">
              <a:off x="975" y="753"/>
              <a:ext cx="0" cy="181"/>
            </a:xfrm>
            <a:prstGeom prst="line">
              <a:avLst/>
            </a:prstGeom>
            <a:ln w="9525" cap="flat" cmpd="sng">
              <a:solidFill>
                <a:schemeClr val="tx1"/>
              </a:solidFill>
              <a:prstDash val="solid"/>
              <a:headEnd type="none" w="med" len="med"/>
              <a:tailEnd type="none" w="med" len="med"/>
            </a:ln>
          </p:spPr>
        </p:sp>
        <p:sp>
          <p:nvSpPr>
            <p:cNvPr id="76873" name="Line 350"/>
            <p:cNvSpPr/>
            <p:nvPr/>
          </p:nvSpPr>
          <p:spPr>
            <a:xfrm>
              <a:off x="975" y="934"/>
              <a:ext cx="136" cy="0"/>
            </a:xfrm>
            <a:prstGeom prst="line">
              <a:avLst/>
            </a:prstGeom>
            <a:ln w="9525" cap="flat" cmpd="sng">
              <a:solidFill>
                <a:schemeClr val="tx1"/>
              </a:solidFill>
              <a:prstDash val="solid"/>
              <a:headEnd type="none" w="med" len="med"/>
              <a:tailEnd type="none" w="med" len="med"/>
            </a:ln>
          </p:spPr>
        </p:sp>
        <p:sp>
          <p:nvSpPr>
            <p:cNvPr id="76874" name="Line 351"/>
            <p:cNvSpPr/>
            <p:nvPr/>
          </p:nvSpPr>
          <p:spPr>
            <a:xfrm flipV="1">
              <a:off x="1111" y="753"/>
              <a:ext cx="0" cy="181"/>
            </a:xfrm>
            <a:prstGeom prst="line">
              <a:avLst/>
            </a:prstGeom>
            <a:ln w="9525" cap="flat" cmpd="sng">
              <a:solidFill>
                <a:schemeClr val="tx1"/>
              </a:solidFill>
              <a:prstDash val="solid"/>
              <a:headEnd type="none" w="med" len="med"/>
              <a:tailEnd type="none" w="med" len="med"/>
            </a:ln>
          </p:spPr>
        </p:sp>
        <p:sp>
          <p:nvSpPr>
            <p:cNvPr id="76875" name="Line 352"/>
            <p:cNvSpPr/>
            <p:nvPr/>
          </p:nvSpPr>
          <p:spPr>
            <a:xfrm>
              <a:off x="1111" y="753"/>
              <a:ext cx="136" cy="0"/>
            </a:xfrm>
            <a:prstGeom prst="line">
              <a:avLst/>
            </a:prstGeom>
            <a:ln w="9525" cap="flat" cmpd="sng">
              <a:solidFill>
                <a:schemeClr val="tx1"/>
              </a:solidFill>
              <a:prstDash val="solid"/>
              <a:headEnd type="none" w="med" len="med"/>
              <a:tailEnd type="none" w="med" len="med"/>
            </a:ln>
          </p:spPr>
        </p:sp>
        <p:sp>
          <p:nvSpPr>
            <p:cNvPr id="76876" name="Line 353"/>
            <p:cNvSpPr/>
            <p:nvPr/>
          </p:nvSpPr>
          <p:spPr>
            <a:xfrm flipV="1">
              <a:off x="1247" y="753"/>
              <a:ext cx="0" cy="181"/>
            </a:xfrm>
            <a:prstGeom prst="line">
              <a:avLst/>
            </a:prstGeom>
            <a:ln w="9525" cap="flat" cmpd="sng">
              <a:solidFill>
                <a:schemeClr val="tx1"/>
              </a:solidFill>
              <a:prstDash val="solid"/>
              <a:headEnd type="none" w="med" len="med"/>
              <a:tailEnd type="none" w="med" len="med"/>
            </a:ln>
          </p:spPr>
        </p:sp>
        <p:sp>
          <p:nvSpPr>
            <p:cNvPr id="76877" name="Line 354"/>
            <p:cNvSpPr/>
            <p:nvPr/>
          </p:nvSpPr>
          <p:spPr>
            <a:xfrm>
              <a:off x="1247" y="934"/>
              <a:ext cx="136" cy="0"/>
            </a:xfrm>
            <a:prstGeom prst="line">
              <a:avLst/>
            </a:prstGeom>
            <a:ln w="9525" cap="flat" cmpd="sng">
              <a:solidFill>
                <a:schemeClr val="tx1"/>
              </a:solidFill>
              <a:prstDash val="solid"/>
              <a:headEnd type="none" w="med" len="med"/>
              <a:tailEnd type="none" w="med" len="med"/>
            </a:ln>
          </p:spPr>
        </p:sp>
        <p:sp>
          <p:nvSpPr>
            <p:cNvPr id="76878" name="Line 355"/>
            <p:cNvSpPr/>
            <p:nvPr/>
          </p:nvSpPr>
          <p:spPr>
            <a:xfrm flipV="1">
              <a:off x="1384" y="753"/>
              <a:ext cx="0" cy="181"/>
            </a:xfrm>
            <a:prstGeom prst="line">
              <a:avLst/>
            </a:prstGeom>
            <a:ln w="9525" cap="flat" cmpd="sng">
              <a:solidFill>
                <a:schemeClr val="tx1"/>
              </a:solidFill>
              <a:prstDash val="solid"/>
              <a:headEnd type="none" w="med" len="med"/>
              <a:tailEnd type="none" w="med" len="med"/>
            </a:ln>
          </p:spPr>
        </p:sp>
        <p:sp>
          <p:nvSpPr>
            <p:cNvPr id="76879" name="Line 356"/>
            <p:cNvSpPr/>
            <p:nvPr/>
          </p:nvSpPr>
          <p:spPr>
            <a:xfrm>
              <a:off x="1384" y="753"/>
              <a:ext cx="3628" cy="0"/>
            </a:xfrm>
            <a:prstGeom prst="line">
              <a:avLst/>
            </a:prstGeom>
            <a:ln w="9525" cap="flat" cmpd="sng">
              <a:solidFill>
                <a:schemeClr val="tx1"/>
              </a:solidFill>
              <a:prstDash val="solid"/>
              <a:headEnd type="none" w="med" len="med"/>
              <a:tailEnd type="none" w="med" len="med"/>
            </a:ln>
          </p:spPr>
        </p:sp>
        <p:sp>
          <p:nvSpPr>
            <p:cNvPr id="76880" name="Line 357"/>
            <p:cNvSpPr/>
            <p:nvPr/>
          </p:nvSpPr>
          <p:spPr>
            <a:xfrm>
              <a:off x="590" y="1661"/>
              <a:ext cx="1020" cy="0"/>
            </a:xfrm>
            <a:prstGeom prst="line">
              <a:avLst/>
            </a:prstGeom>
            <a:ln w="9525" cap="flat" cmpd="sng">
              <a:solidFill>
                <a:schemeClr val="tx1"/>
              </a:solidFill>
              <a:prstDash val="solid"/>
              <a:headEnd type="none" w="med" len="med"/>
              <a:tailEnd type="none" w="med" len="med"/>
            </a:ln>
          </p:spPr>
        </p:sp>
        <p:sp>
          <p:nvSpPr>
            <p:cNvPr id="76881" name="Line 358"/>
            <p:cNvSpPr/>
            <p:nvPr/>
          </p:nvSpPr>
          <p:spPr>
            <a:xfrm flipV="1">
              <a:off x="1610" y="1479"/>
              <a:ext cx="0" cy="181"/>
            </a:xfrm>
            <a:prstGeom prst="line">
              <a:avLst/>
            </a:prstGeom>
            <a:ln w="9525" cap="flat" cmpd="sng">
              <a:solidFill>
                <a:schemeClr val="tx1"/>
              </a:solidFill>
              <a:prstDash val="solid"/>
              <a:headEnd type="none" w="med" len="med"/>
              <a:tailEnd type="none" w="med" len="med"/>
            </a:ln>
          </p:spPr>
        </p:sp>
        <p:sp>
          <p:nvSpPr>
            <p:cNvPr id="76882" name="Line 359"/>
            <p:cNvSpPr/>
            <p:nvPr/>
          </p:nvSpPr>
          <p:spPr>
            <a:xfrm>
              <a:off x="1622" y="1479"/>
              <a:ext cx="1293" cy="0"/>
            </a:xfrm>
            <a:prstGeom prst="line">
              <a:avLst/>
            </a:prstGeom>
            <a:ln w="9525" cap="flat" cmpd="sng">
              <a:solidFill>
                <a:schemeClr val="tx1"/>
              </a:solidFill>
              <a:prstDash val="solid"/>
              <a:headEnd type="none" w="med" len="med"/>
              <a:tailEnd type="none" w="med" len="med"/>
            </a:ln>
          </p:spPr>
        </p:sp>
        <p:sp>
          <p:nvSpPr>
            <p:cNvPr id="76883" name="Line 360"/>
            <p:cNvSpPr/>
            <p:nvPr/>
          </p:nvSpPr>
          <p:spPr>
            <a:xfrm flipV="1">
              <a:off x="2608" y="1842"/>
              <a:ext cx="0" cy="181"/>
            </a:xfrm>
            <a:prstGeom prst="line">
              <a:avLst/>
            </a:prstGeom>
            <a:ln w="9525" cap="flat" cmpd="sng">
              <a:solidFill>
                <a:schemeClr val="tx1"/>
              </a:solidFill>
              <a:prstDash val="solid"/>
              <a:headEnd type="none" w="med" len="med"/>
              <a:tailEnd type="none" w="med" len="med"/>
            </a:ln>
          </p:spPr>
        </p:sp>
        <p:sp>
          <p:nvSpPr>
            <p:cNvPr id="76884" name="Line 361"/>
            <p:cNvSpPr/>
            <p:nvPr/>
          </p:nvSpPr>
          <p:spPr>
            <a:xfrm flipV="1">
              <a:off x="2926" y="1656"/>
              <a:ext cx="497" cy="5"/>
            </a:xfrm>
            <a:prstGeom prst="line">
              <a:avLst/>
            </a:prstGeom>
            <a:ln w="9525" cap="flat" cmpd="sng">
              <a:solidFill>
                <a:schemeClr val="tx1"/>
              </a:solidFill>
              <a:prstDash val="solid"/>
              <a:headEnd type="none" w="med" len="med"/>
              <a:tailEnd type="none" w="med" len="med"/>
            </a:ln>
          </p:spPr>
        </p:sp>
        <p:sp>
          <p:nvSpPr>
            <p:cNvPr id="76885" name="Line 362"/>
            <p:cNvSpPr/>
            <p:nvPr/>
          </p:nvSpPr>
          <p:spPr>
            <a:xfrm flipV="1">
              <a:off x="2926" y="1479"/>
              <a:ext cx="0" cy="181"/>
            </a:xfrm>
            <a:prstGeom prst="line">
              <a:avLst/>
            </a:prstGeom>
            <a:ln w="9525" cap="flat" cmpd="sng">
              <a:solidFill>
                <a:schemeClr val="tx1"/>
              </a:solidFill>
              <a:prstDash val="solid"/>
              <a:headEnd type="none" w="med" len="med"/>
              <a:tailEnd type="none" w="med" len="med"/>
            </a:ln>
          </p:spPr>
        </p:sp>
        <p:sp>
          <p:nvSpPr>
            <p:cNvPr id="76886" name="Line 363"/>
            <p:cNvSpPr/>
            <p:nvPr/>
          </p:nvSpPr>
          <p:spPr>
            <a:xfrm>
              <a:off x="2608" y="1842"/>
              <a:ext cx="1089" cy="0"/>
            </a:xfrm>
            <a:prstGeom prst="line">
              <a:avLst/>
            </a:prstGeom>
            <a:ln w="9525" cap="flat" cmpd="sng">
              <a:solidFill>
                <a:schemeClr val="tx1"/>
              </a:solidFill>
              <a:prstDash val="solid"/>
              <a:headEnd type="none" w="med" len="med"/>
              <a:tailEnd type="none" w="med" len="med"/>
            </a:ln>
          </p:spPr>
        </p:sp>
        <p:sp>
          <p:nvSpPr>
            <p:cNvPr id="76887" name="Line 364"/>
            <p:cNvSpPr/>
            <p:nvPr/>
          </p:nvSpPr>
          <p:spPr>
            <a:xfrm flipV="1">
              <a:off x="3697" y="1842"/>
              <a:ext cx="0" cy="181"/>
            </a:xfrm>
            <a:prstGeom prst="line">
              <a:avLst/>
            </a:prstGeom>
            <a:ln w="9525" cap="flat" cmpd="sng">
              <a:solidFill>
                <a:schemeClr val="tx1"/>
              </a:solidFill>
              <a:prstDash val="solid"/>
              <a:headEnd type="none" w="med" len="med"/>
              <a:tailEnd type="none" w="med" len="med"/>
            </a:ln>
          </p:spPr>
        </p:sp>
        <p:sp>
          <p:nvSpPr>
            <p:cNvPr id="76888" name="Line 365"/>
            <p:cNvSpPr/>
            <p:nvPr/>
          </p:nvSpPr>
          <p:spPr>
            <a:xfrm>
              <a:off x="3425" y="1474"/>
              <a:ext cx="1587" cy="5"/>
            </a:xfrm>
            <a:prstGeom prst="line">
              <a:avLst/>
            </a:prstGeom>
            <a:ln w="9525" cap="flat" cmpd="sng">
              <a:solidFill>
                <a:schemeClr val="tx1"/>
              </a:solidFill>
              <a:prstDash val="solid"/>
              <a:headEnd type="none" w="med" len="med"/>
              <a:tailEnd type="none" w="med" len="med"/>
            </a:ln>
          </p:spPr>
        </p:sp>
        <p:sp>
          <p:nvSpPr>
            <p:cNvPr id="76889" name="Line 366"/>
            <p:cNvSpPr/>
            <p:nvPr/>
          </p:nvSpPr>
          <p:spPr>
            <a:xfrm flipV="1">
              <a:off x="4513" y="1842"/>
              <a:ext cx="0" cy="181"/>
            </a:xfrm>
            <a:prstGeom prst="line">
              <a:avLst/>
            </a:prstGeom>
            <a:ln w="9525" cap="flat" cmpd="sng">
              <a:solidFill>
                <a:schemeClr val="tx1"/>
              </a:solidFill>
              <a:prstDash val="solid"/>
              <a:headEnd type="none" w="med" len="med"/>
              <a:tailEnd type="none" w="med" len="med"/>
            </a:ln>
          </p:spPr>
        </p:sp>
        <p:sp>
          <p:nvSpPr>
            <p:cNvPr id="76890" name="Rectangle 367"/>
            <p:cNvSpPr/>
            <p:nvPr/>
          </p:nvSpPr>
          <p:spPr>
            <a:xfrm>
              <a:off x="204" y="753"/>
              <a:ext cx="318"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76891" name="Rectangle 368"/>
            <p:cNvSpPr/>
            <p:nvPr/>
          </p:nvSpPr>
          <p:spPr>
            <a:xfrm>
              <a:off x="884" y="572"/>
              <a:ext cx="318"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CW</a:t>
              </a:r>
              <a:endParaRPr lang="en-US" altLang="zh-CN" sz="1600" b="0" dirty="0">
                <a:solidFill>
                  <a:schemeClr val="tx1"/>
                </a:solidFill>
                <a:latin typeface="Arial" panose="020B0604020202020204" pitchFamily="34" charset="0"/>
              </a:endParaRPr>
            </a:p>
          </p:txBody>
        </p:sp>
        <p:sp>
          <p:nvSpPr>
            <p:cNvPr id="76892" name="Rectangle 369"/>
            <p:cNvSpPr/>
            <p:nvPr/>
          </p:nvSpPr>
          <p:spPr>
            <a:xfrm>
              <a:off x="1247" y="572"/>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N</a:t>
              </a:r>
              <a:endParaRPr lang="en-US" altLang="zh-CN" sz="1600" b="0" dirty="0">
                <a:solidFill>
                  <a:schemeClr val="tx1"/>
                </a:solidFill>
                <a:latin typeface="Arial" panose="020B0604020202020204" pitchFamily="34" charset="0"/>
              </a:endParaRPr>
            </a:p>
          </p:txBody>
        </p:sp>
        <p:sp>
          <p:nvSpPr>
            <p:cNvPr id="76893" name="Line 370"/>
            <p:cNvSpPr/>
            <p:nvPr/>
          </p:nvSpPr>
          <p:spPr>
            <a:xfrm>
              <a:off x="567" y="2023"/>
              <a:ext cx="544" cy="0"/>
            </a:xfrm>
            <a:prstGeom prst="line">
              <a:avLst/>
            </a:prstGeom>
            <a:ln w="9525" cap="flat" cmpd="sng">
              <a:solidFill>
                <a:schemeClr val="tx1"/>
              </a:solidFill>
              <a:prstDash val="solid"/>
              <a:headEnd type="none" w="med" len="med"/>
              <a:tailEnd type="none" w="med" len="med"/>
            </a:ln>
          </p:spPr>
        </p:sp>
        <p:sp>
          <p:nvSpPr>
            <p:cNvPr id="76894" name="Line 371"/>
            <p:cNvSpPr/>
            <p:nvPr/>
          </p:nvSpPr>
          <p:spPr>
            <a:xfrm flipV="1">
              <a:off x="1111" y="1841"/>
              <a:ext cx="0" cy="181"/>
            </a:xfrm>
            <a:prstGeom prst="line">
              <a:avLst/>
            </a:prstGeom>
            <a:ln w="9525" cap="flat" cmpd="sng">
              <a:solidFill>
                <a:schemeClr val="tx1"/>
              </a:solidFill>
              <a:prstDash val="solid"/>
              <a:headEnd type="none" w="med" len="med"/>
              <a:tailEnd type="none" w="med" len="med"/>
            </a:ln>
          </p:spPr>
        </p:sp>
        <p:sp>
          <p:nvSpPr>
            <p:cNvPr id="76895" name="Line 372"/>
            <p:cNvSpPr/>
            <p:nvPr/>
          </p:nvSpPr>
          <p:spPr>
            <a:xfrm>
              <a:off x="1111" y="1841"/>
              <a:ext cx="681" cy="1"/>
            </a:xfrm>
            <a:prstGeom prst="line">
              <a:avLst/>
            </a:prstGeom>
            <a:ln w="9525" cap="flat" cmpd="sng">
              <a:solidFill>
                <a:schemeClr val="tx1"/>
              </a:solidFill>
              <a:prstDash val="solid"/>
              <a:headEnd type="none" w="med" len="med"/>
              <a:tailEnd type="none" w="med" len="med"/>
            </a:ln>
          </p:spPr>
        </p:sp>
        <p:sp>
          <p:nvSpPr>
            <p:cNvPr id="76896" name="Line 373"/>
            <p:cNvSpPr/>
            <p:nvPr/>
          </p:nvSpPr>
          <p:spPr>
            <a:xfrm flipV="1">
              <a:off x="1792" y="1842"/>
              <a:ext cx="0" cy="181"/>
            </a:xfrm>
            <a:prstGeom prst="line">
              <a:avLst/>
            </a:prstGeom>
            <a:ln w="9525" cap="flat" cmpd="sng">
              <a:solidFill>
                <a:schemeClr val="tx1"/>
              </a:solidFill>
              <a:prstDash val="solid"/>
              <a:headEnd type="none" w="med" len="med"/>
              <a:tailEnd type="none" w="med" len="med"/>
            </a:ln>
          </p:spPr>
        </p:sp>
        <p:sp>
          <p:nvSpPr>
            <p:cNvPr id="76897" name="Line 374"/>
            <p:cNvSpPr/>
            <p:nvPr/>
          </p:nvSpPr>
          <p:spPr>
            <a:xfrm>
              <a:off x="1792" y="2023"/>
              <a:ext cx="816" cy="0"/>
            </a:xfrm>
            <a:prstGeom prst="line">
              <a:avLst/>
            </a:prstGeom>
            <a:ln w="9525" cap="flat" cmpd="sng">
              <a:solidFill>
                <a:schemeClr val="tx1"/>
              </a:solidFill>
              <a:prstDash val="solid"/>
              <a:headEnd type="none" w="med" len="med"/>
              <a:tailEnd type="none" w="med" len="med"/>
            </a:ln>
          </p:spPr>
        </p:sp>
        <p:sp>
          <p:nvSpPr>
            <p:cNvPr id="76898" name="Line 375"/>
            <p:cNvSpPr/>
            <p:nvPr/>
          </p:nvSpPr>
          <p:spPr>
            <a:xfrm flipV="1">
              <a:off x="3424" y="1479"/>
              <a:ext cx="0" cy="181"/>
            </a:xfrm>
            <a:prstGeom prst="line">
              <a:avLst/>
            </a:prstGeom>
            <a:ln w="9525" cap="flat" cmpd="sng">
              <a:solidFill>
                <a:schemeClr val="tx1"/>
              </a:solidFill>
              <a:prstDash val="solid"/>
              <a:headEnd type="none" w="med" len="med"/>
              <a:tailEnd type="none" w="med" len="med"/>
            </a:ln>
          </p:spPr>
        </p:sp>
        <p:sp>
          <p:nvSpPr>
            <p:cNvPr id="76899" name="Line 376"/>
            <p:cNvSpPr/>
            <p:nvPr/>
          </p:nvSpPr>
          <p:spPr>
            <a:xfrm>
              <a:off x="975" y="708"/>
              <a:ext cx="0" cy="1451"/>
            </a:xfrm>
            <a:prstGeom prst="line">
              <a:avLst/>
            </a:prstGeom>
            <a:ln w="9525" cap="flat" cmpd="sng">
              <a:solidFill>
                <a:schemeClr val="tx1"/>
              </a:solidFill>
              <a:prstDash val="dash"/>
              <a:headEnd type="none" w="med" len="med"/>
              <a:tailEnd type="none" w="med" len="med"/>
            </a:ln>
          </p:spPr>
        </p:sp>
        <p:sp>
          <p:nvSpPr>
            <p:cNvPr id="76900" name="Line 377"/>
            <p:cNvSpPr/>
            <p:nvPr/>
          </p:nvSpPr>
          <p:spPr>
            <a:xfrm>
              <a:off x="1247" y="708"/>
              <a:ext cx="0" cy="1451"/>
            </a:xfrm>
            <a:prstGeom prst="line">
              <a:avLst/>
            </a:prstGeom>
            <a:ln w="9525" cap="flat" cmpd="sng">
              <a:solidFill>
                <a:schemeClr val="tx1"/>
              </a:solidFill>
              <a:prstDash val="dash"/>
              <a:headEnd type="none" w="med" len="med"/>
              <a:tailEnd type="none" w="med" len="med"/>
            </a:ln>
          </p:spPr>
        </p:sp>
        <p:sp>
          <p:nvSpPr>
            <p:cNvPr id="76901" name="Line 378"/>
            <p:cNvSpPr/>
            <p:nvPr/>
          </p:nvSpPr>
          <p:spPr>
            <a:xfrm>
              <a:off x="1520" y="708"/>
              <a:ext cx="0" cy="1451"/>
            </a:xfrm>
            <a:prstGeom prst="line">
              <a:avLst/>
            </a:prstGeom>
            <a:ln w="9525" cap="flat" cmpd="sng">
              <a:solidFill>
                <a:schemeClr val="tx1"/>
              </a:solidFill>
              <a:prstDash val="dash"/>
              <a:headEnd type="none" w="med" len="med"/>
              <a:tailEnd type="none" w="med" len="med"/>
            </a:ln>
          </p:spPr>
        </p:sp>
        <p:sp>
          <p:nvSpPr>
            <p:cNvPr id="76902" name="Line 379"/>
            <p:cNvSpPr/>
            <p:nvPr/>
          </p:nvSpPr>
          <p:spPr>
            <a:xfrm>
              <a:off x="1792" y="708"/>
              <a:ext cx="0" cy="1451"/>
            </a:xfrm>
            <a:prstGeom prst="line">
              <a:avLst/>
            </a:prstGeom>
            <a:ln w="9525" cap="flat" cmpd="sng">
              <a:solidFill>
                <a:schemeClr val="tx1"/>
              </a:solidFill>
              <a:prstDash val="dash"/>
              <a:headEnd type="none" w="med" len="med"/>
              <a:tailEnd type="none" w="med" len="med"/>
            </a:ln>
          </p:spPr>
        </p:sp>
        <p:sp>
          <p:nvSpPr>
            <p:cNvPr id="76903" name="Line 380"/>
            <p:cNvSpPr/>
            <p:nvPr/>
          </p:nvSpPr>
          <p:spPr>
            <a:xfrm>
              <a:off x="2064" y="708"/>
              <a:ext cx="0" cy="1451"/>
            </a:xfrm>
            <a:prstGeom prst="line">
              <a:avLst/>
            </a:prstGeom>
            <a:ln w="9525" cap="flat" cmpd="sng">
              <a:solidFill>
                <a:schemeClr val="tx1"/>
              </a:solidFill>
              <a:prstDash val="dash"/>
              <a:headEnd type="none" w="med" len="med"/>
              <a:tailEnd type="none" w="med" len="med"/>
            </a:ln>
          </p:spPr>
        </p:sp>
        <p:sp>
          <p:nvSpPr>
            <p:cNvPr id="76904" name="Line 381"/>
            <p:cNvSpPr/>
            <p:nvPr/>
          </p:nvSpPr>
          <p:spPr>
            <a:xfrm>
              <a:off x="2336" y="708"/>
              <a:ext cx="0" cy="1451"/>
            </a:xfrm>
            <a:prstGeom prst="line">
              <a:avLst/>
            </a:prstGeom>
            <a:ln w="9525" cap="flat" cmpd="sng">
              <a:solidFill>
                <a:schemeClr val="tx1"/>
              </a:solidFill>
              <a:prstDash val="dash"/>
              <a:headEnd type="none" w="med" len="med"/>
              <a:tailEnd type="none" w="med" len="med"/>
            </a:ln>
          </p:spPr>
        </p:sp>
        <p:sp>
          <p:nvSpPr>
            <p:cNvPr id="76905" name="Line 382"/>
            <p:cNvSpPr/>
            <p:nvPr/>
          </p:nvSpPr>
          <p:spPr>
            <a:xfrm>
              <a:off x="2608" y="708"/>
              <a:ext cx="0" cy="1451"/>
            </a:xfrm>
            <a:prstGeom prst="line">
              <a:avLst/>
            </a:prstGeom>
            <a:ln w="9525" cap="flat" cmpd="sng">
              <a:solidFill>
                <a:schemeClr val="tx1"/>
              </a:solidFill>
              <a:prstDash val="dash"/>
              <a:headEnd type="none" w="med" len="med"/>
              <a:tailEnd type="none" w="med" len="med"/>
            </a:ln>
          </p:spPr>
        </p:sp>
        <p:sp>
          <p:nvSpPr>
            <p:cNvPr id="76906" name="Rectangle 383"/>
            <p:cNvSpPr/>
            <p:nvPr/>
          </p:nvSpPr>
          <p:spPr>
            <a:xfrm>
              <a:off x="295" y="1842"/>
              <a:ext cx="318"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76907" name="Rectangle 384"/>
            <p:cNvSpPr/>
            <p:nvPr/>
          </p:nvSpPr>
          <p:spPr>
            <a:xfrm>
              <a:off x="295" y="1479"/>
              <a:ext cx="318"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76908" name="Rectangle 385"/>
            <p:cNvSpPr/>
            <p:nvPr/>
          </p:nvSpPr>
          <p:spPr>
            <a:xfrm>
              <a:off x="1792" y="1864"/>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3</a:t>
              </a:r>
              <a:endParaRPr lang="en-US" altLang="zh-CN" sz="1600" b="0" dirty="0">
                <a:solidFill>
                  <a:schemeClr val="tx1"/>
                </a:solidFill>
                <a:latin typeface="Arial" panose="020B0604020202020204" pitchFamily="34" charset="0"/>
              </a:endParaRPr>
            </a:p>
          </p:txBody>
        </p:sp>
        <p:sp>
          <p:nvSpPr>
            <p:cNvPr id="76909" name="Rectangle 386"/>
            <p:cNvSpPr/>
            <p:nvPr/>
          </p:nvSpPr>
          <p:spPr>
            <a:xfrm>
              <a:off x="2019" y="1864"/>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2</a:t>
              </a:r>
              <a:endParaRPr lang="en-US" altLang="zh-CN" sz="1600" b="0" dirty="0">
                <a:solidFill>
                  <a:schemeClr val="tx1"/>
                </a:solidFill>
                <a:latin typeface="Arial" panose="020B0604020202020204" pitchFamily="34" charset="0"/>
              </a:endParaRPr>
            </a:p>
          </p:txBody>
        </p:sp>
        <p:sp>
          <p:nvSpPr>
            <p:cNvPr id="76910" name="Rectangle 387"/>
            <p:cNvSpPr/>
            <p:nvPr/>
          </p:nvSpPr>
          <p:spPr>
            <a:xfrm>
              <a:off x="2291" y="1864"/>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1</a:t>
              </a:r>
              <a:endParaRPr lang="en-US" altLang="zh-CN" sz="1600" b="0" dirty="0">
                <a:solidFill>
                  <a:schemeClr val="tx1"/>
                </a:solidFill>
                <a:latin typeface="Arial" panose="020B0604020202020204" pitchFamily="34" charset="0"/>
              </a:endParaRPr>
            </a:p>
          </p:txBody>
        </p:sp>
        <p:sp>
          <p:nvSpPr>
            <p:cNvPr id="76911" name="Rectangle 388"/>
            <p:cNvSpPr/>
            <p:nvPr/>
          </p:nvSpPr>
          <p:spPr>
            <a:xfrm>
              <a:off x="2563" y="1864"/>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0</a:t>
              </a:r>
              <a:endParaRPr lang="en-US" altLang="zh-CN" sz="1600" b="0" dirty="0">
                <a:solidFill>
                  <a:schemeClr val="tx1"/>
                </a:solidFill>
                <a:latin typeface="Arial" panose="020B0604020202020204" pitchFamily="34" charset="0"/>
              </a:endParaRPr>
            </a:p>
          </p:txBody>
        </p:sp>
        <p:sp>
          <p:nvSpPr>
            <p:cNvPr id="76912" name="Line 389"/>
            <p:cNvSpPr/>
            <p:nvPr/>
          </p:nvSpPr>
          <p:spPr>
            <a:xfrm>
              <a:off x="3697" y="708"/>
              <a:ext cx="0" cy="1451"/>
            </a:xfrm>
            <a:prstGeom prst="line">
              <a:avLst/>
            </a:prstGeom>
            <a:ln w="9525" cap="flat" cmpd="sng">
              <a:solidFill>
                <a:schemeClr val="tx1"/>
              </a:solidFill>
              <a:prstDash val="dash"/>
              <a:headEnd type="none" w="med" len="med"/>
              <a:tailEnd type="none" w="med" len="med"/>
            </a:ln>
          </p:spPr>
        </p:sp>
        <p:sp>
          <p:nvSpPr>
            <p:cNvPr id="76913" name="Line 390"/>
            <p:cNvSpPr/>
            <p:nvPr/>
          </p:nvSpPr>
          <p:spPr>
            <a:xfrm>
              <a:off x="3969" y="708"/>
              <a:ext cx="0" cy="1451"/>
            </a:xfrm>
            <a:prstGeom prst="line">
              <a:avLst/>
            </a:prstGeom>
            <a:ln w="9525" cap="flat" cmpd="sng">
              <a:solidFill>
                <a:schemeClr val="tx1"/>
              </a:solidFill>
              <a:prstDash val="dash"/>
              <a:headEnd type="none" w="med" len="med"/>
              <a:tailEnd type="none" w="med" len="med"/>
            </a:ln>
          </p:spPr>
        </p:sp>
        <p:sp>
          <p:nvSpPr>
            <p:cNvPr id="76914" name="Line 391"/>
            <p:cNvSpPr/>
            <p:nvPr/>
          </p:nvSpPr>
          <p:spPr>
            <a:xfrm>
              <a:off x="4241" y="708"/>
              <a:ext cx="0" cy="1451"/>
            </a:xfrm>
            <a:prstGeom prst="line">
              <a:avLst/>
            </a:prstGeom>
            <a:ln w="9525" cap="flat" cmpd="sng">
              <a:solidFill>
                <a:schemeClr val="tx1"/>
              </a:solidFill>
              <a:prstDash val="dash"/>
              <a:headEnd type="none" w="med" len="med"/>
              <a:tailEnd type="none" w="med" len="med"/>
            </a:ln>
          </p:spPr>
        </p:sp>
        <p:sp>
          <p:nvSpPr>
            <p:cNvPr id="76915" name="Line 392"/>
            <p:cNvSpPr/>
            <p:nvPr/>
          </p:nvSpPr>
          <p:spPr>
            <a:xfrm>
              <a:off x="4513" y="708"/>
              <a:ext cx="0" cy="1451"/>
            </a:xfrm>
            <a:prstGeom prst="line">
              <a:avLst/>
            </a:prstGeom>
            <a:ln w="9525" cap="flat" cmpd="sng">
              <a:solidFill>
                <a:schemeClr val="tx1"/>
              </a:solidFill>
              <a:prstDash val="dash"/>
              <a:headEnd type="none" w="med" len="med"/>
              <a:tailEnd type="none" w="med" len="med"/>
            </a:ln>
          </p:spPr>
        </p:sp>
        <p:sp>
          <p:nvSpPr>
            <p:cNvPr id="76916" name="Line 393"/>
            <p:cNvSpPr/>
            <p:nvPr/>
          </p:nvSpPr>
          <p:spPr>
            <a:xfrm>
              <a:off x="4785" y="708"/>
              <a:ext cx="0" cy="1044"/>
            </a:xfrm>
            <a:prstGeom prst="line">
              <a:avLst/>
            </a:prstGeom>
            <a:ln w="9525" cap="flat" cmpd="sng">
              <a:solidFill>
                <a:schemeClr val="tx1"/>
              </a:solidFill>
              <a:prstDash val="dash"/>
              <a:headEnd type="none" w="med" len="med"/>
              <a:tailEnd type="none" w="med" len="med"/>
            </a:ln>
          </p:spPr>
        </p:sp>
        <p:sp>
          <p:nvSpPr>
            <p:cNvPr id="76917" name="Line 394"/>
            <p:cNvSpPr/>
            <p:nvPr/>
          </p:nvSpPr>
          <p:spPr>
            <a:xfrm>
              <a:off x="3697" y="2023"/>
              <a:ext cx="816" cy="0"/>
            </a:xfrm>
            <a:prstGeom prst="line">
              <a:avLst/>
            </a:prstGeom>
            <a:ln w="9525" cap="flat" cmpd="sng">
              <a:solidFill>
                <a:schemeClr val="tx1"/>
              </a:solidFill>
              <a:prstDash val="solid"/>
              <a:headEnd type="none" w="med" len="med"/>
              <a:tailEnd type="none" w="med" len="med"/>
            </a:ln>
          </p:spPr>
        </p:sp>
        <p:sp>
          <p:nvSpPr>
            <p:cNvPr id="76918" name="Arc 395"/>
            <p:cNvSpPr/>
            <p:nvPr/>
          </p:nvSpPr>
          <p:spPr>
            <a:xfrm>
              <a:off x="968" y="802"/>
              <a:ext cx="279" cy="1132"/>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pathLst>
                <a:path w="26708" h="40087" fill="none">
                  <a:moveTo>
                    <a:pt x="-1" y="612"/>
                  </a:moveTo>
                  <a:cubicBezTo>
                    <a:pt x="1672" y="205"/>
                    <a:pt x="3386" y="-1"/>
                    <a:pt x="5108" y="0"/>
                  </a:cubicBezTo>
                  <a:cubicBezTo>
                    <a:pt x="17037" y="0"/>
                    <a:pt x="26708" y="9670"/>
                    <a:pt x="26708" y="21600"/>
                  </a:cubicBezTo>
                  <a:cubicBezTo>
                    <a:pt x="26708" y="29163"/>
                    <a:pt x="22752" y="36175"/>
                    <a:pt x="16278" y="40086"/>
                  </a:cubicBezTo>
                </a:path>
                <a:path w="26708" h="40087" stroke="0">
                  <a:moveTo>
                    <a:pt x="-1" y="612"/>
                  </a:moveTo>
                  <a:cubicBezTo>
                    <a:pt x="1672" y="205"/>
                    <a:pt x="3386" y="-1"/>
                    <a:pt x="5108" y="0"/>
                  </a:cubicBezTo>
                  <a:cubicBezTo>
                    <a:pt x="17037" y="0"/>
                    <a:pt x="26708" y="9670"/>
                    <a:pt x="26708" y="21600"/>
                  </a:cubicBezTo>
                  <a:cubicBezTo>
                    <a:pt x="26708" y="29163"/>
                    <a:pt x="22752" y="36175"/>
                    <a:pt x="16278" y="40086"/>
                  </a:cubicBezTo>
                  <a:lnTo>
                    <a:pt x="5108" y="21600"/>
                  </a:lnTo>
                  <a:lnTo>
                    <a:pt x="-1" y="612"/>
                  </a:lnTo>
                  <a:close/>
                </a:path>
              </a:pathLst>
            </a:custGeom>
            <a:noFill/>
            <a:ln w="9525" cap="flat" cmpd="sng">
              <a:solidFill>
                <a:srgbClr val="FF00FF">
                  <a:alpha val="100000"/>
                </a:srgbClr>
              </a:solidFill>
              <a:prstDash val="solid"/>
              <a:round/>
              <a:headEnd type="none" w="med" len="med"/>
              <a:tailEnd type="triangle" w="med" len="med"/>
            </a:ln>
          </p:spPr>
          <p:txBody>
            <a:bodyPr/>
            <a:p>
              <a:endParaRPr lang="zh-CN" altLang="en-US"/>
            </a:p>
          </p:txBody>
        </p:sp>
        <p:sp>
          <p:nvSpPr>
            <p:cNvPr id="76919" name="Line 396"/>
            <p:cNvSpPr/>
            <p:nvPr/>
          </p:nvSpPr>
          <p:spPr>
            <a:xfrm flipV="1">
              <a:off x="1610" y="1146"/>
              <a:ext cx="46" cy="315"/>
            </a:xfrm>
            <a:prstGeom prst="line">
              <a:avLst/>
            </a:prstGeom>
            <a:ln w="9525" cap="flat" cmpd="sng">
              <a:solidFill>
                <a:srgbClr val="FF00FF"/>
              </a:solidFill>
              <a:prstDash val="solid"/>
              <a:headEnd type="none" w="med" len="med"/>
              <a:tailEnd type="triangle" w="med" len="med"/>
            </a:ln>
          </p:spPr>
        </p:sp>
        <p:sp>
          <p:nvSpPr>
            <p:cNvPr id="76920" name="Arc 397"/>
            <p:cNvSpPr/>
            <p:nvPr/>
          </p:nvSpPr>
          <p:spPr>
            <a:xfrm>
              <a:off x="1797" y="1209"/>
              <a:ext cx="131" cy="724"/>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pathLst>
                <a:path w="26212" h="43200" fill="none">
                  <a:moveTo>
                    <a:pt x="0" y="498"/>
                  </a:moveTo>
                  <a:cubicBezTo>
                    <a:pt x="1515" y="167"/>
                    <a:pt x="3061" y="-1"/>
                    <a:pt x="4612" y="0"/>
                  </a:cubicBezTo>
                  <a:cubicBezTo>
                    <a:pt x="16541" y="0"/>
                    <a:pt x="26212" y="9670"/>
                    <a:pt x="26212" y="21600"/>
                  </a:cubicBezTo>
                  <a:cubicBezTo>
                    <a:pt x="26212" y="33529"/>
                    <a:pt x="16541" y="43200"/>
                    <a:pt x="4612" y="43200"/>
                  </a:cubicBezTo>
                  <a:cubicBezTo>
                    <a:pt x="3420" y="43200"/>
                    <a:pt x="2230" y="43101"/>
                    <a:pt x="1054" y="42905"/>
                  </a:cubicBezTo>
                </a:path>
                <a:path w="26212" h="43200" stroke="0">
                  <a:moveTo>
                    <a:pt x="0" y="498"/>
                  </a:moveTo>
                  <a:cubicBezTo>
                    <a:pt x="1515" y="167"/>
                    <a:pt x="3061" y="-1"/>
                    <a:pt x="4612" y="0"/>
                  </a:cubicBezTo>
                  <a:cubicBezTo>
                    <a:pt x="16541" y="0"/>
                    <a:pt x="26212" y="9670"/>
                    <a:pt x="26212" y="21600"/>
                  </a:cubicBezTo>
                  <a:cubicBezTo>
                    <a:pt x="26212" y="33529"/>
                    <a:pt x="16541" y="43200"/>
                    <a:pt x="4612" y="43200"/>
                  </a:cubicBezTo>
                  <a:cubicBezTo>
                    <a:pt x="3420" y="43200"/>
                    <a:pt x="2230" y="43101"/>
                    <a:pt x="1054" y="42905"/>
                  </a:cubicBezTo>
                  <a:lnTo>
                    <a:pt x="4612" y="21600"/>
                  </a:lnTo>
                  <a:lnTo>
                    <a:pt x="0" y="498"/>
                  </a:lnTo>
                  <a:close/>
                </a:path>
              </a:pathLst>
            </a:custGeom>
            <a:noFill/>
            <a:ln w="9525" cap="flat" cmpd="sng">
              <a:solidFill>
                <a:srgbClr val="FF00FF">
                  <a:alpha val="100000"/>
                </a:srgbClr>
              </a:solidFill>
              <a:prstDash val="solid"/>
              <a:round/>
              <a:headEnd type="none" w="med" len="med"/>
              <a:tailEnd type="triangle" w="med" len="med"/>
            </a:ln>
          </p:spPr>
          <p:txBody>
            <a:bodyPr/>
            <a:p>
              <a:endParaRPr lang="zh-CN" altLang="en-US"/>
            </a:p>
          </p:txBody>
        </p:sp>
        <p:sp>
          <p:nvSpPr>
            <p:cNvPr id="76921" name="Line 398"/>
            <p:cNvSpPr/>
            <p:nvPr/>
          </p:nvSpPr>
          <p:spPr>
            <a:xfrm flipV="1">
              <a:off x="3425" y="1146"/>
              <a:ext cx="136" cy="315"/>
            </a:xfrm>
            <a:prstGeom prst="line">
              <a:avLst/>
            </a:prstGeom>
            <a:ln w="9525" cap="flat" cmpd="sng">
              <a:solidFill>
                <a:srgbClr val="FF00FF"/>
              </a:solidFill>
              <a:prstDash val="solid"/>
              <a:headEnd type="none" w="med" len="med"/>
              <a:tailEnd type="triangle" w="med" len="med"/>
            </a:ln>
          </p:spPr>
        </p:sp>
        <p:sp>
          <p:nvSpPr>
            <p:cNvPr id="76922" name="Arc 399"/>
            <p:cNvSpPr/>
            <p:nvPr/>
          </p:nvSpPr>
          <p:spPr>
            <a:xfrm>
              <a:off x="3697" y="1162"/>
              <a:ext cx="131" cy="724"/>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pathLst>
                <a:path w="26212" h="43200" fill="none">
                  <a:moveTo>
                    <a:pt x="0" y="498"/>
                  </a:moveTo>
                  <a:cubicBezTo>
                    <a:pt x="1515" y="167"/>
                    <a:pt x="3061" y="-1"/>
                    <a:pt x="4612" y="0"/>
                  </a:cubicBezTo>
                  <a:cubicBezTo>
                    <a:pt x="16541" y="0"/>
                    <a:pt x="26212" y="9670"/>
                    <a:pt x="26212" y="21600"/>
                  </a:cubicBezTo>
                  <a:cubicBezTo>
                    <a:pt x="26212" y="33529"/>
                    <a:pt x="16541" y="43200"/>
                    <a:pt x="4612" y="43200"/>
                  </a:cubicBezTo>
                  <a:cubicBezTo>
                    <a:pt x="3420" y="43200"/>
                    <a:pt x="2230" y="43101"/>
                    <a:pt x="1054" y="42905"/>
                  </a:cubicBezTo>
                </a:path>
                <a:path w="26212" h="43200" stroke="0">
                  <a:moveTo>
                    <a:pt x="0" y="498"/>
                  </a:moveTo>
                  <a:cubicBezTo>
                    <a:pt x="1515" y="167"/>
                    <a:pt x="3061" y="-1"/>
                    <a:pt x="4612" y="0"/>
                  </a:cubicBezTo>
                  <a:cubicBezTo>
                    <a:pt x="16541" y="0"/>
                    <a:pt x="26212" y="9670"/>
                    <a:pt x="26212" y="21600"/>
                  </a:cubicBezTo>
                  <a:cubicBezTo>
                    <a:pt x="26212" y="33529"/>
                    <a:pt x="16541" y="43200"/>
                    <a:pt x="4612" y="43200"/>
                  </a:cubicBezTo>
                  <a:cubicBezTo>
                    <a:pt x="3420" y="43200"/>
                    <a:pt x="2230" y="43101"/>
                    <a:pt x="1054" y="42905"/>
                  </a:cubicBezTo>
                  <a:lnTo>
                    <a:pt x="4612" y="21600"/>
                  </a:lnTo>
                  <a:lnTo>
                    <a:pt x="0" y="498"/>
                  </a:lnTo>
                  <a:close/>
                </a:path>
              </a:pathLst>
            </a:custGeom>
            <a:noFill/>
            <a:ln w="9525" cap="flat" cmpd="sng">
              <a:solidFill>
                <a:srgbClr val="FF00FF">
                  <a:alpha val="100000"/>
                </a:srgbClr>
              </a:solidFill>
              <a:prstDash val="solid"/>
              <a:round/>
              <a:headEnd type="none" w="med" len="med"/>
              <a:tailEnd type="triangle" w="med" len="med"/>
            </a:ln>
          </p:spPr>
          <p:txBody>
            <a:bodyPr/>
            <a:p>
              <a:endParaRPr lang="zh-CN" altLang="en-US"/>
            </a:p>
          </p:txBody>
        </p:sp>
        <p:sp>
          <p:nvSpPr>
            <p:cNvPr id="76923" name="Rectangle 400"/>
            <p:cNvSpPr/>
            <p:nvPr/>
          </p:nvSpPr>
          <p:spPr>
            <a:xfrm>
              <a:off x="3788" y="1797"/>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3</a:t>
              </a:r>
              <a:endParaRPr lang="en-US" altLang="zh-CN" sz="1600" b="0" dirty="0">
                <a:solidFill>
                  <a:schemeClr val="tx1"/>
                </a:solidFill>
                <a:latin typeface="Arial" panose="020B0604020202020204" pitchFamily="34" charset="0"/>
              </a:endParaRPr>
            </a:p>
          </p:txBody>
        </p:sp>
        <p:sp>
          <p:nvSpPr>
            <p:cNvPr id="76924" name="Rectangle 401"/>
            <p:cNvSpPr/>
            <p:nvPr/>
          </p:nvSpPr>
          <p:spPr>
            <a:xfrm>
              <a:off x="4014" y="1797"/>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2</a:t>
              </a:r>
              <a:endParaRPr lang="en-US" altLang="zh-CN" sz="1600" b="0" dirty="0">
                <a:solidFill>
                  <a:schemeClr val="tx1"/>
                </a:solidFill>
                <a:latin typeface="Arial" panose="020B0604020202020204" pitchFamily="34" charset="0"/>
              </a:endParaRPr>
            </a:p>
          </p:txBody>
        </p:sp>
        <p:sp>
          <p:nvSpPr>
            <p:cNvPr id="76925" name="Rectangle 402"/>
            <p:cNvSpPr/>
            <p:nvPr/>
          </p:nvSpPr>
          <p:spPr>
            <a:xfrm>
              <a:off x="4287" y="1797"/>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1</a:t>
              </a:r>
              <a:endParaRPr lang="en-US" altLang="zh-CN" sz="1600" b="0" dirty="0">
                <a:solidFill>
                  <a:schemeClr val="tx1"/>
                </a:solidFill>
                <a:latin typeface="Arial" panose="020B0604020202020204" pitchFamily="34" charset="0"/>
              </a:endParaRPr>
            </a:p>
          </p:txBody>
        </p:sp>
        <p:sp>
          <p:nvSpPr>
            <p:cNvPr id="76926" name="Rectangle 403"/>
            <p:cNvSpPr/>
            <p:nvPr/>
          </p:nvSpPr>
          <p:spPr>
            <a:xfrm>
              <a:off x="4559" y="1842"/>
              <a:ext cx="182" cy="181"/>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0</a:t>
              </a:r>
              <a:endParaRPr lang="en-US" altLang="zh-CN" sz="1600" b="0" dirty="0">
                <a:solidFill>
                  <a:schemeClr val="tx1"/>
                </a:solidFill>
                <a:latin typeface="Arial" panose="020B0604020202020204" pitchFamily="34" charset="0"/>
              </a:endParaRPr>
            </a:p>
          </p:txBody>
        </p:sp>
        <p:sp>
          <p:nvSpPr>
            <p:cNvPr id="76927" name="Line 404"/>
            <p:cNvSpPr/>
            <p:nvPr/>
          </p:nvSpPr>
          <p:spPr>
            <a:xfrm flipV="1">
              <a:off x="4513" y="1842"/>
              <a:ext cx="635" cy="0"/>
            </a:xfrm>
            <a:prstGeom prst="line">
              <a:avLst/>
            </a:prstGeom>
            <a:ln w="9525" cap="flat" cmpd="sng">
              <a:solidFill>
                <a:schemeClr val="tx1"/>
              </a:solidFill>
              <a:prstDash val="solid"/>
              <a:headEnd type="none" w="med" len="med"/>
              <a:tailEnd type="none" w="med" len="med"/>
            </a:ln>
          </p:spPr>
        </p:sp>
        <p:sp>
          <p:nvSpPr>
            <p:cNvPr id="76928" name="Rectangle 405"/>
            <p:cNvSpPr/>
            <p:nvPr/>
          </p:nvSpPr>
          <p:spPr>
            <a:xfrm>
              <a:off x="3379" y="2205"/>
              <a:ext cx="1451" cy="227"/>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zh-CN" altLang="en-US" sz="1800" b="0" dirty="0">
                  <a:solidFill>
                    <a:schemeClr val="tx1"/>
                  </a:solidFill>
                  <a:latin typeface="Arial" panose="020B0604020202020204" pitchFamily="34" charset="0"/>
                </a:rPr>
                <a:t>重新装入原来的初值</a:t>
              </a:r>
              <a:endParaRPr lang="zh-CN" altLang="en-US" sz="1800" b="0" dirty="0">
                <a:solidFill>
                  <a:schemeClr val="tx1"/>
                </a:solidFill>
                <a:latin typeface="Arial" panose="020B0604020202020204" pitchFamily="34" charset="0"/>
              </a:endParaRPr>
            </a:p>
          </p:txBody>
        </p:sp>
        <p:sp>
          <p:nvSpPr>
            <p:cNvPr id="76929" name="Line 406"/>
            <p:cNvSpPr/>
            <p:nvPr/>
          </p:nvSpPr>
          <p:spPr>
            <a:xfrm flipH="1" flipV="1">
              <a:off x="3696" y="1933"/>
              <a:ext cx="409" cy="272"/>
            </a:xfrm>
            <a:prstGeom prst="line">
              <a:avLst/>
            </a:prstGeom>
            <a:ln w="9525" cap="flat" cmpd="sng">
              <a:solidFill>
                <a:srgbClr val="FF00FF"/>
              </a:solidFill>
              <a:prstDash val="solid"/>
              <a:headEnd type="none" w="med" len="med"/>
              <a:tailEnd type="triangle" w="med" len="med"/>
            </a:ln>
          </p:spPr>
        </p:sp>
        <p:sp>
          <p:nvSpPr>
            <p:cNvPr id="76930" name="Rectangle 407"/>
            <p:cNvSpPr/>
            <p:nvPr/>
          </p:nvSpPr>
          <p:spPr>
            <a:xfrm>
              <a:off x="975" y="2205"/>
              <a:ext cx="2313" cy="272"/>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zh-CN" altLang="en-US" sz="1800" b="0" dirty="0">
                  <a:solidFill>
                    <a:schemeClr val="tx1"/>
                  </a:solidFill>
                  <a:latin typeface="Arial" panose="020B0604020202020204" pitchFamily="34" charset="0"/>
                </a:rPr>
                <a:t>由</a:t>
              </a:r>
              <a:r>
                <a:rPr lang="en-US" altLang="zh-CN" sz="1800" b="0" dirty="0">
                  <a:solidFill>
                    <a:schemeClr val="tx1"/>
                  </a:solidFill>
                  <a:latin typeface="Arial" panose="020B0604020202020204" pitchFamily="34" charset="0"/>
                </a:rPr>
                <a:t>GATE</a:t>
              </a:r>
              <a:r>
                <a:rPr lang="zh-CN" altLang="en-US" sz="1800" b="0" dirty="0">
                  <a:solidFill>
                    <a:schemeClr val="tx1"/>
                  </a:solidFill>
                  <a:latin typeface="Arial" panose="020B0604020202020204" pitchFamily="34" charset="0"/>
                </a:rPr>
                <a:t>的上升沿启动新的计数过程</a:t>
              </a:r>
              <a:endParaRPr lang="zh-CN" altLang="en-US" sz="1800" b="0" dirty="0">
                <a:solidFill>
                  <a:schemeClr val="tx1"/>
                </a:solidFill>
                <a:latin typeface="Arial" panose="020B0604020202020204" pitchFamily="34" charset="0"/>
              </a:endParaRPr>
            </a:p>
          </p:txBody>
        </p:sp>
        <p:sp>
          <p:nvSpPr>
            <p:cNvPr id="76931" name="Line 408"/>
            <p:cNvSpPr/>
            <p:nvPr/>
          </p:nvSpPr>
          <p:spPr>
            <a:xfrm flipV="1">
              <a:off x="2880" y="1595"/>
              <a:ext cx="499" cy="656"/>
            </a:xfrm>
            <a:prstGeom prst="line">
              <a:avLst/>
            </a:prstGeom>
            <a:ln w="9525" cap="flat" cmpd="sng">
              <a:solidFill>
                <a:srgbClr val="FF00FF"/>
              </a:solidFill>
              <a:prstDash val="solid"/>
              <a:headEnd type="none" w="med" len="med"/>
              <a:tailEnd type="triangle" w="med" len="med"/>
            </a:ln>
          </p:spPr>
        </p:sp>
        <p:sp>
          <p:nvSpPr>
            <p:cNvPr id="76932" name="Rectangle 409"/>
            <p:cNvSpPr/>
            <p:nvPr/>
          </p:nvSpPr>
          <p:spPr>
            <a:xfrm>
              <a:off x="1565" y="482"/>
              <a:ext cx="1451" cy="227"/>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zh-CN" altLang="en-US" sz="1800" b="0" dirty="0">
                  <a:solidFill>
                    <a:schemeClr val="tx1"/>
                  </a:solidFill>
                  <a:latin typeface="Arial" panose="020B0604020202020204" pitchFamily="34" charset="0"/>
                </a:rPr>
                <a:t>只装入一次初值</a:t>
              </a:r>
              <a:endParaRPr lang="zh-CN" altLang="en-US" sz="1800" b="0" dirty="0">
                <a:solidFill>
                  <a:schemeClr val="tx1"/>
                </a:solidFill>
                <a:latin typeface="Arial" panose="020B0604020202020204" pitchFamily="34" charset="0"/>
              </a:endParaRPr>
            </a:p>
          </p:txBody>
        </p:sp>
        <p:sp>
          <p:nvSpPr>
            <p:cNvPr id="76933" name="Line 410"/>
            <p:cNvSpPr/>
            <p:nvPr/>
          </p:nvSpPr>
          <p:spPr>
            <a:xfrm flipH="1">
              <a:off x="1429" y="572"/>
              <a:ext cx="317" cy="46"/>
            </a:xfrm>
            <a:prstGeom prst="line">
              <a:avLst/>
            </a:prstGeom>
            <a:ln w="9525" cap="flat" cmpd="sng">
              <a:solidFill>
                <a:srgbClr val="FF00FF"/>
              </a:solidFill>
              <a:prstDash val="solid"/>
              <a:headEnd type="none" w="med" len="med"/>
              <a:tailEnd type="triangle" w="med" len="med"/>
            </a:ln>
          </p:spPr>
        </p:sp>
        <p:sp>
          <p:nvSpPr>
            <p:cNvPr id="76934" name="Rectangle 411"/>
            <p:cNvSpPr/>
            <p:nvPr/>
          </p:nvSpPr>
          <p:spPr>
            <a:xfrm>
              <a:off x="1882" y="1570"/>
              <a:ext cx="692" cy="231"/>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Arial" panose="020B0604020202020204" pitchFamily="34" charset="0"/>
                </a:rPr>
                <a:t>开始计数</a:t>
              </a:r>
              <a:endParaRPr lang="zh-CN" altLang="en-US" sz="1800" b="0" dirty="0">
                <a:solidFill>
                  <a:srgbClr val="000000"/>
                </a:solidFill>
                <a:latin typeface="Arial" panose="020B0604020202020204" pitchFamily="34" charset="0"/>
              </a:endParaRPr>
            </a:p>
          </p:txBody>
        </p:sp>
        <p:sp>
          <p:nvSpPr>
            <p:cNvPr id="76935" name="Line 412"/>
            <p:cNvSpPr/>
            <p:nvPr/>
          </p:nvSpPr>
          <p:spPr>
            <a:xfrm flipH="1">
              <a:off x="1791" y="1661"/>
              <a:ext cx="182" cy="227"/>
            </a:xfrm>
            <a:prstGeom prst="line">
              <a:avLst/>
            </a:prstGeom>
            <a:ln w="9525" cap="flat" cmpd="sng">
              <a:solidFill>
                <a:schemeClr val="tx1"/>
              </a:solidFill>
              <a:prstDash val="solid"/>
              <a:headEnd type="none" w="med" len="med"/>
              <a:tailEnd type="triangle" w="med" len="med"/>
            </a:ln>
          </p:spPr>
        </p:sp>
        <p:sp>
          <p:nvSpPr>
            <p:cNvPr id="76936" name="Rectangle 413"/>
            <p:cNvSpPr/>
            <p:nvPr/>
          </p:nvSpPr>
          <p:spPr>
            <a:xfrm>
              <a:off x="3833" y="1570"/>
              <a:ext cx="692" cy="231"/>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Arial" panose="020B0604020202020204" pitchFamily="34" charset="0"/>
                </a:rPr>
                <a:t>开始计数</a:t>
              </a:r>
              <a:endParaRPr lang="zh-CN" altLang="en-US" sz="1800" b="0" dirty="0">
                <a:solidFill>
                  <a:srgbClr val="000000"/>
                </a:solidFill>
                <a:latin typeface="Arial" panose="020B0604020202020204" pitchFamily="34" charset="0"/>
              </a:endParaRPr>
            </a:p>
          </p:txBody>
        </p:sp>
        <p:sp>
          <p:nvSpPr>
            <p:cNvPr id="76937" name="Line 414"/>
            <p:cNvSpPr/>
            <p:nvPr/>
          </p:nvSpPr>
          <p:spPr>
            <a:xfrm flipH="1">
              <a:off x="3696" y="1706"/>
              <a:ext cx="227" cy="182"/>
            </a:xfrm>
            <a:prstGeom prst="line">
              <a:avLst/>
            </a:prstGeom>
            <a:ln w="9525" cap="flat" cmpd="sng">
              <a:solidFill>
                <a:schemeClr val="tx1"/>
              </a:solidFill>
              <a:prstDash val="solid"/>
              <a:headEnd type="none" w="med" len="med"/>
              <a:tailEnd type="triangle" w="med" len="med"/>
            </a:ln>
          </p:spPr>
        </p:sp>
        <p:sp>
          <p:nvSpPr>
            <p:cNvPr id="76938" name="Rectangle 415"/>
            <p:cNvSpPr/>
            <p:nvPr/>
          </p:nvSpPr>
          <p:spPr>
            <a:xfrm>
              <a:off x="2835" y="1888"/>
              <a:ext cx="692" cy="231"/>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Arial" panose="020B0604020202020204" pitchFamily="34" charset="0"/>
                </a:rPr>
                <a:t>计数结束</a:t>
              </a:r>
              <a:endParaRPr lang="zh-CN" altLang="en-US" sz="1800" b="0" dirty="0">
                <a:solidFill>
                  <a:srgbClr val="000000"/>
                </a:solidFill>
                <a:latin typeface="Arial" panose="020B0604020202020204" pitchFamily="34" charset="0"/>
              </a:endParaRPr>
            </a:p>
          </p:txBody>
        </p:sp>
        <p:sp>
          <p:nvSpPr>
            <p:cNvPr id="76939" name="Rectangle 416"/>
            <p:cNvSpPr/>
            <p:nvPr/>
          </p:nvSpPr>
          <p:spPr>
            <a:xfrm>
              <a:off x="4649" y="1842"/>
              <a:ext cx="692" cy="231"/>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Arial" panose="020B0604020202020204" pitchFamily="34" charset="0"/>
                </a:rPr>
                <a:t>计数结束</a:t>
              </a:r>
              <a:endParaRPr lang="zh-CN" altLang="en-US" sz="1800" b="0" dirty="0">
                <a:solidFill>
                  <a:srgbClr val="000000"/>
                </a:solidFill>
                <a:latin typeface="Arial" panose="020B0604020202020204" pitchFamily="34" charset="0"/>
              </a:endParaRPr>
            </a:p>
          </p:txBody>
        </p:sp>
      </p:grpSp>
    </p:spTree>
  </p:cSld>
  <p:clrMapOvr>
    <a:masterClrMapping/>
  </p:clrMapOvr>
  <p:transition spd="slow">
    <p:zoom/>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7346" name="Rectangle 2"/>
          <p:cNvSpPr>
            <a:spLocks noGrp="1" noChangeArrowheads="1"/>
          </p:cNvSpPr>
          <p:nvPr>
            <p:ph idx="1"/>
          </p:nvPr>
        </p:nvSpPr>
        <p:spPr>
          <a:xfrm>
            <a:off x="179388" y="4581525"/>
            <a:ext cx="8785225" cy="2016125"/>
          </a:xfrm>
          <a:solidFill>
            <a:srgbClr val="CCFFFF"/>
          </a:solidFill>
          <a:ln>
            <a:solidFill>
              <a:srgbClr val="FF00FF"/>
            </a:solidFill>
            <a:miter/>
          </a:ln>
        </p:spPr>
        <p:txBody>
          <a:bodyPr vert="horz" wrap="square" lIns="91440" tIns="45720" rIns="91440" bIns="45720" numCol="1" anchor="t" anchorCtr="0" compatLnSpc="1"/>
          <a:lstStyle/>
          <a:p>
            <a:pPr marL="0" marR="0" lvl="0" indent="1778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方式</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1</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的特点③：</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 </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1778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计数过程中改变计数初值不影响本次计数过程。若门控信号再次被触发，则计数器才按新的计数值计数。</a:t>
            </a:r>
            <a:r>
              <a:rPr kumimoji="1" lang="zh-CN" altLang="en-US" sz="28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a:t>
            </a:r>
            <a:endParaRPr kumimoji="1" lang="zh-CN" altLang="en-US" sz="28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endParaRPr>
          </a:p>
        </p:txBody>
      </p:sp>
      <p:sp>
        <p:nvSpPr>
          <p:cNvPr id="77827" name="Line 144"/>
          <p:cNvSpPr/>
          <p:nvPr/>
        </p:nvSpPr>
        <p:spPr>
          <a:xfrm flipH="1" flipV="1">
            <a:off x="3419475" y="1341438"/>
            <a:ext cx="576263" cy="3671887"/>
          </a:xfrm>
          <a:prstGeom prst="line">
            <a:avLst/>
          </a:prstGeom>
          <a:ln w="9525" cap="flat" cmpd="sng">
            <a:solidFill>
              <a:schemeClr val="tx1"/>
            </a:solidFill>
            <a:prstDash val="solid"/>
            <a:headEnd type="none" w="med" len="med"/>
            <a:tailEnd type="triangle" w="med" len="med"/>
          </a:ln>
        </p:spPr>
      </p:sp>
      <p:sp>
        <p:nvSpPr>
          <p:cNvPr id="77828" name="Line 4"/>
          <p:cNvSpPr/>
          <p:nvPr/>
        </p:nvSpPr>
        <p:spPr>
          <a:xfrm>
            <a:off x="900113" y="2060575"/>
            <a:ext cx="431800" cy="0"/>
          </a:xfrm>
          <a:prstGeom prst="line">
            <a:avLst/>
          </a:prstGeom>
          <a:ln w="9525" cap="flat" cmpd="sng">
            <a:solidFill>
              <a:schemeClr val="tx1"/>
            </a:solidFill>
            <a:prstDash val="solid"/>
            <a:headEnd type="none" w="med" len="med"/>
            <a:tailEnd type="none" w="med" len="med"/>
          </a:ln>
        </p:spPr>
      </p:sp>
      <p:sp>
        <p:nvSpPr>
          <p:cNvPr id="77829" name="Line 5"/>
          <p:cNvSpPr/>
          <p:nvPr/>
        </p:nvSpPr>
        <p:spPr>
          <a:xfrm flipV="1">
            <a:off x="1331913" y="1773238"/>
            <a:ext cx="0" cy="287337"/>
          </a:xfrm>
          <a:prstGeom prst="line">
            <a:avLst/>
          </a:prstGeom>
          <a:ln w="9525" cap="flat" cmpd="sng">
            <a:solidFill>
              <a:schemeClr val="tx1"/>
            </a:solidFill>
            <a:prstDash val="solid"/>
            <a:headEnd type="none" w="med" len="med"/>
            <a:tailEnd type="none" w="med" len="med"/>
          </a:ln>
        </p:spPr>
      </p:sp>
      <p:sp>
        <p:nvSpPr>
          <p:cNvPr id="77830" name="Line 6"/>
          <p:cNvSpPr/>
          <p:nvPr/>
        </p:nvSpPr>
        <p:spPr>
          <a:xfrm>
            <a:off x="1331913" y="1773238"/>
            <a:ext cx="215900" cy="0"/>
          </a:xfrm>
          <a:prstGeom prst="line">
            <a:avLst/>
          </a:prstGeom>
          <a:ln w="9525" cap="flat" cmpd="sng">
            <a:solidFill>
              <a:schemeClr val="tx1"/>
            </a:solidFill>
            <a:prstDash val="solid"/>
            <a:headEnd type="none" w="med" len="med"/>
            <a:tailEnd type="none" w="med" len="med"/>
          </a:ln>
        </p:spPr>
      </p:sp>
      <p:sp>
        <p:nvSpPr>
          <p:cNvPr id="77831" name="Line 7"/>
          <p:cNvSpPr/>
          <p:nvPr/>
        </p:nvSpPr>
        <p:spPr>
          <a:xfrm flipV="1">
            <a:off x="1547813" y="1773238"/>
            <a:ext cx="0" cy="287337"/>
          </a:xfrm>
          <a:prstGeom prst="line">
            <a:avLst/>
          </a:prstGeom>
          <a:ln w="9525" cap="flat" cmpd="sng">
            <a:solidFill>
              <a:schemeClr val="tx1"/>
            </a:solidFill>
            <a:prstDash val="solid"/>
            <a:headEnd type="none" w="med" len="med"/>
            <a:tailEnd type="none" w="med" len="med"/>
          </a:ln>
        </p:spPr>
      </p:sp>
      <p:sp>
        <p:nvSpPr>
          <p:cNvPr id="77832" name="Line 8"/>
          <p:cNvSpPr/>
          <p:nvPr/>
        </p:nvSpPr>
        <p:spPr>
          <a:xfrm>
            <a:off x="1547813" y="2060575"/>
            <a:ext cx="215900" cy="0"/>
          </a:xfrm>
          <a:prstGeom prst="line">
            <a:avLst/>
          </a:prstGeom>
          <a:ln w="9525" cap="flat" cmpd="sng">
            <a:solidFill>
              <a:schemeClr val="tx1"/>
            </a:solidFill>
            <a:prstDash val="solid"/>
            <a:headEnd type="none" w="med" len="med"/>
            <a:tailEnd type="none" w="med" len="med"/>
          </a:ln>
        </p:spPr>
      </p:sp>
      <p:sp>
        <p:nvSpPr>
          <p:cNvPr id="77833" name="Line 9"/>
          <p:cNvSpPr/>
          <p:nvPr/>
        </p:nvSpPr>
        <p:spPr>
          <a:xfrm flipV="1">
            <a:off x="1763713" y="1773238"/>
            <a:ext cx="0" cy="287337"/>
          </a:xfrm>
          <a:prstGeom prst="line">
            <a:avLst/>
          </a:prstGeom>
          <a:ln w="9525" cap="flat" cmpd="sng">
            <a:solidFill>
              <a:schemeClr val="tx1"/>
            </a:solidFill>
            <a:prstDash val="solid"/>
            <a:headEnd type="none" w="med" len="med"/>
            <a:tailEnd type="none" w="med" len="med"/>
          </a:ln>
        </p:spPr>
      </p:sp>
      <p:sp>
        <p:nvSpPr>
          <p:cNvPr id="77834" name="Line 10"/>
          <p:cNvSpPr/>
          <p:nvPr/>
        </p:nvSpPr>
        <p:spPr>
          <a:xfrm>
            <a:off x="1763713" y="1773238"/>
            <a:ext cx="215900" cy="0"/>
          </a:xfrm>
          <a:prstGeom prst="line">
            <a:avLst/>
          </a:prstGeom>
          <a:ln w="9525" cap="flat" cmpd="sng">
            <a:solidFill>
              <a:schemeClr val="tx1"/>
            </a:solidFill>
            <a:prstDash val="solid"/>
            <a:headEnd type="none" w="med" len="med"/>
            <a:tailEnd type="none" w="med" len="med"/>
          </a:ln>
        </p:spPr>
      </p:sp>
      <p:sp>
        <p:nvSpPr>
          <p:cNvPr id="77835" name="Line 11"/>
          <p:cNvSpPr/>
          <p:nvPr/>
        </p:nvSpPr>
        <p:spPr>
          <a:xfrm flipV="1">
            <a:off x="1979613" y="1773238"/>
            <a:ext cx="0" cy="287337"/>
          </a:xfrm>
          <a:prstGeom prst="line">
            <a:avLst/>
          </a:prstGeom>
          <a:ln w="9525" cap="flat" cmpd="sng">
            <a:solidFill>
              <a:schemeClr val="tx1"/>
            </a:solidFill>
            <a:prstDash val="solid"/>
            <a:headEnd type="none" w="med" len="med"/>
            <a:tailEnd type="none" w="med" len="med"/>
          </a:ln>
        </p:spPr>
      </p:sp>
      <p:sp>
        <p:nvSpPr>
          <p:cNvPr id="77836" name="Line 12"/>
          <p:cNvSpPr/>
          <p:nvPr/>
        </p:nvSpPr>
        <p:spPr>
          <a:xfrm>
            <a:off x="1979613" y="2060575"/>
            <a:ext cx="215900" cy="0"/>
          </a:xfrm>
          <a:prstGeom prst="line">
            <a:avLst/>
          </a:prstGeom>
          <a:ln w="9525" cap="flat" cmpd="sng">
            <a:solidFill>
              <a:schemeClr val="tx1"/>
            </a:solidFill>
            <a:prstDash val="solid"/>
            <a:headEnd type="none" w="med" len="med"/>
            <a:tailEnd type="none" w="med" len="med"/>
          </a:ln>
        </p:spPr>
      </p:sp>
      <p:sp>
        <p:nvSpPr>
          <p:cNvPr id="77837" name="Line 13"/>
          <p:cNvSpPr/>
          <p:nvPr/>
        </p:nvSpPr>
        <p:spPr>
          <a:xfrm flipV="1">
            <a:off x="2197100" y="1773238"/>
            <a:ext cx="0" cy="287337"/>
          </a:xfrm>
          <a:prstGeom prst="line">
            <a:avLst/>
          </a:prstGeom>
          <a:ln w="9525" cap="flat" cmpd="sng">
            <a:solidFill>
              <a:schemeClr val="tx1"/>
            </a:solidFill>
            <a:prstDash val="solid"/>
            <a:headEnd type="none" w="med" len="med"/>
            <a:tailEnd type="none" w="med" len="med"/>
          </a:ln>
        </p:spPr>
      </p:sp>
      <p:sp>
        <p:nvSpPr>
          <p:cNvPr id="77838" name="Line 14"/>
          <p:cNvSpPr/>
          <p:nvPr/>
        </p:nvSpPr>
        <p:spPr>
          <a:xfrm>
            <a:off x="2197100" y="1773238"/>
            <a:ext cx="215900" cy="0"/>
          </a:xfrm>
          <a:prstGeom prst="line">
            <a:avLst/>
          </a:prstGeom>
          <a:ln w="9525" cap="flat" cmpd="sng">
            <a:solidFill>
              <a:schemeClr val="tx1"/>
            </a:solidFill>
            <a:prstDash val="solid"/>
            <a:headEnd type="none" w="med" len="med"/>
            <a:tailEnd type="none" w="med" len="med"/>
          </a:ln>
        </p:spPr>
      </p:sp>
      <p:sp>
        <p:nvSpPr>
          <p:cNvPr id="77839" name="Line 15"/>
          <p:cNvSpPr/>
          <p:nvPr/>
        </p:nvSpPr>
        <p:spPr>
          <a:xfrm flipV="1">
            <a:off x="2413000" y="1773238"/>
            <a:ext cx="0" cy="287337"/>
          </a:xfrm>
          <a:prstGeom prst="line">
            <a:avLst/>
          </a:prstGeom>
          <a:ln w="9525" cap="flat" cmpd="sng">
            <a:solidFill>
              <a:schemeClr val="tx1"/>
            </a:solidFill>
            <a:prstDash val="solid"/>
            <a:headEnd type="none" w="med" len="med"/>
            <a:tailEnd type="none" w="med" len="med"/>
          </a:ln>
        </p:spPr>
      </p:sp>
      <p:sp>
        <p:nvSpPr>
          <p:cNvPr id="77840" name="Line 16"/>
          <p:cNvSpPr/>
          <p:nvPr/>
        </p:nvSpPr>
        <p:spPr>
          <a:xfrm>
            <a:off x="2413000" y="2060575"/>
            <a:ext cx="215900" cy="0"/>
          </a:xfrm>
          <a:prstGeom prst="line">
            <a:avLst/>
          </a:prstGeom>
          <a:ln w="9525" cap="flat" cmpd="sng">
            <a:solidFill>
              <a:schemeClr val="tx1"/>
            </a:solidFill>
            <a:prstDash val="solid"/>
            <a:headEnd type="none" w="med" len="med"/>
            <a:tailEnd type="none" w="med" len="med"/>
          </a:ln>
        </p:spPr>
      </p:sp>
      <p:sp>
        <p:nvSpPr>
          <p:cNvPr id="77841" name="Line 17"/>
          <p:cNvSpPr/>
          <p:nvPr/>
        </p:nvSpPr>
        <p:spPr>
          <a:xfrm flipV="1">
            <a:off x="2628900" y="1773238"/>
            <a:ext cx="0" cy="287337"/>
          </a:xfrm>
          <a:prstGeom prst="line">
            <a:avLst/>
          </a:prstGeom>
          <a:ln w="9525" cap="flat" cmpd="sng">
            <a:solidFill>
              <a:schemeClr val="tx1"/>
            </a:solidFill>
            <a:prstDash val="solid"/>
            <a:headEnd type="none" w="med" len="med"/>
            <a:tailEnd type="none" w="med" len="med"/>
          </a:ln>
        </p:spPr>
      </p:sp>
      <p:sp>
        <p:nvSpPr>
          <p:cNvPr id="77842" name="Line 18"/>
          <p:cNvSpPr/>
          <p:nvPr/>
        </p:nvSpPr>
        <p:spPr>
          <a:xfrm>
            <a:off x="2628900" y="1773238"/>
            <a:ext cx="215900" cy="0"/>
          </a:xfrm>
          <a:prstGeom prst="line">
            <a:avLst/>
          </a:prstGeom>
          <a:ln w="9525" cap="flat" cmpd="sng">
            <a:solidFill>
              <a:schemeClr val="tx1"/>
            </a:solidFill>
            <a:prstDash val="solid"/>
            <a:headEnd type="none" w="med" len="med"/>
            <a:tailEnd type="none" w="med" len="med"/>
          </a:ln>
        </p:spPr>
      </p:sp>
      <p:sp>
        <p:nvSpPr>
          <p:cNvPr id="77843" name="Line 19"/>
          <p:cNvSpPr/>
          <p:nvPr/>
        </p:nvSpPr>
        <p:spPr>
          <a:xfrm flipV="1">
            <a:off x="2844800" y="1773238"/>
            <a:ext cx="0" cy="287337"/>
          </a:xfrm>
          <a:prstGeom prst="line">
            <a:avLst/>
          </a:prstGeom>
          <a:ln w="9525" cap="flat" cmpd="sng">
            <a:solidFill>
              <a:schemeClr val="tx1"/>
            </a:solidFill>
            <a:prstDash val="solid"/>
            <a:headEnd type="none" w="med" len="med"/>
            <a:tailEnd type="none" w="med" len="med"/>
          </a:ln>
        </p:spPr>
      </p:sp>
      <p:sp>
        <p:nvSpPr>
          <p:cNvPr id="77844" name="Line 20"/>
          <p:cNvSpPr/>
          <p:nvPr/>
        </p:nvSpPr>
        <p:spPr>
          <a:xfrm>
            <a:off x="2844800" y="2060575"/>
            <a:ext cx="215900" cy="0"/>
          </a:xfrm>
          <a:prstGeom prst="line">
            <a:avLst/>
          </a:prstGeom>
          <a:ln w="9525" cap="flat" cmpd="sng">
            <a:solidFill>
              <a:schemeClr val="tx1"/>
            </a:solidFill>
            <a:prstDash val="solid"/>
            <a:headEnd type="none" w="med" len="med"/>
            <a:tailEnd type="none" w="med" len="med"/>
          </a:ln>
        </p:spPr>
      </p:sp>
      <p:sp>
        <p:nvSpPr>
          <p:cNvPr id="77845" name="Line 21"/>
          <p:cNvSpPr/>
          <p:nvPr/>
        </p:nvSpPr>
        <p:spPr>
          <a:xfrm flipV="1">
            <a:off x="3059113" y="1773238"/>
            <a:ext cx="0" cy="287337"/>
          </a:xfrm>
          <a:prstGeom prst="line">
            <a:avLst/>
          </a:prstGeom>
          <a:ln w="9525" cap="flat" cmpd="sng">
            <a:solidFill>
              <a:schemeClr val="tx1"/>
            </a:solidFill>
            <a:prstDash val="solid"/>
            <a:headEnd type="none" w="med" len="med"/>
            <a:tailEnd type="none" w="med" len="med"/>
          </a:ln>
        </p:spPr>
      </p:sp>
      <p:sp>
        <p:nvSpPr>
          <p:cNvPr id="77846" name="Line 22"/>
          <p:cNvSpPr/>
          <p:nvPr/>
        </p:nvSpPr>
        <p:spPr>
          <a:xfrm>
            <a:off x="3059113" y="1773238"/>
            <a:ext cx="215900" cy="0"/>
          </a:xfrm>
          <a:prstGeom prst="line">
            <a:avLst/>
          </a:prstGeom>
          <a:ln w="9525" cap="flat" cmpd="sng">
            <a:solidFill>
              <a:schemeClr val="tx1"/>
            </a:solidFill>
            <a:prstDash val="solid"/>
            <a:headEnd type="none" w="med" len="med"/>
            <a:tailEnd type="none" w="med" len="med"/>
          </a:ln>
        </p:spPr>
      </p:sp>
      <p:sp>
        <p:nvSpPr>
          <p:cNvPr id="77847" name="Line 23"/>
          <p:cNvSpPr/>
          <p:nvPr/>
        </p:nvSpPr>
        <p:spPr>
          <a:xfrm flipV="1">
            <a:off x="3275013" y="1773238"/>
            <a:ext cx="0" cy="287337"/>
          </a:xfrm>
          <a:prstGeom prst="line">
            <a:avLst/>
          </a:prstGeom>
          <a:ln w="9525" cap="flat" cmpd="sng">
            <a:solidFill>
              <a:schemeClr val="tx1"/>
            </a:solidFill>
            <a:prstDash val="solid"/>
            <a:headEnd type="none" w="med" len="med"/>
            <a:tailEnd type="none" w="med" len="med"/>
          </a:ln>
        </p:spPr>
      </p:sp>
      <p:sp>
        <p:nvSpPr>
          <p:cNvPr id="77848" name="Line 24"/>
          <p:cNvSpPr/>
          <p:nvPr/>
        </p:nvSpPr>
        <p:spPr>
          <a:xfrm>
            <a:off x="3275013" y="2060575"/>
            <a:ext cx="215900" cy="0"/>
          </a:xfrm>
          <a:prstGeom prst="line">
            <a:avLst/>
          </a:prstGeom>
          <a:ln w="9525" cap="flat" cmpd="sng">
            <a:solidFill>
              <a:schemeClr val="tx1"/>
            </a:solidFill>
            <a:prstDash val="solid"/>
            <a:headEnd type="none" w="med" len="med"/>
            <a:tailEnd type="none" w="med" len="med"/>
          </a:ln>
        </p:spPr>
      </p:sp>
      <p:sp>
        <p:nvSpPr>
          <p:cNvPr id="77849" name="Line 25"/>
          <p:cNvSpPr/>
          <p:nvPr/>
        </p:nvSpPr>
        <p:spPr>
          <a:xfrm flipV="1">
            <a:off x="3490913" y="1773238"/>
            <a:ext cx="0" cy="287337"/>
          </a:xfrm>
          <a:prstGeom prst="line">
            <a:avLst/>
          </a:prstGeom>
          <a:ln w="9525" cap="flat" cmpd="sng">
            <a:solidFill>
              <a:schemeClr val="tx1"/>
            </a:solidFill>
            <a:prstDash val="solid"/>
            <a:headEnd type="none" w="med" len="med"/>
            <a:tailEnd type="none" w="med" len="med"/>
          </a:ln>
        </p:spPr>
      </p:sp>
      <p:sp>
        <p:nvSpPr>
          <p:cNvPr id="77850" name="Line 26"/>
          <p:cNvSpPr/>
          <p:nvPr/>
        </p:nvSpPr>
        <p:spPr>
          <a:xfrm>
            <a:off x="3490913" y="1773238"/>
            <a:ext cx="215900" cy="0"/>
          </a:xfrm>
          <a:prstGeom prst="line">
            <a:avLst/>
          </a:prstGeom>
          <a:ln w="9525" cap="flat" cmpd="sng">
            <a:solidFill>
              <a:schemeClr val="tx1"/>
            </a:solidFill>
            <a:prstDash val="solid"/>
            <a:headEnd type="none" w="med" len="med"/>
            <a:tailEnd type="none" w="med" len="med"/>
          </a:ln>
        </p:spPr>
      </p:sp>
      <p:sp>
        <p:nvSpPr>
          <p:cNvPr id="77851" name="Line 27"/>
          <p:cNvSpPr/>
          <p:nvPr/>
        </p:nvSpPr>
        <p:spPr>
          <a:xfrm flipV="1">
            <a:off x="3706813" y="1773238"/>
            <a:ext cx="0" cy="287337"/>
          </a:xfrm>
          <a:prstGeom prst="line">
            <a:avLst/>
          </a:prstGeom>
          <a:ln w="9525" cap="flat" cmpd="sng">
            <a:solidFill>
              <a:schemeClr val="tx1"/>
            </a:solidFill>
            <a:prstDash val="solid"/>
            <a:headEnd type="none" w="med" len="med"/>
            <a:tailEnd type="none" w="med" len="med"/>
          </a:ln>
        </p:spPr>
      </p:sp>
      <p:sp>
        <p:nvSpPr>
          <p:cNvPr id="77852" name="Line 28"/>
          <p:cNvSpPr/>
          <p:nvPr/>
        </p:nvSpPr>
        <p:spPr>
          <a:xfrm>
            <a:off x="3706813" y="2060575"/>
            <a:ext cx="215900" cy="0"/>
          </a:xfrm>
          <a:prstGeom prst="line">
            <a:avLst/>
          </a:prstGeom>
          <a:ln w="9525" cap="flat" cmpd="sng">
            <a:solidFill>
              <a:schemeClr val="tx1"/>
            </a:solidFill>
            <a:prstDash val="solid"/>
            <a:headEnd type="none" w="med" len="med"/>
            <a:tailEnd type="none" w="med" len="med"/>
          </a:ln>
        </p:spPr>
      </p:sp>
      <p:sp>
        <p:nvSpPr>
          <p:cNvPr id="77853" name="Line 29"/>
          <p:cNvSpPr/>
          <p:nvPr/>
        </p:nvSpPr>
        <p:spPr>
          <a:xfrm flipV="1">
            <a:off x="3924300" y="1773238"/>
            <a:ext cx="0" cy="287337"/>
          </a:xfrm>
          <a:prstGeom prst="line">
            <a:avLst/>
          </a:prstGeom>
          <a:ln w="9525" cap="flat" cmpd="sng">
            <a:solidFill>
              <a:schemeClr val="tx1"/>
            </a:solidFill>
            <a:prstDash val="solid"/>
            <a:headEnd type="none" w="med" len="med"/>
            <a:tailEnd type="none" w="med" len="med"/>
          </a:ln>
        </p:spPr>
      </p:sp>
      <p:sp>
        <p:nvSpPr>
          <p:cNvPr id="77854" name="Line 30"/>
          <p:cNvSpPr/>
          <p:nvPr/>
        </p:nvSpPr>
        <p:spPr>
          <a:xfrm>
            <a:off x="3924300" y="1773238"/>
            <a:ext cx="215900" cy="0"/>
          </a:xfrm>
          <a:prstGeom prst="line">
            <a:avLst/>
          </a:prstGeom>
          <a:ln w="9525" cap="flat" cmpd="sng">
            <a:solidFill>
              <a:schemeClr val="tx1"/>
            </a:solidFill>
            <a:prstDash val="solid"/>
            <a:headEnd type="none" w="med" len="med"/>
            <a:tailEnd type="none" w="med" len="med"/>
          </a:ln>
        </p:spPr>
      </p:sp>
      <p:sp>
        <p:nvSpPr>
          <p:cNvPr id="77855" name="Line 31"/>
          <p:cNvSpPr/>
          <p:nvPr/>
        </p:nvSpPr>
        <p:spPr>
          <a:xfrm flipV="1">
            <a:off x="4140200" y="1773238"/>
            <a:ext cx="0" cy="287337"/>
          </a:xfrm>
          <a:prstGeom prst="line">
            <a:avLst/>
          </a:prstGeom>
          <a:ln w="9525" cap="flat" cmpd="sng">
            <a:solidFill>
              <a:schemeClr val="tx1"/>
            </a:solidFill>
            <a:prstDash val="solid"/>
            <a:headEnd type="none" w="med" len="med"/>
            <a:tailEnd type="none" w="med" len="med"/>
          </a:ln>
        </p:spPr>
      </p:sp>
      <p:sp>
        <p:nvSpPr>
          <p:cNvPr id="77856" name="Line 32"/>
          <p:cNvSpPr/>
          <p:nvPr/>
        </p:nvSpPr>
        <p:spPr>
          <a:xfrm>
            <a:off x="4140200" y="2060575"/>
            <a:ext cx="215900" cy="0"/>
          </a:xfrm>
          <a:prstGeom prst="line">
            <a:avLst/>
          </a:prstGeom>
          <a:ln w="9525" cap="flat" cmpd="sng">
            <a:solidFill>
              <a:schemeClr val="tx1"/>
            </a:solidFill>
            <a:prstDash val="solid"/>
            <a:headEnd type="none" w="med" len="med"/>
            <a:tailEnd type="none" w="med" len="med"/>
          </a:ln>
        </p:spPr>
      </p:sp>
      <p:sp>
        <p:nvSpPr>
          <p:cNvPr id="77857" name="Line 33"/>
          <p:cNvSpPr/>
          <p:nvPr/>
        </p:nvSpPr>
        <p:spPr>
          <a:xfrm flipV="1">
            <a:off x="4356100" y="1773238"/>
            <a:ext cx="0" cy="287337"/>
          </a:xfrm>
          <a:prstGeom prst="line">
            <a:avLst/>
          </a:prstGeom>
          <a:ln w="9525" cap="flat" cmpd="sng">
            <a:solidFill>
              <a:schemeClr val="tx1"/>
            </a:solidFill>
            <a:prstDash val="solid"/>
            <a:headEnd type="none" w="med" len="med"/>
            <a:tailEnd type="none" w="med" len="med"/>
          </a:ln>
        </p:spPr>
      </p:sp>
      <p:sp>
        <p:nvSpPr>
          <p:cNvPr id="77858" name="Line 34"/>
          <p:cNvSpPr/>
          <p:nvPr/>
        </p:nvSpPr>
        <p:spPr>
          <a:xfrm>
            <a:off x="4356100" y="1773238"/>
            <a:ext cx="215900" cy="0"/>
          </a:xfrm>
          <a:prstGeom prst="line">
            <a:avLst/>
          </a:prstGeom>
          <a:ln w="9525" cap="flat" cmpd="sng">
            <a:solidFill>
              <a:schemeClr val="tx1"/>
            </a:solidFill>
            <a:prstDash val="solid"/>
            <a:headEnd type="none" w="med" len="med"/>
            <a:tailEnd type="none" w="med" len="med"/>
          </a:ln>
        </p:spPr>
      </p:sp>
      <p:sp>
        <p:nvSpPr>
          <p:cNvPr id="77859" name="Line 35"/>
          <p:cNvSpPr/>
          <p:nvPr/>
        </p:nvSpPr>
        <p:spPr>
          <a:xfrm flipV="1">
            <a:off x="4572000" y="1773238"/>
            <a:ext cx="0" cy="287337"/>
          </a:xfrm>
          <a:prstGeom prst="line">
            <a:avLst/>
          </a:prstGeom>
          <a:ln w="9525" cap="flat" cmpd="sng">
            <a:solidFill>
              <a:schemeClr val="tx1"/>
            </a:solidFill>
            <a:prstDash val="solid"/>
            <a:headEnd type="none" w="med" len="med"/>
            <a:tailEnd type="none" w="med" len="med"/>
          </a:ln>
        </p:spPr>
      </p:sp>
      <p:sp>
        <p:nvSpPr>
          <p:cNvPr id="77860" name="Line 36"/>
          <p:cNvSpPr/>
          <p:nvPr/>
        </p:nvSpPr>
        <p:spPr>
          <a:xfrm>
            <a:off x="4572000" y="2060575"/>
            <a:ext cx="215900" cy="0"/>
          </a:xfrm>
          <a:prstGeom prst="line">
            <a:avLst/>
          </a:prstGeom>
          <a:ln w="9525" cap="flat" cmpd="sng">
            <a:solidFill>
              <a:schemeClr val="tx1"/>
            </a:solidFill>
            <a:prstDash val="solid"/>
            <a:headEnd type="none" w="med" len="med"/>
            <a:tailEnd type="none" w="med" len="med"/>
          </a:ln>
        </p:spPr>
      </p:sp>
      <p:sp>
        <p:nvSpPr>
          <p:cNvPr id="77861" name="Line 37"/>
          <p:cNvSpPr/>
          <p:nvPr/>
        </p:nvSpPr>
        <p:spPr>
          <a:xfrm flipV="1">
            <a:off x="4789488" y="1773238"/>
            <a:ext cx="0" cy="287337"/>
          </a:xfrm>
          <a:prstGeom prst="line">
            <a:avLst/>
          </a:prstGeom>
          <a:ln w="9525" cap="flat" cmpd="sng">
            <a:solidFill>
              <a:schemeClr val="tx1"/>
            </a:solidFill>
            <a:prstDash val="solid"/>
            <a:headEnd type="none" w="med" len="med"/>
            <a:tailEnd type="none" w="med" len="med"/>
          </a:ln>
        </p:spPr>
      </p:sp>
      <p:sp>
        <p:nvSpPr>
          <p:cNvPr id="77862" name="Line 38"/>
          <p:cNvSpPr/>
          <p:nvPr/>
        </p:nvSpPr>
        <p:spPr>
          <a:xfrm>
            <a:off x="4789488" y="1773238"/>
            <a:ext cx="215900" cy="0"/>
          </a:xfrm>
          <a:prstGeom prst="line">
            <a:avLst/>
          </a:prstGeom>
          <a:ln w="9525" cap="flat" cmpd="sng">
            <a:solidFill>
              <a:schemeClr val="tx1"/>
            </a:solidFill>
            <a:prstDash val="solid"/>
            <a:headEnd type="none" w="med" len="med"/>
            <a:tailEnd type="none" w="med" len="med"/>
          </a:ln>
        </p:spPr>
      </p:sp>
      <p:sp>
        <p:nvSpPr>
          <p:cNvPr id="77863" name="Line 39"/>
          <p:cNvSpPr/>
          <p:nvPr/>
        </p:nvSpPr>
        <p:spPr>
          <a:xfrm flipV="1">
            <a:off x="5005388" y="1773238"/>
            <a:ext cx="0" cy="287337"/>
          </a:xfrm>
          <a:prstGeom prst="line">
            <a:avLst/>
          </a:prstGeom>
          <a:ln w="9525" cap="flat" cmpd="sng">
            <a:solidFill>
              <a:schemeClr val="tx1"/>
            </a:solidFill>
            <a:prstDash val="solid"/>
            <a:headEnd type="none" w="med" len="med"/>
            <a:tailEnd type="none" w="med" len="med"/>
          </a:ln>
        </p:spPr>
      </p:sp>
      <p:sp>
        <p:nvSpPr>
          <p:cNvPr id="77864" name="Line 40"/>
          <p:cNvSpPr/>
          <p:nvPr/>
        </p:nvSpPr>
        <p:spPr>
          <a:xfrm>
            <a:off x="5005388" y="2060575"/>
            <a:ext cx="215900" cy="0"/>
          </a:xfrm>
          <a:prstGeom prst="line">
            <a:avLst/>
          </a:prstGeom>
          <a:ln w="9525" cap="flat" cmpd="sng">
            <a:solidFill>
              <a:schemeClr val="tx1"/>
            </a:solidFill>
            <a:prstDash val="solid"/>
            <a:headEnd type="none" w="med" len="med"/>
            <a:tailEnd type="none" w="med" len="med"/>
          </a:ln>
        </p:spPr>
      </p:sp>
      <p:sp>
        <p:nvSpPr>
          <p:cNvPr id="77865" name="Line 41"/>
          <p:cNvSpPr/>
          <p:nvPr/>
        </p:nvSpPr>
        <p:spPr>
          <a:xfrm flipV="1">
            <a:off x="5221288" y="1773238"/>
            <a:ext cx="0" cy="287337"/>
          </a:xfrm>
          <a:prstGeom prst="line">
            <a:avLst/>
          </a:prstGeom>
          <a:ln w="9525" cap="flat" cmpd="sng">
            <a:solidFill>
              <a:schemeClr val="tx1"/>
            </a:solidFill>
            <a:prstDash val="solid"/>
            <a:headEnd type="none" w="med" len="med"/>
            <a:tailEnd type="none" w="med" len="med"/>
          </a:ln>
        </p:spPr>
      </p:sp>
      <p:sp>
        <p:nvSpPr>
          <p:cNvPr id="77866" name="Line 42"/>
          <p:cNvSpPr/>
          <p:nvPr/>
        </p:nvSpPr>
        <p:spPr>
          <a:xfrm>
            <a:off x="5221288" y="1773238"/>
            <a:ext cx="215900" cy="0"/>
          </a:xfrm>
          <a:prstGeom prst="line">
            <a:avLst/>
          </a:prstGeom>
          <a:ln w="9525" cap="flat" cmpd="sng">
            <a:solidFill>
              <a:schemeClr val="tx1"/>
            </a:solidFill>
            <a:prstDash val="solid"/>
            <a:headEnd type="none" w="med" len="med"/>
            <a:tailEnd type="none" w="med" len="med"/>
          </a:ln>
        </p:spPr>
      </p:sp>
      <p:sp>
        <p:nvSpPr>
          <p:cNvPr id="77867" name="Line 43"/>
          <p:cNvSpPr/>
          <p:nvPr/>
        </p:nvSpPr>
        <p:spPr>
          <a:xfrm flipV="1">
            <a:off x="5437188" y="1773238"/>
            <a:ext cx="0" cy="287337"/>
          </a:xfrm>
          <a:prstGeom prst="line">
            <a:avLst/>
          </a:prstGeom>
          <a:ln w="9525" cap="flat" cmpd="sng">
            <a:solidFill>
              <a:schemeClr val="tx1"/>
            </a:solidFill>
            <a:prstDash val="solid"/>
            <a:headEnd type="none" w="med" len="med"/>
            <a:tailEnd type="none" w="med" len="med"/>
          </a:ln>
        </p:spPr>
      </p:sp>
      <p:sp>
        <p:nvSpPr>
          <p:cNvPr id="77868" name="Line 44"/>
          <p:cNvSpPr/>
          <p:nvPr/>
        </p:nvSpPr>
        <p:spPr>
          <a:xfrm>
            <a:off x="5437188" y="2060575"/>
            <a:ext cx="215900" cy="0"/>
          </a:xfrm>
          <a:prstGeom prst="line">
            <a:avLst/>
          </a:prstGeom>
          <a:ln w="9525" cap="flat" cmpd="sng">
            <a:solidFill>
              <a:schemeClr val="tx1"/>
            </a:solidFill>
            <a:prstDash val="solid"/>
            <a:headEnd type="none" w="med" len="med"/>
            <a:tailEnd type="none" w="med" len="med"/>
          </a:ln>
        </p:spPr>
      </p:sp>
      <p:sp>
        <p:nvSpPr>
          <p:cNvPr id="77869" name="Line 45"/>
          <p:cNvSpPr/>
          <p:nvPr/>
        </p:nvSpPr>
        <p:spPr>
          <a:xfrm flipV="1">
            <a:off x="5654675" y="1773238"/>
            <a:ext cx="0" cy="287337"/>
          </a:xfrm>
          <a:prstGeom prst="line">
            <a:avLst/>
          </a:prstGeom>
          <a:ln w="9525" cap="flat" cmpd="sng">
            <a:solidFill>
              <a:schemeClr val="tx1"/>
            </a:solidFill>
            <a:prstDash val="solid"/>
            <a:headEnd type="none" w="med" len="med"/>
            <a:tailEnd type="none" w="med" len="med"/>
          </a:ln>
        </p:spPr>
      </p:sp>
      <p:sp>
        <p:nvSpPr>
          <p:cNvPr id="77870" name="Line 46"/>
          <p:cNvSpPr/>
          <p:nvPr/>
        </p:nvSpPr>
        <p:spPr>
          <a:xfrm>
            <a:off x="5654675" y="1773238"/>
            <a:ext cx="215900" cy="0"/>
          </a:xfrm>
          <a:prstGeom prst="line">
            <a:avLst/>
          </a:prstGeom>
          <a:ln w="9525" cap="flat" cmpd="sng">
            <a:solidFill>
              <a:schemeClr val="tx1"/>
            </a:solidFill>
            <a:prstDash val="solid"/>
            <a:headEnd type="none" w="med" len="med"/>
            <a:tailEnd type="none" w="med" len="med"/>
          </a:ln>
        </p:spPr>
      </p:sp>
      <p:sp>
        <p:nvSpPr>
          <p:cNvPr id="77871" name="Line 47"/>
          <p:cNvSpPr/>
          <p:nvPr/>
        </p:nvSpPr>
        <p:spPr>
          <a:xfrm flipV="1">
            <a:off x="5870575" y="1773238"/>
            <a:ext cx="0" cy="287337"/>
          </a:xfrm>
          <a:prstGeom prst="line">
            <a:avLst/>
          </a:prstGeom>
          <a:ln w="9525" cap="flat" cmpd="sng">
            <a:solidFill>
              <a:schemeClr val="tx1"/>
            </a:solidFill>
            <a:prstDash val="solid"/>
            <a:headEnd type="none" w="med" len="med"/>
            <a:tailEnd type="none" w="med" len="med"/>
          </a:ln>
        </p:spPr>
      </p:sp>
      <p:sp>
        <p:nvSpPr>
          <p:cNvPr id="77872" name="Line 48"/>
          <p:cNvSpPr/>
          <p:nvPr/>
        </p:nvSpPr>
        <p:spPr>
          <a:xfrm>
            <a:off x="5870575" y="2060575"/>
            <a:ext cx="215900" cy="0"/>
          </a:xfrm>
          <a:prstGeom prst="line">
            <a:avLst/>
          </a:prstGeom>
          <a:ln w="9525" cap="flat" cmpd="sng">
            <a:solidFill>
              <a:schemeClr val="tx1"/>
            </a:solidFill>
            <a:prstDash val="solid"/>
            <a:headEnd type="none" w="med" len="med"/>
            <a:tailEnd type="none" w="med" len="med"/>
          </a:ln>
        </p:spPr>
      </p:sp>
      <p:sp>
        <p:nvSpPr>
          <p:cNvPr id="77873" name="Line 49"/>
          <p:cNvSpPr/>
          <p:nvPr/>
        </p:nvSpPr>
        <p:spPr>
          <a:xfrm flipV="1">
            <a:off x="6086475" y="1773238"/>
            <a:ext cx="0" cy="287337"/>
          </a:xfrm>
          <a:prstGeom prst="line">
            <a:avLst/>
          </a:prstGeom>
          <a:ln w="9525" cap="flat" cmpd="sng">
            <a:solidFill>
              <a:schemeClr val="tx1"/>
            </a:solidFill>
            <a:prstDash val="solid"/>
            <a:headEnd type="none" w="med" len="med"/>
            <a:tailEnd type="none" w="med" len="med"/>
          </a:ln>
        </p:spPr>
      </p:sp>
      <p:sp>
        <p:nvSpPr>
          <p:cNvPr id="77874" name="Line 50"/>
          <p:cNvSpPr/>
          <p:nvPr/>
        </p:nvSpPr>
        <p:spPr>
          <a:xfrm>
            <a:off x="6086475" y="1773238"/>
            <a:ext cx="215900" cy="0"/>
          </a:xfrm>
          <a:prstGeom prst="line">
            <a:avLst/>
          </a:prstGeom>
          <a:ln w="9525" cap="flat" cmpd="sng">
            <a:solidFill>
              <a:schemeClr val="tx1"/>
            </a:solidFill>
            <a:prstDash val="solid"/>
            <a:headEnd type="none" w="med" len="med"/>
            <a:tailEnd type="none" w="med" len="med"/>
          </a:ln>
        </p:spPr>
      </p:sp>
      <p:sp>
        <p:nvSpPr>
          <p:cNvPr id="77875" name="Line 51"/>
          <p:cNvSpPr/>
          <p:nvPr/>
        </p:nvSpPr>
        <p:spPr>
          <a:xfrm flipV="1">
            <a:off x="6302375" y="1773238"/>
            <a:ext cx="0" cy="287337"/>
          </a:xfrm>
          <a:prstGeom prst="line">
            <a:avLst/>
          </a:prstGeom>
          <a:ln w="9525" cap="flat" cmpd="sng">
            <a:solidFill>
              <a:schemeClr val="tx1"/>
            </a:solidFill>
            <a:prstDash val="solid"/>
            <a:headEnd type="none" w="med" len="med"/>
            <a:tailEnd type="none" w="med" len="med"/>
          </a:ln>
        </p:spPr>
      </p:sp>
      <p:sp>
        <p:nvSpPr>
          <p:cNvPr id="77876" name="Line 52"/>
          <p:cNvSpPr/>
          <p:nvPr/>
        </p:nvSpPr>
        <p:spPr>
          <a:xfrm>
            <a:off x="6302375" y="2060575"/>
            <a:ext cx="215900" cy="0"/>
          </a:xfrm>
          <a:prstGeom prst="line">
            <a:avLst/>
          </a:prstGeom>
          <a:ln w="9525" cap="flat" cmpd="sng">
            <a:solidFill>
              <a:schemeClr val="tx1"/>
            </a:solidFill>
            <a:prstDash val="solid"/>
            <a:headEnd type="none" w="med" len="med"/>
            <a:tailEnd type="none" w="med" len="med"/>
          </a:ln>
        </p:spPr>
      </p:sp>
      <p:sp>
        <p:nvSpPr>
          <p:cNvPr id="77877" name="Line 53"/>
          <p:cNvSpPr/>
          <p:nvPr/>
        </p:nvSpPr>
        <p:spPr>
          <a:xfrm flipV="1">
            <a:off x="6516688" y="1773238"/>
            <a:ext cx="0" cy="287337"/>
          </a:xfrm>
          <a:prstGeom prst="line">
            <a:avLst/>
          </a:prstGeom>
          <a:ln w="9525" cap="flat" cmpd="sng">
            <a:solidFill>
              <a:schemeClr val="tx1"/>
            </a:solidFill>
            <a:prstDash val="solid"/>
            <a:headEnd type="none" w="med" len="med"/>
            <a:tailEnd type="none" w="med" len="med"/>
          </a:ln>
        </p:spPr>
      </p:sp>
      <p:sp>
        <p:nvSpPr>
          <p:cNvPr id="77878" name="Line 54"/>
          <p:cNvSpPr/>
          <p:nvPr/>
        </p:nvSpPr>
        <p:spPr>
          <a:xfrm>
            <a:off x="6516688" y="1773238"/>
            <a:ext cx="215900" cy="0"/>
          </a:xfrm>
          <a:prstGeom prst="line">
            <a:avLst/>
          </a:prstGeom>
          <a:ln w="9525" cap="flat" cmpd="sng">
            <a:solidFill>
              <a:schemeClr val="tx1"/>
            </a:solidFill>
            <a:prstDash val="solid"/>
            <a:headEnd type="none" w="med" len="med"/>
            <a:tailEnd type="none" w="med" len="med"/>
          </a:ln>
        </p:spPr>
      </p:sp>
      <p:sp>
        <p:nvSpPr>
          <p:cNvPr id="77879" name="Line 55"/>
          <p:cNvSpPr/>
          <p:nvPr/>
        </p:nvSpPr>
        <p:spPr>
          <a:xfrm flipV="1">
            <a:off x="6732588" y="1773238"/>
            <a:ext cx="0" cy="287337"/>
          </a:xfrm>
          <a:prstGeom prst="line">
            <a:avLst/>
          </a:prstGeom>
          <a:ln w="9525" cap="flat" cmpd="sng">
            <a:solidFill>
              <a:schemeClr val="tx1"/>
            </a:solidFill>
            <a:prstDash val="solid"/>
            <a:headEnd type="none" w="med" len="med"/>
            <a:tailEnd type="none" w="med" len="med"/>
          </a:ln>
        </p:spPr>
      </p:sp>
      <p:sp>
        <p:nvSpPr>
          <p:cNvPr id="77880" name="Line 56"/>
          <p:cNvSpPr/>
          <p:nvPr/>
        </p:nvSpPr>
        <p:spPr>
          <a:xfrm>
            <a:off x="6732588" y="2060575"/>
            <a:ext cx="215900" cy="0"/>
          </a:xfrm>
          <a:prstGeom prst="line">
            <a:avLst/>
          </a:prstGeom>
          <a:ln w="9525" cap="flat" cmpd="sng">
            <a:solidFill>
              <a:schemeClr val="tx1"/>
            </a:solidFill>
            <a:prstDash val="solid"/>
            <a:headEnd type="none" w="med" len="med"/>
            <a:tailEnd type="none" w="med" len="med"/>
          </a:ln>
        </p:spPr>
      </p:sp>
      <p:sp>
        <p:nvSpPr>
          <p:cNvPr id="77881" name="Line 57"/>
          <p:cNvSpPr/>
          <p:nvPr/>
        </p:nvSpPr>
        <p:spPr>
          <a:xfrm flipV="1">
            <a:off x="6948488" y="1773238"/>
            <a:ext cx="0" cy="287337"/>
          </a:xfrm>
          <a:prstGeom prst="line">
            <a:avLst/>
          </a:prstGeom>
          <a:ln w="9525" cap="flat" cmpd="sng">
            <a:solidFill>
              <a:schemeClr val="tx1"/>
            </a:solidFill>
            <a:prstDash val="solid"/>
            <a:headEnd type="none" w="med" len="med"/>
            <a:tailEnd type="none" w="med" len="med"/>
          </a:ln>
        </p:spPr>
      </p:sp>
      <p:sp>
        <p:nvSpPr>
          <p:cNvPr id="77882" name="Line 58"/>
          <p:cNvSpPr/>
          <p:nvPr/>
        </p:nvSpPr>
        <p:spPr>
          <a:xfrm>
            <a:off x="6948488" y="1773238"/>
            <a:ext cx="215900" cy="0"/>
          </a:xfrm>
          <a:prstGeom prst="line">
            <a:avLst/>
          </a:prstGeom>
          <a:ln w="9525" cap="flat" cmpd="sng">
            <a:solidFill>
              <a:schemeClr val="tx1"/>
            </a:solidFill>
            <a:prstDash val="solid"/>
            <a:headEnd type="none" w="med" len="med"/>
            <a:tailEnd type="none" w="med" len="med"/>
          </a:ln>
        </p:spPr>
      </p:sp>
      <p:sp>
        <p:nvSpPr>
          <p:cNvPr id="77883" name="Line 59"/>
          <p:cNvSpPr/>
          <p:nvPr/>
        </p:nvSpPr>
        <p:spPr>
          <a:xfrm flipV="1">
            <a:off x="7164388" y="1773238"/>
            <a:ext cx="0" cy="287337"/>
          </a:xfrm>
          <a:prstGeom prst="line">
            <a:avLst/>
          </a:prstGeom>
          <a:ln w="9525" cap="flat" cmpd="sng">
            <a:solidFill>
              <a:schemeClr val="tx1"/>
            </a:solidFill>
            <a:prstDash val="solid"/>
            <a:headEnd type="none" w="med" len="med"/>
            <a:tailEnd type="none" w="med" len="med"/>
          </a:ln>
        </p:spPr>
      </p:sp>
      <p:sp>
        <p:nvSpPr>
          <p:cNvPr id="77884" name="Line 60"/>
          <p:cNvSpPr/>
          <p:nvPr/>
        </p:nvSpPr>
        <p:spPr>
          <a:xfrm>
            <a:off x="7164388" y="2060575"/>
            <a:ext cx="215900" cy="0"/>
          </a:xfrm>
          <a:prstGeom prst="line">
            <a:avLst/>
          </a:prstGeom>
          <a:ln w="9525" cap="flat" cmpd="sng">
            <a:solidFill>
              <a:schemeClr val="tx1"/>
            </a:solidFill>
            <a:prstDash val="solid"/>
            <a:headEnd type="none" w="med" len="med"/>
            <a:tailEnd type="none" w="med" len="med"/>
          </a:ln>
        </p:spPr>
      </p:sp>
      <p:sp>
        <p:nvSpPr>
          <p:cNvPr id="77885" name="Line 61"/>
          <p:cNvSpPr/>
          <p:nvPr/>
        </p:nvSpPr>
        <p:spPr>
          <a:xfrm flipV="1">
            <a:off x="7381875" y="1773238"/>
            <a:ext cx="0" cy="287337"/>
          </a:xfrm>
          <a:prstGeom prst="line">
            <a:avLst/>
          </a:prstGeom>
          <a:ln w="9525" cap="flat" cmpd="sng">
            <a:solidFill>
              <a:schemeClr val="tx1"/>
            </a:solidFill>
            <a:prstDash val="solid"/>
            <a:headEnd type="none" w="med" len="med"/>
            <a:tailEnd type="none" w="med" len="med"/>
          </a:ln>
        </p:spPr>
      </p:sp>
      <p:sp>
        <p:nvSpPr>
          <p:cNvPr id="77886" name="Line 62"/>
          <p:cNvSpPr/>
          <p:nvPr/>
        </p:nvSpPr>
        <p:spPr>
          <a:xfrm>
            <a:off x="7381875" y="1773238"/>
            <a:ext cx="215900" cy="0"/>
          </a:xfrm>
          <a:prstGeom prst="line">
            <a:avLst/>
          </a:prstGeom>
          <a:ln w="9525" cap="flat" cmpd="sng">
            <a:solidFill>
              <a:schemeClr val="tx1"/>
            </a:solidFill>
            <a:prstDash val="solid"/>
            <a:headEnd type="none" w="med" len="med"/>
            <a:tailEnd type="none" w="med" len="med"/>
          </a:ln>
        </p:spPr>
      </p:sp>
      <p:sp>
        <p:nvSpPr>
          <p:cNvPr id="77887" name="Line 63"/>
          <p:cNvSpPr/>
          <p:nvPr/>
        </p:nvSpPr>
        <p:spPr>
          <a:xfrm flipV="1">
            <a:off x="7597775" y="1773238"/>
            <a:ext cx="0" cy="287337"/>
          </a:xfrm>
          <a:prstGeom prst="line">
            <a:avLst/>
          </a:prstGeom>
          <a:ln w="9525" cap="flat" cmpd="sng">
            <a:solidFill>
              <a:schemeClr val="tx1"/>
            </a:solidFill>
            <a:prstDash val="solid"/>
            <a:headEnd type="none" w="med" len="med"/>
            <a:tailEnd type="none" w="med" len="med"/>
          </a:ln>
        </p:spPr>
      </p:sp>
      <p:sp>
        <p:nvSpPr>
          <p:cNvPr id="77888" name="Line 64"/>
          <p:cNvSpPr/>
          <p:nvPr/>
        </p:nvSpPr>
        <p:spPr>
          <a:xfrm>
            <a:off x="7597775" y="2060575"/>
            <a:ext cx="215900" cy="0"/>
          </a:xfrm>
          <a:prstGeom prst="line">
            <a:avLst/>
          </a:prstGeom>
          <a:ln w="9525" cap="flat" cmpd="sng">
            <a:solidFill>
              <a:schemeClr val="tx1"/>
            </a:solidFill>
            <a:prstDash val="solid"/>
            <a:headEnd type="none" w="med" len="med"/>
            <a:tailEnd type="none" w="med" len="med"/>
          </a:ln>
        </p:spPr>
      </p:sp>
      <p:sp>
        <p:nvSpPr>
          <p:cNvPr id="77889" name="Line 65"/>
          <p:cNvSpPr/>
          <p:nvPr/>
        </p:nvSpPr>
        <p:spPr>
          <a:xfrm flipV="1">
            <a:off x="7813675" y="1773238"/>
            <a:ext cx="0" cy="287337"/>
          </a:xfrm>
          <a:prstGeom prst="line">
            <a:avLst/>
          </a:prstGeom>
          <a:ln w="9525" cap="flat" cmpd="sng">
            <a:solidFill>
              <a:schemeClr val="tx1"/>
            </a:solidFill>
            <a:prstDash val="solid"/>
            <a:headEnd type="none" w="med" len="med"/>
            <a:tailEnd type="none" w="med" len="med"/>
          </a:ln>
        </p:spPr>
      </p:sp>
      <p:sp>
        <p:nvSpPr>
          <p:cNvPr id="77890" name="Line 66"/>
          <p:cNvSpPr/>
          <p:nvPr/>
        </p:nvSpPr>
        <p:spPr>
          <a:xfrm>
            <a:off x="7813675" y="1773238"/>
            <a:ext cx="215900" cy="0"/>
          </a:xfrm>
          <a:prstGeom prst="line">
            <a:avLst/>
          </a:prstGeom>
          <a:ln w="9525" cap="flat" cmpd="sng">
            <a:solidFill>
              <a:schemeClr val="tx1"/>
            </a:solidFill>
            <a:prstDash val="solid"/>
            <a:headEnd type="none" w="med" len="med"/>
            <a:tailEnd type="none" w="med" len="med"/>
          </a:ln>
        </p:spPr>
      </p:sp>
      <p:sp>
        <p:nvSpPr>
          <p:cNvPr id="77891" name="Line 67"/>
          <p:cNvSpPr/>
          <p:nvPr/>
        </p:nvSpPr>
        <p:spPr>
          <a:xfrm flipV="1">
            <a:off x="8029575" y="1773238"/>
            <a:ext cx="0" cy="287337"/>
          </a:xfrm>
          <a:prstGeom prst="line">
            <a:avLst/>
          </a:prstGeom>
          <a:ln w="9525" cap="flat" cmpd="sng">
            <a:solidFill>
              <a:schemeClr val="tx1"/>
            </a:solidFill>
            <a:prstDash val="solid"/>
            <a:headEnd type="none" w="med" len="med"/>
            <a:tailEnd type="none" w="med" len="med"/>
          </a:ln>
        </p:spPr>
      </p:sp>
      <p:sp>
        <p:nvSpPr>
          <p:cNvPr id="77892" name="Line 68"/>
          <p:cNvSpPr/>
          <p:nvPr/>
        </p:nvSpPr>
        <p:spPr>
          <a:xfrm>
            <a:off x="8029575" y="2060575"/>
            <a:ext cx="215900" cy="0"/>
          </a:xfrm>
          <a:prstGeom prst="line">
            <a:avLst/>
          </a:prstGeom>
          <a:ln w="9525" cap="flat" cmpd="sng">
            <a:solidFill>
              <a:schemeClr val="tx1"/>
            </a:solidFill>
            <a:prstDash val="solid"/>
            <a:headEnd type="none" w="med" len="med"/>
            <a:tailEnd type="none" w="med" len="med"/>
          </a:ln>
        </p:spPr>
      </p:sp>
      <p:sp>
        <p:nvSpPr>
          <p:cNvPr id="77893" name="Line 69"/>
          <p:cNvSpPr/>
          <p:nvPr/>
        </p:nvSpPr>
        <p:spPr>
          <a:xfrm>
            <a:off x="900113" y="1482725"/>
            <a:ext cx="431800" cy="0"/>
          </a:xfrm>
          <a:prstGeom prst="line">
            <a:avLst/>
          </a:prstGeom>
          <a:ln w="9525" cap="flat" cmpd="sng">
            <a:solidFill>
              <a:schemeClr val="tx1"/>
            </a:solidFill>
            <a:prstDash val="solid"/>
            <a:headEnd type="none" w="med" len="med"/>
            <a:tailEnd type="none" w="med" len="med"/>
          </a:ln>
        </p:spPr>
      </p:sp>
      <p:sp>
        <p:nvSpPr>
          <p:cNvPr id="77894" name="Line 70"/>
          <p:cNvSpPr/>
          <p:nvPr/>
        </p:nvSpPr>
        <p:spPr>
          <a:xfrm flipV="1">
            <a:off x="1331913" y="1195388"/>
            <a:ext cx="0" cy="287337"/>
          </a:xfrm>
          <a:prstGeom prst="line">
            <a:avLst/>
          </a:prstGeom>
          <a:ln w="9525" cap="flat" cmpd="sng">
            <a:solidFill>
              <a:schemeClr val="tx1"/>
            </a:solidFill>
            <a:prstDash val="solid"/>
            <a:headEnd type="none" w="med" len="med"/>
            <a:tailEnd type="none" w="med" len="med"/>
          </a:ln>
        </p:spPr>
      </p:sp>
      <p:sp>
        <p:nvSpPr>
          <p:cNvPr id="77895" name="Line 71"/>
          <p:cNvSpPr/>
          <p:nvPr/>
        </p:nvSpPr>
        <p:spPr>
          <a:xfrm>
            <a:off x="1331913" y="1195388"/>
            <a:ext cx="215900" cy="0"/>
          </a:xfrm>
          <a:prstGeom prst="line">
            <a:avLst/>
          </a:prstGeom>
          <a:ln w="9525" cap="flat" cmpd="sng">
            <a:solidFill>
              <a:schemeClr val="tx1"/>
            </a:solidFill>
            <a:prstDash val="solid"/>
            <a:headEnd type="none" w="med" len="med"/>
            <a:tailEnd type="none" w="med" len="med"/>
          </a:ln>
        </p:spPr>
      </p:sp>
      <p:sp>
        <p:nvSpPr>
          <p:cNvPr id="77896" name="Line 72"/>
          <p:cNvSpPr/>
          <p:nvPr/>
        </p:nvSpPr>
        <p:spPr>
          <a:xfrm flipV="1">
            <a:off x="1547813" y="1195388"/>
            <a:ext cx="0" cy="287337"/>
          </a:xfrm>
          <a:prstGeom prst="line">
            <a:avLst/>
          </a:prstGeom>
          <a:ln w="9525" cap="flat" cmpd="sng">
            <a:solidFill>
              <a:schemeClr val="tx1"/>
            </a:solidFill>
            <a:prstDash val="solid"/>
            <a:headEnd type="none" w="med" len="med"/>
            <a:tailEnd type="none" w="med" len="med"/>
          </a:ln>
        </p:spPr>
      </p:sp>
      <p:sp>
        <p:nvSpPr>
          <p:cNvPr id="77897" name="Line 73"/>
          <p:cNvSpPr/>
          <p:nvPr/>
        </p:nvSpPr>
        <p:spPr>
          <a:xfrm>
            <a:off x="1547813" y="1482725"/>
            <a:ext cx="215900" cy="0"/>
          </a:xfrm>
          <a:prstGeom prst="line">
            <a:avLst/>
          </a:prstGeom>
          <a:ln w="9525" cap="flat" cmpd="sng">
            <a:solidFill>
              <a:schemeClr val="tx1"/>
            </a:solidFill>
            <a:prstDash val="solid"/>
            <a:headEnd type="none" w="med" len="med"/>
            <a:tailEnd type="none" w="med" len="med"/>
          </a:ln>
        </p:spPr>
      </p:sp>
      <p:sp>
        <p:nvSpPr>
          <p:cNvPr id="77898" name="Line 74"/>
          <p:cNvSpPr/>
          <p:nvPr/>
        </p:nvSpPr>
        <p:spPr>
          <a:xfrm flipV="1">
            <a:off x="1763713" y="1195388"/>
            <a:ext cx="0" cy="287337"/>
          </a:xfrm>
          <a:prstGeom prst="line">
            <a:avLst/>
          </a:prstGeom>
          <a:ln w="9525" cap="flat" cmpd="sng">
            <a:solidFill>
              <a:schemeClr val="tx1"/>
            </a:solidFill>
            <a:prstDash val="solid"/>
            <a:headEnd type="none" w="med" len="med"/>
            <a:tailEnd type="none" w="med" len="med"/>
          </a:ln>
        </p:spPr>
      </p:sp>
      <p:sp>
        <p:nvSpPr>
          <p:cNvPr id="77899" name="Line 75"/>
          <p:cNvSpPr/>
          <p:nvPr/>
        </p:nvSpPr>
        <p:spPr>
          <a:xfrm>
            <a:off x="1763713" y="1195388"/>
            <a:ext cx="215900" cy="0"/>
          </a:xfrm>
          <a:prstGeom prst="line">
            <a:avLst/>
          </a:prstGeom>
          <a:ln w="9525" cap="flat" cmpd="sng">
            <a:solidFill>
              <a:schemeClr val="tx1"/>
            </a:solidFill>
            <a:prstDash val="solid"/>
            <a:headEnd type="none" w="med" len="med"/>
            <a:tailEnd type="none" w="med" len="med"/>
          </a:ln>
        </p:spPr>
      </p:sp>
      <p:sp>
        <p:nvSpPr>
          <p:cNvPr id="77900" name="Line 76"/>
          <p:cNvSpPr/>
          <p:nvPr/>
        </p:nvSpPr>
        <p:spPr>
          <a:xfrm flipV="1">
            <a:off x="1979613" y="1195388"/>
            <a:ext cx="0" cy="287337"/>
          </a:xfrm>
          <a:prstGeom prst="line">
            <a:avLst/>
          </a:prstGeom>
          <a:ln w="9525" cap="flat" cmpd="sng">
            <a:solidFill>
              <a:schemeClr val="tx1"/>
            </a:solidFill>
            <a:prstDash val="solid"/>
            <a:headEnd type="none" w="med" len="med"/>
            <a:tailEnd type="none" w="med" len="med"/>
          </a:ln>
        </p:spPr>
      </p:sp>
      <p:sp>
        <p:nvSpPr>
          <p:cNvPr id="77901" name="Line 77"/>
          <p:cNvSpPr/>
          <p:nvPr/>
        </p:nvSpPr>
        <p:spPr>
          <a:xfrm>
            <a:off x="1979613" y="1482725"/>
            <a:ext cx="215900" cy="0"/>
          </a:xfrm>
          <a:prstGeom prst="line">
            <a:avLst/>
          </a:prstGeom>
          <a:ln w="9525" cap="flat" cmpd="sng">
            <a:solidFill>
              <a:schemeClr val="tx1"/>
            </a:solidFill>
            <a:prstDash val="solid"/>
            <a:headEnd type="none" w="med" len="med"/>
            <a:tailEnd type="none" w="med" len="med"/>
          </a:ln>
        </p:spPr>
      </p:sp>
      <p:sp>
        <p:nvSpPr>
          <p:cNvPr id="77902" name="Line 78"/>
          <p:cNvSpPr/>
          <p:nvPr/>
        </p:nvSpPr>
        <p:spPr>
          <a:xfrm flipV="1">
            <a:off x="2197100" y="1195388"/>
            <a:ext cx="0" cy="287337"/>
          </a:xfrm>
          <a:prstGeom prst="line">
            <a:avLst/>
          </a:prstGeom>
          <a:ln w="9525" cap="flat" cmpd="sng">
            <a:solidFill>
              <a:schemeClr val="tx1"/>
            </a:solidFill>
            <a:prstDash val="solid"/>
            <a:headEnd type="none" w="med" len="med"/>
            <a:tailEnd type="none" w="med" len="med"/>
          </a:ln>
        </p:spPr>
      </p:sp>
      <p:sp>
        <p:nvSpPr>
          <p:cNvPr id="77903" name="Line 79"/>
          <p:cNvSpPr/>
          <p:nvPr/>
        </p:nvSpPr>
        <p:spPr>
          <a:xfrm>
            <a:off x="2197100" y="1195388"/>
            <a:ext cx="5759450" cy="0"/>
          </a:xfrm>
          <a:prstGeom prst="line">
            <a:avLst/>
          </a:prstGeom>
          <a:ln w="9525" cap="flat" cmpd="sng">
            <a:solidFill>
              <a:schemeClr val="tx1"/>
            </a:solidFill>
            <a:prstDash val="solid"/>
            <a:headEnd type="none" w="med" len="med"/>
            <a:tailEnd type="none" w="med" len="med"/>
          </a:ln>
        </p:spPr>
      </p:sp>
      <p:sp>
        <p:nvSpPr>
          <p:cNvPr id="77904" name="Line 80"/>
          <p:cNvSpPr/>
          <p:nvPr/>
        </p:nvSpPr>
        <p:spPr>
          <a:xfrm flipV="1">
            <a:off x="900113" y="2636838"/>
            <a:ext cx="1584325" cy="0"/>
          </a:xfrm>
          <a:prstGeom prst="line">
            <a:avLst/>
          </a:prstGeom>
          <a:ln w="9525" cap="flat" cmpd="sng">
            <a:solidFill>
              <a:schemeClr val="tx1"/>
            </a:solidFill>
            <a:prstDash val="solid"/>
            <a:headEnd type="none" w="med" len="med"/>
            <a:tailEnd type="none" w="med" len="med"/>
          </a:ln>
        </p:spPr>
      </p:sp>
      <p:sp>
        <p:nvSpPr>
          <p:cNvPr id="77905" name="Line 81"/>
          <p:cNvSpPr/>
          <p:nvPr/>
        </p:nvSpPr>
        <p:spPr>
          <a:xfrm flipV="1">
            <a:off x="2484438" y="2347913"/>
            <a:ext cx="0" cy="287337"/>
          </a:xfrm>
          <a:prstGeom prst="line">
            <a:avLst/>
          </a:prstGeom>
          <a:ln w="9525" cap="flat" cmpd="sng">
            <a:solidFill>
              <a:schemeClr val="tx1"/>
            </a:solidFill>
            <a:prstDash val="solid"/>
            <a:headEnd type="none" w="med" len="med"/>
            <a:tailEnd type="none" w="med" len="med"/>
          </a:ln>
        </p:spPr>
      </p:sp>
      <p:sp>
        <p:nvSpPr>
          <p:cNvPr id="77906" name="Line 82"/>
          <p:cNvSpPr/>
          <p:nvPr/>
        </p:nvSpPr>
        <p:spPr>
          <a:xfrm>
            <a:off x="2484438" y="2347913"/>
            <a:ext cx="2305050" cy="0"/>
          </a:xfrm>
          <a:prstGeom prst="line">
            <a:avLst/>
          </a:prstGeom>
          <a:ln w="9525" cap="flat" cmpd="sng">
            <a:solidFill>
              <a:schemeClr val="tx1"/>
            </a:solidFill>
            <a:prstDash val="solid"/>
            <a:headEnd type="none" w="med" len="med"/>
            <a:tailEnd type="none" w="med" len="med"/>
          </a:ln>
        </p:spPr>
      </p:sp>
      <p:sp>
        <p:nvSpPr>
          <p:cNvPr id="77907" name="Line 83"/>
          <p:cNvSpPr/>
          <p:nvPr/>
        </p:nvSpPr>
        <p:spPr>
          <a:xfrm flipV="1">
            <a:off x="4140200" y="2924175"/>
            <a:ext cx="0" cy="287338"/>
          </a:xfrm>
          <a:prstGeom prst="line">
            <a:avLst/>
          </a:prstGeom>
          <a:ln w="9525" cap="flat" cmpd="sng">
            <a:solidFill>
              <a:schemeClr val="tx1"/>
            </a:solidFill>
            <a:prstDash val="solid"/>
            <a:headEnd type="none" w="med" len="med"/>
            <a:tailEnd type="none" w="med" len="med"/>
          </a:ln>
        </p:spPr>
      </p:sp>
      <p:sp>
        <p:nvSpPr>
          <p:cNvPr id="77908" name="Line 84"/>
          <p:cNvSpPr/>
          <p:nvPr/>
        </p:nvSpPr>
        <p:spPr>
          <a:xfrm flipV="1">
            <a:off x="4789488" y="2635250"/>
            <a:ext cx="727075" cy="1588"/>
          </a:xfrm>
          <a:prstGeom prst="line">
            <a:avLst/>
          </a:prstGeom>
          <a:ln w="9525" cap="flat" cmpd="sng">
            <a:solidFill>
              <a:schemeClr val="tx1"/>
            </a:solidFill>
            <a:prstDash val="solid"/>
            <a:headEnd type="none" w="med" len="med"/>
            <a:tailEnd type="none" w="med" len="med"/>
          </a:ln>
        </p:spPr>
      </p:sp>
      <p:sp>
        <p:nvSpPr>
          <p:cNvPr id="77909" name="Line 85"/>
          <p:cNvSpPr/>
          <p:nvPr/>
        </p:nvSpPr>
        <p:spPr>
          <a:xfrm flipV="1">
            <a:off x="4789488" y="2347913"/>
            <a:ext cx="0" cy="287337"/>
          </a:xfrm>
          <a:prstGeom prst="line">
            <a:avLst/>
          </a:prstGeom>
          <a:ln w="9525" cap="flat" cmpd="sng">
            <a:solidFill>
              <a:schemeClr val="tx1"/>
            </a:solidFill>
            <a:prstDash val="solid"/>
            <a:headEnd type="none" w="med" len="med"/>
            <a:tailEnd type="none" w="med" len="med"/>
          </a:ln>
        </p:spPr>
      </p:sp>
      <p:sp>
        <p:nvSpPr>
          <p:cNvPr id="77910" name="Line 86"/>
          <p:cNvSpPr/>
          <p:nvPr/>
        </p:nvSpPr>
        <p:spPr>
          <a:xfrm>
            <a:off x="4140200" y="2924175"/>
            <a:ext cx="1728788" cy="0"/>
          </a:xfrm>
          <a:prstGeom prst="line">
            <a:avLst/>
          </a:prstGeom>
          <a:ln w="9525" cap="flat" cmpd="sng">
            <a:solidFill>
              <a:schemeClr val="tx1"/>
            </a:solidFill>
            <a:prstDash val="solid"/>
            <a:headEnd type="none" w="med" len="med"/>
            <a:tailEnd type="none" w="med" len="med"/>
          </a:ln>
        </p:spPr>
      </p:sp>
      <p:sp>
        <p:nvSpPr>
          <p:cNvPr id="77911" name="Line 87"/>
          <p:cNvSpPr/>
          <p:nvPr/>
        </p:nvSpPr>
        <p:spPr>
          <a:xfrm flipV="1">
            <a:off x="5868988" y="2924175"/>
            <a:ext cx="0" cy="287338"/>
          </a:xfrm>
          <a:prstGeom prst="line">
            <a:avLst/>
          </a:prstGeom>
          <a:ln w="9525" cap="flat" cmpd="sng">
            <a:solidFill>
              <a:schemeClr val="tx1"/>
            </a:solidFill>
            <a:prstDash val="solid"/>
            <a:headEnd type="none" w="med" len="med"/>
            <a:tailEnd type="none" w="med" len="med"/>
          </a:ln>
        </p:spPr>
      </p:sp>
      <p:sp>
        <p:nvSpPr>
          <p:cNvPr id="77912" name="Line 88"/>
          <p:cNvSpPr/>
          <p:nvPr/>
        </p:nvSpPr>
        <p:spPr>
          <a:xfrm>
            <a:off x="5508625" y="2346325"/>
            <a:ext cx="2735263" cy="3175"/>
          </a:xfrm>
          <a:prstGeom prst="line">
            <a:avLst/>
          </a:prstGeom>
          <a:ln w="9525" cap="flat" cmpd="sng">
            <a:solidFill>
              <a:schemeClr val="tx1"/>
            </a:solidFill>
            <a:prstDash val="solid"/>
            <a:headEnd type="none" w="med" len="med"/>
            <a:tailEnd type="none" w="med" len="med"/>
          </a:ln>
        </p:spPr>
      </p:sp>
      <p:sp>
        <p:nvSpPr>
          <p:cNvPr id="77913" name="Line 89"/>
          <p:cNvSpPr/>
          <p:nvPr/>
        </p:nvSpPr>
        <p:spPr>
          <a:xfrm flipV="1">
            <a:off x="7596188" y="2924175"/>
            <a:ext cx="0" cy="287338"/>
          </a:xfrm>
          <a:prstGeom prst="line">
            <a:avLst/>
          </a:prstGeom>
          <a:ln w="9525" cap="flat" cmpd="sng">
            <a:solidFill>
              <a:schemeClr val="tx1"/>
            </a:solidFill>
            <a:prstDash val="solid"/>
            <a:headEnd type="none" w="med" len="med"/>
            <a:tailEnd type="none" w="med" len="med"/>
          </a:ln>
        </p:spPr>
      </p:sp>
      <p:sp>
        <p:nvSpPr>
          <p:cNvPr id="77914" name="Rectangle 90"/>
          <p:cNvSpPr/>
          <p:nvPr/>
        </p:nvSpPr>
        <p:spPr>
          <a:xfrm>
            <a:off x="323850" y="1195388"/>
            <a:ext cx="504825" cy="287337"/>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77915" name="Rectangle 91"/>
          <p:cNvSpPr/>
          <p:nvPr/>
        </p:nvSpPr>
        <p:spPr>
          <a:xfrm>
            <a:off x="1403350" y="908050"/>
            <a:ext cx="504825" cy="287338"/>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CW</a:t>
            </a:r>
            <a:endParaRPr lang="en-US" altLang="zh-CN" sz="1600" b="0" dirty="0">
              <a:solidFill>
                <a:schemeClr val="tx1"/>
              </a:solidFill>
              <a:latin typeface="Arial" panose="020B0604020202020204" pitchFamily="34" charset="0"/>
            </a:endParaRPr>
          </a:p>
        </p:txBody>
      </p:sp>
      <p:sp>
        <p:nvSpPr>
          <p:cNvPr id="77916" name="Rectangle 92"/>
          <p:cNvSpPr/>
          <p:nvPr/>
        </p:nvSpPr>
        <p:spPr>
          <a:xfrm>
            <a:off x="1979613" y="908050"/>
            <a:ext cx="288925" cy="287338"/>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N=3</a:t>
            </a:r>
            <a:endParaRPr lang="en-US" altLang="zh-CN" sz="1600" b="0" dirty="0">
              <a:solidFill>
                <a:schemeClr val="tx1"/>
              </a:solidFill>
              <a:latin typeface="Arial" panose="020B0604020202020204" pitchFamily="34" charset="0"/>
            </a:endParaRPr>
          </a:p>
        </p:txBody>
      </p:sp>
      <p:sp>
        <p:nvSpPr>
          <p:cNvPr id="77917" name="Line 93"/>
          <p:cNvSpPr/>
          <p:nvPr/>
        </p:nvSpPr>
        <p:spPr>
          <a:xfrm>
            <a:off x="900113" y="3211513"/>
            <a:ext cx="863600" cy="0"/>
          </a:xfrm>
          <a:prstGeom prst="line">
            <a:avLst/>
          </a:prstGeom>
          <a:ln w="9525" cap="flat" cmpd="sng">
            <a:solidFill>
              <a:schemeClr val="tx1"/>
            </a:solidFill>
            <a:prstDash val="solid"/>
            <a:headEnd type="none" w="med" len="med"/>
            <a:tailEnd type="none" w="med" len="med"/>
          </a:ln>
        </p:spPr>
      </p:sp>
      <p:sp>
        <p:nvSpPr>
          <p:cNvPr id="77918" name="Line 94"/>
          <p:cNvSpPr/>
          <p:nvPr/>
        </p:nvSpPr>
        <p:spPr>
          <a:xfrm flipV="1">
            <a:off x="1763713" y="2922588"/>
            <a:ext cx="0" cy="287337"/>
          </a:xfrm>
          <a:prstGeom prst="line">
            <a:avLst/>
          </a:prstGeom>
          <a:ln w="9525" cap="flat" cmpd="sng">
            <a:solidFill>
              <a:schemeClr val="tx1"/>
            </a:solidFill>
            <a:prstDash val="solid"/>
            <a:headEnd type="none" w="med" len="med"/>
            <a:tailEnd type="none" w="med" len="med"/>
          </a:ln>
        </p:spPr>
      </p:sp>
      <p:sp>
        <p:nvSpPr>
          <p:cNvPr id="77919" name="Line 95"/>
          <p:cNvSpPr/>
          <p:nvPr/>
        </p:nvSpPr>
        <p:spPr>
          <a:xfrm>
            <a:off x="1763713" y="2922588"/>
            <a:ext cx="1081087" cy="1587"/>
          </a:xfrm>
          <a:prstGeom prst="line">
            <a:avLst/>
          </a:prstGeom>
          <a:ln w="9525" cap="flat" cmpd="sng">
            <a:solidFill>
              <a:schemeClr val="tx1"/>
            </a:solidFill>
            <a:prstDash val="solid"/>
            <a:headEnd type="none" w="med" len="med"/>
            <a:tailEnd type="none" w="med" len="med"/>
          </a:ln>
        </p:spPr>
      </p:sp>
      <p:sp>
        <p:nvSpPr>
          <p:cNvPr id="77920" name="Line 96"/>
          <p:cNvSpPr/>
          <p:nvPr/>
        </p:nvSpPr>
        <p:spPr>
          <a:xfrm flipV="1">
            <a:off x="2844800" y="2924175"/>
            <a:ext cx="0" cy="287338"/>
          </a:xfrm>
          <a:prstGeom prst="line">
            <a:avLst/>
          </a:prstGeom>
          <a:ln w="9525" cap="flat" cmpd="sng">
            <a:solidFill>
              <a:schemeClr val="tx1"/>
            </a:solidFill>
            <a:prstDash val="solid"/>
            <a:headEnd type="none" w="med" len="med"/>
            <a:tailEnd type="none" w="med" len="med"/>
          </a:ln>
        </p:spPr>
      </p:sp>
      <p:sp>
        <p:nvSpPr>
          <p:cNvPr id="77921" name="Line 97"/>
          <p:cNvSpPr/>
          <p:nvPr/>
        </p:nvSpPr>
        <p:spPr>
          <a:xfrm>
            <a:off x="2844800" y="3211513"/>
            <a:ext cx="1295400" cy="0"/>
          </a:xfrm>
          <a:prstGeom prst="line">
            <a:avLst/>
          </a:prstGeom>
          <a:ln w="9525" cap="flat" cmpd="sng">
            <a:solidFill>
              <a:schemeClr val="tx1"/>
            </a:solidFill>
            <a:prstDash val="solid"/>
            <a:headEnd type="none" w="med" len="med"/>
            <a:tailEnd type="none" w="med" len="med"/>
          </a:ln>
        </p:spPr>
      </p:sp>
      <p:sp>
        <p:nvSpPr>
          <p:cNvPr id="77922" name="Line 98"/>
          <p:cNvSpPr/>
          <p:nvPr/>
        </p:nvSpPr>
        <p:spPr>
          <a:xfrm flipV="1">
            <a:off x="5508625" y="2347913"/>
            <a:ext cx="0" cy="287337"/>
          </a:xfrm>
          <a:prstGeom prst="line">
            <a:avLst/>
          </a:prstGeom>
          <a:ln w="9525" cap="flat" cmpd="sng">
            <a:solidFill>
              <a:schemeClr val="tx1"/>
            </a:solidFill>
            <a:prstDash val="solid"/>
            <a:headEnd type="none" w="med" len="med"/>
            <a:tailEnd type="none" w="med" len="med"/>
          </a:ln>
        </p:spPr>
      </p:sp>
      <p:sp>
        <p:nvSpPr>
          <p:cNvPr id="77923" name="Line 99"/>
          <p:cNvSpPr/>
          <p:nvPr/>
        </p:nvSpPr>
        <p:spPr>
          <a:xfrm>
            <a:off x="1547813" y="1123950"/>
            <a:ext cx="0" cy="2303463"/>
          </a:xfrm>
          <a:prstGeom prst="line">
            <a:avLst/>
          </a:prstGeom>
          <a:ln w="9525" cap="flat" cmpd="sng">
            <a:solidFill>
              <a:schemeClr val="tx1"/>
            </a:solidFill>
            <a:prstDash val="dash"/>
            <a:headEnd type="none" w="med" len="med"/>
            <a:tailEnd type="none" w="med" len="med"/>
          </a:ln>
        </p:spPr>
      </p:sp>
      <p:sp>
        <p:nvSpPr>
          <p:cNvPr id="77924" name="Line 100"/>
          <p:cNvSpPr/>
          <p:nvPr/>
        </p:nvSpPr>
        <p:spPr>
          <a:xfrm>
            <a:off x="1979613" y="1123950"/>
            <a:ext cx="0" cy="2303463"/>
          </a:xfrm>
          <a:prstGeom prst="line">
            <a:avLst/>
          </a:prstGeom>
          <a:ln w="9525" cap="flat" cmpd="sng">
            <a:solidFill>
              <a:schemeClr val="tx1"/>
            </a:solidFill>
            <a:prstDash val="dash"/>
            <a:headEnd type="none" w="med" len="med"/>
            <a:tailEnd type="none" w="med" len="med"/>
          </a:ln>
        </p:spPr>
      </p:sp>
      <p:sp>
        <p:nvSpPr>
          <p:cNvPr id="77925" name="Line 101"/>
          <p:cNvSpPr/>
          <p:nvPr/>
        </p:nvSpPr>
        <p:spPr>
          <a:xfrm>
            <a:off x="2413000" y="1123950"/>
            <a:ext cx="0" cy="2303463"/>
          </a:xfrm>
          <a:prstGeom prst="line">
            <a:avLst/>
          </a:prstGeom>
          <a:ln w="9525" cap="flat" cmpd="sng">
            <a:solidFill>
              <a:schemeClr val="tx1"/>
            </a:solidFill>
            <a:prstDash val="dash"/>
            <a:headEnd type="none" w="med" len="med"/>
            <a:tailEnd type="none" w="med" len="med"/>
          </a:ln>
        </p:spPr>
      </p:sp>
      <p:sp>
        <p:nvSpPr>
          <p:cNvPr id="77926" name="Line 102"/>
          <p:cNvSpPr/>
          <p:nvPr/>
        </p:nvSpPr>
        <p:spPr>
          <a:xfrm>
            <a:off x="2844800" y="1123950"/>
            <a:ext cx="0" cy="2303463"/>
          </a:xfrm>
          <a:prstGeom prst="line">
            <a:avLst/>
          </a:prstGeom>
          <a:ln w="9525" cap="flat" cmpd="sng">
            <a:solidFill>
              <a:schemeClr val="tx1"/>
            </a:solidFill>
            <a:prstDash val="dash"/>
            <a:headEnd type="none" w="med" len="med"/>
            <a:tailEnd type="none" w="med" len="med"/>
          </a:ln>
        </p:spPr>
      </p:sp>
      <p:sp>
        <p:nvSpPr>
          <p:cNvPr id="77927" name="Line 103"/>
          <p:cNvSpPr/>
          <p:nvPr/>
        </p:nvSpPr>
        <p:spPr>
          <a:xfrm>
            <a:off x="3276600" y="1123950"/>
            <a:ext cx="0" cy="2303463"/>
          </a:xfrm>
          <a:prstGeom prst="line">
            <a:avLst/>
          </a:prstGeom>
          <a:ln w="9525" cap="flat" cmpd="sng">
            <a:solidFill>
              <a:schemeClr val="tx1"/>
            </a:solidFill>
            <a:prstDash val="dash"/>
            <a:headEnd type="none" w="med" len="med"/>
            <a:tailEnd type="none" w="med" len="med"/>
          </a:ln>
        </p:spPr>
      </p:sp>
      <p:sp>
        <p:nvSpPr>
          <p:cNvPr id="77928" name="Line 104"/>
          <p:cNvSpPr/>
          <p:nvPr/>
        </p:nvSpPr>
        <p:spPr>
          <a:xfrm>
            <a:off x="3708400" y="1123950"/>
            <a:ext cx="0" cy="2303463"/>
          </a:xfrm>
          <a:prstGeom prst="line">
            <a:avLst/>
          </a:prstGeom>
          <a:ln w="9525" cap="flat" cmpd="sng">
            <a:solidFill>
              <a:schemeClr val="tx1"/>
            </a:solidFill>
            <a:prstDash val="dash"/>
            <a:headEnd type="none" w="med" len="med"/>
            <a:tailEnd type="none" w="med" len="med"/>
          </a:ln>
        </p:spPr>
      </p:sp>
      <p:sp>
        <p:nvSpPr>
          <p:cNvPr id="77929" name="Line 105"/>
          <p:cNvSpPr/>
          <p:nvPr/>
        </p:nvSpPr>
        <p:spPr>
          <a:xfrm>
            <a:off x="4140200" y="1123950"/>
            <a:ext cx="0" cy="2303463"/>
          </a:xfrm>
          <a:prstGeom prst="line">
            <a:avLst/>
          </a:prstGeom>
          <a:ln w="9525" cap="flat" cmpd="sng">
            <a:solidFill>
              <a:schemeClr val="tx1"/>
            </a:solidFill>
            <a:prstDash val="dash"/>
            <a:headEnd type="none" w="med" len="med"/>
            <a:tailEnd type="none" w="med" len="med"/>
          </a:ln>
        </p:spPr>
      </p:sp>
      <p:sp>
        <p:nvSpPr>
          <p:cNvPr id="77930" name="Rectangle 106"/>
          <p:cNvSpPr/>
          <p:nvPr/>
        </p:nvSpPr>
        <p:spPr>
          <a:xfrm>
            <a:off x="468313" y="2924175"/>
            <a:ext cx="504825" cy="287338"/>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77931" name="Rectangle 107"/>
          <p:cNvSpPr/>
          <p:nvPr/>
        </p:nvSpPr>
        <p:spPr>
          <a:xfrm>
            <a:off x="468313" y="2347913"/>
            <a:ext cx="504825" cy="287337"/>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77932" name="Rectangle 108"/>
          <p:cNvSpPr/>
          <p:nvPr/>
        </p:nvSpPr>
        <p:spPr>
          <a:xfrm>
            <a:off x="2916238" y="2924175"/>
            <a:ext cx="288925" cy="287338"/>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3</a:t>
            </a:r>
            <a:endParaRPr lang="en-US" altLang="zh-CN" sz="1600" b="0" dirty="0">
              <a:solidFill>
                <a:schemeClr val="tx1"/>
              </a:solidFill>
              <a:latin typeface="Arial" panose="020B0604020202020204" pitchFamily="34" charset="0"/>
            </a:endParaRPr>
          </a:p>
        </p:txBody>
      </p:sp>
      <p:sp>
        <p:nvSpPr>
          <p:cNvPr id="77933" name="Rectangle 109"/>
          <p:cNvSpPr/>
          <p:nvPr/>
        </p:nvSpPr>
        <p:spPr>
          <a:xfrm>
            <a:off x="3348038" y="2924175"/>
            <a:ext cx="288925" cy="287338"/>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2</a:t>
            </a:r>
            <a:endParaRPr lang="en-US" altLang="zh-CN" sz="1600" b="0" dirty="0">
              <a:solidFill>
                <a:schemeClr val="tx1"/>
              </a:solidFill>
              <a:latin typeface="Arial" panose="020B0604020202020204" pitchFamily="34" charset="0"/>
            </a:endParaRPr>
          </a:p>
        </p:txBody>
      </p:sp>
      <p:sp>
        <p:nvSpPr>
          <p:cNvPr id="77934" name="Rectangle 110"/>
          <p:cNvSpPr/>
          <p:nvPr/>
        </p:nvSpPr>
        <p:spPr>
          <a:xfrm>
            <a:off x="3779838" y="2924175"/>
            <a:ext cx="288925" cy="287338"/>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1</a:t>
            </a:r>
            <a:endParaRPr lang="en-US" altLang="zh-CN" sz="1600" b="0" dirty="0">
              <a:solidFill>
                <a:schemeClr val="tx1"/>
              </a:solidFill>
              <a:latin typeface="Arial" panose="020B0604020202020204" pitchFamily="34" charset="0"/>
            </a:endParaRPr>
          </a:p>
        </p:txBody>
      </p:sp>
      <p:sp>
        <p:nvSpPr>
          <p:cNvPr id="77935" name="Rectangle 111"/>
          <p:cNvSpPr/>
          <p:nvPr/>
        </p:nvSpPr>
        <p:spPr>
          <a:xfrm>
            <a:off x="4213225" y="2924175"/>
            <a:ext cx="288925" cy="287338"/>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0</a:t>
            </a:r>
            <a:endParaRPr lang="en-US" altLang="zh-CN" sz="1600" b="0" dirty="0">
              <a:solidFill>
                <a:schemeClr val="tx1"/>
              </a:solidFill>
              <a:latin typeface="Arial" panose="020B0604020202020204" pitchFamily="34" charset="0"/>
            </a:endParaRPr>
          </a:p>
        </p:txBody>
      </p:sp>
      <p:sp>
        <p:nvSpPr>
          <p:cNvPr id="77936" name="Line 112"/>
          <p:cNvSpPr/>
          <p:nvPr/>
        </p:nvSpPr>
        <p:spPr>
          <a:xfrm>
            <a:off x="5868988" y="1123950"/>
            <a:ext cx="0" cy="2303463"/>
          </a:xfrm>
          <a:prstGeom prst="line">
            <a:avLst/>
          </a:prstGeom>
          <a:ln w="9525" cap="flat" cmpd="sng">
            <a:solidFill>
              <a:schemeClr val="tx1"/>
            </a:solidFill>
            <a:prstDash val="dash"/>
            <a:headEnd type="none" w="med" len="med"/>
            <a:tailEnd type="none" w="med" len="med"/>
          </a:ln>
        </p:spPr>
      </p:sp>
      <p:sp>
        <p:nvSpPr>
          <p:cNvPr id="77937" name="Line 113"/>
          <p:cNvSpPr/>
          <p:nvPr/>
        </p:nvSpPr>
        <p:spPr>
          <a:xfrm>
            <a:off x="6300788" y="1123950"/>
            <a:ext cx="0" cy="2303463"/>
          </a:xfrm>
          <a:prstGeom prst="line">
            <a:avLst/>
          </a:prstGeom>
          <a:ln w="9525" cap="flat" cmpd="sng">
            <a:solidFill>
              <a:schemeClr val="tx1"/>
            </a:solidFill>
            <a:prstDash val="dash"/>
            <a:headEnd type="none" w="med" len="med"/>
            <a:tailEnd type="none" w="med" len="med"/>
          </a:ln>
        </p:spPr>
      </p:sp>
      <p:sp>
        <p:nvSpPr>
          <p:cNvPr id="77938" name="Line 114"/>
          <p:cNvSpPr/>
          <p:nvPr/>
        </p:nvSpPr>
        <p:spPr>
          <a:xfrm>
            <a:off x="6732588" y="1123950"/>
            <a:ext cx="0" cy="2303463"/>
          </a:xfrm>
          <a:prstGeom prst="line">
            <a:avLst/>
          </a:prstGeom>
          <a:ln w="9525" cap="flat" cmpd="sng">
            <a:solidFill>
              <a:schemeClr val="tx1"/>
            </a:solidFill>
            <a:prstDash val="dash"/>
            <a:headEnd type="none" w="med" len="med"/>
            <a:tailEnd type="none" w="med" len="med"/>
          </a:ln>
        </p:spPr>
      </p:sp>
      <p:sp>
        <p:nvSpPr>
          <p:cNvPr id="77939" name="Line 115"/>
          <p:cNvSpPr/>
          <p:nvPr/>
        </p:nvSpPr>
        <p:spPr>
          <a:xfrm>
            <a:off x="7235825" y="1123950"/>
            <a:ext cx="0" cy="2303463"/>
          </a:xfrm>
          <a:prstGeom prst="line">
            <a:avLst/>
          </a:prstGeom>
          <a:ln w="9525" cap="flat" cmpd="sng">
            <a:solidFill>
              <a:schemeClr val="tx1"/>
            </a:solidFill>
            <a:prstDash val="dash"/>
            <a:headEnd type="none" w="med" len="med"/>
            <a:tailEnd type="none" w="med" len="med"/>
          </a:ln>
        </p:spPr>
      </p:sp>
      <p:sp>
        <p:nvSpPr>
          <p:cNvPr id="77940" name="Line 116"/>
          <p:cNvSpPr/>
          <p:nvPr/>
        </p:nvSpPr>
        <p:spPr>
          <a:xfrm>
            <a:off x="7596188" y="1123950"/>
            <a:ext cx="0" cy="1657350"/>
          </a:xfrm>
          <a:prstGeom prst="line">
            <a:avLst/>
          </a:prstGeom>
          <a:ln w="9525" cap="flat" cmpd="sng">
            <a:solidFill>
              <a:schemeClr val="tx1"/>
            </a:solidFill>
            <a:prstDash val="dash"/>
            <a:headEnd type="none" w="med" len="med"/>
            <a:tailEnd type="none" w="med" len="med"/>
          </a:ln>
        </p:spPr>
      </p:sp>
      <p:sp>
        <p:nvSpPr>
          <p:cNvPr id="77941" name="Line 117"/>
          <p:cNvSpPr/>
          <p:nvPr/>
        </p:nvSpPr>
        <p:spPr>
          <a:xfrm>
            <a:off x="5868988" y="3211513"/>
            <a:ext cx="1727200" cy="1587"/>
          </a:xfrm>
          <a:prstGeom prst="line">
            <a:avLst/>
          </a:prstGeom>
          <a:ln w="9525" cap="flat" cmpd="sng">
            <a:solidFill>
              <a:schemeClr val="tx1"/>
            </a:solidFill>
            <a:prstDash val="solid"/>
            <a:headEnd type="none" w="med" len="med"/>
            <a:tailEnd type="none" w="med" len="med"/>
          </a:ln>
        </p:spPr>
      </p:sp>
      <p:sp>
        <p:nvSpPr>
          <p:cNvPr id="77942" name="Arc 118"/>
          <p:cNvSpPr/>
          <p:nvPr/>
        </p:nvSpPr>
        <p:spPr>
          <a:xfrm>
            <a:off x="1536700" y="1273175"/>
            <a:ext cx="442913" cy="1797050"/>
          </a:xfrm>
          <a:custGeom>
            <a:avLst/>
            <a:gdLst/>
            <a:ahLst/>
            <a:cxnLst>
              <a:cxn ang="0">
                <a:pos x="-21330321" y="2147483646"/>
              </a:cxn>
              <a:cxn ang="0">
                <a:pos x="2147483646" y="0"/>
              </a:cxn>
              <a:cxn ang="0">
                <a:pos x="2147483646" y="2147483646"/>
              </a:cxn>
              <a:cxn ang="0">
                <a:pos x="2147483646" y="2147483646"/>
              </a:cxn>
              <a:cxn ang="0">
                <a:pos x="-21330321" y="2147483646"/>
              </a:cxn>
              <a:cxn ang="0">
                <a:pos x="2147483646" y="0"/>
              </a:cxn>
              <a:cxn ang="0">
                <a:pos x="2147483646" y="2147483646"/>
              </a:cxn>
              <a:cxn ang="0">
                <a:pos x="2147483646" y="2147483646"/>
              </a:cxn>
              <a:cxn ang="0">
                <a:pos x="2147483646" y="2147483646"/>
              </a:cxn>
              <a:cxn ang="0">
                <a:pos x="-21330321" y="2147483646"/>
              </a:cxn>
            </a:cxnLst>
            <a:pathLst>
              <a:path w="26708" h="40087" fill="none">
                <a:moveTo>
                  <a:pt x="-1" y="612"/>
                </a:moveTo>
                <a:cubicBezTo>
                  <a:pt x="1672" y="205"/>
                  <a:pt x="3386" y="-1"/>
                  <a:pt x="5108" y="0"/>
                </a:cubicBezTo>
                <a:cubicBezTo>
                  <a:pt x="17037" y="0"/>
                  <a:pt x="26708" y="9670"/>
                  <a:pt x="26708" y="21600"/>
                </a:cubicBezTo>
                <a:cubicBezTo>
                  <a:pt x="26708" y="29163"/>
                  <a:pt x="22752" y="36175"/>
                  <a:pt x="16278" y="40086"/>
                </a:cubicBezTo>
              </a:path>
              <a:path w="26708" h="40087" stroke="0">
                <a:moveTo>
                  <a:pt x="-1" y="612"/>
                </a:moveTo>
                <a:cubicBezTo>
                  <a:pt x="1672" y="205"/>
                  <a:pt x="3386" y="-1"/>
                  <a:pt x="5108" y="0"/>
                </a:cubicBezTo>
                <a:cubicBezTo>
                  <a:pt x="17037" y="0"/>
                  <a:pt x="26708" y="9670"/>
                  <a:pt x="26708" y="21600"/>
                </a:cubicBezTo>
                <a:cubicBezTo>
                  <a:pt x="26708" y="29163"/>
                  <a:pt x="22752" y="36175"/>
                  <a:pt x="16278" y="40086"/>
                </a:cubicBezTo>
                <a:lnTo>
                  <a:pt x="5108" y="21600"/>
                </a:lnTo>
                <a:lnTo>
                  <a:pt x="-1" y="612"/>
                </a:lnTo>
                <a:close/>
              </a:path>
            </a:pathLst>
          </a:custGeom>
          <a:noFill/>
          <a:ln w="9525" cap="flat" cmpd="sng">
            <a:solidFill>
              <a:srgbClr val="FF00FF">
                <a:alpha val="100000"/>
              </a:srgbClr>
            </a:solidFill>
            <a:prstDash val="solid"/>
            <a:round/>
            <a:headEnd type="none" w="med" len="med"/>
            <a:tailEnd type="triangle" w="med" len="med"/>
          </a:ln>
        </p:spPr>
        <p:txBody>
          <a:bodyPr/>
          <a:p>
            <a:endParaRPr lang="zh-CN" altLang="en-US"/>
          </a:p>
        </p:txBody>
      </p:sp>
      <p:sp>
        <p:nvSpPr>
          <p:cNvPr id="77943" name="Line 119"/>
          <p:cNvSpPr/>
          <p:nvPr/>
        </p:nvSpPr>
        <p:spPr>
          <a:xfrm flipV="1">
            <a:off x="2484438" y="1773238"/>
            <a:ext cx="144462" cy="576262"/>
          </a:xfrm>
          <a:prstGeom prst="line">
            <a:avLst/>
          </a:prstGeom>
          <a:ln w="9525" cap="flat" cmpd="sng">
            <a:solidFill>
              <a:srgbClr val="FF00FF"/>
            </a:solidFill>
            <a:prstDash val="solid"/>
            <a:headEnd type="none" w="med" len="med"/>
            <a:tailEnd type="triangle" w="med" len="med"/>
          </a:ln>
        </p:spPr>
      </p:sp>
      <p:sp>
        <p:nvSpPr>
          <p:cNvPr id="77944" name="Arc 120"/>
          <p:cNvSpPr/>
          <p:nvPr/>
        </p:nvSpPr>
        <p:spPr>
          <a:xfrm>
            <a:off x="2852738" y="1919288"/>
            <a:ext cx="207962" cy="1149350"/>
          </a:xfrm>
          <a:custGeom>
            <a:avLst/>
            <a:gdLst/>
            <a:ahLst/>
            <a:cxnLst>
              <a:cxn ang="0">
                <a:pos x="0" y="2147483646"/>
              </a:cxn>
              <a:cxn ang="0">
                <a:pos x="1150251325" y="0"/>
              </a:cxn>
              <a:cxn ang="0">
                <a:pos x="2147483646" y="2147483646"/>
              </a:cxn>
              <a:cxn ang="0">
                <a:pos x="1150251325" y="2147483646"/>
              </a:cxn>
              <a:cxn ang="0">
                <a:pos x="262863460" y="2147483646"/>
              </a:cxn>
              <a:cxn ang="0">
                <a:pos x="0" y="2147483646"/>
              </a:cxn>
              <a:cxn ang="0">
                <a:pos x="1150251325" y="0"/>
              </a:cxn>
              <a:cxn ang="0">
                <a:pos x="2147483646" y="2147483646"/>
              </a:cxn>
              <a:cxn ang="0">
                <a:pos x="1150251325" y="2147483646"/>
              </a:cxn>
              <a:cxn ang="0">
                <a:pos x="262863460" y="2147483646"/>
              </a:cxn>
              <a:cxn ang="0">
                <a:pos x="1150251325" y="2147483646"/>
              </a:cxn>
              <a:cxn ang="0">
                <a:pos x="0" y="2147483646"/>
              </a:cxn>
            </a:cxnLst>
            <a:pathLst>
              <a:path w="26212" h="43200" fill="none">
                <a:moveTo>
                  <a:pt x="0" y="498"/>
                </a:moveTo>
                <a:cubicBezTo>
                  <a:pt x="1515" y="167"/>
                  <a:pt x="3061" y="-1"/>
                  <a:pt x="4612" y="0"/>
                </a:cubicBezTo>
                <a:cubicBezTo>
                  <a:pt x="16541" y="0"/>
                  <a:pt x="26212" y="9670"/>
                  <a:pt x="26212" y="21600"/>
                </a:cubicBezTo>
                <a:cubicBezTo>
                  <a:pt x="26212" y="33529"/>
                  <a:pt x="16541" y="43200"/>
                  <a:pt x="4612" y="43200"/>
                </a:cubicBezTo>
                <a:cubicBezTo>
                  <a:pt x="3420" y="43200"/>
                  <a:pt x="2230" y="43101"/>
                  <a:pt x="1054" y="42905"/>
                </a:cubicBezTo>
              </a:path>
              <a:path w="26212" h="43200" stroke="0">
                <a:moveTo>
                  <a:pt x="0" y="498"/>
                </a:moveTo>
                <a:cubicBezTo>
                  <a:pt x="1515" y="167"/>
                  <a:pt x="3061" y="-1"/>
                  <a:pt x="4612" y="0"/>
                </a:cubicBezTo>
                <a:cubicBezTo>
                  <a:pt x="16541" y="0"/>
                  <a:pt x="26212" y="9670"/>
                  <a:pt x="26212" y="21600"/>
                </a:cubicBezTo>
                <a:cubicBezTo>
                  <a:pt x="26212" y="33529"/>
                  <a:pt x="16541" y="43200"/>
                  <a:pt x="4612" y="43200"/>
                </a:cubicBezTo>
                <a:cubicBezTo>
                  <a:pt x="3420" y="43200"/>
                  <a:pt x="2230" y="43101"/>
                  <a:pt x="1054" y="42905"/>
                </a:cubicBezTo>
                <a:lnTo>
                  <a:pt x="4612" y="21600"/>
                </a:lnTo>
                <a:lnTo>
                  <a:pt x="0" y="498"/>
                </a:lnTo>
                <a:close/>
              </a:path>
            </a:pathLst>
          </a:custGeom>
          <a:noFill/>
          <a:ln w="9525" cap="flat" cmpd="sng">
            <a:solidFill>
              <a:srgbClr val="FF00FF">
                <a:alpha val="100000"/>
              </a:srgbClr>
            </a:solidFill>
            <a:prstDash val="solid"/>
            <a:round/>
            <a:headEnd type="none" w="med" len="med"/>
            <a:tailEnd type="triangle" w="med" len="med"/>
          </a:ln>
        </p:spPr>
        <p:txBody>
          <a:bodyPr/>
          <a:p>
            <a:endParaRPr lang="zh-CN" altLang="en-US"/>
          </a:p>
        </p:txBody>
      </p:sp>
      <p:sp>
        <p:nvSpPr>
          <p:cNvPr id="77945" name="Line 121"/>
          <p:cNvSpPr/>
          <p:nvPr/>
        </p:nvSpPr>
        <p:spPr>
          <a:xfrm flipV="1">
            <a:off x="5508625" y="1844675"/>
            <a:ext cx="142875" cy="576263"/>
          </a:xfrm>
          <a:prstGeom prst="line">
            <a:avLst/>
          </a:prstGeom>
          <a:ln w="9525" cap="flat" cmpd="sng">
            <a:solidFill>
              <a:srgbClr val="FF00FF"/>
            </a:solidFill>
            <a:prstDash val="solid"/>
            <a:headEnd type="none" w="med" len="med"/>
            <a:tailEnd type="triangle" w="med" len="med"/>
          </a:ln>
        </p:spPr>
      </p:sp>
      <p:sp>
        <p:nvSpPr>
          <p:cNvPr id="77946" name="Arc 122"/>
          <p:cNvSpPr/>
          <p:nvPr/>
        </p:nvSpPr>
        <p:spPr>
          <a:xfrm>
            <a:off x="5868988" y="1844675"/>
            <a:ext cx="207962" cy="1149350"/>
          </a:xfrm>
          <a:custGeom>
            <a:avLst/>
            <a:gdLst/>
            <a:ahLst/>
            <a:cxnLst>
              <a:cxn ang="0">
                <a:pos x="0" y="2147483646"/>
              </a:cxn>
              <a:cxn ang="0">
                <a:pos x="1150251325" y="0"/>
              </a:cxn>
              <a:cxn ang="0">
                <a:pos x="2147483646" y="2147483646"/>
              </a:cxn>
              <a:cxn ang="0">
                <a:pos x="1150251325" y="2147483646"/>
              </a:cxn>
              <a:cxn ang="0">
                <a:pos x="262863460" y="2147483646"/>
              </a:cxn>
              <a:cxn ang="0">
                <a:pos x="0" y="2147483646"/>
              </a:cxn>
              <a:cxn ang="0">
                <a:pos x="1150251325" y="0"/>
              </a:cxn>
              <a:cxn ang="0">
                <a:pos x="2147483646" y="2147483646"/>
              </a:cxn>
              <a:cxn ang="0">
                <a:pos x="1150251325" y="2147483646"/>
              </a:cxn>
              <a:cxn ang="0">
                <a:pos x="262863460" y="2147483646"/>
              </a:cxn>
              <a:cxn ang="0">
                <a:pos x="1150251325" y="2147483646"/>
              </a:cxn>
              <a:cxn ang="0">
                <a:pos x="0" y="2147483646"/>
              </a:cxn>
            </a:cxnLst>
            <a:pathLst>
              <a:path w="26212" h="43200" fill="none">
                <a:moveTo>
                  <a:pt x="0" y="498"/>
                </a:moveTo>
                <a:cubicBezTo>
                  <a:pt x="1515" y="167"/>
                  <a:pt x="3061" y="-1"/>
                  <a:pt x="4612" y="0"/>
                </a:cubicBezTo>
                <a:cubicBezTo>
                  <a:pt x="16541" y="0"/>
                  <a:pt x="26212" y="9670"/>
                  <a:pt x="26212" y="21600"/>
                </a:cubicBezTo>
                <a:cubicBezTo>
                  <a:pt x="26212" y="33529"/>
                  <a:pt x="16541" y="43200"/>
                  <a:pt x="4612" y="43200"/>
                </a:cubicBezTo>
                <a:cubicBezTo>
                  <a:pt x="3420" y="43200"/>
                  <a:pt x="2230" y="43101"/>
                  <a:pt x="1054" y="42905"/>
                </a:cubicBezTo>
              </a:path>
              <a:path w="26212" h="43200" stroke="0">
                <a:moveTo>
                  <a:pt x="0" y="498"/>
                </a:moveTo>
                <a:cubicBezTo>
                  <a:pt x="1515" y="167"/>
                  <a:pt x="3061" y="-1"/>
                  <a:pt x="4612" y="0"/>
                </a:cubicBezTo>
                <a:cubicBezTo>
                  <a:pt x="16541" y="0"/>
                  <a:pt x="26212" y="9670"/>
                  <a:pt x="26212" y="21600"/>
                </a:cubicBezTo>
                <a:cubicBezTo>
                  <a:pt x="26212" y="33529"/>
                  <a:pt x="16541" y="43200"/>
                  <a:pt x="4612" y="43200"/>
                </a:cubicBezTo>
                <a:cubicBezTo>
                  <a:pt x="3420" y="43200"/>
                  <a:pt x="2230" y="43101"/>
                  <a:pt x="1054" y="42905"/>
                </a:cubicBezTo>
                <a:lnTo>
                  <a:pt x="4612" y="21600"/>
                </a:lnTo>
                <a:lnTo>
                  <a:pt x="0" y="498"/>
                </a:lnTo>
                <a:close/>
              </a:path>
            </a:pathLst>
          </a:custGeom>
          <a:noFill/>
          <a:ln w="9525" cap="flat" cmpd="sng">
            <a:solidFill>
              <a:srgbClr val="FF00FF">
                <a:alpha val="100000"/>
              </a:srgbClr>
            </a:solidFill>
            <a:prstDash val="solid"/>
            <a:round/>
            <a:headEnd type="none" w="med" len="med"/>
            <a:tailEnd type="triangle" w="med" len="med"/>
          </a:ln>
        </p:spPr>
        <p:txBody>
          <a:bodyPr/>
          <a:p>
            <a:endParaRPr lang="zh-CN" altLang="en-US"/>
          </a:p>
        </p:txBody>
      </p:sp>
      <p:sp>
        <p:nvSpPr>
          <p:cNvPr id="77947" name="Rectangle 123"/>
          <p:cNvSpPr/>
          <p:nvPr/>
        </p:nvSpPr>
        <p:spPr>
          <a:xfrm>
            <a:off x="6370638" y="2852738"/>
            <a:ext cx="288925" cy="287337"/>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dirty="0">
                <a:solidFill>
                  <a:srgbClr val="0000FF"/>
                </a:solidFill>
                <a:latin typeface="Arial" panose="020B0604020202020204" pitchFamily="34" charset="0"/>
              </a:rPr>
              <a:t>3</a:t>
            </a:r>
            <a:endParaRPr lang="en-US" altLang="zh-CN" sz="1600" dirty="0">
              <a:solidFill>
                <a:srgbClr val="0000FF"/>
              </a:solidFill>
              <a:latin typeface="Arial" panose="020B0604020202020204" pitchFamily="34" charset="0"/>
            </a:endParaRPr>
          </a:p>
        </p:txBody>
      </p:sp>
      <p:sp>
        <p:nvSpPr>
          <p:cNvPr id="77948" name="Rectangle 124"/>
          <p:cNvSpPr/>
          <p:nvPr/>
        </p:nvSpPr>
        <p:spPr>
          <a:xfrm>
            <a:off x="6804025" y="2852738"/>
            <a:ext cx="288925" cy="287337"/>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dirty="0">
                <a:solidFill>
                  <a:srgbClr val="0000FF"/>
                </a:solidFill>
                <a:latin typeface="Arial" panose="020B0604020202020204" pitchFamily="34" charset="0"/>
              </a:rPr>
              <a:t>2</a:t>
            </a:r>
            <a:endParaRPr lang="en-US" altLang="zh-CN" sz="1600" dirty="0">
              <a:solidFill>
                <a:srgbClr val="0000FF"/>
              </a:solidFill>
              <a:latin typeface="Arial" panose="020B0604020202020204" pitchFamily="34" charset="0"/>
            </a:endParaRPr>
          </a:p>
        </p:txBody>
      </p:sp>
      <p:sp>
        <p:nvSpPr>
          <p:cNvPr id="77949" name="Rectangle 125"/>
          <p:cNvSpPr/>
          <p:nvPr/>
        </p:nvSpPr>
        <p:spPr>
          <a:xfrm>
            <a:off x="7235825" y="2852738"/>
            <a:ext cx="288925" cy="287337"/>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dirty="0">
                <a:solidFill>
                  <a:schemeClr val="tx1"/>
                </a:solidFill>
                <a:latin typeface="Arial" panose="020B0604020202020204" pitchFamily="34" charset="0"/>
              </a:rPr>
              <a:t>1</a:t>
            </a:r>
            <a:endParaRPr lang="en-US" altLang="zh-CN" sz="1600" dirty="0">
              <a:solidFill>
                <a:schemeClr val="tx1"/>
              </a:solidFill>
              <a:latin typeface="Arial" panose="020B0604020202020204" pitchFamily="34" charset="0"/>
            </a:endParaRPr>
          </a:p>
        </p:txBody>
      </p:sp>
      <p:sp>
        <p:nvSpPr>
          <p:cNvPr id="77950" name="Rectangle 126"/>
          <p:cNvSpPr/>
          <p:nvPr/>
        </p:nvSpPr>
        <p:spPr>
          <a:xfrm>
            <a:off x="7667625" y="2924175"/>
            <a:ext cx="288925" cy="287338"/>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0</a:t>
            </a:r>
            <a:endParaRPr lang="en-US" altLang="zh-CN" sz="1600" b="0" dirty="0">
              <a:solidFill>
                <a:schemeClr val="tx1"/>
              </a:solidFill>
              <a:latin typeface="Arial" panose="020B0604020202020204" pitchFamily="34" charset="0"/>
            </a:endParaRPr>
          </a:p>
        </p:txBody>
      </p:sp>
      <p:sp>
        <p:nvSpPr>
          <p:cNvPr id="77951" name="Line 127"/>
          <p:cNvSpPr/>
          <p:nvPr/>
        </p:nvSpPr>
        <p:spPr>
          <a:xfrm flipV="1">
            <a:off x="7596188" y="2924175"/>
            <a:ext cx="576262" cy="0"/>
          </a:xfrm>
          <a:prstGeom prst="line">
            <a:avLst/>
          </a:prstGeom>
          <a:ln w="9525" cap="flat" cmpd="sng">
            <a:solidFill>
              <a:schemeClr val="tx1"/>
            </a:solidFill>
            <a:prstDash val="solid"/>
            <a:headEnd type="none" w="med" len="med"/>
            <a:tailEnd type="none" w="med" len="med"/>
          </a:ln>
        </p:spPr>
      </p:sp>
      <p:sp>
        <p:nvSpPr>
          <p:cNvPr id="77952" name="Rectangle 128"/>
          <p:cNvSpPr/>
          <p:nvPr/>
        </p:nvSpPr>
        <p:spPr>
          <a:xfrm>
            <a:off x="5292725" y="3500438"/>
            <a:ext cx="2808288" cy="360362"/>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zh-CN" altLang="en-US" sz="1800" b="0" dirty="0">
                <a:solidFill>
                  <a:schemeClr val="tx1"/>
                </a:solidFill>
                <a:latin typeface="Arial" panose="020B0604020202020204" pitchFamily="34" charset="0"/>
              </a:rPr>
              <a:t>重新装入原来的初值或新值</a:t>
            </a:r>
            <a:endParaRPr lang="zh-CN" altLang="en-US" sz="1800" b="0" dirty="0">
              <a:solidFill>
                <a:schemeClr val="tx1"/>
              </a:solidFill>
              <a:latin typeface="Arial" panose="020B0604020202020204" pitchFamily="34" charset="0"/>
            </a:endParaRPr>
          </a:p>
        </p:txBody>
      </p:sp>
      <p:sp>
        <p:nvSpPr>
          <p:cNvPr id="77953" name="Line 129"/>
          <p:cNvSpPr/>
          <p:nvPr/>
        </p:nvSpPr>
        <p:spPr>
          <a:xfrm flipH="1" flipV="1">
            <a:off x="5867400" y="3068638"/>
            <a:ext cx="649288" cy="431800"/>
          </a:xfrm>
          <a:prstGeom prst="line">
            <a:avLst/>
          </a:prstGeom>
          <a:ln w="9525" cap="flat" cmpd="sng">
            <a:solidFill>
              <a:srgbClr val="FF00FF"/>
            </a:solidFill>
            <a:prstDash val="solid"/>
            <a:headEnd type="none" w="med" len="med"/>
            <a:tailEnd type="triangle" w="med" len="med"/>
          </a:ln>
        </p:spPr>
      </p:sp>
      <p:sp>
        <p:nvSpPr>
          <p:cNvPr id="77954" name="Rectangle 130"/>
          <p:cNvSpPr/>
          <p:nvPr/>
        </p:nvSpPr>
        <p:spPr>
          <a:xfrm>
            <a:off x="1547813" y="3500438"/>
            <a:ext cx="3671887" cy="431800"/>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zh-CN" altLang="en-US" sz="1800" b="0" dirty="0">
                <a:solidFill>
                  <a:schemeClr val="tx1"/>
                </a:solidFill>
                <a:latin typeface="Arial" panose="020B0604020202020204" pitchFamily="34" charset="0"/>
              </a:rPr>
              <a:t>由</a:t>
            </a:r>
            <a:r>
              <a:rPr lang="en-US" altLang="zh-CN" sz="1800" b="0" dirty="0">
                <a:solidFill>
                  <a:schemeClr val="tx1"/>
                </a:solidFill>
                <a:latin typeface="Arial" panose="020B0604020202020204" pitchFamily="34" charset="0"/>
              </a:rPr>
              <a:t>GATE</a:t>
            </a:r>
            <a:r>
              <a:rPr lang="zh-CN" altLang="en-US" sz="1800" b="0" dirty="0">
                <a:solidFill>
                  <a:schemeClr val="tx1"/>
                </a:solidFill>
                <a:latin typeface="Arial" panose="020B0604020202020204" pitchFamily="34" charset="0"/>
              </a:rPr>
              <a:t>的上升沿启动新的计数过程</a:t>
            </a:r>
            <a:endParaRPr lang="zh-CN" altLang="en-US" sz="1800" b="0" dirty="0">
              <a:solidFill>
                <a:schemeClr val="tx1"/>
              </a:solidFill>
              <a:latin typeface="Arial" panose="020B0604020202020204" pitchFamily="34" charset="0"/>
            </a:endParaRPr>
          </a:p>
        </p:txBody>
      </p:sp>
      <p:sp>
        <p:nvSpPr>
          <p:cNvPr id="77955" name="Line 131"/>
          <p:cNvSpPr/>
          <p:nvPr/>
        </p:nvSpPr>
        <p:spPr>
          <a:xfrm flipV="1">
            <a:off x="4572000" y="2492375"/>
            <a:ext cx="863600" cy="1081088"/>
          </a:xfrm>
          <a:prstGeom prst="line">
            <a:avLst/>
          </a:prstGeom>
          <a:ln w="9525" cap="flat" cmpd="sng">
            <a:solidFill>
              <a:srgbClr val="FF00FF"/>
            </a:solidFill>
            <a:prstDash val="solid"/>
            <a:headEnd type="none" w="med" len="med"/>
            <a:tailEnd type="triangle" w="med" len="med"/>
          </a:ln>
        </p:spPr>
      </p:sp>
      <p:sp>
        <p:nvSpPr>
          <p:cNvPr id="77956" name="Rectangle 132"/>
          <p:cNvSpPr/>
          <p:nvPr/>
        </p:nvSpPr>
        <p:spPr>
          <a:xfrm>
            <a:off x="3995738" y="836613"/>
            <a:ext cx="1152525" cy="360362"/>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chemeClr val="tx1"/>
                </a:solidFill>
                <a:latin typeface="Arial" panose="020B0604020202020204" pitchFamily="34" charset="0"/>
              </a:rPr>
              <a:t>改变初值</a:t>
            </a:r>
            <a:endParaRPr lang="zh-CN" altLang="en-US" sz="1800" b="0" dirty="0">
              <a:solidFill>
                <a:schemeClr val="tx1"/>
              </a:solidFill>
              <a:latin typeface="Arial" panose="020B0604020202020204" pitchFamily="34" charset="0"/>
            </a:endParaRPr>
          </a:p>
        </p:txBody>
      </p:sp>
      <p:sp>
        <p:nvSpPr>
          <p:cNvPr id="77957" name="Line 133"/>
          <p:cNvSpPr/>
          <p:nvPr/>
        </p:nvSpPr>
        <p:spPr>
          <a:xfrm flipH="1">
            <a:off x="3419475" y="1052513"/>
            <a:ext cx="504825" cy="217487"/>
          </a:xfrm>
          <a:prstGeom prst="line">
            <a:avLst/>
          </a:prstGeom>
          <a:ln w="9525" cap="flat" cmpd="sng">
            <a:solidFill>
              <a:srgbClr val="FF00FF"/>
            </a:solidFill>
            <a:prstDash val="solid"/>
            <a:headEnd type="none" w="med" len="med"/>
            <a:tailEnd type="triangle" w="med" len="med"/>
          </a:ln>
        </p:spPr>
      </p:sp>
      <p:sp>
        <p:nvSpPr>
          <p:cNvPr id="77958" name="Rectangle 134"/>
          <p:cNvSpPr/>
          <p:nvPr/>
        </p:nvSpPr>
        <p:spPr>
          <a:xfrm>
            <a:off x="2987675" y="2492375"/>
            <a:ext cx="1098550"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Arial" panose="020B0604020202020204" pitchFamily="34" charset="0"/>
              </a:rPr>
              <a:t>开始计数</a:t>
            </a:r>
            <a:endParaRPr lang="zh-CN" altLang="en-US" sz="1800" b="0" dirty="0">
              <a:solidFill>
                <a:srgbClr val="000000"/>
              </a:solidFill>
              <a:latin typeface="Arial" panose="020B0604020202020204" pitchFamily="34" charset="0"/>
            </a:endParaRPr>
          </a:p>
        </p:txBody>
      </p:sp>
      <p:sp>
        <p:nvSpPr>
          <p:cNvPr id="77959" name="Line 135"/>
          <p:cNvSpPr/>
          <p:nvPr/>
        </p:nvSpPr>
        <p:spPr>
          <a:xfrm flipH="1">
            <a:off x="2843213" y="2636838"/>
            <a:ext cx="288925" cy="360362"/>
          </a:xfrm>
          <a:prstGeom prst="line">
            <a:avLst/>
          </a:prstGeom>
          <a:ln w="9525" cap="flat" cmpd="sng">
            <a:solidFill>
              <a:schemeClr val="tx1"/>
            </a:solidFill>
            <a:prstDash val="solid"/>
            <a:headEnd type="none" w="med" len="med"/>
            <a:tailEnd type="triangle" w="med" len="med"/>
          </a:ln>
        </p:spPr>
      </p:sp>
      <p:sp>
        <p:nvSpPr>
          <p:cNvPr id="77960" name="Rectangle 136"/>
          <p:cNvSpPr/>
          <p:nvPr/>
        </p:nvSpPr>
        <p:spPr>
          <a:xfrm>
            <a:off x="6084888" y="2492375"/>
            <a:ext cx="1098550"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Arial" panose="020B0604020202020204" pitchFamily="34" charset="0"/>
              </a:rPr>
              <a:t>开始计数</a:t>
            </a:r>
            <a:endParaRPr lang="zh-CN" altLang="en-US" sz="1800" b="0" dirty="0">
              <a:solidFill>
                <a:srgbClr val="000000"/>
              </a:solidFill>
              <a:latin typeface="Arial" panose="020B0604020202020204" pitchFamily="34" charset="0"/>
            </a:endParaRPr>
          </a:p>
        </p:txBody>
      </p:sp>
      <p:sp>
        <p:nvSpPr>
          <p:cNvPr id="77961" name="Line 137"/>
          <p:cNvSpPr/>
          <p:nvPr/>
        </p:nvSpPr>
        <p:spPr>
          <a:xfrm flipH="1">
            <a:off x="5867400" y="2708275"/>
            <a:ext cx="360363" cy="288925"/>
          </a:xfrm>
          <a:prstGeom prst="line">
            <a:avLst/>
          </a:prstGeom>
          <a:ln w="9525" cap="flat" cmpd="sng">
            <a:solidFill>
              <a:schemeClr val="tx1"/>
            </a:solidFill>
            <a:prstDash val="solid"/>
            <a:headEnd type="none" w="med" len="med"/>
            <a:tailEnd type="triangle" w="med" len="med"/>
          </a:ln>
        </p:spPr>
      </p:sp>
      <p:sp>
        <p:nvSpPr>
          <p:cNvPr id="77962" name="Rectangle 138"/>
          <p:cNvSpPr/>
          <p:nvPr/>
        </p:nvSpPr>
        <p:spPr>
          <a:xfrm>
            <a:off x="4500563" y="2997200"/>
            <a:ext cx="1098550"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Arial" panose="020B0604020202020204" pitchFamily="34" charset="0"/>
              </a:rPr>
              <a:t>计数结束</a:t>
            </a:r>
            <a:endParaRPr lang="zh-CN" altLang="en-US" sz="1800" b="0" dirty="0">
              <a:solidFill>
                <a:srgbClr val="000000"/>
              </a:solidFill>
              <a:latin typeface="Arial" panose="020B0604020202020204" pitchFamily="34" charset="0"/>
            </a:endParaRPr>
          </a:p>
        </p:txBody>
      </p:sp>
      <p:sp>
        <p:nvSpPr>
          <p:cNvPr id="77963" name="Line 140"/>
          <p:cNvSpPr/>
          <p:nvPr/>
        </p:nvSpPr>
        <p:spPr>
          <a:xfrm>
            <a:off x="3276600" y="1196975"/>
            <a:ext cx="0" cy="287338"/>
          </a:xfrm>
          <a:prstGeom prst="line">
            <a:avLst/>
          </a:prstGeom>
          <a:ln w="9525" cap="flat" cmpd="sng">
            <a:solidFill>
              <a:srgbClr val="FF00FF"/>
            </a:solidFill>
            <a:prstDash val="solid"/>
            <a:headEnd type="none" w="med" len="med"/>
            <a:tailEnd type="none" w="med" len="med"/>
          </a:ln>
        </p:spPr>
      </p:sp>
      <p:sp>
        <p:nvSpPr>
          <p:cNvPr id="77964" name="Line 141"/>
          <p:cNvSpPr/>
          <p:nvPr/>
        </p:nvSpPr>
        <p:spPr>
          <a:xfrm>
            <a:off x="3276600" y="1484313"/>
            <a:ext cx="215900" cy="0"/>
          </a:xfrm>
          <a:prstGeom prst="line">
            <a:avLst/>
          </a:prstGeom>
          <a:ln w="9525" cap="flat" cmpd="sng">
            <a:solidFill>
              <a:srgbClr val="FF00FF"/>
            </a:solidFill>
            <a:prstDash val="solid"/>
            <a:headEnd type="none" w="med" len="med"/>
            <a:tailEnd type="none" w="med" len="med"/>
          </a:ln>
        </p:spPr>
      </p:sp>
      <p:sp>
        <p:nvSpPr>
          <p:cNvPr id="77965" name="Line 142"/>
          <p:cNvSpPr/>
          <p:nvPr/>
        </p:nvSpPr>
        <p:spPr>
          <a:xfrm flipV="1">
            <a:off x="3492500" y="1196975"/>
            <a:ext cx="0" cy="287338"/>
          </a:xfrm>
          <a:prstGeom prst="line">
            <a:avLst/>
          </a:prstGeom>
          <a:ln w="9525" cap="flat" cmpd="sng">
            <a:solidFill>
              <a:srgbClr val="FF00FF"/>
            </a:solidFill>
            <a:prstDash val="solid"/>
            <a:headEnd type="none" w="med" len="med"/>
            <a:tailEnd type="none" w="med" len="med"/>
          </a:ln>
        </p:spPr>
      </p:sp>
      <p:sp>
        <p:nvSpPr>
          <p:cNvPr id="77966" name="Rectangle 143"/>
          <p:cNvSpPr/>
          <p:nvPr/>
        </p:nvSpPr>
        <p:spPr>
          <a:xfrm>
            <a:off x="3276600" y="836613"/>
            <a:ext cx="288925" cy="287337"/>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b="0" dirty="0">
                <a:solidFill>
                  <a:schemeClr val="tx1"/>
                </a:solidFill>
                <a:latin typeface="Arial" panose="020B0604020202020204" pitchFamily="34" charset="0"/>
              </a:rPr>
              <a:t>N=4</a:t>
            </a:r>
            <a:endParaRPr lang="en-US" altLang="zh-CN" sz="1600" b="0" dirty="0">
              <a:solidFill>
                <a:schemeClr val="tx1"/>
              </a:solidFill>
              <a:latin typeface="Arial" panose="020B0604020202020204" pitchFamily="34" charset="0"/>
            </a:endParaRPr>
          </a:p>
        </p:txBody>
      </p:sp>
      <p:sp>
        <p:nvSpPr>
          <p:cNvPr id="77967" name="Line 146"/>
          <p:cNvSpPr/>
          <p:nvPr/>
        </p:nvSpPr>
        <p:spPr>
          <a:xfrm>
            <a:off x="3419475" y="1268413"/>
            <a:ext cx="2592388" cy="1296987"/>
          </a:xfrm>
          <a:prstGeom prst="line">
            <a:avLst/>
          </a:prstGeom>
          <a:ln w="9525" cap="flat" cmpd="sng">
            <a:solidFill>
              <a:srgbClr val="FF3300"/>
            </a:solidFill>
            <a:prstDash val="solid"/>
            <a:headEnd type="none" w="med" len="med"/>
            <a:tailEnd type="triangle" w="med" len="med"/>
          </a:ln>
        </p:spPr>
      </p:sp>
      <p:sp>
        <p:nvSpPr>
          <p:cNvPr id="77968" name="Rectangle 148"/>
          <p:cNvSpPr/>
          <p:nvPr/>
        </p:nvSpPr>
        <p:spPr>
          <a:xfrm>
            <a:off x="6011863" y="2852738"/>
            <a:ext cx="288925" cy="287337"/>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600" dirty="0">
                <a:solidFill>
                  <a:srgbClr val="0000FF"/>
                </a:solidFill>
                <a:latin typeface="Arial" panose="020B0604020202020204" pitchFamily="34" charset="0"/>
              </a:rPr>
              <a:t>4</a:t>
            </a:r>
            <a:endParaRPr lang="en-US" altLang="zh-CN" sz="1600" dirty="0">
              <a:solidFill>
                <a:srgbClr val="0000FF"/>
              </a:solidFill>
              <a:latin typeface="Arial" panose="020B0604020202020204" pitchFamily="34" charset="0"/>
            </a:endParaRPr>
          </a:p>
        </p:txBody>
      </p:sp>
    </p:spTree>
  </p:cSld>
  <p:clrMapOvr>
    <a:masterClrMapping/>
  </p:clrMapOvr>
  <p:transition spd="slow">
    <p:zoom/>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8370" name="Rectangle 3"/>
          <p:cNvSpPr>
            <a:spLocks noGrp="1" noChangeArrowheads="1"/>
          </p:cNvSpPr>
          <p:nvPr>
            <p:ph idx="1"/>
          </p:nvPr>
        </p:nvSpPr>
        <p:spPr>
          <a:xfrm>
            <a:off x="179388" y="2997200"/>
            <a:ext cx="8856663" cy="1223963"/>
          </a:xfrm>
          <a:solidFill>
            <a:schemeClr val="accent1"/>
          </a:solidFill>
          <a:ln>
            <a:solidFill>
              <a:srgbClr val="3366FF"/>
            </a:solidFill>
            <a:miter/>
          </a:ln>
        </p:spPr>
        <p:txBody>
          <a:bodyPr vert="horz" wrap="square" lIns="91440" tIns="45720" rIns="91440" bIns="45720" numCol="1" anchor="t" anchorCtr="0" compatLnSpc="1"/>
          <a:lstStyle/>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en-US" altLang="zh-CN" sz="2400" b="1" i="0" u="none" strike="noStrike" kern="1200" cap="none" spc="0" normalizeH="0" baseline="0" noProof="0" dirty="0">
                <a:ln>
                  <a:noFill/>
                </a:ln>
                <a:solidFill>
                  <a:schemeClr val="tx2"/>
                </a:solidFill>
                <a:effectLst/>
                <a:uLnTx/>
                <a:uFillTx/>
                <a:latin typeface="+mn-ea"/>
                <a:ea typeface="+mn-ea"/>
                <a:cs typeface="+mn-cs"/>
              </a:rPr>
              <a:t>A. </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方式</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0</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设置计数初值后立即计数；</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方式</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1</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设置计数初值后不立即计数，直到有外部触发信号后才开始计数</a:t>
            </a:r>
            <a:r>
              <a:rPr kumimoji="1" lang="zh-CN" altLang="en-US" sz="2800" b="1" i="0" u="none" strike="noStrike" kern="1200" cap="none" spc="0" normalizeH="0" baseline="0" noProof="0" dirty="0">
                <a:ln>
                  <a:noFill/>
                </a:ln>
                <a:solidFill>
                  <a:srgbClr val="FF00FF"/>
                </a:solidFill>
                <a:effectLst/>
                <a:uLnTx/>
                <a:uFillTx/>
                <a:latin typeface="宋体" panose="02010600030101010101" pitchFamily="2" charset="-122"/>
                <a:ea typeface="+mn-ea"/>
                <a:cs typeface="+mn-cs"/>
              </a:rPr>
              <a:t>。</a:t>
            </a:r>
            <a:r>
              <a:rPr kumimoji="1" lang="zh-CN" altLang="en-US" sz="28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 </a:t>
            </a:r>
            <a:endParaRPr kumimoji="1" lang="zh-CN" altLang="en-US" sz="28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endParaRPr>
          </a:p>
        </p:txBody>
      </p:sp>
      <p:sp>
        <p:nvSpPr>
          <p:cNvPr id="78851" name="Rectangle 4"/>
          <p:cNvSpPr/>
          <p:nvPr/>
        </p:nvSpPr>
        <p:spPr>
          <a:xfrm>
            <a:off x="900113" y="2055813"/>
            <a:ext cx="7326312" cy="579437"/>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3200" dirty="0">
                <a:solidFill>
                  <a:srgbClr val="0000FF"/>
                </a:solidFill>
                <a:latin typeface="宋体" panose="02010600030101010101" pitchFamily="2" charset="-122"/>
              </a:rPr>
              <a:t>比较方式</a:t>
            </a:r>
            <a:r>
              <a:rPr lang="en-US" altLang="zh-CN" sz="3200" dirty="0">
                <a:solidFill>
                  <a:srgbClr val="0000FF"/>
                </a:solidFill>
                <a:latin typeface="宋体" panose="02010600030101010101" pitchFamily="2" charset="-122"/>
              </a:rPr>
              <a:t>0</a:t>
            </a:r>
            <a:r>
              <a:rPr lang="zh-CN" altLang="en-US" sz="3200" dirty="0">
                <a:solidFill>
                  <a:srgbClr val="0000FF"/>
                </a:solidFill>
                <a:latin typeface="宋体" panose="02010600030101010101" pitchFamily="2" charset="-122"/>
              </a:rPr>
              <a:t>和方式</a:t>
            </a:r>
            <a:r>
              <a:rPr lang="en-US" altLang="zh-CN" sz="3200" dirty="0">
                <a:solidFill>
                  <a:srgbClr val="0000FF"/>
                </a:solidFill>
                <a:latin typeface="宋体" panose="02010600030101010101" pitchFamily="2" charset="-122"/>
              </a:rPr>
              <a:t>1</a:t>
            </a:r>
            <a:r>
              <a:rPr lang="zh-CN" altLang="en-US" sz="3200" dirty="0">
                <a:solidFill>
                  <a:srgbClr val="0000FF"/>
                </a:solidFill>
                <a:latin typeface="宋体" panose="02010600030101010101" pitchFamily="2" charset="-122"/>
              </a:rPr>
              <a:t>， 有以下几点不同：</a:t>
            </a:r>
            <a:endParaRPr lang="zh-CN" altLang="en-US" sz="3200" dirty="0">
              <a:solidFill>
                <a:srgbClr val="0000FF"/>
              </a:solidFill>
              <a:latin typeface="宋体" panose="02010600030101010101" pitchFamily="2" charset="-122"/>
            </a:endParaRPr>
          </a:p>
        </p:txBody>
      </p:sp>
      <p:sp>
        <p:nvSpPr>
          <p:cNvPr id="78852" name="Rectangle 5"/>
          <p:cNvSpPr/>
          <p:nvPr/>
        </p:nvSpPr>
        <p:spPr>
          <a:xfrm>
            <a:off x="179388" y="4940300"/>
            <a:ext cx="8856662" cy="1225550"/>
          </a:xfrm>
          <a:prstGeom prst="rect">
            <a:avLst/>
          </a:prstGeom>
          <a:solidFill>
            <a:srgbClr val="CCFFCC"/>
          </a:solidFill>
          <a:ln w="9525" cap="flat" cmpd="sng">
            <a:solidFill>
              <a:srgbClr val="FF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50000"/>
              </a:lnSpc>
              <a:spcAft>
                <a:spcPct val="0"/>
              </a:spcAft>
              <a:buClrTx/>
              <a:buSzTx/>
              <a:buFont typeface="Arial" panose="020B0604020202020204" pitchFamily="34" charset="0"/>
              <a:buNone/>
            </a:pPr>
            <a:r>
              <a:rPr lang="en-US" altLang="zh-CN" sz="2400" dirty="0">
                <a:solidFill>
                  <a:schemeClr val="tx1"/>
                </a:solidFill>
                <a:latin typeface="宋体" panose="02010600030101010101" pitchFamily="2" charset="-122"/>
                <a:ea typeface="宋体" panose="02010600030101010101" pitchFamily="2" charset="-122"/>
              </a:rPr>
              <a:t>B. </a:t>
            </a:r>
            <a:r>
              <a:rPr lang="zh-CN" altLang="en-US" sz="2400" dirty="0">
                <a:solidFill>
                  <a:schemeClr val="tx1"/>
                </a:solidFill>
                <a:latin typeface="宋体" panose="02010600030101010101" pitchFamily="2" charset="-122"/>
                <a:ea typeface="宋体" panose="02010600030101010101" pitchFamily="2" charset="-122"/>
              </a:rPr>
              <a:t>方式</a:t>
            </a:r>
            <a:r>
              <a:rPr lang="en-US" altLang="zh-CN" sz="2400" dirty="0">
                <a:solidFill>
                  <a:schemeClr val="tx1"/>
                </a:solidFill>
                <a:latin typeface="宋体" panose="02010600030101010101" pitchFamily="2" charset="-122"/>
                <a:ea typeface="宋体" panose="02010600030101010101" pitchFamily="2" charset="-122"/>
              </a:rPr>
              <a:t>0</a:t>
            </a:r>
            <a:r>
              <a:rPr lang="zh-CN" altLang="en-US" sz="2400" dirty="0">
                <a:solidFill>
                  <a:schemeClr val="tx1"/>
                </a:solidFill>
                <a:latin typeface="宋体" panose="02010600030101010101" pitchFamily="2" charset="-122"/>
                <a:ea typeface="宋体" panose="02010600030101010101" pitchFamily="2" charset="-122"/>
              </a:rPr>
              <a:t>在计数过程中能用门控信号暂停计数； </a:t>
            </a:r>
            <a:r>
              <a:rPr lang="zh-CN" altLang="en-US" sz="2400" dirty="0">
                <a:solidFill>
                  <a:srgbClr val="FF00FF"/>
                </a:solidFill>
                <a:latin typeface="宋体" panose="02010600030101010101" pitchFamily="2" charset="-122"/>
                <a:ea typeface="宋体" panose="02010600030101010101" pitchFamily="2" charset="-122"/>
              </a:rPr>
              <a:t>方式</a:t>
            </a:r>
            <a:r>
              <a:rPr lang="en-US" altLang="zh-CN" sz="2400" dirty="0">
                <a:solidFill>
                  <a:srgbClr val="FF00FF"/>
                </a:solidFill>
                <a:latin typeface="宋体" panose="02010600030101010101" pitchFamily="2" charset="-122"/>
                <a:ea typeface="宋体" panose="02010600030101010101" pitchFamily="2" charset="-122"/>
              </a:rPr>
              <a:t>1</a:t>
            </a:r>
            <a:r>
              <a:rPr lang="zh-CN" altLang="en-US" sz="2400" dirty="0">
                <a:solidFill>
                  <a:srgbClr val="FF00FF"/>
                </a:solidFill>
                <a:latin typeface="宋体" panose="02010600030101010101" pitchFamily="2" charset="-122"/>
                <a:ea typeface="宋体" panose="02010600030101010101" pitchFamily="2" charset="-122"/>
              </a:rPr>
              <a:t>在计数过程中若有门控脉冲时不停止计数，而是使计数过程重新开始。 </a:t>
            </a:r>
            <a:endParaRPr lang="zh-CN" altLang="en-US" sz="2400" dirty="0">
              <a:solidFill>
                <a:srgbClr val="FF00FF"/>
              </a:solidFill>
              <a:latin typeface="宋体" panose="02010600030101010101" pitchFamily="2" charset="-122"/>
              <a:ea typeface="宋体" panose="02010600030101010101" pitchFamily="2" charset="-122"/>
            </a:endParaRPr>
          </a:p>
        </p:txBody>
      </p:sp>
    </p:spTree>
  </p:cSld>
  <p:clrMapOvr>
    <a:masterClrMapping/>
  </p:clrMapOvr>
  <p:transition spd="slow">
    <p:zoom/>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9874" name="Text Box 2"/>
          <p:cNvSpPr txBox="1"/>
          <p:nvPr/>
        </p:nvSpPr>
        <p:spPr>
          <a:xfrm>
            <a:off x="395288" y="549275"/>
            <a:ext cx="8137525" cy="5853113"/>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eaLnBrk="1" hangingPunct="1">
              <a:lnSpc>
                <a:spcPct val="120000"/>
              </a:lnSpc>
              <a:spcBef>
                <a:spcPct val="0"/>
              </a:spcBef>
              <a:spcAft>
                <a:spcPct val="0"/>
              </a:spcAft>
              <a:buClr>
                <a:srgbClr val="CCECFF"/>
              </a:buClr>
              <a:buSzPct val="70000"/>
              <a:buNone/>
            </a:pPr>
            <a:r>
              <a:rPr lang="zh-CN" altLang="en-US" sz="2400" dirty="0">
                <a:solidFill>
                  <a:schemeClr val="tx1"/>
                </a:solidFill>
                <a:latin typeface="楷体_GB2312" pitchFamily="1" charset="-122"/>
              </a:rPr>
              <a:t>例：设计数器通道</a:t>
            </a:r>
            <a:r>
              <a:rPr lang="en-US" altLang="zh-CN" sz="2400" dirty="0">
                <a:solidFill>
                  <a:schemeClr val="tx1"/>
                </a:solidFill>
                <a:latin typeface="楷体_GB2312" pitchFamily="1" charset="-122"/>
              </a:rPr>
              <a:t>1</a:t>
            </a:r>
            <a:r>
              <a:rPr lang="zh-CN" altLang="en-US" sz="2400" dirty="0">
                <a:solidFill>
                  <a:schemeClr val="tx1"/>
                </a:solidFill>
                <a:latin typeface="楷体_GB2312" pitchFamily="1" charset="-122"/>
              </a:rPr>
              <a:t>工作于方式</a:t>
            </a:r>
            <a:r>
              <a:rPr lang="en-US" altLang="zh-CN" sz="2400" dirty="0">
                <a:solidFill>
                  <a:schemeClr val="tx1"/>
                </a:solidFill>
                <a:latin typeface="楷体_GB2312" pitchFamily="1" charset="-122"/>
              </a:rPr>
              <a:t>1</a:t>
            </a:r>
            <a:r>
              <a:rPr lang="zh-CN" altLang="en-US" sz="2400" dirty="0">
                <a:solidFill>
                  <a:schemeClr val="tx1"/>
                </a:solidFill>
                <a:latin typeface="楷体_GB2312" pitchFamily="1" charset="-122"/>
              </a:rPr>
              <a:t>，按二进制计数，计数初值为</a:t>
            </a:r>
            <a:r>
              <a:rPr lang="en-US" altLang="zh-CN" sz="2400" dirty="0">
                <a:solidFill>
                  <a:schemeClr val="tx1"/>
                </a:solidFill>
                <a:latin typeface="楷体_GB2312" pitchFamily="1" charset="-122"/>
              </a:rPr>
              <a:t>40H</a:t>
            </a:r>
            <a:r>
              <a:rPr lang="zh-CN" altLang="en-US" sz="2400" dirty="0">
                <a:solidFill>
                  <a:schemeClr val="tx1"/>
                </a:solidFill>
                <a:latin typeface="楷体_GB2312" pitchFamily="1" charset="-122"/>
              </a:rPr>
              <a:t>，它的初始化程序为：</a:t>
            </a:r>
            <a:endParaRPr lang="zh-CN" altLang="en-US" sz="2400" dirty="0">
              <a:solidFill>
                <a:schemeClr val="tx1"/>
              </a:solidFill>
              <a:latin typeface="楷体_GB2312" pitchFamily="1" charset="-122"/>
            </a:endParaRPr>
          </a:p>
          <a:p>
            <a:pPr marL="0" lvl="0" indent="0" algn="just" eaLnBrk="1" hangingPunct="1">
              <a:lnSpc>
                <a:spcPct val="120000"/>
              </a:lnSpc>
              <a:spcBef>
                <a:spcPct val="0"/>
              </a:spcBef>
              <a:spcAft>
                <a:spcPct val="0"/>
              </a:spcAft>
              <a:buClr>
                <a:srgbClr val="CCECFF"/>
              </a:buClr>
              <a:buSzPct val="70000"/>
              <a:buNone/>
            </a:pPr>
            <a:r>
              <a:rPr lang="en-US" altLang="zh-CN" sz="2400" b="0" dirty="0">
                <a:solidFill>
                  <a:schemeClr val="tx1"/>
                </a:solidFill>
                <a:latin typeface="楷体_GB2312" pitchFamily="1" charset="-122"/>
              </a:rPr>
              <a:t>MOV	AL</a:t>
            </a:r>
            <a:r>
              <a:rPr lang="zh-CN" altLang="en-US" sz="2400" b="0" dirty="0">
                <a:solidFill>
                  <a:schemeClr val="tx1"/>
                </a:solidFill>
                <a:latin typeface="楷体_GB2312" pitchFamily="1" charset="-122"/>
              </a:rPr>
              <a:t>，</a:t>
            </a:r>
            <a:r>
              <a:rPr lang="en-US" altLang="zh-CN" sz="2400" b="0" dirty="0">
                <a:solidFill>
                  <a:schemeClr val="tx1"/>
                </a:solidFill>
                <a:latin typeface="楷体_GB2312" pitchFamily="1" charset="-122"/>
              </a:rPr>
              <a:t>01010010B  </a:t>
            </a:r>
            <a:r>
              <a:rPr lang="zh-CN" altLang="en-US" sz="2400" b="0" dirty="0">
                <a:solidFill>
                  <a:schemeClr val="tx1"/>
                </a:solidFill>
                <a:latin typeface="楷体_GB2312" pitchFamily="1" charset="-122"/>
              </a:rPr>
              <a:t>；工作方式控制字</a:t>
            </a:r>
            <a:endParaRPr lang="zh-CN" altLang="en-US" sz="2400" b="0" dirty="0">
              <a:solidFill>
                <a:schemeClr val="tx1"/>
              </a:solidFill>
              <a:latin typeface="楷体_GB2312" pitchFamily="1" charset="-122"/>
            </a:endParaRPr>
          </a:p>
          <a:p>
            <a:pPr marL="0" lvl="0" indent="0" algn="just" eaLnBrk="1" hangingPunct="1">
              <a:lnSpc>
                <a:spcPct val="120000"/>
              </a:lnSpc>
              <a:spcBef>
                <a:spcPct val="0"/>
              </a:spcBef>
              <a:spcAft>
                <a:spcPct val="0"/>
              </a:spcAft>
              <a:buClr>
                <a:srgbClr val="CCECFF"/>
              </a:buClr>
              <a:buSzPct val="70000"/>
              <a:buNone/>
            </a:pPr>
            <a:r>
              <a:rPr lang="en-US" altLang="zh-CN" sz="2400" b="0" dirty="0">
                <a:solidFill>
                  <a:schemeClr val="tx1"/>
                </a:solidFill>
                <a:latin typeface="楷体_GB2312" pitchFamily="1" charset="-122"/>
              </a:rPr>
              <a:t>OUT 	43H</a:t>
            </a:r>
            <a:r>
              <a:rPr lang="zh-CN" altLang="en-US" sz="2400" b="0" dirty="0">
                <a:solidFill>
                  <a:schemeClr val="tx1"/>
                </a:solidFill>
                <a:latin typeface="楷体_GB2312" pitchFamily="1" charset="-122"/>
              </a:rPr>
              <a:t>，</a:t>
            </a:r>
            <a:r>
              <a:rPr lang="en-US" altLang="zh-CN" sz="2400" b="0" dirty="0">
                <a:solidFill>
                  <a:schemeClr val="tx1"/>
                </a:solidFill>
                <a:latin typeface="楷体_GB2312" pitchFamily="1" charset="-122"/>
              </a:rPr>
              <a:t>AL		</a:t>
            </a:r>
            <a:endParaRPr lang="en-US" altLang="zh-CN" sz="2400" b="0" dirty="0">
              <a:solidFill>
                <a:schemeClr val="tx1"/>
              </a:solidFill>
              <a:latin typeface="楷体_GB2312" pitchFamily="1" charset="-122"/>
            </a:endParaRPr>
          </a:p>
          <a:p>
            <a:pPr marL="0" lvl="0" indent="0" algn="just" eaLnBrk="1" hangingPunct="1">
              <a:lnSpc>
                <a:spcPct val="120000"/>
              </a:lnSpc>
              <a:spcBef>
                <a:spcPct val="0"/>
              </a:spcBef>
              <a:spcAft>
                <a:spcPct val="0"/>
              </a:spcAft>
              <a:buClr>
                <a:srgbClr val="CCECFF"/>
              </a:buClr>
              <a:buSzPct val="70000"/>
              <a:buNone/>
            </a:pPr>
            <a:r>
              <a:rPr lang="en-US" altLang="zh-CN" sz="2400" b="0" dirty="0">
                <a:solidFill>
                  <a:schemeClr val="tx1"/>
                </a:solidFill>
                <a:latin typeface="楷体_GB2312" pitchFamily="1" charset="-122"/>
              </a:rPr>
              <a:t>MOV	AL</a:t>
            </a:r>
            <a:r>
              <a:rPr lang="zh-CN" altLang="en-US" sz="2400" b="0" dirty="0">
                <a:solidFill>
                  <a:schemeClr val="tx1"/>
                </a:solidFill>
                <a:latin typeface="楷体_GB2312" pitchFamily="1" charset="-122"/>
              </a:rPr>
              <a:t>，</a:t>
            </a:r>
            <a:r>
              <a:rPr lang="en-US" altLang="zh-CN" sz="2400" b="0" dirty="0">
                <a:solidFill>
                  <a:schemeClr val="tx1"/>
                </a:solidFill>
                <a:latin typeface="楷体_GB2312" pitchFamily="1" charset="-122"/>
              </a:rPr>
              <a:t>40H	 </a:t>
            </a:r>
            <a:r>
              <a:rPr lang="zh-CN" altLang="en-US" sz="2400" b="0" dirty="0">
                <a:solidFill>
                  <a:schemeClr val="tx1"/>
                </a:solidFill>
                <a:latin typeface="楷体_GB2312" pitchFamily="1" charset="-122"/>
              </a:rPr>
              <a:t>；送计数初值</a:t>
            </a:r>
            <a:endParaRPr lang="zh-CN" altLang="en-US" sz="2400" b="0" dirty="0">
              <a:solidFill>
                <a:schemeClr val="tx1"/>
              </a:solidFill>
              <a:latin typeface="楷体_GB2312" pitchFamily="1" charset="-122"/>
            </a:endParaRPr>
          </a:p>
          <a:p>
            <a:pPr marL="0" lvl="0" indent="0" algn="just" eaLnBrk="1" hangingPunct="1">
              <a:lnSpc>
                <a:spcPct val="120000"/>
              </a:lnSpc>
              <a:spcBef>
                <a:spcPct val="0"/>
              </a:spcBef>
              <a:spcAft>
                <a:spcPct val="0"/>
              </a:spcAft>
              <a:buClr>
                <a:srgbClr val="CCECFF"/>
              </a:buClr>
              <a:buSzPct val="70000"/>
              <a:buNone/>
            </a:pPr>
            <a:r>
              <a:rPr lang="en-US" altLang="zh-CN" sz="2400" b="0" dirty="0">
                <a:solidFill>
                  <a:schemeClr val="tx1"/>
                </a:solidFill>
                <a:latin typeface="楷体_GB2312" pitchFamily="1" charset="-122"/>
              </a:rPr>
              <a:t>OUT 	41H</a:t>
            </a:r>
            <a:r>
              <a:rPr lang="zh-CN" altLang="en-US" sz="2400" b="0" dirty="0">
                <a:solidFill>
                  <a:schemeClr val="tx1"/>
                </a:solidFill>
                <a:latin typeface="楷体_GB2312" pitchFamily="1" charset="-122"/>
              </a:rPr>
              <a:t>，</a:t>
            </a:r>
            <a:r>
              <a:rPr lang="en-US" altLang="zh-CN" sz="2400" b="0" dirty="0">
                <a:solidFill>
                  <a:schemeClr val="tx1"/>
                </a:solidFill>
                <a:latin typeface="楷体_GB2312" pitchFamily="1" charset="-122"/>
              </a:rPr>
              <a:t>AL      </a:t>
            </a:r>
            <a:r>
              <a:rPr lang="zh-CN" altLang="en-US" sz="2400" b="0" dirty="0">
                <a:solidFill>
                  <a:schemeClr val="tx1"/>
                </a:solidFill>
                <a:latin typeface="楷体_GB2312" pitchFamily="1" charset="-122"/>
              </a:rPr>
              <a:t>；注意计数初值送到该通道</a:t>
            </a:r>
            <a:endParaRPr lang="zh-CN" altLang="en-US" sz="2400" b="0" dirty="0">
              <a:solidFill>
                <a:schemeClr val="tx1"/>
              </a:solidFill>
              <a:latin typeface="楷体_GB2312" pitchFamily="1" charset="-122"/>
            </a:endParaRPr>
          </a:p>
          <a:p>
            <a:pPr marL="0" lvl="0" indent="0" eaLnBrk="1" hangingPunct="1">
              <a:lnSpc>
                <a:spcPct val="120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计数初值为</a:t>
            </a:r>
            <a:r>
              <a:rPr lang="en-US" altLang="zh-CN" sz="2400" dirty="0">
                <a:solidFill>
                  <a:schemeClr val="tx1"/>
                </a:solidFill>
                <a:latin typeface="楷体_GB2312" pitchFamily="1" charset="-122"/>
              </a:rPr>
              <a:t>1234H</a:t>
            </a:r>
            <a:r>
              <a:rPr lang="zh-CN" altLang="en-US" sz="2400" dirty="0">
                <a:solidFill>
                  <a:schemeClr val="tx1"/>
                </a:solidFill>
                <a:latin typeface="楷体_GB2312" pitchFamily="1" charset="-122"/>
              </a:rPr>
              <a:t>，它的初始化程序为：</a:t>
            </a:r>
            <a:endParaRPr lang="zh-CN" altLang="en-US" sz="2400" dirty="0">
              <a:solidFill>
                <a:schemeClr val="tx1"/>
              </a:solidFill>
              <a:latin typeface="楷体_GB2312" pitchFamily="1" charset="-122"/>
            </a:endParaRPr>
          </a:p>
          <a:p>
            <a:pPr marL="0" lvl="0" indent="0" eaLnBrk="1" hangingPunct="1">
              <a:lnSpc>
                <a:spcPct val="120000"/>
              </a:lnSpc>
              <a:spcBef>
                <a:spcPct val="0"/>
              </a:spcBef>
              <a:spcAft>
                <a:spcPct val="0"/>
              </a:spcAft>
              <a:buClrTx/>
              <a:buSzTx/>
              <a:buFont typeface="Arial" panose="020B0604020202020204" pitchFamily="34" charset="0"/>
              <a:buNone/>
            </a:pPr>
            <a:r>
              <a:rPr lang="en-US" altLang="zh-CN" sz="2400" b="0" dirty="0">
                <a:solidFill>
                  <a:schemeClr val="tx1"/>
                </a:solidFill>
                <a:latin typeface="楷体_GB2312" pitchFamily="1" charset="-122"/>
              </a:rPr>
              <a:t>MOV	AL</a:t>
            </a:r>
            <a:r>
              <a:rPr lang="zh-CN" altLang="en-US" sz="2400" b="0" dirty="0">
                <a:solidFill>
                  <a:schemeClr val="tx1"/>
                </a:solidFill>
                <a:latin typeface="楷体_GB2312" pitchFamily="1" charset="-122"/>
              </a:rPr>
              <a:t>，</a:t>
            </a:r>
            <a:r>
              <a:rPr lang="en-US" altLang="zh-CN" sz="2400" b="0" dirty="0">
                <a:solidFill>
                  <a:schemeClr val="tx1"/>
                </a:solidFill>
                <a:latin typeface="楷体_GB2312" pitchFamily="1" charset="-122"/>
              </a:rPr>
              <a:t>01110010B  </a:t>
            </a:r>
            <a:r>
              <a:rPr lang="zh-CN" altLang="en-US" sz="2400" b="0" dirty="0">
                <a:solidFill>
                  <a:schemeClr val="tx1"/>
                </a:solidFill>
                <a:latin typeface="楷体_GB2312" pitchFamily="1" charset="-122"/>
              </a:rPr>
              <a:t>；工作方式控制字</a:t>
            </a:r>
            <a:endParaRPr lang="zh-CN" altLang="en-US" sz="2400" b="0" dirty="0">
              <a:solidFill>
                <a:schemeClr val="tx1"/>
              </a:solidFill>
              <a:latin typeface="楷体_GB2312" pitchFamily="1" charset="-122"/>
            </a:endParaRPr>
          </a:p>
          <a:p>
            <a:pPr marL="0" lvl="0" indent="0" eaLnBrk="1" hangingPunct="1">
              <a:lnSpc>
                <a:spcPct val="120000"/>
              </a:lnSpc>
              <a:spcBef>
                <a:spcPct val="0"/>
              </a:spcBef>
              <a:spcAft>
                <a:spcPct val="0"/>
              </a:spcAft>
              <a:buClrTx/>
              <a:buSzTx/>
              <a:buFont typeface="Arial" panose="020B0604020202020204" pitchFamily="34" charset="0"/>
              <a:buNone/>
            </a:pPr>
            <a:r>
              <a:rPr lang="en-US" altLang="zh-CN" sz="2400" b="0" dirty="0">
                <a:solidFill>
                  <a:schemeClr val="tx1"/>
                </a:solidFill>
                <a:latin typeface="楷体_GB2312" pitchFamily="1" charset="-122"/>
              </a:rPr>
              <a:t>OUT 	43H</a:t>
            </a:r>
            <a:r>
              <a:rPr lang="zh-CN" altLang="en-US" sz="2400" b="0" dirty="0">
                <a:solidFill>
                  <a:schemeClr val="tx1"/>
                </a:solidFill>
                <a:latin typeface="楷体_GB2312" pitchFamily="1" charset="-122"/>
              </a:rPr>
              <a:t>，</a:t>
            </a:r>
            <a:r>
              <a:rPr lang="en-US" altLang="zh-CN" sz="2400" b="0" dirty="0">
                <a:solidFill>
                  <a:schemeClr val="tx1"/>
                </a:solidFill>
                <a:latin typeface="楷体_GB2312" pitchFamily="1" charset="-122"/>
              </a:rPr>
              <a:t>AL		</a:t>
            </a:r>
            <a:endParaRPr lang="en-US" altLang="zh-CN" sz="2400" b="0" dirty="0">
              <a:solidFill>
                <a:schemeClr val="tx1"/>
              </a:solidFill>
              <a:latin typeface="楷体_GB2312" pitchFamily="1" charset="-122"/>
            </a:endParaRPr>
          </a:p>
          <a:p>
            <a:pPr marL="0" lvl="0" indent="0" eaLnBrk="1" hangingPunct="1">
              <a:lnSpc>
                <a:spcPct val="120000"/>
              </a:lnSpc>
              <a:spcBef>
                <a:spcPct val="0"/>
              </a:spcBef>
              <a:spcAft>
                <a:spcPct val="0"/>
              </a:spcAft>
              <a:buClrTx/>
              <a:buSzTx/>
              <a:buFont typeface="Arial" panose="020B0604020202020204" pitchFamily="34" charset="0"/>
              <a:buNone/>
            </a:pPr>
            <a:r>
              <a:rPr lang="en-US" altLang="zh-CN" sz="2400" b="0" dirty="0">
                <a:solidFill>
                  <a:schemeClr val="tx1"/>
                </a:solidFill>
                <a:latin typeface="楷体_GB2312" pitchFamily="1" charset="-122"/>
              </a:rPr>
              <a:t>MOV	AL</a:t>
            </a:r>
            <a:r>
              <a:rPr lang="zh-CN" altLang="en-US" sz="2400" b="0" dirty="0">
                <a:solidFill>
                  <a:schemeClr val="tx1"/>
                </a:solidFill>
                <a:latin typeface="楷体_GB2312" pitchFamily="1" charset="-122"/>
              </a:rPr>
              <a:t>，</a:t>
            </a:r>
            <a:r>
              <a:rPr lang="en-US" altLang="zh-CN" sz="2400" b="0" dirty="0">
                <a:solidFill>
                  <a:schemeClr val="tx1"/>
                </a:solidFill>
                <a:latin typeface="楷体_GB2312" pitchFamily="1" charset="-122"/>
              </a:rPr>
              <a:t>34H	 </a:t>
            </a:r>
            <a:r>
              <a:rPr lang="zh-CN" altLang="en-US" sz="2400" b="0" dirty="0">
                <a:solidFill>
                  <a:schemeClr val="tx1"/>
                </a:solidFill>
                <a:latin typeface="楷体_GB2312" pitchFamily="1" charset="-122"/>
              </a:rPr>
              <a:t>；送计数初值</a:t>
            </a:r>
            <a:endParaRPr lang="zh-CN" altLang="en-US" sz="2400" b="0" dirty="0">
              <a:solidFill>
                <a:schemeClr val="tx1"/>
              </a:solidFill>
              <a:latin typeface="楷体_GB2312" pitchFamily="1" charset="-122"/>
            </a:endParaRPr>
          </a:p>
          <a:p>
            <a:pPr marL="0" lvl="0" indent="0" eaLnBrk="1" hangingPunct="1">
              <a:lnSpc>
                <a:spcPct val="120000"/>
              </a:lnSpc>
              <a:spcBef>
                <a:spcPct val="0"/>
              </a:spcBef>
              <a:spcAft>
                <a:spcPct val="0"/>
              </a:spcAft>
              <a:buClrTx/>
              <a:buSzTx/>
              <a:buFont typeface="Arial" panose="020B0604020202020204" pitchFamily="34" charset="0"/>
              <a:buNone/>
            </a:pPr>
            <a:r>
              <a:rPr lang="en-US" altLang="zh-CN" sz="2400" b="0" dirty="0">
                <a:solidFill>
                  <a:schemeClr val="tx1"/>
                </a:solidFill>
                <a:latin typeface="楷体_GB2312" pitchFamily="1" charset="-122"/>
              </a:rPr>
              <a:t>OUT 	41H</a:t>
            </a:r>
            <a:r>
              <a:rPr lang="zh-CN" altLang="en-US" sz="2400" b="0" dirty="0">
                <a:solidFill>
                  <a:schemeClr val="tx1"/>
                </a:solidFill>
                <a:latin typeface="楷体_GB2312" pitchFamily="1" charset="-122"/>
              </a:rPr>
              <a:t>，</a:t>
            </a:r>
            <a:r>
              <a:rPr lang="en-US" altLang="zh-CN" sz="2400" b="0" dirty="0">
                <a:solidFill>
                  <a:schemeClr val="tx1"/>
                </a:solidFill>
                <a:latin typeface="楷体_GB2312" pitchFamily="1" charset="-122"/>
              </a:rPr>
              <a:t>AL      </a:t>
            </a:r>
            <a:r>
              <a:rPr lang="zh-CN" altLang="en-US" sz="2400" b="0" dirty="0">
                <a:solidFill>
                  <a:schemeClr val="tx1"/>
                </a:solidFill>
                <a:latin typeface="楷体_GB2312" pitchFamily="1" charset="-122"/>
              </a:rPr>
              <a:t>；注意顺序</a:t>
            </a:r>
            <a:endParaRPr lang="zh-CN" altLang="en-US" sz="2400" b="0" dirty="0">
              <a:solidFill>
                <a:schemeClr val="tx1"/>
              </a:solidFill>
              <a:latin typeface="楷体_GB2312" pitchFamily="1" charset="-122"/>
            </a:endParaRPr>
          </a:p>
          <a:p>
            <a:pPr marL="0" lvl="0" indent="0" eaLnBrk="1" hangingPunct="1">
              <a:lnSpc>
                <a:spcPct val="120000"/>
              </a:lnSpc>
              <a:spcBef>
                <a:spcPct val="0"/>
              </a:spcBef>
              <a:spcAft>
                <a:spcPct val="0"/>
              </a:spcAft>
              <a:buClrTx/>
              <a:buSzTx/>
              <a:buFont typeface="Arial" panose="020B0604020202020204" pitchFamily="34" charset="0"/>
              <a:buNone/>
            </a:pPr>
            <a:r>
              <a:rPr lang="en-US" altLang="zh-CN" sz="2400" b="0" dirty="0">
                <a:solidFill>
                  <a:schemeClr val="tx1"/>
                </a:solidFill>
                <a:latin typeface="楷体_GB2312" pitchFamily="1" charset="-122"/>
              </a:rPr>
              <a:t>MOV	AL</a:t>
            </a:r>
            <a:r>
              <a:rPr lang="zh-CN" altLang="en-US" sz="2400" b="0" dirty="0">
                <a:solidFill>
                  <a:schemeClr val="tx1"/>
                </a:solidFill>
                <a:latin typeface="楷体_GB2312" pitchFamily="1" charset="-122"/>
              </a:rPr>
              <a:t>，</a:t>
            </a:r>
            <a:r>
              <a:rPr lang="en-US" altLang="zh-CN" sz="2400" b="0" dirty="0">
                <a:solidFill>
                  <a:schemeClr val="tx1"/>
                </a:solidFill>
                <a:latin typeface="楷体_GB2312" pitchFamily="1" charset="-122"/>
              </a:rPr>
              <a:t>12H	 </a:t>
            </a:r>
            <a:r>
              <a:rPr lang="zh-CN" altLang="en-US" sz="2400" b="0" dirty="0">
                <a:solidFill>
                  <a:schemeClr val="tx1"/>
                </a:solidFill>
                <a:latin typeface="楷体_GB2312" pitchFamily="1" charset="-122"/>
              </a:rPr>
              <a:t>；送计数初值</a:t>
            </a:r>
            <a:endParaRPr lang="zh-CN" altLang="en-US" sz="2400" b="0" dirty="0">
              <a:solidFill>
                <a:schemeClr val="tx1"/>
              </a:solidFill>
              <a:latin typeface="楷体_GB2312" pitchFamily="1" charset="-122"/>
            </a:endParaRPr>
          </a:p>
          <a:p>
            <a:pPr marL="0" lvl="0" indent="0" eaLnBrk="1" hangingPunct="1">
              <a:lnSpc>
                <a:spcPct val="120000"/>
              </a:lnSpc>
              <a:spcBef>
                <a:spcPct val="0"/>
              </a:spcBef>
              <a:spcAft>
                <a:spcPct val="0"/>
              </a:spcAft>
              <a:buClrTx/>
              <a:buSzTx/>
              <a:buFont typeface="Arial" panose="020B0604020202020204" pitchFamily="34" charset="0"/>
              <a:buNone/>
            </a:pPr>
            <a:r>
              <a:rPr lang="en-US" altLang="zh-CN" sz="2400" b="0" dirty="0">
                <a:solidFill>
                  <a:schemeClr val="tx1"/>
                </a:solidFill>
                <a:latin typeface="楷体_GB2312" pitchFamily="1" charset="-122"/>
              </a:rPr>
              <a:t>OUT 	41H</a:t>
            </a:r>
            <a:r>
              <a:rPr lang="zh-CN" altLang="en-US" sz="2400" b="0" dirty="0">
                <a:solidFill>
                  <a:schemeClr val="tx1"/>
                </a:solidFill>
                <a:latin typeface="楷体_GB2312" pitchFamily="1" charset="-122"/>
              </a:rPr>
              <a:t>，</a:t>
            </a:r>
            <a:r>
              <a:rPr lang="en-US" altLang="zh-CN" sz="2400" b="0" dirty="0">
                <a:solidFill>
                  <a:schemeClr val="tx1"/>
                </a:solidFill>
                <a:latin typeface="楷体_GB2312" pitchFamily="1" charset="-122"/>
              </a:rPr>
              <a:t>AL</a:t>
            </a:r>
            <a:endParaRPr lang="en-US" altLang="zh-CN" sz="2400" b="0" dirty="0">
              <a:solidFill>
                <a:schemeClr val="tx1"/>
              </a:solidFill>
              <a:latin typeface="楷体_GB2312" pitchFamily="1" charset="-122"/>
            </a:endParaRPr>
          </a:p>
        </p:txBody>
      </p:sp>
    </p:spTree>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80898" name="Text Box 2"/>
          <p:cNvSpPr txBox="1"/>
          <p:nvPr/>
        </p:nvSpPr>
        <p:spPr>
          <a:xfrm>
            <a:off x="342900" y="2924175"/>
            <a:ext cx="8496300" cy="1201738"/>
          </a:xfrm>
          <a:prstGeom prst="rect">
            <a:avLst/>
          </a:prstGeom>
          <a:solidFill>
            <a:schemeClr val="accent1">
              <a:alpha val="34901"/>
            </a:schemeClr>
          </a:solidFill>
          <a:ln w="9525" cap="flat" cmpd="sng">
            <a:solidFill>
              <a:srgbClr val="FF0000"/>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400" b="0" dirty="0">
                <a:solidFill>
                  <a:schemeClr val="tx1"/>
                </a:solidFill>
                <a:latin typeface="楷体_GB2312" pitchFamily="1" charset="-122"/>
              </a:rPr>
              <a:t>   </a:t>
            </a:r>
            <a:r>
              <a:rPr lang="zh-CN" altLang="en-US" sz="2400" dirty="0">
                <a:solidFill>
                  <a:schemeClr val="tx1"/>
                </a:solidFill>
                <a:latin typeface="楷体_GB2312" pitchFamily="1" charset="-122"/>
              </a:rPr>
              <a:t>写入控制字后，计数器输出端为高电平。写入计数初值后，只要</a:t>
            </a:r>
            <a:r>
              <a:rPr lang="en-US" altLang="zh-CN" sz="2400" dirty="0">
                <a:solidFill>
                  <a:schemeClr val="tx1"/>
                </a:solidFill>
                <a:latin typeface="楷体_GB2312" pitchFamily="1" charset="-122"/>
              </a:rPr>
              <a:t>GATE</a:t>
            </a:r>
            <a:r>
              <a:rPr lang="zh-CN" altLang="en-US" sz="2400" dirty="0">
                <a:solidFill>
                  <a:schemeClr val="tx1"/>
                </a:solidFill>
                <a:latin typeface="楷体_GB2312" pitchFamily="1" charset="-122"/>
              </a:rPr>
              <a:t>为高电平</a:t>
            </a:r>
            <a:r>
              <a:rPr lang="en-US" altLang="zh-CN" sz="2400" dirty="0">
                <a:solidFill>
                  <a:schemeClr val="tx1"/>
                </a:solidFill>
                <a:latin typeface="楷体_GB2312" pitchFamily="1" charset="-122"/>
              </a:rPr>
              <a:t>(</a:t>
            </a:r>
            <a:r>
              <a:rPr lang="zh-CN" altLang="en-US" sz="2400" dirty="0">
                <a:solidFill>
                  <a:schemeClr val="tx1"/>
                </a:solidFill>
                <a:latin typeface="楷体_GB2312" pitchFamily="1" charset="-122"/>
              </a:rPr>
              <a:t>电平触发</a:t>
            </a:r>
            <a:r>
              <a:rPr lang="en-US" altLang="zh-CN" sz="2400" dirty="0">
                <a:solidFill>
                  <a:schemeClr val="tx1"/>
                </a:solidFill>
                <a:latin typeface="楷体_GB2312" pitchFamily="1" charset="-122"/>
              </a:rPr>
              <a:t>)</a:t>
            </a:r>
            <a:r>
              <a:rPr lang="zh-CN" altLang="en-US" sz="2400" dirty="0">
                <a:solidFill>
                  <a:schemeClr val="tx1"/>
                </a:solidFill>
                <a:latin typeface="楷体_GB2312" pitchFamily="1" charset="-122"/>
              </a:rPr>
              <a:t>计数器立即对</a:t>
            </a:r>
            <a:r>
              <a:rPr lang="en-US" altLang="zh-CN" sz="2400" dirty="0">
                <a:solidFill>
                  <a:schemeClr val="tx1"/>
                </a:solidFill>
                <a:latin typeface="楷体_GB2312" pitchFamily="1" charset="-122"/>
              </a:rPr>
              <a:t>CLK</a:t>
            </a:r>
            <a:r>
              <a:rPr lang="zh-CN" altLang="en-US" sz="2400" dirty="0">
                <a:solidFill>
                  <a:schemeClr val="tx1"/>
                </a:solidFill>
                <a:latin typeface="楷体_GB2312" pitchFamily="1" charset="-122"/>
              </a:rPr>
              <a:t>端的输入脉冲计数。</a:t>
            </a:r>
            <a:endParaRPr lang="zh-CN" altLang="en-US" sz="2400" dirty="0">
              <a:solidFill>
                <a:schemeClr val="tx1"/>
              </a:solidFill>
              <a:latin typeface="楷体_GB2312" pitchFamily="1" charset="-122"/>
            </a:endParaRPr>
          </a:p>
        </p:txBody>
      </p:sp>
      <p:sp>
        <p:nvSpPr>
          <p:cNvPr id="276483" name="Rectangle 3"/>
          <p:cNvSpPr>
            <a:spLocks noChangeArrowheads="1"/>
          </p:cNvSpPr>
          <p:nvPr/>
        </p:nvSpPr>
        <p:spPr bwMode="auto">
          <a:xfrm>
            <a:off x="827088" y="1052513"/>
            <a:ext cx="8675688" cy="708025"/>
          </a:xfrm>
          <a:prstGeom prst="rect">
            <a:avLst/>
          </a:prstGeom>
          <a:noFill/>
          <a:ln>
            <a:noFill/>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1" lang="zh-CN" altLang="en-US" sz="4000" b="1" i="0" u="none" strike="noStrike" kern="1200" cap="none" spc="0" normalizeH="0" baseline="0" noProof="0" dirty="0">
                <a:ln>
                  <a:noFill/>
                </a:ln>
                <a:solidFill>
                  <a:srgbClr val="C00000"/>
                </a:solidFill>
                <a:effectLst/>
                <a:uLnTx/>
                <a:uFillTx/>
                <a:latin typeface="+mj-ea"/>
                <a:ea typeface="+mj-ea"/>
                <a:cs typeface="+mn-cs"/>
              </a:rPr>
              <a:t>（</a:t>
            </a:r>
            <a:r>
              <a:rPr kumimoji="1" lang="en-US" altLang="zh-CN" sz="4000" b="1" i="0" u="none" strike="noStrike" kern="1200" cap="none" spc="0" normalizeH="0" baseline="0" noProof="0" dirty="0">
                <a:ln>
                  <a:noFill/>
                </a:ln>
                <a:solidFill>
                  <a:srgbClr val="C00000"/>
                </a:solidFill>
                <a:effectLst/>
                <a:uLnTx/>
                <a:uFillTx/>
                <a:latin typeface="+mj-ea"/>
                <a:ea typeface="+mj-ea"/>
                <a:cs typeface="+mn-cs"/>
              </a:rPr>
              <a:t>3</a:t>
            </a:r>
            <a:r>
              <a:rPr kumimoji="1" lang="zh-CN" altLang="en-US" sz="4000" b="1" i="0" u="none" strike="noStrike" kern="1200" cap="none" spc="0" normalizeH="0" baseline="0" noProof="0" dirty="0">
                <a:ln>
                  <a:noFill/>
                </a:ln>
                <a:solidFill>
                  <a:srgbClr val="C00000"/>
                </a:solidFill>
                <a:effectLst/>
                <a:uLnTx/>
                <a:uFillTx/>
                <a:latin typeface="+mj-ea"/>
                <a:ea typeface="+mj-ea"/>
                <a:cs typeface="+mn-cs"/>
              </a:rPr>
              <a:t>）方式</a:t>
            </a:r>
            <a:r>
              <a:rPr kumimoji="1" lang="en-US" altLang="zh-CN" sz="4000" b="1" i="0" u="none" strike="noStrike" kern="1200" cap="none" spc="0" normalizeH="0" baseline="0" noProof="0" dirty="0">
                <a:ln>
                  <a:noFill/>
                </a:ln>
                <a:solidFill>
                  <a:srgbClr val="C00000"/>
                </a:solidFill>
                <a:effectLst/>
                <a:uLnTx/>
                <a:uFillTx/>
                <a:latin typeface="+mj-ea"/>
                <a:ea typeface="+mj-ea"/>
                <a:cs typeface="+mn-cs"/>
              </a:rPr>
              <a:t>2—</a:t>
            </a:r>
            <a:r>
              <a:rPr kumimoji="1" lang="zh-CN" altLang="en-US" sz="4000" b="1" i="0" u="none" strike="noStrike" kern="1200" cap="none" spc="0" normalizeH="0" baseline="0" noProof="0" dirty="0">
                <a:ln>
                  <a:noFill/>
                </a:ln>
                <a:solidFill>
                  <a:srgbClr val="C00000"/>
                </a:solidFill>
                <a:effectLst/>
                <a:uLnTx/>
                <a:uFillTx/>
                <a:latin typeface="+mj-ea"/>
                <a:ea typeface="+mj-ea"/>
                <a:cs typeface="+mn-cs"/>
              </a:rPr>
              <a:t>频率发生器（分频器）</a:t>
            </a:r>
            <a:r>
              <a:rPr kumimoji="1" lang="zh-CN" altLang="en-US" sz="4000" b="0" i="0" u="none" strike="noStrike" kern="1200" cap="none" spc="0" normalizeH="0" baseline="0" noProof="0" dirty="0">
                <a:ln>
                  <a:noFill/>
                </a:ln>
                <a:solidFill>
                  <a:srgbClr val="C00000"/>
                </a:solidFill>
                <a:effectLst/>
                <a:uLnTx/>
                <a:uFillTx/>
                <a:latin typeface="+mj-ea"/>
                <a:ea typeface="+mj-ea"/>
                <a:cs typeface="+mn-cs"/>
              </a:rPr>
              <a:t> </a:t>
            </a:r>
            <a:endParaRPr kumimoji="1" lang="zh-CN" altLang="en-US" sz="4000" b="0" i="0" u="none" strike="noStrike" kern="1200" cap="none" spc="0" normalizeH="0" baseline="0" noProof="0" dirty="0">
              <a:ln>
                <a:noFill/>
              </a:ln>
              <a:solidFill>
                <a:srgbClr val="C00000"/>
              </a:solidFill>
              <a:effectLst/>
              <a:uLnTx/>
              <a:uFillTx/>
              <a:latin typeface="+mj-ea"/>
              <a:ea typeface="+mj-ea"/>
              <a:cs typeface="+mn-cs"/>
            </a:endParaRPr>
          </a:p>
        </p:txBody>
      </p:sp>
      <p:sp>
        <p:nvSpPr>
          <p:cNvPr id="80900" name="Text Box 5"/>
          <p:cNvSpPr txBox="1"/>
          <p:nvPr/>
        </p:nvSpPr>
        <p:spPr>
          <a:xfrm>
            <a:off x="342900" y="4508500"/>
            <a:ext cx="8496300" cy="2001838"/>
          </a:xfrm>
          <a:prstGeom prst="rect">
            <a:avLst/>
          </a:prstGeom>
          <a:solidFill>
            <a:srgbClr val="00FF00">
              <a:alpha val="29019"/>
            </a:srgbClr>
          </a:solidFill>
          <a:ln w="9525" cap="flat" cmpd="sng">
            <a:solidFill>
              <a:srgbClr val="FF00FF"/>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b="0" dirty="0">
                <a:solidFill>
                  <a:schemeClr val="tx1"/>
                </a:solidFill>
                <a:latin typeface="宋体" panose="02010600030101010101" pitchFamily="2" charset="-122"/>
              </a:rPr>
              <a:t>   </a:t>
            </a:r>
            <a:r>
              <a:rPr lang="zh-CN" altLang="en-US" sz="2400" dirty="0">
                <a:solidFill>
                  <a:schemeClr val="tx1"/>
                </a:solidFill>
                <a:latin typeface="楷体_GB2312" pitchFamily="1" charset="-122"/>
              </a:rPr>
              <a:t>在计数过程中输出端始终保持为高，直到计数器减为</a:t>
            </a:r>
            <a:r>
              <a:rPr lang="en-US" altLang="zh-CN" sz="2400" dirty="0">
                <a:solidFill>
                  <a:schemeClr val="tx1"/>
                </a:solidFill>
                <a:latin typeface="楷体_GB2312" pitchFamily="1" charset="-122"/>
              </a:rPr>
              <a:t>1</a:t>
            </a:r>
            <a:r>
              <a:rPr lang="zh-CN" altLang="en-US" sz="2400" dirty="0">
                <a:solidFill>
                  <a:schemeClr val="tx1"/>
                </a:solidFill>
                <a:latin typeface="楷体_GB2312" pitchFamily="1" charset="-122"/>
              </a:rPr>
              <a:t>时，输出变低。经过一个</a:t>
            </a:r>
            <a:r>
              <a:rPr lang="en-US" altLang="zh-CN" sz="2400" dirty="0">
                <a:solidFill>
                  <a:schemeClr val="tx1"/>
                </a:solidFill>
                <a:latin typeface="楷体_GB2312" pitchFamily="1" charset="-122"/>
              </a:rPr>
              <a:t>CLK</a:t>
            </a:r>
            <a:r>
              <a:rPr lang="zh-CN" altLang="en-US" sz="2400" dirty="0">
                <a:solidFill>
                  <a:schemeClr val="tx1"/>
                </a:solidFill>
                <a:latin typeface="楷体_GB2312" pitchFamily="1" charset="-122"/>
              </a:rPr>
              <a:t>周期，输出恢复为高，同时按照原计数初值重新开始计数。如果计数值为</a:t>
            </a:r>
            <a:r>
              <a:rPr lang="en-US" altLang="zh-CN" sz="2400" dirty="0">
                <a:solidFill>
                  <a:schemeClr val="tx1"/>
                </a:solidFill>
                <a:latin typeface="楷体_GB2312" pitchFamily="1" charset="-122"/>
              </a:rPr>
              <a:t>N</a:t>
            </a:r>
            <a:r>
              <a:rPr lang="zh-CN" altLang="en-US" sz="2400" dirty="0">
                <a:solidFill>
                  <a:schemeClr val="tx1"/>
                </a:solidFill>
                <a:latin typeface="楷体_GB2312" pitchFamily="1" charset="-122"/>
              </a:rPr>
              <a:t>，则在</a:t>
            </a:r>
            <a:r>
              <a:rPr lang="en-US" altLang="zh-CN" sz="2400" dirty="0">
                <a:solidFill>
                  <a:srgbClr val="FF0000"/>
                </a:solidFill>
                <a:latin typeface="楷体_GB2312" pitchFamily="1" charset="-122"/>
              </a:rPr>
              <a:t>CLK</a:t>
            </a:r>
            <a:r>
              <a:rPr lang="zh-CN" altLang="en-US" sz="2400" dirty="0">
                <a:solidFill>
                  <a:srgbClr val="FF0000"/>
                </a:solidFill>
                <a:latin typeface="楷体_GB2312" pitchFamily="1" charset="-122"/>
              </a:rPr>
              <a:t>端每输入</a:t>
            </a:r>
            <a:r>
              <a:rPr lang="en-US" altLang="zh-CN" sz="2400" dirty="0">
                <a:solidFill>
                  <a:srgbClr val="FF0000"/>
                </a:solidFill>
                <a:latin typeface="楷体_GB2312" pitchFamily="1" charset="-122"/>
              </a:rPr>
              <a:t>N-1</a:t>
            </a:r>
            <a:r>
              <a:rPr lang="zh-CN" altLang="en-US" sz="2400" dirty="0">
                <a:solidFill>
                  <a:srgbClr val="FF0000"/>
                </a:solidFill>
                <a:latin typeface="楷体_GB2312" pitchFamily="1" charset="-122"/>
              </a:rPr>
              <a:t>个脉冲后，</a:t>
            </a:r>
            <a:r>
              <a:rPr lang="en-US" altLang="zh-CN" sz="2400" dirty="0">
                <a:solidFill>
                  <a:srgbClr val="FF0000"/>
                </a:solidFill>
                <a:latin typeface="楷体_GB2312" pitchFamily="1" charset="-122"/>
              </a:rPr>
              <a:t>OUT</a:t>
            </a:r>
            <a:r>
              <a:rPr lang="zh-CN" altLang="en-US" sz="2400" dirty="0">
                <a:solidFill>
                  <a:srgbClr val="FF0000"/>
                </a:solidFill>
                <a:latin typeface="楷体_GB2312" pitchFamily="1" charset="-122"/>
              </a:rPr>
              <a:t>就输出一个脉冲</a:t>
            </a:r>
            <a:r>
              <a:rPr lang="zh-CN" altLang="en-US" sz="2400" dirty="0">
                <a:solidFill>
                  <a:schemeClr val="tx1"/>
                </a:solidFill>
                <a:latin typeface="楷体_GB2312" pitchFamily="1" charset="-122"/>
              </a:rPr>
              <a:t>。因此，这种方式可以作为分频器或用于产生实时时钟中断。</a:t>
            </a:r>
            <a:endParaRPr lang="zh-CN" altLang="en-US" sz="2400" dirty="0">
              <a:solidFill>
                <a:schemeClr val="tx1"/>
              </a:solidFill>
              <a:latin typeface="楷体_GB2312" pitchFamily="1" charset="-122"/>
            </a:endParaRPr>
          </a:p>
        </p:txBody>
      </p:sp>
      <p:sp>
        <p:nvSpPr>
          <p:cNvPr id="80901" name="Text Box 2"/>
          <p:cNvSpPr txBox="1"/>
          <p:nvPr/>
        </p:nvSpPr>
        <p:spPr>
          <a:xfrm>
            <a:off x="342900" y="1998663"/>
            <a:ext cx="8496300" cy="460375"/>
          </a:xfrm>
          <a:prstGeom prst="rect">
            <a:avLst/>
          </a:prstGeom>
          <a:solidFill>
            <a:schemeClr val="accent1">
              <a:alpha val="34901"/>
            </a:schemeClr>
          </a:solidFill>
          <a:ln w="9525" cap="flat" cmpd="sng">
            <a:solidFill>
              <a:srgbClr val="FF0000"/>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400" dirty="0">
                <a:solidFill>
                  <a:schemeClr val="tx1"/>
                </a:solidFill>
                <a:latin typeface="楷体_GB2312" pitchFamily="1" charset="-122"/>
              </a:rPr>
              <a:t>   </a:t>
            </a:r>
            <a:r>
              <a:rPr lang="zh-CN" altLang="en-US" sz="2400" dirty="0">
                <a:solidFill>
                  <a:schemeClr val="tx1"/>
                </a:solidFill>
                <a:latin typeface="楷体_GB2312" pitchFamily="1" charset="-122"/>
              </a:rPr>
              <a:t>计数器既可以软件启动，也可以硬件启动。</a:t>
            </a:r>
            <a:endParaRPr lang="zh-CN" altLang="en-US" sz="2400" dirty="0">
              <a:solidFill>
                <a:schemeClr val="tx1"/>
              </a:solidFill>
              <a:latin typeface="楷体_GB2312" pitchFamily="1" charset="-122"/>
            </a:endParaRPr>
          </a:p>
        </p:txBody>
      </p:sp>
    </p:spTree>
  </p:cSld>
  <p:clrMapOvr>
    <a:masterClrMapping/>
  </p:clrMapOvr>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81922" name="Text Box 4"/>
          <p:cNvSpPr txBox="1"/>
          <p:nvPr/>
        </p:nvSpPr>
        <p:spPr>
          <a:xfrm>
            <a:off x="1490663" y="571500"/>
            <a:ext cx="5334000" cy="519113"/>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50000"/>
              </a:spcBef>
              <a:spcAft>
                <a:spcPct val="0"/>
              </a:spcAft>
              <a:buClr>
                <a:srgbClr val="CCECFF"/>
              </a:buClr>
              <a:buSzPct val="70000"/>
              <a:buNone/>
            </a:pPr>
            <a:r>
              <a:rPr lang="zh-CN" altLang="en-US" b="0" dirty="0">
                <a:latin typeface="Times New Roman" panose="02020603050405020304" pitchFamily="18" charset="0"/>
              </a:rPr>
              <a:t>方式</a:t>
            </a:r>
            <a:r>
              <a:rPr lang="en-US" altLang="zh-CN" b="0" dirty="0">
                <a:latin typeface="Times New Roman" panose="02020603050405020304" pitchFamily="18" charset="0"/>
              </a:rPr>
              <a:t>2</a:t>
            </a:r>
            <a:r>
              <a:rPr lang="zh-CN" altLang="en-US" b="0" dirty="0">
                <a:latin typeface="Times New Roman" panose="02020603050405020304" pitchFamily="18" charset="0"/>
              </a:rPr>
              <a:t>的时序图</a:t>
            </a:r>
            <a:endParaRPr lang="zh-CN" altLang="en-US" b="0" dirty="0">
              <a:latin typeface="Times New Roman" panose="02020603050405020304" pitchFamily="18" charset="0"/>
            </a:endParaRPr>
          </a:p>
        </p:txBody>
      </p:sp>
      <p:sp>
        <p:nvSpPr>
          <p:cNvPr id="84203" name="Rectangle 235"/>
          <p:cNvSpPr>
            <a:spLocks noGrp="1" noChangeArrowheads="1"/>
          </p:cNvSpPr>
          <p:nvPr>
            <p:ph idx="1"/>
          </p:nvPr>
        </p:nvSpPr>
        <p:spPr>
          <a:xfrm>
            <a:off x="400050" y="4311650"/>
            <a:ext cx="8229600" cy="1943100"/>
          </a:xfrm>
          <a:solidFill>
            <a:schemeClr val="accent1"/>
          </a:solidFill>
          <a:ln>
            <a:solidFill>
              <a:srgbClr val="FF00FF"/>
            </a:solidFill>
            <a:miter/>
          </a:ln>
        </p:spPr>
        <p:txBody>
          <a:bodyPr vert="horz" wrap="square" lIns="91440" tIns="45720" rIns="91440" bIns="45720" numCol="1" anchor="t" anchorCtr="0" compatLnSpc="1"/>
          <a:lstStyle/>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方式</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2</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的特点</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①： </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不用重新设置计数初值，计数到</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0</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后自动装入初值</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计数器能够连续工作，输出固定频率的脉冲。</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81924" name="Line 8"/>
          <p:cNvSpPr/>
          <p:nvPr/>
        </p:nvSpPr>
        <p:spPr>
          <a:xfrm>
            <a:off x="3663950" y="2182813"/>
            <a:ext cx="288925" cy="1008062"/>
          </a:xfrm>
          <a:prstGeom prst="line">
            <a:avLst/>
          </a:prstGeom>
          <a:ln w="9525" cap="flat" cmpd="sng">
            <a:solidFill>
              <a:srgbClr val="FF00FF"/>
            </a:solidFill>
            <a:prstDash val="solid"/>
            <a:headEnd type="none" w="med" len="med"/>
            <a:tailEnd type="triangle" w="med" len="med"/>
          </a:ln>
        </p:spPr>
      </p:sp>
      <p:sp>
        <p:nvSpPr>
          <p:cNvPr id="81925" name="Rectangle 13"/>
          <p:cNvSpPr/>
          <p:nvPr/>
        </p:nvSpPr>
        <p:spPr>
          <a:xfrm>
            <a:off x="3635375" y="32321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1926" name="Rectangle 14"/>
          <p:cNvSpPr/>
          <p:nvPr/>
        </p:nvSpPr>
        <p:spPr>
          <a:xfrm>
            <a:off x="4329113" y="32321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81927" name="Rectangle 15"/>
          <p:cNvSpPr/>
          <p:nvPr/>
        </p:nvSpPr>
        <p:spPr>
          <a:xfrm>
            <a:off x="4932363" y="31416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1928" name="Rectangle 18"/>
          <p:cNvSpPr/>
          <p:nvPr/>
        </p:nvSpPr>
        <p:spPr>
          <a:xfrm>
            <a:off x="1239838" y="2892425"/>
            <a:ext cx="1009650" cy="477838"/>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1929" name="Rectangle 19"/>
          <p:cNvSpPr/>
          <p:nvPr/>
        </p:nvSpPr>
        <p:spPr>
          <a:xfrm>
            <a:off x="1333500" y="2903538"/>
            <a:ext cx="5334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高电平</a:t>
            </a:r>
            <a:endParaRPr lang="zh-CN" altLang="en-US" sz="1800" b="0" dirty="0">
              <a:solidFill>
                <a:schemeClr val="tx1"/>
              </a:solidFill>
              <a:latin typeface="Arial" panose="020B0604020202020204" pitchFamily="34" charset="0"/>
            </a:endParaRPr>
          </a:p>
        </p:txBody>
      </p:sp>
      <p:grpSp>
        <p:nvGrpSpPr>
          <p:cNvPr id="81930" name="Group 33"/>
          <p:cNvGrpSpPr/>
          <p:nvPr/>
        </p:nvGrpSpPr>
        <p:grpSpPr>
          <a:xfrm>
            <a:off x="1138238" y="2414588"/>
            <a:ext cx="6962775" cy="319087"/>
            <a:chOff x="807" y="1580"/>
            <a:chExt cx="4386" cy="201"/>
          </a:xfrm>
        </p:grpSpPr>
        <p:grpSp>
          <p:nvGrpSpPr>
            <p:cNvPr id="82038" name="Group 25"/>
            <p:cNvGrpSpPr/>
            <p:nvPr/>
          </p:nvGrpSpPr>
          <p:grpSpPr>
            <a:xfrm>
              <a:off x="1061" y="1580"/>
              <a:ext cx="509" cy="201"/>
              <a:chOff x="1061" y="1580"/>
              <a:chExt cx="509" cy="201"/>
            </a:xfrm>
          </p:grpSpPr>
          <p:sp>
            <p:nvSpPr>
              <p:cNvPr id="82046" name="Line 21"/>
              <p:cNvSpPr/>
              <p:nvPr/>
            </p:nvSpPr>
            <p:spPr>
              <a:xfrm>
                <a:off x="1125" y="1780"/>
                <a:ext cx="254" cy="1"/>
              </a:xfrm>
              <a:prstGeom prst="line">
                <a:avLst/>
              </a:prstGeom>
              <a:ln w="14288" cap="flat" cmpd="sng">
                <a:solidFill>
                  <a:srgbClr val="000000"/>
                </a:solidFill>
                <a:prstDash val="solid"/>
                <a:headEnd type="none" w="med" len="med"/>
                <a:tailEnd type="none" w="med" len="med"/>
              </a:ln>
            </p:spPr>
          </p:sp>
          <p:sp>
            <p:nvSpPr>
              <p:cNvPr id="82047" name="Line 22"/>
              <p:cNvSpPr/>
              <p:nvPr/>
            </p:nvSpPr>
            <p:spPr>
              <a:xfrm flipH="1" flipV="1">
                <a:off x="1061" y="1580"/>
                <a:ext cx="64" cy="200"/>
              </a:xfrm>
              <a:prstGeom prst="line">
                <a:avLst/>
              </a:prstGeom>
              <a:ln w="14288" cap="flat" cmpd="sng">
                <a:solidFill>
                  <a:srgbClr val="000000"/>
                </a:solidFill>
                <a:prstDash val="solid"/>
                <a:headEnd type="none" w="med" len="med"/>
                <a:tailEnd type="none" w="med" len="med"/>
              </a:ln>
            </p:spPr>
          </p:sp>
          <p:sp>
            <p:nvSpPr>
              <p:cNvPr id="82048" name="Line 23"/>
              <p:cNvSpPr/>
              <p:nvPr/>
            </p:nvSpPr>
            <p:spPr>
              <a:xfrm flipV="1">
                <a:off x="1379" y="1580"/>
                <a:ext cx="64" cy="200"/>
              </a:xfrm>
              <a:prstGeom prst="line">
                <a:avLst/>
              </a:prstGeom>
              <a:ln w="14288" cap="flat" cmpd="sng">
                <a:solidFill>
                  <a:srgbClr val="000000"/>
                </a:solidFill>
                <a:prstDash val="solid"/>
                <a:headEnd type="none" w="med" len="med"/>
                <a:tailEnd type="none" w="med" len="med"/>
              </a:ln>
            </p:spPr>
          </p:sp>
          <p:sp>
            <p:nvSpPr>
              <p:cNvPr id="82049" name="Line 24"/>
              <p:cNvSpPr/>
              <p:nvPr/>
            </p:nvSpPr>
            <p:spPr>
              <a:xfrm flipV="1">
                <a:off x="1443" y="1580"/>
                <a:ext cx="127" cy="1"/>
              </a:xfrm>
              <a:prstGeom prst="line">
                <a:avLst/>
              </a:prstGeom>
              <a:ln w="14288" cap="flat" cmpd="sng">
                <a:solidFill>
                  <a:srgbClr val="000000"/>
                </a:solidFill>
                <a:prstDash val="solid"/>
                <a:headEnd type="none" w="med" len="med"/>
                <a:tailEnd type="none" w="med" len="med"/>
              </a:ln>
            </p:spPr>
          </p:sp>
        </p:grpSp>
        <p:grpSp>
          <p:nvGrpSpPr>
            <p:cNvPr id="82039" name="Group 30"/>
            <p:cNvGrpSpPr/>
            <p:nvPr/>
          </p:nvGrpSpPr>
          <p:grpSpPr>
            <a:xfrm>
              <a:off x="1570" y="1580"/>
              <a:ext cx="508" cy="201"/>
              <a:chOff x="1570" y="1580"/>
              <a:chExt cx="508" cy="201"/>
            </a:xfrm>
          </p:grpSpPr>
          <p:sp>
            <p:nvSpPr>
              <p:cNvPr id="82042" name="Line 26"/>
              <p:cNvSpPr/>
              <p:nvPr/>
            </p:nvSpPr>
            <p:spPr>
              <a:xfrm>
                <a:off x="1634" y="1780"/>
                <a:ext cx="254" cy="1"/>
              </a:xfrm>
              <a:prstGeom prst="line">
                <a:avLst/>
              </a:prstGeom>
              <a:ln w="14288" cap="flat" cmpd="sng">
                <a:solidFill>
                  <a:srgbClr val="000000"/>
                </a:solidFill>
                <a:prstDash val="solid"/>
                <a:headEnd type="none" w="med" len="med"/>
                <a:tailEnd type="none" w="med" len="med"/>
              </a:ln>
            </p:spPr>
          </p:sp>
          <p:sp>
            <p:nvSpPr>
              <p:cNvPr id="82043" name="Line 27"/>
              <p:cNvSpPr/>
              <p:nvPr/>
            </p:nvSpPr>
            <p:spPr>
              <a:xfrm flipH="1" flipV="1">
                <a:off x="1570" y="1580"/>
                <a:ext cx="64" cy="200"/>
              </a:xfrm>
              <a:prstGeom prst="line">
                <a:avLst/>
              </a:prstGeom>
              <a:ln w="14288" cap="flat" cmpd="sng">
                <a:solidFill>
                  <a:srgbClr val="000000"/>
                </a:solidFill>
                <a:prstDash val="solid"/>
                <a:headEnd type="none" w="med" len="med"/>
                <a:tailEnd type="none" w="med" len="med"/>
              </a:ln>
            </p:spPr>
          </p:sp>
          <p:sp>
            <p:nvSpPr>
              <p:cNvPr id="82044" name="Line 28"/>
              <p:cNvSpPr/>
              <p:nvPr/>
            </p:nvSpPr>
            <p:spPr>
              <a:xfrm flipV="1">
                <a:off x="1888" y="1580"/>
                <a:ext cx="64" cy="200"/>
              </a:xfrm>
              <a:prstGeom prst="line">
                <a:avLst/>
              </a:prstGeom>
              <a:ln w="14288" cap="flat" cmpd="sng">
                <a:solidFill>
                  <a:srgbClr val="000000"/>
                </a:solidFill>
                <a:prstDash val="solid"/>
                <a:headEnd type="none" w="med" len="med"/>
                <a:tailEnd type="none" w="med" len="med"/>
              </a:ln>
            </p:spPr>
          </p:sp>
          <p:sp>
            <p:nvSpPr>
              <p:cNvPr id="82045" name="Line 29"/>
              <p:cNvSpPr/>
              <p:nvPr/>
            </p:nvSpPr>
            <p:spPr>
              <a:xfrm flipV="1">
                <a:off x="1952" y="1580"/>
                <a:ext cx="126" cy="1"/>
              </a:xfrm>
              <a:prstGeom prst="line">
                <a:avLst/>
              </a:prstGeom>
              <a:ln w="14288" cap="flat" cmpd="sng">
                <a:solidFill>
                  <a:srgbClr val="000000"/>
                </a:solidFill>
                <a:prstDash val="solid"/>
                <a:headEnd type="none" w="med" len="med"/>
                <a:tailEnd type="none" w="med" len="med"/>
              </a:ln>
            </p:spPr>
          </p:sp>
        </p:grpSp>
        <p:sp>
          <p:nvSpPr>
            <p:cNvPr id="82040" name="Line 31"/>
            <p:cNvSpPr/>
            <p:nvPr/>
          </p:nvSpPr>
          <p:spPr>
            <a:xfrm flipH="1">
              <a:off x="807" y="1580"/>
              <a:ext cx="254" cy="1"/>
            </a:xfrm>
            <a:prstGeom prst="line">
              <a:avLst/>
            </a:prstGeom>
            <a:ln w="14288" cap="flat" cmpd="sng">
              <a:solidFill>
                <a:srgbClr val="000000"/>
              </a:solidFill>
              <a:prstDash val="solid"/>
              <a:headEnd type="none" w="med" len="med"/>
              <a:tailEnd type="none" w="med" len="med"/>
            </a:ln>
          </p:spPr>
        </p:sp>
        <p:sp>
          <p:nvSpPr>
            <p:cNvPr id="82041" name="Line 32"/>
            <p:cNvSpPr/>
            <p:nvPr/>
          </p:nvSpPr>
          <p:spPr>
            <a:xfrm>
              <a:off x="2078" y="1580"/>
              <a:ext cx="3115" cy="1"/>
            </a:xfrm>
            <a:prstGeom prst="line">
              <a:avLst/>
            </a:prstGeom>
            <a:ln w="14288" cap="flat" cmpd="sng">
              <a:solidFill>
                <a:srgbClr val="000000"/>
              </a:solidFill>
              <a:prstDash val="solid"/>
              <a:headEnd type="none" w="med" len="med"/>
              <a:tailEnd type="none" w="med" len="med"/>
            </a:ln>
          </p:spPr>
        </p:sp>
      </p:grpSp>
      <p:sp>
        <p:nvSpPr>
          <p:cNvPr id="81931" name="Rectangle 34"/>
          <p:cNvSpPr/>
          <p:nvPr/>
        </p:nvSpPr>
        <p:spPr>
          <a:xfrm>
            <a:off x="1643063" y="2257425"/>
            <a:ext cx="406400" cy="31750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1932" name="Rectangle 35"/>
          <p:cNvSpPr/>
          <p:nvPr/>
        </p:nvSpPr>
        <p:spPr>
          <a:xfrm>
            <a:off x="1670050" y="2368550"/>
            <a:ext cx="296863"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CW</a:t>
            </a:r>
            <a:endParaRPr lang="en-US" altLang="zh-CN" sz="1800" b="0" dirty="0">
              <a:solidFill>
                <a:schemeClr val="tx1"/>
              </a:solidFill>
              <a:latin typeface="Arial" panose="020B0604020202020204" pitchFamily="34" charset="0"/>
            </a:endParaRPr>
          </a:p>
        </p:txBody>
      </p:sp>
      <p:sp>
        <p:nvSpPr>
          <p:cNvPr id="81933" name="Rectangle 36"/>
          <p:cNvSpPr/>
          <p:nvPr/>
        </p:nvSpPr>
        <p:spPr>
          <a:xfrm>
            <a:off x="2451100" y="2257425"/>
            <a:ext cx="404813" cy="31750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1934" name="Rectangle 37"/>
          <p:cNvSpPr/>
          <p:nvPr/>
        </p:nvSpPr>
        <p:spPr>
          <a:xfrm>
            <a:off x="2459038" y="2368550"/>
            <a:ext cx="3365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LSB</a:t>
            </a:r>
            <a:endParaRPr lang="en-US" altLang="zh-CN" sz="1800" b="0" dirty="0">
              <a:solidFill>
                <a:schemeClr val="tx1"/>
              </a:solidFill>
              <a:latin typeface="Arial" panose="020B0604020202020204" pitchFamily="34" charset="0"/>
            </a:endParaRPr>
          </a:p>
        </p:txBody>
      </p:sp>
      <p:grpSp>
        <p:nvGrpSpPr>
          <p:cNvPr id="81935" name="Group 94"/>
          <p:cNvGrpSpPr/>
          <p:nvPr/>
        </p:nvGrpSpPr>
        <p:grpSpPr>
          <a:xfrm>
            <a:off x="1138238" y="1938338"/>
            <a:ext cx="6962775" cy="317500"/>
            <a:chOff x="807" y="1280"/>
            <a:chExt cx="4386" cy="200"/>
          </a:xfrm>
        </p:grpSpPr>
        <p:grpSp>
          <p:nvGrpSpPr>
            <p:cNvPr id="81982" name="Group 42"/>
            <p:cNvGrpSpPr/>
            <p:nvPr/>
          </p:nvGrpSpPr>
          <p:grpSpPr>
            <a:xfrm>
              <a:off x="997" y="1280"/>
              <a:ext cx="382" cy="200"/>
              <a:chOff x="997" y="1280"/>
              <a:chExt cx="382" cy="200"/>
            </a:xfrm>
          </p:grpSpPr>
          <p:sp>
            <p:nvSpPr>
              <p:cNvPr id="82034" name="Line 38"/>
              <p:cNvSpPr/>
              <p:nvPr/>
            </p:nvSpPr>
            <p:spPr>
              <a:xfrm>
                <a:off x="1061" y="1280"/>
                <a:ext cx="128" cy="1"/>
              </a:xfrm>
              <a:prstGeom prst="line">
                <a:avLst/>
              </a:prstGeom>
              <a:ln w="14288" cap="flat" cmpd="sng">
                <a:solidFill>
                  <a:srgbClr val="000000"/>
                </a:solidFill>
                <a:prstDash val="solid"/>
                <a:headEnd type="none" w="med" len="med"/>
                <a:tailEnd type="none" w="med" len="med"/>
              </a:ln>
            </p:spPr>
          </p:sp>
          <p:sp>
            <p:nvSpPr>
              <p:cNvPr id="82035" name="Line 39"/>
              <p:cNvSpPr/>
              <p:nvPr/>
            </p:nvSpPr>
            <p:spPr>
              <a:xfrm flipH="1">
                <a:off x="997" y="1280"/>
                <a:ext cx="64" cy="199"/>
              </a:xfrm>
              <a:prstGeom prst="line">
                <a:avLst/>
              </a:prstGeom>
              <a:ln w="14288" cap="flat" cmpd="sng">
                <a:solidFill>
                  <a:srgbClr val="000000"/>
                </a:solidFill>
                <a:prstDash val="solid"/>
                <a:headEnd type="none" w="med" len="med"/>
                <a:tailEnd type="none" w="med" len="med"/>
              </a:ln>
            </p:spPr>
          </p:sp>
          <p:sp>
            <p:nvSpPr>
              <p:cNvPr id="82036" name="Line 40"/>
              <p:cNvSpPr/>
              <p:nvPr/>
            </p:nvSpPr>
            <p:spPr>
              <a:xfrm>
                <a:off x="1189" y="1280"/>
                <a:ext cx="62" cy="199"/>
              </a:xfrm>
              <a:prstGeom prst="line">
                <a:avLst/>
              </a:prstGeom>
              <a:ln w="14288" cap="flat" cmpd="sng">
                <a:solidFill>
                  <a:srgbClr val="000000"/>
                </a:solidFill>
                <a:prstDash val="solid"/>
                <a:headEnd type="none" w="med" len="med"/>
                <a:tailEnd type="none" w="med" len="med"/>
              </a:ln>
            </p:spPr>
          </p:sp>
          <p:sp>
            <p:nvSpPr>
              <p:cNvPr id="82037" name="Line 41"/>
              <p:cNvSpPr/>
              <p:nvPr/>
            </p:nvSpPr>
            <p:spPr>
              <a:xfrm>
                <a:off x="1251" y="1479"/>
                <a:ext cx="128" cy="1"/>
              </a:xfrm>
              <a:prstGeom prst="line">
                <a:avLst/>
              </a:prstGeom>
              <a:ln w="14288" cap="flat" cmpd="sng">
                <a:solidFill>
                  <a:srgbClr val="000000"/>
                </a:solidFill>
                <a:prstDash val="solid"/>
                <a:headEnd type="none" w="med" len="med"/>
                <a:tailEnd type="none" w="med" len="med"/>
              </a:ln>
            </p:spPr>
          </p:sp>
        </p:grpSp>
        <p:grpSp>
          <p:nvGrpSpPr>
            <p:cNvPr id="81983" name="Group 47"/>
            <p:cNvGrpSpPr/>
            <p:nvPr/>
          </p:nvGrpSpPr>
          <p:grpSpPr>
            <a:xfrm>
              <a:off x="1379" y="1280"/>
              <a:ext cx="381" cy="200"/>
              <a:chOff x="1379" y="1280"/>
              <a:chExt cx="381" cy="200"/>
            </a:xfrm>
          </p:grpSpPr>
          <p:sp>
            <p:nvSpPr>
              <p:cNvPr id="82030" name="Line 43"/>
              <p:cNvSpPr/>
              <p:nvPr/>
            </p:nvSpPr>
            <p:spPr>
              <a:xfrm>
                <a:off x="1443" y="1280"/>
                <a:ext cx="127" cy="1"/>
              </a:xfrm>
              <a:prstGeom prst="line">
                <a:avLst/>
              </a:prstGeom>
              <a:ln w="14288" cap="flat" cmpd="sng">
                <a:solidFill>
                  <a:srgbClr val="000000"/>
                </a:solidFill>
                <a:prstDash val="solid"/>
                <a:headEnd type="none" w="med" len="med"/>
                <a:tailEnd type="none" w="med" len="med"/>
              </a:ln>
            </p:spPr>
          </p:sp>
          <p:sp>
            <p:nvSpPr>
              <p:cNvPr id="82031" name="Line 44"/>
              <p:cNvSpPr/>
              <p:nvPr/>
            </p:nvSpPr>
            <p:spPr>
              <a:xfrm flipH="1">
                <a:off x="1379" y="1280"/>
                <a:ext cx="64" cy="199"/>
              </a:xfrm>
              <a:prstGeom prst="line">
                <a:avLst/>
              </a:prstGeom>
              <a:ln w="14288" cap="flat" cmpd="sng">
                <a:solidFill>
                  <a:srgbClr val="000000"/>
                </a:solidFill>
                <a:prstDash val="solid"/>
                <a:headEnd type="none" w="med" len="med"/>
                <a:tailEnd type="none" w="med" len="med"/>
              </a:ln>
            </p:spPr>
          </p:sp>
          <p:sp>
            <p:nvSpPr>
              <p:cNvPr id="82032" name="Line 45"/>
              <p:cNvSpPr/>
              <p:nvPr/>
            </p:nvSpPr>
            <p:spPr>
              <a:xfrm>
                <a:off x="1570" y="1280"/>
                <a:ext cx="64" cy="199"/>
              </a:xfrm>
              <a:prstGeom prst="line">
                <a:avLst/>
              </a:prstGeom>
              <a:ln w="14288" cap="flat" cmpd="sng">
                <a:solidFill>
                  <a:srgbClr val="000000"/>
                </a:solidFill>
                <a:prstDash val="solid"/>
                <a:headEnd type="none" w="med" len="med"/>
                <a:tailEnd type="none" w="med" len="med"/>
              </a:ln>
            </p:spPr>
          </p:sp>
          <p:sp>
            <p:nvSpPr>
              <p:cNvPr id="82033" name="Line 46"/>
              <p:cNvSpPr/>
              <p:nvPr/>
            </p:nvSpPr>
            <p:spPr>
              <a:xfrm>
                <a:off x="1634" y="1479"/>
                <a:ext cx="126" cy="1"/>
              </a:xfrm>
              <a:prstGeom prst="line">
                <a:avLst/>
              </a:prstGeom>
              <a:ln w="14288" cap="flat" cmpd="sng">
                <a:solidFill>
                  <a:srgbClr val="000000"/>
                </a:solidFill>
                <a:prstDash val="solid"/>
                <a:headEnd type="none" w="med" len="med"/>
                <a:tailEnd type="none" w="med" len="med"/>
              </a:ln>
            </p:spPr>
          </p:sp>
        </p:grpSp>
        <p:grpSp>
          <p:nvGrpSpPr>
            <p:cNvPr id="81984" name="Group 52"/>
            <p:cNvGrpSpPr/>
            <p:nvPr/>
          </p:nvGrpSpPr>
          <p:grpSpPr>
            <a:xfrm>
              <a:off x="1760" y="1280"/>
              <a:ext cx="382" cy="200"/>
              <a:chOff x="1760" y="1280"/>
              <a:chExt cx="382" cy="200"/>
            </a:xfrm>
          </p:grpSpPr>
          <p:sp>
            <p:nvSpPr>
              <p:cNvPr id="82026" name="Line 48"/>
              <p:cNvSpPr/>
              <p:nvPr/>
            </p:nvSpPr>
            <p:spPr>
              <a:xfrm>
                <a:off x="1824" y="1280"/>
                <a:ext cx="128" cy="1"/>
              </a:xfrm>
              <a:prstGeom prst="line">
                <a:avLst/>
              </a:prstGeom>
              <a:ln w="14288" cap="flat" cmpd="sng">
                <a:solidFill>
                  <a:srgbClr val="000000"/>
                </a:solidFill>
                <a:prstDash val="solid"/>
                <a:headEnd type="none" w="med" len="med"/>
                <a:tailEnd type="none" w="med" len="med"/>
              </a:ln>
            </p:spPr>
          </p:sp>
          <p:sp>
            <p:nvSpPr>
              <p:cNvPr id="82027" name="Line 49"/>
              <p:cNvSpPr/>
              <p:nvPr/>
            </p:nvSpPr>
            <p:spPr>
              <a:xfrm flipH="1">
                <a:off x="1760" y="1280"/>
                <a:ext cx="64" cy="199"/>
              </a:xfrm>
              <a:prstGeom prst="line">
                <a:avLst/>
              </a:prstGeom>
              <a:ln w="14288" cap="flat" cmpd="sng">
                <a:solidFill>
                  <a:srgbClr val="000000"/>
                </a:solidFill>
                <a:prstDash val="solid"/>
                <a:headEnd type="none" w="med" len="med"/>
                <a:tailEnd type="none" w="med" len="med"/>
              </a:ln>
            </p:spPr>
          </p:sp>
          <p:sp>
            <p:nvSpPr>
              <p:cNvPr id="82028" name="Line 50"/>
              <p:cNvSpPr/>
              <p:nvPr/>
            </p:nvSpPr>
            <p:spPr>
              <a:xfrm>
                <a:off x="1952" y="1280"/>
                <a:ext cx="62" cy="199"/>
              </a:xfrm>
              <a:prstGeom prst="line">
                <a:avLst/>
              </a:prstGeom>
              <a:ln w="14288" cap="flat" cmpd="sng">
                <a:solidFill>
                  <a:srgbClr val="000000"/>
                </a:solidFill>
                <a:prstDash val="solid"/>
                <a:headEnd type="none" w="med" len="med"/>
                <a:tailEnd type="none" w="med" len="med"/>
              </a:ln>
            </p:spPr>
          </p:sp>
          <p:sp>
            <p:nvSpPr>
              <p:cNvPr id="82029" name="Line 51"/>
              <p:cNvSpPr/>
              <p:nvPr/>
            </p:nvSpPr>
            <p:spPr>
              <a:xfrm>
                <a:off x="2014" y="1479"/>
                <a:ext cx="128" cy="1"/>
              </a:xfrm>
              <a:prstGeom prst="line">
                <a:avLst/>
              </a:prstGeom>
              <a:ln w="14288" cap="flat" cmpd="sng">
                <a:solidFill>
                  <a:srgbClr val="000000"/>
                </a:solidFill>
                <a:prstDash val="solid"/>
                <a:headEnd type="none" w="med" len="med"/>
                <a:tailEnd type="none" w="med" len="med"/>
              </a:ln>
            </p:spPr>
          </p:sp>
        </p:grpSp>
        <p:grpSp>
          <p:nvGrpSpPr>
            <p:cNvPr id="81985" name="Group 57"/>
            <p:cNvGrpSpPr/>
            <p:nvPr/>
          </p:nvGrpSpPr>
          <p:grpSpPr>
            <a:xfrm>
              <a:off x="2142" y="1280"/>
              <a:ext cx="381" cy="200"/>
              <a:chOff x="2142" y="1280"/>
              <a:chExt cx="381" cy="200"/>
            </a:xfrm>
          </p:grpSpPr>
          <p:sp>
            <p:nvSpPr>
              <p:cNvPr id="82022" name="Line 53"/>
              <p:cNvSpPr/>
              <p:nvPr/>
            </p:nvSpPr>
            <p:spPr>
              <a:xfrm>
                <a:off x="2206" y="1280"/>
                <a:ext cx="126" cy="1"/>
              </a:xfrm>
              <a:prstGeom prst="line">
                <a:avLst/>
              </a:prstGeom>
              <a:ln w="14288" cap="flat" cmpd="sng">
                <a:solidFill>
                  <a:srgbClr val="000000"/>
                </a:solidFill>
                <a:prstDash val="solid"/>
                <a:headEnd type="none" w="med" len="med"/>
                <a:tailEnd type="none" w="med" len="med"/>
              </a:ln>
            </p:spPr>
          </p:sp>
          <p:sp>
            <p:nvSpPr>
              <p:cNvPr id="82023" name="Line 54"/>
              <p:cNvSpPr/>
              <p:nvPr/>
            </p:nvSpPr>
            <p:spPr>
              <a:xfrm flipH="1">
                <a:off x="2142" y="1280"/>
                <a:ext cx="64" cy="199"/>
              </a:xfrm>
              <a:prstGeom prst="line">
                <a:avLst/>
              </a:prstGeom>
              <a:ln w="14288" cap="flat" cmpd="sng">
                <a:solidFill>
                  <a:srgbClr val="000000"/>
                </a:solidFill>
                <a:prstDash val="solid"/>
                <a:headEnd type="none" w="med" len="med"/>
                <a:tailEnd type="none" w="med" len="med"/>
              </a:ln>
            </p:spPr>
          </p:sp>
          <p:sp>
            <p:nvSpPr>
              <p:cNvPr id="82024" name="Line 55"/>
              <p:cNvSpPr/>
              <p:nvPr/>
            </p:nvSpPr>
            <p:spPr>
              <a:xfrm>
                <a:off x="2332" y="1280"/>
                <a:ext cx="64" cy="199"/>
              </a:xfrm>
              <a:prstGeom prst="line">
                <a:avLst/>
              </a:prstGeom>
              <a:ln w="14288" cap="flat" cmpd="sng">
                <a:solidFill>
                  <a:srgbClr val="000000"/>
                </a:solidFill>
                <a:prstDash val="solid"/>
                <a:headEnd type="none" w="med" len="med"/>
                <a:tailEnd type="none" w="med" len="med"/>
              </a:ln>
            </p:spPr>
          </p:sp>
          <p:sp>
            <p:nvSpPr>
              <p:cNvPr id="82025" name="Line 56"/>
              <p:cNvSpPr/>
              <p:nvPr/>
            </p:nvSpPr>
            <p:spPr>
              <a:xfrm>
                <a:off x="2396" y="1479"/>
                <a:ext cx="127" cy="1"/>
              </a:xfrm>
              <a:prstGeom prst="line">
                <a:avLst/>
              </a:prstGeom>
              <a:ln w="14288" cap="flat" cmpd="sng">
                <a:solidFill>
                  <a:srgbClr val="000000"/>
                </a:solidFill>
                <a:prstDash val="solid"/>
                <a:headEnd type="none" w="med" len="med"/>
                <a:tailEnd type="none" w="med" len="med"/>
              </a:ln>
            </p:spPr>
          </p:sp>
        </p:grpSp>
        <p:grpSp>
          <p:nvGrpSpPr>
            <p:cNvPr id="81986" name="Group 62"/>
            <p:cNvGrpSpPr/>
            <p:nvPr/>
          </p:nvGrpSpPr>
          <p:grpSpPr>
            <a:xfrm>
              <a:off x="2523" y="1280"/>
              <a:ext cx="382" cy="200"/>
              <a:chOff x="2523" y="1280"/>
              <a:chExt cx="382" cy="200"/>
            </a:xfrm>
          </p:grpSpPr>
          <p:sp>
            <p:nvSpPr>
              <p:cNvPr id="82018" name="Line 58"/>
              <p:cNvSpPr/>
              <p:nvPr/>
            </p:nvSpPr>
            <p:spPr>
              <a:xfrm>
                <a:off x="2587" y="1280"/>
                <a:ext cx="128" cy="1"/>
              </a:xfrm>
              <a:prstGeom prst="line">
                <a:avLst/>
              </a:prstGeom>
              <a:ln w="14288" cap="flat" cmpd="sng">
                <a:solidFill>
                  <a:srgbClr val="000000"/>
                </a:solidFill>
                <a:prstDash val="solid"/>
                <a:headEnd type="none" w="med" len="med"/>
                <a:tailEnd type="none" w="med" len="med"/>
              </a:ln>
            </p:spPr>
          </p:sp>
          <p:sp>
            <p:nvSpPr>
              <p:cNvPr id="82019" name="Line 59"/>
              <p:cNvSpPr/>
              <p:nvPr/>
            </p:nvSpPr>
            <p:spPr>
              <a:xfrm flipH="1">
                <a:off x="2523" y="1280"/>
                <a:ext cx="64" cy="199"/>
              </a:xfrm>
              <a:prstGeom prst="line">
                <a:avLst/>
              </a:prstGeom>
              <a:ln w="14288" cap="flat" cmpd="sng">
                <a:solidFill>
                  <a:srgbClr val="000000"/>
                </a:solidFill>
                <a:prstDash val="solid"/>
                <a:headEnd type="none" w="med" len="med"/>
                <a:tailEnd type="none" w="med" len="med"/>
              </a:ln>
            </p:spPr>
          </p:sp>
          <p:sp>
            <p:nvSpPr>
              <p:cNvPr id="82020" name="Line 60"/>
              <p:cNvSpPr/>
              <p:nvPr/>
            </p:nvSpPr>
            <p:spPr>
              <a:xfrm>
                <a:off x="2715" y="1280"/>
                <a:ext cx="62" cy="199"/>
              </a:xfrm>
              <a:prstGeom prst="line">
                <a:avLst/>
              </a:prstGeom>
              <a:ln w="14288" cap="flat" cmpd="sng">
                <a:solidFill>
                  <a:srgbClr val="000000"/>
                </a:solidFill>
                <a:prstDash val="solid"/>
                <a:headEnd type="none" w="med" len="med"/>
                <a:tailEnd type="none" w="med" len="med"/>
              </a:ln>
            </p:spPr>
          </p:sp>
          <p:sp>
            <p:nvSpPr>
              <p:cNvPr id="82021" name="Line 61"/>
              <p:cNvSpPr/>
              <p:nvPr/>
            </p:nvSpPr>
            <p:spPr>
              <a:xfrm>
                <a:off x="2777" y="1479"/>
                <a:ext cx="128" cy="1"/>
              </a:xfrm>
              <a:prstGeom prst="line">
                <a:avLst/>
              </a:prstGeom>
              <a:ln w="14288" cap="flat" cmpd="sng">
                <a:solidFill>
                  <a:srgbClr val="000000"/>
                </a:solidFill>
                <a:prstDash val="solid"/>
                <a:headEnd type="none" w="med" len="med"/>
                <a:tailEnd type="none" w="med" len="med"/>
              </a:ln>
            </p:spPr>
          </p:sp>
        </p:grpSp>
        <p:grpSp>
          <p:nvGrpSpPr>
            <p:cNvPr id="81987" name="Group 67"/>
            <p:cNvGrpSpPr/>
            <p:nvPr/>
          </p:nvGrpSpPr>
          <p:grpSpPr>
            <a:xfrm>
              <a:off x="2905" y="1280"/>
              <a:ext cx="380" cy="200"/>
              <a:chOff x="2905" y="1280"/>
              <a:chExt cx="380" cy="200"/>
            </a:xfrm>
          </p:grpSpPr>
          <p:sp>
            <p:nvSpPr>
              <p:cNvPr id="82014" name="Line 63"/>
              <p:cNvSpPr/>
              <p:nvPr/>
            </p:nvSpPr>
            <p:spPr>
              <a:xfrm>
                <a:off x="2969" y="1280"/>
                <a:ext cx="126" cy="1"/>
              </a:xfrm>
              <a:prstGeom prst="line">
                <a:avLst/>
              </a:prstGeom>
              <a:ln w="14288" cap="flat" cmpd="sng">
                <a:solidFill>
                  <a:srgbClr val="000000"/>
                </a:solidFill>
                <a:prstDash val="solid"/>
                <a:headEnd type="none" w="med" len="med"/>
                <a:tailEnd type="none" w="med" len="med"/>
              </a:ln>
            </p:spPr>
          </p:sp>
          <p:sp>
            <p:nvSpPr>
              <p:cNvPr id="82015" name="Line 64"/>
              <p:cNvSpPr/>
              <p:nvPr/>
            </p:nvSpPr>
            <p:spPr>
              <a:xfrm flipH="1">
                <a:off x="2905" y="1280"/>
                <a:ext cx="64" cy="199"/>
              </a:xfrm>
              <a:prstGeom prst="line">
                <a:avLst/>
              </a:prstGeom>
              <a:ln w="14288" cap="flat" cmpd="sng">
                <a:solidFill>
                  <a:srgbClr val="000000"/>
                </a:solidFill>
                <a:prstDash val="solid"/>
                <a:headEnd type="none" w="med" len="med"/>
                <a:tailEnd type="none" w="med" len="med"/>
              </a:ln>
            </p:spPr>
          </p:sp>
          <p:sp>
            <p:nvSpPr>
              <p:cNvPr id="82016" name="Line 65"/>
              <p:cNvSpPr/>
              <p:nvPr/>
            </p:nvSpPr>
            <p:spPr>
              <a:xfrm>
                <a:off x="3095" y="1280"/>
                <a:ext cx="64" cy="199"/>
              </a:xfrm>
              <a:prstGeom prst="line">
                <a:avLst/>
              </a:prstGeom>
              <a:ln w="14288" cap="flat" cmpd="sng">
                <a:solidFill>
                  <a:srgbClr val="000000"/>
                </a:solidFill>
                <a:prstDash val="solid"/>
                <a:headEnd type="none" w="med" len="med"/>
                <a:tailEnd type="none" w="med" len="med"/>
              </a:ln>
            </p:spPr>
          </p:sp>
          <p:sp>
            <p:nvSpPr>
              <p:cNvPr id="82017" name="Line 66"/>
              <p:cNvSpPr/>
              <p:nvPr/>
            </p:nvSpPr>
            <p:spPr>
              <a:xfrm>
                <a:off x="3159" y="1479"/>
                <a:ext cx="126" cy="1"/>
              </a:xfrm>
              <a:prstGeom prst="line">
                <a:avLst/>
              </a:prstGeom>
              <a:ln w="14288" cap="flat" cmpd="sng">
                <a:solidFill>
                  <a:srgbClr val="000000"/>
                </a:solidFill>
                <a:prstDash val="solid"/>
                <a:headEnd type="none" w="med" len="med"/>
                <a:tailEnd type="none" w="med" len="med"/>
              </a:ln>
            </p:spPr>
          </p:sp>
        </p:grpSp>
        <p:grpSp>
          <p:nvGrpSpPr>
            <p:cNvPr id="81988" name="Group 72"/>
            <p:cNvGrpSpPr/>
            <p:nvPr/>
          </p:nvGrpSpPr>
          <p:grpSpPr>
            <a:xfrm>
              <a:off x="3285" y="1280"/>
              <a:ext cx="383" cy="200"/>
              <a:chOff x="3285" y="1280"/>
              <a:chExt cx="383" cy="200"/>
            </a:xfrm>
          </p:grpSpPr>
          <p:sp>
            <p:nvSpPr>
              <p:cNvPr id="82010" name="Line 68"/>
              <p:cNvSpPr/>
              <p:nvPr/>
            </p:nvSpPr>
            <p:spPr>
              <a:xfrm>
                <a:off x="3349" y="1280"/>
                <a:ext cx="128" cy="1"/>
              </a:xfrm>
              <a:prstGeom prst="line">
                <a:avLst/>
              </a:prstGeom>
              <a:ln w="14288" cap="flat" cmpd="sng">
                <a:solidFill>
                  <a:srgbClr val="000000"/>
                </a:solidFill>
                <a:prstDash val="solid"/>
                <a:headEnd type="none" w="med" len="med"/>
                <a:tailEnd type="none" w="med" len="med"/>
              </a:ln>
            </p:spPr>
          </p:sp>
          <p:sp>
            <p:nvSpPr>
              <p:cNvPr id="82011" name="Line 69"/>
              <p:cNvSpPr/>
              <p:nvPr/>
            </p:nvSpPr>
            <p:spPr>
              <a:xfrm flipH="1">
                <a:off x="3285" y="1280"/>
                <a:ext cx="64" cy="199"/>
              </a:xfrm>
              <a:prstGeom prst="line">
                <a:avLst/>
              </a:prstGeom>
              <a:ln w="14288" cap="flat" cmpd="sng">
                <a:solidFill>
                  <a:srgbClr val="000000"/>
                </a:solidFill>
                <a:prstDash val="solid"/>
                <a:headEnd type="none" w="med" len="med"/>
                <a:tailEnd type="none" w="med" len="med"/>
              </a:ln>
            </p:spPr>
          </p:sp>
          <p:sp>
            <p:nvSpPr>
              <p:cNvPr id="82012" name="Line 70"/>
              <p:cNvSpPr/>
              <p:nvPr/>
            </p:nvSpPr>
            <p:spPr>
              <a:xfrm>
                <a:off x="3477" y="1280"/>
                <a:ext cx="63" cy="199"/>
              </a:xfrm>
              <a:prstGeom prst="line">
                <a:avLst/>
              </a:prstGeom>
              <a:ln w="14288" cap="flat" cmpd="sng">
                <a:solidFill>
                  <a:srgbClr val="000000"/>
                </a:solidFill>
                <a:prstDash val="solid"/>
                <a:headEnd type="none" w="med" len="med"/>
                <a:tailEnd type="none" w="med" len="med"/>
              </a:ln>
            </p:spPr>
          </p:sp>
          <p:sp>
            <p:nvSpPr>
              <p:cNvPr id="82013" name="Line 71"/>
              <p:cNvSpPr/>
              <p:nvPr/>
            </p:nvSpPr>
            <p:spPr>
              <a:xfrm>
                <a:off x="3540" y="1479"/>
                <a:ext cx="128" cy="1"/>
              </a:xfrm>
              <a:prstGeom prst="line">
                <a:avLst/>
              </a:prstGeom>
              <a:ln w="14288" cap="flat" cmpd="sng">
                <a:solidFill>
                  <a:srgbClr val="000000"/>
                </a:solidFill>
                <a:prstDash val="solid"/>
                <a:headEnd type="none" w="med" len="med"/>
                <a:tailEnd type="none" w="med" len="med"/>
              </a:ln>
            </p:spPr>
          </p:sp>
        </p:grpSp>
        <p:grpSp>
          <p:nvGrpSpPr>
            <p:cNvPr id="81989" name="Group 77"/>
            <p:cNvGrpSpPr/>
            <p:nvPr/>
          </p:nvGrpSpPr>
          <p:grpSpPr>
            <a:xfrm>
              <a:off x="3668" y="1280"/>
              <a:ext cx="380" cy="200"/>
              <a:chOff x="3668" y="1280"/>
              <a:chExt cx="380" cy="200"/>
            </a:xfrm>
          </p:grpSpPr>
          <p:sp>
            <p:nvSpPr>
              <p:cNvPr id="82006" name="Line 73"/>
              <p:cNvSpPr/>
              <p:nvPr/>
            </p:nvSpPr>
            <p:spPr>
              <a:xfrm>
                <a:off x="3732" y="1280"/>
                <a:ext cx="126" cy="1"/>
              </a:xfrm>
              <a:prstGeom prst="line">
                <a:avLst/>
              </a:prstGeom>
              <a:ln w="14288" cap="flat" cmpd="sng">
                <a:solidFill>
                  <a:srgbClr val="000000"/>
                </a:solidFill>
                <a:prstDash val="solid"/>
                <a:headEnd type="none" w="med" len="med"/>
                <a:tailEnd type="none" w="med" len="med"/>
              </a:ln>
            </p:spPr>
          </p:sp>
          <p:sp>
            <p:nvSpPr>
              <p:cNvPr id="82007" name="Line 74"/>
              <p:cNvSpPr/>
              <p:nvPr/>
            </p:nvSpPr>
            <p:spPr>
              <a:xfrm flipH="1">
                <a:off x="3668" y="1280"/>
                <a:ext cx="64" cy="199"/>
              </a:xfrm>
              <a:prstGeom prst="line">
                <a:avLst/>
              </a:prstGeom>
              <a:ln w="14288" cap="flat" cmpd="sng">
                <a:solidFill>
                  <a:srgbClr val="000000"/>
                </a:solidFill>
                <a:prstDash val="solid"/>
                <a:headEnd type="none" w="med" len="med"/>
                <a:tailEnd type="none" w="med" len="med"/>
              </a:ln>
            </p:spPr>
          </p:sp>
          <p:sp>
            <p:nvSpPr>
              <p:cNvPr id="82008" name="Line 75"/>
              <p:cNvSpPr/>
              <p:nvPr/>
            </p:nvSpPr>
            <p:spPr>
              <a:xfrm>
                <a:off x="3858" y="1280"/>
                <a:ext cx="64" cy="199"/>
              </a:xfrm>
              <a:prstGeom prst="line">
                <a:avLst/>
              </a:prstGeom>
              <a:ln w="14288" cap="flat" cmpd="sng">
                <a:solidFill>
                  <a:srgbClr val="000000"/>
                </a:solidFill>
                <a:prstDash val="solid"/>
                <a:headEnd type="none" w="med" len="med"/>
                <a:tailEnd type="none" w="med" len="med"/>
              </a:ln>
            </p:spPr>
          </p:sp>
          <p:sp>
            <p:nvSpPr>
              <p:cNvPr id="82009" name="Line 76"/>
              <p:cNvSpPr/>
              <p:nvPr/>
            </p:nvSpPr>
            <p:spPr>
              <a:xfrm>
                <a:off x="3922" y="1479"/>
                <a:ext cx="126" cy="1"/>
              </a:xfrm>
              <a:prstGeom prst="line">
                <a:avLst/>
              </a:prstGeom>
              <a:ln w="14288" cap="flat" cmpd="sng">
                <a:solidFill>
                  <a:srgbClr val="000000"/>
                </a:solidFill>
                <a:prstDash val="solid"/>
                <a:headEnd type="none" w="med" len="med"/>
                <a:tailEnd type="none" w="med" len="med"/>
              </a:ln>
            </p:spPr>
          </p:sp>
        </p:grpSp>
        <p:grpSp>
          <p:nvGrpSpPr>
            <p:cNvPr id="81990" name="Group 82"/>
            <p:cNvGrpSpPr/>
            <p:nvPr/>
          </p:nvGrpSpPr>
          <p:grpSpPr>
            <a:xfrm>
              <a:off x="4048" y="1280"/>
              <a:ext cx="382" cy="200"/>
              <a:chOff x="4048" y="1280"/>
              <a:chExt cx="382" cy="200"/>
            </a:xfrm>
          </p:grpSpPr>
          <p:sp>
            <p:nvSpPr>
              <p:cNvPr id="82002" name="Line 78"/>
              <p:cNvSpPr/>
              <p:nvPr/>
            </p:nvSpPr>
            <p:spPr>
              <a:xfrm>
                <a:off x="4112" y="1280"/>
                <a:ext cx="128" cy="1"/>
              </a:xfrm>
              <a:prstGeom prst="line">
                <a:avLst/>
              </a:prstGeom>
              <a:ln w="14288" cap="flat" cmpd="sng">
                <a:solidFill>
                  <a:srgbClr val="000000"/>
                </a:solidFill>
                <a:prstDash val="solid"/>
                <a:headEnd type="none" w="med" len="med"/>
                <a:tailEnd type="none" w="med" len="med"/>
              </a:ln>
            </p:spPr>
          </p:sp>
          <p:sp>
            <p:nvSpPr>
              <p:cNvPr id="82003" name="Line 79"/>
              <p:cNvSpPr/>
              <p:nvPr/>
            </p:nvSpPr>
            <p:spPr>
              <a:xfrm flipH="1">
                <a:off x="4048" y="1280"/>
                <a:ext cx="64" cy="199"/>
              </a:xfrm>
              <a:prstGeom prst="line">
                <a:avLst/>
              </a:prstGeom>
              <a:ln w="14288" cap="flat" cmpd="sng">
                <a:solidFill>
                  <a:srgbClr val="000000"/>
                </a:solidFill>
                <a:prstDash val="solid"/>
                <a:headEnd type="none" w="med" len="med"/>
                <a:tailEnd type="none" w="med" len="med"/>
              </a:ln>
            </p:spPr>
          </p:sp>
          <p:sp>
            <p:nvSpPr>
              <p:cNvPr id="82004" name="Line 80"/>
              <p:cNvSpPr/>
              <p:nvPr/>
            </p:nvSpPr>
            <p:spPr>
              <a:xfrm>
                <a:off x="4240" y="1280"/>
                <a:ext cx="63" cy="199"/>
              </a:xfrm>
              <a:prstGeom prst="line">
                <a:avLst/>
              </a:prstGeom>
              <a:ln w="14288" cap="flat" cmpd="sng">
                <a:solidFill>
                  <a:srgbClr val="000000"/>
                </a:solidFill>
                <a:prstDash val="solid"/>
                <a:headEnd type="none" w="med" len="med"/>
                <a:tailEnd type="none" w="med" len="med"/>
              </a:ln>
            </p:spPr>
          </p:sp>
          <p:sp>
            <p:nvSpPr>
              <p:cNvPr id="82005" name="Line 81"/>
              <p:cNvSpPr/>
              <p:nvPr/>
            </p:nvSpPr>
            <p:spPr>
              <a:xfrm>
                <a:off x="4303" y="1479"/>
                <a:ext cx="127" cy="1"/>
              </a:xfrm>
              <a:prstGeom prst="line">
                <a:avLst/>
              </a:prstGeom>
              <a:ln w="14288" cap="flat" cmpd="sng">
                <a:solidFill>
                  <a:srgbClr val="000000"/>
                </a:solidFill>
                <a:prstDash val="solid"/>
                <a:headEnd type="none" w="med" len="med"/>
                <a:tailEnd type="none" w="med" len="med"/>
              </a:ln>
            </p:spPr>
          </p:sp>
        </p:grpSp>
        <p:grpSp>
          <p:nvGrpSpPr>
            <p:cNvPr id="81991" name="Group 87"/>
            <p:cNvGrpSpPr/>
            <p:nvPr/>
          </p:nvGrpSpPr>
          <p:grpSpPr>
            <a:xfrm>
              <a:off x="4430" y="1280"/>
              <a:ext cx="381" cy="200"/>
              <a:chOff x="4430" y="1280"/>
              <a:chExt cx="381" cy="200"/>
            </a:xfrm>
          </p:grpSpPr>
          <p:sp>
            <p:nvSpPr>
              <p:cNvPr id="81998" name="Line 83"/>
              <p:cNvSpPr/>
              <p:nvPr/>
            </p:nvSpPr>
            <p:spPr>
              <a:xfrm>
                <a:off x="4494" y="1280"/>
                <a:ext cx="127" cy="1"/>
              </a:xfrm>
              <a:prstGeom prst="line">
                <a:avLst/>
              </a:prstGeom>
              <a:ln w="14288" cap="flat" cmpd="sng">
                <a:solidFill>
                  <a:srgbClr val="000000"/>
                </a:solidFill>
                <a:prstDash val="solid"/>
                <a:headEnd type="none" w="med" len="med"/>
                <a:tailEnd type="none" w="med" len="med"/>
              </a:ln>
            </p:spPr>
          </p:sp>
          <p:sp>
            <p:nvSpPr>
              <p:cNvPr id="81999" name="Line 84"/>
              <p:cNvSpPr/>
              <p:nvPr/>
            </p:nvSpPr>
            <p:spPr>
              <a:xfrm flipH="1">
                <a:off x="4430" y="1280"/>
                <a:ext cx="64" cy="199"/>
              </a:xfrm>
              <a:prstGeom prst="line">
                <a:avLst/>
              </a:prstGeom>
              <a:ln w="14288" cap="flat" cmpd="sng">
                <a:solidFill>
                  <a:srgbClr val="000000"/>
                </a:solidFill>
                <a:prstDash val="solid"/>
                <a:headEnd type="none" w="med" len="med"/>
                <a:tailEnd type="none" w="med" len="med"/>
              </a:ln>
            </p:spPr>
          </p:sp>
          <p:sp>
            <p:nvSpPr>
              <p:cNvPr id="82000" name="Line 85"/>
              <p:cNvSpPr/>
              <p:nvPr/>
            </p:nvSpPr>
            <p:spPr>
              <a:xfrm>
                <a:off x="4621" y="1280"/>
                <a:ext cx="64" cy="199"/>
              </a:xfrm>
              <a:prstGeom prst="line">
                <a:avLst/>
              </a:prstGeom>
              <a:ln w="14288" cap="flat" cmpd="sng">
                <a:solidFill>
                  <a:srgbClr val="000000"/>
                </a:solidFill>
                <a:prstDash val="solid"/>
                <a:headEnd type="none" w="med" len="med"/>
                <a:tailEnd type="none" w="med" len="med"/>
              </a:ln>
            </p:spPr>
          </p:sp>
          <p:sp>
            <p:nvSpPr>
              <p:cNvPr id="82001" name="Line 86"/>
              <p:cNvSpPr/>
              <p:nvPr/>
            </p:nvSpPr>
            <p:spPr>
              <a:xfrm>
                <a:off x="4685" y="1479"/>
                <a:ext cx="126" cy="1"/>
              </a:xfrm>
              <a:prstGeom prst="line">
                <a:avLst/>
              </a:prstGeom>
              <a:ln w="14288" cap="flat" cmpd="sng">
                <a:solidFill>
                  <a:srgbClr val="000000"/>
                </a:solidFill>
                <a:prstDash val="solid"/>
                <a:headEnd type="none" w="med" len="med"/>
                <a:tailEnd type="none" w="med" len="med"/>
              </a:ln>
            </p:spPr>
          </p:sp>
        </p:grpSp>
        <p:grpSp>
          <p:nvGrpSpPr>
            <p:cNvPr id="81992" name="Group 92"/>
            <p:cNvGrpSpPr/>
            <p:nvPr/>
          </p:nvGrpSpPr>
          <p:grpSpPr>
            <a:xfrm>
              <a:off x="4811" y="1280"/>
              <a:ext cx="382" cy="200"/>
              <a:chOff x="4811" y="1280"/>
              <a:chExt cx="382" cy="200"/>
            </a:xfrm>
          </p:grpSpPr>
          <p:sp>
            <p:nvSpPr>
              <p:cNvPr id="81994" name="Line 88"/>
              <p:cNvSpPr/>
              <p:nvPr/>
            </p:nvSpPr>
            <p:spPr>
              <a:xfrm>
                <a:off x="4875" y="1280"/>
                <a:ext cx="128" cy="1"/>
              </a:xfrm>
              <a:prstGeom prst="line">
                <a:avLst/>
              </a:prstGeom>
              <a:ln w="14288" cap="flat" cmpd="sng">
                <a:solidFill>
                  <a:srgbClr val="000000"/>
                </a:solidFill>
                <a:prstDash val="solid"/>
                <a:headEnd type="none" w="med" len="med"/>
                <a:tailEnd type="none" w="med" len="med"/>
              </a:ln>
            </p:spPr>
          </p:sp>
          <p:sp>
            <p:nvSpPr>
              <p:cNvPr id="81995" name="Line 89"/>
              <p:cNvSpPr/>
              <p:nvPr/>
            </p:nvSpPr>
            <p:spPr>
              <a:xfrm flipH="1">
                <a:off x="4811" y="1280"/>
                <a:ext cx="64" cy="199"/>
              </a:xfrm>
              <a:prstGeom prst="line">
                <a:avLst/>
              </a:prstGeom>
              <a:ln w="14288" cap="flat" cmpd="sng">
                <a:solidFill>
                  <a:srgbClr val="000000"/>
                </a:solidFill>
                <a:prstDash val="solid"/>
                <a:headEnd type="none" w="med" len="med"/>
                <a:tailEnd type="none" w="med" len="med"/>
              </a:ln>
            </p:spPr>
          </p:sp>
          <p:sp>
            <p:nvSpPr>
              <p:cNvPr id="81996" name="Line 90"/>
              <p:cNvSpPr/>
              <p:nvPr/>
            </p:nvSpPr>
            <p:spPr>
              <a:xfrm>
                <a:off x="5003" y="1280"/>
                <a:ext cx="62" cy="199"/>
              </a:xfrm>
              <a:prstGeom prst="line">
                <a:avLst/>
              </a:prstGeom>
              <a:ln w="14288" cap="flat" cmpd="sng">
                <a:solidFill>
                  <a:srgbClr val="000000"/>
                </a:solidFill>
                <a:prstDash val="solid"/>
                <a:headEnd type="none" w="med" len="med"/>
                <a:tailEnd type="none" w="med" len="med"/>
              </a:ln>
            </p:spPr>
          </p:sp>
          <p:sp>
            <p:nvSpPr>
              <p:cNvPr id="81997" name="Line 91"/>
              <p:cNvSpPr/>
              <p:nvPr/>
            </p:nvSpPr>
            <p:spPr>
              <a:xfrm>
                <a:off x="5065" y="1479"/>
                <a:ext cx="128" cy="1"/>
              </a:xfrm>
              <a:prstGeom prst="line">
                <a:avLst/>
              </a:prstGeom>
              <a:ln w="14288" cap="flat" cmpd="sng">
                <a:solidFill>
                  <a:srgbClr val="000000"/>
                </a:solidFill>
                <a:prstDash val="solid"/>
                <a:headEnd type="none" w="med" len="med"/>
                <a:tailEnd type="none" w="med" len="med"/>
              </a:ln>
            </p:spPr>
          </p:sp>
        </p:grpSp>
        <p:sp>
          <p:nvSpPr>
            <p:cNvPr id="81993" name="Line 93"/>
            <p:cNvSpPr/>
            <p:nvPr/>
          </p:nvSpPr>
          <p:spPr>
            <a:xfrm flipH="1">
              <a:off x="807" y="1479"/>
              <a:ext cx="190" cy="1"/>
            </a:xfrm>
            <a:prstGeom prst="line">
              <a:avLst/>
            </a:prstGeom>
            <a:ln w="14288" cap="flat" cmpd="sng">
              <a:solidFill>
                <a:srgbClr val="000000"/>
              </a:solidFill>
              <a:prstDash val="solid"/>
              <a:headEnd type="none" w="med" len="med"/>
              <a:tailEnd type="none" w="med" len="med"/>
            </a:ln>
          </p:spPr>
        </p:sp>
      </p:grpSp>
      <p:sp>
        <p:nvSpPr>
          <p:cNvPr id="81936" name="Rectangle 96"/>
          <p:cNvSpPr/>
          <p:nvPr/>
        </p:nvSpPr>
        <p:spPr>
          <a:xfrm>
            <a:off x="796925" y="1895475"/>
            <a:ext cx="34607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CLK</a:t>
            </a:r>
            <a:endParaRPr lang="en-US" altLang="zh-CN" sz="1800" b="0" dirty="0">
              <a:solidFill>
                <a:schemeClr val="tx1"/>
              </a:solidFill>
              <a:latin typeface="Arial" panose="020B0604020202020204" pitchFamily="34" charset="0"/>
            </a:endParaRPr>
          </a:p>
        </p:txBody>
      </p:sp>
      <p:sp>
        <p:nvSpPr>
          <p:cNvPr id="81937" name="Rectangle 97"/>
          <p:cNvSpPr/>
          <p:nvPr/>
        </p:nvSpPr>
        <p:spPr>
          <a:xfrm>
            <a:off x="839788" y="2495550"/>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81938" name="Rectangle 98"/>
          <p:cNvSpPr/>
          <p:nvPr/>
        </p:nvSpPr>
        <p:spPr>
          <a:xfrm>
            <a:off x="684213" y="2759075"/>
            <a:ext cx="484187"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81939" name="Rectangle 100"/>
          <p:cNvSpPr/>
          <p:nvPr/>
        </p:nvSpPr>
        <p:spPr>
          <a:xfrm>
            <a:off x="755650" y="3190875"/>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81940" name="Line 108"/>
          <p:cNvSpPr/>
          <p:nvPr/>
        </p:nvSpPr>
        <p:spPr>
          <a:xfrm>
            <a:off x="1239838" y="2892425"/>
            <a:ext cx="7380287" cy="1588"/>
          </a:xfrm>
          <a:prstGeom prst="line">
            <a:avLst/>
          </a:prstGeom>
          <a:ln w="14288" cap="flat" cmpd="sng">
            <a:solidFill>
              <a:srgbClr val="000000"/>
            </a:solidFill>
            <a:prstDash val="solid"/>
            <a:headEnd type="none" w="med" len="med"/>
            <a:tailEnd type="none" w="med" len="med"/>
          </a:ln>
        </p:spPr>
      </p:sp>
      <p:sp>
        <p:nvSpPr>
          <p:cNvPr id="81941" name="Rectangle 109"/>
          <p:cNvSpPr/>
          <p:nvPr/>
        </p:nvSpPr>
        <p:spPr>
          <a:xfrm>
            <a:off x="5475288" y="3368675"/>
            <a:ext cx="1516062" cy="477838"/>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1942" name="Rectangle 110"/>
          <p:cNvSpPr/>
          <p:nvPr/>
        </p:nvSpPr>
        <p:spPr>
          <a:xfrm>
            <a:off x="5622925" y="3543300"/>
            <a:ext cx="10668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自动重复计数</a:t>
            </a:r>
            <a:endParaRPr lang="zh-CN" altLang="en-US" sz="1800" b="0" dirty="0">
              <a:solidFill>
                <a:schemeClr val="tx1"/>
              </a:solidFill>
              <a:latin typeface="Arial" panose="020B0604020202020204" pitchFamily="34" charset="0"/>
            </a:endParaRPr>
          </a:p>
        </p:txBody>
      </p:sp>
      <p:sp>
        <p:nvSpPr>
          <p:cNvPr id="81944" name="Rectangle 112"/>
          <p:cNvSpPr/>
          <p:nvPr/>
        </p:nvSpPr>
        <p:spPr>
          <a:xfrm>
            <a:off x="5626100" y="32321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1945" name="Rectangle 113"/>
          <p:cNvSpPr/>
          <p:nvPr/>
        </p:nvSpPr>
        <p:spPr>
          <a:xfrm>
            <a:off x="6156325" y="32321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81946" name="Rectangle 114"/>
          <p:cNvSpPr/>
          <p:nvPr/>
        </p:nvSpPr>
        <p:spPr>
          <a:xfrm>
            <a:off x="6804025" y="32131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1947" name="Line 115"/>
          <p:cNvSpPr/>
          <p:nvPr/>
        </p:nvSpPr>
        <p:spPr>
          <a:xfrm flipV="1">
            <a:off x="1187450" y="3209925"/>
            <a:ext cx="3681413" cy="3175"/>
          </a:xfrm>
          <a:prstGeom prst="line">
            <a:avLst/>
          </a:prstGeom>
          <a:ln w="14288" cap="flat" cmpd="sng">
            <a:solidFill>
              <a:srgbClr val="000000"/>
            </a:solidFill>
            <a:prstDash val="solid"/>
            <a:headEnd type="none" w="med" len="med"/>
            <a:tailEnd type="none" w="med" len="med"/>
          </a:ln>
        </p:spPr>
      </p:sp>
      <p:grpSp>
        <p:nvGrpSpPr>
          <p:cNvPr id="81948" name="Group 123"/>
          <p:cNvGrpSpPr/>
          <p:nvPr/>
        </p:nvGrpSpPr>
        <p:grpSpPr>
          <a:xfrm>
            <a:off x="1187450" y="3521075"/>
            <a:ext cx="619125" cy="12700"/>
            <a:chOff x="866" y="2277"/>
            <a:chExt cx="390" cy="8"/>
          </a:xfrm>
        </p:grpSpPr>
        <p:sp>
          <p:nvSpPr>
            <p:cNvPr id="81975" name="Freeform 116"/>
            <p:cNvSpPr/>
            <p:nvPr/>
          </p:nvSpPr>
          <p:spPr>
            <a:xfrm>
              <a:off x="866" y="2277"/>
              <a:ext cx="44" cy="8"/>
            </a:xfrm>
            <a:custGeom>
              <a:avLst/>
              <a:gdLst/>
              <a:ahLst/>
              <a:cxnLst>
                <a:cxn ang="0">
                  <a:pos x="6" y="0"/>
                </a:cxn>
                <a:cxn ang="0">
                  <a:pos x="5" y="0"/>
                </a:cxn>
                <a:cxn ang="0">
                  <a:pos x="3" y="1"/>
                </a:cxn>
                <a:cxn ang="0">
                  <a:pos x="2" y="3"/>
                </a:cxn>
                <a:cxn ang="0">
                  <a:pos x="0" y="4"/>
                </a:cxn>
                <a:cxn ang="0">
                  <a:pos x="2" y="5"/>
                </a:cxn>
                <a:cxn ang="0">
                  <a:pos x="3" y="7"/>
                </a:cxn>
                <a:cxn ang="0">
                  <a:pos x="5" y="8"/>
                </a:cxn>
                <a:cxn ang="0">
                  <a:pos x="38" y="8"/>
                </a:cxn>
                <a:cxn ang="0">
                  <a:pos x="40" y="8"/>
                </a:cxn>
                <a:cxn ang="0">
                  <a:pos x="41" y="8"/>
                </a:cxn>
                <a:cxn ang="0">
                  <a:pos x="43" y="7"/>
                </a:cxn>
                <a:cxn ang="0">
                  <a:pos x="44" y="5"/>
                </a:cxn>
                <a:cxn ang="0">
                  <a:pos x="44" y="4"/>
                </a:cxn>
                <a:cxn ang="0">
                  <a:pos x="43" y="3"/>
                </a:cxn>
                <a:cxn ang="0">
                  <a:pos x="41" y="1"/>
                </a:cxn>
                <a:cxn ang="0">
                  <a:pos x="40" y="0"/>
                </a:cxn>
                <a:cxn ang="0">
                  <a:pos x="6" y="0"/>
                </a:cxn>
              </a:cxnLst>
              <a:pathLst>
                <a:path w="44" h="8">
                  <a:moveTo>
                    <a:pt x="6" y="0"/>
                  </a:moveTo>
                  <a:lnTo>
                    <a:pt x="5" y="0"/>
                  </a:lnTo>
                  <a:lnTo>
                    <a:pt x="3" y="1"/>
                  </a:lnTo>
                  <a:lnTo>
                    <a:pt x="2" y="3"/>
                  </a:lnTo>
                  <a:lnTo>
                    <a:pt x="0" y="4"/>
                  </a:lnTo>
                  <a:lnTo>
                    <a:pt x="2" y="5"/>
                  </a:lnTo>
                  <a:lnTo>
                    <a:pt x="3" y="7"/>
                  </a:lnTo>
                  <a:lnTo>
                    <a:pt x="5" y="8"/>
                  </a:lnTo>
                  <a:lnTo>
                    <a:pt x="38" y="8"/>
                  </a:lnTo>
                  <a:lnTo>
                    <a:pt x="40" y="8"/>
                  </a:lnTo>
                  <a:lnTo>
                    <a:pt x="41" y="8"/>
                  </a:lnTo>
                  <a:lnTo>
                    <a:pt x="43" y="7"/>
                  </a:lnTo>
                  <a:lnTo>
                    <a:pt x="44" y="5"/>
                  </a:lnTo>
                  <a:lnTo>
                    <a:pt x="44" y="4"/>
                  </a:lnTo>
                  <a:lnTo>
                    <a:pt x="43" y="3"/>
                  </a:lnTo>
                  <a:lnTo>
                    <a:pt x="41" y="1"/>
                  </a:lnTo>
                  <a:lnTo>
                    <a:pt x="40" y="0"/>
                  </a:lnTo>
                  <a:lnTo>
                    <a:pt x="6" y="0"/>
                  </a:lnTo>
                  <a:close/>
                </a:path>
              </a:pathLst>
            </a:custGeom>
            <a:solidFill>
              <a:srgbClr val="000000">
                <a:alpha val="100000"/>
              </a:srgbClr>
            </a:solidFill>
            <a:ln w="9525">
              <a:noFill/>
            </a:ln>
          </p:spPr>
          <p:txBody>
            <a:bodyPr/>
            <a:p>
              <a:endParaRPr lang="zh-CN" altLang="en-US"/>
            </a:p>
          </p:txBody>
        </p:sp>
        <p:sp>
          <p:nvSpPr>
            <p:cNvPr id="81976" name="Freeform 117"/>
            <p:cNvSpPr/>
            <p:nvPr/>
          </p:nvSpPr>
          <p:spPr>
            <a:xfrm>
              <a:off x="927" y="2277"/>
              <a:ext cx="44" cy="8"/>
            </a:xfrm>
            <a:custGeom>
              <a:avLst/>
              <a:gdLst/>
              <a:ahLst/>
              <a:cxnLst>
                <a:cxn ang="0">
                  <a:pos x="5" y="0"/>
                </a:cxn>
                <a:cxn ang="0">
                  <a:pos x="3" y="0"/>
                </a:cxn>
                <a:cxn ang="0">
                  <a:pos x="2" y="1"/>
                </a:cxn>
                <a:cxn ang="0">
                  <a:pos x="0" y="3"/>
                </a:cxn>
                <a:cxn ang="0">
                  <a:pos x="0" y="4"/>
                </a:cxn>
                <a:cxn ang="0">
                  <a:pos x="0" y="5"/>
                </a:cxn>
                <a:cxn ang="0">
                  <a:pos x="0" y="7"/>
                </a:cxn>
                <a:cxn ang="0">
                  <a:pos x="2" y="8"/>
                </a:cxn>
                <a:cxn ang="0">
                  <a:pos x="3" y="8"/>
                </a:cxn>
                <a:cxn ang="0">
                  <a:pos x="38" y="8"/>
                </a:cxn>
                <a:cxn ang="0">
                  <a:pos x="40" y="8"/>
                </a:cxn>
                <a:cxn ang="0">
                  <a:pos x="41" y="8"/>
                </a:cxn>
                <a:cxn ang="0">
                  <a:pos x="43" y="7"/>
                </a:cxn>
                <a:cxn ang="0">
                  <a:pos x="44" y="5"/>
                </a:cxn>
                <a:cxn ang="0">
                  <a:pos x="44" y="4"/>
                </a:cxn>
                <a:cxn ang="0">
                  <a:pos x="43" y="3"/>
                </a:cxn>
                <a:cxn ang="0">
                  <a:pos x="41" y="1"/>
                </a:cxn>
                <a:cxn ang="0">
                  <a:pos x="40" y="0"/>
                </a:cxn>
                <a:cxn ang="0">
                  <a:pos x="5" y="0"/>
                </a:cxn>
              </a:cxnLst>
              <a:pathLst>
                <a:path w="44" h="8">
                  <a:moveTo>
                    <a:pt x="5" y="0"/>
                  </a:moveTo>
                  <a:lnTo>
                    <a:pt x="3" y="0"/>
                  </a:lnTo>
                  <a:lnTo>
                    <a:pt x="2" y="1"/>
                  </a:lnTo>
                  <a:lnTo>
                    <a:pt x="0" y="3"/>
                  </a:lnTo>
                  <a:lnTo>
                    <a:pt x="0" y="4"/>
                  </a:lnTo>
                  <a:lnTo>
                    <a:pt x="0" y="5"/>
                  </a:lnTo>
                  <a:lnTo>
                    <a:pt x="0" y="7"/>
                  </a:lnTo>
                  <a:lnTo>
                    <a:pt x="2" y="8"/>
                  </a:lnTo>
                  <a:lnTo>
                    <a:pt x="3" y="8"/>
                  </a:lnTo>
                  <a:lnTo>
                    <a:pt x="38" y="8"/>
                  </a:lnTo>
                  <a:lnTo>
                    <a:pt x="40" y="8"/>
                  </a:lnTo>
                  <a:lnTo>
                    <a:pt x="41" y="8"/>
                  </a:lnTo>
                  <a:lnTo>
                    <a:pt x="43" y="7"/>
                  </a:lnTo>
                  <a:lnTo>
                    <a:pt x="44" y="5"/>
                  </a:lnTo>
                  <a:lnTo>
                    <a:pt x="44" y="4"/>
                  </a:lnTo>
                  <a:lnTo>
                    <a:pt x="43" y="3"/>
                  </a:lnTo>
                  <a:lnTo>
                    <a:pt x="41" y="1"/>
                  </a:lnTo>
                  <a:lnTo>
                    <a:pt x="40" y="0"/>
                  </a:lnTo>
                  <a:lnTo>
                    <a:pt x="5" y="0"/>
                  </a:lnTo>
                  <a:close/>
                </a:path>
              </a:pathLst>
            </a:custGeom>
            <a:solidFill>
              <a:srgbClr val="000000">
                <a:alpha val="100000"/>
              </a:srgbClr>
            </a:solidFill>
            <a:ln w="9525">
              <a:noFill/>
            </a:ln>
          </p:spPr>
          <p:txBody>
            <a:bodyPr/>
            <a:p>
              <a:endParaRPr lang="zh-CN" altLang="en-US"/>
            </a:p>
          </p:txBody>
        </p:sp>
        <p:sp>
          <p:nvSpPr>
            <p:cNvPr id="81977" name="Freeform 118"/>
            <p:cNvSpPr/>
            <p:nvPr/>
          </p:nvSpPr>
          <p:spPr>
            <a:xfrm>
              <a:off x="989" y="2277"/>
              <a:ext cx="43" cy="8"/>
            </a:xfrm>
            <a:custGeom>
              <a:avLst/>
              <a:gdLst/>
              <a:ahLst/>
              <a:cxnLst>
                <a:cxn ang="0">
                  <a:pos x="4" y="0"/>
                </a:cxn>
                <a:cxn ang="0">
                  <a:pos x="2" y="0"/>
                </a:cxn>
                <a:cxn ang="0">
                  <a:pos x="1" y="1"/>
                </a:cxn>
                <a:cxn ang="0">
                  <a:pos x="0" y="3"/>
                </a:cxn>
                <a:cxn ang="0">
                  <a:pos x="0" y="4"/>
                </a:cxn>
                <a:cxn ang="0">
                  <a:pos x="0" y="5"/>
                </a:cxn>
                <a:cxn ang="0">
                  <a:pos x="0" y="7"/>
                </a:cxn>
                <a:cxn ang="0">
                  <a:pos x="1" y="8"/>
                </a:cxn>
                <a:cxn ang="0">
                  <a:pos x="2" y="8"/>
                </a:cxn>
                <a:cxn ang="0">
                  <a:pos x="37" y="8"/>
                </a:cxn>
                <a:cxn ang="0">
                  <a:pos x="39" y="8"/>
                </a:cxn>
                <a:cxn ang="0">
                  <a:pos x="40" y="8"/>
                </a:cxn>
                <a:cxn ang="0">
                  <a:pos x="42" y="7"/>
                </a:cxn>
                <a:cxn ang="0">
                  <a:pos x="43" y="5"/>
                </a:cxn>
                <a:cxn ang="0">
                  <a:pos x="43" y="4"/>
                </a:cxn>
                <a:cxn ang="0">
                  <a:pos x="42" y="3"/>
                </a:cxn>
                <a:cxn ang="0">
                  <a:pos x="40" y="1"/>
                </a:cxn>
                <a:cxn ang="0">
                  <a:pos x="39" y="0"/>
                </a:cxn>
                <a:cxn ang="0">
                  <a:pos x="4" y="0"/>
                </a:cxn>
              </a:cxnLst>
              <a:pathLst>
                <a:path w="43" h="8">
                  <a:moveTo>
                    <a:pt x="4" y="0"/>
                  </a:moveTo>
                  <a:lnTo>
                    <a:pt x="2" y="0"/>
                  </a:lnTo>
                  <a:lnTo>
                    <a:pt x="1" y="1"/>
                  </a:lnTo>
                  <a:lnTo>
                    <a:pt x="0" y="3"/>
                  </a:lnTo>
                  <a:lnTo>
                    <a:pt x="0" y="4"/>
                  </a:lnTo>
                  <a:lnTo>
                    <a:pt x="0" y="5"/>
                  </a:lnTo>
                  <a:lnTo>
                    <a:pt x="0" y="7"/>
                  </a:lnTo>
                  <a:lnTo>
                    <a:pt x="1" y="8"/>
                  </a:lnTo>
                  <a:lnTo>
                    <a:pt x="2" y="8"/>
                  </a:lnTo>
                  <a:lnTo>
                    <a:pt x="37" y="8"/>
                  </a:lnTo>
                  <a:lnTo>
                    <a:pt x="39" y="8"/>
                  </a:lnTo>
                  <a:lnTo>
                    <a:pt x="40" y="8"/>
                  </a:lnTo>
                  <a:lnTo>
                    <a:pt x="42" y="7"/>
                  </a:lnTo>
                  <a:lnTo>
                    <a:pt x="43" y="5"/>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1978" name="Freeform 119"/>
            <p:cNvSpPr/>
            <p:nvPr/>
          </p:nvSpPr>
          <p:spPr>
            <a:xfrm>
              <a:off x="1050" y="2277"/>
              <a:ext cx="43" cy="8"/>
            </a:xfrm>
            <a:custGeom>
              <a:avLst/>
              <a:gdLst/>
              <a:ahLst/>
              <a:cxnLst>
                <a:cxn ang="0">
                  <a:pos x="4" y="0"/>
                </a:cxn>
                <a:cxn ang="0">
                  <a:pos x="2" y="0"/>
                </a:cxn>
                <a:cxn ang="0">
                  <a:pos x="1" y="1"/>
                </a:cxn>
                <a:cxn ang="0">
                  <a:pos x="0" y="3"/>
                </a:cxn>
                <a:cxn ang="0">
                  <a:pos x="0" y="4"/>
                </a:cxn>
                <a:cxn ang="0">
                  <a:pos x="0" y="5"/>
                </a:cxn>
                <a:cxn ang="0">
                  <a:pos x="0" y="7"/>
                </a:cxn>
                <a:cxn ang="0">
                  <a:pos x="1" y="8"/>
                </a:cxn>
                <a:cxn ang="0">
                  <a:pos x="2" y="8"/>
                </a:cxn>
                <a:cxn ang="0">
                  <a:pos x="37" y="8"/>
                </a:cxn>
                <a:cxn ang="0">
                  <a:pos x="39" y="8"/>
                </a:cxn>
                <a:cxn ang="0">
                  <a:pos x="40" y="8"/>
                </a:cxn>
                <a:cxn ang="0">
                  <a:pos x="42" y="7"/>
                </a:cxn>
                <a:cxn ang="0">
                  <a:pos x="43" y="5"/>
                </a:cxn>
                <a:cxn ang="0">
                  <a:pos x="43" y="4"/>
                </a:cxn>
                <a:cxn ang="0">
                  <a:pos x="42" y="3"/>
                </a:cxn>
                <a:cxn ang="0">
                  <a:pos x="40" y="1"/>
                </a:cxn>
                <a:cxn ang="0">
                  <a:pos x="39" y="0"/>
                </a:cxn>
                <a:cxn ang="0">
                  <a:pos x="4" y="0"/>
                </a:cxn>
              </a:cxnLst>
              <a:pathLst>
                <a:path w="43" h="8">
                  <a:moveTo>
                    <a:pt x="4" y="0"/>
                  </a:moveTo>
                  <a:lnTo>
                    <a:pt x="2" y="0"/>
                  </a:lnTo>
                  <a:lnTo>
                    <a:pt x="1" y="1"/>
                  </a:lnTo>
                  <a:lnTo>
                    <a:pt x="0" y="3"/>
                  </a:lnTo>
                  <a:lnTo>
                    <a:pt x="0" y="4"/>
                  </a:lnTo>
                  <a:lnTo>
                    <a:pt x="0" y="5"/>
                  </a:lnTo>
                  <a:lnTo>
                    <a:pt x="0" y="7"/>
                  </a:lnTo>
                  <a:lnTo>
                    <a:pt x="1" y="8"/>
                  </a:lnTo>
                  <a:lnTo>
                    <a:pt x="2" y="8"/>
                  </a:lnTo>
                  <a:lnTo>
                    <a:pt x="37" y="8"/>
                  </a:lnTo>
                  <a:lnTo>
                    <a:pt x="39" y="8"/>
                  </a:lnTo>
                  <a:lnTo>
                    <a:pt x="40" y="8"/>
                  </a:lnTo>
                  <a:lnTo>
                    <a:pt x="42" y="7"/>
                  </a:lnTo>
                  <a:lnTo>
                    <a:pt x="43" y="5"/>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1979" name="Freeform 120"/>
            <p:cNvSpPr/>
            <p:nvPr/>
          </p:nvSpPr>
          <p:spPr>
            <a:xfrm>
              <a:off x="1111" y="2277"/>
              <a:ext cx="43" cy="8"/>
            </a:xfrm>
            <a:custGeom>
              <a:avLst/>
              <a:gdLst/>
              <a:ahLst/>
              <a:cxnLst>
                <a:cxn ang="0">
                  <a:pos x="4" y="0"/>
                </a:cxn>
                <a:cxn ang="0">
                  <a:pos x="2" y="0"/>
                </a:cxn>
                <a:cxn ang="0">
                  <a:pos x="1" y="1"/>
                </a:cxn>
                <a:cxn ang="0">
                  <a:pos x="0" y="3"/>
                </a:cxn>
                <a:cxn ang="0">
                  <a:pos x="0" y="4"/>
                </a:cxn>
                <a:cxn ang="0">
                  <a:pos x="0" y="5"/>
                </a:cxn>
                <a:cxn ang="0">
                  <a:pos x="0" y="7"/>
                </a:cxn>
                <a:cxn ang="0">
                  <a:pos x="1" y="8"/>
                </a:cxn>
                <a:cxn ang="0">
                  <a:pos x="2" y="8"/>
                </a:cxn>
                <a:cxn ang="0">
                  <a:pos x="37" y="8"/>
                </a:cxn>
                <a:cxn ang="0">
                  <a:pos x="39" y="8"/>
                </a:cxn>
                <a:cxn ang="0">
                  <a:pos x="40" y="8"/>
                </a:cxn>
                <a:cxn ang="0">
                  <a:pos x="42" y="7"/>
                </a:cxn>
                <a:cxn ang="0">
                  <a:pos x="43" y="5"/>
                </a:cxn>
                <a:cxn ang="0">
                  <a:pos x="43" y="4"/>
                </a:cxn>
                <a:cxn ang="0">
                  <a:pos x="42" y="3"/>
                </a:cxn>
                <a:cxn ang="0">
                  <a:pos x="40" y="1"/>
                </a:cxn>
                <a:cxn ang="0">
                  <a:pos x="39" y="0"/>
                </a:cxn>
                <a:cxn ang="0">
                  <a:pos x="4" y="0"/>
                </a:cxn>
              </a:cxnLst>
              <a:pathLst>
                <a:path w="43" h="8">
                  <a:moveTo>
                    <a:pt x="4" y="0"/>
                  </a:moveTo>
                  <a:lnTo>
                    <a:pt x="2" y="0"/>
                  </a:lnTo>
                  <a:lnTo>
                    <a:pt x="1" y="1"/>
                  </a:lnTo>
                  <a:lnTo>
                    <a:pt x="0" y="3"/>
                  </a:lnTo>
                  <a:lnTo>
                    <a:pt x="0" y="4"/>
                  </a:lnTo>
                  <a:lnTo>
                    <a:pt x="0" y="5"/>
                  </a:lnTo>
                  <a:lnTo>
                    <a:pt x="0" y="7"/>
                  </a:lnTo>
                  <a:lnTo>
                    <a:pt x="1" y="8"/>
                  </a:lnTo>
                  <a:lnTo>
                    <a:pt x="2" y="8"/>
                  </a:lnTo>
                  <a:lnTo>
                    <a:pt x="37" y="8"/>
                  </a:lnTo>
                  <a:lnTo>
                    <a:pt x="39" y="8"/>
                  </a:lnTo>
                  <a:lnTo>
                    <a:pt x="40" y="8"/>
                  </a:lnTo>
                  <a:lnTo>
                    <a:pt x="42" y="7"/>
                  </a:lnTo>
                  <a:lnTo>
                    <a:pt x="43" y="5"/>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1980" name="Freeform 121"/>
            <p:cNvSpPr/>
            <p:nvPr/>
          </p:nvSpPr>
          <p:spPr>
            <a:xfrm>
              <a:off x="1172" y="2277"/>
              <a:ext cx="43" cy="8"/>
            </a:xfrm>
            <a:custGeom>
              <a:avLst/>
              <a:gdLst/>
              <a:ahLst/>
              <a:cxnLst>
                <a:cxn ang="0">
                  <a:pos x="4" y="0"/>
                </a:cxn>
                <a:cxn ang="0">
                  <a:pos x="2" y="0"/>
                </a:cxn>
                <a:cxn ang="0">
                  <a:pos x="1" y="1"/>
                </a:cxn>
                <a:cxn ang="0">
                  <a:pos x="0" y="3"/>
                </a:cxn>
                <a:cxn ang="0">
                  <a:pos x="0" y="4"/>
                </a:cxn>
                <a:cxn ang="0">
                  <a:pos x="0" y="5"/>
                </a:cxn>
                <a:cxn ang="0">
                  <a:pos x="0" y="7"/>
                </a:cxn>
                <a:cxn ang="0">
                  <a:pos x="1" y="8"/>
                </a:cxn>
                <a:cxn ang="0">
                  <a:pos x="2" y="8"/>
                </a:cxn>
                <a:cxn ang="0">
                  <a:pos x="37" y="8"/>
                </a:cxn>
                <a:cxn ang="0">
                  <a:pos x="39" y="8"/>
                </a:cxn>
                <a:cxn ang="0">
                  <a:pos x="40" y="8"/>
                </a:cxn>
                <a:cxn ang="0">
                  <a:pos x="42" y="7"/>
                </a:cxn>
                <a:cxn ang="0">
                  <a:pos x="43" y="5"/>
                </a:cxn>
                <a:cxn ang="0">
                  <a:pos x="43" y="4"/>
                </a:cxn>
                <a:cxn ang="0">
                  <a:pos x="42" y="3"/>
                </a:cxn>
                <a:cxn ang="0">
                  <a:pos x="40" y="1"/>
                </a:cxn>
                <a:cxn ang="0">
                  <a:pos x="39" y="0"/>
                </a:cxn>
                <a:cxn ang="0">
                  <a:pos x="4" y="0"/>
                </a:cxn>
              </a:cxnLst>
              <a:pathLst>
                <a:path w="43" h="8">
                  <a:moveTo>
                    <a:pt x="4" y="0"/>
                  </a:moveTo>
                  <a:lnTo>
                    <a:pt x="2" y="0"/>
                  </a:lnTo>
                  <a:lnTo>
                    <a:pt x="1" y="1"/>
                  </a:lnTo>
                  <a:lnTo>
                    <a:pt x="0" y="3"/>
                  </a:lnTo>
                  <a:lnTo>
                    <a:pt x="0" y="4"/>
                  </a:lnTo>
                  <a:lnTo>
                    <a:pt x="0" y="5"/>
                  </a:lnTo>
                  <a:lnTo>
                    <a:pt x="0" y="7"/>
                  </a:lnTo>
                  <a:lnTo>
                    <a:pt x="1" y="8"/>
                  </a:lnTo>
                  <a:lnTo>
                    <a:pt x="2" y="8"/>
                  </a:lnTo>
                  <a:lnTo>
                    <a:pt x="37" y="8"/>
                  </a:lnTo>
                  <a:lnTo>
                    <a:pt x="39" y="8"/>
                  </a:lnTo>
                  <a:lnTo>
                    <a:pt x="40" y="8"/>
                  </a:lnTo>
                  <a:lnTo>
                    <a:pt x="42" y="7"/>
                  </a:lnTo>
                  <a:lnTo>
                    <a:pt x="43" y="5"/>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1981" name="Freeform 122"/>
            <p:cNvSpPr/>
            <p:nvPr/>
          </p:nvSpPr>
          <p:spPr>
            <a:xfrm>
              <a:off x="1233" y="2277"/>
              <a:ext cx="23" cy="8"/>
            </a:xfrm>
            <a:custGeom>
              <a:avLst/>
              <a:gdLst/>
              <a:ahLst/>
              <a:cxnLst>
                <a:cxn ang="0">
                  <a:pos x="4" y="0"/>
                </a:cxn>
                <a:cxn ang="0">
                  <a:pos x="2" y="0"/>
                </a:cxn>
                <a:cxn ang="0">
                  <a:pos x="1" y="1"/>
                </a:cxn>
                <a:cxn ang="0">
                  <a:pos x="0" y="3"/>
                </a:cxn>
                <a:cxn ang="0">
                  <a:pos x="0" y="4"/>
                </a:cxn>
                <a:cxn ang="0">
                  <a:pos x="0" y="5"/>
                </a:cxn>
                <a:cxn ang="0">
                  <a:pos x="0" y="7"/>
                </a:cxn>
                <a:cxn ang="0">
                  <a:pos x="1" y="8"/>
                </a:cxn>
                <a:cxn ang="0">
                  <a:pos x="2" y="8"/>
                </a:cxn>
                <a:cxn ang="0">
                  <a:pos x="18" y="8"/>
                </a:cxn>
                <a:cxn ang="0">
                  <a:pos x="20" y="7"/>
                </a:cxn>
                <a:cxn ang="0">
                  <a:pos x="21" y="5"/>
                </a:cxn>
                <a:cxn ang="0">
                  <a:pos x="23" y="4"/>
                </a:cxn>
                <a:cxn ang="0">
                  <a:pos x="21" y="3"/>
                </a:cxn>
                <a:cxn ang="0">
                  <a:pos x="20" y="1"/>
                </a:cxn>
                <a:cxn ang="0">
                  <a:pos x="20" y="0"/>
                </a:cxn>
                <a:cxn ang="0">
                  <a:pos x="4" y="0"/>
                </a:cxn>
              </a:cxnLst>
              <a:pathLst>
                <a:path w="23" h="8">
                  <a:moveTo>
                    <a:pt x="4" y="0"/>
                  </a:moveTo>
                  <a:lnTo>
                    <a:pt x="2" y="0"/>
                  </a:lnTo>
                  <a:lnTo>
                    <a:pt x="1" y="1"/>
                  </a:lnTo>
                  <a:lnTo>
                    <a:pt x="0" y="3"/>
                  </a:lnTo>
                  <a:lnTo>
                    <a:pt x="0" y="4"/>
                  </a:lnTo>
                  <a:lnTo>
                    <a:pt x="0" y="5"/>
                  </a:lnTo>
                  <a:lnTo>
                    <a:pt x="0" y="7"/>
                  </a:lnTo>
                  <a:lnTo>
                    <a:pt x="1" y="8"/>
                  </a:lnTo>
                  <a:lnTo>
                    <a:pt x="2" y="8"/>
                  </a:lnTo>
                  <a:lnTo>
                    <a:pt x="18" y="8"/>
                  </a:lnTo>
                  <a:lnTo>
                    <a:pt x="20" y="7"/>
                  </a:lnTo>
                  <a:lnTo>
                    <a:pt x="21" y="5"/>
                  </a:lnTo>
                  <a:lnTo>
                    <a:pt x="23" y="4"/>
                  </a:lnTo>
                  <a:lnTo>
                    <a:pt x="21" y="3"/>
                  </a:lnTo>
                  <a:lnTo>
                    <a:pt x="20" y="1"/>
                  </a:lnTo>
                  <a:lnTo>
                    <a:pt x="20" y="0"/>
                  </a:lnTo>
                  <a:lnTo>
                    <a:pt x="4" y="0"/>
                  </a:lnTo>
                  <a:close/>
                </a:path>
              </a:pathLst>
            </a:custGeom>
            <a:solidFill>
              <a:srgbClr val="000000">
                <a:alpha val="100000"/>
              </a:srgbClr>
            </a:solidFill>
            <a:ln w="9525">
              <a:noFill/>
            </a:ln>
          </p:spPr>
          <p:txBody>
            <a:bodyPr/>
            <a:p>
              <a:endParaRPr lang="zh-CN" altLang="en-US"/>
            </a:p>
          </p:txBody>
        </p:sp>
      </p:grpSp>
      <p:grpSp>
        <p:nvGrpSpPr>
          <p:cNvPr id="81949" name="Group 128"/>
          <p:cNvGrpSpPr/>
          <p:nvPr/>
        </p:nvGrpSpPr>
        <p:grpSpPr>
          <a:xfrm>
            <a:off x="1792288" y="3201988"/>
            <a:ext cx="115887" cy="331787"/>
            <a:chOff x="1247" y="2076"/>
            <a:chExt cx="73" cy="209"/>
          </a:xfrm>
        </p:grpSpPr>
        <p:sp>
          <p:nvSpPr>
            <p:cNvPr id="81971" name="Freeform 124"/>
            <p:cNvSpPr/>
            <p:nvPr/>
          </p:nvSpPr>
          <p:spPr>
            <a:xfrm>
              <a:off x="1247" y="2243"/>
              <a:ext cx="19" cy="42"/>
            </a:xfrm>
            <a:custGeom>
              <a:avLst/>
              <a:gdLst/>
              <a:ahLst/>
              <a:cxnLst>
                <a:cxn ang="0">
                  <a:pos x="0" y="38"/>
                </a:cxn>
                <a:cxn ang="0">
                  <a:pos x="0" y="38"/>
                </a:cxn>
                <a:cxn ang="0">
                  <a:pos x="2" y="39"/>
                </a:cxn>
                <a:cxn ang="0">
                  <a:pos x="3" y="41"/>
                </a:cxn>
                <a:cxn ang="0">
                  <a:pos x="4" y="42"/>
                </a:cxn>
                <a:cxn ang="0">
                  <a:pos x="6" y="41"/>
                </a:cxn>
                <a:cxn ang="0">
                  <a:pos x="7" y="39"/>
                </a:cxn>
                <a:cxn ang="0">
                  <a:pos x="9" y="39"/>
                </a:cxn>
                <a:cxn ang="0">
                  <a:pos x="19" y="6"/>
                </a:cxn>
                <a:cxn ang="0">
                  <a:pos x="19" y="5"/>
                </a:cxn>
                <a:cxn ang="0">
                  <a:pos x="19" y="3"/>
                </a:cxn>
                <a:cxn ang="0">
                  <a:pos x="18" y="2"/>
                </a:cxn>
                <a:cxn ang="0">
                  <a:pos x="16" y="0"/>
                </a:cxn>
                <a:cxn ang="0">
                  <a:pos x="15" y="0"/>
                </a:cxn>
                <a:cxn ang="0">
                  <a:pos x="13" y="2"/>
                </a:cxn>
                <a:cxn ang="0">
                  <a:pos x="12" y="3"/>
                </a:cxn>
                <a:cxn ang="0">
                  <a:pos x="10" y="5"/>
                </a:cxn>
                <a:cxn ang="0">
                  <a:pos x="0" y="38"/>
                </a:cxn>
              </a:cxnLst>
              <a:pathLst>
                <a:path w="19" h="42">
                  <a:moveTo>
                    <a:pt x="0" y="38"/>
                  </a:moveTo>
                  <a:lnTo>
                    <a:pt x="0" y="38"/>
                  </a:lnTo>
                  <a:lnTo>
                    <a:pt x="2" y="39"/>
                  </a:lnTo>
                  <a:lnTo>
                    <a:pt x="3" y="41"/>
                  </a:lnTo>
                  <a:lnTo>
                    <a:pt x="4" y="42"/>
                  </a:lnTo>
                  <a:lnTo>
                    <a:pt x="6" y="41"/>
                  </a:lnTo>
                  <a:lnTo>
                    <a:pt x="7" y="39"/>
                  </a:lnTo>
                  <a:lnTo>
                    <a:pt x="9" y="39"/>
                  </a:lnTo>
                  <a:lnTo>
                    <a:pt x="19" y="6"/>
                  </a:lnTo>
                  <a:lnTo>
                    <a:pt x="19" y="5"/>
                  </a:lnTo>
                  <a:lnTo>
                    <a:pt x="19" y="3"/>
                  </a:lnTo>
                  <a:lnTo>
                    <a:pt x="18" y="2"/>
                  </a:lnTo>
                  <a:lnTo>
                    <a:pt x="16" y="0"/>
                  </a:lnTo>
                  <a:lnTo>
                    <a:pt x="15" y="0"/>
                  </a:lnTo>
                  <a:lnTo>
                    <a:pt x="13" y="2"/>
                  </a:lnTo>
                  <a:lnTo>
                    <a:pt x="12" y="3"/>
                  </a:lnTo>
                  <a:lnTo>
                    <a:pt x="10" y="5"/>
                  </a:lnTo>
                  <a:lnTo>
                    <a:pt x="0" y="38"/>
                  </a:lnTo>
                  <a:close/>
                </a:path>
              </a:pathLst>
            </a:custGeom>
            <a:solidFill>
              <a:srgbClr val="000000">
                <a:alpha val="100000"/>
              </a:srgbClr>
            </a:solidFill>
            <a:ln w="9525">
              <a:noFill/>
            </a:ln>
          </p:spPr>
          <p:txBody>
            <a:bodyPr/>
            <a:p>
              <a:endParaRPr lang="zh-CN" altLang="en-US"/>
            </a:p>
          </p:txBody>
        </p:sp>
        <p:sp>
          <p:nvSpPr>
            <p:cNvPr id="81972" name="Freeform 125"/>
            <p:cNvSpPr/>
            <p:nvPr/>
          </p:nvSpPr>
          <p:spPr>
            <a:xfrm>
              <a:off x="1266" y="2185"/>
              <a:ext cx="19" cy="42"/>
            </a:xfrm>
            <a:custGeom>
              <a:avLst/>
              <a:gdLst/>
              <a:ahLst/>
              <a:cxnLst>
                <a:cxn ang="0">
                  <a:pos x="0" y="36"/>
                </a:cxn>
                <a:cxn ang="0">
                  <a:pos x="0" y="38"/>
                </a:cxn>
                <a:cxn ang="0">
                  <a:pos x="0" y="39"/>
                </a:cxn>
                <a:cxn ang="0">
                  <a:pos x="1" y="41"/>
                </a:cxn>
                <a:cxn ang="0">
                  <a:pos x="3" y="42"/>
                </a:cxn>
                <a:cxn ang="0">
                  <a:pos x="4" y="42"/>
                </a:cxn>
                <a:cxn ang="0">
                  <a:pos x="6" y="41"/>
                </a:cxn>
                <a:cxn ang="0">
                  <a:pos x="7" y="39"/>
                </a:cxn>
                <a:cxn ang="0">
                  <a:pos x="9" y="38"/>
                </a:cxn>
                <a:cxn ang="0">
                  <a:pos x="19" y="6"/>
                </a:cxn>
                <a:cxn ang="0">
                  <a:pos x="19" y="4"/>
                </a:cxn>
                <a:cxn ang="0">
                  <a:pos x="19" y="3"/>
                </a:cxn>
                <a:cxn ang="0">
                  <a:pos x="17" y="1"/>
                </a:cxn>
                <a:cxn ang="0">
                  <a:pos x="16" y="0"/>
                </a:cxn>
                <a:cxn ang="0">
                  <a:pos x="15" y="0"/>
                </a:cxn>
                <a:cxn ang="0">
                  <a:pos x="13" y="1"/>
                </a:cxn>
                <a:cxn ang="0">
                  <a:pos x="12" y="3"/>
                </a:cxn>
                <a:cxn ang="0">
                  <a:pos x="10" y="4"/>
                </a:cxn>
                <a:cxn ang="0">
                  <a:pos x="0" y="36"/>
                </a:cxn>
              </a:cxnLst>
              <a:pathLst>
                <a:path w="19" h="42">
                  <a:moveTo>
                    <a:pt x="0" y="36"/>
                  </a:moveTo>
                  <a:lnTo>
                    <a:pt x="0" y="38"/>
                  </a:lnTo>
                  <a:lnTo>
                    <a:pt x="0" y="39"/>
                  </a:lnTo>
                  <a:lnTo>
                    <a:pt x="1" y="41"/>
                  </a:lnTo>
                  <a:lnTo>
                    <a:pt x="3" y="42"/>
                  </a:lnTo>
                  <a:lnTo>
                    <a:pt x="4" y="42"/>
                  </a:lnTo>
                  <a:lnTo>
                    <a:pt x="6" y="41"/>
                  </a:lnTo>
                  <a:lnTo>
                    <a:pt x="7" y="39"/>
                  </a:lnTo>
                  <a:lnTo>
                    <a:pt x="9" y="38"/>
                  </a:lnTo>
                  <a:lnTo>
                    <a:pt x="19" y="6"/>
                  </a:lnTo>
                  <a:lnTo>
                    <a:pt x="19" y="4"/>
                  </a:lnTo>
                  <a:lnTo>
                    <a:pt x="19" y="3"/>
                  </a:lnTo>
                  <a:lnTo>
                    <a:pt x="17" y="1"/>
                  </a:lnTo>
                  <a:lnTo>
                    <a:pt x="16" y="0"/>
                  </a:lnTo>
                  <a:lnTo>
                    <a:pt x="15" y="0"/>
                  </a:lnTo>
                  <a:lnTo>
                    <a:pt x="13" y="1"/>
                  </a:lnTo>
                  <a:lnTo>
                    <a:pt x="12" y="3"/>
                  </a:lnTo>
                  <a:lnTo>
                    <a:pt x="10" y="4"/>
                  </a:lnTo>
                  <a:lnTo>
                    <a:pt x="0" y="36"/>
                  </a:lnTo>
                  <a:close/>
                </a:path>
              </a:pathLst>
            </a:custGeom>
            <a:solidFill>
              <a:srgbClr val="000000">
                <a:alpha val="100000"/>
              </a:srgbClr>
            </a:solidFill>
            <a:ln w="9525">
              <a:noFill/>
            </a:ln>
          </p:spPr>
          <p:txBody>
            <a:bodyPr/>
            <a:p>
              <a:endParaRPr lang="zh-CN" altLang="en-US"/>
            </a:p>
          </p:txBody>
        </p:sp>
        <p:sp>
          <p:nvSpPr>
            <p:cNvPr id="81973" name="Freeform 126"/>
            <p:cNvSpPr/>
            <p:nvPr/>
          </p:nvSpPr>
          <p:spPr>
            <a:xfrm>
              <a:off x="1285" y="2127"/>
              <a:ext cx="19" cy="42"/>
            </a:xfrm>
            <a:custGeom>
              <a:avLst/>
              <a:gdLst/>
              <a:ahLst/>
              <a:cxnLst>
                <a:cxn ang="0">
                  <a:pos x="0" y="36"/>
                </a:cxn>
                <a:cxn ang="0">
                  <a:pos x="0" y="38"/>
                </a:cxn>
                <a:cxn ang="0">
                  <a:pos x="0" y="39"/>
                </a:cxn>
                <a:cxn ang="0">
                  <a:pos x="1" y="40"/>
                </a:cxn>
                <a:cxn ang="0">
                  <a:pos x="3" y="42"/>
                </a:cxn>
                <a:cxn ang="0">
                  <a:pos x="4" y="42"/>
                </a:cxn>
                <a:cxn ang="0">
                  <a:pos x="6" y="40"/>
                </a:cxn>
                <a:cxn ang="0">
                  <a:pos x="7" y="39"/>
                </a:cxn>
                <a:cxn ang="0">
                  <a:pos x="9" y="38"/>
                </a:cxn>
                <a:cxn ang="0">
                  <a:pos x="19" y="6"/>
                </a:cxn>
                <a:cxn ang="0">
                  <a:pos x="19" y="4"/>
                </a:cxn>
                <a:cxn ang="0">
                  <a:pos x="17" y="3"/>
                </a:cxn>
                <a:cxn ang="0">
                  <a:pos x="16" y="1"/>
                </a:cxn>
                <a:cxn ang="0">
                  <a:pos x="14" y="0"/>
                </a:cxn>
                <a:cxn ang="0">
                  <a:pos x="13" y="0"/>
                </a:cxn>
                <a:cxn ang="0">
                  <a:pos x="12" y="1"/>
                </a:cxn>
                <a:cxn ang="0">
                  <a:pos x="10" y="3"/>
                </a:cxn>
                <a:cxn ang="0">
                  <a:pos x="10" y="4"/>
                </a:cxn>
                <a:cxn ang="0">
                  <a:pos x="0" y="36"/>
                </a:cxn>
              </a:cxnLst>
              <a:pathLst>
                <a:path w="19" h="42">
                  <a:moveTo>
                    <a:pt x="0" y="36"/>
                  </a:moveTo>
                  <a:lnTo>
                    <a:pt x="0" y="38"/>
                  </a:lnTo>
                  <a:lnTo>
                    <a:pt x="0" y="39"/>
                  </a:lnTo>
                  <a:lnTo>
                    <a:pt x="1" y="40"/>
                  </a:lnTo>
                  <a:lnTo>
                    <a:pt x="3" y="42"/>
                  </a:lnTo>
                  <a:lnTo>
                    <a:pt x="4" y="42"/>
                  </a:lnTo>
                  <a:lnTo>
                    <a:pt x="6" y="40"/>
                  </a:lnTo>
                  <a:lnTo>
                    <a:pt x="7" y="39"/>
                  </a:lnTo>
                  <a:lnTo>
                    <a:pt x="9" y="38"/>
                  </a:lnTo>
                  <a:lnTo>
                    <a:pt x="19" y="6"/>
                  </a:lnTo>
                  <a:lnTo>
                    <a:pt x="19" y="4"/>
                  </a:lnTo>
                  <a:lnTo>
                    <a:pt x="17" y="3"/>
                  </a:lnTo>
                  <a:lnTo>
                    <a:pt x="16" y="1"/>
                  </a:lnTo>
                  <a:lnTo>
                    <a:pt x="14" y="0"/>
                  </a:lnTo>
                  <a:lnTo>
                    <a:pt x="13" y="0"/>
                  </a:lnTo>
                  <a:lnTo>
                    <a:pt x="12" y="1"/>
                  </a:lnTo>
                  <a:lnTo>
                    <a:pt x="10" y="3"/>
                  </a:lnTo>
                  <a:lnTo>
                    <a:pt x="10" y="4"/>
                  </a:lnTo>
                  <a:lnTo>
                    <a:pt x="0" y="36"/>
                  </a:lnTo>
                  <a:close/>
                </a:path>
              </a:pathLst>
            </a:custGeom>
            <a:solidFill>
              <a:srgbClr val="000000">
                <a:alpha val="100000"/>
              </a:srgbClr>
            </a:solidFill>
            <a:ln w="9525">
              <a:noFill/>
            </a:ln>
          </p:spPr>
          <p:txBody>
            <a:bodyPr/>
            <a:p>
              <a:endParaRPr lang="zh-CN" altLang="en-US"/>
            </a:p>
          </p:txBody>
        </p:sp>
        <p:sp>
          <p:nvSpPr>
            <p:cNvPr id="81974" name="Freeform 127"/>
            <p:cNvSpPr/>
            <p:nvPr/>
          </p:nvSpPr>
          <p:spPr>
            <a:xfrm>
              <a:off x="1302" y="2076"/>
              <a:ext cx="18" cy="35"/>
            </a:xfrm>
            <a:custGeom>
              <a:avLst/>
              <a:gdLst/>
              <a:ahLst/>
              <a:cxnLst>
                <a:cxn ang="0">
                  <a:pos x="0" y="29"/>
                </a:cxn>
                <a:cxn ang="0">
                  <a:pos x="0" y="30"/>
                </a:cxn>
                <a:cxn ang="0">
                  <a:pos x="2" y="32"/>
                </a:cxn>
                <a:cxn ang="0">
                  <a:pos x="3" y="33"/>
                </a:cxn>
                <a:cxn ang="0">
                  <a:pos x="5" y="35"/>
                </a:cxn>
                <a:cxn ang="0">
                  <a:pos x="6" y="35"/>
                </a:cxn>
                <a:cxn ang="0">
                  <a:pos x="8" y="33"/>
                </a:cxn>
                <a:cxn ang="0">
                  <a:pos x="9" y="32"/>
                </a:cxn>
                <a:cxn ang="0">
                  <a:pos x="9" y="30"/>
                </a:cxn>
                <a:cxn ang="0">
                  <a:pos x="18" y="6"/>
                </a:cxn>
                <a:cxn ang="0">
                  <a:pos x="18" y="4"/>
                </a:cxn>
                <a:cxn ang="0">
                  <a:pos x="16" y="3"/>
                </a:cxn>
                <a:cxn ang="0">
                  <a:pos x="15" y="1"/>
                </a:cxn>
                <a:cxn ang="0">
                  <a:pos x="13" y="0"/>
                </a:cxn>
                <a:cxn ang="0">
                  <a:pos x="12" y="1"/>
                </a:cxn>
                <a:cxn ang="0">
                  <a:pos x="10" y="3"/>
                </a:cxn>
                <a:cxn ang="0">
                  <a:pos x="9" y="4"/>
                </a:cxn>
                <a:cxn ang="0">
                  <a:pos x="0" y="29"/>
                </a:cxn>
              </a:cxnLst>
              <a:pathLst>
                <a:path w="18" h="35">
                  <a:moveTo>
                    <a:pt x="0" y="29"/>
                  </a:moveTo>
                  <a:lnTo>
                    <a:pt x="0" y="30"/>
                  </a:lnTo>
                  <a:lnTo>
                    <a:pt x="2" y="32"/>
                  </a:lnTo>
                  <a:lnTo>
                    <a:pt x="3" y="33"/>
                  </a:lnTo>
                  <a:lnTo>
                    <a:pt x="5" y="35"/>
                  </a:lnTo>
                  <a:lnTo>
                    <a:pt x="6" y="35"/>
                  </a:lnTo>
                  <a:lnTo>
                    <a:pt x="8" y="33"/>
                  </a:lnTo>
                  <a:lnTo>
                    <a:pt x="9" y="32"/>
                  </a:lnTo>
                  <a:lnTo>
                    <a:pt x="9" y="30"/>
                  </a:lnTo>
                  <a:lnTo>
                    <a:pt x="18" y="6"/>
                  </a:lnTo>
                  <a:lnTo>
                    <a:pt x="18" y="4"/>
                  </a:lnTo>
                  <a:lnTo>
                    <a:pt x="16" y="3"/>
                  </a:lnTo>
                  <a:lnTo>
                    <a:pt x="15" y="1"/>
                  </a:lnTo>
                  <a:lnTo>
                    <a:pt x="13" y="0"/>
                  </a:lnTo>
                  <a:lnTo>
                    <a:pt x="12" y="1"/>
                  </a:lnTo>
                  <a:lnTo>
                    <a:pt x="10" y="3"/>
                  </a:lnTo>
                  <a:lnTo>
                    <a:pt x="9" y="4"/>
                  </a:lnTo>
                  <a:lnTo>
                    <a:pt x="0" y="29"/>
                  </a:lnTo>
                  <a:close/>
                </a:path>
              </a:pathLst>
            </a:custGeom>
            <a:solidFill>
              <a:srgbClr val="000000">
                <a:alpha val="100000"/>
              </a:srgbClr>
            </a:solidFill>
            <a:ln w="9525">
              <a:noFill/>
            </a:ln>
          </p:spPr>
          <p:txBody>
            <a:bodyPr/>
            <a:p>
              <a:endParaRPr lang="zh-CN" altLang="en-US"/>
            </a:p>
          </p:txBody>
        </p:sp>
      </p:grpSp>
      <p:sp>
        <p:nvSpPr>
          <p:cNvPr id="81950" name="Line 129"/>
          <p:cNvSpPr/>
          <p:nvPr/>
        </p:nvSpPr>
        <p:spPr>
          <a:xfrm>
            <a:off x="4264025" y="3213100"/>
            <a:ext cx="1588" cy="160338"/>
          </a:xfrm>
          <a:prstGeom prst="line">
            <a:avLst/>
          </a:prstGeom>
          <a:ln w="14288" cap="flat" cmpd="sng">
            <a:solidFill>
              <a:srgbClr val="000000"/>
            </a:solidFill>
            <a:prstDash val="solid"/>
            <a:headEnd type="none" w="med" len="med"/>
            <a:tailEnd type="none" w="med" len="med"/>
          </a:ln>
        </p:spPr>
      </p:sp>
      <p:sp>
        <p:nvSpPr>
          <p:cNvPr id="81951" name="Line 130"/>
          <p:cNvSpPr/>
          <p:nvPr/>
        </p:nvSpPr>
        <p:spPr>
          <a:xfrm>
            <a:off x="4868863" y="3208338"/>
            <a:ext cx="101600" cy="319087"/>
          </a:xfrm>
          <a:prstGeom prst="line">
            <a:avLst/>
          </a:prstGeom>
          <a:ln w="14288" cap="flat" cmpd="sng">
            <a:solidFill>
              <a:srgbClr val="000000"/>
            </a:solidFill>
            <a:prstDash val="solid"/>
            <a:headEnd type="none" w="med" len="med"/>
            <a:tailEnd type="none" w="med" len="med"/>
          </a:ln>
        </p:spPr>
      </p:sp>
      <p:sp>
        <p:nvSpPr>
          <p:cNvPr id="81952" name="Line 131"/>
          <p:cNvSpPr/>
          <p:nvPr/>
        </p:nvSpPr>
        <p:spPr>
          <a:xfrm>
            <a:off x="4987925" y="3527425"/>
            <a:ext cx="403225" cy="1588"/>
          </a:xfrm>
          <a:prstGeom prst="line">
            <a:avLst/>
          </a:prstGeom>
          <a:ln w="14288" cap="flat" cmpd="sng">
            <a:solidFill>
              <a:srgbClr val="000000"/>
            </a:solidFill>
            <a:prstDash val="solid"/>
            <a:headEnd type="none" w="med" len="med"/>
            <a:tailEnd type="none" w="med" len="med"/>
          </a:ln>
        </p:spPr>
      </p:sp>
      <p:sp>
        <p:nvSpPr>
          <p:cNvPr id="81953" name="Line 132"/>
          <p:cNvSpPr/>
          <p:nvPr/>
        </p:nvSpPr>
        <p:spPr>
          <a:xfrm flipV="1">
            <a:off x="5373688" y="3208338"/>
            <a:ext cx="101600" cy="319087"/>
          </a:xfrm>
          <a:prstGeom prst="line">
            <a:avLst/>
          </a:prstGeom>
          <a:ln w="14288" cap="flat" cmpd="sng">
            <a:solidFill>
              <a:srgbClr val="000000"/>
            </a:solidFill>
            <a:prstDash val="solid"/>
            <a:headEnd type="none" w="med" len="med"/>
            <a:tailEnd type="none" w="med" len="med"/>
          </a:ln>
        </p:spPr>
      </p:sp>
      <p:sp>
        <p:nvSpPr>
          <p:cNvPr id="81954" name="Line 133"/>
          <p:cNvSpPr/>
          <p:nvPr/>
        </p:nvSpPr>
        <p:spPr>
          <a:xfrm>
            <a:off x="5475288" y="3208338"/>
            <a:ext cx="1211262" cy="1587"/>
          </a:xfrm>
          <a:prstGeom prst="line">
            <a:avLst/>
          </a:prstGeom>
          <a:ln w="14288" cap="flat" cmpd="sng">
            <a:solidFill>
              <a:srgbClr val="000000"/>
            </a:solidFill>
            <a:prstDash val="solid"/>
            <a:headEnd type="none" w="med" len="med"/>
            <a:tailEnd type="none" w="med" len="med"/>
          </a:ln>
        </p:spPr>
      </p:sp>
      <p:sp>
        <p:nvSpPr>
          <p:cNvPr id="81955" name="Line 134"/>
          <p:cNvSpPr/>
          <p:nvPr/>
        </p:nvSpPr>
        <p:spPr>
          <a:xfrm>
            <a:off x="6080125" y="3208338"/>
            <a:ext cx="1588" cy="160337"/>
          </a:xfrm>
          <a:prstGeom prst="line">
            <a:avLst/>
          </a:prstGeom>
          <a:ln w="14288" cap="flat" cmpd="sng">
            <a:solidFill>
              <a:srgbClr val="000000"/>
            </a:solidFill>
            <a:prstDash val="solid"/>
            <a:headEnd type="none" w="med" len="med"/>
            <a:tailEnd type="none" w="med" len="med"/>
          </a:ln>
        </p:spPr>
      </p:sp>
      <p:sp>
        <p:nvSpPr>
          <p:cNvPr id="81956" name="Line 135"/>
          <p:cNvSpPr/>
          <p:nvPr/>
        </p:nvSpPr>
        <p:spPr>
          <a:xfrm>
            <a:off x="6686550" y="3208338"/>
            <a:ext cx="101600" cy="319087"/>
          </a:xfrm>
          <a:prstGeom prst="line">
            <a:avLst/>
          </a:prstGeom>
          <a:ln w="14288" cap="flat" cmpd="sng">
            <a:solidFill>
              <a:srgbClr val="000000"/>
            </a:solidFill>
            <a:prstDash val="solid"/>
            <a:headEnd type="none" w="med" len="med"/>
            <a:tailEnd type="none" w="med" len="med"/>
          </a:ln>
        </p:spPr>
      </p:sp>
      <p:sp>
        <p:nvSpPr>
          <p:cNvPr id="81957" name="Line 136"/>
          <p:cNvSpPr/>
          <p:nvPr/>
        </p:nvSpPr>
        <p:spPr>
          <a:xfrm>
            <a:off x="6788150" y="3527425"/>
            <a:ext cx="403225" cy="1588"/>
          </a:xfrm>
          <a:prstGeom prst="line">
            <a:avLst/>
          </a:prstGeom>
          <a:ln w="14288" cap="flat" cmpd="sng">
            <a:solidFill>
              <a:srgbClr val="000000"/>
            </a:solidFill>
            <a:prstDash val="solid"/>
            <a:headEnd type="none" w="med" len="med"/>
            <a:tailEnd type="none" w="med" len="med"/>
          </a:ln>
        </p:spPr>
      </p:sp>
      <p:sp>
        <p:nvSpPr>
          <p:cNvPr id="81958" name="Line 137"/>
          <p:cNvSpPr/>
          <p:nvPr/>
        </p:nvSpPr>
        <p:spPr>
          <a:xfrm flipV="1">
            <a:off x="7191375" y="3208338"/>
            <a:ext cx="100013" cy="319087"/>
          </a:xfrm>
          <a:prstGeom prst="line">
            <a:avLst/>
          </a:prstGeom>
          <a:ln w="14288" cap="flat" cmpd="sng">
            <a:solidFill>
              <a:srgbClr val="000000"/>
            </a:solidFill>
            <a:prstDash val="solid"/>
            <a:headEnd type="none" w="med" len="med"/>
            <a:tailEnd type="none" w="med" len="med"/>
          </a:ln>
        </p:spPr>
      </p:sp>
      <p:sp>
        <p:nvSpPr>
          <p:cNvPr id="81959" name="Line 138"/>
          <p:cNvSpPr/>
          <p:nvPr/>
        </p:nvSpPr>
        <p:spPr>
          <a:xfrm>
            <a:off x="7291388" y="3208338"/>
            <a:ext cx="1111250" cy="1587"/>
          </a:xfrm>
          <a:prstGeom prst="line">
            <a:avLst/>
          </a:prstGeom>
          <a:ln w="14288" cap="flat" cmpd="sng">
            <a:solidFill>
              <a:srgbClr val="000000"/>
            </a:solidFill>
            <a:prstDash val="solid"/>
            <a:headEnd type="none" w="med" len="med"/>
            <a:tailEnd type="none" w="med" len="med"/>
          </a:ln>
        </p:spPr>
      </p:sp>
      <p:sp>
        <p:nvSpPr>
          <p:cNvPr id="81960" name="Line 139"/>
          <p:cNvSpPr/>
          <p:nvPr/>
        </p:nvSpPr>
        <p:spPr>
          <a:xfrm>
            <a:off x="8402638" y="3208338"/>
            <a:ext cx="98425" cy="319087"/>
          </a:xfrm>
          <a:prstGeom prst="line">
            <a:avLst/>
          </a:prstGeom>
          <a:ln w="14288" cap="flat" cmpd="sng">
            <a:solidFill>
              <a:srgbClr val="000000"/>
            </a:solidFill>
            <a:prstDash val="solid"/>
            <a:headEnd type="none" w="med" len="med"/>
            <a:tailEnd type="none" w="med" len="med"/>
          </a:ln>
        </p:spPr>
      </p:sp>
      <p:sp>
        <p:nvSpPr>
          <p:cNvPr id="81961" name="Line 140"/>
          <p:cNvSpPr/>
          <p:nvPr/>
        </p:nvSpPr>
        <p:spPr>
          <a:xfrm>
            <a:off x="8501063" y="3527425"/>
            <a:ext cx="203200" cy="1588"/>
          </a:xfrm>
          <a:prstGeom prst="line">
            <a:avLst/>
          </a:prstGeom>
          <a:ln w="14288" cap="flat" cmpd="sng">
            <a:solidFill>
              <a:srgbClr val="000000"/>
            </a:solidFill>
            <a:prstDash val="solid"/>
            <a:headEnd type="none" w="med" len="med"/>
            <a:tailEnd type="none" w="med" len="med"/>
          </a:ln>
        </p:spPr>
      </p:sp>
      <p:grpSp>
        <p:nvGrpSpPr>
          <p:cNvPr id="81962" name="Group 143"/>
          <p:cNvGrpSpPr/>
          <p:nvPr/>
        </p:nvGrpSpPr>
        <p:grpSpPr>
          <a:xfrm>
            <a:off x="5475288" y="3208338"/>
            <a:ext cx="200025" cy="319087"/>
            <a:chOff x="3159" y="2080"/>
            <a:chExt cx="126" cy="201"/>
          </a:xfrm>
        </p:grpSpPr>
        <p:sp>
          <p:nvSpPr>
            <p:cNvPr id="81969" name="Line 141"/>
            <p:cNvSpPr/>
            <p:nvPr/>
          </p:nvSpPr>
          <p:spPr>
            <a:xfrm flipH="1" flipV="1">
              <a:off x="3207" y="2157"/>
              <a:ext cx="78" cy="124"/>
            </a:xfrm>
            <a:prstGeom prst="line">
              <a:avLst/>
            </a:prstGeom>
            <a:ln w="14288" cap="flat" cmpd="sng">
              <a:solidFill>
                <a:srgbClr val="000000"/>
              </a:solidFill>
              <a:prstDash val="solid"/>
              <a:headEnd type="none" w="med" len="med"/>
              <a:tailEnd type="none" w="med" len="med"/>
            </a:ln>
          </p:spPr>
        </p:sp>
        <p:sp>
          <p:nvSpPr>
            <p:cNvPr id="81970" name="Freeform 142"/>
            <p:cNvSpPr/>
            <p:nvPr/>
          </p:nvSpPr>
          <p:spPr>
            <a:xfrm>
              <a:off x="3159" y="2080"/>
              <a:ext cx="77" cy="96"/>
            </a:xfrm>
            <a:custGeom>
              <a:avLst/>
              <a:gdLst/>
              <a:ahLst/>
              <a:cxnLst>
                <a:cxn ang="0">
                  <a:pos x="77" y="63"/>
                </a:cxn>
                <a:cxn ang="0">
                  <a:pos x="0" y="0"/>
                </a:cxn>
                <a:cxn ang="0">
                  <a:pos x="25" y="96"/>
                </a:cxn>
                <a:cxn ang="0">
                  <a:pos x="77" y="63"/>
                </a:cxn>
              </a:cxnLst>
              <a:pathLst>
                <a:path w="77" h="96">
                  <a:moveTo>
                    <a:pt x="77" y="63"/>
                  </a:moveTo>
                  <a:lnTo>
                    <a:pt x="0" y="0"/>
                  </a:lnTo>
                  <a:lnTo>
                    <a:pt x="25" y="96"/>
                  </a:lnTo>
                  <a:lnTo>
                    <a:pt x="77" y="63"/>
                  </a:lnTo>
                  <a:close/>
                </a:path>
              </a:pathLst>
            </a:custGeom>
            <a:solidFill>
              <a:srgbClr val="000000">
                <a:alpha val="100000"/>
              </a:srgbClr>
            </a:solidFill>
            <a:ln w="9525">
              <a:noFill/>
            </a:ln>
          </p:spPr>
          <p:txBody>
            <a:bodyPr/>
            <a:p>
              <a:endParaRPr lang="zh-CN" altLang="en-US"/>
            </a:p>
          </p:txBody>
        </p:sp>
      </p:grpSp>
      <p:sp>
        <p:nvSpPr>
          <p:cNvPr id="81963" name="Rectangle 149"/>
          <p:cNvSpPr/>
          <p:nvPr/>
        </p:nvSpPr>
        <p:spPr>
          <a:xfrm>
            <a:off x="3559175" y="3686175"/>
            <a:ext cx="809625" cy="319088"/>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1964" name="Line 232"/>
          <p:cNvSpPr/>
          <p:nvPr/>
        </p:nvSpPr>
        <p:spPr>
          <a:xfrm>
            <a:off x="852488" y="2482850"/>
            <a:ext cx="254000" cy="1588"/>
          </a:xfrm>
          <a:prstGeom prst="line">
            <a:avLst/>
          </a:prstGeom>
          <a:ln w="14288" cap="flat" cmpd="sng">
            <a:solidFill>
              <a:srgbClr val="000000"/>
            </a:solidFill>
            <a:prstDash val="solid"/>
            <a:headEnd type="none" w="med" len="med"/>
            <a:tailEnd type="none" w="med" len="med"/>
          </a:ln>
        </p:spPr>
      </p:sp>
      <p:sp>
        <p:nvSpPr>
          <p:cNvPr id="81965" name="Line 236"/>
          <p:cNvSpPr/>
          <p:nvPr/>
        </p:nvSpPr>
        <p:spPr>
          <a:xfrm>
            <a:off x="5464175" y="1844675"/>
            <a:ext cx="0" cy="1727200"/>
          </a:xfrm>
          <a:prstGeom prst="line">
            <a:avLst/>
          </a:prstGeom>
          <a:ln w="9525" cap="flat" cmpd="sng">
            <a:solidFill>
              <a:srgbClr val="0000FF"/>
            </a:solidFill>
            <a:prstDash val="dash"/>
            <a:headEnd type="none" w="med" len="med"/>
            <a:tailEnd type="none" w="med" len="med"/>
          </a:ln>
        </p:spPr>
      </p:sp>
      <p:sp>
        <p:nvSpPr>
          <p:cNvPr id="81966" name="Line 237"/>
          <p:cNvSpPr/>
          <p:nvPr/>
        </p:nvSpPr>
        <p:spPr>
          <a:xfrm>
            <a:off x="3592513" y="1844675"/>
            <a:ext cx="0" cy="1655763"/>
          </a:xfrm>
          <a:prstGeom prst="line">
            <a:avLst/>
          </a:prstGeom>
          <a:ln w="9525" cap="flat" cmpd="sng">
            <a:solidFill>
              <a:srgbClr val="0000FF"/>
            </a:solidFill>
            <a:prstDash val="dash"/>
            <a:headEnd type="none" w="med" len="med"/>
            <a:tailEnd type="none" w="med" len="med"/>
          </a:ln>
        </p:spPr>
      </p:sp>
      <p:cxnSp>
        <p:nvCxnSpPr>
          <p:cNvPr id="81967" name="直接连接符 128"/>
          <p:cNvCxnSpPr/>
          <p:nvPr/>
        </p:nvCxnSpPr>
        <p:spPr>
          <a:xfrm>
            <a:off x="0" y="1065213"/>
            <a:ext cx="9144000" cy="0"/>
          </a:xfrm>
          <a:prstGeom prst="line">
            <a:avLst/>
          </a:prstGeom>
          <a:ln w="38100" cap="flat" cmpd="sng">
            <a:solidFill>
              <a:schemeClr val="tx1"/>
            </a:solidFill>
            <a:prstDash val="solid"/>
            <a:headEnd type="none" w="med" len="med"/>
            <a:tailEnd type="none" w="med" len="med"/>
          </a:ln>
        </p:spPr>
      </p:cxnSp>
      <p:sp>
        <p:nvSpPr>
          <p:cNvPr id="81968" name="Line 237"/>
          <p:cNvSpPr/>
          <p:nvPr/>
        </p:nvSpPr>
        <p:spPr>
          <a:xfrm>
            <a:off x="3059113" y="1844675"/>
            <a:ext cx="0" cy="1655763"/>
          </a:xfrm>
          <a:prstGeom prst="line">
            <a:avLst/>
          </a:prstGeom>
          <a:ln w="9525" cap="flat" cmpd="sng">
            <a:solidFill>
              <a:srgbClr val="0000FF"/>
            </a:solidFill>
            <a:prstDash val="dash"/>
            <a:headEnd type="none" w="med" len="med"/>
            <a:tailEnd type="none" w="med" len="med"/>
          </a:ln>
        </p:spPr>
      </p:sp>
      <p:sp>
        <p:nvSpPr>
          <p:cNvPr id="2" name="Rectangle 111"/>
          <p:cNvSpPr/>
          <p:nvPr/>
        </p:nvSpPr>
        <p:spPr>
          <a:xfrm>
            <a:off x="6947853" y="3644900"/>
            <a:ext cx="1817687" cy="477838"/>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3" name="Rectangle 15"/>
          <p:cNvSpPr/>
          <p:nvPr/>
        </p:nvSpPr>
        <p:spPr>
          <a:xfrm flipH="1">
            <a:off x="5405755" y="3114040"/>
            <a:ext cx="92710" cy="260985"/>
          </a:xfrm>
          <a:prstGeom prst="rect">
            <a:avLst/>
          </a:prstGeom>
          <a:noFill/>
          <a:ln w="9525">
            <a:noFill/>
          </a:ln>
        </p:spPr>
        <p:txBody>
          <a:bodyPr wrap="none" lIns="0" tIns="0" rIns="0" bIns="0">
            <a:no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4" name="Rectangle 15"/>
          <p:cNvSpPr/>
          <p:nvPr/>
        </p:nvSpPr>
        <p:spPr>
          <a:xfrm>
            <a:off x="7337425" y="3202305"/>
            <a:ext cx="205105" cy="325120"/>
          </a:xfrm>
          <a:prstGeom prst="rect">
            <a:avLst/>
          </a:prstGeom>
          <a:noFill/>
          <a:ln w="9525">
            <a:noFill/>
          </a:ln>
        </p:spPr>
        <p:txBody>
          <a:bodyPr wrap="none" lIns="0" tIns="0" rIns="0" bIns="0">
            <a:no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Tree>
  </p:cSld>
  <p:clrMapOvr>
    <a:masterClrMapping/>
  </p:clrMapOvr>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04130" name="Rectangle 2"/>
          <p:cNvSpPr>
            <a:spLocks noGrp="1" noChangeArrowheads="1"/>
          </p:cNvSpPr>
          <p:nvPr>
            <p:ph idx="1"/>
          </p:nvPr>
        </p:nvSpPr>
        <p:spPr>
          <a:xfrm>
            <a:off x="446088" y="4406900"/>
            <a:ext cx="8229600" cy="2287588"/>
          </a:xfrm>
          <a:ln>
            <a:miter/>
          </a:ln>
        </p:spPr>
        <p:txBody>
          <a:bodyPr vert="horz" wrap="square" lIns="91440" tIns="45720" rIns="91440" bIns="45720" numCol="1" anchor="t" anchorCtr="0" compatLnSpc="1"/>
          <a:lstStyle/>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方式</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2</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的特点②：</a:t>
            </a:r>
            <a:endParaRPr kumimoji="1" lang="zh-CN" altLang="en-US" sz="2400" b="1" i="0" u="none" strike="noStrike" kern="1200" cap="none" spc="0" normalizeH="0" baseline="0" noProof="0" dirty="0">
              <a:ln>
                <a:noFill/>
              </a:ln>
              <a:solidFill>
                <a:srgbClr val="FF00FF"/>
              </a:solidFill>
              <a:effectLst/>
              <a:uLnTx/>
              <a:uFillTx/>
              <a:latin typeface="+mn-ea"/>
              <a:ea typeface="+mn-ea"/>
              <a:cs typeface="+mn-cs"/>
            </a:endParaRPr>
          </a:p>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计数过程可由门控信号</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GATE</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控制。当</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GATE</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为</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0</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时，暂停计数。</a:t>
            </a:r>
            <a:r>
              <a:rPr kumimoji="1" lang="zh-CN" altLang="en-US" sz="2400" b="1" i="0" u="none" strike="noStrike" kern="1200" cap="none" spc="0" normalizeH="0" baseline="0" noProof="0" dirty="0">
                <a:ln>
                  <a:noFill/>
                </a:ln>
                <a:solidFill>
                  <a:srgbClr val="FF0000"/>
                </a:solidFill>
                <a:effectLst/>
                <a:uLnTx/>
                <a:uFillTx/>
                <a:latin typeface="+mn-ea"/>
                <a:ea typeface="+mn-ea"/>
                <a:cs typeface="+mn-cs"/>
              </a:rPr>
              <a:t>当</a:t>
            </a:r>
            <a:r>
              <a:rPr kumimoji="1" lang="en-US" altLang="zh-CN" sz="2400" b="1" i="0" u="none" strike="noStrike" kern="1200" cap="none" spc="0" normalizeH="0" baseline="0" noProof="0" dirty="0">
                <a:ln>
                  <a:noFill/>
                </a:ln>
                <a:solidFill>
                  <a:srgbClr val="FF0000"/>
                </a:solidFill>
                <a:effectLst/>
                <a:uLnTx/>
                <a:uFillTx/>
                <a:latin typeface="+mn-ea"/>
                <a:ea typeface="+mn-ea"/>
                <a:cs typeface="+mn-cs"/>
              </a:rPr>
              <a:t>GATE</a:t>
            </a:r>
            <a:r>
              <a:rPr kumimoji="1" lang="zh-CN" altLang="en-US" sz="2400" b="1" i="0" u="none" strike="noStrike" kern="1200" cap="none" spc="0" normalizeH="0" baseline="0" noProof="0" dirty="0">
                <a:ln>
                  <a:noFill/>
                </a:ln>
                <a:solidFill>
                  <a:srgbClr val="FF0000"/>
                </a:solidFill>
                <a:effectLst/>
                <a:uLnTx/>
                <a:uFillTx/>
                <a:latin typeface="+mn-ea"/>
                <a:ea typeface="+mn-ea"/>
                <a:cs typeface="+mn-cs"/>
              </a:rPr>
              <a:t>变为</a:t>
            </a:r>
            <a:r>
              <a:rPr kumimoji="1" lang="en-US" altLang="zh-CN" sz="2400" b="1" i="0" u="none" strike="noStrike" kern="1200" cap="none" spc="0" normalizeH="0" baseline="0" noProof="0" dirty="0">
                <a:ln>
                  <a:noFill/>
                </a:ln>
                <a:solidFill>
                  <a:srgbClr val="FF0000"/>
                </a:solidFill>
                <a:effectLst/>
                <a:uLnTx/>
                <a:uFillTx/>
                <a:latin typeface="+mn-ea"/>
                <a:ea typeface="+mn-ea"/>
                <a:cs typeface="+mn-cs"/>
              </a:rPr>
              <a:t>1</a:t>
            </a:r>
            <a:r>
              <a:rPr kumimoji="1" lang="zh-CN" altLang="en-US" sz="2400" b="1" i="0" u="none" strike="noStrike" kern="1200" cap="none" spc="0" normalizeH="0" baseline="0" noProof="0" dirty="0">
                <a:ln>
                  <a:noFill/>
                </a:ln>
                <a:solidFill>
                  <a:srgbClr val="FF0000"/>
                </a:solidFill>
                <a:effectLst/>
                <a:uLnTx/>
                <a:uFillTx/>
                <a:latin typeface="+mn-ea"/>
                <a:ea typeface="+mn-ea"/>
                <a:cs typeface="+mn-cs"/>
              </a:rPr>
              <a:t>后，下一个</a:t>
            </a:r>
            <a:r>
              <a:rPr kumimoji="1" lang="en-US" altLang="zh-CN" sz="2400" b="1" i="0" u="none" strike="noStrike" kern="1200" cap="none" spc="0" normalizeH="0" baseline="0" noProof="0" dirty="0">
                <a:ln>
                  <a:noFill/>
                </a:ln>
                <a:solidFill>
                  <a:srgbClr val="FF0000"/>
                </a:solidFill>
                <a:effectLst/>
                <a:uLnTx/>
                <a:uFillTx/>
                <a:latin typeface="+mn-ea"/>
                <a:ea typeface="+mn-ea"/>
                <a:cs typeface="+mn-cs"/>
              </a:rPr>
              <a:t>CLK</a:t>
            </a:r>
            <a:r>
              <a:rPr kumimoji="1" lang="zh-CN" altLang="en-US" sz="2400" b="1" i="0" u="none" strike="noStrike" kern="1200" cap="none" spc="0" normalizeH="0" baseline="0" noProof="0" dirty="0">
                <a:ln>
                  <a:noFill/>
                </a:ln>
                <a:solidFill>
                  <a:srgbClr val="FF0000"/>
                </a:solidFill>
                <a:effectLst/>
                <a:uLnTx/>
                <a:uFillTx/>
                <a:latin typeface="+mn-ea"/>
                <a:ea typeface="+mn-ea"/>
                <a:cs typeface="+mn-cs"/>
              </a:rPr>
              <a:t>脉冲使计数器恢复初值，重新开始计数</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82947" name="Line 4"/>
          <p:cNvSpPr/>
          <p:nvPr/>
        </p:nvSpPr>
        <p:spPr>
          <a:xfrm>
            <a:off x="3492500" y="1103313"/>
            <a:ext cx="288925" cy="1008062"/>
          </a:xfrm>
          <a:prstGeom prst="line">
            <a:avLst/>
          </a:prstGeom>
          <a:ln w="9525" cap="flat" cmpd="sng">
            <a:solidFill>
              <a:srgbClr val="FF00FF"/>
            </a:solidFill>
            <a:prstDash val="solid"/>
            <a:headEnd type="none" w="med" len="med"/>
            <a:tailEnd type="triangle" w="med" len="med"/>
          </a:ln>
        </p:spPr>
      </p:sp>
      <p:sp>
        <p:nvSpPr>
          <p:cNvPr id="82948" name="Rectangle 5"/>
          <p:cNvSpPr/>
          <p:nvPr/>
        </p:nvSpPr>
        <p:spPr>
          <a:xfrm>
            <a:off x="755650" y="3551238"/>
            <a:ext cx="1225550" cy="431800"/>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zh-CN" altLang="en-US" sz="1800" b="0" dirty="0">
                <a:solidFill>
                  <a:schemeClr val="tx1"/>
                </a:solidFill>
                <a:latin typeface="Arial" panose="020B0604020202020204" pitchFamily="34" charset="0"/>
              </a:rPr>
              <a:t>计数初值</a:t>
            </a:r>
            <a:r>
              <a:rPr lang="en-US" altLang="zh-CN" sz="1800" b="0" dirty="0">
                <a:solidFill>
                  <a:schemeClr val="tx1"/>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2949" name="Rectangle 6"/>
          <p:cNvSpPr/>
          <p:nvPr/>
        </p:nvSpPr>
        <p:spPr>
          <a:xfrm>
            <a:off x="3608388" y="21526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2950" name="Rectangle 7"/>
          <p:cNvSpPr/>
          <p:nvPr/>
        </p:nvSpPr>
        <p:spPr>
          <a:xfrm>
            <a:off x="4214813" y="21526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82951" name="Rectangle 8"/>
          <p:cNvSpPr/>
          <p:nvPr/>
        </p:nvSpPr>
        <p:spPr>
          <a:xfrm>
            <a:off x="4819650" y="21526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2952" name="Rectangle 9"/>
          <p:cNvSpPr/>
          <p:nvPr/>
        </p:nvSpPr>
        <p:spPr>
          <a:xfrm>
            <a:off x="3587750" y="3082925"/>
            <a:ext cx="508000" cy="477838"/>
          </a:xfrm>
          <a:prstGeom prst="rect">
            <a:avLst/>
          </a:prstGeom>
          <a:noFill/>
          <a:ln w="14288">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2953" name="Rectangle 10"/>
          <p:cNvSpPr/>
          <p:nvPr/>
        </p:nvSpPr>
        <p:spPr>
          <a:xfrm>
            <a:off x="3608388" y="32639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2954" name="Rectangle 11"/>
          <p:cNvSpPr/>
          <p:nvPr/>
        </p:nvSpPr>
        <p:spPr>
          <a:xfrm>
            <a:off x="1671638" y="1812925"/>
            <a:ext cx="1009650" cy="477838"/>
          </a:xfrm>
          <a:prstGeom prst="rect">
            <a:avLst/>
          </a:prstGeom>
          <a:noFill/>
          <a:ln w="14288">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2955" name="Rectangle 12"/>
          <p:cNvSpPr/>
          <p:nvPr/>
        </p:nvSpPr>
        <p:spPr>
          <a:xfrm>
            <a:off x="1765300" y="1824038"/>
            <a:ext cx="5334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高电平</a:t>
            </a:r>
            <a:endParaRPr lang="zh-CN" altLang="en-US" sz="1800" b="0" dirty="0">
              <a:solidFill>
                <a:schemeClr val="tx1"/>
              </a:solidFill>
              <a:latin typeface="Arial" panose="020B0604020202020204" pitchFamily="34" charset="0"/>
            </a:endParaRPr>
          </a:p>
        </p:txBody>
      </p:sp>
      <p:grpSp>
        <p:nvGrpSpPr>
          <p:cNvPr id="82956" name="Group 13"/>
          <p:cNvGrpSpPr/>
          <p:nvPr/>
        </p:nvGrpSpPr>
        <p:grpSpPr>
          <a:xfrm>
            <a:off x="954088" y="1335088"/>
            <a:ext cx="7418387" cy="319087"/>
            <a:chOff x="807" y="1580"/>
            <a:chExt cx="4673" cy="201"/>
          </a:xfrm>
        </p:grpSpPr>
        <p:grpSp>
          <p:nvGrpSpPr>
            <p:cNvPr id="83153" name="Group 14"/>
            <p:cNvGrpSpPr/>
            <p:nvPr/>
          </p:nvGrpSpPr>
          <p:grpSpPr>
            <a:xfrm>
              <a:off x="1061" y="1580"/>
              <a:ext cx="509" cy="201"/>
              <a:chOff x="1061" y="1580"/>
              <a:chExt cx="509" cy="201"/>
            </a:xfrm>
          </p:grpSpPr>
          <p:sp>
            <p:nvSpPr>
              <p:cNvPr id="83161" name="Line 15"/>
              <p:cNvSpPr/>
              <p:nvPr/>
            </p:nvSpPr>
            <p:spPr>
              <a:xfrm>
                <a:off x="1125" y="1780"/>
                <a:ext cx="254" cy="1"/>
              </a:xfrm>
              <a:prstGeom prst="line">
                <a:avLst/>
              </a:prstGeom>
              <a:ln w="14288" cap="flat" cmpd="sng">
                <a:solidFill>
                  <a:srgbClr val="000000"/>
                </a:solidFill>
                <a:prstDash val="solid"/>
                <a:headEnd type="none" w="med" len="med"/>
                <a:tailEnd type="none" w="med" len="med"/>
              </a:ln>
            </p:spPr>
          </p:sp>
          <p:sp>
            <p:nvSpPr>
              <p:cNvPr id="83162" name="Line 16"/>
              <p:cNvSpPr/>
              <p:nvPr/>
            </p:nvSpPr>
            <p:spPr>
              <a:xfrm flipH="1" flipV="1">
                <a:off x="1061" y="1580"/>
                <a:ext cx="64" cy="200"/>
              </a:xfrm>
              <a:prstGeom prst="line">
                <a:avLst/>
              </a:prstGeom>
              <a:ln w="14288" cap="flat" cmpd="sng">
                <a:solidFill>
                  <a:srgbClr val="000000"/>
                </a:solidFill>
                <a:prstDash val="solid"/>
                <a:headEnd type="none" w="med" len="med"/>
                <a:tailEnd type="none" w="med" len="med"/>
              </a:ln>
            </p:spPr>
          </p:sp>
          <p:sp>
            <p:nvSpPr>
              <p:cNvPr id="83163" name="Line 17"/>
              <p:cNvSpPr/>
              <p:nvPr/>
            </p:nvSpPr>
            <p:spPr>
              <a:xfrm flipV="1">
                <a:off x="1379" y="1580"/>
                <a:ext cx="64" cy="200"/>
              </a:xfrm>
              <a:prstGeom prst="line">
                <a:avLst/>
              </a:prstGeom>
              <a:ln w="14288" cap="flat" cmpd="sng">
                <a:solidFill>
                  <a:srgbClr val="000000"/>
                </a:solidFill>
                <a:prstDash val="solid"/>
                <a:headEnd type="none" w="med" len="med"/>
                <a:tailEnd type="none" w="med" len="med"/>
              </a:ln>
            </p:spPr>
          </p:sp>
          <p:sp>
            <p:nvSpPr>
              <p:cNvPr id="83164" name="Line 18"/>
              <p:cNvSpPr/>
              <p:nvPr/>
            </p:nvSpPr>
            <p:spPr>
              <a:xfrm flipV="1">
                <a:off x="1443" y="1580"/>
                <a:ext cx="127" cy="1"/>
              </a:xfrm>
              <a:prstGeom prst="line">
                <a:avLst/>
              </a:prstGeom>
              <a:ln w="14288" cap="flat" cmpd="sng">
                <a:solidFill>
                  <a:srgbClr val="000000"/>
                </a:solidFill>
                <a:prstDash val="solid"/>
                <a:headEnd type="none" w="med" len="med"/>
                <a:tailEnd type="none" w="med" len="med"/>
              </a:ln>
            </p:spPr>
          </p:sp>
        </p:grpSp>
        <p:grpSp>
          <p:nvGrpSpPr>
            <p:cNvPr id="83154" name="Group 19"/>
            <p:cNvGrpSpPr/>
            <p:nvPr/>
          </p:nvGrpSpPr>
          <p:grpSpPr>
            <a:xfrm>
              <a:off x="1570" y="1580"/>
              <a:ext cx="508" cy="201"/>
              <a:chOff x="1570" y="1580"/>
              <a:chExt cx="508" cy="201"/>
            </a:xfrm>
          </p:grpSpPr>
          <p:sp>
            <p:nvSpPr>
              <p:cNvPr id="83157" name="Line 20"/>
              <p:cNvSpPr/>
              <p:nvPr/>
            </p:nvSpPr>
            <p:spPr>
              <a:xfrm>
                <a:off x="1634" y="1780"/>
                <a:ext cx="254" cy="1"/>
              </a:xfrm>
              <a:prstGeom prst="line">
                <a:avLst/>
              </a:prstGeom>
              <a:ln w="14288" cap="flat" cmpd="sng">
                <a:solidFill>
                  <a:srgbClr val="000000"/>
                </a:solidFill>
                <a:prstDash val="solid"/>
                <a:headEnd type="none" w="med" len="med"/>
                <a:tailEnd type="none" w="med" len="med"/>
              </a:ln>
            </p:spPr>
          </p:sp>
          <p:sp>
            <p:nvSpPr>
              <p:cNvPr id="83158" name="Line 21"/>
              <p:cNvSpPr/>
              <p:nvPr/>
            </p:nvSpPr>
            <p:spPr>
              <a:xfrm flipH="1" flipV="1">
                <a:off x="1570" y="1580"/>
                <a:ext cx="64" cy="200"/>
              </a:xfrm>
              <a:prstGeom prst="line">
                <a:avLst/>
              </a:prstGeom>
              <a:ln w="14288" cap="flat" cmpd="sng">
                <a:solidFill>
                  <a:srgbClr val="000000"/>
                </a:solidFill>
                <a:prstDash val="solid"/>
                <a:headEnd type="none" w="med" len="med"/>
                <a:tailEnd type="none" w="med" len="med"/>
              </a:ln>
            </p:spPr>
          </p:sp>
          <p:sp>
            <p:nvSpPr>
              <p:cNvPr id="83159" name="Line 22"/>
              <p:cNvSpPr/>
              <p:nvPr/>
            </p:nvSpPr>
            <p:spPr>
              <a:xfrm flipV="1">
                <a:off x="1888" y="1580"/>
                <a:ext cx="64" cy="200"/>
              </a:xfrm>
              <a:prstGeom prst="line">
                <a:avLst/>
              </a:prstGeom>
              <a:ln w="14288" cap="flat" cmpd="sng">
                <a:solidFill>
                  <a:srgbClr val="000000"/>
                </a:solidFill>
                <a:prstDash val="solid"/>
                <a:headEnd type="none" w="med" len="med"/>
                <a:tailEnd type="none" w="med" len="med"/>
              </a:ln>
            </p:spPr>
          </p:sp>
          <p:sp>
            <p:nvSpPr>
              <p:cNvPr id="83160" name="Line 23"/>
              <p:cNvSpPr/>
              <p:nvPr/>
            </p:nvSpPr>
            <p:spPr>
              <a:xfrm flipV="1">
                <a:off x="1952" y="1580"/>
                <a:ext cx="126" cy="1"/>
              </a:xfrm>
              <a:prstGeom prst="line">
                <a:avLst/>
              </a:prstGeom>
              <a:ln w="14288" cap="flat" cmpd="sng">
                <a:solidFill>
                  <a:srgbClr val="000000"/>
                </a:solidFill>
                <a:prstDash val="solid"/>
                <a:headEnd type="none" w="med" len="med"/>
                <a:tailEnd type="none" w="med" len="med"/>
              </a:ln>
            </p:spPr>
          </p:sp>
        </p:grpSp>
        <p:sp>
          <p:nvSpPr>
            <p:cNvPr id="83155" name="Line 24"/>
            <p:cNvSpPr/>
            <p:nvPr/>
          </p:nvSpPr>
          <p:spPr>
            <a:xfrm flipH="1">
              <a:off x="807" y="1580"/>
              <a:ext cx="254" cy="1"/>
            </a:xfrm>
            <a:prstGeom prst="line">
              <a:avLst/>
            </a:prstGeom>
            <a:ln w="14288" cap="flat" cmpd="sng">
              <a:solidFill>
                <a:srgbClr val="000000"/>
              </a:solidFill>
              <a:prstDash val="solid"/>
              <a:headEnd type="none" w="med" len="med"/>
              <a:tailEnd type="none" w="med" len="med"/>
            </a:ln>
          </p:spPr>
        </p:sp>
        <p:sp>
          <p:nvSpPr>
            <p:cNvPr id="83156" name="Line 25"/>
            <p:cNvSpPr/>
            <p:nvPr/>
          </p:nvSpPr>
          <p:spPr>
            <a:xfrm>
              <a:off x="2078" y="1580"/>
              <a:ext cx="3402" cy="1"/>
            </a:xfrm>
            <a:prstGeom prst="line">
              <a:avLst/>
            </a:prstGeom>
            <a:ln w="14288" cap="flat" cmpd="sng">
              <a:solidFill>
                <a:srgbClr val="000000"/>
              </a:solidFill>
              <a:prstDash val="solid"/>
              <a:headEnd type="none" w="med" len="med"/>
              <a:tailEnd type="none" w="med" len="med"/>
            </a:ln>
          </p:spPr>
        </p:sp>
      </p:grpSp>
      <p:sp>
        <p:nvSpPr>
          <p:cNvPr id="82957" name="Rectangle 26"/>
          <p:cNvSpPr/>
          <p:nvPr/>
        </p:nvSpPr>
        <p:spPr>
          <a:xfrm>
            <a:off x="1458913" y="1177925"/>
            <a:ext cx="406400" cy="317500"/>
          </a:xfrm>
          <a:prstGeom prst="rect">
            <a:avLst/>
          </a:prstGeom>
          <a:noFill/>
          <a:ln w="14288">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2958" name="Rectangle 27"/>
          <p:cNvSpPr/>
          <p:nvPr/>
        </p:nvSpPr>
        <p:spPr>
          <a:xfrm>
            <a:off x="1468438" y="1289050"/>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CW</a:t>
            </a:r>
            <a:endParaRPr lang="en-US" altLang="zh-CN" sz="1800" b="0" dirty="0">
              <a:solidFill>
                <a:schemeClr val="tx1"/>
              </a:solidFill>
              <a:latin typeface="Arial" panose="020B0604020202020204" pitchFamily="34" charset="0"/>
            </a:endParaRPr>
          </a:p>
        </p:txBody>
      </p:sp>
      <p:sp>
        <p:nvSpPr>
          <p:cNvPr id="82959" name="Rectangle 28"/>
          <p:cNvSpPr/>
          <p:nvPr/>
        </p:nvSpPr>
        <p:spPr>
          <a:xfrm>
            <a:off x="2266950" y="1177925"/>
            <a:ext cx="404813" cy="317500"/>
          </a:xfrm>
          <a:prstGeom prst="rect">
            <a:avLst/>
          </a:prstGeom>
          <a:noFill/>
          <a:ln w="14288">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2960" name="Rectangle 29"/>
          <p:cNvSpPr/>
          <p:nvPr/>
        </p:nvSpPr>
        <p:spPr>
          <a:xfrm>
            <a:off x="2274888" y="1289050"/>
            <a:ext cx="3365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LSB</a:t>
            </a:r>
            <a:endParaRPr lang="en-US" altLang="zh-CN" sz="1800" b="0" dirty="0">
              <a:solidFill>
                <a:schemeClr val="tx1"/>
              </a:solidFill>
              <a:latin typeface="Arial" panose="020B0604020202020204" pitchFamily="34" charset="0"/>
            </a:endParaRPr>
          </a:p>
        </p:txBody>
      </p:sp>
      <p:grpSp>
        <p:nvGrpSpPr>
          <p:cNvPr id="82961" name="Group 30"/>
          <p:cNvGrpSpPr/>
          <p:nvPr/>
        </p:nvGrpSpPr>
        <p:grpSpPr>
          <a:xfrm>
            <a:off x="954088" y="858838"/>
            <a:ext cx="6962775" cy="317500"/>
            <a:chOff x="807" y="1280"/>
            <a:chExt cx="4386" cy="200"/>
          </a:xfrm>
        </p:grpSpPr>
        <p:grpSp>
          <p:nvGrpSpPr>
            <p:cNvPr id="83097" name="Group 31"/>
            <p:cNvGrpSpPr/>
            <p:nvPr/>
          </p:nvGrpSpPr>
          <p:grpSpPr>
            <a:xfrm>
              <a:off x="997" y="1280"/>
              <a:ext cx="382" cy="200"/>
              <a:chOff x="997" y="1280"/>
              <a:chExt cx="382" cy="200"/>
            </a:xfrm>
          </p:grpSpPr>
          <p:sp>
            <p:nvSpPr>
              <p:cNvPr id="83149" name="Line 32"/>
              <p:cNvSpPr/>
              <p:nvPr/>
            </p:nvSpPr>
            <p:spPr>
              <a:xfrm>
                <a:off x="1061" y="1280"/>
                <a:ext cx="128" cy="1"/>
              </a:xfrm>
              <a:prstGeom prst="line">
                <a:avLst/>
              </a:prstGeom>
              <a:ln w="14288" cap="flat" cmpd="sng">
                <a:solidFill>
                  <a:srgbClr val="000000"/>
                </a:solidFill>
                <a:prstDash val="solid"/>
                <a:headEnd type="none" w="med" len="med"/>
                <a:tailEnd type="none" w="med" len="med"/>
              </a:ln>
            </p:spPr>
          </p:sp>
          <p:sp>
            <p:nvSpPr>
              <p:cNvPr id="83150" name="Line 33"/>
              <p:cNvSpPr/>
              <p:nvPr/>
            </p:nvSpPr>
            <p:spPr>
              <a:xfrm flipH="1">
                <a:off x="997" y="1280"/>
                <a:ext cx="64" cy="199"/>
              </a:xfrm>
              <a:prstGeom prst="line">
                <a:avLst/>
              </a:prstGeom>
              <a:ln w="14288" cap="flat" cmpd="sng">
                <a:solidFill>
                  <a:srgbClr val="000000"/>
                </a:solidFill>
                <a:prstDash val="solid"/>
                <a:headEnd type="none" w="med" len="med"/>
                <a:tailEnd type="none" w="med" len="med"/>
              </a:ln>
            </p:spPr>
          </p:sp>
          <p:sp>
            <p:nvSpPr>
              <p:cNvPr id="83151" name="Line 34"/>
              <p:cNvSpPr/>
              <p:nvPr/>
            </p:nvSpPr>
            <p:spPr>
              <a:xfrm>
                <a:off x="1189" y="1280"/>
                <a:ext cx="62" cy="199"/>
              </a:xfrm>
              <a:prstGeom prst="line">
                <a:avLst/>
              </a:prstGeom>
              <a:ln w="14288" cap="flat" cmpd="sng">
                <a:solidFill>
                  <a:srgbClr val="000000"/>
                </a:solidFill>
                <a:prstDash val="solid"/>
                <a:headEnd type="none" w="med" len="med"/>
                <a:tailEnd type="none" w="med" len="med"/>
              </a:ln>
            </p:spPr>
          </p:sp>
          <p:sp>
            <p:nvSpPr>
              <p:cNvPr id="83152" name="Line 35"/>
              <p:cNvSpPr/>
              <p:nvPr/>
            </p:nvSpPr>
            <p:spPr>
              <a:xfrm>
                <a:off x="1251" y="1479"/>
                <a:ext cx="128" cy="1"/>
              </a:xfrm>
              <a:prstGeom prst="line">
                <a:avLst/>
              </a:prstGeom>
              <a:ln w="14288">
                <a:noFill/>
              </a:ln>
            </p:spPr>
          </p:sp>
        </p:grpSp>
        <p:grpSp>
          <p:nvGrpSpPr>
            <p:cNvPr id="83098" name="Group 36"/>
            <p:cNvGrpSpPr/>
            <p:nvPr/>
          </p:nvGrpSpPr>
          <p:grpSpPr>
            <a:xfrm>
              <a:off x="1379" y="1280"/>
              <a:ext cx="381" cy="200"/>
              <a:chOff x="1379" y="1280"/>
              <a:chExt cx="381" cy="200"/>
            </a:xfrm>
          </p:grpSpPr>
          <p:sp>
            <p:nvSpPr>
              <p:cNvPr id="83145" name="Line 37"/>
              <p:cNvSpPr/>
              <p:nvPr/>
            </p:nvSpPr>
            <p:spPr>
              <a:xfrm>
                <a:off x="1443" y="1280"/>
                <a:ext cx="127" cy="1"/>
              </a:xfrm>
              <a:prstGeom prst="line">
                <a:avLst/>
              </a:prstGeom>
              <a:ln w="14288" cap="flat" cmpd="sng">
                <a:solidFill>
                  <a:srgbClr val="000000"/>
                </a:solidFill>
                <a:prstDash val="solid"/>
                <a:headEnd type="none" w="med" len="med"/>
                <a:tailEnd type="none" w="med" len="med"/>
              </a:ln>
            </p:spPr>
          </p:sp>
          <p:sp>
            <p:nvSpPr>
              <p:cNvPr id="83146" name="Line 38"/>
              <p:cNvSpPr/>
              <p:nvPr/>
            </p:nvSpPr>
            <p:spPr>
              <a:xfrm flipH="1">
                <a:off x="1379" y="1280"/>
                <a:ext cx="64" cy="199"/>
              </a:xfrm>
              <a:prstGeom prst="line">
                <a:avLst/>
              </a:prstGeom>
              <a:ln w="14288" cap="flat" cmpd="sng">
                <a:solidFill>
                  <a:srgbClr val="000000"/>
                </a:solidFill>
                <a:prstDash val="solid"/>
                <a:headEnd type="none" w="med" len="med"/>
                <a:tailEnd type="none" w="med" len="med"/>
              </a:ln>
            </p:spPr>
          </p:sp>
          <p:sp>
            <p:nvSpPr>
              <p:cNvPr id="83147" name="Line 39"/>
              <p:cNvSpPr/>
              <p:nvPr/>
            </p:nvSpPr>
            <p:spPr>
              <a:xfrm>
                <a:off x="1570" y="1280"/>
                <a:ext cx="64" cy="199"/>
              </a:xfrm>
              <a:prstGeom prst="line">
                <a:avLst/>
              </a:prstGeom>
              <a:ln w="14288" cap="flat" cmpd="sng">
                <a:solidFill>
                  <a:srgbClr val="000000"/>
                </a:solidFill>
                <a:prstDash val="solid"/>
                <a:headEnd type="none" w="med" len="med"/>
                <a:tailEnd type="none" w="med" len="med"/>
              </a:ln>
            </p:spPr>
          </p:sp>
          <p:sp>
            <p:nvSpPr>
              <p:cNvPr id="83148" name="Line 40"/>
              <p:cNvSpPr/>
              <p:nvPr/>
            </p:nvSpPr>
            <p:spPr>
              <a:xfrm>
                <a:off x="1634" y="1479"/>
                <a:ext cx="126" cy="1"/>
              </a:xfrm>
              <a:prstGeom prst="line">
                <a:avLst/>
              </a:prstGeom>
              <a:ln w="14288" cap="flat" cmpd="sng">
                <a:solidFill>
                  <a:srgbClr val="000000"/>
                </a:solidFill>
                <a:prstDash val="solid"/>
                <a:headEnd type="none" w="med" len="med"/>
                <a:tailEnd type="none" w="med" len="med"/>
              </a:ln>
            </p:spPr>
          </p:sp>
        </p:grpSp>
        <p:grpSp>
          <p:nvGrpSpPr>
            <p:cNvPr id="83099" name="Group 41"/>
            <p:cNvGrpSpPr/>
            <p:nvPr/>
          </p:nvGrpSpPr>
          <p:grpSpPr>
            <a:xfrm>
              <a:off x="1760" y="1280"/>
              <a:ext cx="382" cy="200"/>
              <a:chOff x="1760" y="1280"/>
              <a:chExt cx="382" cy="200"/>
            </a:xfrm>
          </p:grpSpPr>
          <p:sp>
            <p:nvSpPr>
              <p:cNvPr id="83141" name="Line 42"/>
              <p:cNvSpPr/>
              <p:nvPr/>
            </p:nvSpPr>
            <p:spPr>
              <a:xfrm>
                <a:off x="1824" y="1280"/>
                <a:ext cx="128" cy="1"/>
              </a:xfrm>
              <a:prstGeom prst="line">
                <a:avLst/>
              </a:prstGeom>
              <a:ln w="14288" cap="flat" cmpd="sng">
                <a:solidFill>
                  <a:srgbClr val="000000"/>
                </a:solidFill>
                <a:prstDash val="solid"/>
                <a:headEnd type="none" w="med" len="med"/>
                <a:tailEnd type="none" w="med" len="med"/>
              </a:ln>
            </p:spPr>
          </p:sp>
          <p:sp>
            <p:nvSpPr>
              <p:cNvPr id="83142" name="Line 43"/>
              <p:cNvSpPr/>
              <p:nvPr/>
            </p:nvSpPr>
            <p:spPr>
              <a:xfrm flipH="1">
                <a:off x="1760" y="1280"/>
                <a:ext cx="64" cy="199"/>
              </a:xfrm>
              <a:prstGeom prst="line">
                <a:avLst/>
              </a:prstGeom>
              <a:ln w="14288" cap="flat" cmpd="sng">
                <a:solidFill>
                  <a:srgbClr val="000000"/>
                </a:solidFill>
                <a:prstDash val="solid"/>
                <a:headEnd type="none" w="med" len="med"/>
                <a:tailEnd type="none" w="med" len="med"/>
              </a:ln>
            </p:spPr>
          </p:sp>
          <p:sp>
            <p:nvSpPr>
              <p:cNvPr id="83143" name="Line 44"/>
              <p:cNvSpPr/>
              <p:nvPr/>
            </p:nvSpPr>
            <p:spPr>
              <a:xfrm>
                <a:off x="1952" y="1280"/>
                <a:ext cx="62" cy="199"/>
              </a:xfrm>
              <a:prstGeom prst="line">
                <a:avLst/>
              </a:prstGeom>
              <a:ln w="14288" cap="flat" cmpd="sng">
                <a:solidFill>
                  <a:srgbClr val="000000"/>
                </a:solidFill>
                <a:prstDash val="solid"/>
                <a:headEnd type="none" w="med" len="med"/>
                <a:tailEnd type="none" w="med" len="med"/>
              </a:ln>
            </p:spPr>
          </p:sp>
          <p:sp>
            <p:nvSpPr>
              <p:cNvPr id="83144" name="Line 45"/>
              <p:cNvSpPr/>
              <p:nvPr/>
            </p:nvSpPr>
            <p:spPr>
              <a:xfrm>
                <a:off x="2014" y="1479"/>
                <a:ext cx="128" cy="1"/>
              </a:xfrm>
              <a:prstGeom prst="line">
                <a:avLst/>
              </a:prstGeom>
              <a:ln w="14288" cap="flat" cmpd="sng">
                <a:solidFill>
                  <a:srgbClr val="000000"/>
                </a:solidFill>
                <a:prstDash val="solid"/>
                <a:headEnd type="none" w="med" len="med"/>
                <a:tailEnd type="none" w="med" len="med"/>
              </a:ln>
            </p:spPr>
          </p:sp>
        </p:grpSp>
        <p:grpSp>
          <p:nvGrpSpPr>
            <p:cNvPr id="83100" name="Group 46"/>
            <p:cNvGrpSpPr/>
            <p:nvPr/>
          </p:nvGrpSpPr>
          <p:grpSpPr>
            <a:xfrm>
              <a:off x="2142" y="1280"/>
              <a:ext cx="381" cy="200"/>
              <a:chOff x="2142" y="1280"/>
              <a:chExt cx="381" cy="200"/>
            </a:xfrm>
          </p:grpSpPr>
          <p:sp>
            <p:nvSpPr>
              <p:cNvPr id="83137" name="Line 47"/>
              <p:cNvSpPr/>
              <p:nvPr/>
            </p:nvSpPr>
            <p:spPr>
              <a:xfrm>
                <a:off x="2206" y="1280"/>
                <a:ext cx="126" cy="1"/>
              </a:xfrm>
              <a:prstGeom prst="line">
                <a:avLst/>
              </a:prstGeom>
              <a:ln w="14288" cap="flat" cmpd="sng">
                <a:solidFill>
                  <a:srgbClr val="000000"/>
                </a:solidFill>
                <a:prstDash val="solid"/>
                <a:headEnd type="none" w="med" len="med"/>
                <a:tailEnd type="none" w="med" len="med"/>
              </a:ln>
            </p:spPr>
          </p:sp>
          <p:sp>
            <p:nvSpPr>
              <p:cNvPr id="83138" name="Line 48"/>
              <p:cNvSpPr/>
              <p:nvPr/>
            </p:nvSpPr>
            <p:spPr>
              <a:xfrm flipH="1">
                <a:off x="2142" y="1280"/>
                <a:ext cx="64" cy="199"/>
              </a:xfrm>
              <a:prstGeom prst="line">
                <a:avLst/>
              </a:prstGeom>
              <a:ln w="14288" cap="flat" cmpd="sng">
                <a:solidFill>
                  <a:srgbClr val="000000"/>
                </a:solidFill>
                <a:prstDash val="solid"/>
                <a:headEnd type="none" w="med" len="med"/>
                <a:tailEnd type="none" w="med" len="med"/>
              </a:ln>
            </p:spPr>
          </p:sp>
          <p:sp>
            <p:nvSpPr>
              <p:cNvPr id="83139" name="Line 49"/>
              <p:cNvSpPr/>
              <p:nvPr/>
            </p:nvSpPr>
            <p:spPr>
              <a:xfrm>
                <a:off x="2332" y="1280"/>
                <a:ext cx="64" cy="199"/>
              </a:xfrm>
              <a:prstGeom prst="line">
                <a:avLst/>
              </a:prstGeom>
              <a:ln w="14288" cap="flat" cmpd="sng">
                <a:solidFill>
                  <a:srgbClr val="000000"/>
                </a:solidFill>
                <a:prstDash val="solid"/>
                <a:headEnd type="none" w="med" len="med"/>
                <a:tailEnd type="none" w="med" len="med"/>
              </a:ln>
            </p:spPr>
          </p:sp>
          <p:sp>
            <p:nvSpPr>
              <p:cNvPr id="83140" name="Line 50"/>
              <p:cNvSpPr/>
              <p:nvPr/>
            </p:nvSpPr>
            <p:spPr>
              <a:xfrm>
                <a:off x="2396" y="1479"/>
                <a:ext cx="127" cy="1"/>
              </a:xfrm>
              <a:prstGeom prst="line">
                <a:avLst/>
              </a:prstGeom>
              <a:ln w="14288" cap="flat" cmpd="sng">
                <a:solidFill>
                  <a:srgbClr val="000000"/>
                </a:solidFill>
                <a:prstDash val="solid"/>
                <a:headEnd type="none" w="med" len="med"/>
                <a:tailEnd type="none" w="med" len="med"/>
              </a:ln>
            </p:spPr>
          </p:sp>
        </p:grpSp>
        <p:grpSp>
          <p:nvGrpSpPr>
            <p:cNvPr id="83101" name="Group 51"/>
            <p:cNvGrpSpPr/>
            <p:nvPr/>
          </p:nvGrpSpPr>
          <p:grpSpPr>
            <a:xfrm>
              <a:off x="2523" y="1280"/>
              <a:ext cx="382" cy="200"/>
              <a:chOff x="2523" y="1280"/>
              <a:chExt cx="382" cy="200"/>
            </a:xfrm>
          </p:grpSpPr>
          <p:sp>
            <p:nvSpPr>
              <p:cNvPr id="83133" name="Line 52"/>
              <p:cNvSpPr/>
              <p:nvPr/>
            </p:nvSpPr>
            <p:spPr>
              <a:xfrm>
                <a:off x="2587" y="1280"/>
                <a:ext cx="128" cy="1"/>
              </a:xfrm>
              <a:prstGeom prst="line">
                <a:avLst/>
              </a:prstGeom>
              <a:ln w="14288" cap="flat" cmpd="sng">
                <a:solidFill>
                  <a:srgbClr val="000000"/>
                </a:solidFill>
                <a:prstDash val="solid"/>
                <a:headEnd type="none" w="med" len="med"/>
                <a:tailEnd type="none" w="med" len="med"/>
              </a:ln>
            </p:spPr>
          </p:sp>
          <p:sp>
            <p:nvSpPr>
              <p:cNvPr id="83134" name="Line 53"/>
              <p:cNvSpPr/>
              <p:nvPr/>
            </p:nvSpPr>
            <p:spPr>
              <a:xfrm flipH="1">
                <a:off x="2523" y="1280"/>
                <a:ext cx="64" cy="199"/>
              </a:xfrm>
              <a:prstGeom prst="line">
                <a:avLst/>
              </a:prstGeom>
              <a:ln w="14288" cap="flat" cmpd="sng">
                <a:solidFill>
                  <a:srgbClr val="000000"/>
                </a:solidFill>
                <a:prstDash val="solid"/>
                <a:headEnd type="none" w="med" len="med"/>
                <a:tailEnd type="none" w="med" len="med"/>
              </a:ln>
            </p:spPr>
          </p:sp>
          <p:sp>
            <p:nvSpPr>
              <p:cNvPr id="83135" name="Line 54"/>
              <p:cNvSpPr/>
              <p:nvPr/>
            </p:nvSpPr>
            <p:spPr>
              <a:xfrm>
                <a:off x="2715" y="1280"/>
                <a:ext cx="62" cy="199"/>
              </a:xfrm>
              <a:prstGeom prst="line">
                <a:avLst/>
              </a:prstGeom>
              <a:ln w="14288" cap="flat" cmpd="sng">
                <a:solidFill>
                  <a:srgbClr val="000000"/>
                </a:solidFill>
                <a:prstDash val="solid"/>
                <a:headEnd type="none" w="med" len="med"/>
                <a:tailEnd type="none" w="med" len="med"/>
              </a:ln>
            </p:spPr>
          </p:sp>
          <p:sp>
            <p:nvSpPr>
              <p:cNvPr id="83136" name="Line 55"/>
              <p:cNvSpPr/>
              <p:nvPr/>
            </p:nvSpPr>
            <p:spPr>
              <a:xfrm>
                <a:off x="2777" y="1479"/>
                <a:ext cx="128" cy="1"/>
              </a:xfrm>
              <a:prstGeom prst="line">
                <a:avLst/>
              </a:prstGeom>
              <a:ln w="14288" cap="flat" cmpd="sng">
                <a:solidFill>
                  <a:srgbClr val="000000"/>
                </a:solidFill>
                <a:prstDash val="solid"/>
                <a:headEnd type="none" w="med" len="med"/>
                <a:tailEnd type="none" w="med" len="med"/>
              </a:ln>
            </p:spPr>
          </p:sp>
        </p:grpSp>
        <p:grpSp>
          <p:nvGrpSpPr>
            <p:cNvPr id="83102" name="Group 56"/>
            <p:cNvGrpSpPr/>
            <p:nvPr/>
          </p:nvGrpSpPr>
          <p:grpSpPr>
            <a:xfrm>
              <a:off x="2905" y="1280"/>
              <a:ext cx="380" cy="200"/>
              <a:chOff x="2905" y="1280"/>
              <a:chExt cx="380" cy="200"/>
            </a:xfrm>
          </p:grpSpPr>
          <p:sp>
            <p:nvSpPr>
              <p:cNvPr id="83129" name="Line 57"/>
              <p:cNvSpPr/>
              <p:nvPr/>
            </p:nvSpPr>
            <p:spPr>
              <a:xfrm>
                <a:off x="2969" y="1280"/>
                <a:ext cx="126" cy="1"/>
              </a:xfrm>
              <a:prstGeom prst="line">
                <a:avLst/>
              </a:prstGeom>
              <a:ln w="14288" cap="flat" cmpd="sng">
                <a:solidFill>
                  <a:srgbClr val="000000"/>
                </a:solidFill>
                <a:prstDash val="solid"/>
                <a:headEnd type="none" w="med" len="med"/>
                <a:tailEnd type="none" w="med" len="med"/>
              </a:ln>
            </p:spPr>
          </p:sp>
          <p:sp>
            <p:nvSpPr>
              <p:cNvPr id="83130" name="Line 58"/>
              <p:cNvSpPr/>
              <p:nvPr/>
            </p:nvSpPr>
            <p:spPr>
              <a:xfrm flipH="1">
                <a:off x="2905" y="1280"/>
                <a:ext cx="64" cy="199"/>
              </a:xfrm>
              <a:prstGeom prst="line">
                <a:avLst/>
              </a:prstGeom>
              <a:ln w="14288" cap="flat" cmpd="sng">
                <a:solidFill>
                  <a:srgbClr val="000000"/>
                </a:solidFill>
                <a:prstDash val="solid"/>
                <a:headEnd type="none" w="med" len="med"/>
                <a:tailEnd type="none" w="med" len="med"/>
              </a:ln>
            </p:spPr>
          </p:sp>
          <p:sp>
            <p:nvSpPr>
              <p:cNvPr id="83131" name="Line 59"/>
              <p:cNvSpPr/>
              <p:nvPr/>
            </p:nvSpPr>
            <p:spPr>
              <a:xfrm>
                <a:off x="3095" y="1280"/>
                <a:ext cx="64" cy="199"/>
              </a:xfrm>
              <a:prstGeom prst="line">
                <a:avLst/>
              </a:prstGeom>
              <a:ln w="14288" cap="flat" cmpd="sng">
                <a:solidFill>
                  <a:srgbClr val="000000"/>
                </a:solidFill>
                <a:prstDash val="solid"/>
                <a:headEnd type="none" w="med" len="med"/>
                <a:tailEnd type="none" w="med" len="med"/>
              </a:ln>
            </p:spPr>
          </p:sp>
          <p:sp>
            <p:nvSpPr>
              <p:cNvPr id="83132" name="Line 60"/>
              <p:cNvSpPr/>
              <p:nvPr/>
            </p:nvSpPr>
            <p:spPr>
              <a:xfrm>
                <a:off x="3159" y="1479"/>
                <a:ext cx="126" cy="1"/>
              </a:xfrm>
              <a:prstGeom prst="line">
                <a:avLst/>
              </a:prstGeom>
              <a:ln w="14288" cap="flat" cmpd="sng">
                <a:solidFill>
                  <a:srgbClr val="000000"/>
                </a:solidFill>
                <a:prstDash val="solid"/>
                <a:headEnd type="none" w="med" len="med"/>
                <a:tailEnd type="none" w="med" len="med"/>
              </a:ln>
            </p:spPr>
          </p:sp>
        </p:grpSp>
        <p:grpSp>
          <p:nvGrpSpPr>
            <p:cNvPr id="83103" name="Group 61"/>
            <p:cNvGrpSpPr/>
            <p:nvPr/>
          </p:nvGrpSpPr>
          <p:grpSpPr>
            <a:xfrm>
              <a:off x="3285" y="1280"/>
              <a:ext cx="383" cy="200"/>
              <a:chOff x="3285" y="1280"/>
              <a:chExt cx="383" cy="200"/>
            </a:xfrm>
          </p:grpSpPr>
          <p:sp>
            <p:nvSpPr>
              <p:cNvPr id="83125" name="Line 62"/>
              <p:cNvSpPr/>
              <p:nvPr/>
            </p:nvSpPr>
            <p:spPr>
              <a:xfrm>
                <a:off x="3349" y="1280"/>
                <a:ext cx="128" cy="1"/>
              </a:xfrm>
              <a:prstGeom prst="line">
                <a:avLst/>
              </a:prstGeom>
              <a:ln w="14288" cap="flat" cmpd="sng">
                <a:solidFill>
                  <a:srgbClr val="000000"/>
                </a:solidFill>
                <a:prstDash val="solid"/>
                <a:headEnd type="none" w="med" len="med"/>
                <a:tailEnd type="none" w="med" len="med"/>
              </a:ln>
            </p:spPr>
          </p:sp>
          <p:sp>
            <p:nvSpPr>
              <p:cNvPr id="83126" name="Line 63"/>
              <p:cNvSpPr/>
              <p:nvPr/>
            </p:nvSpPr>
            <p:spPr>
              <a:xfrm flipH="1">
                <a:off x="3285" y="1280"/>
                <a:ext cx="64" cy="199"/>
              </a:xfrm>
              <a:prstGeom prst="line">
                <a:avLst/>
              </a:prstGeom>
              <a:ln w="14288" cap="flat" cmpd="sng">
                <a:solidFill>
                  <a:srgbClr val="000000"/>
                </a:solidFill>
                <a:prstDash val="solid"/>
                <a:headEnd type="none" w="med" len="med"/>
                <a:tailEnd type="none" w="med" len="med"/>
              </a:ln>
            </p:spPr>
          </p:sp>
          <p:sp>
            <p:nvSpPr>
              <p:cNvPr id="83127" name="Line 64"/>
              <p:cNvSpPr/>
              <p:nvPr/>
            </p:nvSpPr>
            <p:spPr>
              <a:xfrm>
                <a:off x="3477" y="1280"/>
                <a:ext cx="63" cy="199"/>
              </a:xfrm>
              <a:prstGeom prst="line">
                <a:avLst/>
              </a:prstGeom>
              <a:ln w="14288" cap="flat" cmpd="sng">
                <a:solidFill>
                  <a:srgbClr val="000000"/>
                </a:solidFill>
                <a:prstDash val="solid"/>
                <a:headEnd type="none" w="med" len="med"/>
                <a:tailEnd type="none" w="med" len="med"/>
              </a:ln>
            </p:spPr>
          </p:sp>
          <p:sp>
            <p:nvSpPr>
              <p:cNvPr id="83128" name="Line 65"/>
              <p:cNvSpPr/>
              <p:nvPr/>
            </p:nvSpPr>
            <p:spPr>
              <a:xfrm>
                <a:off x="3540" y="1479"/>
                <a:ext cx="128" cy="1"/>
              </a:xfrm>
              <a:prstGeom prst="line">
                <a:avLst/>
              </a:prstGeom>
              <a:ln w="14288" cap="flat" cmpd="sng">
                <a:solidFill>
                  <a:srgbClr val="000000"/>
                </a:solidFill>
                <a:prstDash val="solid"/>
                <a:headEnd type="none" w="med" len="med"/>
                <a:tailEnd type="none" w="med" len="med"/>
              </a:ln>
            </p:spPr>
          </p:sp>
        </p:grpSp>
        <p:grpSp>
          <p:nvGrpSpPr>
            <p:cNvPr id="83104" name="Group 66"/>
            <p:cNvGrpSpPr/>
            <p:nvPr/>
          </p:nvGrpSpPr>
          <p:grpSpPr>
            <a:xfrm>
              <a:off x="3668" y="1280"/>
              <a:ext cx="380" cy="200"/>
              <a:chOff x="3668" y="1280"/>
              <a:chExt cx="380" cy="200"/>
            </a:xfrm>
          </p:grpSpPr>
          <p:sp>
            <p:nvSpPr>
              <p:cNvPr id="83121" name="Line 67"/>
              <p:cNvSpPr/>
              <p:nvPr/>
            </p:nvSpPr>
            <p:spPr>
              <a:xfrm>
                <a:off x="3732" y="1280"/>
                <a:ext cx="126" cy="1"/>
              </a:xfrm>
              <a:prstGeom prst="line">
                <a:avLst/>
              </a:prstGeom>
              <a:ln w="14288" cap="flat" cmpd="sng">
                <a:solidFill>
                  <a:srgbClr val="000000"/>
                </a:solidFill>
                <a:prstDash val="solid"/>
                <a:headEnd type="none" w="med" len="med"/>
                <a:tailEnd type="none" w="med" len="med"/>
              </a:ln>
            </p:spPr>
          </p:sp>
          <p:sp>
            <p:nvSpPr>
              <p:cNvPr id="83122" name="Line 68"/>
              <p:cNvSpPr/>
              <p:nvPr/>
            </p:nvSpPr>
            <p:spPr>
              <a:xfrm flipH="1">
                <a:off x="3668" y="1280"/>
                <a:ext cx="64" cy="199"/>
              </a:xfrm>
              <a:prstGeom prst="line">
                <a:avLst/>
              </a:prstGeom>
              <a:ln w="14288" cap="flat" cmpd="sng">
                <a:solidFill>
                  <a:srgbClr val="000000"/>
                </a:solidFill>
                <a:prstDash val="solid"/>
                <a:headEnd type="none" w="med" len="med"/>
                <a:tailEnd type="none" w="med" len="med"/>
              </a:ln>
            </p:spPr>
          </p:sp>
          <p:sp>
            <p:nvSpPr>
              <p:cNvPr id="83123" name="Line 69"/>
              <p:cNvSpPr/>
              <p:nvPr/>
            </p:nvSpPr>
            <p:spPr>
              <a:xfrm>
                <a:off x="3858" y="1280"/>
                <a:ext cx="64" cy="199"/>
              </a:xfrm>
              <a:prstGeom prst="line">
                <a:avLst/>
              </a:prstGeom>
              <a:ln w="14288" cap="flat" cmpd="sng">
                <a:solidFill>
                  <a:srgbClr val="000000"/>
                </a:solidFill>
                <a:prstDash val="solid"/>
                <a:headEnd type="none" w="med" len="med"/>
                <a:tailEnd type="none" w="med" len="med"/>
              </a:ln>
            </p:spPr>
          </p:sp>
          <p:sp>
            <p:nvSpPr>
              <p:cNvPr id="83124" name="Line 70"/>
              <p:cNvSpPr/>
              <p:nvPr/>
            </p:nvSpPr>
            <p:spPr>
              <a:xfrm>
                <a:off x="3922" y="1479"/>
                <a:ext cx="126" cy="1"/>
              </a:xfrm>
              <a:prstGeom prst="line">
                <a:avLst/>
              </a:prstGeom>
              <a:ln w="14288" cap="flat" cmpd="sng">
                <a:solidFill>
                  <a:srgbClr val="000000"/>
                </a:solidFill>
                <a:prstDash val="solid"/>
                <a:headEnd type="none" w="med" len="med"/>
                <a:tailEnd type="none" w="med" len="med"/>
              </a:ln>
            </p:spPr>
          </p:sp>
        </p:grpSp>
        <p:grpSp>
          <p:nvGrpSpPr>
            <p:cNvPr id="83105" name="Group 71"/>
            <p:cNvGrpSpPr/>
            <p:nvPr/>
          </p:nvGrpSpPr>
          <p:grpSpPr>
            <a:xfrm>
              <a:off x="4048" y="1280"/>
              <a:ext cx="382" cy="200"/>
              <a:chOff x="4048" y="1280"/>
              <a:chExt cx="382" cy="200"/>
            </a:xfrm>
          </p:grpSpPr>
          <p:sp>
            <p:nvSpPr>
              <p:cNvPr id="83117" name="Line 72"/>
              <p:cNvSpPr/>
              <p:nvPr/>
            </p:nvSpPr>
            <p:spPr>
              <a:xfrm>
                <a:off x="4112" y="1280"/>
                <a:ext cx="128" cy="1"/>
              </a:xfrm>
              <a:prstGeom prst="line">
                <a:avLst/>
              </a:prstGeom>
              <a:ln w="14288" cap="flat" cmpd="sng">
                <a:solidFill>
                  <a:srgbClr val="000000"/>
                </a:solidFill>
                <a:prstDash val="solid"/>
                <a:headEnd type="none" w="med" len="med"/>
                <a:tailEnd type="none" w="med" len="med"/>
              </a:ln>
            </p:spPr>
          </p:sp>
          <p:sp>
            <p:nvSpPr>
              <p:cNvPr id="83118" name="Line 73"/>
              <p:cNvSpPr/>
              <p:nvPr/>
            </p:nvSpPr>
            <p:spPr>
              <a:xfrm flipH="1">
                <a:off x="4048" y="1280"/>
                <a:ext cx="64" cy="199"/>
              </a:xfrm>
              <a:prstGeom prst="line">
                <a:avLst/>
              </a:prstGeom>
              <a:ln w="14288" cap="flat" cmpd="sng">
                <a:solidFill>
                  <a:srgbClr val="000000"/>
                </a:solidFill>
                <a:prstDash val="solid"/>
                <a:headEnd type="none" w="med" len="med"/>
                <a:tailEnd type="none" w="med" len="med"/>
              </a:ln>
            </p:spPr>
          </p:sp>
          <p:sp>
            <p:nvSpPr>
              <p:cNvPr id="83119" name="Line 74"/>
              <p:cNvSpPr/>
              <p:nvPr/>
            </p:nvSpPr>
            <p:spPr>
              <a:xfrm>
                <a:off x="4240" y="1280"/>
                <a:ext cx="63" cy="199"/>
              </a:xfrm>
              <a:prstGeom prst="line">
                <a:avLst/>
              </a:prstGeom>
              <a:ln w="14288" cap="flat" cmpd="sng">
                <a:solidFill>
                  <a:srgbClr val="000000"/>
                </a:solidFill>
                <a:prstDash val="solid"/>
                <a:headEnd type="none" w="med" len="med"/>
                <a:tailEnd type="none" w="med" len="med"/>
              </a:ln>
            </p:spPr>
          </p:sp>
          <p:sp>
            <p:nvSpPr>
              <p:cNvPr id="83120" name="Line 75"/>
              <p:cNvSpPr/>
              <p:nvPr/>
            </p:nvSpPr>
            <p:spPr>
              <a:xfrm>
                <a:off x="4303" y="1479"/>
                <a:ext cx="127" cy="1"/>
              </a:xfrm>
              <a:prstGeom prst="line">
                <a:avLst/>
              </a:prstGeom>
              <a:ln w="14288" cap="flat" cmpd="sng">
                <a:solidFill>
                  <a:srgbClr val="000000"/>
                </a:solidFill>
                <a:prstDash val="solid"/>
                <a:headEnd type="none" w="med" len="med"/>
                <a:tailEnd type="none" w="med" len="med"/>
              </a:ln>
            </p:spPr>
          </p:sp>
        </p:grpSp>
        <p:grpSp>
          <p:nvGrpSpPr>
            <p:cNvPr id="83106" name="Group 76"/>
            <p:cNvGrpSpPr/>
            <p:nvPr/>
          </p:nvGrpSpPr>
          <p:grpSpPr>
            <a:xfrm>
              <a:off x="4430" y="1280"/>
              <a:ext cx="381" cy="200"/>
              <a:chOff x="4430" y="1280"/>
              <a:chExt cx="381" cy="200"/>
            </a:xfrm>
          </p:grpSpPr>
          <p:sp>
            <p:nvSpPr>
              <p:cNvPr id="83113" name="Line 77"/>
              <p:cNvSpPr/>
              <p:nvPr/>
            </p:nvSpPr>
            <p:spPr>
              <a:xfrm>
                <a:off x="4494" y="1280"/>
                <a:ext cx="127" cy="1"/>
              </a:xfrm>
              <a:prstGeom prst="line">
                <a:avLst/>
              </a:prstGeom>
              <a:ln w="14288" cap="flat" cmpd="sng">
                <a:solidFill>
                  <a:srgbClr val="000000"/>
                </a:solidFill>
                <a:prstDash val="solid"/>
                <a:headEnd type="none" w="med" len="med"/>
                <a:tailEnd type="none" w="med" len="med"/>
              </a:ln>
            </p:spPr>
          </p:sp>
          <p:sp>
            <p:nvSpPr>
              <p:cNvPr id="83114" name="Line 78"/>
              <p:cNvSpPr/>
              <p:nvPr/>
            </p:nvSpPr>
            <p:spPr>
              <a:xfrm flipH="1">
                <a:off x="4430" y="1280"/>
                <a:ext cx="64" cy="199"/>
              </a:xfrm>
              <a:prstGeom prst="line">
                <a:avLst/>
              </a:prstGeom>
              <a:ln w="14288" cap="flat" cmpd="sng">
                <a:solidFill>
                  <a:srgbClr val="000000"/>
                </a:solidFill>
                <a:prstDash val="solid"/>
                <a:headEnd type="none" w="med" len="med"/>
                <a:tailEnd type="none" w="med" len="med"/>
              </a:ln>
            </p:spPr>
          </p:sp>
          <p:sp>
            <p:nvSpPr>
              <p:cNvPr id="83115" name="Line 79"/>
              <p:cNvSpPr/>
              <p:nvPr/>
            </p:nvSpPr>
            <p:spPr>
              <a:xfrm>
                <a:off x="4621" y="1280"/>
                <a:ext cx="64" cy="199"/>
              </a:xfrm>
              <a:prstGeom prst="line">
                <a:avLst/>
              </a:prstGeom>
              <a:ln w="14288" cap="flat" cmpd="sng">
                <a:solidFill>
                  <a:srgbClr val="000000"/>
                </a:solidFill>
                <a:prstDash val="solid"/>
                <a:headEnd type="none" w="med" len="med"/>
                <a:tailEnd type="none" w="med" len="med"/>
              </a:ln>
            </p:spPr>
          </p:sp>
          <p:sp>
            <p:nvSpPr>
              <p:cNvPr id="83116" name="Line 80"/>
              <p:cNvSpPr/>
              <p:nvPr/>
            </p:nvSpPr>
            <p:spPr>
              <a:xfrm>
                <a:off x="4685" y="1479"/>
                <a:ext cx="126" cy="1"/>
              </a:xfrm>
              <a:prstGeom prst="line">
                <a:avLst/>
              </a:prstGeom>
              <a:ln w="14288" cap="flat" cmpd="sng">
                <a:solidFill>
                  <a:srgbClr val="000000"/>
                </a:solidFill>
                <a:prstDash val="solid"/>
                <a:headEnd type="none" w="med" len="med"/>
                <a:tailEnd type="none" w="med" len="med"/>
              </a:ln>
            </p:spPr>
          </p:sp>
        </p:grpSp>
        <p:grpSp>
          <p:nvGrpSpPr>
            <p:cNvPr id="83107" name="Group 81"/>
            <p:cNvGrpSpPr/>
            <p:nvPr/>
          </p:nvGrpSpPr>
          <p:grpSpPr>
            <a:xfrm>
              <a:off x="4811" y="1280"/>
              <a:ext cx="382" cy="200"/>
              <a:chOff x="4811" y="1280"/>
              <a:chExt cx="382" cy="200"/>
            </a:xfrm>
          </p:grpSpPr>
          <p:sp>
            <p:nvSpPr>
              <p:cNvPr id="83109" name="Line 82"/>
              <p:cNvSpPr/>
              <p:nvPr/>
            </p:nvSpPr>
            <p:spPr>
              <a:xfrm>
                <a:off x="4875" y="1280"/>
                <a:ext cx="128" cy="1"/>
              </a:xfrm>
              <a:prstGeom prst="line">
                <a:avLst/>
              </a:prstGeom>
              <a:ln w="14288" cap="flat" cmpd="sng">
                <a:solidFill>
                  <a:srgbClr val="000000"/>
                </a:solidFill>
                <a:prstDash val="solid"/>
                <a:headEnd type="none" w="med" len="med"/>
                <a:tailEnd type="none" w="med" len="med"/>
              </a:ln>
            </p:spPr>
          </p:sp>
          <p:sp>
            <p:nvSpPr>
              <p:cNvPr id="83110" name="Line 83"/>
              <p:cNvSpPr/>
              <p:nvPr/>
            </p:nvSpPr>
            <p:spPr>
              <a:xfrm flipH="1">
                <a:off x="4811" y="1280"/>
                <a:ext cx="64" cy="199"/>
              </a:xfrm>
              <a:prstGeom prst="line">
                <a:avLst/>
              </a:prstGeom>
              <a:ln w="14288" cap="flat" cmpd="sng">
                <a:solidFill>
                  <a:srgbClr val="000000"/>
                </a:solidFill>
                <a:prstDash val="solid"/>
                <a:headEnd type="none" w="med" len="med"/>
                <a:tailEnd type="none" w="med" len="med"/>
              </a:ln>
            </p:spPr>
          </p:sp>
          <p:sp>
            <p:nvSpPr>
              <p:cNvPr id="83111" name="Line 84"/>
              <p:cNvSpPr/>
              <p:nvPr/>
            </p:nvSpPr>
            <p:spPr>
              <a:xfrm>
                <a:off x="5003" y="1280"/>
                <a:ext cx="62" cy="199"/>
              </a:xfrm>
              <a:prstGeom prst="line">
                <a:avLst/>
              </a:prstGeom>
              <a:ln w="14288" cap="flat" cmpd="sng">
                <a:solidFill>
                  <a:srgbClr val="000000"/>
                </a:solidFill>
                <a:prstDash val="solid"/>
                <a:headEnd type="none" w="med" len="med"/>
                <a:tailEnd type="none" w="med" len="med"/>
              </a:ln>
            </p:spPr>
          </p:sp>
          <p:sp>
            <p:nvSpPr>
              <p:cNvPr id="83112" name="Line 85"/>
              <p:cNvSpPr/>
              <p:nvPr/>
            </p:nvSpPr>
            <p:spPr>
              <a:xfrm>
                <a:off x="5065" y="1479"/>
                <a:ext cx="128" cy="1"/>
              </a:xfrm>
              <a:prstGeom prst="line">
                <a:avLst/>
              </a:prstGeom>
              <a:ln w="14288" cap="flat" cmpd="sng">
                <a:solidFill>
                  <a:srgbClr val="000000"/>
                </a:solidFill>
                <a:prstDash val="solid"/>
                <a:headEnd type="none" w="med" len="med"/>
                <a:tailEnd type="none" w="med" len="med"/>
              </a:ln>
            </p:spPr>
          </p:sp>
        </p:grpSp>
        <p:sp>
          <p:nvSpPr>
            <p:cNvPr id="83108" name="Line 86"/>
            <p:cNvSpPr/>
            <p:nvPr/>
          </p:nvSpPr>
          <p:spPr>
            <a:xfrm flipH="1">
              <a:off x="807" y="1479"/>
              <a:ext cx="190" cy="1"/>
            </a:xfrm>
            <a:prstGeom prst="line">
              <a:avLst/>
            </a:prstGeom>
            <a:ln w="14288" cap="flat" cmpd="sng">
              <a:solidFill>
                <a:srgbClr val="000000"/>
              </a:solidFill>
              <a:prstDash val="solid"/>
              <a:headEnd type="none" w="med" len="med"/>
              <a:tailEnd type="none" w="med" len="med"/>
            </a:ln>
          </p:spPr>
        </p:sp>
      </p:grpSp>
      <p:sp>
        <p:nvSpPr>
          <p:cNvPr id="82962" name="Rectangle 87"/>
          <p:cNvSpPr/>
          <p:nvPr/>
        </p:nvSpPr>
        <p:spPr>
          <a:xfrm>
            <a:off x="612775" y="815975"/>
            <a:ext cx="34607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CLK</a:t>
            </a:r>
            <a:endParaRPr lang="en-US" altLang="zh-CN" sz="1800" b="0" dirty="0">
              <a:solidFill>
                <a:schemeClr val="tx1"/>
              </a:solidFill>
              <a:latin typeface="Arial" panose="020B0604020202020204" pitchFamily="34" charset="0"/>
            </a:endParaRPr>
          </a:p>
        </p:txBody>
      </p:sp>
      <p:sp>
        <p:nvSpPr>
          <p:cNvPr id="82963" name="Rectangle 88"/>
          <p:cNvSpPr/>
          <p:nvPr/>
        </p:nvSpPr>
        <p:spPr>
          <a:xfrm>
            <a:off x="655638" y="1416050"/>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82964" name="Rectangle 89"/>
          <p:cNvSpPr/>
          <p:nvPr/>
        </p:nvSpPr>
        <p:spPr>
          <a:xfrm>
            <a:off x="468313" y="1679575"/>
            <a:ext cx="484187"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82965" name="Rectangle 90"/>
          <p:cNvSpPr/>
          <p:nvPr/>
        </p:nvSpPr>
        <p:spPr>
          <a:xfrm>
            <a:off x="612775" y="2111375"/>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82966" name="Rectangle 91"/>
          <p:cNvSpPr/>
          <p:nvPr/>
        </p:nvSpPr>
        <p:spPr>
          <a:xfrm>
            <a:off x="541338" y="2616200"/>
            <a:ext cx="484187"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82967" name="Rectangle 92"/>
          <p:cNvSpPr/>
          <p:nvPr/>
        </p:nvSpPr>
        <p:spPr>
          <a:xfrm>
            <a:off x="541338" y="3192463"/>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82968" name="Line 93"/>
          <p:cNvSpPr/>
          <p:nvPr/>
        </p:nvSpPr>
        <p:spPr>
          <a:xfrm>
            <a:off x="971550" y="1812925"/>
            <a:ext cx="7561263" cy="1588"/>
          </a:xfrm>
          <a:prstGeom prst="line">
            <a:avLst/>
          </a:prstGeom>
          <a:ln w="14288" cap="flat" cmpd="sng">
            <a:solidFill>
              <a:srgbClr val="000000"/>
            </a:solidFill>
            <a:prstDash val="solid"/>
            <a:headEnd type="none" w="med" len="med"/>
            <a:tailEnd type="none" w="med" len="med"/>
          </a:ln>
        </p:spPr>
      </p:sp>
      <p:sp>
        <p:nvSpPr>
          <p:cNvPr id="82969" name="Rectangle 94"/>
          <p:cNvSpPr/>
          <p:nvPr/>
        </p:nvSpPr>
        <p:spPr>
          <a:xfrm>
            <a:off x="5303838" y="2289175"/>
            <a:ext cx="1516062" cy="477838"/>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2970" name="Rectangle 95"/>
          <p:cNvSpPr/>
          <p:nvPr/>
        </p:nvSpPr>
        <p:spPr>
          <a:xfrm>
            <a:off x="5451475" y="2463800"/>
            <a:ext cx="10668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自动重复计数</a:t>
            </a:r>
            <a:endParaRPr lang="zh-CN" altLang="en-US" sz="1800" b="0" dirty="0">
              <a:solidFill>
                <a:schemeClr val="tx1"/>
              </a:solidFill>
              <a:latin typeface="Arial" panose="020B0604020202020204" pitchFamily="34" charset="0"/>
            </a:endParaRPr>
          </a:p>
        </p:txBody>
      </p:sp>
      <p:sp>
        <p:nvSpPr>
          <p:cNvPr id="82972" name="Rectangle 97"/>
          <p:cNvSpPr/>
          <p:nvPr/>
        </p:nvSpPr>
        <p:spPr>
          <a:xfrm>
            <a:off x="5481638" y="21526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2973" name="Rectangle 98"/>
          <p:cNvSpPr/>
          <p:nvPr/>
        </p:nvSpPr>
        <p:spPr>
          <a:xfrm>
            <a:off x="6030913" y="21526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82974" name="Rectangle 99"/>
          <p:cNvSpPr/>
          <p:nvPr/>
        </p:nvSpPr>
        <p:spPr>
          <a:xfrm>
            <a:off x="6634163" y="21526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2975" name="Line 100"/>
          <p:cNvSpPr/>
          <p:nvPr/>
        </p:nvSpPr>
        <p:spPr>
          <a:xfrm>
            <a:off x="1116013" y="2128838"/>
            <a:ext cx="3600450" cy="1587"/>
          </a:xfrm>
          <a:prstGeom prst="line">
            <a:avLst/>
          </a:prstGeom>
          <a:ln w="14288" cap="flat" cmpd="sng">
            <a:solidFill>
              <a:srgbClr val="000000"/>
            </a:solidFill>
            <a:prstDash val="solid"/>
            <a:headEnd type="none" w="med" len="med"/>
            <a:tailEnd type="none" w="med" len="med"/>
          </a:ln>
        </p:spPr>
      </p:sp>
      <p:grpSp>
        <p:nvGrpSpPr>
          <p:cNvPr id="82976" name="Group 101"/>
          <p:cNvGrpSpPr/>
          <p:nvPr/>
        </p:nvGrpSpPr>
        <p:grpSpPr>
          <a:xfrm>
            <a:off x="1187450" y="2441575"/>
            <a:ext cx="619125" cy="12700"/>
            <a:chOff x="866" y="2277"/>
            <a:chExt cx="390" cy="8"/>
          </a:xfrm>
        </p:grpSpPr>
        <p:sp>
          <p:nvSpPr>
            <p:cNvPr id="83090" name="Freeform 102"/>
            <p:cNvSpPr/>
            <p:nvPr/>
          </p:nvSpPr>
          <p:spPr>
            <a:xfrm>
              <a:off x="866" y="2277"/>
              <a:ext cx="44" cy="8"/>
            </a:xfrm>
            <a:custGeom>
              <a:avLst/>
              <a:gdLst/>
              <a:ahLst/>
              <a:cxnLst>
                <a:cxn ang="0">
                  <a:pos x="6" y="0"/>
                </a:cxn>
                <a:cxn ang="0">
                  <a:pos x="5" y="0"/>
                </a:cxn>
                <a:cxn ang="0">
                  <a:pos x="3" y="1"/>
                </a:cxn>
                <a:cxn ang="0">
                  <a:pos x="2" y="3"/>
                </a:cxn>
                <a:cxn ang="0">
                  <a:pos x="0" y="4"/>
                </a:cxn>
                <a:cxn ang="0">
                  <a:pos x="2" y="5"/>
                </a:cxn>
                <a:cxn ang="0">
                  <a:pos x="3" y="7"/>
                </a:cxn>
                <a:cxn ang="0">
                  <a:pos x="5" y="8"/>
                </a:cxn>
                <a:cxn ang="0">
                  <a:pos x="38" y="8"/>
                </a:cxn>
                <a:cxn ang="0">
                  <a:pos x="40" y="8"/>
                </a:cxn>
                <a:cxn ang="0">
                  <a:pos x="41" y="8"/>
                </a:cxn>
                <a:cxn ang="0">
                  <a:pos x="43" y="7"/>
                </a:cxn>
                <a:cxn ang="0">
                  <a:pos x="44" y="5"/>
                </a:cxn>
                <a:cxn ang="0">
                  <a:pos x="44" y="4"/>
                </a:cxn>
                <a:cxn ang="0">
                  <a:pos x="43" y="3"/>
                </a:cxn>
                <a:cxn ang="0">
                  <a:pos x="41" y="1"/>
                </a:cxn>
                <a:cxn ang="0">
                  <a:pos x="40" y="0"/>
                </a:cxn>
                <a:cxn ang="0">
                  <a:pos x="6" y="0"/>
                </a:cxn>
              </a:cxnLst>
              <a:pathLst>
                <a:path w="44" h="8">
                  <a:moveTo>
                    <a:pt x="6" y="0"/>
                  </a:moveTo>
                  <a:lnTo>
                    <a:pt x="5" y="0"/>
                  </a:lnTo>
                  <a:lnTo>
                    <a:pt x="3" y="1"/>
                  </a:lnTo>
                  <a:lnTo>
                    <a:pt x="2" y="3"/>
                  </a:lnTo>
                  <a:lnTo>
                    <a:pt x="0" y="4"/>
                  </a:lnTo>
                  <a:lnTo>
                    <a:pt x="2" y="5"/>
                  </a:lnTo>
                  <a:lnTo>
                    <a:pt x="3" y="7"/>
                  </a:lnTo>
                  <a:lnTo>
                    <a:pt x="5" y="8"/>
                  </a:lnTo>
                  <a:lnTo>
                    <a:pt x="38" y="8"/>
                  </a:lnTo>
                  <a:lnTo>
                    <a:pt x="40" y="8"/>
                  </a:lnTo>
                  <a:lnTo>
                    <a:pt x="41" y="8"/>
                  </a:lnTo>
                  <a:lnTo>
                    <a:pt x="43" y="7"/>
                  </a:lnTo>
                  <a:lnTo>
                    <a:pt x="44" y="5"/>
                  </a:lnTo>
                  <a:lnTo>
                    <a:pt x="44" y="4"/>
                  </a:lnTo>
                  <a:lnTo>
                    <a:pt x="43" y="3"/>
                  </a:lnTo>
                  <a:lnTo>
                    <a:pt x="41" y="1"/>
                  </a:lnTo>
                  <a:lnTo>
                    <a:pt x="40" y="0"/>
                  </a:lnTo>
                  <a:lnTo>
                    <a:pt x="6" y="0"/>
                  </a:lnTo>
                  <a:close/>
                </a:path>
              </a:pathLst>
            </a:custGeom>
            <a:solidFill>
              <a:srgbClr val="000000">
                <a:alpha val="100000"/>
              </a:srgbClr>
            </a:solidFill>
            <a:ln w="9525">
              <a:noFill/>
            </a:ln>
          </p:spPr>
          <p:txBody>
            <a:bodyPr/>
            <a:p>
              <a:endParaRPr lang="zh-CN" altLang="en-US"/>
            </a:p>
          </p:txBody>
        </p:sp>
        <p:sp>
          <p:nvSpPr>
            <p:cNvPr id="83091" name="Freeform 103"/>
            <p:cNvSpPr/>
            <p:nvPr/>
          </p:nvSpPr>
          <p:spPr>
            <a:xfrm>
              <a:off x="927" y="2277"/>
              <a:ext cx="44" cy="8"/>
            </a:xfrm>
            <a:custGeom>
              <a:avLst/>
              <a:gdLst/>
              <a:ahLst/>
              <a:cxnLst>
                <a:cxn ang="0">
                  <a:pos x="5" y="0"/>
                </a:cxn>
                <a:cxn ang="0">
                  <a:pos x="3" y="0"/>
                </a:cxn>
                <a:cxn ang="0">
                  <a:pos x="2" y="1"/>
                </a:cxn>
                <a:cxn ang="0">
                  <a:pos x="0" y="3"/>
                </a:cxn>
                <a:cxn ang="0">
                  <a:pos x="0" y="4"/>
                </a:cxn>
                <a:cxn ang="0">
                  <a:pos x="0" y="5"/>
                </a:cxn>
                <a:cxn ang="0">
                  <a:pos x="0" y="7"/>
                </a:cxn>
                <a:cxn ang="0">
                  <a:pos x="2" y="8"/>
                </a:cxn>
                <a:cxn ang="0">
                  <a:pos x="3" y="8"/>
                </a:cxn>
                <a:cxn ang="0">
                  <a:pos x="38" y="8"/>
                </a:cxn>
                <a:cxn ang="0">
                  <a:pos x="40" y="8"/>
                </a:cxn>
                <a:cxn ang="0">
                  <a:pos x="41" y="8"/>
                </a:cxn>
                <a:cxn ang="0">
                  <a:pos x="43" y="7"/>
                </a:cxn>
                <a:cxn ang="0">
                  <a:pos x="44" y="5"/>
                </a:cxn>
                <a:cxn ang="0">
                  <a:pos x="44" y="4"/>
                </a:cxn>
                <a:cxn ang="0">
                  <a:pos x="43" y="3"/>
                </a:cxn>
                <a:cxn ang="0">
                  <a:pos x="41" y="1"/>
                </a:cxn>
                <a:cxn ang="0">
                  <a:pos x="40" y="0"/>
                </a:cxn>
                <a:cxn ang="0">
                  <a:pos x="5" y="0"/>
                </a:cxn>
              </a:cxnLst>
              <a:pathLst>
                <a:path w="44" h="8">
                  <a:moveTo>
                    <a:pt x="5" y="0"/>
                  </a:moveTo>
                  <a:lnTo>
                    <a:pt x="3" y="0"/>
                  </a:lnTo>
                  <a:lnTo>
                    <a:pt x="2" y="1"/>
                  </a:lnTo>
                  <a:lnTo>
                    <a:pt x="0" y="3"/>
                  </a:lnTo>
                  <a:lnTo>
                    <a:pt x="0" y="4"/>
                  </a:lnTo>
                  <a:lnTo>
                    <a:pt x="0" y="5"/>
                  </a:lnTo>
                  <a:lnTo>
                    <a:pt x="0" y="7"/>
                  </a:lnTo>
                  <a:lnTo>
                    <a:pt x="2" y="8"/>
                  </a:lnTo>
                  <a:lnTo>
                    <a:pt x="3" y="8"/>
                  </a:lnTo>
                  <a:lnTo>
                    <a:pt x="38" y="8"/>
                  </a:lnTo>
                  <a:lnTo>
                    <a:pt x="40" y="8"/>
                  </a:lnTo>
                  <a:lnTo>
                    <a:pt x="41" y="8"/>
                  </a:lnTo>
                  <a:lnTo>
                    <a:pt x="43" y="7"/>
                  </a:lnTo>
                  <a:lnTo>
                    <a:pt x="44" y="5"/>
                  </a:lnTo>
                  <a:lnTo>
                    <a:pt x="44" y="4"/>
                  </a:lnTo>
                  <a:lnTo>
                    <a:pt x="43" y="3"/>
                  </a:lnTo>
                  <a:lnTo>
                    <a:pt x="41" y="1"/>
                  </a:lnTo>
                  <a:lnTo>
                    <a:pt x="40" y="0"/>
                  </a:lnTo>
                  <a:lnTo>
                    <a:pt x="5" y="0"/>
                  </a:lnTo>
                  <a:close/>
                </a:path>
              </a:pathLst>
            </a:custGeom>
            <a:solidFill>
              <a:srgbClr val="000000">
                <a:alpha val="100000"/>
              </a:srgbClr>
            </a:solidFill>
            <a:ln w="9525">
              <a:noFill/>
            </a:ln>
          </p:spPr>
          <p:txBody>
            <a:bodyPr/>
            <a:p>
              <a:endParaRPr lang="zh-CN" altLang="en-US"/>
            </a:p>
          </p:txBody>
        </p:sp>
        <p:sp>
          <p:nvSpPr>
            <p:cNvPr id="83092" name="Freeform 104"/>
            <p:cNvSpPr/>
            <p:nvPr/>
          </p:nvSpPr>
          <p:spPr>
            <a:xfrm>
              <a:off x="989" y="2277"/>
              <a:ext cx="43" cy="8"/>
            </a:xfrm>
            <a:custGeom>
              <a:avLst/>
              <a:gdLst/>
              <a:ahLst/>
              <a:cxnLst>
                <a:cxn ang="0">
                  <a:pos x="4" y="0"/>
                </a:cxn>
                <a:cxn ang="0">
                  <a:pos x="2" y="0"/>
                </a:cxn>
                <a:cxn ang="0">
                  <a:pos x="1" y="1"/>
                </a:cxn>
                <a:cxn ang="0">
                  <a:pos x="0" y="3"/>
                </a:cxn>
                <a:cxn ang="0">
                  <a:pos x="0" y="4"/>
                </a:cxn>
                <a:cxn ang="0">
                  <a:pos x="0" y="5"/>
                </a:cxn>
                <a:cxn ang="0">
                  <a:pos x="0" y="7"/>
                </a:cxn>
                <a:cxn ang="0">
                  <a:pos x="1" y="8"/>
                </a:cxn>
                <a:cxn ang="0">
                  <a:pos x="2" y="8"/>
                </a:cxn>
                <a:cxn ang="0">
                  <a:pos x="37" y="8"/>
                </a:cxn>
                <a:cxn ang="0">
                  <a:pos x="39" y="8"/>
                </a:cxn>
                <a:cxn ang="0">
                  <a:pos x="40" y="8"/>
                </a:cxn>
                <a:cxn ang="0">
                  <a:pos x="42" y="7"/>
                </a:cxn>
                <a:cxn ang="0">
                  <a:pos x="43" y="5"/>
                </a:cxn>
                <a:cxn ang="0">
                  <a:pos x="43" y="4"/>
                </a:cxn>
                <a:cxn ang="0">
                  <a:pos x="42" y="3"/>
                </a:cxn>
                <a:cxn ang="0">
                  <a:pos x="40" y="1"/>
                </a:cxn>
                <a:cxn ang="0">
                  <a:pos x="39" y="0"/>
                </a:cxn>
                <a:cxn ang="0">
                  <a:pos x="4" y="0"/>
                </a:cxn>
              </a:cxnLst>
              <a:pathLst>
                <a:path w="43" h="8">
                  <a:moveTo>
                    <a:pt x="4" y="0"/>
                  </a:moveTo>
                  <a:lnTo>
                    <a:pt x="2" y="0"/>
                  </a:lnTo>
                  <a:lnTo>
                    <a:pt x="1" y="1"/>
                  </a:lnTo>
                  <a:lnTo>
                    <a:pt x="0" y="3"/>
                  </a:lnTo>
                  <a:lnTo>
                    <a:pt x="0" y="4"/>
                  </a:lnTo>
                  <a:lnTo>
                    <a:pt x="0" y="5"/>
                  </a:lnTo>
                  <a:lnTo>
                    <a:pt x="0" y="7"/>
                  </a:lnTo>
                  <a:lnTo>
                    <a:pt x="1" y="8"/>
                  </a:lnTo>
                  <a:lnTo>
                    <a:pt x="2" y="8"/>
                  </a:lnTo>
                  <a:lnTo>
                    <a:pt x="37" y="8"/>
                  </a:lnTo>
                  <a:lnTo>
                    <a:pt x="39" y="8"/>
                  </a:lnTo>
                  <a:lnTo>
                    <a:pt x="40" y="8"/>
                  </a:lnTo>
                  <a:lnTo>
                    <a:pt x="42" y="7"/>
                  </a:lnTo>
                  <a:lnTo>
                    <a:pt x="43" y="5"/>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3093" name="Freeform 105"/>
            <p:cNvSpPr/>
            <p:nvPr/>
          </p:nvSpPr>
          <p:spPr>
            <a:xfrm>
              <a:off x="1050" y="2277"/>
              <a:ext cx="43" cy="8"/>
            </a:xfrm>
            <a:custGeom>
              <a:avLst/>
              <a:gdLst/>
              <a:ahLst/>
              <a:cxnLst>
                <a:cxn ang="0">
                  <a:pos x="4" y="0"/>
                </a:cxn>
                <a:cxn ang="0">
                  <a:pos x="2" y="0"/>
                </a:cxn>
                <a:cxn ang="0">
                  <a:pos x="1" y="1"/>
                </a:cxn>
                <a:cxn ang="0">
                  <a:pos x="0" y="3"/>
                </a:cxn>
                <a:cxn ang="0">
                  <a:pos x="0" y="4"/>
                </a:cxn>
                <a:cxn ang="0">
                  <a:pos x="0" y="5"/>
                </a:cxn>
                <a:cxn ang="0">
                  <a:pos x="0" y="7"/>
                </a:cxn>
                <a:cxn ang="0">
                  <a:pos x="1" y="8"/>
                </a:cxn>
                <a:cxn ang="0">
                  <a:pos x="2" y="8"/>
                </a:cxn>
                <a:cxn ang="0">
                  <a:pos x="37" y="8"/>
                </a:cxn>
                <a:cxn ang="0">
                  <a:pos x="39" y="8"/>
                </a:cxn>
                <a:cxn ang="0">
                  <a:pos x="40" y="8"/>
                </a:cxn>
                <a:cxn ang="0">
                  <a:pos x="42" y="7"/>
                </a:cxn>
                <a:cxn ang="0">
                  <a:pos x="43" y="5"/>
                </a:cxn>
                <a:cxn ang="0">
                  <a:pos x="43" y="4"/>
                </a:cxn>
                <a:cxn ang="0">
                  <a:pos x="42" y="3"/>
                </a:cxn>
                <a:cxn ang="0">
                  <a:pos x="40" y="1"/>
                </a:cxn>
                <a:cxn ang="0">
                  <a:pos x="39" y="0"/>
                </a:cxn>
                <a:cxn ang="0">
                  <a:pos x="4" y="0"/>
                </a:cxn>
              </a:cxnLst>
              <a:pathLst>
                <a:path w="43" h="8">
                  <a:moveTo>
                    <a:pt x="4" y="0"/>
                  </a:moveTo>
                  <a:lnTo>
                    <a:pt x="2" y="0"/>
                  </a:lnTo>
                  <a:lnTo>
                    <a:pt x="1" y="1"/>
                  </a:lnTo>
                  <a:lnTo>
                    <a:pt x="0" y="3"/>
                  </a:lnTo>
                  <a:lnTo>
                    <a:pt x="0" y="4"/>
                  </a:lnTo>
                  <a:lnTo>
                    <a:pt x="0" y="5"/>
                  </a:lnTo>
                  <a:lnTo>
                    <a:pt x="0" y="7"/>
                  </a:lnTo>
                  <a:lnTo>
                    <a:pt x="1" y="8"/>
                  </a:lnTo>
                  <a:lnTo>
                    <a:pt x="2" y="8"/>
                  </a:lnTo>
                  <a:lnTo>
                    <a:pt x="37" y="8"/>
                  </a:lnTo>
                  <a:lnTo>
                    <a:pt x="39" y="8"/>
                  </a:lnTo>
                  <a:lnTo>
                    <a:pt x="40" y="8"/>
                  </a:lnTo>
                  <a:lnTo>
                    <a:pt x="42" y="7"/>
                  </a:lnTo>
                  <a:lnTo>
                    <a:pt x="43" y="5"/>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3094" name="Freeform 106"/>
            <p:cNvSpPr/>
            <p:nvPr/>
          </p:nvSpPr>
          <p:spPr>
            <a:xfrm>
              <a:off x="1111" y="2277"/>
              <a:ext cx="43" cy="8"/>
            </a:xfrm>
            <a:custGeom>
              <a:avLst/>
              <a:gdLst/>
              <a:ahLst/>
              <a:cxnLst>
                <a:cxn ang="0">
                  <a:pos x="4" y="0"/>
                </a:cxn>
                <a:cxn ang="0">
                  <a:pos x="2" y="0"/>
                </a:cxn>
                <a:cxn ang="0">
                  <a:pos x="1" y="1"/>
                </a:cxn>
                <a:cxn ang="0">
                  <a:pos x="0" y="3"/>
                </a:cxn>
                <a:cxn ang="0">
                  <a:pos x="0" y="4"/>
                </a:cxn>
                <a:cxn ang="0">
                  <a:pos x="0" y="5"/>
                </a:cxn>
                <a:cxn ang="0">
                  <a:pos x="0" y="7"/>
                </a:cxn>
                <a:cxn ang="0">
                  <a:pos x="1" y="8"/>
                </a:cxn>
                <a:cxn ang="0">
                  <a:pos x="2" y="8"/>
                </a:cxn>
                <a:cxn ang="0">
                  <a:pos x="37" y="8"/>
                </a:cxn>
                <a:cxn ang="0">
                  <a:pos x="39" y="8"/>
                </a:cxn>
                <a:cxn ang="0">
                  <a:pos x="40" y="8"/>
                </a:cxn>
                <a:cxn ang="0">
                  <a:pos x="42" y="7"/>
                </a:cxn>
                <a:cxn ang="0">
                  <a:pos x="43" y="5"/>
                </a:cxn>
                <a:cxn ang="0">
                  <a:pos x="43" y="4"/>
                </a:cxn>
                <a:cxn ang="0">
                  <a:pos x="42" y="3"/>
                </a:cxn>
                <a:cxn ang="0">
                  <a:pos x="40" y="1"/>
                </a:cxn>
                <a:cxn ang="0">
                  <a:pos x="39" y="0"/>
                </a:cxn>
                <a:cxn ang="0">
                  <a:pos x="4" y="0"/>
                </a:cxn>
              </a:cxnLst>
              <a:pathLst>
                <a:path w="43" h="8">
                  <a:moveTo>
                    <a:pt x="4" y="0"/>
                  </a:moveTo>
                  <a:lnTo>
                    <a:pt x="2" y="0"/>
                  </a:lnTo>
                  <a:lnTo>
                    <a:pt x="1" y="1"/>
                  </a:lnTo>
                  <a:lnTo>
                    <a:pt x="0" y="3"/>
                  </a:lnTo>
                  <a:lnTo>
                    <a:pt x="0" y="4"/>
                  </a:lnTo>
                  <a:lnTo>
                    <a:pt x="0" y="5"/>
                  </a:lnTo>
                  <a:lnTo>
                    <a:pt x="0" y="7"/>
                  </a:lnTo>
                  <a:lnTo>
                    <a:pt x="1" y="8"/>
                  </a:lnTo>
                  <a:lnTo>
                    <a:pt x="2" y="8"/>
                  </a:lnTo>
                  <a:lnTo>
                    <a:pt x="37" y="8"/>
                  </a:lnTo>
                  <a:lnTo>
                    <a:pt x="39" y="8"/>
                  </a:lnTo>
                  <a:lnTo>
                    <a:pt x="40" y="8"/>
                  </a:lnTo>
                  <a:lnTo>
                    <a:pt x="42" y="7"/>
                  </a:lnTo>
                  <a:lnTo>
                    <a:pt x="43" y="5"/>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3095" name="Freeform 107"/>
            <p:cNvSpPr/>
            <p:nvPr/>
          </p:nvSpPr>
          <p:spPr>
            <a:xfrm>
              <a:off x="1172" y="2277"/>
              <a:ext cx="43" cy="8"/>
            </a:xfrm>
            <a:custGeom>
              <a:avLst/>
              <a:gdLst/>
              <a:ahLst/>
              <a:cxnLst>
                <a:cxn ang="0">
                  <a:pos x="4" y="0"/>
                </a:cxn>
                <a:cxn ang="0">
                  <a:pos x="2" y="0"/>
                </a:cxn>
                <a:cxn ang="0">
                  <a:pos x="1" y="1"/>
                </a:cxn>
                <a:cxn ang="0">
                  <a:pos x="0" y="3"/>
                </a:cxn>
                <a:cxn ang="0">
                  <a:pos x="0" y="4"/>
                </a:cxn>
                <a:cxn ang="0">
                  <a:pos x="0" y="5"/>
                </a:cxn>
                <a:cxn ang="0">
                  <a:pos x="0" y="7"/>
                </a:cxn>
                <a:cxn ang="0">
                  <a:pos x="1" y="8"/>
                </a:cxn>
                <a:cxn ang="0">
                  <a:pos x="2" y="8"/>
                </a:cxn>
                <a:cxn ang="0">
                  <a:pos x="37" y="8"/>
                </a:cxn>
                <a:cxn ang="0">
                  <a:pos x="39" y="8"/>
                </a:cxn>
                <a:cxn ang="0">
                  <a:pos x="40" y="8"/>
                </a:cxn>
                <a:cxn ang="0">
                  <a:pos x="42" y="7"/>
                </a:cxn>
                <a:cxn ang="0">
                  <a:pos x="43" y="5"/>
                </a:cxn>
                <a:cxn ang="0">
                  <a:pos x="43" y="4"/>
                </a:cxn>
                <a:cxn ang="0">
                  <a:pos x="42" y="3"/>
                </a:cxn>
                <a:cxn ang="0">
                  <a:pos x="40" y="1"/>
                </a:cxn>
                <a:cxn ang="0">
                  <a:pos x="39" y="0"/>
                </a:cxn>
                <a:cxn ang="0">
                  <a:pos x="4" y="0"/>
                </a:cxn>
              </a:cxnLst>
              <a:pathLst>
                <a:path w="43" h="8">
                  <a:moveTo>
                    <a:pt x="4" y="0"/>
                  </a:moveTo>
                  <a:lnTo>
                    <a:pt x="2" y="0"/>
                  </a:lnTo>
                  <a:lnTo>
                    <a:pt x="1" y="1"/>
                  </a:lnTo>
                  <a:lnTo>
                    <a:pt x="0" y="3"/>
                  </a:lnTo>
                  <a:lnTo>
                    <a:pt x="0" y="4"/>
                  </a:lnTo>
                  <a:lnTo>
                    <a:pt x="0" y="5"/>
                  </a:lnTo>
                  <a:lnTo>
                    <a:pt x="0" y="7"/>
                  </a:lnTo>
                  <a:lnTo>
                    <a:pt x="1" y="8"/>
                  </a:lnTo>
                  <a:lnTo>
                    <a:pt x="2" y="8"/>
                  </a:lnTo>
                  <a:lnTo>
                    <a:pt x="37" y="8"/>
                  </a:lnTo>
                  <a:lnTo>
                    <a:pt x="39" y="8"/>
                  </a:lnTo>
                  <a:lnTo>
                    <a:pt x="40" y="8"/>
                  </a:lnTo>
                  <a:lnTo>
                    <a:pt x="42" y="7"/>
                  </a:lnTo>
                  <a:lnTo>
                    <a:pt x="43" y="5"/>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3096" name="Freeform 108"/>
            <p:cNvSpPr/>
            <p:nvPr/>
          </p:nvSpPr>
          <p:spPr>
            <a:xfrm>
              <a:off x="1233" y="2277"/>
              <a:ext cx="23" cy="8"/>
            </a:xfrm>
            <a:custGeom>
              <a:avLst/>
              <a:gdLst/>
              <a:ahLst/>
              <a:cxnLst>
                <a:cxn ang="0">
                  <a:pos x="4" y="0"/>
                </a:cxn>
                <a:cxn ang="0">
                  <a:pos x="2" y="0"/>
                </a:cxn>
                <a:cxn ang="0">
                  <a:pos x="1" y="1"/>
                </a:cxn>
                <a:cxn ang="0">
                  <a:pos x="0" y="3"/>
                </a:cxn>
                <a:cxn ang="0">
                  <a:pos x="0" y="4"/>
                </a:cxn>
                <a:cxn ang="0">
                  <a:pos x="0" y="5"/>
                </a:cxn>
                <a:cxn ang="0">
                  <a:pos x="0" y="7"/>
                </a:cxn>
                <a:cxn ang="0">
                  <a:pos x="1" y="8"/>
                </a:cxn>
                <a:cxn ang="0">
                  <a:pos x="2" y="8"/>
                </a:cxn>
                <a:cxn ang="0">
                  <a:pos x="18" y="8"/>
                </a:cxn>
                <a:cxn ang="0">
                  <a:pos x="20" y="7"/>
                </a:cxn>
                <a:cxn ang="0">
                  <a:pos x="21" y="5"/>
                </a:cxn>
                <a:cxn ang="0">
                  <a:pos x="23" y="4"/>
                </a:cxn>
                <a:cxn ang="0">
                  <a:pos x="21" y="3"/>
                </a:cxn>
                <a:cxn ang="0">
                  <a:pos x="20" y="1"/>
                </a:cxn>
                <a:cxn ang="0">
                  <a:pos x="20" y="0"/>
                </a:cxn>
                <a:cxn ang="0">
                  <a:pos x="4" y="0"/>
                </a:cxn>
              </a:cxnLst>
              <a:pathLst>
                <a:path w="23" h="8">
                  <a:moveTo>
                    <a:pt x="4" y="0"/>
                  </a:moveTo>
                  <a:lnTo>
                    <a:pt x="2" y="0"/>
                  </a:lnTo>
                  <a:lnTo>
                    <a:pt x="1" y="1"/>
                  </a:lnTo>
                  <a:lnTo>
                    <a:pt x="0" y="3"/>
                  </a:lnTo>
                  <a:lnTo>
                    <a:pt x="0" y="4"/>
                  </a:lnTo>
                  <a:lnTo>
                    <a:pt x="0" y="5"/>
                  </a:lnTo>
                  <a:lnTo>
                    <a:pt x="0" y="7"/>
                  </a:lnTo>
                  <a:lnTo>
                    <a:pt x="1" y="8"/>
                  </a:lnTo>
                  <a:lnTo>
                    <a:pt x="2" y="8"/>
                  </a:lnTo>
                  <a:lnTo>
                    <a:pt x="18" y="8"/>
                  </a:lnTo>
                  <a:lnTo>
                    <a:pt x="20" y="7"/>
                  </a:lnTo>
                  <a:lnTo>
                    <a:pt x="21" y="5"/>
                  </a:lnTo>
                  <a:lnTo>
                    <a:pt x="23" y="4"/>
                  </a:lnTo>
                  <a:lnTo>
                    <a:pt x="21" y="3"/>
                  </a:lnTo>
                  <a:lnTo>
                    <a:pt x="20" y="1"/>
                  </a:lnTo>
                  <a:lnTo>
                    <a:pt x="20" y="0"/>
                  </a:lnTo>
                  <a:lnTo>
                    <a:pt x="4" y="0"/>
                  </a:lnTo>
                  <a:close/>
                </a:path>
              </a:pathLst>
            </a:custGeom>
            <a:solidFill>
              <a:srgbClr val="000000">
                <a:alpha val="100000"/>
              </a:srgbClr>
            </a:solidFill>
            <a:ln w="9525">
              <a:noFill/>
            </a:ln>
          </p:spPr>
          <p:txBody>
            <a:bodyPr/>
            <a:p>
              <a:endParaRPr lang="zh-CN" altLang="en-US"/>
            </a:p>
          </p:txBody>
        </p:sp>
      </p:grpSp>
      <p:grpSp>
        <p:nvGrpSpPr>
          <p:cNvPr id="82977" name="Group 109"/>
          <p:cNvGrpSpPr/>
          <p:nvPr/>
        </p:nvGrpSpPr>
        <p:grpSpPr>
          <a:xfrm>
            <a:off x="1792288" y="2122488"/>
            <a:ext cx="115887" cy="331787"/>
            <a:chOff x="1247" y="2076"/>
            <a:chExt cx="73" cy="209"/>
          </a:xfrm>
        </p:grpSpPr>
        <p:sp>
          <p:nvSpPr>
            <p:cNvPr id="83086" name="Freeform 110"/>
            <p:cNvSpPr/>
            <p:nvPr/>
          </p:nvSpPr>
          <p:spPr>
            <a:xfrm>
              <a:off x="1247" y="2243"/>
              <a:ext cx="19" cy="42"/>
            </a:xfrm>
            <a:custGeom>
              <a:avLst/>
              <a:gdLst/>
              <a:ahLst/>
              <a:cxnLst>
                <a:cxn ang="0">
                  <a:pos x="0" y="38"/>
                </a:cxn>
                <a:cxn ang="0">
                  <a:pos x="0" y="38"/>
                </a:cxn>
                <a:cxn ang="0">
                  <a:pos x="2" y="39"/>
                </a:cxn>
                <a:cxn ang="0">
                  <a:pos x="3" y="41"/>
                </a:cxn>
                <a:cxn ang="0">
                  <a:pos x="4" y="42"/>
                </a:cxn>
                <a:cxn ang="0">
                  <a:pos x="6" y="41"/>
                </a:cxn>
                <a:cxn ang="0">
                  <a:pos x="7" y="39"/>
                </a:cxn>
                <a:cxn ang="0">
                  <a:pos x="9" y="39"/>
                </a:cxn>
                <a:cxn ang="0">
                  <a:pos x="19" y="6"/>
                </a:cxn>
                <a:cxn ang="0">
                  <a:pos x="19" y="5"/>
                </a:cxn>
                <a:cxn ang="0">
                  <a:pos x="19" y="3"/>
                </a:cxn>
                <a:cxn ang="0">
                  <a:pos x="18" y="2"/>
                </a:cxn>
                <a:cxn ang="0">
                  <a:pos x="16" y="0"/>
                </a:cxn>
                <a:cxn ang="0">
                  <a:pos x="15" y="0"/>
                </a:cxn>
                <a:cxn ang="0">
                  <a:pos x="13" y="2"/>
                </a:cxn>
                <a:cxn ang="0">
                  <a:pos x="12" y="3"/>
                </a:cxn>
                <a:cxn ang="0">
                  <a:pos x="10" y="5"/>
                </a:cxn>
                <a:cxn ang="0">
                  <a:pos x="0" y="38"/>
                </a:cxn>
              </a:cxnLst>
              <a:pathLst>
                <a:path w="19" h="42">
                  <a:moveTo>
                    <a:pt x="0" y="38"/>
                  </a:moveTo>
                  <a:lnTo>
                    <a:pt x="0" y="38"/>
                  </a:lnTo>
                  <a:lnTo>
                    <a:pt x="2" y="39"/>
                  </a:lnTo>
                  <a:lnTo>
                    <a:pt x="3" y="41"/>
                  </a:lnTo>
                  <a:lnTo>
                    <a:pt x="4" y="42"/>
                  </a:lnTo>
                  <a:lnTo>
                    <a:pt x="6" y="41"/>
                  </a:lnTo>
                  <a:lnTo>
                    <a:pt x="7" y="39"/>
                  </a:lnTo>
                  <a:lnTo>
                    <a:pt x="9" y="39"/>
                  </a:lnTo>
                  <a:lnTo>
                    <a:pt x="19" y="6"/>
                  </a:lnTo>
                  <a:lnTo>
                    <a:pt x="19" y="5"/>
                  </a:lnTo>
                  <a:lnTo>
                    <a:pt x="19" y="3"/>
                  </a:lnTo>
                  <a:lnTo>
                    <a:pt x="18" y="2"/>
                  </a:lnTo>
                  <a:lnTo>
                    <a:pt x="16" y="0"/>
                  </a:lnTo>
                  <a:lnTo>
                    <a:pt x="15" y="0"/>
                  </a:lnTo>
                  <a:lnTo>
                    <a:pt x="13" y="2"/>
                  </a:lnTo>
                  <a:lnTo>
                    <a:pt x="12" y="3"/>
                  </a:lnTo>
                  <a:lnTo>
                    <a:pt x="10" y="5"/>
                  </a:lnTo>
                  <a:lnTo>
                    <a:pt x="0" y="38"/>
                  </a:lnTo>
                  <a:close/>
                </a:path>
              </a:pathLst>
            </a:custGeom>
            <a:solidFill>
              <a:srgbClr val="000000">
                <a:alpha val="100000"/>
              </a:srgbClr>
            </a:solidFill>
            <a:ln w="9525">
              <a:noFill/>
            </a:ln>
          </p:spPr>
          <p:txBody>
            <a:bodyPr/>
            <a:p>
              <a:endParaRPr lang="zh-CN" altLang="en-US"/>
            </a:p>
          </p:txBody>
        </p:sp>
        <p:sp>
          <p:nvSpPr>
            <p:cNvPr id="83087" name="Freeform 111"/>
            <p:cNvSpPr/>
            <p:nvPr/>
          </p:nvSpPr>
          <p:spPr>
            <a:xfrm>
              <a:off x="1266" y="2185"/>
              <a:ext cx="19" cy="42"/>
            </a:xfrm>
            <a:custGeom>
              <a:avLst/>
              <a:gdLst/>
              <a:ahLst/>
              <a:cxnLst>
                <a:cxn ang="0">
                  <a:pos x="0" y="36"/>
                </a:cxn>
                <a:cxn ang="0">
                  <a:pos x="0" y="38"/>
                </a:cxn>
                <a:cxn ang="0">
                  <a:pos x="0" y="39"/>
                </a:cxn>
                <a:cxn ang="0">
                  <a:pos x="1" y="41"/>
                </a:cxn>
                <a:cxn ang="0">
                  <a:pos x="3" y="42"/>
                </a:cxn>
                <a:cxn ang="0">
                  <a:pos x="4" y="42"/>
                </a:cxn>
                <a:cxn ang="0">
                  <a:pos x="6" y="41"/>
                </a:cxn>
                <a:cxn ang="0">
                  <a:pos x="7" y="39"/>
                </a:cxn>
                <a:cxn ang="0">
                  <a:pos x="9" y="38"/>
                </a:cxn>
                <a:cxn ang="0">
                  <a:pos x="19" y="6"/>
                </a:cxn>
                <a:cxn ang="0">
                  <a:pos x="19" y="4"/>
                </a:cxn>
                <a:cxn ang="0">
                  <a:pos x="19" y="3"/>
                </a:cxn>
                <a:cxn ang="0">
                  <a:pos x="17" y="1"/>
                </a:cxn>
                <a:cxn ang="0">
                  <a:pos x="16" y="0"/>
                </a:cxn>
                <a:cxn ang="0">
                  <a:pos x="15" y="0"/>
                </a:cxn>
                <a:cxn ang="0">
                  <a:pos x="13" y="1"/>
                </a:cxn>
                <a:cxn ang="0">
                  <a:pos x="12" y="3"/>
                </a:cxn>
                <a:cxn ang="0">
                  <a:pos x="10" y="4"/>
                </a:cxn>
                <a:cxn ang="0">
                  <a:pos x="0" y="36"/>
                </a:cxn>
              </a:cxnLst>
              <a:pathLst>
                <a:path w="19" h="42">
                  <a:moveTo>
                    <a:pt x="0" y="36"/>
                  </a:moveTo>
                  <a:lnTo>
                    <a:pt x="0" y="38"/>
                  </a:lnTo>
                  <a:lnTo>
                    <a:pt x="0" y="39"/>
                  </a:lnTo>
                  <a:lnTo>
                    <a:pt x="1" y="41"/>
                  </a:lnTo>
                  <a:lnTo>
                    <a:pt x="3" y="42"/>
                  </a:lnTo>
                  <a:lnTo>
                    <a:pt x="4" y="42"/>
                  </a:lnTo>
                  <a:lnTo>
                    <a:pt x="6" y="41"/>
                  </a:lnTo>
                  <a:lnTo>
                    <a:pt x="7" y="39"/>
                  </a:lnTo>
                  <a:lnTo>
                    <a:pt x="9" y="38"/>
                  </a:lnTo>
                  <a:lnTo>
                    <a:pt x="19" y="6"/>
                  </a:lnTo>
                  <a:lnTo>
                    <a:pt x="19" y="4"/>
                  </a:lnTo>
                  <a:lnTo>
                    <a:pt x="19" y="3"/>
                  </a:lnTo>
                  <a:lnTo>
                    <a:pt x="17" y="1"/>
                  </a:lnTo>
                  <a:lnTo>
                    <a:pt x="16" y="0"/>
                  </a:lnTo>
                  <a:lnTo>
                    <a:pt x="15" y="0"/>
                  </a:lnTo>
                  <a:lnTo>
                    <a:pt x="13" y="1"/>
                  </a:lnTo>
                  <a:lnTo>
                    <a:pt x="12" y="3"/>
                  </a:lnTo>
                  <a:lnTo>
                    <a:pt x="10" y="4"/>
                  </a:lnTo>
                  <a:lnTo>
                    <a:pt x="0" y="36"/>
                  </a:lnTo>
                  <a:close/>
                </a:path>
              </a:pathLst>
            </a:custGeom>
            <a:solidFill>
              <a:srgbClr val="000000">
                <a:alpha val="100000"/>
              </a:srgbClr>
            </a:solidFill>
            <a:ln w="9525">
              <a:noFill/>
            </a:ln>
          </p:spPr>
          <p:txBody>
            <a:bodyPr/>
            <a:p>
              <a:endParaRPr lang="zh-CN" altLang="en-US"/>
            </a:p>
          </p:txBody>
        </p:sp>
        <p:sp>
          <p:nvSpPr>
            <p:cNvPr id="83088" name="Freeform 112"/>
            <p:cNvSpPr/>
            <p:nvPr/>
          </p:nvSpPr>
          <p:spPr>
            <a:xfrm>
              <a:off x="1285" y="2127"/>
              <a:ext cx="19" cy="42"/>
            </a:xfrm>
            <a:custGeom>
              <a:avLst/>
              <a:gdLst/>
              <a:ahLst/>
              <a:cxnLst>
                <a:cxn ang="0">
                  <a:pos x="0" y="36"/>
                </a:cxn>
                <a:cxn ang="0">
                  <a:pos x="0" y="38"/>
                </a:cxn>
                <a:cxn ang="0">
                  <a:pos x="0" y="39"/>
                </a:cxn>
                <a:cxn ang="0">
                  <a:pos x="1" y="40"/>
                </a:cxn>
                <a:cxn ang="0">
                  <a:pos x="3" y="42"/>
                </a:cxn>
                <a:cxn ang="0">
                  <a:pos x="4" y="42"/>
                </a:cxn>
                <a:cxn ang="0">
                  <a:pos x="6" y="40"/>
                </a:cxn>
                <a:cxn ang="0">
                  <a:pos x="7" y="39"/>
                </a:cxn>
                <a:cxn ang="0">
                  <a:pos x="9" y="38"/>
                </a:cxn>
                <a:cxn ang="0">
                  <a:pos x="19" y="6"/>
                </a:cxn>
                <a:cxn ang="0">
                  <a:pos x="19" y="4"/>
                </a:cxn>
                <a:cxn ang="0">
                  <a:pos x="17" y="3"/>
                </a:cxn>
                <a:cxn ang="0">
                  <a:pos x="16" y="1"/>
                </a:cxn>
                <a:cxn ang="0">
                  <a:pos x="14" y="0"/>
                </a:cxn>
                <a:cxn ang="0">
                  <a:pos x="13" y="0"/>
                </a:cxn>
                <a:cxn ang="0">
                  <a:pos x="12" y="1"/>
                </a:cxn>
                <a:cxn ang="0">
                  <a:pos x="10" y="3"/>
                </a:cxn>
                <a:cxn ang="0">
                  <a:pos x="10" y="4"/>
                </a:cxn>
                <a:cxn ang="0">
                  <a:pos x="0" y="36"/>
                </a:cxn>
              </a:cxnLst>
              <a:pathLst>
                <a:path w="19" h="42">
                  <a:moveTo>
                    <a:pt x="0" y="36"/>
                  </a:moveTo>
                  <a:lnTo>
                    <a:pt x="0" y="38"/>
                  </a:lnTo>
                  <a:lnTo>
                    <a:pt x="0" y="39"/>
                  </a:lnTo>
                  <a:lnTo>
                    <a:pt x="1" y="40"/>
                  </a:lnTo>
                  <a:lnTo>
                    <a:pt x="3" y="42"/>
                  </a:lnTo>
                  <a:lnTo>
                    <a:pt x="4" y="42"/>
                  </a:lnTo>
                  <a:lnTo>
                    <a:pt x="6" y="40"/>
                  </a:lnTo>
                  <a:lnTo>
                    <a:pt x="7" y="39"/>
                  </a:lnTo>
                  <a:lnTo>
                    <a:pt x="9" y="38"/>
                  </a:lnTo>
                  <a:lnTo>
                    <a:pt x="19" y="6"/>
                  </a:lnTo>
                  <a:lnTo>
                    <a:pt x="19" y="4"/>
                  </a:lnTo>
                  <a:lnTo>
                    <a:pt x="17" y="3"/>
                  </a:lnTo>
                  <a:lnTo>
                    <a:pt x="16" y="1"/>
                  </a:lnTo>
                  <a:lnTo>
                    <a:pt x="14" y="0"/>
                  </a:lnTo>
                  <a:lnTo>
                    <a:pt x="13" y="0"/>
                  </a:lnTo>
                  <a:lnTo>
                    <a:pt x="12" y="1"/>
                  </a:lnTo>
                  <a:lnTo>
                    <a:pt x="10" y="3"/>
                  </a:lnTo>
                  <a:lnTo>
                    <a:pt x="10" y="4"/>
                  </a:lnTo>
                  <a:lnTo>
                    <a:pt x="0" y="36"/>
                  </a:lnTo>
                  <a:close/>
                </a:path>
              </a:pathLst>
            </a:custGeom>
            <a:solidFill>
              <a:srgbClr val="000000">
                <a:alpha val="100000"/>
              </a:srgbClr>
            </a:solidFill>
            <a:ln w="9525">
              <a:noFill/>
            </a:ln>
          </p:spPr>
          <p:txBody>
            <a:bodyPr/>
            <a:p>
              <a:endParaRPr lang="zh-CN" altLang="en-US"/>
            </a:p>
          </p:txBody>
        </p:sp>
        <p:sp>
          <p:nvSpPr>
            <p:cNvPr id="83089" name="Freeform 113"/>
            <p:cNvSpPr/>
            <p:nvPr/>
          </p:nvSpPr>
          <p:spPr>
            <a:xfrm>
              <a:off x="1302" y="2076"/>
              <a:ext cx="18" cy="35"/>
            </a:xfrm>
            <a:custGeom>
              <a:avLst/>
              <a:gdLst/>
              <a:ahLst/>
              <a:cxnLst>
                <a:cxn ang="0">
                  <a:pos x="0" y="29"/>
                </a:cxn>
                <a:cxn ang="0">
                  <a:pos x="0" y="30"/>
                </a:cxn>
                <a:cxn ang="0">
                  <a:pos x="2" y="32"/>
                </a:cxn>
                <a:cxn ang="0">
                  <a:pos x="3" y="33"/>
                </a:cxn>
                <a:cxn ang="0">
                  <a:pos x="5" y="35"/>
                </a:cxn>
                <a:cxn ang="0">
                  <a:pos x="6" y="35"/>
                </a:cxn>
                <a:cxn ang="0">
                  <a:pos x="8" y="33"/>
                </a:cxn>
                <a:cxn ang="0">
                  <a:pos x="9" y="32"/>
                </a:cxn>
                <a:cxn ang="0">
                  <a:pos x="9" y="30"/>
                </a:cxn>
                <a:cxn ang="0">
                  <a:pos x="18" y="6"/>
                </a:cxn>
                <a:cxn ang="0">
                  <a:pos x="18" y="4"/>
                </a:cxn>
                <a:cxn ang="0">
                  <a:pos x="16" y="3"/>
                </a:cxn>
                <a:cxn ang="0">
                  <a:pos x="15" y="1"/>
                </a:cxn>
                <a:cxn ang="0">
                  <a:pos x="13" y="0"/>
                </a:cxn>
                <a:cxn ang="0">
                  <a:pos x="12" y="1"/>
                </a:cxn>
                <a:cxn ang="0">
                  <a:pos x="10" y="3"/>
                </a:cxn>
                <a:cxn ang="0">
                  <a:pos x="9" y="4"/>
                </a:cxn>
                <a:cxn ang="0">
                  <a:pos x="0" y="29"/>
                </a:cxn>
              </a:cxnLst>
              <a:pathLst>
                <a:path w="18" h="35">
                  <a:moveTo>
                    <a:pt x="0" y="29"/>
                  </a:moveTo>
                  <a:lnTo>
                    <a:pt x="0" y="30"/>
                  </a:lnTo>
                  <a:lnTo>
                    <a:pt x="2" y="32"/>
                  </a:lnTo>
                  <a:lnTo>
                    <a:pt x="3" y="33"/>
                  </a:lnTo>
                  <a:lnTo>
                    <a:pt x="5" y="35"/>
                  </a:lnTo>
                  <a:lnTo>
                    <a:pt x="6" y="35"/>
                  </a:lnTo>
                  <a:lnTo>
                    <a:pt x="8" y="33"/>
                  </a:lnTo>
                  <a:lnTo>
                    <a:pt x="9" y="32"/>
                  </a:lnTo>
                  <a:lnTo>
                    <a:pt x="9" y="30"/>
                  </a:lnTo>
                  <a:lnTo>
                    <a:pt x="18" y="6"/>
                  </a:lnTo>
                  <a:lnTo>
                    <a:pt x="18" y="4"/>
                  </a:lnTo>
                  <a:lnTo>
                    <a:pt x="16" y="3"/>
                  </a:lnTo>
                  <a:lnTo>
                    <a:pt x="15" y="1"/>
                  </a:lnTo>
                  <a:lnTo>
                    <a:pt x="13" y="0"/>
                  </a:lnTo>
                  <a:lnTo>
                    <a:pt x="12" y="1"/>
                  </a:lnTo>
                  <a:lnTo>
                    <a:pt x="10" y="3"/>
                  </a:lnTo>
                  <a:lnTo>
                    <a:pt x="9" y="4"/>
                  </a:lnTo>
                  <a:lnTo>
                    <a:pt x="0" y="29"/>
                  </a:lnTo>
                  <a:close/>
                </a:path>
              </a:pathLst>
            </a:custGeom>
            <a:solidFill>
              <a:srgbClr val="000000">
                <a:alpha val="100000"/>
              </a:srgbClr>
            </a:solidFill>
            <a:ln w="9525">
              <a:noFill/>
            </a:ln>
          </p:spPr>
          <p:txBody>
            <a:bodyPr/>
            <a:p>
              <a:endParaRPr lang="zh-CN" altLang="en-US"/>
            </a:p>
          </p:txBody>
        </p:sp>
      </p:grpSp>
      <p:sp>
        <p:nvSpPr>
          <p:cNvPr id="82978" name="Line 114"/>
          <p:cNvSpPr/>
          <p:nvPr/>
        </p:nvSpPr>
        <p:spPr>
          <a:xfrm>
            <a:off x="4092575" y="2128838"/>
            <a:ext cx="1588" cy="160337"/>
          </a:xfrm>
          <a:prstGeom prst="line">
            <a:avLst/>
          </a:prstGeom>
          <a:ln w="14288" cap="flat" cmpd="sng">
            <a:solidFill>
              <a:srgbClr val="000000"/>
            </a:solidFill>
            <a:prstDash val="solid"/>
            <a:headEnd type="none" w="med" len="med"/>
            <a:tailEnd type="none" w="med" len="med"/>
          </a:ln>
        </p:spPr>
      </p:sp>
      <p:sp>
        <p:nvSpPr>
          <p:cNvPr id="82979" name="Line 115"/>
          <p:cNvSpPr/>
          <p:nvPr/>
        </p:nvSpPr>
        <p:spPr>
          <a:xfrm>
            <a:off x="4697413" y="2128838"/>
            <a:ext cx="101600" cy="319087"/>
          </a:xfrm>
          <a:prstGeom prst="line">
            <a:avLst/>
          </a:prstGeom>
          <a:ln w="14288" cap="flat" cmpd="sng">
            <a:solidFill>
              <a:srgbClr val="000000"/>
            </a:solidFill>
            <a:prstDash val="solid"/>
            <a:headEnd type="none" w="med" len="med"/>
            <a:tailEnd type="none" w="med" len="med"/>
          </a:ln>
        </p:spPr>
      </p:sp>
      <p:sp>
        <p:nvSpPr>
          <p:cNvPr id="82980" name="Line 116"/>
          <p:cNvSpPr/>
          <p:nvPr/>
        </p:nvSpPr>
        <p:spPr>
          <a:xfrm>
            <a:off x="4799013" y="2447925"/>
            <a:ext cx="403225" cy="1588"/>
          </a:xfrm>
          <a:prstGeom prst="line">
            <a:avLst/>
          </a:prstGeom>
          <a:ln w="14288" cap="flat" cmpd="sng">
            <a:solidFill>
              <a:srgbClr val="000000"/>
            </a:solidFill>
            <a:prstDash val="solid"/>
            <a:headEnd type="none" w="med" len="med"/>
            <a:tailEnd type="none" w="med" len="med"/>
          </a:ln>
        </p:spPr>
      </p:sp>
      <p:sp>
        <p:nvSpPr>
          <p:cNvPr id="82981" name="Line 117"/>
          <p:cNvSpPr/>
          <p:nvPr/>
        </p:nvSpPr>
        <p:spPr>
          <a:xfrm flipV="1">
            <a:off x="5202238" y="2128838"/>
            <a:ext cx="101600" cy="319087"/>
          </a:xfrm>
          <a:prstGeom prst="line">
            <a:avLst/>
          </a:prstGeom>
          <a:ln w="14288" cap="flat" cmpd="sng">
            <a:solidFill>
              <a:srgbClr val="000000"/>
            </a:solidFill>
            <a:prstDash val="solid"/>
            <a:headEnd type="none" w="med" len="med"/>
            <a:tailEnd type="none" w="med" len="med"/>
          </a:ln>
        </p:spPr>
      </p:sp>
      <p:sp>
        <p:nvSpPr>
          <p:cNvPr id="82982" name="Line 118"/>
          <p:cNvSpPr/>
          <p:nvPr/>
        </p:nvSpPr>
        <p:spPr>
          <a:xfrm>
            <a:off x="5303838" y="2128838"/>
            <a:ext cx="1211262" cy="1587"/>
          </a:xfrm>
          <a:prstGeom prst="line">
            <a:avLst/>
          </a:prstGeom>
          <a:ln w="14288" cap="flat" cmpd="sng">
            <a:solidFill>
              <a:srgbClr val="000000"/>
            </a:solidFill>
            <a:prstDash val="solid"/>
            <a:headEnd type="none" w="med" len="med"/>
            <a:tailEnd type="none" w="med" len="med"/>
          </a:ln>
        </p:spPr>
      </p:sp>
      <p:sp>
        <p:nvSpPr>
          <p:cNvPr id="82983" name="Line 119"/>
          <p:cNvSpPr/>
          <p:nvPr/>
        </p:nvSpPr>
        <p:spPr>
          <a:xfrm>
            <a:off x="5908675" y="2128838"/>
            <a:ext cx="1588" cy="160337"/>
          </a:xfrm>
          <a:prstGeom prst="line">
            <a:avLst/>
          </a:prstGeom>
          <a:ln w="14288" cap="flat" cmpd="sng">
            <a:solidFill>
              <a:srgbClr val="000000"/>
            </a:solidFill>
            <a:prstDash val="solid"/>
            <a:headEnd type="none" w="med" len="med"/>
            <a:tailEnd type="none" w="med" len="med"/>
          </a:ln>
        </p:spPr>
      </p:sp>
      <p:sp>
        <p:nvSpPr>
          <p:cNvPr id="82984" name="Line 120"/>
          <p:cNvSpPr/>
          <p:nvPr/>
        </p:nvSpPr>
        <p:spPr>
          <a:xfrm>
            <a:off x="6515100" y="2128838"/>
            <a:ext cx="101600" cy="319087"/>
          </a:xfrm>
          <a:prstGeom prst="line">
            <a:avLst/>
          </a:prstGeom>
          <a:ln w="14288" cap="flat" cmpd="sng">
            <a:solidFill>
              <a:srgbClr val="000000"/>
            </a:solidFill>
            <a:prstDash val="solid"/>
            <a:headEnd type="none" w="med" len="med"/>
            <a:tailEnd type="none" w="med" len="med"/>
          </a:ln>
        </p:spPr>
      </p:sp>
      <p:sp>
        <p:nvSpPr>
          <p:cNvPr id="82985" name="Line 121"/>
          <p:cNvSpPr/>
          <p:nvPr/>
        </p:nvSpPr>
        <p:spPr>
          <a:xfrm>
            <a:off x="6616700" y="2447925"/>
            <a:ext cx="403225" cy="1588"/>
          </a:xfrm>
          <a:prstGeom prst="line">
            <a:avLst/>
          </a:prstGeom>
          <a:ln w="14288" cap="flat" cmpd="sng">
            <a:solidFill>
              <a:srgbClr val="000000"/>
            </a:solidFill>
            <a:prstDash val="solid"/>
            <a:headEnd type="none" w="med" len="med"/>
            <a:tailEnd type="none" w="med" len="med"/>
          </a:ln>
        </p:spPr>
      </p:sp>
      <p:sp>
        <p:nvSpPr>
          <p:cNvPr id="82986" name="Line 122"/>
          <p:cNvSpPr/>
          <p:nvPr/>
        </p:nvSpPr>
        <p:spPr>
          <a:xfrm flipV="1">
            <a:off x="7019925" y="2128838"/>
            <a:ext cx="100013" cy="319087"/>
          </a:xfrm>
          <a:prstGeom prst="line">
            <a:avLst/>
          </a:prstGeom>
          <a:ln w="14288" cap="flat" cmpd="sng">
            <a:solidFill>
              <a:srgbClr val="000000"/>
            </a:solidFill>
            <a:prstDash val="solid"/>
            <a:headEnd type="none" w="med" len="med"/>
            <a:tailEnd type="none" w="med" len="med"/>
          </a:ln>
        </p:spPr>
      </p:sp>
      <p:sp>
        <p:nvSpPr>
          <p:cNvPr id="82987" name="Line 123"/>
          <p:cNvSpPr/>
          <p:nvPr/>
        </p:nvSpPr>
        <p:spPr>
          <a:xfrm>
            <a:off x="7119938" y="2128838"/>
            <a:ext cx="1111250" cy="1587"/>
          </a:xfrm>
          <a:prstGeom prst="line">
            <a:avLst/>
          </a:prstGeom>
          <a:ln w="14288" cap="flat" cmpd="sng">
            <a:solidFill>
              <a:srgbClr val="000000"/>
            </a:solidFill>
            <a:prstDash val="solid"/>
            <a:headEnd type="none" w="med" len="med"/>
            <a:tailEnd type="none" w="med" len="med"/>
          </a:ln>
        </p:spPr>
      </p:sp>
      <p:sp>
        <p:nvSpPr>
          <p:cNvPr id="82988" name="Line 124"/>
          <p:cNvSpPr/>
          <p:nvPr/>
        </p:nvSpPr>
        <p:spPr>
          <a:xfrm>
            <a:off x="8231188" y="2128838"/>
            <a:ext cx="98425" cy="319087"/>
          </a:xfrm>
          <a:prstGeom prst="line">
            <a:avLst/>
          </a:prstGeom>
          <a:ln w="14288" cap="flat" cmpd="sng">
            <a:solidFill>
              <a:srgbClr val="000000"/>
            </a:solidFill>
            <a:prstDash val="solid"/>
            <a:headEnd type="none" w="med" len="med"/>
            <a:tailEnd type="none" w="med" len="med"/>
          </a:ln>
        </p:spPr>
      </p:sp>
      <p:sp>
        <p:nvSpPr>
          <p:cNvPr id="82989" name="Line 125"/>
          <p:cNvSpPr/>
          <p:nvPr/>
        </p:nvSpPr>
        <p:spPr>
          <a:xfrm>
            <a:off x="8329613" y="2447925"/>
            <a:ext cx="203200" cy="1588"/>
          </a:xfrm>
          <a:prstGeom prst="line">
            <a:avLst/>
          </a:prstGeom>
          <a:ln w="14288" cap="flat" cmpd="sng">
            <a:solidFill>
              <a:srgbClr val="000000"/>
            </a:solidFill>
            <a:prstDash val="solid"/>
            <a:headEnd type="none" w="med" len="med"/>
            <a:tailEnd type="none" w="med" len="med"/>
          </a:ln>
        </p:spPr>
      </p:sp>
      <p:grpSp>
        <p:nvGrpSpPr>
          <p:cNvPr id="82990" name="Group 126"/>
          <p:cNvGrpSpPr/>
          <p:nvPr/>
        </p:nvGrpSpPr>
        <p:grpSpPr>
          <a:xfrm>
            <a:off x="5303838" y="2128838"/>
            <a:ext cx="200025" cy="319087"/>
            <a:chOff x="3159" y="2080"/>
            <a:chExt cx="126" cy="201"/>
          </a:xfrm>
        </p:grpSpPr>
        <p:sp>
          <p:nvSpPr>
            <p:cNvPr id="83084" name="Line 127"/>
            <p:cNvSpPr/>
            <p:nvPr/>
          </p:nvSpPr>
          <p:spPr>
            <a:xfrm flipH="1" flipV="1">
              <a:off x="3207" y="2157"/>
              <a:ext cx="78" cy="124"/>
            </a:xfrm>
            <a:prstGeom prst="line">
              <a:avLst/>
            </a:prstGeom>
            <a:ln w="14288" cap="flat" cmpd="sng">
              <a:solidFill>
                <a:srgbClr val="000000"/>
              </a:solidFill>
              <a:prstDash val="solid"/>
              <a:headEnd type="none" w="med" len="med"/>
              <a:tailEnd type="none" w="med" len="med"/>
            </a:ln>
          </p:spPr>
        </p:sp>
        <p:sp>
          <p:nvSpPr>
            <p:cNvPr id="83085" name="Freeform 128"/>
            <p:cNvSpPr/>
            <p:nvPr/>
          </p:nvSpPr>
          <p:spPr>
            <a:xfrm>
              <a:off x="3159" y="2080"/>
              <a:ext cx="77" cy="96"/>
            </a:xfrm>
            <a:custGeom>
              <a:avLst/>
              <a:gdLst/>
              <a:ahLst/>
              <a:cxnLst>
                <a:cxn ang="0">
                  <a:pos x="77" y="63"/>
                </a:cxn>
                <a:cxn ang="0">
                  <a:pos x="0" y="0"/>
                </a:cxn>
                <a:cxn ang="0">
                  <a:pos x="25" y="96"/>
                </a:cxn>
                <a:cxn ang="0">
                  <a:pos x="77" y="63"/>
                </a:cxn>
              </a:cxnLst>
              <a:pathLst>
                <a:path w="77" h="96">
                  <a:moveTo>
                    <a:pt x="77" y="63"/>
                  </a:moveTo>
                  <a:lnTo>
                    <a:pt x="0" y="0"/>
                  </a:lnTo>
                  <a:lnTo>
                    <a:pt x="25" y="96"/>
                  </a:lnTo>
                  <a:lnTo>
                    <a:pt x="77" y="63"/>
                  </a:lnTo>
                  <a:close/>
                </a:path>
              </a:pathLst>
            </a:custGeom>
            <a:solidFill>
              <a:srgbClr val="000000">
                <a:alpha val="100000"/>
              </a:srgbClr>
            </a:solidFill>
            <a:ln w="9525">
              <a:noFill/>
            </a:ln>
          </p:spPr>
          <p:txBody>
            <a:bodyPr/>
            <a:p>
              <a:endParaRPr lang="zh-CN" altLang="en-US"/>
            </a:p>
          </p:txBody>
        </p:sp>
      </p:grpSp>
      <p:sp>
        <p:nvSpPr>
          <p:cNvPr id="82991" name="Line 129"/>
          <p:cNvSpPr/>
          <p:nvPr/>
        </p:nvSpPr>
        <p:spPr>
          <a:xfrm>
            <a:off x="1152525" y="2763838"/>
            <a:ext cx="2843213" cy="1587"/>
          </a:xfrm>
          <a:prstGeom prst="line">
            <a:avLst/>
          </a:prstGeom>
          <a:ln w="14288" cap="flat" cmpd="sng">
            <a:solidFill>
              <a:srgbClr val="FF3300"/>
            </a:solidFill>
            <a:prstDash val="solid"/>
            <a:headEnd type="none" w="med" len="med"/>
            <a:tailEnd type="none" w="med" len="med"/>
          </a:ln>
        </p:spPr>
      </p:sp>
      <p:sp>
        <p:nvSpPr>
          <p:cNvPr id="82992" name="Line 130"/>
          <p:cNvSpPr/>
          <p:nvPr/>
        </p:nvSpPr>
        <p:spPr>
          <a:xfrm>
            <a:off x="3990975" y="2763838"/>
            <a:ext cx="101600" cy="319087"/>
          </a:xfrm>
          <a:prstGeom prst="line">
            <a:avLst/>
          </a:prstGeom>
          <a:ln w="14288" cap="flat" cmpd="sng">
            <a:solidFill>
              <a:srgbClr val="FF3300"/>
            </a:solidFill>
            <a:prstDash val="solid"/>
            <a:headEnd type="none" w="med" len="med"/>
            <a:tailEnd type="none" w="med" len="med"/>
          </a:ln>
        </p:spPr>
      </p:sp>
      <p:sp>
        <p:nvSpPr>
          <p:cNvPr id="82993" name="Line 131"/>
          <p:cNvSpPr/>
          <p:nvPr/>
        </p:nvSpPr>
        <p:spPr>
          <a:xfrm>
            <a:off x="4092575" y="3082925"/>
            <a:ext cx="989013" cy="12700"/>
          </a:xfrm>
          <a:prstGeom prst="line">
            <a:avLst/>
          </a:prstGeom>
          <a:ln w="14288" cap="flat" cmpd="sng">
            <a:solidFill>
              <a:srgbClr val="FF3300"/>
            </a:solidFill>
            <a:prstDash val="solid"/>
            <a:headEnd type="none" w="med" len="med"/>
            <a:tailEnd type="none" w="med" len="med"/>
          </a:ln>
        </p:spPr>
      </p:sp>
      <p:sp>
        <p:nvSpPr>
          <p:cNvPr id="82994" name="Line 132"/>
          <p:cNvSpPr/>
          <p:nvPr/>
        </p:nvSpPr>
        <p:spPr>
          <a:xfrm flipV="1">
            <a:off x="5087938" y="2763838"/>
            <a:ext cx="101600" cy="319087"/>
          </a:xfrm>
          <a:prstGeom prst="line">
            <a:avLst/>
          </a:prstGeom>
          <a:ln w="14288" cap="flat" cmpd="sng">
            <a:solidFill>
              <a:srgbClr val="FF3300"/>
            </a:solidFill>
            <a:prstDash val="solid"/>
            <a:headEnd type="none" w="med" len="med"/>
            <a:tailEnd type="none" w="med" len="med"/>
          </a:ln>
        </p:spPr>
      </p:sp>
      <p:sp>
        <p:nvSpPr>
          <p:cNvPr id="82995" name="Line 133"/>
          <p:cNvSpPr/>
          <p:nvPr/>
        </p:nvSpPr>
        <p:spPr>
          <a:xfrm flipV="1">
            <a:off x="5189538" y="2765425"/>
            <a:ext cx="3343275" cy="7938"/>
          </a:xfrm>
          <a:prstGeom prst="line">
            <a:avLst/>
          </a:prstGeom>
          <a:ln w="14288" cap="flat" cmpd="sng">
            <a:solidFill>
              <a:srgbClr val="FF3300"/>
            </a:solidFill>
            <a:prstDash val="solid"/>
            <a:headEnd type="none" w="med" len="med"/>
            <a:tailEnd type="none" w="med" len="med"/>
          </a:ln>
        </p:spPr>
      </p:sp>
      <p:sp>
        <p:nvSpPr>
          <p:cNvPr id="82996" name="Rectangle 134"/>
          <p:cNvSpPr/>
          <p:nvPr/>
        </p:nvSpPr>
        <p:spPr>
          <a:xfrm>
            <a:off x="3990975" y="2606675"/>
            <a:ext cx="809625" cy="319088"/>
          </a:xfrm>
          <a:prstGeom prst="rect">
            <a:avLst/>
          </a:prstGeom>
          <a:noFill/>
          <a:ln w="14288">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2997" name="Rectangle 135"/>
          <p:cNvSpPr/>
          <p:nvPr/>
        </p:nvSpPr>
        <p:spPr>
          <a:xfrm>
            <a:off x="4076700" y="2713038"/>
            <a:ext cx="7112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禁止计数</a:t>
            </a:r>
            <a:endParaRPr lang="zh-CN" altLang="en-US" sz="1800" b="0" dirty="0">
              <a:solidFill>
                <a:schemeClr val="tx1"/>
              </a:solidFill>
              <a:latin typeface="Arial" panose="020B0604020202020204" pitchFamily="34" charset="0"/>
            </a:endParaRPr>
          </a:p>
        </p:txBody>
      </p:sp>
      <p:sp>
        <p:nvSpPr>
          <p:cNvPr id="82998" name="Rectangle 136"/>
          <p:cNvSpPr/>
          <p:nvPr/>
        </p:nvSpPr>
        <p:spPr>
          <a:xfrm>
            <a:off x="5405438" y="3082925"/>
            <a:ext cx="1817687" cy="477838"/>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2999" name="Rectangle 137"/>
          <p:cNvSpPr/>
          <p:nvPr/>
        </p:nvSpPr>
        <p:spPr>
          <a:xfrm>
            <a:off x="5424488" y="32639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3000" name="Rectangle 138"/>
          <p:cNvSpPr/>
          <p:nvPr/>
        </p:nvSpPr>
        <p:spPr>
          <a:xfrm>
            <a:off x="6030913" y="32639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83001" name="Rectangle 139"/>
          <p:cNvSpPr/>
          <p:nvPr/>
        </p:nvSpPr>
        <p:spPr>
          <a:xfrm>
            <a:off x="6634163" y="32639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grpSp>
        <p:nvGrpSpPr>
          <p:cNvPr id="83002" name="Group 140"/>
          <p:cNvGrpSpPr/>
          <p:nvPr/>
        </p:nvGrpSpPr>
        <p:grpSpPr>
          <a:xfrm>
            <a:off x="3479800" y="696913"/>
            <a:ext cx="14288" cy="2868612"/>
            <a:chOff x="2010" y="1178"/>
            <a:chExt cx="9" cy="1807"/>
          </a:xfrm>
        </p:grpSpPr>
        <p:sp>
          <p:nvSpPr>
            <p:cNvPr id="83065" name="Freeform 141"/>
            <p:cNvSpPr/>
            <p:nvPr/>
          </p:nvSpPr>
          <p:spPr>
            <a:xfrm>
              <a:off x="2010" y="2907"/>
              <a:ext cx="9" cy="78"/>
            </a:xfrm>
            <a:custGeom>
              <a:avLst/>
              <a:gdLst/>
              <a:ahLst/>
              <a:cxnLst>
                <a:cxn ang="0">
                  <a:pos x="0" y="75"/>
                </a:cxn>
                <a:cxn ang="0">
                  <a:pos x="1" y="75"/>
                </a:cxn>
                <a:cxn ang="0">
                  <a:pos x="3" y="77"/>
                </a:cxn>
                <a:cxn ang="0">
                  <a:pos x="4" y="78"/>
                </a:cxn>
                <a:cxn ang="0">
                  <a:pos x="6" y="77"/>
                </a:cxn>
                <a:cxn ang="0">
                  <a:pos x="7" y="75"/>
                </a:cxn>
                <a:cxn ang="0">
                  <a:pos x="9" y="74"/>
                </a:cxn>
                <a:cxn ang="0">
                  <a:pos x="9" y="4"/>
                </a:cxn>
                <a:cxn ang="0">
                  <a:pos x="7" y="3"/>
                </a:cxn>
                <a:cxn ang="0">
                  <a:pos x="6" y="1"/>
                </a:cxn>
                <a:cxn ang="0">
                  <a:pos x="4" y="0"/>
                </a:cxn>
                <a:cxn ang="0">
                  <a:pos x="3" y="1"/>
                </a:cxn>
                <a:cxn ang="0">
                  <a:pos x="1" y="3"/>
                </a:cxn>
                <a:cxn ang="0">
                  <a:pos x="0" y="4"/>
                </a:cxn>
                <a:cxn ang="0">
                  <a:pos x="0" y="6"/>
                </a:cxn>
                <a:cxn ang="0">
                  <a:pos x="0" y="75"/>
                </a:cxn>
              </a:cxnLst>
              <a:pathLst>
                <a:path w="9" h="78">
                  <a:moveTo>
                    <a:pt x="0" y="75"/>
                  </a:moveTo>
                  <a:lnTo>
                    <a:pt x="1" y="75"/>
                  </a:lnTo>
                  <a:lnTo>
                    <a:pt x="3" y="77"/>
                  </a:lnTo>
                  <a:lnTo>
                    <a:pt x="4" y="78"/>
                  </a:lnTo>
                  <a:lnTo>
                    <a:pt x="6" y="77"/>
                  </a:lnTo>
                  <a:lnTo>
                    <a:pt x="7" y="75"/>
                  </a:lnTo>
                  <a:lnTo>
                    <a:pt x="9" y="74"/>
                  </a:lnTo>
                  <a:lnTo>
                    <a:pt x="9" y="4"/>
                  </a:lnTo>
                  <a:lnTo>
                    <a:pt x="7" y="3"/>
                  </a:lnTo>
                  <a:lnTo>
                    <a:pt x="6" y="1"/>
                  </a:lnTo>
                  <a:lnTo>
                    <a:pt x="4" y="0"/>
                  </a:lnTo>
                  <a:lnTo>
                    <a:pt x="3" y="1"/>
                  </a:lnTo>
                  <a:lnTo>
                    <a:pt x="1"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3066" name="Freeform 142"/>
            <p:cNvSpPr/>
            <p:nvPr/>
          </p:nvSpPr>
          <p:spPr>
            <a:xfrm>
              <a:off x="2010" y="2811"/>
              <a:ext cx="9" cy="78"/>
            </a:xfrm>
            <a:custGeom>
              <a:avLst/>
              <a:gdLst/>
              <a:ahLst/>
              <a:cxnLst>
                <a:cxn ang="0">
                  <a:pos x="0" y="75"/>
                </a:cxn>
                <a:cxn ang="0">
                  <a:pos x="1" y="75"/>
                </a:cxn>
                <a:cxn ang="0">
                  <a:pos x="3" y="77"/>
                </a:cxn>
                <a:cxn ang="0">
                  <a:pos x="4" y="78"/>
                </a:cxn>
                <a:cxn ang="0">
                  <a:pos x="6" y="77"/>
                </a:cxn>
                <a:cxn ang="0">
                  <a:pos x="7" y="75"/>
                </a:cxn>
                <a:cxn ang="0">
                  <a:pos x="9" y="74"/>
                </a:cxn>
                <a:cxn ang="0">
                  <a:pos x="9" y="4"/>
                </a:cxn>
                <a:cxn ang="0">
                  <a:pos x="7" y="3"/>
                </a:cxn>
                <a:cxn ang="0">
                  <a:pos x="6" y="1"/>
                </a:cxn>
                <a:cxn ang="0">
                  <a:pos x="4" y="0"/>
                </a:cxn>
                <a:cxn ang="0">
                  <a:pos x="3" y="1"/>
                </a:cxn>
                <a:cxn ang="0">
                  <a:pos x="1" y="3"/>
                </a:cxn>
                <a:cxn ang="0">
                  <a:pos x="0" y="4"/>
                </a:cxn>
                <a:cxn ang="0">
                  <a:pos x="0" y="5"/>
                </a:cxn>
                <a:cxn ang="0">
                  <a:pos x="0" y="75"/>
                </a:cxn>
              </a:cxnLst>
              <a:pathLst>
                <a:path w="9" h="78">
                  <a:moveTo>
                    <a:pt x="0" y="75"/>
                  </a:moveTo>
                  <a:lnTo>
                    <a:pt x="1" y="75"/>
                  </a:lnTo>
                  <a:lnTo>
                    <a:pt x="3" y="77"/>
                  </a:lnTo>
                  <a:lnTo>
                    <a:pt x="4" y="78"/>
                  </a:lnTo>
                  <a:lnTo>
                    <a:pt x="6" y="77"/>
                  </a:lnTo>
                  <a:lnTo>
                    <a:pt x="7" y="75"/>
                  </a:lnTo>
                  <a:lnTo>
                    <a:pt x="9" y="74"/>
                  </a:lnTo>
                  <a:lnTo>
                    <a:pt x="9" y="4"/>
                  </a:lnTo>
                  <a:lnTo>
                    <a:pt x="7" y="3"/>
                  </a:lnTo>
                  <a:lnTo>
                    <a:pt x="6" y="1"/>
                  </a:lnTo>
                  <a:lnTo>
                    <a:pt x="4" y="0"/>
                  </a:lnTo>
                  <a:lnTo>
                    <a:pt x="3" y="1"/>
                  </a:lnTo>
                  <a:lnTo>
                    <a:pt x="1" y="3"/>
                  </a:lnTo>
                  <a:lnTo>
                    <a:pt x="0" y="4"/>
                  </a:lnTo>
                  <a:lnTo>
                    <a:pt x="0" y="5"/>
                  </a:lnTo>
                  <a:lnTo>
                    <a:pt x="0" y="75"/>
                  </a:lnTo>
                  <a:close/>
                </a:path>
              </a:pathLst>
            </a:custGeom>
            <a:solidFill>
              <a:srgbClr val="000000">
                <a:alpha val="100000"/>
              </a:srgbClr>
            </a:solidFill>
            <a:ln w="9525">
              <a:noFill/>
            </a:ln>
          </p:spPr>
          <p:txBody>
            <a:bodyPr/>
            <a:p>
              <a:endParaRPr lang="zh-CN" altLang="en-US"/>
            </a:p>
          </p:txBody>
        </p:sp>
        <p:sp>
          <p:nvSpPr>
            <p:cNvPr id="83067" name="Freeform 143"/>
            <p:cNvSpPr/>
            <p:nvPr/>
          </p:nvSpPr>
          <p:spPr>
            <a:xfrm>
              <a:off x="2010" y="2715"/>
              <a:ext cx="9" cy="78"/>
            </a:xfrm>
            <a:custGeom>
              <a:avLst/>
              <a:gdLst/>
              <a:ahLst/>
              <a:cxnLst>
                <a:cxn ang="0">
                  <a:pos x="0" y="75"/>
                </a:cxn>
                <a:cxn ang="0">
                  <a:pos x="1" y="75"/>
                </a:cxn>
                <a:cxn ang="0">
                  <a:pos x="3" y="77"/>
                </a:cxn>
                <a:cxn ang="0">
                  <a:pos x="4" y="78"/>
                </a:cxn>
                <a:cxn ang="0">
                  <a:pos x="6" y="77"/>
                </a:cxn>
                <a:cxn ang="0">
                  <a:pos x="7" y="75"/>
                </a:cxn>
                <a:cxn ang="0">
                  <a:pos x="9" y="74"/>
                </a:cxn>
                <a:cxn ang="0">
                  <a:pos x="9" y="4"/>
                </a:cxn>
                <a:cxn ang="0">
                  <a:pos x="7" y="3"/>
                </a:cxn>
                <a:cxn ang="0">
                  <a:pos x="6" y="1"/>
                </a:cxn>
                <a:cxn ang="0">
                  <a:pos x="4" y="0"/>
                </a:cxn>
                <a:cxn ang="0">
                  <a:pos x="3" y="1"/>
                </a:cxn>
                <a:cxn ang="0">
                  <a:pos x="1" y="3"/>
                </a:cxn>
                <a:cxn ang="0">
                  <a:pos x="0" y="4"/>
                </a:cxn>
                <a:cxn ang="0">
                  <a:pos x="0" y="5"/>
                </a:cxn>
                <a:cxn ang="0">
                  <a:pos x="0" y="75"/>
                </a:cxn>
              </a:cxnLst>
              <a:pathLst>
                <a:path w="9" h="78">
                  <a:moveTo>
                    <a:pt x="0" y="75"/>
                  </a:moveTo>
                  <a:lnTo>
                    <a:pt x="1" y="75"/>
                  </a:lnTo>
                  <a:lnTo>
                    <a:pt x="3" y="77"/>
                  </a:lnTo>
                  <a:lnTo>
                    <a:pt x="4" y="78"/>
                  </a:lnTo>
                  <a:lnTo>
                    <a:pt x="6" y="77"/>
                  </a:lnTo>
                  <a:lnTo>
                    <a:pt x="7" y="75"/>
                  </a:lnTo>
                  <a:lnTo>
                    <a:pt x="9" y="74"/>
                  </a:lnTo>
                  <a:lnTo>
                    <a:pt x="9" y="4"/>
                  </a:lnTo>
                  <a:lnTo>
                    <a:pt x="7" y="3"/>
                  </a:lnTo>
                  <a:lnTo>
                    <a:pt x="6" y="1"/>
                  </a:lnTo>
                  <a:lnTo>
                    <a:pt x="4" y="0"/>
                  </a:lnTo>
                  <a:lnTo>
                    <a:pt x="3" y="1"/>
                  </a:lnTo>
                  <a:lnTo>
                    <a:pt x="1" y="3"/>
                  </a:lnTo>
                  <a:lnTo>
                    <a:pt x="0" y="4"/>
                  </a:lnTo>
                  <a:lnTo>
                    <a:pt x="0" y="5"/>
                  </a:lnTo>
                  <a:lnTo>
                    <a:pt x="0" y="75"/>
                  </a:lnTo>
                  <a:close/>
                </a:path>
              </a:pathLst>
            </a:custGeom>
            <a:solidFill>
              <a:srgbClr val="000000">
                <a:alpha val="100000"/>
              </a:srgbClr>
            </a:solidFill>
            <a:ln w="9525">
              <a:noFill/>
            </a:ln>
          </p:spPr>
          <p:txBody>
            <a:bodyPr/>
            <a:p>
              <a:endParaRPr lang="zh-CN" altLang="en-US"/>
            </a:p>
          </p:txBody>
        </p:sp>
        <p:sp>
          <p:nvSpPr>
            <p:cNvPr id="83068" name="Freeform 144"/>
            <p:cNvSpPr/>
            <p:nvPr/>
          </p:nvSpPr>
          <p:spPr>
            <a:xfrm>
              <a:off x="2010" y="2619"/>
              <a:ext cx="9" cy="78"/>
            </a:xfrm>
            <a:custGeom>
              <a:avLst/>
              <a:gdLst/>
              <a:ahLst/>
              <a:cxnLst>
                <a:cxn ang="0">
                  <a:pos x="0" y="75"/>
                </a:cxn>
                <a:cxn ang="0">
                  <a:pos x="1" y="75"/>
                </a:cxn>
                <a:cxn ang="0">
                  <a:pos x="3" y="77"/>
                </a:cxn>
                <a:cxn ang="0">
                  <a:pos x="4" y="78"/>
                </a:cxn>
                <a:cxn ang="0">
                  <a:pos x="6" y="77"/>
                </a:cxn>
                <a:cxn ang="0">
                  <a:pos x="7" y="75"/>
                </a:cxn>
                <a:cxn ang="0">
                  <a:pos x="9" y="74"/>
                </a:cxn>
                <a:cxn ang="0">
                  <a:pos x="9" y="4"/>
                </a:cxn>
                <a:cxn ang="0">
                  <a:pos x="7" y="2"/>
                </a:cxn>
                <a:cxn ang="0">
                  <a:pos x="6" y="1"/>
                </a:cxn>
                <a:cxn ang="0">
                  <a:pos x="4" y="0"/>
                </a:cxn>
                <a:cxn ang="0">
                  <a:pos x="3" y="1"/>
                </a:cxn>
                <a:cxn ang="0">
                  <a:pos x="1" y="2"/>
                </a:cxn>
                <a:cxn ang="0">
                  <a:pos x="0" y="4"/>
                </a:cxn>
                <a:cxn ang="0">
                  <a:pos x="0" y="5"/>
                </a:cxn>
                <a:cxn ang="0">
                  <a:pos x="0" y="75"/>
                </a:cxn>
              </a:cxnLst>
              <a:pathLst>
                <a:path w="9" h="78">
                  <a:moveTo>
                    <a:pt x="0" y="75"/>
                  </a:moveTo>
                  <a:lnTo>
                    <a:pt x="1" y="75"/>
                  </a:lnTo>
                  <a:lnTo>
                    <a:pt x="3" y="77"/>
                  </a:lnTo>
                  <a:lnTo>
                    <a:pt x="4" y="78"/>
                  </a:lnTo>
                  <a:lnTo>
                    <a:pt x="6" y="77"/>
                  </a:lnTo>
                  <a:lnTo>
                    <a:pt x="7" y="75"/>
                  </a:lnTo>
                  <a:lnTo>
                    <a:pt x="9" y="74"/>
                  </a:lnTo>
                  <a:lnTo>
                    <a:pt x="9" y="4"/>
                  </a:lnTo>
                  <a:lnTo>
                    <a:pt x="7" y="2"/>
                  </a:lnTo>
                  <a:lnTo>
                    <a:pt x="6" y="1"/>
                  </a:lnTo>
                  <a:lnTo>
                    <a:pt x="4" y="0"/>
                  </a:lnTo>
                  <a:lnTo>
                    <a:pt x="3" y="1"/>
                  </a:lnTo>
                  <a:lnTo>
                    <a:pt x="1" y="2"/>
                  </a:lnTo>
                  <a:lnTo>
                    <a:pt x="0" y="4"/>
                  </a:lnTo>
                  <a:lnTo>
                    <a:pt x="0" y="5"/>
                  </a:lnTo>
                  <a:lnTo>
                    <a:pt x="0" y="75"/>
                  </a:lnTo>
                  <a:close/>
                </a:path>
              </a:pathLst>
            </a:custGeom>
            <a:solidFill>
              <a:srgbClr val="000000">
                <a:alpha val="100000"/>
              </a:srgbClr>
            </a:solidFill>
            <a:ln w="9525">
              <a:noFill/>
            </a:ln>
          </p:spPr>
          <p:txBody>
            <a:bodyPr/>
            <a:p>
              <a:endParaRPr lang="zh-CN" altLang="en-US"/>
            </a:p>
          </p:txBody>
        </p:sp>
        <p:sp>
          <p:nvSpPr>
            <p:cNvPr id="83069" name="Freeform 145"/>
            <p:cNvSpPr/>
            <p:nvPr/>
          </p:nvSpPr>
          <p:spPr>
            <a:xfrm>
              <a:off x="2010" y="2523"/>
              <a:ext cx="9" cy="78"/>
            </a:xfrm>
            <a:custGeom>
              <a:avLst/>
              <a:gdLst/>
              <a:ahLst/>
              <a:cxnLst>
                <a:cxn ang="0">
                  <a:pos x="0" y="75"/>
                </a:cxn>
                <a:cxn ang="0">
                  <a:pos x="1" y="75"/>
                </a:cxn>
                <a:cxn ang="0">
                  <a:pos x="3" y="77"/>
                </a:cxn>
                <a:cxn ang="0">
                  <a:pos x="4" y="78"/>
                </a:cxn>
                <a:cxn ang="0">
                  <a:pos x="6" y="77"/>
                </a:cxn>
                <a:cxn ang="0">
                  <a:pos x="7" y="75"/>
                </a:cxn>
                <a:cxn ang="0">
                  <a:pos x="9" y="74"/>
                </a:cxn>
                <a:cxn ang="0">
                  <a:pos x="9" y="4"/>
                </a:cxn>
                <a:cxn ang="0">
                  <a:pos x="7" y="2"/>
                </a:cxn>
                <a:cxn ang="0">
                  <a:pos x="6" y="1"/>
                </a:cxn>
                <a:cxn ang="0">
                  <a:pos x="4" y="0"/>
                </a:cxn>
                <a:cxn ang="0">
                  <a:pos x="3" y="1"/>
                </a:cxn>
                <a:cxn ang="0">
                  <a:pos x="1" y="2"/>
                </a:cxn>
                <a:cxn ang="0">
                  <a:pos x="0" y="4"/>
                </a:cxn>
                <a:cxn ang="0">
                  <a:pos x="0" y="5"/>
                </a:cxn>
                <a:cxn ang="0">
                  <a:pos x="0" y="75"/>
                </a:cxn>
              </a:cxnLst>
              <a:pathLst>
                <a:path w="9" h="78">
                  <a:moveTo>
                    <a:pt x="0" y="75"/>
                  </a:moveTo>
                  <a:lnTo>
                    <a:pt x="1" y="75"/>
                  </a:lnTo>
                  <a:lnTo>
                    <a:pt x="3" y="77"/>
                  </a:lnTo>
                  <a:lnTo>
                    <a:pt x="4" y="78"/>
                  </a:lnTo>
                  <a:lnTo>
                    <a:pt x="6" y="77"/>
                  </a:lnTo>
                  <a:lnTo>
                    <a:pt x="7" y="75"/>
                  </a:lnTo>
                  <a:lnTo>
                    <a:pt x="9" y="74"/>
                  </a:lnTo>
                  <a:lnTo>
                    <a:pt x="9" y="4"/>
                  </a:lnTo>
                  <a:lnTo>
                    <a:pt x="7" y="2"/>
                  </a:lnTo>
                  <a:lnTo>
                    <a:pt x="6" y="1"/>
                  </a:lnTo>
                  <a:lnTo>
                    <a:pt x="4" y="0"/>
                  </a:lnTo>
                  <a:lnTo>
                    <a:pt x="3" y="1"/>
                  </a:lnTo>
                  <a:lnTo>
                    <a:pt x="1" y="2"/>
                  </a:lnTo>
                  <a:lnTo>
                    <a:pt x="0" y="4"/>
                  </a:lnTo>
                  <a:lnTo>
                    <a:pt x="0" y="5"/>
                  </a:lnTo>
                  <a:lnTo>
                    <a:pt x="0" y="75"/>
                  </a:lnTo>
                  <a:close/>
                </a:path>
              </a:pathLst>
            </a:custGeom>
            <a:solidFill>
              <a:srgbClr val="000000">
                <a:alpha val="100000"/>
              </a:srgbClr>
            </a:solidFill>
            <a:ln w="9525">
              <a:noFill/>
            </a:ln>
          </p:spPr>
          <p:txBody>
            <a:bodyPr/>
            <a:p>
              <a:endParaRPr lang="zh-CN" altLang="en-US"/>
            </a:p>
          </p:txBody>
        </p:sp>
        <p:sp>
          <p:nvSpPr>
            <p:cNvPr id="83070" name="Freeform 146"/>
            <p:cNvSpPr/>
            <p:nvPr/>
          </p:nvSpPr>
          <p:spPr>
            <a:xfrm>
              <a:off x="2010" y="2426"/>
              <a:ext cx="9" cy="79"/>
            </a:xfrm>
            <a:custGeom>
              <a:avLst/>
              <a:gdLst/>
              <a:ahLst/>
              <a:cxnLst>
                <a:cxn ang="0">
                  <a:pos x="0" y="76"/>
                </a:cxn>
                <a:cxn ang="0">
                  <a:pos x="1" y="76"/>
                </a:cxn>
                <a:cxn ang="0">
                  <a:pos x="3" y="78"/>
                </a:cxn>
                <a:cxn ang="0">
                  <a:pos x="4" y="79"/>
                </a:cxn>
                <a:cxn ang="0">
                  <a:pos x="6" y="78"/>
                </a:cxn>
                <a:cxn ang="0">
                  <a:pos x="7" y="76"/>
                </a:cxn>
                <a:cxn ang="0">
                  <a:pos x="9" y="75"/>
                </a:cxn>
                <a:cxn ang="0">
                  <a:pos x="9" y="5"/>
                </a:cxn>
                <a:cxn ang="0">
                  <a:pos x="7" y="3"/>
                </a:cxn>
                <a:cxn ang="0">
                  <a:pos x="6" y="2"/>
                </a:cxn>
                <a:cxn ang="0">
                  <a:pos x="4" y="0"/>
                </a:cxn>
                <a:cxn ang="0">
                  <a:pos x="3" y="2"/>
                </a:cxn>
                <a:cxn ang="0">
                  <a:pos x="1" y="3"/>
                </a:cxn>
                <a:cxn ang="0">
                  <a:pos x="0" y="5"/>
                </a:cxn>
                <a:cxn ang="0">
                  <a:pos x="0" y="6"/>
                </a:cxn>
                <a:cxn ang="0">
                  <a:pos x="0" y="76"/>
                </a:cxn>
              </a:cxnLst>
              <a:pathLst>
                <a:path w="9" h="79">
                  <a:moveTo>
                    <a:pt x="0" y="76"/>
                  </a:moveTo>
                  <a:lnTo>
                    <a:pt x="1" y="76"/>
                  </a:lnTo>
                  <a:lnTo>
                    <a:pt x="3" y="78"/>
                  </a:lnTo>
                  <a:lnTo>
                    <a:pt x="4" y="79"/>
                  </a:lnTo>
                  <a:lnTo>
                    <a:pt x="6" y="78"/>
                  </a:lnTo>
                  <a:lnTo>
                    <a:pt x="7" y="76"/>
                  </a:lnTo>
                  <a:lnTo>
                    <a:pt x="9" y="75"/>
                  </a:lnTo>
                  <a:lnTo>
                    <a:pt x="9" y="5"/>
                  </a:lnTo>
                  <a:lnTo>
                    <a:pt x="7" y="3"/>
                  </a:lnTo>
                  <a:lnTo>
                    <a:pt x="6" y="2"/>
                  </a:lnTo>
                  <a:lnTo>
                    <a:pt x="4" y="0"/>
                  </a:lnTo>
                  <a:lnTo>
                    <a:pt x="3" y="2"/>
                  </a:lnTo>
                  <a:lnTo>
                    <a:pt x="1"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3071" name="Freeform 147"/>
            <p:cNvSpPr/>
            <p:nvPr/>
          </p:nvSpPr>
          <p:spPr>
            <a:xfrm>
              <a:off x="2010" y="2330"/>
              <a:ext cx="9" cy="79"/>
            </a:xfrm>
            <a:custGeom>
              <a:avLst/>
              <a:gdLst/>
              <a:ahLst/>
              <a:cxnLst>
                <a:cxn ang="0">
                  <a:pos x="0" y="76"/>
                </a:cxn>
                <a:cxn ang="0">
                  <a:pos x="1" y="76"/>
                </a:cxn>
                <a:cxn ang="0">
                  <a:pos x="3" y="78"/>
                </a:cxn>
                <a:cxn ang="0">
                  <a:pos x="4" y="79"/>
                </a:cxn>
                <a:cxn ang="0">
                  <a:pos x="6" y="78"/>
                </a:cxn>
                <a:cxn ang="0">
                  <a:pos x="7" y="76"/>
                </a:cxn>
                <a:cxn ang="0">
                  <a:pos x="9" y="75"/>
                </a:cxn>
                <a:cxn ang="0">
                  <a:pos x="9" y="5"/>
                </a:cxn>
                <a:cxn ang="0">
                  <a:pos x="7" y="3"/>
                </a:cxn>
                <a:cxn ang="0">
                  <a:pos x="6" y="2"/>
                </a:cxn>
                <a:cxn ang="0">
                  <a:pos x="4" y="0"/>
                </a:cxn>
                <a:cxn ang="0">
                  <a:pos x="3" y="2"/>
                </a:cxn>
                <a:cxn ang="0">
                  <a:pos x="1" y="3"/>
                </a:cxn>
                <a:cxn ang="0">
                  <a:pos x="0" y="5"/>
                </a:cxn>
                <a:cxn ang="0">
                  <a:pos x="0" y="6"/>
                </a:cxn>
                <a:cxn ang="0">
                  <a:pos x="0" y="76"/>
                </a:cxn>
              </a:cxnLst>
              <a:pathLst>
                <a:path w="9" h="79">
                  <a:moveTo>
                    <a:pt x="0" y="76"/>
                  </a:moveTo>
                  <a:lnTo>
                    <a:pt x="1" y="76"/>
                  </a:lnTo>
                  <a:lnTo>
                    <a:pt x="3" y="78"/>
                  </a:lnTo>
                  <a:lnTo>
                    <a:pt x="4" y="79"/>
                  </a:lnTo>
                  <a:lnTo>
                    <a:pt x="6" y="78"/>
                  </a:lnTo>
                  <a:lnTo>
                    <a:pt x="7" y="76"/>
                  </a:lnTo>
                  <a:lnTo>
                    <a:pt x="9" y="75"/>
                  </a:lnTo>
                  <a:lnTo>
                    <a:pt x="9" y="5"/>
                  </a:lnTo>
                  <a:lnTo>
                    <a:pt x="7" y="3"/>
                  </a:lnTo>
                  <a:lnTo>
                    <a:pt x="6" y="2"/>
                  </a:lnTo>
                  <a:lnTo>
                    <a:pt x="4" y="0"/>
                  </a:lnTo>
                  <a:lnTo>
                    <a:pt x="3" y="2"/>
                  </a:lnTo>
                  <a:lnTo>
                    <a:pt x="1"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3072" name="Freeform 148"/>
            <p:cNvSpPr/>
            <p:nvPr/>
          </p:nvSpPr>
          <p:spPr>
            <a:xfrm>
              <a:off x="2010" y="2234"/>
              <a:ext cx="9" cy="79"/>
            </a:xfrm>
            <a:custGeom>
              <a:avLst/>
              <a:gdLst/>
              <a:ahLst/>
              <a:cxnLst>
                <a:cxn ang="0">
                  <a:pos x="0" y="76"/>
                </a:cxn>
                <a:cxn ang="0">
                  <a:pos x="1" y="76"/>
                </a:cxn>
                <a:cxn ang="0">
                  <a:pos x="3" y="78"/>
                </a:cxn>
                <a:cxn ang="0">
                  <a:pos x="4" y="79"/>
                </a:cxn>
                <a:cxn ang="0">
                  <a:pos x="6" y="78"/>
                </a:cxn>
                <a:cxn ang="0">
                  <a:pos x="7" y="76"/>
                </a:cxn>
                <a:cxn ang="0">
                  <a:pos x="9" y="75"/>
                </a:cxn>
                <a:cxn ang="0">
                  <a:pos x="9" y="5"/>
                </a:cxn>
                <a:cxn ang="0">
                  <a:pos x="7" y="3"/>
                </a:cxn>
                <a:cxn ang="0">
                  <a:pos x="6" y="2"/>
                </a:cxn>
                <a:cxn ang="0">
                  <a:pos x="4" y="0"/>
                </a:cxn>
                <a:cxn ang="0">
                  <a:pos x="3" y="2"/>
                </a:cxn>
                <a:cxn ang="0">
                  <a:pos x="1" y="3"/>
                </a:cxn>
                <a:cxn ang="0">
                  <a:pos x="0" y="5"/>
                </a:cxn>
                <a:cxn ang="0">
                  <a:pos x="0" y="6"/>
                </a:cxn>
                <a:cxn ang="0">
                  <a:pos x="0" y="76"/>
                </a:cxn>
              </a:cxnLst>
              <a:pathLst>
                <a:path w="9" h="79">
                  <a:moveTo>
                    <a:pt x="0" y="76"/>
                  </a:moveTo>
                  <a:lnTo>
                    <a:pt x="1" y="76"/>
                  </a:lnTo>
                  <a:lnTo>
                    <a:pt x="3" y="78"/>
                  </a:lnTo>
                  <a:lnTo>
                    <a:pt x="4" y="79"/>
                  </a:lnTo>
                  <a:lnTo>
                    <a:pt x="6" y="78"/>
                  </a:lnTo>
                  <a:lnTo>
                    <a:pt x="7" y="76"/>
                  </a:lnTo>
                  <a:lnTo>
                    <a:pt x="9" y="75"/>
                  </a:lnTo>
                  <a:lnTo>
                    <a:pt x="9" y="5"/>
                  </a:lnTo>
                  <a:lnTo>
                    <a:pt x="7" y="3"/>
                  </a:lnTo>
                  <a:lnTo>
                    <a:pt x="6" y="2"/>
                  </a:lnTo>
                  <a:lnTo>
                    <a:pt x="4" y="0"/>
                  </a:lnTo>
                  <a:lnTo>
                    <a:pt x="3" y="2"/>
                  </a:lnTo>
                  <a:lnTo>
                    <a:pt x="1"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3073" name="Freeform 149"/>
            <p:cNvSpPr/>
            <p:nvPr/>
          </p:nvSpPr>
          <p:spPr>
            <a:xfrm>
              <a:off x="2010" y="2138"/>
              <a:ext cx="9" cy="79"/>
            </a:xfrm>
            <a:custGeom>
              <a:avLst/>
              <a:gdLst/>
              <a:ahLst/>
              <a:cxnLst>
                <a:cxn ang="0">
                  <a:pos x="0" y="76"/>
                </a:cxn>
                <a:cxn ang="0">
                  <a:pos x="1" y="76"/>
                </a:cxn>
                <a:cxn ang="0">
                  <a:pos x="3" y="78"/>
                </a:cxn>
                <a:cxn ang="0">
                  <a:pos x="4" y="79"/>
                </a:cxn>
                <a:cxn ang="0">
                  <a:pos x="6" y="78"/>
                </a:cxn>
                <a:cxn ang="0">
                  <a:pos x="7" y="76"/>
                </a:cxn>
                <a:cxn ang="0">
                  <a:pos x="9" y="75"/>
                </a:cxn>
                <a:cxn ang="0">
                  <a:pos x="9" y="5"/>
                </a:cxn>
                <a:cxn ang="0">
                  <a:pos x="7" y="3"/>
                </a:cxn>
                <a:cxn ang="0">
                  <a:pos x="6" y="2"/>
                </a:cxn>
                <a:cxn ang="0">
                  <a:pos x="4" y="0"/>
                </a:cxn>
                <a:cxn ang="0">
                  <a:pos x="3" y="2"/>
                </a:cxn>
                <a:cxn ang="0">
                  <a:pos x="1" y="3"/>
                </a:cxn>
                <a:cxn ang="0">
                  <a:pos x="0" y="5"/>
                </a:cxn>
                <a:cxn ang="0">
                  <a:pos x="0" y="6"/>
                </a:cxn>
                <a:cxn ang="0">
                  <a:pos x="0" y="76"/>
                </a:cxn>
              </a:cxnLst>
              <a:pathLst>
                <a:path w="9" h="79">
                  <a:moveTo>
                    <a:pt x="0" y="76"/>
                  </a:moveTo>
                  <a:lnTo>
                    <a:pt x="1" y="76"/>
                  </a:lnTo>
                  <a:lnTo>
                    <a:pt x="3" y="78"/>
                  </a:lnTo>
                  <a:lnTo>
                    <a:pt x="4" y="79"/>
                  </a:lnTo>
                  <a:lnTo>
                    <a:pt x="6" y="78"/>
                  </a:lnTo>
                  <a:lnTo>
                    <a:pt x="7" y="76"/>
                  </a:lnTo>
                  <a:lnTo>
                    <a:pt x="9" y="75"/>
                  </a:lnTo>
                  <a:lnTo>
                    <a:pt x="9" y="5"/>
                  </a:lnTo>
                  <a:lnTo>
                    <a:pt x="7" y="3"/>
                  </a:lnTo>
                  <a:lnTo>
                    <a:pt x="6" y="2"/>
                  </a:lnTo>
                  <a:lnTo>
                    <a:pt x="4" y="0"/>
                  </a:lnTo>
                  <a:lnTo>
                    <a:pt x="3" y="2"/>
                  </a:lnTo>
                  <a:lnTo>
                    <a:pt x="1"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3074" name="Freeform 150"/>
            <p:cNvSpPr/>
            <p:nvPr/>
          </p:nvSpPr>
          <p:spPr>
            <a:xfrm>
              <a:off x="2010" y="2042"/>
              <a:ext cx="9" cy="79"/>
            </a:xfrm>
            <a:custGeom>
              <a:avLst/>
              <a:gdLst/>
              <a:ahLst/>
              <a:cxnLst>
                <a:cxn ang="0">
                  <a:pos x="0" y="76"/>
                </a:cxn>
                <a:cxn ang="0">
                  <a:pos x="1" y="76"/>
                </a:cxn>
                <a:cxn ang="0">
                  <a:pos x="3" y="77"/>
                </a:cxn>
                <a:cxn ang="0">
                  <a:pos x="4" y="79"/>
                </a:cxn>
                <a:cxn ang="0">
                  <a:pos x="6" y="77"/>
                </a:cxn>
                <a:cxn ang="0">
                  <a:pos x="7" y="76"/>
                </a:cxn>
                <a:cxn ang="0">
                  <a:pos x="9" y="75"/>
                </a:cxn>
                <a:cxn ang="0">
                  <a:pos x="9" y="5"/>
                </a:cxn>
                <a:cxn ang="0">
                  <a:pos x="7" y="3"/>
                </a:cxn>
                <a:cxn ang="0">
                  <a:pos x="6" y="2"/>
                </a:cxn>
                <a:cxn ang="0">
                  <a:pos x="4" y="0"/>
                </a:cxn>
                <a:cxn ang="0">
                  <a:pos x="3" y="2"/>
                </a:cxn>
                <a:cxn ang="0">
                  <a:pos x="1" y="3"/>
                </a:cxn>
                <a:cxn ang="0">
                  <a:pos x="0" y="5"/>
                </a:cxn>
                <a:cxn ang="0">
                  <a:pos x="0" y="6"/>
                </a:cxn>
                <a:cxn ang="0">
                  <a:pos x="0" y="76"/>
                </a:cxn>
              </a:cxnLst>
              <a:pathLst>
                <a:path w="9" h="79">
                  <a:moveTo>
                    <a:pt x="0" y="76"/>
                  </a:moveTo>
                  <a:lnTo>
                    <a:pt x="1" y="76"/>
                  </a:lnTo>
                  <a:lnTo>
                    <a:pt x="3" y="77"/>
                  </a:lnTo>
                  <a:lnTo>
                    <a:pt x="4" y="79"/>
                  </a:lnTo>
                  <a:lnTo>
                    <a:pt x="6" y="77"/>
                  </a:lnTo>
                  <a:lnTo>
                    <a:pt x="7" y="76"/>
                  </a:lnTo>
                  <a:lnTo>
                    <a:pt x="9" y="75"/>
                  </a:lnTo>
                  <a:lnTo>
                    <a:pt x="9" y="5"/>
                  </a:lnTo>
                  <a:lnTo>
                    <a:pt x="7" y="3"/>
                  </a:lnTo>
                  <a:lnTo>
                    <a:pt x="6" y="2"/>
                  </a:lnTo>
                  <a:lnTo>
                    <a:pt x="4" y="0"/>
                  </a:lnTo>
                  <a:lnTo>
                    <a:pt x="3" y="2"/>
                  </a:lnTo>
                  <a:lnTo>
                    <a:pt x="1"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3075" name="Freeform 151"/>
            <p:cNvSpPr/>
            <p:nvPr/>
          </p:nvSpPr>
          <p:spPr>
            <a:xfrm>
              <a:off x="2010" y="1946"/>
              <a:ext cx="9" cy="79"/>
            </a:xfrm>
            <a:custGeom>
              <a:avLst/>
              <a:gdLst/>
              <a:ahLst/>
              <a:cxnLst>
                <a:cxn ang="0">
                  <a:pos x="0" y="76"/>
                </a:cxn>
                <a:cxn ang="0">
                  <a:pos x="1" y="76"/>
                </a:cxn>
                <a:cxn ang="0">
                  <a:pos x="3" y="77"/>
                </a:cxn>
                <a:cxn ang="0">
                  <a:pos x="4" y="79"/>
                </a:cxn>
                <a:cxn ang="0">
                  <a:pos x="6" y="77"/>
                </a:cxn>
                <a:cxn ang="0">
                  <a:pos x="7" y="76"/>
                </a:cxn>
                <a:cxn ang="0">
                  <a:pos x="9" y="75"/>
                </a:cxn>
                <a:cxn ang="0">
                  <a:pos x="9" y="5"/>
                </a:cxn>
                <a:cxn ang="0">
                  <a:pos x="7" y="3"/>
                </a:cxn>
                <a:cxn ang="0">
                  <a:pos x="6" y="2"/>
                </a:cxn>
                <a:cxn ang="0">
                  <a:pos x="4" y="0"/>
                </a:cxn>
                <a:cxn ang="0">
                  <a:pos x="3" y="2"/>
                </a:cxn>
                <a:cxn ang="0">
                  <a:pos x="1" y="3"/>
                </a:cxn>
                <a:cxn ang="0">
                  <a:pos x="0" y="5"/>
                </a:cxn>
                <a:cxn ang="0">
                  <a:pos x="0" y="6"/>
                </a:cxn>
                <a:cxn ang="0">
                  <a:pos x="0" y="76"/>
                </a:cxn>
              </a:cxnLst>
              <a:pathLst>
                <a:path w="9" h="79">
                  <a:moveTo>
                    <a:pt x="0" y="76"/>
                  </a:moveTo>
                  <a:lnTo>
                    <a:pt x="1" y="76"/>
                  </a:lnTo>
                  <a:lnTo>
                    <a:pt x="3" y="77"/>
                  </a:lnTo>
                  <a:lnTo>
                    <a:pt x="4" y="79"/>
                  </a:lnTo>
                  <a:lnTo>
                    <a:pt x="6" y="77"/>
                  </a:lnTo>
                  <a:lnTo>
                    <a:pt x="7" y="76"/>
                  </a:lnTo>
                  <a:lnTo>
                    <a:pt x="9" y="75"/>
                  </a:lnTo>
                  <a:lnTo>
                    <a:pt x="9" y="5"/>
                  </a:lnTo>
                  <a:lnTo>
                    <a:pt x="7" y="3"/>
                  </a:lnTo>
                  <a:lnTo>
                    <a:pt x="6" y="2"/>
                  </a:lnTo>
                  <a:lnTo>
                    <a:pt x="4" y="0"/>
                  </a:lnTo>
                  <a:lnTo>
                    <a:pt x="3" y="2"/>
                  </a:lnTo>
                  <a:lnTo>
                    <a:pt x="1"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3076" name="Freeform 152"/>
            <p:cNvSpPr/>
            <p:nvPr/>
          </p:nvSpPr>
          <p:spPr>
            <a:xfrm>
              <a:off x="2010" y="1850"/>
              <a:ext cx="9" cy="79"/>
            </a:xfrm>
            <a:custGeom>
              <a:avLst/>
              <a:gdLst/>
              <a:ahLst/>
              <a:cxnLst>
                <a:cxn ang="0">
                  <a:pos x="0" y="76"/>
                </a:cxn>
                <a:cxn ang="0">
                  <a:pos x="1" y="76"/>
                </a:cxn>
                <a:cxn ang="0">
                  <a:pos x="3" y="77"/>
                </a:cxn>
                <a:cxn ang="0">
                  <a:pos x="4" y="79"/>
                </a:cxn>
                <a:cxn ang="0">
                  <a:pos x="6" y="77"/>
                </a:cxn>
                <a:cxn ang="0">
                  <a:pos x="7" y="76"/>
                </a:cxn>
                <a:cxn ang="0">
                  <a:pos x="9" y="74"/>
                </a:cxn>
                <a:cxn ang="0">
                  <a:pos x="9" y="5"/>
                </a:cxn>
                <a:cxn ang="0">
                  <a:pos x="7" y="3"/>
                </a:cxn>
                <a:cxn ang="0">
                  <a:pos x="6" y="2"/>
                </a:cxn>
                <a:cxn ang="0">
                  <a:pos x="4" y="0"/>
                </a:cxn>
                <a:cxn ang="0">
                  <a:pos x="3" y="2"/>
                </a:cxn>
                <a:cxn ang="0">
                  <a:pos x="1" y="3"/>
                </a:cxn>
                <a:cxn ang="0">
                  <a:pos x="0" y="5"/>
                </a:cxn>
                <a:cxn ang="0">
                  <a:pos x="0" y="6"/>
                </a:cxn>
                <a:cxn ang="0">
                  <a:pos x="0" y="76"/>
                </a:cxn>
              </a:cxnLst>
              <a:pathLst>
                <a:path w="9" h="79">
                  <a:moveTo>
                    <a:pt x="0" y="76"/>
                  </a:moveTo>
                  <a:lnTo>
                    <a:pt x="1" y="76"/>
                  </a:lnTo>
                  <a:lnTo>
                    <a:pt x="3" y="77"/>
                  </a:lnTo>
                  <a:lnTo>
                    <a:pt x="4" y="79"/>
                  </a:lnTo>
                  <a:lnTo>
                    <a:pt x="6" y="77"/>
                  </a:lnTo>
                  <a:lnTo>
                    <a:pt x="7" y="76"/>
                  </a:lnTo>
                  <a:lnTo>
                    <a:pt x="9" y="74"/>
                  </a:lnTo>
                  <a:lnTo>
                    <a:pt x="9" y="5"/>
                  </a:lnTo>
                  <a:lnTo>
                    <a:pt x="7" y="3"/>
                  </a:lnTo>
                  <a:lnTo>
                    <a:pt x="6" y="2"/>
                  </a:lnTo>
                  <a:lnTo>
                    <a:pt x="4" y="0"/>
                  </a:lnTo>
                  <a:lnTo>
                    <a:pt x="3" y="2"/>
                  </a:lnTo>
                  <a:lnTo>
                    <a:pt x="1"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3077" name="Freeform 153"/>
            <p:cNvSpPr/>
            <p:nvPr/>
          </p:nvSpPr>
          <p:spPr>
            <a:xfrm>
              <a:off x="2010" y="1754"/>
              <a:ext cx="9" cy="79"/>
            </a:xfrm>
            <a:custGeom>
              <a:avLst/>
              <a:gdLst/>
              <a:ahLst/>
              <a:cxnLst>
                <a:cxn ang="0">
                  <a:pos x="0" y="76"/>
                </a:cxn>
                <a:cxn ang="0">
                  <a:pos x="1" y="76"/>
                </a:cxn>
                <a:cxn ang="0">
                  <a:pos x="3" y="77"/>
                </a:cxn>
                <a:cxn ang="0">
                  <a:pos x="4" y="79"/>
                </a:cxn>
                <a:cxn ang="0">
                  <a:pos x="6" y="77"/>
                </a:cxn>
                <a:cxn ang="0">
                  <a:pos x="7" y="76"/>
                </a:cxn>
                <a:cxn ang="0">
                  <a:pos x="9" y="74"/>
                </a:cxn>
                <a:cxn ang="0">
                  <a:pos x="9" y="5"/>
                </a:cxn>
                <a:cxn ang="0">
                  <a:pos x="7" y="3"/>
                </a:cxn>
                <a:cxn ang="0">
                  <a:pos x="6" y="2"/>
                </a:cxn>
                <a:cxn ang="0">
                  <a:pos x="4" y="0"/>
                </a:cxn>
                <a:cxn ang="0">
                  <a:pos x="3" y="2"/>
                </a:cxn>
                <a:cxn ang="0">
                  <a:pos x="1" y="3"/>
                </a:cxn>
                <a:cxn ang="0">
                  <a:pos x="0" y="5"/>
                </a:cxn>
                <a:cxn ang="0">
                  <a:pos x="0" y="6"/>
                </a:cxn>
                <a:cxn ang="0">
                  <a:pos x="0" y="76"/>
                </a:cxn>
              </a:cxnLst>
              <a:pathLst>
                <a:path w="9" h="79">
                  <a:moveTo>
                    <a:pt x="0" y="76"/>
                  </a:moveTo>
                  <a:lnTo>
                    <a:pt x="1" y="76"/>
                  </a:lnTo>
                  <a:lnTo>
                    <a:pt x="3" y="77"/>
                  </a:lnTo>
                  <a:lnTo>
                    <a:pt x="4" y="79"/>
                  </a:lnTo>
                  <a:lnTo>
                    <a:pt x="6" y="77"/>
                  </a:lnTo>
                  <a:lnTo>
                    <a:pt x="7" y="76"/>
                  </a:lnTo>
                  <a:lnTo>
                    <a:pt x="9" y="74"/>
                  </a:lnTo>
                  <a:lnTo>
                    <a:pt x="9" y="5"/>
                  </a:lnTo>
                  <a:lnTo>
                    <a:pt x="7" y="3"/>
                  </a:lnTo>
                  <a:lnTo>
                    <a:pt x="6" y="2"/>
                  </a:lnTo>
                  <a:lnTo>
                    <a:pt x="4" y="0"/>
                  </a:lnTo>
                  <a:lnTo>
                    <a:pt x="3" y="2"/>
                  </a:lnTo>
                  <a:lnTo>
                    <a:pt x="1"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3078" name="Freeform 154"/>
            <p:cNvSpPr/>
            <p:nvPr/>
          </p:nvSpPr>
          <p:spPr>
            <a:xfrm>
              <a:off x="2010" y="1658"/>
              <a:ext cx="9" cy="79"/>
            </a:xfrm>
            <a:custGeom>
              <a:avLst/>
              <a:gdLst/>
              <a:ahLst/>
              <a:cxnLst>
                <a:cxn ang="0">
                  <a:pos x="0" y="76"/>
                </a:cxn>
                <a:cxn ang="0">
                  <a:pos x="1" y="76"/>
                </a:cxn>
                <a:cxn ang="0">
                  <a:pos x="3" y="77"/>
                </a:cxn>
                <a:cxn ang="0">
                  <a:pos x="4" y="79"/>
                </a:cxn>
                <a:cxn ang="0">
                  <a:pos x="6" y="77"/>
                </a:cxn>
                <a:cxn ang="0">
                  <a:pos x="7" y="76"/>
                </a:cxn>
                <a:cxn ang="0">
                  <a:pos x="9" y="74"/>
                </a:cxn>
                <a:cxn ang="0">
                  <a:pos x="9" y="5"/>
                </a:cxn>
                <a:cxn ang="0">
                  <a:pos x="7" y="3"/>
                </a:cxn>
                <a:cxn ang="0">
                  <a:pos x="6" y="2"/>
                </a:cxn>
                <a:cxn ang="0">
                  <a:pos x="4" y="0"/>
                </a:cxn>
                <a:cxn ang="0">
                  <a:pos x="3" y="2"/>
                </a:cxn>
                <a:cxn ang="0">
                  <a:pos x="1" y="3"/>
                </a:cxn>
                <a:cxn ang="0">
                  <a:pos x="0" y="5"/>
                </a:cxn>
                <a:cxn ang="0">
                  <a:pos x="0" y="6"/>
                </a:cxn>
                <a:cxn ang="0">
                  <a:pos x="0" y="76"/>
                </a:cxn>
              </a:cxnLst>
              <a:pathLst>
                <a:path w="9" h="79">
                  <a:moveTo>
                    <a:pt x="0" y="76"/>
                  </a:moveTo>
                  <a:lnTo>
                    <a:pt x="1" y="76"/>
                  </a:lnTo>
                  <a:lnTo>
                    <a:pt x="3" y="77"/>
                  </a:lnTo>
                  <a:lnTo>
                    <a:pt x="4" y="79"/>
                  </a:lnTo>
                  <a:lnTo>
                    <a:pt x="6" y="77"/>
                  </a:lnTo>
                  <a:lnTo>
                    <a:pt x="7" y="76"/>
                  </a:lnTo>
                  <a:lnTo>
                    <a:pt x="9" y="74"/>
                  </a:lnTo>
                  <a:lnTo>
                    <a:pt x="9" y="5"/>
                  </a:lnTo>
                  <a:lnTo>
                    <a:pt x="7" y="3"/>
                  </a:lnTo>
                  <a:lnTo>
                    <a:pt x="6" y="2"/>
                  </a:lnTo>
                  <a:lnTo>
                    <a:pt x="4" y="0"/>
                  </a:lnTo>
                  <a:lnTo>
                    <a:pt x="3" y="2"/>
                  </a:lnTo>
                  <a:lnTo>
                    <a:pt x="1"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3079" name="Freeform 155"/>
            <p:cNvSpPr/>
            <p:nvPr/>
          </p:nvSpPr>
          <p:spPr>
            <a:xfrm>
              <a:off x="2010" y="1562"/>
              <a:ext cx="9" cy="79"/>
            </a:xfrm>
            <a:custGeom>
              <a:avLst/>
              <a:gdLst/>
              <a:ahLst/>
              <a:cxnLst>
                <a:cxn ang="0">
                  <a:pos x="0" y="76"/>
                </a:cxn>
                <a:cxn ang="0">
                  <a:pos x="1" y="76"/>
                </a:cxn>
                <a:cxn ang="0">
                  <a:pos x="3" y="77"/>
                </a:cxn>
                <a:cxn ang="0">
                  <a:pos x="4" y="79"/>
                </a:cxn>
                <a:cxn ang="0">
                  <a:pos x="6" y="77"/>
                </a:cxn>
                <a:cxn ang="0">
                  <a:pos x="7" y="76"/>
                </a:cxn>
                <a:cxn ang="0">
                  <a:pos x="9" y="74"/>
                </a:cxn>
                <a:cxn ang="0">
                  <a:pos x="9" y="5"/>
                </a:cxn>
                <a:cxn ang="0">
                  <a:pos x="7" y="3"/>
                </a:cxn>
                <a:cxn ang="0">
                  <a:pos x="6" y="2"/>
                </a:cxn>
                <a:cxn ang="0">
                  <a:pos x="4" y="0"/>
                </a:cxn>
                <a:cxn ang="0">
                  <a:pos x="3" y="2"/>
                </a:cxn>
                <a:cxn ang="0">
                  <a:pos x="1" y="3"/>
                </a:cxn>
                <a:cxn ang="0">
                  <a:pos x="0" y="5"/>
                </a:cxn>
                <a:cxn ang="0">
                  <a:pos x="0" y="6"/>
                </a:cxn>
                <a:cxn ang="0">
                  <a:pos x="0" y="76"/>
                </a:cxn>
              </a:cxnLst>
              <a:pathLst>
                <a:path w="9" h="79">
                  <a:moveTo>
                    <a:pt x="0" y="76"/>
                  </a:moveTo>
                  <a:lnTo>
                    <a:pt x="1" y="76"/>
                  </a:lnTo>
                  <a:lnTo>
                    <a:pt x="3" y="77"/>
                  </a:lnTo>
                  <a:lnTo>
                    <a:pt x="4" y="79"/>
                  </a:lnTo>
                  <a:lnTo>
                    <a:pt x="6" y="77"/>
                  </a:lnTo>
                  <a:lnTo>
                    <a:pt x="7" y="76"/>
                  </a:lnTo>
                  <a:lnTo>
                    <a:pt x="9" y="74"/>
                  </a:lnTo>
                  <a:lnTo>
                    <a:pt x="9" y="5"/>
                  </a:lnTo>
                  <a:lnTo>
                    <a:pt x="7" y="3"/>
                  </a:lnTo>
                  <a:lnTo>
                    <a:pt x="6" y="2"/>
                  </a:lnTo>
                  <a:lnTo>
                    <a:pt x="4" y="0"/>
                  </a:lnTo>
                  <a:lnTo>
                    <a:pt x="3" y="2"/>
                  </a:lnTo>
                  <a:lnTo>
                    <a:pt x="1"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3080" name="Freeform 156"/>
            <p:cNvSpPr/>
            <p:nvPr/>
          </p:nvSpPr>
          <p:spPr>
            <a:xfrm>
              <a:off x="2010" y="1466"/>
              <a:ext cx="9" cy="79"/>
            </a:xfrm>
            <a:custGeom>
              <a:avLst/>
              <a:gdLst/>
              <a:ahLst/>
              <a:cxnLst>
                <a:cxn ang="0">
                  <a:pos x="0" y="76"/>
                </a:cxn>
                <a:cxn ang="0">
                  <a:pos x="1" y="76"/>
                </a:cxn>
                <a:cxn ang="0">
                  <a:pos x="3" y="77"/>
                </a:cxn>
                <a:cxn ang="0">
                  <a:pos x="4" y="79"/>
                </a:cxn>
                <a:cxn ang="0">
                  <a:pos x="6" y="77"/>
                </a:cxn>
                <a:cxn ang="0">
                  <a:pos x="7" y="76"/>
                </a:cxn>
                <a:cxn ang="0">
                  <a:pos x="9" y="74"/>
                </a:cxn>
                <a:cxn ang="0">
                  <a:pos x="9" y="4"/>
                </a:cxn>
                <a:cxn ang="0">
                  <a:pos x="7" y="3"/>
                </a:cxn>
                <a:cxn ang="0">
                  <a:pos x="6" y="2"/>
                </a:cxn>
                <a:cxn ang="0">
                  <a:pos x="4" y="0"/>
                </a:cxn>
                <a:cxn ang="0">
                  <a:pos x="3" y="2"/>
                </a:cxn>
                <a:cxn ang="0">
                  <a:pos x="1" y="3"/>
                </a:cxn>
                <a:cxn ang="0">
                  <a:pos x="0" y="4"/>
                </a:cxn>
                <a:cxn ang="0">
                  <a:pos x="0" y="6"/>
                </a:cxn>
                <a:cxn ang="0">
                  <a:pos x="0" y="76"/>
                </a:cxn>
              </a:cxnLst>
              <a:pathLst>
                <a:path w="9" h="79">
                  <a:moveTo>
                    <a:pt x="0" y="76"/>
                  </a:moveTo>
                  <a:lnTo>
                    <a:pt x="1" y="76"/>
                  </a:lnTo>
                  <a:lnTo>
                    <a:pt x="3" y="77"/>
                  </a:lnTo>
                  <a:lnTo>
                    <a:pt x="4" y="79"/>
                  </a:lnTo>
                  <a:lnTo>
                    <a:pt x="6" y="77"/>
                  </a:lnTo>
                  <a:lnTo>
                    <a:pt x="7" y="76"/>
                  </a:lnTo>
                  <a:lnTo>
                    <a:pt x="9" y="74"/>
                  </a:lnTo>
                  <a:lnTo>
                    <a:pt x="9" y="4"/>
                  </a:lnTo>
                  <a:lnTo>
                    <a:pt x="7" y="3"/>
                  </a:lnTo>
                  <a:lnTo>
                    <a:pt x="6" y="2"/>
                  </a:lnTo>
                  <a:lnTo>
                    <a:pt x="4" y="0"/>
                  </a:lnTo>
                  <a:lnTo>
                    <a:pt x="3" y="2"/>
                  </a:lnTo>
                  <a:lnTo>
                    <a:pt x="1" y="3"/>
                  </a:lnTo>
                  <a:lnTo>
                    <a:pt x="0" y="4"/>
                  </a:lnTo>
                  <a:lnTo>
                    <a:pt x="0" y="6"/>
                  </a:lnTo>
                  <a:lnTo>
                    <a:pt x="0" y="76"/>
                  </a:lnTo>
                  <a:close/>
                </a:path>
              </a:pathLst>
            </a:custGeom>
            <a:solidFill>
              <a:srgbClr val="000000">
                <a:alpha val="100000"/>
              </a:srgbClr>
            </a:solidFill>
            <a:ln w="9525">
              <a:noFill/>
            </a:ln>
          </p:spPr>
          <p:txBody>
            <a:bodyPr/>
            <a:p>
              <a:endParaRPr lang="zh-CN" altLang="en-US"/>
            </a:p>
          </p:txBody>
        </p:sp>
        <p:sp>
          <p:nvSpPr>
            <p:cNvPr id="83081" name="Freeform 157"/>
            <p:cNvSpPr/>
            <p:nvPr/>
          </p:nvSpPr>
          <p:spPr>
            <a:xfrm>
              <a:off x="2010" y="1370"/>
              <a:ext cx="9" cy="79"/>
            </a:xfrm>
            <a:custGeom>
              <a:avLst/>
              <a:gdLst/>
              <a:ahLst/>
              <a:cxnLst>
                <a:cxn ang="0">
                  <a:pos x="0" y="76"/>
                </a:cxn>
                <a:cxn ang="0">
                  <a:pos x="1" y="76"/>
                </a:cxn>
                <a:cxn ang="0">
                  <a:pos x="3" y="77"/>
                </a:cxn>
                <a:cxn ang="0">
                  <a:pos x="4" y="79"/>
                </a:cxn>
                <a:cxn ang="0">
                  <a:pos x="6" y="77"/>
                </a:cxn>
                <a:cxn ang="0">
                  <a:pos x="7" y="76"/>
                </a:cxn>
                <a:cxn ang="0">
                  <a:pos x="9" y="74"/>
                </a:cxn>
                <a:cxn ang="0">
                  <a:pos x="9" y="4"/>
                </a:cxn>
                <a:cxn ang="0">
                  <a:pos x="7" y="3"/>
                </a:cxn>
                <a:cxn ang="0">
                  <a:pos x="6" y="2"/>
                </a:cxn>
                <a:cxn ang="0">
                  <a:pos x="4" y="0"/>
                </a:cxn>
                <a:cxn ang="0">
                  <a:pos x="3" y="2"/>
                </a:cxn>
                <a:cxn ang="0">
                  <a:pos x="1" y="3"/>
                </a:cxn>
                <a:cxn ang="0">
                  <a:pos x="0" y="4"/>
                </a:cxn>
                <a:cxn ang="0">
                  <a:pos x="0" y="6"/>
                </a:cxn>
                <a:cxn ang="0">
                  <a:pos x="0" y="76"/>
                </a:cxn>
              </a:cxnLst>
              <a:pathLst>
                <a:path w="9" h="79">
                  <a:moveTo>
                    <a:pt x="0" y="76"/>
                  </a:moveTo>
                  <a:lnTo>
                    <a:pt x="1" y="76"/>
                  </a:lnTo>
                  <a:lnTo>
                    <a:pt x="3" y="77"/>
                  </a:lnTo>
                  <a:lnTo>
                    <a:pt x="4" y="79"/>
                  </a:lnTo>
                  <a:lnTo>
                    <a:pt x="6" y="77"/>
                  </a:lnTo>
                  <a:lnTo>
                    <a:pt x="7" y="76"/>
                  </a:lnTo>
                  <a:lnTo>
                    <a:pt x="9" y="74"/>
                  </a:lnTo>
                  <a:lnTo>
                    <a:pt x="9" y="4"/>
                  </a:lnTo>
                  <a:lnTo>
                    <a:pt x="7" y="3"/>
                  </a:lnTo>
                  <a:lnTo>
                    <a:pt x="6" y="2"/>
                  </a:lnTo>
                  <a:lnTo>
                    <a:pt x="4" y="0"/>
                  </a:lnTo>
                  <a:lnTo>
                    <a:pt x="3" y="2"/>
                  </a:lnTo>
                  <a:lnTo>
                    <a:pt x="1" y="3"/>
                  </a:lnTo>
                  <a:lnTo>
                    <a:pt x="0" y="4"/>
                  </a:lnTo>
                  <a:lnTo>
                    <a:pt x="0" y="6"/>
                  </a:lnTo>
                  <a:lnTo>
                    <a:pt x="0" y="76"/>
                  </a:lnTo>
                  <a:close/>
                </a:path>
              </a:pathLst>
            </a:custGeom>
            <a:solidFill>
              <a:srgbClr val="000000">
                <a:alpha val="100000"/>
              </a:srgbClr>
            </a:solidFill>
            <a:ln w="9525">
              <a:noFill/>
            </a:ln>
          </p:spPr>
          <p:txBody>
            <a:bodyPr/>
            <a:p>
              <a:endParaRPr lang="zh-CN" altLang="en-US"/>
            </a:p>
          </p:txBody>
        </p:sp>
        <p:sp>
          <p:nvSpPr>
            <p:cNvPr id="83082" name="Freeform 158"/>
            <p:cNvSpPr/>
            <p:nvPr/>
          </p:nvSpPr>
          <p:spPr>
            <a:xfrm>
              <a:off x="2010" y="1274"/>
              <a:ext cx="9" cy="79"/>
            </a:xfrm>
            <a:custGeom>
              <a:avLst/>
              <a:gdLst/>
              <a:ahLst/>
              <a:cxnLst>
                <a:cxn ang="0">
                  <a:pos x="0" y="76"/>
                </a:cxn>
                <a:cxn ang="0">
                  <a:pos x="1" y="76"/>
                </a:cxn>
                <a:cxn ang="0">
                  <a:pos x="3" y="77"/>
                </a:cxn>
                <a:cxn ang="0">
                  <a:pos x="4" y="79"/>
                </a:cxn>
                <a:cxn ang="0">
                  <a:pos x="6" y="77"/>
                </a:cxn>
                <a:cxn ang="0">
                  <a:pos x="7" y="76"/>
                </a:cxn>
                <a:cxn ang="0">
                  <a:pos x="9" y="74"/>
                </a:cxn>
                <a:cxn ang="0">
                  <a:pos x="9" y="4"/>
                </a:cxn>
                <a:cxn ang="0">
                  <a:pos x="7" y="3"/>
                </a:cxn>
                <a:cxn ang="0">
                  <a:pos x="6" y="1"/>
                </a:cxn>
                <a:cxn ang="0">
                  <a:pos x="4" y="0"/>
                </a:cxn>
                <a:cxn ang="0">
                  <a:pos x="3" y="1"/>
                </a:cxn>
                <a:cxn ang="0">
                  <a:pos x="1" y="3"/>
                </a:cxn>
                <a:cxn ang="0">
                  <a:pos x="0" y="4"/>
                </a:cxn>
                <a:cxn ang="0">
                  <a:pos x="0" y="6"/>
                </a:cxn>
                <a:cxn ang="0">
                  <a:pos x="0" y="76"/>
                </a:cxn>
              </a:cxnLst>
              <a:pathLst>
                <a:path w="9" h="79">
                  <a:moveTo>
                    <a:pt x="0" y="76"/>
                  </a:moveTo>
                  <a:lnTo>
                    <a:pt x="1" y="76"/>
                  </a:lnTo>
                  <a:lnTo>
                    <a:pt x="3" y="77"/>
                  </a:lnTo>
                  <a:lnTo>
                    <a:pt x="4" y="79"/>
                  </a:lnTo>
                  <a:lnTo>
                    <a:pt x="6" y="77"/>
                  </a:lnTo>
                  <a:lnTo>
                    <a:pt x="7" y="76"/>
                  </a:lnTo>
                  <a:lnTo>
                    <a:pt x="9" y="74"/>
                  </a:lnTo>
                  <a:lnTo>
                    <a:pt x="9" y="4"/>
                  </a:lnTo>
                  <a:lnTo>
                    <a:pt x="7" y="3"/>
                  </a:lnTo>
                  <a:lnTo>
                    <a:pt x="6" y="1"/>
                  </a:lnTo>
                  <a:lnTo>
                    <a:pt x="4" y="0"/>
                  </a:lnTo>
                  <a:lnTo>
                    <a:pt x="3" y="1"/>
                  </a:lnTo>
                  <a:lnTo>
                    <a:pt x="1" y="3"/>
                  </a:lnTo>
                  <a:lnTo>
                    <a:pt x="0" y="4"/>
                  </a:lnTo>
                  <a:lnTo>
                    <a:pt x="0" y="6"/>
                  </a:lnTo>
                  <a:lnTo>
                    <a:pt x="0" y="76"/>
                  </a:lnTo>
                  <a:close/>
                </a:path>
              </a:pathLst>
            </a:custGeom>
            <a:solidFill>
              <a:srgbClr val="000000">
                <a:alpha val="100000"/>
              </a:srgbClr>
            </a:solidFill>
            <a:ln w="9525">
              <a:noFill/>
            </a:ln>
          </p:spPr>
          <p:txBody>
            <a:bodyPr/>
            <a:p>
              <a:endParaRPr lang="zh-CN" altLang="en-US"/>
            </a:p>
          </p:txBody>
        </p:sp>
        <p:sp>
          <p:nvSpPr>
            <p:cNvPr id="83083" name="Freeform 159"/>
            <p:cNvSpPr/>
            <p:nvPr/>
          </p:nvSpPr>
          <p:spPr>
            <a:xfrm>
              <a:off x="2010" y="1178"/>
              <a:ext cx="9" cy="79"/>
            </a:xfrm>
            <a:custGeom>
              <a:avLst/>
              <a:gdLst/>
              <a:ahLst/>
              <a:cxnLst>
                <a:cxn ang="0">
                  <a:pos x="0" y="76"/>
                </a:cxn>
                <a:cxn ang="0">
                  <a:pos x="1" y="76"/>
                </a:cxn>
                <a:cxn ang="0">
                  <a:pos x="3" y="77"/>
                </a:cxn>
                <a:cxn ang="0">
                  <a:pos x="4" y="79"/>
                </a:cxn>
                <a:cxn ang="0">
                  <a:pos x="6" y="77"/>
                </a:cxn>
                <a:cxn ang="0">
                  <a:pos x="7" y="76"/>
                </a:cxn>
                <a:cxn ang="0">
                  <a:pos x="9" y="74"/>
                </a:cxn>
                <a:cxn ang="0">
                  <a:pos x="9" y="4"/>
                </a:cxn>
                <a:cxn ang="0">
                  <a:pos x="7" y="3"/>
                </a:cxn>
                <a:cxn ang="0">
                  <a:pos x="6" y="1"/>
                </a:cxn>
                <a:cxn ang="0">
                  <a:pos x="4" y="0"/>
                </a:cxn>
                <a:cxn ang="0">
                  <a:pos x="3" y="1"/>
                </a:cxn>
                <a:cxn ang="0">
                  <a:pos x="1" y="3"/>
                </a:cxn>
                <a:cxn ang="0">
                  <a:pos x="0" y="4"/>
                </a:cxn>
                <a:cxn ang="0">
                  <a:pos x="0" y="6"/>
                </a:cxn>
                <a:cxn ang="0">
                  <a:pos x="0" y="76"/>
                </a:cxn>
              </a:cxnLst>
              <a:pathLst>
                <a:path w="9" h="79">
                  <a:moveTo>
                    <a:pt x="0" y="76"/>
                  </a:moveTo>
                  <a:lnTo>
                    <a:pt x="1" y="76"/>
                  </a:lnTo>
                  <a:lnTo>
                    <a:pt x="3" y="77"/>
                  </a:lnTo>
                  <a:lnTo>
                    <a:pt x="4" y="79"/>
                  </a:lnTo>
                  <a:lnTo>
                    <a:pt x="6" y="77"/>
                  </a:lnTo>
                  <a:lnTo>
                    <a:pt x="7" y="76"/>
                  </a:lnTo>
                  <a:lnTo>
                    <a:pt x="9" y="74"/>
                  </a:lnTo>
                  <a:lnTo>
                    <a:pt x="9" y="4"/>
                  </a:lnTo>
                  <a:lnTo>
                    <a:pt x="7" y="3"/>
                  </a:lnTo>
                  <a:lnTo>
                    <a:pt x="6" y="1"/>
                  </a:lnTo>
                  <a:lnTo>
                    <a:pt x="4" y="0"/>
                  </a:lnTo>
                  <a:lnTo>
                    <a:pt x="3" y="1"/>
                  </a:lnTo>
                  <a:lnTo>
                    <a:pt x="1" y="3"/>
                  </a:lnTo>
                  <a:lnTo>
                    <a:pt x="0" y="4"/>
                  </a:lnTo>
                  <a:lnTo>
                    <a:pt x="0" y="6"/>
                  </a:lnTo>
                  <a:lnTo>
                    <a:pt x="0" y="76"/>
                  </a:lnTo>
                  <a:close/>
                </a:path>
              </a:pathLst>
            </a:custGeom>
            <a:solidFill>
              <a:srgbClr val="000000">
                <a:alpha val="100000"/>
              </a:srgbClr>
            </a:solidFill>
            <a:ln w="9525">
              <a:noFill/>
            </a:ln>
          </p:spPr>
          <p:txBody>
            <a:bodyPr/>
            <a:p>
              <a:endParaRPr lang="zh-CN" altLang="en-US"/>
            </a:p>
          </p:txBody>
        </p:sp>
      </p:grpSp>
      <p:sp>
        <p:nvSpPr>
          <p:cNvPr id="83003" name="Line 160"/>
          <p:cNvSpPr/>
          <p:nvPr/>
        </p:nvSpPr>
        <p:spPr>
          <a:xfrm>
            <a:off x="1043305" y="3243263"/>
            <a:ext cx="5507038" cy="3175"/>
          </a:xfrm>
          <a:prstGeom prst="line">
            <a:avLst/>
          </a:prstGeom>
          <a:ln w="14288" cap="flat" cmpd="sng">
            <a:solidFill>
              <a:srgbClr val="FF3300"/>
            </a:solidFill>
            <a:prstDash val="solid"/>
            <a:headEnd type="none" w="med" len="med"/>
            <a:tailEnd type="none" w="med" len="med"/>
          </a:ln>
        </p:spPr>
      </p:sp>
      <p:grpSp>
        <p:nvGrpSpPr>
          <p:cNvPr id="83004" name="Group 161"/>
          <p:cNvGrpSpPr/>
          <p:nvPr/>
        </p:nvGrpSpPr>
        <p:grpSpPr>
          <a:xfrm>
            <a:off x="1087438" y="3552825"/>
            <a:ext cx="720725" cy="12700"/>
            <a:chOff x="866" y="2977"/>
            <a:chExt cx="454" cy="8"/>
          </a:xfrm>
        </p:grpSpPr>
        <p:sp>
          <p:nvSpPr>
            <p:cNvPr id="83057" name="Freeform 162"/>
            <p:cNvSpPr/>
            <p:nvPr/>
          </p:nvSpPr>
          <p:spPr>
            <a:xfrm>
              <a:off x="866" y="2977"/>
              <a:ext cx="44" cy="8"/>
            </a:xfrm>
            <a:custGeom>
              <a:avLst/>
              <a:gdLst/>
              <a:ahLst/>
              <a:cxnLst>
                <a:cxn ang="0">
                  <a:pos x="6" y="0"/>
                </a:cxn>
                <a:cxn ang="0">
                  <a:pos x="5" y="0"/>
                </a:cxn>
                <a:cxn ang="0">
                  <a:pos x="3" y="1"/>
                </a:cxn>
                <a:cxn ang="0">
                  <a:pos x="2" y="2"/>
                </a:cxn>
                <a:cxn ang="0">
                  <a:pos x="0" y="4"/>
                </a:cxn>
                <a:cxn ang="0">
                  <a:pos x="2" y="5"/>
                </a:cxn>
                <a:cxn ang="0">
                  <a:pos x="3" y="7"/>
                </a:cxn>
                <a:cxn ang="0">
                  <a:pos x="5" y="8"/>
                </a:cxn>
                <a:cxn ang="0">
                  <a:pos x="38" y="8"/>
                </a:cxn>
                <a:cxn ang="0">
                  <a:pos x="40" y="8"/>
                </a:cxn>
                <a:cxn ang="0">
                  <a:pos x="41" y="8"/>
                </a:cxn>
                <a:cxn ang="0">
                  <a:pos x="43" y="7"/>
                </a:cxn>
                <a:cxn ang="0">
                  <a:pos x="44" y="5"/>
                </a:cxn>
                <a:cxn ang="0">
                  <a:pos x="44" y="4"/>
                </a:cxn>
                <a:cxn ang="0">
                  <a:pos x="43" y="2"/>
                </a:cxn>
                <a:cxn ang="0">
                  <a:pos x="41" y="1"/>
                </a:cxn>
                <a:cxn ang="0">
                  <a:pos x="40" y="0"/>
                </a:cxn>
                <a:cxn ang="0">
                  <a:pos x="6" y="0"/>
                </a:cxn>
              </a:cxnLst>
              <a:pathLst>
                <a:path w="44" h="8">
                  <a:moveTo>
                    <a:pt x="6" y="0"/>
                  </a:moveTo>
                  <a:lnTo>
                    <a:pt x="5" y="0"/>
                  </a:lnTo>
                  <a:lnTo>
                    <a:pt x="3" y="1"/>
                  </a:lnTo>
                  <a:lnTo>
                    <a:pt x="2" y="2"/>
                  </a:lnTo>
                  <a:lnTo>
                    <a:pt x="0" y="4"/>
                  </a:lnTo>
                  <a:lnTo>
                    <a:pt x="2" y="5"/>
                  </a:lnTo>
                  <a:lnTo>
                    <a:pt x="3" y="7"/>
                  </a:lnTo>
                  <a:lnTo>
                    <a:pt x="5" y="8"/>
                  </a:lnTo>
                  <a:lnTo>
                    <a:pt x="38" y="8"/>
                  </a:lnTo>
                  <a:lnTo>
                    <a:pt x="40" y="8"/>
                  </a:lnTo>
                  <a:lnTo>
                    <a:pt x="41" y="8"/>
                  </a:lnTo>
                  <a:lnTo>
                    <a:pt x="43" y="7"/>
                  </a:lnTo>
                  <a:lnTo>
                    <a:pt x="44" y="5"/>
                  </a:lnTo>
                  <a:lnTo>
                    <a:pt x="44" y="4"/>
                  </a:lnTo>
                  <a:lnTo>
                    <a:pt x="43" y="2"/>
                  </a:lnTo>
                  <a:lnTo>
                    <a:pt x="41" y="1"/>
                  </a:lnTo>
                  <a:lnTo>
                    <a:pt x="40" y="0"/>
                  </a:lnTo>
                  <a:lnTo>
                    <a:pt x="6" y="0"/>
                  </a:lnTo>
                  <a:close/>
                </a:path>
              </a:pathLst>
            </a:custGeom>
            <a:solidFill>
              <a:srgbClr val="000000">
                <a:alpha val="100000"/>
              </a:srgbClr>
            </a:solidFill>
            <a:ln w="9525">
              <a:noFill/>
            </a:ln>
          </p:spPr>
          <p:txBody>
            <a:bodyPr/>
            <a:p>
              <a:endParaRPr lang="zh-CN" altLang="en-US"/>
            </a:p>
          </p:txBody>
        </p:sp>
        <p:sp>
          <p:nvSpPr>
            <p:cNvPr id="83058" name="Freeform 163"/>
            <p:cNvSpPr/>
            <p:nvPr/>
          </p:nvSpPr>
          <p:spPr>
            <a:xfrm>
              <a:off x="927" y="2977"/>
              <a:ext cx="44" cy="8"/>
            </a:xfrm>
            <a:custGeom>
              <a:avLst/>
              <a:gdLst/>
              <a:ahLst/>
              <a:cxnLst>
                <a:cxn ang="0">
                  <a:pos x="5" y="0"/>
                </a:cxn>
                <a:cxn ang="0">
                  <a:pos x="3" y="0"/>
                </a:cxn>
                <a:cxn ang="0">
                  <a:pos x="2" y="1"/>
                </a:cxn>
                <a:cxn ang="0">
                  <a:pos x="0" y="2"/>
                </a:cxn>
                <a:cxn ang="0">
                  <a:pos x="0" y="4"/>
                </a:cxn>
                <a:cxn ang="0">
                  <a:pos x="0" y="5"/>
                </a:cxn>
                <a:cxn ang="0">
                  <a:pos x="0" y="7"/>
                </a:cxn>
                <a:cxn ang="0">
                  <a:pos x="2" y="8"/>
                </a:cxn>
                <a:cxn ang="0">
                  <a:pos x="3" y="8"/>
                </a:cxn>
                <a:cxn ang="0">
                  <a:pos x="38" y="8"/>
                </a:cxn>
                <a:cxn ang="0">
                  <a:pos x="40" y="8"/>
                </a:cxn>
                <a:cxn ang="0">
                  <a:pos x="41" y="8"/>
                </a:cxn>
                <a:cxn ang="0">
                  <a:pos x="43" y="7"/>
                </a:cxn>
                <a:cxn ang="0">
                  <a:pos x="44" y="5"/>
                </a:cxn>
                <a:cxn ang="0">
                  <a:pos x="44" y="4"/>
                </a:cxn>
                <a:cxn ang="0">
                  <a:pos x="43" y="2"/>
                </a:cxn>
                <a:cxn ang="0">
                  <a:pos x="41" y="1"/>
                </a:cxn>
                <a:cxn ang="0">
                  <a:pos x="40" y="0"/>
                </a:cxn>
                <a:cxn ang="0">
                  <a:pos x="5" y="0"/>
                </a:cxn>
              </a:cxnLst>
              <a:pathLst>
                <a:path w="44" h="8">
                  <a:moveTo>
                    <a:pt x="5" y="0"/>
                  </a:moveTo>
                  <a:lnTo>
                    <a:pt x="3" y="0"/>
                  </a:lnTo>
                  <a:lnTo>
                    <a:pt x="2" y="1"/>
                  </a:lnTo>
                  <a:lnTo>
                    <a:pt x="0" y="2"/>
                  </a:lnTo>
                  <a:lnTo>
                    <a:pt x="0" y="4"/>
                  </a:lnTo>
                  <a:lnTo>
                    <a:pt x="0" y="5"/>
                  </a:lnTo>
                  <a:lnTo>
                    <a:pt x="0" y="7"/>
                  </a:lnTo>
                  <a:lnTo>
                    <a:pt x="2" y="8"/>
                  </a:lnTo>
                  <a:lnTo>
                    <a:pt x="3" y="8"/>
                  </a:lnTo>
                  <a:lnTo>
                    <a:pt x="38" y="8"/>
                  </a:lnTo>
                  <a:lnTo>
                    <a:pt x="40" y="8"/>
                  </a:lnTo>
                  <a:lnTo>
                    <a:pt x="41" y="8"/>
                  </a:lnTo>
                  <a:lnTo>
                    <a:pt x="43" y="7"/>
                  </a:lnTo>
                  <a:lnTo>
                    <a:pt x="44" y="5"/>
                  </a:lnTo>
                  <a:lnTo>
                    <a:pt x="44" y="4"/>
                  </a:lnTo>
                  <a:lnTo>
                    <a:pt x="43" y="2"/>
                  </a:lnTo>
                  <a:lnTo>
                    <a:pt x="41" y="1"/>
                  </a:lnTo>
                  <a:lnTo>
                    <a:pt x="40" y="0"/>
                  </a:lnTo>
                  <a:lnTo>
                    <a:pt x="5" y="0"/>
                  </a:lnTo>
                  <a:close/>
                </a:path>
              </a:pathLst>
            </a:custGeom>
            <a:solidFill>
              <a:srgbClr val="000000">
                <a:alpha val="100000"/>
              </a:srgbClr>
            </a:solidFill>
            <a:ln w="9525">
              <a:noFill/>
            </a:ln>
          </p:spPr>
          <p:txBody>
            <a:bodyPr/>
            <a:p>
              <a:endParaRPr lang="zh-CN" altLang="en-US"/>
            </a:p>
          </p:txBody>
        </p:sp>
        <p:sp>
          <p:nvSpPr>
            <p:cNvPr id="83059" name="Freeform 164"/>
            <p:cNvSpPr/>
            <p:nvPr/>
          </p:nvSpPr>
          <p:spPr>
            <a:xfrm>
              <a:off x="989" y="2977"/>
              <a:ext cx="43" cy="8"/>
            </a:xfrm>
            <a:custGeom>
              <a:avLst/>
              <a:gdLst/>
              <a:ahLst/>
              <a:cxnLst>
                <a:cxn ang="0">
                  <a:pos x="4" y="0"/>
                </a:cxn>
                <a:cxn ang="0">
                  <a:pos x="2" y="0"/>
                </a:cxn>
                <a:cxn ang="0">
                  <a:pos x="1" y="1"/>
                </a:cxn>
                <a:cxn ang="0">
                  <a:pos x="0" y="2"/>
                </a:cxn>
                <a:cxn ang="0">
                  <a:pos x="0" y="4"/>
                </a:cxn>
                <a:cxn ang="0">
                  <a:pos x="0" y="5"/>
                </a:cxn>
                <a:cxn ang="0">
                  <a:pos x="0" y="7"/>
                </a:cxn>
                <a:cxn ang="0">
                  <a:pos x="1" y="8"/>
                </a:cxn>
                <a:cxn ang="0">
                  <a:pos x="2" y="8"/>
                </a:cxn>
                <a:cxn ang="0">
                  <a:pos x="37" y="8"/>
                </a:cxn>
                <a:cxn ang="0">
                  <a:pos x="39" y="8"/>
                </a:cxn>
                <a:cxn ang="0">
                  <a:pos x="40" y="8"/>
                </a:cxn>
                <a:cxn ang="0">
                  <a:pos x="42" y="7"/>
                </a:cxn>
                <a:cxn ang="0">
                  <a:pos x="43" y="5"/>
                </a:cxn>
                <a:cxn ang="0">
                  <a:pos x="43" y="4"/>
                </a:cxn>
                <a:cxn ang="0">
                  <a:pos x="42" y="2"/>
                </a:cxn>
                <a:cxn ang="0">
                  <a:pos x="40" y="1"/>
                </a:cxn>
                <a:cxn ang="0">
                  <a:pos x="39" y="0"/>
                </a:cxn>
                <a:cxn ang="0">
                  <a:pos x="4" y="0"/>
                </a:cxn>
              </a:cxnLst>
              <a:pathLst>
                <a:path w="43" h="8">
                  <a:moveTo>
                    <a:pt x="4" y="0"/>
                  </a:moveTo>
                  <a:lnTo>
                    <a:pt x="2" y="0"/>
                  </a:lnTo>
                  <a:lnTo>
                    <a:pt x="1" y="1"/>
                  </a:lnTo>
                  <a:lnTo>
                    <a:pt x="0" y="2"/>
                  </a:lnTo>
                  <a:lnTo>
                    <a:pt x="0" y="4"/>
                  </a:lnTo>
                  <a:lnTo>
                    <a:pt x="0" y="5"/>
                  </a:lnTo>
                  <a:lnTo>
                    <a:pt x="0" y="7"/>
                  </a:lnTo>
                  <a:lnTo>
                    <a:pt x="1" y="8"/>
                  </a:lnTo>
                  <a:lnTo>
                    <a:pt x="2" y="8"/>
                  </a:lnTo>
                  <a:lnTo>
                    <a:pt x="37" y="8"/>
                  </a:lnTo>
                  <a:lnTo>
                    <a:pt x="39" y="8"/>
                  </a:lnTo>
                  <a:lnTo>
                    <a:pt x="40" y="8"/>
                  </a:lnTo>
                  <a:lnTo>
                    <a:pt x="42" y="7"/>
                  </a:lnTo>
                  <a:lnTo>
                    <a:pt x="43" y="5"/>
                  </a:lnTo>
                  <a:lnTo>
                    <a:pt x="43" y="4"/>
                  </a:lnTo>
                  <a:lnTo>
                    <a:pt x="42" y="2"/>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3060" name="Freeform 165"/>
            <p:cNvSpPr/>
            <p:nvPr/>
          </p:nvSpPr>
          <p:spPr>
            <a:xfrm>
              <a:off x="1050" y="2977"/>
              <a:ext cx="43" cy="8"/>
            </a:xfrm>
            <a:custGeom>
              <a:avLst/>
              <a:gdLst/>
              <a:ahLst/>
              <a:cxnLst>
                <a:cxn ang="0">
                  <a:pos x="4" y="0"/>
                </a:cxn>
                <a:cxn ang="0">
                  <a:pos x="2" y="0"/>
                </a:cxn>
                <a:cxn ang="0">
                  <a:pos x="1" y="1"/>
                </a:cxn>
                <a:cxn ang="0">
                  <a:pos x="0" y="2"/>
                </a:cxn>
                <a:cxn ang="0">
                  <a:pos x="0" y="4"/>
                </a:cxn>
                <a:cxn ang="0">
                  <a:pos x="0" y="5"/>
                </a:cxn>
                <a:cxn ang="0">
                  <a:pos x="0" y="7"/>
                </a:cxn>
                <a:cxn ang="0">
                  <a:pos x="1" y="8"/>
                </a:cxn>
                <a:cxn ang="0">
                  <a:pos x="2" y="8"/>
                </a:cxn>
                <a:cxn ang="0">
                  <a:pos x="37" y="8"/>
                </a:cxn>
                <a:cxn ang="0">
                  <a:pos x="39" y="8"/>
                </a:cxn>
                <a:cxn ang="0">
                  <a:pos x="40" y="8"/>
                </a:cxn>
                <a:cxn ang="0">
                  <a:pos x="42" y="7"/>
                </a:cxn>
                <a:cxn ang="0">
                  <a:pos x="43" y="5"/>
                </a:cxn>
                <a:cxn ang="0">
                  <a:pos x="43" y="4"/>
                </a:cxn>
                <a:cxn ang="0">
                  <a:pos x="42" y="2"/>
                </a:cxn>
                <a:cxn ang="0">
                  <a:pos x="40" y="1"/>
                </a:cxn>
                <a:cxn ang="0">
                  <a:pos x="39" y="0"/>
                </a:cxn>
                <a:cxn ang="0">
                  <a:pos x="4" y="0"/>
                </a:cxn>
              </a:cxnLst>
              <a:pathLst>
                <a:path w="43" h="8">
                  <a:moveTo>
                    <a:pt x="4" y="0"/>
                  </a:moveTo>
                  <a:lnTo>
                    <a:pt x="2" y="0"/>
                  </a:lnTo>
                  <a:lnTo>
                    <a:pt x="1" y="1"/>
                  </a:lnTo>
                  <a:lnTo>
                    <a:pt x="0" y="2"/>
                  </a:lnTo>
                  <a:lnTo>
                    <a:pt x="0" y="4"/>
                  </a:lnTo>
                  <a:lnTo>
                    <a:pt x="0" y="5"/>
                  </a:lnTo>
                  <a:lnTo>
                    <a:pt x="0" y="7"/>
                  </a:lnTo>
                  <a:lnTo>
                    <a:pt x="1" y="8"/>
                  </a:lnTo>
                  <a:lnTo>
                    <a:pt x="2" y="8"/>
                  </a:lnTo>
                  <a:lnTo>
                    <a:pt x="37" y="8"/>
                  </a:lnTo>
                  <a:lnTo>
                    <a:pt x="39" y="8"/>
                  </a:lnTo>
                  <a:lnTo>
                    <a:pt x="40" y="8"/>
                  </a:lnTo>
                  <a:lnTo>
                    <a:pt x="42" y="7"/>
                  </a:lnTo>
                  <a:lnTo>
                    <a:pt x="43" y="5"/>
                  </a:lnTo>
                  <a:lnTo>
                    <a:pt x="43" y="4"/>
                  </a:lnTo>
                  <a:lnTo>
                    <a:pt x="42" y="2"/>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3061" name="Freeform 166"/>
            <p:cNvSpPr/>
            <p:nvPr/>
          </p:nvSpPr>
          <p:spPr>
            <a:xfrm>
              <a:off x="1111" y="2977"/>
              <a:ext cx="43" cy="8"/>
            </a:xfrm>
            <a:custGeom>
              <a:avLst/>
              <a:gdLst/>
              <a:ahLst/>
              <a:cxnLst>
                <a:cxn ang="0">
                  <a:pos x="4" y="0"/>
                </a:cxn>
                <a:cxn ang="0">
                  <a:pos x="2" y="0"/>
                </a:cxn>
                <a:cxn ang="0">
                  <a:pos x="1" y="1"/>
                </a:cxn>
                <a:cxn ang="0">
                  <a:pos x="0" y="2"/>
                </a:cxn>
                <a:cxn ang="0">
                  <a:pos x="0" y="4"/>
                </a:cxn>
                <a:cxn ang="0">
                  <a:pos x="0" y="5"/>
                </a:cxn>
                <a:cxn ang="0">
                  <a:pos x="0" y="7"/>
                </a:cxn>
                <a:cxn ang="0">
                  <a:pos x="1" y="8"/>
                </a:cxn>
                <a:cxn ang="0">
                  <a:pos x="2" y="8"/>
                </a:cxn>
                <a:cxn ang="0">
                  <a:pos x="37" y="8"/>
                </a:cxn>
                <a:cxn ang="0">
                  <a:pos x="39" y="8"/>
                </a:cxn>
                <a:cxn ang="0">
                  <a:pos x="40" y="8"/>
                </a:cxn>
                <a:cxn ang="0">
                  <a:pos x="42" y="7"/>
                </a:cxn>
                <a:cxn ang="0">
                  <a:pos x="43" y="5"/>
                </a:cxn>
                <a:cxn ang="0">
                  <a:pos x="43" y="4"/>
                </a:cxn>
                <a:cxn ang="0">
                  <a:pos x="42" y="2"/>
                </a:cxn>
                <a:cxn ang="0">
                  <a:pos x="40" y="1"/>
                </a:cxn>
                <a:cxn ang="0">
                  <a:pos x="39" y="0"/>
                </a:cxn>
                <a:cxn ang="0">
                  <a:pos x="4" y="0"/>
                </a:cxn>
              </a:cxnLst>
              <a:pathLst>
                <a:path w="43" h="8">
                  <a:moveTo>
                    <a:pt x="4" y="0"/>
                  </a:moveTo>
                  <a:lnTo>
                    <a:pt x="2" y="0"/>
                  </a:lnTo>
                  <a:lnTo>
                    <a:pt x="1" y="1"/>
                  </a:lnTo>
                  <a:lnTo>
                    <a:pt x="0" y="2"/>
                  </a:lnTo>
                  <a:lnTo>
                    <a:pt x="0" y="4"/>
                  </a:lnTo>
                  <a:lnTo>
                    <a:pt x="0" y="5"/>
                  </a:lnTo>
                  <a:lnTo>
                    <a:pt x="0" y="7"/>
                  </a:lnTo>
                  <a:lnTo>
                    <a:pt x="1" y="8"/>
                  </a:lnTo>
                  <a:lnTo>
                    <a:pt x="2" y="8"/>
                  </a:lnTo>
                  <a:lnTo>
                    <a:pt x="37" y="8"/>
                  </a:lnTo>
                  <a:lnTo>
                    <a:pt x="39" y="8"/>
                  </a:lnTo>
                  <a:lnTo>
                    <a:pt x="40" y="8"/>
                  </a:lnTo>
                  <a:lnTo>
                    <a:pt x="42" y="7"/>
                  </a:lnTo>
                  <a:lnTo>
                    <a:pt x="43" y="5"/>
                  </a:lnTo>
                  <a:lnTo>
                    <a:pt x="43" y="4"/>
                  </a:lnTo>
                  <a:lnTo>
                    <a:pt x="42" y="2"/>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3062" name="Freeform 167"/>
            <p:cNvSpPr/>
            <p:nvPr/>
          </p:nvSpPr>
          <p:spPr>
            <a:xfrm>
              <a:off x="1172" y="2977"/>
              <a:ext cx="43" cy="8"/>
            </a:xfrm>
            <a:custGeom>
              <a:avLst/>
              <a:gdLst/>
              <a:ahLst/>
              <a:cxnLst>
                <a:cxn ang="0">
                  <a:pos x="4" y="0"/>
                </a:cxn>
                <a:cxn ang="0">
                  <a:pos x="2" y="0"/>
                </a:cxn>
                <a:cxn ang="0">
                  <a:pos x="1" y="1"/>
                </a:cxn>
                <a:cxn ang="0">
                  <a:pos x="0" y="2"/>
                </a:cxn>
                <a:cxn ang="0">
                  <a:pos x="0" y="4"/>
                </a:cxn>
                <a:cxn ang="0">
                  <a:pos x="0" y="5"/>
                </a:cxn>
                <a:cxn ang="0">
                  <a:pos x="0" y="7"/>
                </a:cxn>
                <a:cxn ang="0">
                  <a:pos x="1" y="8"/>
                </a:cxn>
                <a:cxn ang="0">
                  <a:pos x="2" y="8"/>
                </a:cxn>
                <a:cxn ang="0">
                  <a:pos x="37" y="8"/>
                </a:cxn>
                <a:cxn ang="0">
                  <a:pos x="39" y="8"/>
                </a:cxn>
                <a:cxn ang="0">
                  <a:pos x="40" y="8"/>
                </a:cxn>
                <a:cxn ang="0">
                  <a:pos x="42" y="7"/>
                </a:cxn>
                <a:cxn ang="0">
                  <a:pos x="43" y="5"/>
                </a:cxn>
                <a:cxn ang="0">
                  <a:pos x="43" y="4"/>
                </a:cxn>
                <a:cxn ang="0">
                  <a:pos x="42" y="2"/>
                </a:cxn>
                <a:cxn ang="0">
                  <a:pos x="40" y="1"/>
                </a:cxn>
                <a:cxn ang="0">
                  <a:pos x="39" y="0"/>
                </a:cxn>
                <a:cxn ang="0">
                  <a:pos x="4" y="0"/>
                </a:cxn>
              </a:cxnLst>
              <a:pathLst>
                <a:path w="43" h="8">
                  <a:moveTo>
                    <a:pt x="4" y="0"/>
                  </a:moveTo>
                  <a:lnTo>
                    <a:pt x="2" y="0"/>
                  </a:lnTo>
                  <a:lnTo>
                    <a:pt x="1" y="1"/>
                  </a:lnTo>
                  <a:lnTo>
                    <a:pt x="0" y="2"/>
                  </a:lnTo>
                  <a:lnTo>
                    <a:pt x="0" y="4"/>
                  </a:lnTo>
                  <a:lnTo>
                    <a:pt x="0" y="5"/>
                  </a:lnTo>
                  <a:lnTo>
                    <a:pt x="0" y="7"/>
                  </a:lnTo>
                  <a:lnTo>
                    <a:pt x="1" y="8"/>
                  </a:lnTo>
                  <a:lnTo>
                    <a:pt x="2" y="8"/>
                  </a:lnTo>
                  <a:lnTo>
                    <a:pt x="37" y="8"/>
                  </a:lnTo>
                  <a:lnTo>
                    <a:pt x="39" y="8"/>
                  </a:lnTo>
                  <a:lnTo>
                    <a:pt x="40" y="8"/>
                  </a:lnTo>
                  <a:lnTo>
                    <a:pt x="42" y="7"/>
                  </a:lnTo>
                  <a:lnTo>
                    <a:pt x="43" y="5"/>
                  </a:lnTo>
                  <a:lnTo>
                    <a:pt x="43" y="4"/>
                  </a:lnTo>
                  <a:lnTo>
                    <a:pt x="42" y="2"/>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3063" name="Freeform 168"/>
            <p:cNvSpPr/>
            <p:nvPr/>
          </p:nvSpPr>
          <p:spPr>
            <a:xfrm>
              <a:off x="1233" y="2977"/>
              <a:ext cx="43" cy="8"/>
            </a:xfrm>
            <a:custGeom>
              <a:avLst/>
              <a:gdLst/>
              <a:ahLst/>
              <a:cxnLst>
                <a:cxn ang="0">
                  <a:pos x="4" y="0"/>
                </a:cxn>
                <a:cxn ang="0">
                  <a:pos x="2" y="0"/>
                </a:cxn>
                <a:cxn ang="0">
                  <a:pos x="1" y="1"/>
                </a:cxn>
                <a:cxn ang="0">
                  <a:pos x="0" y="2"/>
                </a:cxn>
                <a:cxn ang="0">
                  <a:pos x="0" y="4"/>
                </a:cxn>
                <a:cxn ang="0">
                  <a:pos x="0" y="5"/>
                </a:cxn>
                <a:cxn ang="0">
                  <a:pos x="0" y="7"/>
                </a:cxn>
                <a:cxn ang="0">
                  <a:pos x="1" y="8"/>
                </a:cxn>
                <a:cxn ang="0">
                  <a:pos x="2" y="8"/>
                </a:cxn>
                <a:cxn ang="0">
                  <a:pos x="37" y="8"/>
                </a:cxn>
                <a:cxn ang="0">
                  <a:pos x="39" y="8"/>
                </a:cxn>
                <a:cxn ang="0">
                  <a:pos x="40" y="8"/>
                </a:cxn>
                <a:cxn ang="0">
                  <a:pos x="42" y="7"/>
                </a:cxn>
                <a:cxn ang="0">
                  <a:pos x="43" y="5"/>
                </a:cxn>
                <a:cxn ang="0">
                  <a:pos x="43" y="4"/>
                </a:cxn>
                <a:cxn ang="0">
                  <a:pos x="42" y="2"/>
                </a:cxn>
                <a:cxn ang="0">
                  <a:pos x="40" y="1"/>
                </a:cxn>
                <a:cxn ang="0">
                  <a:pos x="39" y="0"/>
                </a:cxn>
                <a:cxn ang="0">
                  <a:pos x="4" y="0"/>
                </a:cxn>
              </a:cxnLst>
              <a:pathLst>
                <a:path w="43" h="8">
                  <a:moveTo>
                    <a:pt x="4" y="0"/>
                  </a:moveTo>
                  <a:lnTo>
                    <a:pt x="2" y="0"/>
                  </a:lnTo>
                  <a:lnTo>
                    <a:pt x="1" y="1"/>
                  </a:lnTo>
                  <a:lnTo>
                    <a:pt x="0" y="2"/>
                  </a:lnTo>
                  <a:lnTo>
                    <a:pt x="0" y="4"/>
                  </a:lnTo>
                  <a:lnTo>
                    <a:pt x="0" y="5"/>
                  </a:lnTo>
                  <a:lnTo>
                    <a:pt x="0" y="7"/>
                  </a:lnTo>
                  <a:lnTo>
                    <a:pt x="1" y="8"/>
                  </a:lnTo>
                  <a:lnTo>
                    <a:pt x="2" y="8"/>
                  </a:lnTo>
                  <a:lnTo>
                    <a:pt x="37" y="8"/>
                  </a:lnTo>
                  <a:lnTo>
                    <a:pt x="39" y="8"/>
                  </a:lnTo>
                  <a:lnTo>
                    <a:pt x="40" y="8"/>
                  </a:lnTo>
                  <a:lnTo>
                    <a:pt x="42" y="7"/>
                  </a:lnTo>
                  <a:lnTo>
                    <a:pt x="43" y="5"/>
                  </a:lnTo>
                  <a:lnTo>
                    <a:pt x="43" y="4"/>
                  </a:lnTo>
                  <a:lnTo>
                    <a:pt x="42" y="2"/>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3064" name="Freeform 169"/>
            <p:cNvSpPr/>
            <p:nvPr/>
          </p:nvSpPr>
          <p:spPr>
            <a:xfrm>
              <a:off x="1294" y="2977"/>
              <a:ext cx="26" cy="8"/>
            </a:xfrm>
            <a:custGeom>
              <a:avLst/>
              <a:gdLst/>
              <a:ahLst/>
              <a:cxnLst>
                <a:cxn ang="0">
                  <a:pos x="4" y="0"/>
                </a:cxn>
                <a:cxn ang="0">
                  <a:pos x="3" y="0"/>
                </a:cxn>
                <a:cxn ang="0">
                  <a:pos x="1" y="1"/>
                </a:cxn>
                <a:cxn ang="0">
                  <a:pos x="0" y="2"/>
                </a:cxn>
                <a:cxn ang="0">
                  <a:pos x="0" y="4"/>
                </a:cxn>
                <a:cxn ang="0">
                  <a:pos x="0" y="5"/>
                </a:cxn>
                <a:cxn ang="0">
                  <a:pos x="0" y="7"/>
                </a:cxn>
                <a:cxn ang="0">
                  <a:pos x="1" y="8"/>
                </a:cxn>
                <a:cxn ang="0">
                  <a:pos x="3" y="8"/>
                </a:cxn>
                <a:cxn ang="0">
                  <a:pos x="21" y="8"/>
                </a:cxn>
                <a:cxn ang="0">
                  <a:pos x="23" y="7"/>
                </a:cxn>
                <a:cxn ang="0">
                  <a:pos x="24" y="5"/>
                </a:cxn>
                <a:cxn ang="0">
                  <a:pos x="26" y="4"/>
                </a:cxn>
                <a:cxn ang="0">
                  <a:pos x="24" y="2"/>
                </a:cxn>
                <a:cxn ang="0">
                  <a:pos x="23" y="1"/>
                </a:cxn>
                <a:cxn ang="0">
                  <a:pos x="23" y="0"/>
                </a:cxn>
                <a:cxn ang="0">
                  <a:pos x="4" y="0"/>
                </a:cxn>
              </a:cxnLst>
              <a:pathLst>
                <a:path w="26" h="8">
                  <a:moveTo>
                    <a:pt x="4" y="0"/>
                  </a:moveTo>
                  <a:lnTo>
                    <a:pt x="3" y="0"/>
                  </a:lnTo>
                  <a:lnTo>
                    <a:pt x="1" y="1"/>
                  </a:lnTo>
                  <a:lnTo>
                    <a:pt x="0" y="2"/>
                  </a:lnTo>
                  <a:lnTo>
                    <a:pt x="0" y="4"/>
                  </a:lnTo>
                  <a:lnTo>
                    <a:pt x="0" y="5"/>
                  </a:lnTo>
                  <a:lnTo>
                    <a:pt x="0" y="7"/>
                  </a:lnTo>
                  <a:lnTo>
                    <a:pt x="1" y="8"/>
                  </a:lnTo>
                  <a:lnTo>
                    <a:pt x="3" y="8"/>
                  </a:lnTo>
                  <a:lnTo>
                    <a:pt x="21" y="8"/>
                  </a:lnTo>
                  <a:lnTo>
                    <a:pt x="23" y="7"/>
                  </a:lnTo>
                  <a:lnTo>
                    <a:pt x="24" y="5"/>
                  </a:lnTo>
                  <a:lnTo>
                    <a:pt x="26" y="4"/>
                  </a:lnTo>
                  <a:lnTo>
                    <a:pt x="24" y="2"/>
                  </a:lnTo>
                  <a:lnTo>
                    <a:pt x="23" y="1"/>
                  </a:lnTo>
                  <a:lnTo>
                    <a:pt x="23" y="0"/>
                  </a:lnTo>
                  <a:lnTo>
                    <a:pt x="4" y="0"/>
                  </a:lnTo>
                  <a:close/>
                </a:path>
              </a:pathLst>
            </a:custGeom>
            <a:solidFill>
              <a:srgbClr val="000000">
                <a:alpha val="100000"/>
              </a:srgbClr>
            </a:solidFill>
            <a:ln w="9525">
              <a:noFill/>
            </a:ln>
          </p:spPr>
          <p:txBody>
            <a:bodyPr/>
            <a:p>
              <a:endParaRPr lang="zh-CN" altLang="en-US"/>
            </a:p>
          </p:txBody>
        </p:sp>
      </p:grpSp>
      <p:grpSp>
        <p:nvGrpSpPr>
          <p:cNvPr id="83005" name="Group 170"/>
          <p:cNvGrpSpPr/>
          <p:nvPr/>
        </p:nvGrpSpPr>
        <p:grpSpPr>
          <a:xfrm>
            <a:off x="1793875" y="3233738"/>
            <a:ext cx="115888" cy="331787"/>
            <a:chOff x="1311" y="2776"/>
            <a:chExt cx="73" cy="209"/>
          </a:xfrm>
        </p:grpSpPr>
        <p:sp>
          <p:nvSpPr>
            <p:cNvPr id="83053" name="Freeform 171"/>
            <p:cNvSpPr/>
            <p:nvPr/>
          </p:nvSpPr>
          <p:spPr>
            <a:xfrm>
              <a:off x="1311" y="2943"/>
              <a:ext cx="19" cy="42"/>
            </a:xfrm>
            <a:custGeom>
              <a:avLst/>
              <a:gdLst/>
              <a:ahLst/>
              <a:cxnLst>
                <a:cxn ang="0">
                  <a:pos x="0" y="38"/>
                </a:cxn>
                <a:cxn ang="0">
                  <a:pos x="0" y="38"/>
                </a:cxn>
                <a:cxn ang="0">
                  <a:pos x="1" y="39"/>
                </a:cxn>
                <a:cxn ang="0">
                  <a:pos x="3" y="41"/>
                </a:cxn>
                <a:cxn ang="0">
                  <a:pos x="4" y="42"/>
                </a:cxn>
                <a:cxn ang="0">
                  <a:pos x="6" y="41"/>
                </a:cxn>
                <a:cxn ang="0">
                  <a:pos x="7" y="39"/>
                </a:cxn>
                <a:cxn ang="0">
                  <a:pos x="9" y="39"/>
                </a:cxn>
                <a:cxn ang="0">
                  <a:pos x="19" y="6"/>
                </a:cxn>
                <a:cxn ang="0">
                  <a:pos x="19" y="4"/>
                </a:cxn>
                <a:cxn ang="0">
                  <a:pos x="19" y="3"/>
                </a:cxn>
                <a:cxn ang="0">
                  <a:pos x="17" y="2"/>
                </a:cxn>
                <a:cxn ang="0">
                  <a:pos x="16" y="0"/>
                </a:cxn>
                <a:cxn ang="0">
                  <a:pos x="15" y="0"/>
                </a:cxn>
                <a:cxn ang="0">
                  <a:pos x="13" y="2"/>
                </a:cxn>
                <a:cxn ang="0">
                  <a:pos x="12" y="3"/>
                </a:cxn>
                <a:cxn ang="0">
                  <a:pos x="10" y="4"/>
                </a:cxn>
                <a:cxn ang="0">
                  <a:pos x="0" y="38"/>
                </a:cxn>
              </a:cxnLst>
              <a:pathLst>
                <a:path w="19" h="42">
                  <a:moveTo>
                    <a:pt x="0" y="38"/>
                  </a:moveTo>
                  <a:lnTo>
                    <a:pt x="0" y="38"/>
                  </a:lnTo>
                  <a:lnTo>
                    <a:pt x="1" y="39"/>
                  </a:lnTo>
                  <a:lnTo>
                    <a:pt x="3" y="41"/>
                  </a:lnTo>
                  <a:lnTo>
                    <a:pt x="4" y="42"/>
                  </a:lnTo>
                  <a:lnTo>
                    <a:pt x="6" y="41"/>
                  </a:lnTo>
                  <a:lnTo>
                    <a:pt x="7" y="39"/>
                  </a:lnTo>
                  <a:lnTo>
                    <a:pt x="9" y="39"/>
                  </a:lnTo>
                  <a:lnTo>
                    <a:pt x="19" y="6"/>
                  </a:lnTo>
                  <a:lnTo>
                    <a:pt x="19" y="4"/>
                  </a:lnTo>
                  <a:lnTo>
                    <a:pt x="19" y="3"/>
                  </a:lnTo>
                  <a:lnTo>
                    <a:pt x="17" y="2"/>
                  </a:lnTo>
                  <a:lnTo>
                    <a:pt x="16" y="0"/>
                  </a:lnTo>
                  <a:lnTo>
                    <a:pt x="15" y="0"/>
                  </a:lnTo>
                  <a:lnTo>
                    <a:pt x="13" y="2"/>
                  </a:lnTo>
                  <a:lnTo>
                    <a:pt x="12" y="3"/>
                  </a:lnTo>
                  <a:lnTo>
                    <a:pt x="10" y="4"/>
                  </a:lnTo>
                  <a:lnTo>
                    <a:pt x="0" y="38"/>
                  </a:lnTo>
                  <a:close/>
                </a:path>
              </a:pathLst>
            </a:custGeom>
            <a:solidFill>
              <a:srgbClr val="000000">
                <a:alpha val="100000"/>
              </a:srgbClr>
            </a:solidFill>
            <a:ln w="9525">
              <a:noFill/>
            </a:ln>
          </p:spPr>
          <p:txBody>
            <a:bodyPr/>
            <a:p>
              <a:endParaRPr lang="zh-CN" altLang="en-US"/>
            </a:p>
          </p:txBody>
        </p:sp>
        <p:sp>
          <p:nvSpPr>
            <p:cNvPr id="83054" name="Freeform 172"/>
            <p:cNvSpPr/>
            <p:nvPr/>
          </p:nvSpPr>
          <p:spPr>
            <a:xfrm>
              <a:off x="1330" y="2885"/>
              <a:ext cx="19" cy="42"/>
            </a:xfrm>
            <a:custGeom>
              <a:avLst/>
              <a:gdLst/>
              <a:ahLst/>
              <a:cxnLst>
                <a:cxn ang="0">
                  <a:pos x="0" y="36"/>
                </a:cxn>
                <a:cxn ang="0">
                  <a:pos x="0" y="38"/>
                </a:cxn>
                <a:cxn ang="0">
                  <a:pos x="0" y="39"/>
                </a:cxn>
                <a:cxn ang="0">
                  <a:pos x="1" y="41"/>
                </a:cxn>
                <a:cxn ang="0">
                  <a:pos x="3" y="42"/>
                </a:cxn>
                <a:cxn ang="0">
                  <a:pos x="4" y="42"/>
                </a:cxn>
                <a:cxn ang="0">
                  <a:pos x="6" y="41"/>
                </a:cxn>
                <a:cxn ang="0">
                  <a:pos x="7" y="39"/>
                </a:cxn>
                <a:cxn ang="0">
                  <a:pos x="9" y="38"/>
                </a:cxn>
                <a:cxn ang="0">
                  <a:pos x="19" y="6"/>
                </a:cxn>
                <a:cxn ang="0">
                  <a:pos x="19" y="4"/>
                </a:cxn>
                <a:cxn ang="0">
                  <a:pos x="19" y="3"/>
                </a:cxn>
                <a:cxn ang="0">
                  <a:pos x="17" y="1"/>
                </a:cxn>
                <a:cxn ang="0">
                  <a:pos x="16" y="0"/>
                </a:cxn>
                <a:cxn ang="0">
                  <a:pos x="14" y="0"/>
                </a:cxn>
                <a:cxn ang="0">
                  <a:pos x="13" y="1"/>
                </a:cxn>
                <a:cxn ang="0">
                  <a:pos x="12" y="3"/>
                </a:cxn>
                <a:cxn ang="0">
                  <a:pos x="10" y="4"/>
                </a:cxn>
                <a:cxn ang="0">
                  <a:pos x="0" y="36"/>
                </a:cxn>
              </a:cxnLst>
              <a:pathLst>
                <a:path w="19" h="42">
                  <a:moveTo>
                    <a:pt x="0" y="36"/>
                  </a:moveTo>
                  <a:lnTo>
                    <a:pt x="0" y="38"/>
                  </a:lnTo>
                  <a:lnTo>
                    <a:pt x="0" y="39"/>
                  </a:lnTo>
                  <a:lnTo>
                    <a:pt x="1" y="41"/>
                  </a:lnTo>
                  <a:lnTo>
                    <a:pt x="3" y="42"/>
                  </a:lnTo>
                  <a:lnTo>
                    <a:pt x="4" y="42"/>
                  </a:lnTo>
                  <a:lnTo>
                    <a:pt x="6" y="41"/>
                  </a:lnTo>
                  <a:lnTo>
                    <a:pt x="7" y="39"/>
                  </a:lnTo>
                  <a:lnTo>
                    <a:pt x="9" y="38"/>
                  </a:lnTo>
                  <a:lnTo>
                    <a:pt x="19" y="6"/>
                  </a:lnTo>
                  <a:lnTo>
                    <a:pt x="19" y="4"/>
                  </a:lnTo>
                  <a:lnTo>
                    <a:pt x="19" y="3"/>
                  </a:lnTo>
                  <a:lnTo>
                    <a:pt x="17" y="1"/>
                  </a:lnTo>
                  <a:lnTo>
                    <a:pt x="16" y="0"/>
                  </a:lnTo>
                  <a:lnTo>
                    <a:pt x="14" y="0"/>
                  </a:lnTo>
                  <a:lnTo>
                    <a:pt x="13" y="1"/>
                  </a:lnTo>
                  <a:lnTo>
                    <a:pt x="12" y="3"/>
                  </a:lnTo>
                  <a:lnTo>
                    <a:pt x="10" y="4"/>
                  </a:lnTo>
                  <a:lnTo>
                    <a:pt x="0" y="36"/>
                  </a:lnTo>
                  <a:close/>
                </a:path>
              </a:pathLst>
            </a:custGeom>
            <a:solidFill>
              <a:srgbClr val="000000">
                <a:alpha val="100000"/>
              </a:srgbClr>
            </a:solidFill>
            <a:ln w="9525">
              <a:noFill/>
            </a:ln>
          </p:spPr>
          <p:txBody>
            <a:bodyPr/>
            <a:p>
              <a:endParaRPr lang="zh-CN" altLang="en-US"/>
            </a:p>
          </p:txBody>
        </p:sp>
        <p:sp>
          <p:nvSpPr>
            <p:cNvPr id="83055" name="Freeform 173"/>
            <p:cNvSpPr/>
            <p:nvPr/>
          </p:nvSpPr>
          <p:spPr>
            <a:xfrm>
              <a:off x="1349" y="2827"/>
              <a:ext cx="19" cy="42"/>
            </a:xfrm>
            <a:custGeom>
              <a:avLst/>
              <a:gdLst/>
              <a:ahLst/>
              <a:cxnLst>
                <a:cxn ang="0">
                  <a:pos x="0" y="36"/>
                </a:cxn>
                <a:cxn ang="0">
                  <a:pos x="0" y="37"/>
                </a:cxn>
                <a:cxn ang="0">
                  <a:pos x="0" y="39"/>
                </a:cxn>
                <a:cxn ang="0">
                  <a:pos x="1" y="40"/>
                </a:cxn>
                <a:cxn ang="0">
                  <a:pos x="3" y="42"/>
                </a:cxn>
                <a:cxn ang="0">
                  <a:pos x="4" y="42"/>
                </a:cxn>
                <a:cxn ang="0">
                  <a:pos x="6" y="40"/>
                </a:cxn>
                <a:cxn ang="0">
                  <a:pos x="7" y="39"/>
                </a:cxn>
                <a:cxn ang="0">
                  <a:pos x="9" y="37"/>
                </a:cxn>
                <a:cxn ang="0">
                  <a:pos x="19" y="5"/>
                </a:cxn>
                <a:cxn ang="0">
                  <a:pos x="19" y="4"/>
                </a:cxn>
                <a:cxn ang="0">
                  <a:pos x="17" y="3"/>
                </a:cxn>
                <a:cxn ang="0">
                  <a:pos x="16" y="1"/>
                </a:cxn>
                <a:cxn ang="0">
                  <a:pos x="14" y="0"/>
                </a:cxn>
                <a:cxn ang="0">
                  <a:pos x="13" y="0"/>
                </a:cxn>
                <a:cxn ang="0">
                  <a:pos x="11" y="1"/>
                </a:cxn>
                <a:cxn ang="0">
                  <a:pos x="10" y="3"/>
                </a:cxn>
                <a:cxn ang="0">
                  <a:pos x="10" y="4"/>
                </a:cxn>
                <a:cxn ang="0">
                  <a:pos x="0" y="36"/>
                </a:cxn>
              </a:cxnLst>
              <a:pathLst>
                <a:path w="19" h="42">
                  <a:moveTo>
                    <a:pt x="0" y="36"/>
                  </a:moveTo>
                  <a:lnTo>
                    <a:pt x="0" y="37"/>
                  </a:lnTo>
                  <a:lnTo>
                    <a:pt x="0" y="39"/>
                  </a:lnTo>
                  <a:lnTo>
                    <a:pt x="1" y="40"/>
                  </a:lnTo>
                  <a:lnTo>
                    <a:pt x="3" y="42"/>
                  </a:lnTo>
                  <a:lnTo>
                    <a:pt x="4" y="42"/>
                  </a:lnTo>
                  <a:lnTo>
                    <a:pt x="6" y="40"/>
                  </a:lnTo>
                  <a:lnTo>
                    <a:pt x="7" y="39"/>
                  </a:lnTo>
                  <a:lnTo>
                    <a:pt x="9" y="37"/>
                  </a:lnTo>
                  <a:lnTo>
                    <a:pt x="19" y="5"/>
                  </a:lnTo>
                  <a:lnTo>
                    <a:pt x="19" y="4"/>
                  </a:lnTo>
                  <a:lnTo>
                    <a:pt x="17" y="3"/>
                  </a:lnTo>
                  <a:lnTo>
                    <a:pt x="16" y="1"/>
                  </a:lnTo>
                  <a:lnTo>
                    <a:pt x="14" y="0"/>
                  </a:lnTo>
                  <a:lnTo>
                    <a:pt x="13" y="0"/>
                  </a:lnTo>
                  <a:lnTo>
                    <a:pt x="11" y="1"/>
                  </a:lnTo>
                  <a:lnTo>
                    <a:pt x="10" y="3"/>
                  </a:lnTo>
                  <a:lnTo>
                    <a:pt x="10" y="4"/>
                  </a:lnTo>
                  <a:lnTo>
                    <a:pt x="0" y="36"/>
                  </a:lnTo>
                  <a:close/>
                </a:path>
              </a:pathLst>
            </a:custGeom>
            <a:solidFill>
              <a:srgbClr val="000000">
                <a:alpha val="100000"/>
              </a:srgbClr>
            </a:solidFill>
            <a:ln w="9525">
              <a:noFill/>
            </a:ln>
          </p:spPr>
          <p:txBody>
            <a:bodyPr/>
            <a:p>
              <a:endParaRPr lang="zh-CN" altLang="en-US"/>
            </a:p>
          </p:txBody>
        </p:sp>
        <p:sp>
          <p:nvSpPr>
            <p:cNvPr id="83056" name="Freeform 174"/>
            <p:cNvSpPr/>
            <p:nvPr/>
          </p:nvSpPr>
          <p:spPr>
            <a:xfrm>
              <a:off x="1366" y="2776"/>
              <a:ext cx="18" cy="35"/>
            </a:xfrm>
            <a:custGeom>
              <a:avLst/>
              <a:gdLst/>
              <a:ahLst/>
              <a:cxnLst>
                <a:cxn ang="0">
                  <a:pos x="0" y="29"/>
                </a:cxn>
                <a:cxn ang="0">
                  <a:pos x="0" y="30"/>
                </a:cxn>
                <a:cxn ang="0">
                  <a:pos x="2" y="32"/>
                </a:cxn>
                <a:cxn ang="0">
                  <a:pos x="3" y="33"/>
                </a:cxn>
                <a:cxn ang="0">
                  <a:pos x="5" y="35"/>
                </a:cxn>
                <a:cxn ang="0">
                  <a:pos x="6" y="35"/>
                </a:cxn>
                <a:cxn ang="0">
                  <a:pos x="8" y="33"/>
                </a:cxn>
                <a:cxn ang="0">
                  <a:pos x="9" y="32"/>
                </a:cxn>
                <a:cxn ang="0">
                  <a:pos x="9" y="30"/>
                </a:cxn>
                <a:cxn ang="0">
                  <a:pos x="18" y="6"/>
                </a:cxn>
                <a:cxn ang="0">
                  <a:pos x="18" y="4"/>
                </a:cxn>
                <a:cxn ang="0">
                  <a:pos x="16" y="3"/>
                </a:cxn>
                <a:cxn ang="0">
                  <a:pos x="15" y="1"/>
                </a:cxn>
                <a:cxn ang="0">
                  <a:pos x="13" y="0"/>
                </a:cxn>
                <a:cxn ang="0">
                  <a:pos x="12" y="1"/>
                </a:cxn>
                <a:cxn ang="0">
                  <a:pos x="10" y="3"/>
                </a:cxn>
                <a:cxn ang="0">
                  <a:pos x="9" y="4"/>
                </a:cxn>
                <a:cxn ang="0">
                  <a:pos x="0" y="29"/>
                </a:cxn>
              </a:cxnLst>
              <a:pathLst>
                <a:path w="18" h="35">
                  <a:moveTo>
                    <a:pt x="0" y="29"/>
                  </a:moveTo>
                  <a:lnTo>
                    <a:pt x="0" y="30"/>
                  </a:lnTo>
                  <a:lnTo>
                    <a:pt x="2" y="32"/>
                  </a:lnTo>
                  <a:lnTo>
                    <a:pt x="3" y="33"/>
                  </a:lnTo>
                  <a:lnTo>
                    <a:pt x="5" y="35"/>
                  </a:lnTo>
                  <a:lnTo>
                    <a:pt x="6" y="35"/>
                  </a:lnTo>
                  <a:lnTo>
                    <a:pt x="8" y="33"/>
                  </a:lnTo>
                  <a:lnTo>
                    <a:pt x="9" y="32"/>
                  </a:lnTo>
                  <a:lnTo>
                    <a:pt x="9" y="30"/>
                  </a:lnTo>
                  <a:lnTo>
                    <a:pt x="18" y="6"/>
                  </a:lnTo>
                  <a:lnTo>
                    <a:pt x="18" y="4"/>
                  </a:lnTo>
                  <a:lnTo>
                    <a:pt x="16" y="3"/>
                  </a:lnTo>
                  <a:lnTo>
                    <a:pt x="15" y="1"/>
                  </a:lnTo>
                  <a:lnTo>
                    <a:pt x="13" y="0"/>
                  </a:lnTo>
                  <a:lnTo>
                    <a:pt x="12" y="1"/>
                  </a:lnTo>
                  <a:lnTo>
                    <a:pt x="10" y="3"/>
                  </a:lnTo>
                  <a:lnTo>
                    <a:pt x="9" y="4"/>
                  </a:lnTo>
                  <a:lnTo>
                    <a:pt x="0" y="29"/>
                  </a:lnTo>
                  <a:close/>
                </a:path>
              </a:pathLst>
            </a:custGeom>
            <a:solidFill>
              <a:srgbClr val="000000">
                <a:alpha val="100000"/>
              </a:srgbClr>
            </a:solidFill>
            <a:ln w="9525">
              <a:noFill/>
            </a:ln>
          </p:spPr>
          <p:txBody>
            <a:bodyPr/>
            <a:p>
              <a:endParaRPr lang="zh-CN" altLang="en-US"/>
            </a:p>
          </p:txBody>
        </p:sp>
      </p:grpSp>
      <p:sp>
        <p:nvSpPr>
          <p:cNvPr id="83006" name="Line 175"/>
          <p:cNvSpPr/>
          <p:nvPr/>
        </p:nvSpPr>
        <p:spPr>
          <a:xfrm>
            <a:off x="4092575" y="3240088"/>
            <a:ext cx="1588" cy="158750"/>
          </a:xfrm>
          <a:prstGeom prst="line">
            <a:avLst/>
          </a:prstGeom>
          <a:ln w="14288" cap="flat" cmpd="sng">
            <a:solidFill>
              <a:srgbClr val="FF3300"/>
            </a:solidFill>
            <a:prstDash val="solid"/>
            <a:headEnd type="none" w="med" len="med"/>
            <a:tailEnd type="none" w="med" len="med"/>
          </a:ln>
        </p:spPr>
      </p:sp>
      <p:grpSp>
        <p:nvGrpSpPr>
          <p:cNvPr id="83007" name="Group 176"/>
          <p:cNvGrpSpPr/>
          <p:nvPr/>
        </p:nvGrpSpPr>
        <p:grpSpPr>
          <a:xfrm>
            <a:off x="5297488" y="692150"/>
            <a:ext cx="12700" cy="2873375"/>
            <a:chOff x="3155" y="1175"/>
            <a:chExt cx="8" cy="1810"/>
          </a:xfrm>
        </p:grpSpPr>
        <p:sp>
          <p:nvSpPr>
            <p:cNvPr id="83023" name="Freeform 177"/>
            <p:cNvSpPr/>
            <p:nvPr/>
          </p:nvSpPr>
          <p:spPr>
            <a:xfrm>
              <a:off x="3155" y="2942"/>
              <a:ext cx="8" cy="43"/>
            </a:xfrm>
            <a:custGeom>
              <a:avLst/>
              <a:gdLst/>
              <a:ahLst/>
              <a:cxnLst>
                <a:cxn ang="0">
                  <a:pos x="0" y="40"/>
                </a:cxn>
                <a:cxn ang="0">
                  <a:pos x="1" y="40"/>
                </a:cxn>
                <a:cxn ang="0">
                  <a:pos x="3" y="42"/>
                </a:cxn>
                <a:cxn ang="0">
                  <a:pos x="4" y="43"/>
                </a:cxn>
                <a:cxn ang="0">
                  <a:pos x="6" y="42"/>
                </a:cxn>
                <a:cxn ang="0">
                  <a:pos x="7" y="40"/>
                </a:cxn>
                <a:cxn ang="0">
                  <a:pos x="8" y="39"/>
                </a:cxn>
                <a:cxn ang="0">
                  <a:pos x="8" y="4"/>
                </a:cxn>
                <a:cxn ang="0">
                  <a:pos x="7" y="3"/>
                </a:cxn>
                <a:cxn ang="0">
                  <a:pos x="6" y="1"/>
                </a:cxn>
                <a:cxn ang="0">
                  <a:pos x="4" y="0"/>
                </a:cxn>
                <a:cxn ang="0">
                  <a:pos x="3" y="1"/>
                </a:cxn>
                <a:cxn ang="0">
                  <a:pos x="1" y="3"/>
                </a:cxn>
                <a:cxn ang="0">
                  <a:pos x="0" y="4"/>
                </a:cxn>
                <a:cxn ang="0">
                  <a:pos x="0" y="5"/>
                </a:cxn>
                <a:cxn ang="0">
                  <a:pos x="0" y="40"/>
                </a:cxn>
              </a:cxnLst>
              <a:pathLst>
                <a:path w="8" h="43">
                  <a:moveTo>
                    <a:pt x="0" y="40"/>
                  </a:moveTo>
                  <a:lnTo>
                    <a:pt x="1" y="40"/>
                  </a:lnTo>
                  <a:lnTo>
                    <a:pt x="3" y="42"/>
                  </a:lnTo>
                  <a:lnTo>
                    <a:pt x="4" y="43"/>
                  </a:lnTo>
                  <a:lnTo>
                    <a:pt x="6" y="42"/>
                  </a:lnTo>
                  <a:lnTo>
                    <a:pt x="7" y="40"/>
                  </a:lnTo>
                  <a:lnTo>
                    <a:pt x="8" y="39"/>
                  </a:lnTo>
                  <a:lnTo>
                    <a:pt x="8" y="4"/>
                  </a:lnTo>
                  <a:lnTo>
                    <a:pt x="7" y="3"/>
                  </a:lnTo>
                  <a:lnTo>
                    <a:pt x="6" y="1"/>
                  </a:lnTo>
                  <a:lnTo>
                    <a:pt x="4" y="0"/>
                  </a:lnTo>
                  <a:lnTo>
                    <a:pt x="3" y="1"/>
                  </a:lnTo>
                  <a:lnTo>
                    <a:pt x="1" y="3"/>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3024" name="Freeform 178"/>
            <p:cNvSpPr/>
            <p:nvPr/>
          </p:nvSpPr>
          <p:spPr>
            <a:xfrm>
              <a:off x="3155" y="2880"/>
              <a:ext cx="8" cy="44"/>
            </a:xfrm>
            <a:custGeom>
              <a:avLst/>
              <a:gdLst/>
              <a:ahLst/>
              <a:cxnLst>
                <a:cxn ang="0">
                  <a:pos x="0" y="41"/>
                </a:cxn>
                <a:cxn ang="0">
                  <a:pos x="1" y="41"/>
                </a:cxn>
                <a:cxn ang="0">
                  <a:pos x="3" y="43"/>
                </a:cxn>
                <a:cxn ang="0">
                  <a:pos x="4" y="44"/>
                </a:cxn>
                <a:cxn ang="0">
                  <a:pos x="6" y="43"/>
                </a:cxn>
                <a:cxn ang="0">
                  <a:pos x="7" y="41"/>
                </a:cxn>
                <a:cxn ang="0">
                  <a:pos x="8" y="40"/>
                </a:cxn>
                <a:cxn ang="0">
                  <a:pos x="8" y="5"/>
                </a:cxn>
                <a:cxn ang="0">
                  <a:pos x="7" y="3"/>
                </a:cxn>
                <a:cxn ang="0">
                  <a:pos x="6" y="2"/>
                </a:cxn>
                <a:cxn ang="0">
                  <a:pos x="4" y="0"/>
                </a:cxn>
                <a:cxn ang="0">
                  <a:pos x="3" y="2"/>
                </a:cxn>
                <a:cxn ang="0">
                  <a:pos x="1" y="3"/>
                </a:cxn>
                <a:cxn ang="0">
                  <a:pos x="0" y="5"/>
                </a:cxn>
                <a:cxn ang="0">
                  <a:pos x="0" y="6"/>
                </a:cxn>
                <a:cxn ang="0">
                  <a:pos x="0" y="41"/>
                </a:cxn>
              </a:cxnLst>
              <a:pathLst>
                <a:path w="8" h="44">
                  <a:moveTo>
                    <a:pt x="0" y="41"/>
                  </a:moveTo>
                  <a:lnTo>
                    <a:pt x="1" y="41"/>
                  </a:lnTo>
                  <a:lnTo>
                    <a:pt x="3" y="43"/>
                  </a:lnTo>
                  <a:lnTo>
                    <a:pt x="4" y="44"/>
                  </a:lnTo>
                  <a:lnTo>
                    <a:pt x="6" y="43"/>
                  </a:lnTo>
                  <a:lnTo>
                    <a:pt x="7" y="41"/>
                  </a:lnTo>
                  <a:lnTo>
                    <a:pt x="8" y="40"/>
                  </a:lnTo>
                  <a:lnTo>
                    <a:pt x="8"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3025" name="Freeform 179"/>
            <p:cNvSpPr/>
            <p:nvPr/>
          </p:nvSpPr>
          <p:spPr>
            <a:xfrm>
              <a:off x="3155" y="2819"/>
              <a:ext cx="8" cy="44"/>
            </a:xfrm>
            <a:custGeom>
              <a:avLst/>
              <a:gdLst/>
              <a:ahLst/>
              <a:cxnLst>
                <a:cxn ang="0">
                  <a:pos x="0" y="41"/>
                </a:cxn>
                <a:cxn ang="0">
                  <a:pos x="1" y="41"/>
                </a:cxn>
                <a:cxn ang="0">
                  <a:pos x="3" y="43"/>
                </a:cxn>
                <a:cxn ang="0">
                  <a:pos x="4" y="44"/>
                </a:cxn>
                <a:cxn ang="0">
                  <a:pos x="6" y="43"/>
                </a:cxn>
                <a:cxn ang="0">
                  <a:pos x="7" y="41"/>
                </a:cxn>
                <a:cxn ang="0">
                  <a:pos x="8" y="40"/>
                </a:cxn>
                <a:cxn ang="0">
                  <a:pos x="8" y="5"/>
                </a:cxn>
                <a:cxn ang="0">
                  <a:pos x="7" y="3"/>
                </a:cxn>
                <a:cxn ang="0">
                  <a:pos x="6" y="2"/>
                </a:cxn>
                <a:cxn ang="0">
                  <a:pos x="4" y="0"/>
                </a:cxn>
                <a:cxn ang="0">
                  <a:pos x="3" y="2"/>
                </a:cxn>
                <a:cxn ang="0">
                  <a:pos x="1" y="3"/>
                </a:cxn>
                <a:cxn ang="0">
                  <a:pos x="0" y="5"/>
                </a:cxn>
                <a:cxn ang="0">
                  <a:pos x="0" y="6"/>
                </a:cxn>
                <a:cxn ang="0">
                  <a:pos x="0" y="41"/>
                </a:cxn>
              </a:cxnLst>
              <a:pathLst>
                <a:path w="8" h="44">
                  <a:moveTo>
                    <a:pt x="0" y="41"/>
                  </a:moveTo>
                  <a:lnTo>
                    <a:pt x="1" y="41"/>
                  </a:lnTo>
                  <a:lnTo>
                    <a:pt x="3" y="43"/>
                  </a:lnTo>
                  <a:lnTo>
                    <a:pt x="4" y="44"/>
                  </a:lnTo>
                  <a:lnTo>
                    <a:pt x="6" y="43"/>
                  </a:lnTo>
                  <a:lnTo>
                    <a:pt x="7" y="41"/>
                  </a:lnTo>
                  <a:lnTo>
                    <a:pt x="8" y="40"/>
                  </a:lnTo>
                  <a:lnTo>
                    <a:pt x="8"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3026" name="Freeform 180"/>
            <p:cNvSpPr/>
            <p:nvPr/>
          </p:nvSpPr>
          <p:spPr>
            <a:xfrm>
              <a:off x="3155" y="2758"/>
              <a:ext cx="8" cy="44"/>
            </a:xfrm>
            <a:custGeom>
              <a:avLst/>
              <a:gdLst/>
              <a:ahLst/>
              <a:cxnLst>
                <a:cxn ang="0">
                  <a:pos x="0" y="41"/>
                </a:cxn>
                <a:cxn ang="0">
                  <a:pos x="1" y="41"/>
                </a:cxn>
                <a:cxn ang="0">
                  <a:pos x="3" y="42"/>
                </a:cxn>
                <a:cxn ang="0">
                  <a:pos x="4" y="44"/>
                </a:cxn>
                <a:cxn ang="0">
                  <a:pos x="6" y="42"/>
                </a:cxn>
                <a:cxn ang="0">
                  <a:pos x="7" y="41"/>
                </a:cxn>
                <a:cxn ang="0">
                  <a:pos x="8" y="40"/>
                </a:cxn>
                <a:cxn ang="0">
                  <a:pos x="8" y="5"/>
                </a:cxn>
                <a:cxn ang="0">
                  <a:pos x="7" y="3"/>
                </a:cxn>
                <a:cxn ang="0">
                  <a:pos x="6" y="2"/>
                </a:cxn>
                <a:cxn ang="0">
                  <a:pos x="4" y="0"/>
                </a:cxn>
                <a:cxn ang="0">
                  <a:pos x="3" y="2"/>
                </a:cxn>
                <a:cxn ang="0">
                  <a:pos x="1" y="3"/>
                </a:cxn>
                <a:cxn ang="0">
                  <a:pos x="0" y="5"/>
                </a:cxn>
                <a:cxn ang="0">
                  <a:pos x="0" y="6"/>
                </a:cxn>
                <a:cxn ang="0">
                  <a:pos x="0" y="41"/>
                </a:cxn>
              </a:cxnLst>
              <a:pathLst>
                <a:path w="8" h="44">
                  <a:moveTo>
                    <a:pt x="0" y="41"/>
                  </a:moveTo>
                  <a:lnTo>
                    <a:pt x="1" y="41"/>
                  </a:lnTo>
                  <a:lnTo>
                    <a:pt x="3" y="42"/>
                  </a:lnTo>
                  <a:lnTo>
                    <a:pt x="4" y="44"/>
                  </a:lnTo>
                  <a:lnTo>
                    <a:pt x="6" y="42"/>
                  </a:lnTo>
                  <a:lnTo>
                    <a:pt x="7" y="41"/>
                  </a:lnTo>
                  <a:lnTo>
                    <a:pt x="8" y="40"/>
                  </a:lnTo>
                  <a:lnTo>
                    <a:pt x="8"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3027" name="Freeform 181"/>
            <p:cNvSpPr/>
            <p:nvPr/>
          </p:nvSpPr>
          <p:spPr>
            <a:xfrm>
              <a:off x="3155" y="2697"/>
              <a:ext cx="8" cy="44"/>
            </a:xfrm>
            <a:custGeom>
              <a:avLst/>
              <a:gdLst/>
              <a:ahLst/>
              <a:cxnLst>
                <a:cxn ang="0">
                  <a:pos x="0" y="41"/>
                </a:cxn>
                <a:cxn ang="0">
                  <a:pos x="1" y="41"/>
                </a:cxn>
                <a:cxn ang="0">
                  <a:pos x="3" y="42"/>
                </a:cxn>
                <a:cxn ang="0">
                  <a:pos x="4" y="44"/>
                </a:cxn>
                <a:cxn ang="0">
                  <a:pos x="6" y="42"/>
                </a:cxn>
                <a:cxn ang="0">
                  <a:pos x="7" y="41"/>
                </a:cxn>
                <a:cxn ang="0">
                  <a:pos x="8" y="39"/>
                </a:cxn>
                <a:cxn ang="0">
                  <a:pos x="8" y="5"/>
                </a:cxn>
                <a:cxn ang="0">
                  <a:pos x="7" y="3"/>
                </a:cxn>
                <a:cxn ang="0">
                  <a:pos x="6" y="2"/>
                </a:cxn>
                <a:cxn ang="0">
                  <a:pos x="4" y="0"/>
                </a:cxn>
                <a:cxn ang="0">
                  <a:pos x="3" y="2"/>
                </a:cxn>
                <a:cxn ang="0">
                  <a:pos x="1" y="3"/>
                </a:cxn>
                <a:cxn ang="0">
                  <a:pos x="0" y="5"/>
                </a:cxn>
                <a:cxn ang="0">
                  <a:pos x="0" y="6"/>
                </a:cxn>
                <a:cxn ang="0">
                  <a:pos x="0" y="41"/>
                </a:cxn>
              </a:cxnLst>
              <a:pathLst>
                <a:path w="8" h="44">
                  <a:moveTo>
                    <a:pt x="0" y="41"/>
                  </a:moveTo>
                  <a:lnTo>
                    <a:pt x="1" y="41"/>
                  </a:lnTo>
                  <a:lnTo>
                    <a:pt x="3" y="42"/>
                  </a:lnTo>
                  <a:lnTo>
                    <a:pt x="4" y="44"/>
                  </a:lnTo>
                  <a:lnTo>
                    <a:pt x="6" y="42"/>
                  </a:lnTo>
                  <a:lnTo>
                    <a:pt x="7" y="41"/>
                  </a:lnTo>
                  <a:lnTo>
                    <a:pt x="8" y="39"/>
                  </a:lnTo>
                  <a:lnTo>
                    <a:pt x="8"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3028" name="Freeform 182"/>
            <p:cNvSpPr/>
            <p:nvPr/>
          </p:nvSpPr>
          <p:spPr>
            <a:xfrm>
              <a:off x="3155" y="2636"/>
              <a:ext cx="8" cy="44"/>
            </a:xfrm>
            <a:custGeom>
              <a:avLst/>
              <a:gdLst/>
              <a:ahLst/>
              <a:cxnLst>
                <a:cxn ang="0">
                  <a:pos x="0" y="41"/>
                </a:cxn>
                <a:cxn ang="0">
                  <a:pos x="1" y="41"/>
                </a:cxn>
                <a:cxn ang="0">
                  <a:pos x="3" y="42"/>
                </a:cxn>
                <a:cxn ang="0">
                  <a:pos x="4" y="44"/>
                </a:cxn>
                <a:cxn ang="0">
                  <a:pos x="6" y="42"/>
                </a:cxn>
                <a:cxn ang="0">
                  <a:pos x="7" y="41"/>
                </a:cxn>
                <a:cxn ang="0">
                  <a:pos x="8" y="39"/>
                </a:cxn>
                <a:cxn ang="0">
                  <a:pos x="8" y="4"/>
                </a:cxn>
                <a:cxn ang="0">
                  <a:pos x="7" y="3"/>
                </a:cxn>
                <a:cxn ang="0">
                  <a:pos x="6" y="1"/>
                </a:cxn>
                <a:cxn ang="0">
                  <a:pos x="4" y="0"/>
                </a:cxn>
                <a:cxn ang="0">
                  <a:pos x="3" y="1"/>
                </a:cxn>
                <a:cxn ang="0">
                  <a:pos x="1" y="3"/>
                </a:cxn>
                <a:cxn ang="0">
                  <a:pos x="0" y="4"/>
                </a:cxn>
                <a:cxn ang="0">
                  <a:pos x="0" y="6"/>
                </a:cxn>
                <a:cxn ang="0">
                  <a:pos x="0" y="41"/>
                </a:cxn>
              </a:cxnLst>
              <a:pathLst>
                <a:path w="8" h="44">
                  <a:moveTo>
                    <a:pt x="0" y="41"/>
                  </a:moveTo>
                  <a:lnTo>
                    <a:pt x="1" y="41"/>
                  </a:lnTo>
                  <a:lnTo>
                    <a:pt x="3" y="42"/>
                  </a:lnTo>
                  <a:lnTo>
                    <a:pt x="4" y="44"/>
                  </a:lnTo>
                  <a:lnTo>
                    <a:pt x="6" y="42"/>
                  </a:lnTo>
                  <a:lnTo>
                    <a:pt x="7" y="41"/>
                  </a:lnTo>
                  <a:lnTo>
                    <a:pt x="8" y="39"/>
                  </a:lnTo>
                  <a:lnTo>
                    <a:pt x="8" y="4"/>
                  </a:lnTo>
                  <a:lnTo>
                    <a:pt x="7" y="3"/>
                  </a:lnTo>
                  <a:lnTo>
                    <a:pt x="6" y="1"/>
                  </a:lnTo>
                  <a:lnTo>
                    <a:pt x="4" y="0"/>
                  </a:lnTo>
                  <a:lnTo>
                    <a:pt x="3" y="1"/>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3029" name="Freeform 183"/>
            <p:cNvSpPr/>
            <p:nvPr/>
          </p:nvSpPr>
          <p:spPr>
            <a:xfrm>
              <a:off x="3155" y="2575"/>
              <a:ext cx="8" cy="44"/>
            </a:xfrm>
            <a:custGeom>
              <a:avLst/>
              <a:gdLst/>
              <a:ahLst/>
              <a:cxnLst>
                <a:cxn ang="0">
                  <a:pos x="0" y="41"/>
                </a:cxn>
                <a:cxn ang="0">
                  <a:pos x="1" y="41"/>
                </a:cxn>
                <a:cxn ang="0">
                  <a:pos x="3" y="42"/>
                </a:cxn>
                <a:cxn ang="0">
                  <a:pos x="4" y="44"/>
                </a:cxn>
                <a:cxn ang="0">
                  <a:pos x="6" y="42"/>
                </a:cxn>
                <a:cxn ang="0">
                  <a:pos x="7" y="41"/>
                </a:cxn>
                <a:cxn ang="0">
                  <a:pos x="8" y="39"/>
                </a:cxn>
                <a:cxn ang="0">
                  <a:pos x="8" y="4"/>
                </a:cxn>
                <a:cxn ang="0">
                  <a:pos x="7" y="3"/>
                </a:cxn>
                <a:cxn ang="0">
                  <a:pos x="6" y="1"/>
                </a:cxn>
                <a:cxn ang="0">
                  <a:pos x="4" y="0"/>
                </a:cxn>
                <a:cxn ang="0">
                  <a:pos x="3" y="1"/>
                </a:cxn>
                <a:cxn ang="0">
                  <a:pos x="1" y="3"/>
                </a:cxn>
                <a:cxn ang="0">
                  <a:pos x="0" y="4"/>
                </a:cxn>
                <a:cxn ang="0">
                  <a:pos x="0" y="6"/>
                </a:cxn>
                <a:cxn ang="0">
                  <a:pos x="0" y="41"/>
                </a:cxn>
              </a:cxnLst>
              <a:pathLst>
                <a:path w="8" h="44">
                  <a:moveTo>
                    <a:pt x="0" y="41"/>
                  </a:moveTo>
                  <a:lnTo>
                    <a:pt x="1" y="41"/>
                  </a:lnTo>
                  <a:lnTo>
                    <a:pt x="3" y="42"/>
                  </a:lnTo>
                  <a:lnTo>
                    <a:pt x="4" y="44"/>
                  </a:lnTo>
                  <a:lnTo>
                    <a:pt x="6" y="42"/>
                  </a:lnTo>
                  <a:lnTo>
                    <a:pt x="7" y="41"/>
                  </a:lnTo>
                  <a:lnTo>
                    <a:pt x="8" y="39"/>
                  </a:lnTo>
                  <a:lnTo>
                    <a:pt x="8" y="4"/>
                  </a:lnTo>
                  <a:lnTo>
                    <a:pt x="7" y="3"/>
                  </a:lnTo>
                  <a:lnTo>
                    <a:pt x="6" y="1"/>
                  </a:lnTo>
                  <a:lnTo>
                    <a:pt x="4" y="0"/>
                  </a:lnTo>
                  <a:lnTo>
                    <a:pt x="3" y="1"/>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3030" name="Freeform 184"/>
            <p:cNvSpPr/>
            <p:nvPr/>
          </p:nvSpPr>
          <p:spPr>
            <a:xfrm>
              <a:off x="3155" y="2514"/>
              <a:ext cx="8" cy="43"/>
            </a:xfrm>
            <a:custGeom>
              <a:avLst/>
              <a:gdLst/>
              <a:ahLst/>
              <a:cxnLst>
                <a:cxn ang="0">
                  <a:pos x="0" y="41"/>
                </a:cxn>
                <a:cxn ang="0">
                  <a:pos x="1" y="41"/>
                </a:cxn>
                <a:cxn ang="0">
                  <a:pos x="3" y="42"/>
                </a:cxn>
                <a:cxn ang="0">
                  <a:pos x="4" y="43"/>
                </a:cxn>
                <a:cxn ang="0">
                  <a:pos x="6" y="42"/>
                </a:cxn>
                <a:cxn ang="0">
                  <a:pos x="7" y="41"/>
                </a:cxn>
                <a:cxn ang="0">
                  <a:pos x="8" y="39"/>
                </a:cxn>
                <a:cxn ang="0">
                  <a:pos x="8" y="4"/>
                </a:cxn>
                <a:cxn ang="0">
                  <a:pos x="7" y="3"/>
                </a:cxn>
                <a:cxn ang="0">
                  <a:pos x="6" y="1"/>
                </a:cxn>
                <a:cxn ang="0">
                  <a:pos x="4" y="0"/>
                </a:cxn>
                <a:cxn ang="0">
                  <a:pos x="3" y="1"/>
                </a:cxn>
                <a:cxn ang="0">
                  <a:pos x="1" y="3"/>
                </a:cxn>
                <a:cxn ang="0">
                  <a:pos x="0" y="4"/>
                </a:cxn>
                <a:cxn ang="0">
                  <a:pos x="0" y="6"/>
                </a:cxn>
                <a:cxn ang="0">
                  <a:pos x="0" y="41"/>
                </a:cxn>
              </a:cxnLst>
              <a:pathLst>
                <a:path w="8" h="43">
                  <a:moveTo>
                    <a:pt x="0" y="41"/>
                  </a:moveTo>
                  <a:lnTo>
                    <a:pt x="1" y="41"/>
                  </a:lnTo>
                  <a:lnTo>
                    <a:pt x="3" y="42"/>
                  </a:lnTo>
                  <a:lnTo>
                    <a:pt x="4" y="43"/>
                  </a:lnTo>
                  <a:lnTo>
                    <a:pt x="6" y="42"/>
                  </a:lnTo>
                  <a:lnTo>
                    <a:pt x="7" y="41"/>
                  </a:lnTo>
                  <a:lnTo>
                    <a:pt x="8" y="39"/>
                  </a:lnTo>
                  <a:lnTo>
                    <a:pt x="8" y="4"/>
                  </a:lnTo>
                  <a:lnTo>
                    <a:pt x="7" y="3"/>
                  </a:lnTo>
                  <a:lnTo>
                    <a:pt x="6" y="1"/>
                  </a:lnTo>
                  <a:lnTo>
                    <a:pt x="4" y="0"/>
                  </a:lnTo>
                  <a:lnTo>
                    <a:pt x="3" y="1"/>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3031" name="Freeform 185"/>
            <p:cNvSpPr/>
            <p:nvPr/>
          </p:nvSpPr>
          <p:spPr>
            <a:xfrm>
              <a:off x="3155" y="2453"/>
              <a:ext cx="8" cy="43"/>
            </a:xfrm>
            <a:custGeom>
              <a:avLst/>
              <a:gdLst/>
              <a:ahLst/>
              <a:cxnLst>
                <a:cxn ang="0">
                  <a:pos x="0" y="40"/>
                </a:cxn>
                <a:cxn ang="0">
                  <a:pos x="1" y="40"/>
                </a:cxn>
                <a:cxn ang="0">
                  <a:pos x="3" y="42"/>
                </a:cxn>
                <a:cxn ang="0">
                  <a:pos x="4" y="43"/>
                </a:cxn>
                <a:cxn ang="0">
                  <a:pos x="6" y="42"/>
                </a:cxn>
                <a:cxn ang="0">
                  <a:pos x="7" y="40"/>
                </a:cxn>
                <a:cxn ang="0">
                  <a:pos x="8" y="39"/>
                </a:cxn>
                <a:cxn ang="0">
                  <a:pos x="8" y="4"/>
                </a:cxn>
                <a:cxn ang="0">
                  <a:pos x="7" y="3"/>
                </a:cxn>
                <a:cxn ang="0">
                  <a:pos x="6" y="1"/>
                </a:cxn>
                <a:cxn ang="0">
                  <a:pos x="4" y="0"/>
                </a:cxn>
                <a:cxn ang="0">
                  <a:pos x="3" y="1"/>
                </a:cxn>
                <a:cxn ang="0">
                  <a:pos x="1" y="3"/>
                </a:cxn>
                <a:cxn ang="0">
                  <a:pos x="0" y="4"/>
                </a:cxn>
                <a:cxn ang="0">
                  <a:pos x="0" y="6"/>
                </a:cxn>
                <a:cxn ang="0">
                  <a:pos x="0" y="40"/>
                </a:cxn>
              </a:cxnLst>
              <a:pathLst>
                <a:path w="8" h="43">
                  <a:moveTo>
                    <a:pt x="0" y="40"/>
                  </a:moveTo>
                  <a:lnTo>
                    <a:pt x="1" y="40"/>
                  </a:lnTo>
                  <a:lnTo>
                    <a:pt x="3" y="42"/>
                  </a:lnTo>
                  <a:lnTo>
                    <a:pt x="4" y="43"/>
                  </a:lnTo>
                  <a:lnTo>
                    <a:pt x="6" y="42"/>
                  </a:lnTo>
                  <a:lnTo>
                    <a:pt x="7" y="40"/>
                  </a:lnTo>
                  <a:lnTo>
                    <a:pt x="8" y="39"/>
                  </a:lnTo>
                  <a:lnTo>
                    <a:pt x="8"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3032" name="Freeform 186"/>
            <p:cNvSpPr/>
            <p:nvPr/>
          </p:nvSpPr>
          <p:spPr>
            <a:xfrm>
              <a:off x="3155" y="2392"/>
              <a:ext cx="8" cy="43"/>
            </a:xfrm>
            <a:custGeom>
              <a:avLst/>
              <a:gdLst/>
              <a:ahLst/>
              <a:cxnLst>
                <a:cxn ang="0">
                  <a:pos x="0" y="40"/>
                </a:cxn>
                <a:cxn ang="0">
                  <a:pos x="1" y="40"/>
                </a:cxn>
                <a:cxn ang="0">
                  <a:pos x="3" y="42"/>
                </a:cxn>
                <a:cxn ang="0">
                  <a:pos x="4" y="43"/>
                </a:cxn>
                <a:cxn ang="0">
                  <a:pos x="6" y="42"/>
                </a:cxn>
                <a:cxn ang="0">
                  <a:pos x="7" y="40"/>
                </a:cxn>
                <a:cxn ang="0">
                  <a:pos x="8" y="39"/>
                </a:cxn>
                <a:cxn ang="0">
                  <a:pos x="8" y="4"/>
                </a:cxn>
                <a:cxn ang="0">
                  <a:pos x="7" y="2"/>
                </a:cxn>
                <a:cxn ang="0">
                  <a:pos x="6" y="1"/>
                </a:cxn>
                <a:cxn ang="0">
                  <a:pos x="4" y="0"/>
                </a:cxn>
                <a:cxn ang="0">
                  <a:pos x="3" y="1"/>
                </a:cxn>
                <a:cxn ang="0">
                  <a:pos x="1" y="2"/>
                </a:cxn>
                <a:cxn ang="0">
                  <a:pos x="0" y="4"/>
                </a:cxn>
                <a:cxn ang="0">
                  <a:pos x="0" y="5"/>
                </a:cxn>
                <a:cxn ang="0">
                  <a:pos x="0" y="40"/>
                </a:cxn>
              </a:cxnLst>
              <a:pathLst>
                <a:path w="8" h="43">
                  <a:moveTo>
                    <a:pt x="0" y="40"/>
                  </a:moveTo>
                  <a:lnTo>
                    <a:pt x="1" y="40"/>
                  </a:lnTo>
                  <a:lnTo>
                    <a:pt x="3" y="42"/>
                  </a:lnTo>
                  <a:lnTo>
                    <a:pt x="4" y="43"/>
                  </a:lnTo>
                  <a:lnTo>
                    <a:pt x="6" y="42"/>
                  </a:lnTo>
                  <a:lnTo>
                    <a:pt x="7" y="40"/>
                  </a:lnTo>
                  <a:lnTo>
                    <a:pt x="8" y="39"/>
                  </a:lnTo>
                  <a:lnTo>
                    <a:pt x="8" y="4"/>
                  </a:lnTo>
                  <a:lnTo>
                    <a:pt x="7" y="2"/>
                  </a:lnTo>
                  <a:lnTo>
                    <a:pt x="6" y="1"/>
                  </a:lnTo>
                  <a:lnTo>
                    <a:pt x="4" y="0"/>
                  </a:lnTo>
                  <a:lnTo>
                    <a:pt x="3" y="1"/>
                  </a:lnTo>
                  <a:lnTo>
                    <a:pt x="1" y="2"/>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3033" name="Freeform 187"/>
            <p:cNvSpPr/>
            <p:nvPr/>
          </p:nvSpPr>
          <p:spPr>
            <a:xfrm>
              <a:off x="3155" y="2330"/>
              <a:ext cx="8" cy="44"/>
            </a:xfrm>
            <a:custGeom>
              <a:avLst/>
              <a:gdLst/>
              <a:ahLst/>
              <a:cxnLst>
                <a:cxn ang="0">
                  <a:pos x="0" y="41"/>
                </a:cxn>
                <a:cxn ang="0">
                  <a:pos x="1" y="41"/>
                </a:cxn>
                <a:cxn ang="0">
                  <a:pos x="3" y="43"/>
                </a:cxn>
                <a:cxn ang="0">
                  <a:pos x="4" y="44"/>
                </a:cxn>
                <a:cxn ang="0">
                  <a:pos x="6" y="43"/>
                </a:cxn>
                <a:cxn ang="0">
                  <a:pos x="7" y="41"/>
                </a:cxn>
                <a:cxn ang="0">
                  <a:pos x="8" y="40"/>
                </a:cxn>
                <a:cxn ang="0">
                  <a:pos x="8" y="5"/>
                </a:cxn>
                <a:cxn ang="0">
                  <a:pos x="7" y="3"/>
                </a:cxn>
                <a:cxn ang="0">
                  <a:pos x="6" y="2"/>
                </a:cxn>
                <a:cxn ang="0">
                  <a:pos x="4" y="0"/>
                </a:cxn>
                <a:cxn ang="0">
                  <a:pos x="3" y="2"/>
                </a:cxn>
                <a:cxn ang="0">
                  <a:pos x="1" y="3"/>
                </a:cxn>
                <a:cxn ang="0">
                  <a:pos x="0" y="5"/>
                </a:cxn>
                <a:cxn ang="0">
                  <a:pos x="0" y="6"/>
                </a:cxn>
                <a:cxn ang="0">
                  <a:pos x="0" y="41"/>
                </a:cxn>
              </a:cxnLst>
              <a:pathLst>
                <a:path w="8" h="44">
                  <a:moveTo>
                    <a:pt x="0" y="41"/>
                  </a:moveTo>
                  <a:lnTo>
                    <a:pt x="1" y="41"/>
                  </a:lnTo>
                  <a:lnTo>
                    <a:pt x="3" y="43"/>
                  </a:lnTo>
                  <a:lnTo>
                    <a:pt x="4" y="44"/>
                  </a:lnTo>
                  <a:lnTo>
                    <a:pt x="6" y="43"/>
                  </a:lnTo>
                  <a:lnTo>
                    <a:pt x="7" y="41"/>
                  </a:lnTo>
                  <a:lnTo>
                    <a:pt x="8" y="40"/>
                  </a:lnTo>
                  <a:lnTo>
                    <a:pt x="8"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3034" name="Freeform 188"/>
            <p:cNvSpPr/>
            <p:nvPr/>
          </p:nvSpPr>
          <p:spPr>
            <a:xfrm>
              <a:off x="3155" y="2269"/>
              <a:ext cx="8" cy="44"/>
            </a:xfrm>
            <a:custGeom>
              <a:avLst/>
              <a:gdLst/>
              <a:ahLst/>
              <a:cxnLst>
                <a:cxn ang="0">
                  <a:pos x="0" y="41"/>
                </a:cxn>
                <a:cxn ang="0">
                  <a:pos x="1" y="41"/>
                </a:cxn>
                <a:cxn ang="0">
                  <a:pos x="3" y="43"/>
                </a:cxn>
                <a:cxn ang="0">
                  <a:pos x="4" y="44"/>
                </a:cxn>
                <a:cxn ang="0">
                  <a:pos x="6" y="43"/>
                </a:cxn>
                <a:cxn ang="0">
                  <a:pos x="7" y="41"/>
                </a:cxn>
                <a:cxn ang="0">
                  <a:pos x="8" y="40"/>
                </a:cxn>
                <a:cxn ang="0">
                  <a:pos x="8" y="5"/>
                </a:cxn>
                <a:cxn ang="0">
                  <a:pos x="7" y="3"/>
                </a:cxn>
                <a:cxn ang="0">
                  <a:pos x="6" y="2"/>
                </a:cxn>
                <a:cxn ang="0">
                  <a:pos x="4" y="0"/>
                </a:cxn>
                <a:cxn ang="0">
                  <a:pos x="3" y="2"/>
                </a:cxn>
                <a:cxn ang="0">
                  <a:pos x="1" y="3"/>
                </a:cxn>
                <a:cxn ang="0">
                  <a:pos x="0" y="5"/>
                </a:cxn>
                <a:cxn ang="0">
                  <a:pos x="0" y="6"/>
                </a:cxn>
                <a:cxn ang="0">
                  <a:pos x="0" y="41"/>
                </a:cxn>
              </a:cxnLst>
              <a:pathLst>
                <a:path w="8" h="44">
                  <a:moveTo>
                    <a:pt x="0" y="41"/>
                  </a:moveTo>
                  <a:lnTo>
                    <a:pt x="1" y="41"/>
                  </a:lnTo>
                  <a:lnTo>
                    <a:pt x="3" y="43"/>
                  </a:lnTo>
                  <a:lnTo>
                    <a:pt x="4" y="44"/>
                  </a:lnTo>
                  <a:lnTo>
                    <a:pt x="6" y="43"/>
                  </a:lnTo>
                  <a:lnTo>
                    <a:pt x="7" y="41"/>
                  </a:lnTo>
                  <a:lnTo>
                    <a:pt x="8" y="40"/>
                  </a:lnTo>
                  <a:lnTo>
                    <a:pt x="8"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3035" name="Freeform 189"/>
            <p:cNvSpPr/>
            <p:nvPr/>
          </p:nvSpPr>
          <p:spPr>
            <a:xfrm>
              <a:off x="3155" y="2208"/>
              <a:ext cx="8" cy="44"/>
            </a:xfrm>
            <a:custGeom>
              <a:avLst/>
              <a:gdLst/>
              <a:ahLst/>
              <a:cxnLst>
                <a:cxn ang="0">
                  <a:pos x="0" y="41"/>
                </a:cxn>
                <a:cxn ang="0">
                  <a:pos x="1" y="41"/>
                </a:cxn>
                <a:cxn ang="0">
                  <a:pos x="3" y="42"/>
                </a:cxn>
                <a:cxn ang="0">
                  <a:pos x="4" y="44"/>
                </a:cxn>
                <a:cxn ang="0">
                  <a:pos x="6" y="42"/>
                </a:cxn>
                <a:cxn ang="0">
                  <a:pos x="7" y="41"/>
                </a:cxn>
                <a:cxn ang="0">
                  <a:pos x="8" y="40"/>
                </a:cxn>
                <a:cxn ang="0">
                  <a:pos x="8" y="5"/>
                </a:cxn>
                <a:cxn ang="0">
                  <a:pos x="7" y="3"/>
                </a:cxn>
                <a:cxn ang="0">
                  <a:pos x="6" y="2"/>
                </a:cxn>
                <a:cxn ang="0">
                  <a:pos x="4" y="0"/>
                </a:cxn>
                <a:cxn ang="0">
                  <a:pos x="3" y="2"/>
                </a:cxn>
                <a:cxn ang="0">
                  <a:pos x="1" y="3"/>
                </a:cxn>
                <a:cxn ang="0">
                  <a:pos x="0" y="5"/>
                </a:cxn>
                <a:cxn ang="0">
                  <a:pos x="0" y="6"/>
                </a:cxn>
                <a:cxn ang="0">
                  <a:pos x="0" y="41"/>
                </a:cxn>
              </a:cxnLst>
              <a:pathLst>
                <a:path w="8" h="44">
                  <a:moveTo>
                    <a:pt x="0" y="41"/>
                  </a:moveTo>
                  <a:lnTo>
                    <a:pt x="1" y="41"/>
                  </a:lnTo>
                  <a:lnTo>
                    <a:pt x="3" y="42"/>
                  </a:lnTo>
                  <a:lnTo>
                    <a:pt x="4" y="44"/>
                  </a:lnTo>
                  <a:lnTo>
                    <a:pt x="6" y="42"/>
                  </a:lnTo>
                  <a:lnTo>
                    <a:pt x="7" y="41"/>
                  </a:lnTo>
                  <a:lnTo>
                    <a:pt x="8" y="40"/>
                  </a:lnTo>
                  <a:lnTo>
                    <a:pt x="8"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3036" name="Freeform 190"/>
            <p:cNvSpPr/>
            <p:nvPr/>
          </p:nvSpPr>
          <p:spPr>
            <a:xfrm>
              <a:off x="3155" y="2147"/>
              <a:ext cx="8" cy="44"/>
            </a:xfrm>
            <a:custGeom>
              <a:avLst/>
              <a:gdLst/>
              <a:ahLst/>
              <a:cxnLst>
                <a:cxn ang="0">
                  <a:pos x="0" y="41"/>
                </a:cxn>
                <a:cxn ang="0">
                  <a:pos x="1" y="41"/>
                </a:cxn>
                <a:cxn ang="0">
                  <a:pos x="3" y="42"/>
                </a:cxn>
                <a:cxn ang="0">
                  <a:pos x="4" y="44"/>
                </a:cxn>
                <a:cxn ang="0">
                  <a:pos x="6" y="42"/>
                </a:cxn>
                <a:cxn ang="0">
                  <a:pos x="7" y="41"/>
                </a:cxn>
                <a:cxn ang="0">
                  <a:pos x="8" y="39"/>
                </a:cxn>
                <a:cxn ang="0">
                  <a:pos x="8" y="4"/>
                </a:cxn>
                <a:cxn ang="0">
                  <a:pos x="7" y="3"/>
                </a:cxn>
                <a:cxn ang="0">
                  <a:pos x="6" y="2"/>
                </a:cxn>
                <a:cxn ang="0">
                  <a:pos x="4" y="0"/>
                </a:cxn>
                <a:cxn ang="0">
                  <a:pos x="3" y="2"/>
                </a:cxn>
                <a:cxn ang="0">
                  <a:pos x="1" y="3"/>
                </a:cxn>
                <a:cxn ang="0">
                  <a:pos x="0" y="4"/>
                </a:cxn>
                <a:cxn ang="0">
                  <a:pos x="0" y="6"/>
                </a:cxn>
                <a:cxn ang="0">
                  <a:pos x="0" y="41"/>
                </a:cxn>
              </a:cxnLst>
              <a:pathLst>
                <a:path w="8" h="44">
                  <a:moveTo>
                    <a:pt x="0" y="41"/>
                  </a:moveTo>
                  <a:lnTo>
                    <a:pt x="1" y="41"/>
                  </a:lnTo>
                  <a:lnTo>
                    <a:pt x="3" y="42"/>
                  </a:lnTo>
                  <a:lnTo>
                    <a:pt x="4" y="44"/>
                  </a:lnTo>
                  <a:lnTo>
                    <a:pt x="6" y="42"/>
                  </a:lnTo>
                  <a:lnTo>
                    <a:pt x="7" y="41"/>
                  </a:lnTo>
                  <a:lnTo>
                    <a:pt x="8" y="39"/>
                  </a:lnTo>
                  <a:lnTo>
                    <a:pt x="8" y="4"/>
                  </a:lnTo>
                  <a:lnTo>
                    <a:pt x="7" y="3"/>
                  </a:lnTo>
                  <a:lnTo>
                    <a:pt x="6" y="2"/>
                  </a:lnTo>
                  <a:lnTo>
                    <a:pt x="4" y="0"/>
                  </a:lnTo>
                  <a:lnTo>
                    <a:pt x="3" y="2"/>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3037" name="Freeform 191"/>
            <p:cNvSpPr/>
            <p:nvPr/>
          </p:nvSpPr>
          <p:spPr>
            <a:xfrm>
              <a:off x="3155" y="2086"/>
              <a:ext cx="8" cy="44"/>
            </a:xfrm>
            <a:custGeom>
              <a:avLst/>
              <a:gdLst/>
              <a:ahLst/>
              <a:cxnLst>
                <a:cxn ang="0">
                  <a:pos x="0" y="41"/>
                </a:cxn>
                <a:cxn ang="0">
                  <a:pos x="1" y="41"/>
                </a:cxn>
                <a:cxn ang="0">
                  <a:pos x="3" y="42"/>
                </a:cxn>
                <a:cxn ang="0">
                  <a:pos x="4" y="44"/>
                </a:cxn>
                <a:cxn ang="0">
                  <a:pos x="6" y="42"/>
                </a:cxn>
                <a:cxn ang="0">
                  <a:pos x="7" y="41"/>
                </a:cxn>
                <a:cxn ang="0">
                  <a:pos x="8" y="39"/>
                </a:cxn>
                <a:cxn ang="0">
                  <a:pos x="8" y="4"/>
                </a:cxn>
                <a:cxn ang="0">
                  <a:pos x="7" y="3"/>
                </a:cxn>
                <a:cxn ang="0">
                  <a:pos x="6" y="1"/>
                </a:cxn>
                <a:cxn ang="0">
                  <a:pos x="4" y="0"/>
                </a:cxn>
                <a:cxn ang="0">
                  <a:pos x="3" y="1"/>
                </a:cxn>
                <a:cxn ang="0">
                  <a:pos x="1" y="3"/>
                </a:cxn>
                <a:cxn ang="0">
                  <a:pos x="0" y="4"/>
                </a:cxn>
                <a:cxn ang="0">
                  <a:pos x="0" y="6"/>
                </a:cxn>
                <a:cxn ang="0">
                  <a:pos x="0" y="41"/>
                </a:cxn>
              </a:cxnLst>
              <a:pathLst>
                <a:path w="8" h="44">
                  <a:moveTo>
                    <a:pt x="0" y="41"/>
                  </a:moveTo>
                  <a:lnTo>
                    <a:pt x="1" y="41"/>
                  </a:lnTo>
                  <a:lnTo>
                    <a:pt x="3" y="42"/>
                  </a:lnTo>
                  <a:lnTo>
                    <a:pt x="4" y="44"/>
                  </a:lnTo>
                  <a:lnTo>
                    <a:pt x="6" y="42"/>
                  </a:lnTo>
                  <a:lnTo>
                    <a:pt x="7" y="41"/>
                  </a:lnTo>
                  <a:lnTo>
                    <a:pt x="8" y="39"/>
                  </a:lnTo>
                  <a:lnTo>
                    <a:pt x="8" y="4"/>
                  </a:lnTo>
                  <a:lnTo>
                    <a:pt x="7" y="3"/>
                  </a:lnTo>
                  <a:lnTo>
                    <a:pt x="6" y="1"/>
                  </a:lnTo>
                  <a:lnTo>
                    <a:pt x="4" y="0"/>
                  </a:lnTo>
                  <a:lnTo>
                    <a:pt x="3" y="1"/>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3038" name="Freeform 192"/>
            <p:cNvSpPr/>
            <p:nvPr/>
          </p:nvSpPr>
          <p:spPr>
            <a:xfrm>
              <a:off x="3155" y="2025"/>
              <a:ext cx="8" cy="44"/>
            </a:xfrm>
            <a:custGeom>
              <a:avLst/>
              <a:gdLst/>
              <a:ahLst/>
              <a:cxnLst>
                <a:cxn ang="0">
                  <a:pos x="0" y="41"/>
                </a:cxn>
                <a:cxn ang="0">
                  <a:pos x="1" y="41"/>
                </a:cxn>
                <a:cxn ang="0">
                  <a:pos x="3" y="42"/>
                </a:cxn>
                <a:cxn ang="0">
                  <a:pos x="4" y="44"/>
                </a:cxn>
                <a:cxn ang="0">
                  <a:pos x="6" y="42"/>
                </a:cxn>
                <a:cxn ang="0">
                  <a:pos x="7" y="41"/>
                </a:cxn>
                <a:cxn ang="0">
                  <a:pos x="8" y="39"/>
                </a:cxn>
                <a:cxn ang="0">
                  <a:pos x="8" y="4"/>
                </a:cxn>
                <a:cxn ang="0">
                  <a:pos x="7" y="3"/>
                </a:cxn>
                <a:cxn ang="0">
                  <a:pos x="6" y="1"/>
                </a:cxn>
                <a:cxn ang="0">
                  <a:pos x="4" y="0"/>
                </a:cxn>
                <a:cxn ang="0">
                  <a:pos x="3" y="1"/>
                </a:cxn>
                <a:cxn ang="0">
                  <a:pos x="1" y="3"/>
                </a:cxn>
                <a:cxn ang="0">
                  <a:pos x="0" y="4"/>
                </a:cxn>
                <a:cxn ang="0">
                  <a:pos x="0" y="6"/>
                </a:cxn>
                <a:cxn ang="0">
                  <a:pos x="0" y="41"/>
                </a:cxn>
              </a:cxnLst>
              <a:pathLst>
                <a:path w="8" h="44">
                  <a:moveTo>
                    <a:pt x="0" y="41"/>
                  </a:moveTo>
                  <a:lnTo>
                    <a:pt x="1" y="41"/>
                  </a:lnTo>
                  <a:lnTo>
                    <a:pt x="3" y="42"/>
                  </a:lnTo>
                  <a:lnTo>
                    <a:pt x="4" y="44"/>
                  </a:lnTo>
                  <a:lnTo>
                    <a:pt x="6" y="42"/>
                  </a:lnTo>
                  <a:lnTo>
                    <a:pt x="7" y="41"/>
                  </a:lnTo>
                  <a:lnTo>
                    <a:pt x="8" y="39"/>
                  </a:lnTo>
                  <a:lnTo>
                    <a:pt x="8" y="4"/>
                  </a:lnTo>
                  <a:lnTo>
                    <a:pt x="7" y="3"/>
                  </a:lnTo>
                  <a:lnTo>
                    <a:pt x="6" y="1"/>
                  </a:lnTo>
                  <a:lnTo>
                    <a:pt x="4" y="0"/>
                  </a:lnTo>
                  <a:lnTo>
                    <a:pt x="3" y="1"/>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3039" name="Freeform 193"/>
            <p:cNvSpPr/>
            <p:nvPr/>
          </p:nvSpPr>
          <p:spPr>
            <a:xfrm>
              <a:off x="3155" y="1964"/>
              <a:ext cx="8" cy="43"/>
            </a:xfrm>
            <a:custGeom>
              <a:avLst/>
              <a:gdLst/>
              <a:ahLst/>
              <a:cxnLst>
                <a:cxn ang="0">
                  <a:pos x="0" y="41"/>
                </a:cxn>
                <a:cxn ang="0">
                  <a:pos x="1" y="41"/>
                </a:cxn>
                <a:cxn ang="0">
                  <a:pos x="3" y="42"/>
                </a:cxn>
                <a:cxn ang="0">
                  <a:pos x="4" y="43"/>
                </a:cxn>
                <a:cxn ang="0">
                  <a:pos x="6" y="42"/>
                </a:cxn>
                <a:cxn ang="0">
                  <a:pos x="7" y="41"/>
                </a:cxn>
                <a:cxn ang="0">
                  <a:pos x="8" y="39"/>
                </a:cxn>
                <a:cxn ang="0">
                  <a:pos x="8" y="4"/>
                </a:cxn>
                <a:cxn ang="0">
                  <a:pos x="7" y="3"/>
                </a:cxn>
                <a:cxn ang="0">
                  <a:pos x="6" y="1"/>
                </a:cxn>
                <a:cxn ang="0">
                  <a:pos x="4" y="0"/>
                </a:cxn>
                <a:cxn ang="0">
                  <a:pos x="3" y="1"/>
                </a:cxn>
                <a:cxn ang="0">
                  <a:pos x="1" y="3"/>
                </a:cxn>
                <a:cxn ang="0">
                  <a:pos x="0" y="4"/>
                </a:cxn>
                <a:cxn ang="0">
                  <a:pos x="0" y="6"/>
                </a:cxn>
                <a:cxn ang="0">
                  <a:pos x="0" y="41"/>
                </a:cxn>
              </a:cxnLst>
              <a:pathLst>
                <a:path w="8" h="43">
                  <a:moveTo>
                    <a:pt x="0" y="41"/>
                  </a:moveTo>
                  <a:lnTo>
                    <a:pt x="1" y="41"/>
                  </a:lnTo>
                  <a:lnTo>
                    <a:pt x="3" y="42"/>
                  </a:lnTo>
                  <a:lnTo>
                    <a:pt x="4" y="43"/>
                  </a:lnTo>
                  <a:lnTo>
                    <a:pt x="6" y="42"/>
                  </a:lnTo>
                  <a:lnTo>
                    <a:pt x="7" y="41"/>
                  </a:lnTo>
                  <a:lnTo>
                    <a:pt x="8" y="39"/>
                  </a:lnTo>
                  <a:lnTo>
                    <a:pt x="8" y="4"/>
                  </a:lnTo>
                  <a:lnTo>
                    <a:pt x="7" y="3"/>
                  </a:lnTo>
                  <a:lnTo>
                    <a:pt x="6" y="1"/>
                  </a:lnTo>
                  <a:lnTo>
                    <a:pt x="4" y="0"/>
                  </a:lnTo>
                  <a:lnTo>
                    <a:pt x="3" y="1"/>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3040" name="Freeform 194"/>
            <p:cNvSpPr/>
            <p:nvPr/>
          </p:nvSpPr>
          <p:spPr>
            <a:xfrm>
              <a:off x="3155" y="1903"/>
              <a:ext cx="8" cy="43"/>
            </a:xfrm>
            <a:custGeom>
              <a:avLst/>
              <a:gdLst/>
              <a:ahLst/>
              <a:cxnLst>
                <a:cxn ang="0">
                  <a:pos x="0" y="40"/>
                </a:cxn>
                <a:cxn ang="0">
                  <a:pos x="1" y="40"/>
                </a:cxn>
                <a:cxn ang="0">
                  <a:pos x="3" y="42"/>
                </a:cxn>
                <a:cxn ang="0">
                  <a:pos x="4" y="43"/>
                </a:cxn>
                <a:cxn ang="0">
                  <a:pos x="6" y="42"/>
                </a:cxn>
                <a:cxn ang="0">
                  <a:pos x="7" y="40"/>
                </a:cxn>
                <a:cxn ang="0">
                  <a:pos x="8" y="39"/>
                </a:cxn>
                <a:cxn ang="0">
                  <a:pos x="8" y="4"/>
                </a:cxn>
                <a:cxn ang="0">
                  <a:pos x="7" y="3"/>
                </a:cxn>
                <a:cxn ang="0">
                  <a:pos x="6" y="1"/>
                </a:cxn>
                <a:cxn ang="0">
                  <a:pos x="4" y="0"/>
                </a:cxn>
                <a:cxn ang="0">
                  <a:pos x="3" y="1"/>
                </a:cxn>
                <a:cxn ang="0">
                  <a:pos x="1" y="3"/>
                </a:cxn>
                <a:cxn ang="0">
                  <a:pos x="0" y="4"/>
                </a:cxn>
                <a:cxn ang="0">
                  <a:pos x="0" y="5"/>
                </a:cxn>
                <a:cxn ang="0">
                  <a:pos x="0" y="40"/>
                </a:cxn>
              </a:cxnLst>
              <a:pathLst>
                <a:path w="8" h="43">
                  <a:moveTo>
                    <a:pt x="0" y="40"/>
                  </a:moveTo>
                  <a:lnTo>
                    <a:pt x="1" y="40"/>
                  </a:lnTo>
                  <a:lnTo>
                    <a:pt x="3" y="42"/>
                  </a:lnTo>
                  <a:lnTo>
                    <a:pt x="4" y="43"/>
                  </a:lnTo>
                  <a:lnTo>
                    <a:pt x="6" y="42"/>
                  </a:lnTo>
                  <a:lnTo>
                    <a:pt x="7" y="40"/>
                  </a:lnTo>
                  <a:lnTo>
                    <a:pt x="8" y="39"/>
                  </a:lnTo>
                  <a:lnTo>
                    <a:pt x="8" y="4"/>
                  </a:lnTo>
                  <a:lnTo>
                    <a:pt x="7" y="3"/>
                  </a:lnTo>
                  <a:lnTo>
                    <a:pt x="6" y="1"/>
                  </a:lnTo>
                  <a:lnTo>
                    <a:pt x="4" y="0"/>
                  </a:lnTo>
                  <a:lnTo>
                    <a:pt x="3" y="1"/>
                  </a:lnTo>
                  <a:lnTo>
                    <a:pt x="1" y="3"/>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3041" name="Freeform 195"/>
            <p:cNvSpPr/>
            <p:nvPr/>
          </p:nvSpPr>
          <p:spPr>
            <a:xfrm>
              <a:off x="3155" y="1842"/>
              <a:ext cx="8" cy="43"/>
            </a:xfrm>
            <a:custGeom>
              <a:avLst/>
              <a:gdLst/>
              <a:ahLst/>
              <a:cxnLst>
                <a:cxn ang="0">
                  <a:pos x="0" y="40"/>
                </a:cxn>
                <a:cxn ang="0">
                  <a:pos x="1" y="40"/>
                </a:cxn>
                <a:cxn ang="0">
                  <a:pos x="3" y="42"/>
                </a:cxn>
                <a:cxn ang="0">
                  <a:pos x="4" y="43"/>
                </a:cxn>
                <a:cxn ang="0">
                  <a:pos x="6" y="42"/>
                </a:cxn>
                <a:cxn ang="0">
                  <a:pos x="7" y="40"/>
                </a:cxn>
                <a:cxn ang="0">
                  <a:pos x="8" y="39"/>
                </a:cxn>
                <a:cxn ang="0">
                  <a:pos x="8" y="4"/>
                </a:cxn>
                <a:cxn ang="0">
                  <a:pos x="7" y="2"/>
                </a:cxn>
                <a:cxn ang="0">
                  <a:pos x="6" y="1"/>
                </a:cxn>
                <a:cxn ang="0">
                  <a:pos x="4" y="0"/>
                </a:cxn>
                <a:cxn ang="0">
                  <a:pos x="3" y="1"/>
                </a:cxn>
                <a:cxn ang="0">
                  <a:pos x="1" y="2"/>
                </a:cxn>
                <a:cxn ang="0">
                  <a:pos x="0" y="4"/>
                </a:cxn>
                <a:cxn ang="0">
                  <a:pos x="0" y="5"/>
                </a:cxn>
                <a:cxn ang="0">
                  <a:pos x="0" y="40"/>
                </a:cxn>
              </a:cxnLst>
              <a:pathLst>
                <a:path w="8" h="43">
                  <a:moveTo>
                    <a:pt x="0" y="40"/>
                  </a:moveTo>
                  <a:lnTo>
                    <a:pt x="1" y="40"/>
                  </a:lnTo>
                  <a:lnTo>
                    <a:pt x="3" y="42"/>
                  </a:lnTo>
                  <a:lnTo>
                    <a:pt x="4" y="43"/>
                  </a:lnTo>
                  <a:lnTo>
                    <a:pt x="6" y="42"/>
                  </a:lnTo>
                  <a:lnTo>
                    <a:pt x="7" y="40"/>
                  </a:lnTo>
                  <a:lnTo>
                    <a:pt x="8" y="39"/>
                  </a:lnTo>
                  <a:lnTo>
                    <a:pt x="8" y="4"/>
                  </a:lnTo>
                  <a:lnTo>
                    <a:pt x="7" y="2"/>
                  </a:lnTo>
                  <a:lnTo>
                    <a:pt x="6" y="1"/>
                  </a:lnTo>
                  <a:lnTo>
                    <a:pt x="4" y="0"/>
                  </a:lnTo>
                  <a:lnTo>
                    <a:pt x="3" y="1"/>
                  </a:lnTo>
                  <a:lnTo>
                    <a:pt x="1" y="2"/>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3042" name="Freeform 196"/>
            <p:cNvSpPr/>
            <p:nvPr/>
          </p:nvSpPr>
          <p:spPr>
            <a:xfrm>
              <a:off x="3155" y="1780"/>
              <a:ext cx="8" cy="44"/>
            </a:xfrm>
            <a:custGeom>
              <a:avLst/>
              <a:gdLst/>
              <a:ahLst/>
              <a:cxnLst>
                <a:cxn ang="0">
                  <a:pos x="0" y="41"/>
                </a:cxn>
                <a:cxn ang="0">
                  <a:pos x="1" y="41"/>
                </a:cxn>
                <a:cxn ang="0">
                  <a:pos x="3" y="43"/>
                </a:cxn>
                <a:cxn ang="0">
                  <a:pos x="4" y="44"/>
                </a:cxn>
                <a:cxn ang="0">
                  <a:pos x="6" y="43"/>
                </a:cxn>
                <a:cxn ang="0">
                  <a:pos x="7" y="41"/>
                </a:cxn>
                <a:cxn ang="0">
                  <a:pos x="8" y="40"/>
                </a:cxn>
                <a:cxn ang="0">
                  <a:pos x="8" y="5"/>
                </a:cxn>
                <a:cxn ang="0">
                  <a:pos x="7" y="3"/>
                </a:cxn>
                <a:cxn ang="0">
                  <a:pos x="6" y="2"/>
                </a:cxn>
                <a:cxn ang="0">
                  <a:pos x="4" y="0"/>
                </a:cxn>
                <a:cxn ang="0">
                  <a:pos x="3" y="2"/>
                </a:cxn>
                <a:cxn ang="0">
                  <a:pos x="1" y="3"/>
                </a:cxn>
                <a:cxn ang="0">
                  <a:pos x="0" y="5"/>
                </a:cxn>
                <a:cxn ang="0">
                  <a:pos x="0" y="6"/>
                </a:cxn>
                <a:cxn ang="0">
                  <a:pos x="0" y="41"/>
                </a:cxn>
              </a:cxnLst>
              <a:pathLst>
                <a:path w="8" h="44">
                  <a:moveTo>
                    <a:pt x="0" y="41"/>
                  </a:moveTo>
                  <a:lnTo>
                    <a:pt x="1" y="41"/>
                  </a:lnTo>
                  <a:lnTo>
                    <a:pt x="3" y="43"/>
                  </a:lnTo>
                  <a:lnTo>
                    <a:pt x="4" y="44"/>
                  </a:lnTo>
                  <a:lnTo>
                    <a:pt x="6" y="43"/>
                  </a:lnTo>
                  <a:lnTo>
                    <a:pt x="7" y="41"/>
                  </a:lnTo>
                  <a:lnTo>
                    <a:pt x="8" y="40"/>
                  </a:lnTo>
                  <a:lnTo>
                    <a:pt x="8"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3043" name="Freeform 197"/>
            <p:cNvSpPr/>
            <p:nvPr/>
          </p:nvSpPr>
          <p:spPr>
            <a:xfrm>
              <a:off x="3155" y="1719"/>
              <a:ext cx="8" cy="44"/>
            </a:xfrm>
            <a:custGeom>
              <a:avLst/>
              <a:gdLst/>
              <a:ahLst/>
              <a:cxnLst>
                <a:cxn ang="0">
                  <a:pos x="0" y="41"/>
                </a:cxn>
                <a:cxn ang="0">
                  <a:pos x="1" y="41"/>
                </a:cxn>
                <a:cxn ang="0">
                  <a:pos x="3" y="43"/>
                </a:cxn>
                <a:cxn ang="0">
                  <a:pos x="4" y="44"/>
                </a:cxn>
                <a:cxn ang="0">
                  <a:pos x="6" y="43"/>
                </a:cxn>
                <a:cxn ang="0">
                  <a:pos x="7" y="41"/>
                </a:cxn>
                <a:cxn ang="0">
                  <a:pos x="8" y="40"/>
                </a:cxn>
                <a:cxn ang="0">
                  <a:pos x="8" y="5"/>
                </a:cxn>
                <a:cxn ang="0">
                  <a:pos x="7" y="3"/>
                </a:cxn>
                <a:cxn ang="0">
                  <a:pos x="6" y="2"/>
                </a:cxn>
                <a:cxn ang="0">
                  <a:pos x="4" y="0"/>
                </a:cxn>
                <a:cxn ang="0">
                  <a:pos x="3" y="2"/>
                </a:cxn>
                <a:cxn ang="0">
                  <a:pos x="1" y="3"/>
                </a:cxn>
                <a:cxn ang="0">
                  <a:pos x="0" y="5"/>
                </a:cxn>
                <a:cxn ang="0">
                  <a:pos x="0" y="6"/>
                </a:cxn>
                <a:cxn ang="0">
                  <a:pos x="0" y="41"/>
                </a:cxn>
              </a:cxnLst>
              <a:pathLst>
                <a:path w="8" h="44">
                  <a:moveTo>
                    <a:pt x="0" y="41"/>
                  </a:moveTo>
                  <a:lnTo>
                    <a:pt x="1" y="41"/>
                  </a:lnTo>
                  <a:lnTo>
                    <a:pt x="3" y="43"/>
                  </a:lnTo>
                  <a:lnTo>
                    <a:pt x="4" y="44"/>
                  </a:lnTo>
                  <a:lnTo>
                    <a:pt x="6" y="43"/>
                  </a:lnTo>
                  <a:lnTo>
                    <a:pt x="7" y="41"/>
                  </a:lnTo>
                  <a:lnTo>
                    <a:pt x="8" y="40"/>
                  </a:lnTo>
                  <a:lnTo>
                    <a:pt x="8"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3044" name="Freeform 198"/>
            <p:cNvSpPr/>
            <p:nvPr/>
          </p:nvSpPr>
          <p:spPr>
            <a:xfrm>
              <a:off x="3155" y="1658"/>
              <a:ext cx="8" cy="44"/>
            </a:xfrm>
            <a:custGeom>
              <a:avLst/>
              <a:gdLst/>
              <a:ahLst/>
              <a:cxnLst>
                <a:cxn ang="0">
                  <a:pos x="0" y="41"/>
                </a:cxn>
                <a:cxn ang="0">
                  <a:pos x="1" y="41"/>
                </a:cxn>
                <a:cxn ang="0">
                  <a:pos x="3" y="42"/>
                </a:cxn>
                <a:cxn ang="0">
                  <a:pos x="4" y="44"/>
                </a:cxn>
                <a:cxn ang="0">
                  <a:pos x="6" y="42"/>
                </a:cxn>
                <a:cxn ang="0">
                  <a:pos x="7" y="41"/>
                </a:cxn>
                <a:cxn ang="0">
                  <a:pos x="8" y="39"/>
                </a:cxn>
                <a:cxn ang="0">
                  <a:pos x="8" y="5"/>
                </a:cxn>
                <a:cxn ang="0">
                  <a:pos x="7" y="3"/>
                </a:cxn>
                <a:cxn ang="0">
                  <a:pos x="6" y="2"/>
                </a:cxn>
                <a:cxn ang="0">
                  <a:pos x="4" y="0"/>
                </a:cxn>
                <a:cxn ang="0">
                  <a:pos x="3" y="2"/>
                </a:cxn>
                <a:cxn ang="0">
                  <a:pos x="1" y="3"/>
                </a:cxn>
                <a:cxn ang="0">
                  <a:pos x="0" y="5"/>
                </a:cxn>
                <a:cxn ang="0">
                  <a:pos x="0" y="6"/>
                </a:cxn>
                <a:cxn ang="0">
                  <a:pos x="0" y="41"/>
                </a:cxn>
              </a:cxnLst>
              <a:pathLst>
                <a:path w="8" h="44">
                  <a:moveTo>
                    <a:pt x="0" y="41"/>
                  </a:moveTo>
                  <a:lnTo>
                    <a:pt x="1" y="41"/>
                  </a:lnTo>
                  <a:lnTo>
                    <a:pt x="3" y="42"/>
                  </a:lnTo>
                  <a:lnTo>
                    <a:pt x="4" y="44"/>
                  </a:lnTo>
                  <a:lnTo>
                    <a:pt x="6" y="42"/>
                  </a:lnTo>
                  <a:lnTo>
                    <a:pt x="7" y="41"/>
                  </a:lnTo>
                  <a:lnTo>
                    <a:pt x="8" y="39"/>
                  </a:lnTo>
                  <a:lnTo>
                    <a:pt x="8"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3045" name="Freeform 199"/>
            <p:cNvSpPr/>
            <p:nvPr/>
          </p:nvSpPr>
          <p:spPr>
            <a:xfrm>
              <a:off x="3155" y="1597"/>
              <a:ext cx="8" cy="44"/>
            </a:xfrm>
            <a:custGeom>
              <a:avLst/>
              <a:gdLst/>
              <a:ahLst/>
              <a:cxnLst>
                <a:cxn ang="0">
                  <a:pos x="0" y="41"/>
                </a:cxn>
                <a:cxn ang="0">
                  <a:pos x="1" y="41"/>
                </a:cxn>
                <a:cxn ang="0">
                  <a:pos x="3" y="42"/>
                </a:cxn>
                <a:cxn ang="0">
                  <a:pos x="4" y="44"/>
                </a:cxn>
                <a:cxn ang="0">
                  <a:pos x="6" y="42"/>
                </a:cxn>
                <a:cxn ang="0">
                  <a:pos x="7" y="41"/>
                </a:cxn>
                <a:cxn ang="0">
                  <a:pos x="8" y="39"/>
                </a:cxn>
                <a:cxn ang="0">
                  <a:pos x="8" y="4"/>
                </a:cxn>
                <a:cxn ang="0">
                  <a:pos x="7" y="3"/>
                </a:cxn>
                <a:cxn ang="0">
                  <a:pos x="6" y="2"/>
                </a:cxn>
                <a:cxn ang="0">
                  <a:pos x="4" y="0"/>
                </a:cxn>
                <a:cxn ang="0">
                  <a:pos x="3" y="2"/>
                </a:cxn>
                <a:cxn ang="0">
                  <a:pos x="1" y="3"/>
                </a:cxn>
                <a:cxn ang="0">
                  <a:pos x="0" y="4"/>
                </a:cxn>
                <a:cxn ang="0">
                  <a:pos x="0" y="6"/>
                </a:cxn>
                <a:cxn ang="0">
                  <a:pos x="0" y="41"/>
                </a:cxn>
              </a:cxnLst>
              <a:pathLst>
                <a:path w="8" h="44">
                  <a:moveTo>
                    <a:pt x="0" y="41"/>
                  </a:moveTo>
                  <a:lnTo>
                    <a:pt x="1" y="41"/>
                  </a:lnTo>
                  <a:lnTo>
                    <a:pt x="3" y="42"/>
                  </a:lnTo>
                  <a:lnTo>
                    <a:pt x="4" y="44"/>
                  </a:lnTo>
                  <a:lnTo>
                    <a:pt x="6" y="42"/>
                  </a:lnTo>
                  <a:lnTo>
                    <a:pt x="7" y="41"/>
                  </a:lnTo>
                  <a:lnTo>
                    <a:pt x="8" y="39"/>
                  </a:lnTo>
                  <a:lnTo>
                    <a:pt x="8" y="4"/>
                  </a:lnTo>
                  <a:lnTo>
                    <a:pt x="7" y="3"/>
                  </a:lnTo>
                  <a:lnTo>
                    <a:pt x="6" y="2"/>
                  </a:lnTo>
                  <a:lnTo>
                    <a:pt x="4" y="0"/>
                  </a:lnTo>
                  <a:lnTo>
                    <a:pt x="3" y="2"/>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3046" name="Freeform 200"/>
            <p:cNvSpPr/>
            <p:nvPr/>
          </p:nvSpPr>
          <p:spPr>
            <a:xfrm>
              <a:off x="3155" y="1536"/>
              <a:ext cx="8" cy="44"/>
            </a:xfrm>
            <a:custGeom>
              <a:avLst/>
              <a:gdLst/>
              <a:ahLst/>
              <a:cxnLst>
                <a:cxn ang="0">
                  <a:pos x="0" y="41"/>
                </a:cxn>
                <a:cxn ang="0">
                  <a:pos x="1" y="41"/>
                </a:cxn>
                <a:cxn ang="0">
                  <a:pos x="3" y="42"/>
                </a:cxn>
                <a:cxn ang="0">
                  <a:pos x="4" y="44"/>
                </a:cxn>
                <a:cxn ang="0">
                  <a:pos x="6" y="42"/>
                </a:cxn>
                <a:cxn ang="0">
                  <a:pos x="7" y="41"/>
                </a:cxn>
                <a:cxn ang="0">
                  <a:pos x="8" y="39"/>
                </a:cxn>
                <a:cxn ang="0">
                  <a:pos x="8" y="4"/>
                </a:cxn>
                <a:cxn ang="0">
                  <a:pos x="7" y="3"/>
                </a:cxn>
                <a:cxn ang="0">
                  <a:pos x="6" y="1"/>
                </a:cxn>
                <a:cxn ang="0">
                  <a:pos x="4" y="0"/>
                </a:cxn>
                <a:cxn ang="0">
                  <a:pos x="3" y="1"/>
                </a:cxn>
                <a:cxn ang="0">
                  <a:pos x="1" y="3"/>
                </a:cxn>
                <a:cxn ang="0">
                  <a:pos x="0" y="4"/>
                </a:cxn>
                <a:cxn ang="0">
                  <a:pos x="0" y="6"/>
                </a:cxn>
                <a:cxn ang="0">
                  <a:pos x="0" y="41"/>
                </a:cxn>
              </a:cxnLst>
              <a:pathLst>
                <a:path w="8" h="44">
                  <a:moveTo>
                    <a:pt x="0" y="41"/>
                  </a:moveTo>
                  <a:lnTo>
                    <a:pt x="1" y="41"/>
                  </a:lnTo>
                  <a:lnTo>
                    <a:pt x="3" y="42"/>
                  </a:lnTo>
                  <a:lnTo>
                    <a:pt x="4" y="44"/>
                  </a:lnTo>
                  <a:lnTo>
                    <a:pt x="6" y="42"/>
                  </a:lnTo>
                  <a:lnTo>
                    <a:pt x="7" y="41"/>
                  </a:lnTo>
                  <a:lnTo>
                    <a:pt x="8" y="39"/>
                  </a:lnTo>
                  <a:lnTo>
                    <a:pt x="8" y="4"/>
                  </a:lnTo>
                  <a:lnTo>
                    <a:pt x="7" y="3"/>
                  </a:lnTo>
                  <a:lnTo>
                    <a:pt x="6" y="1"/>
                  </a:lnTo>
                  <a:lnTo>
                    <a:pt x="4" y="0"/>
                  </a:lnTo>
                  <a:lnTo>
                    <a:pt x="3" y="1"/>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3047" name="Freeform 201"/>
            <p:cNvSpPr/>
            <p:nvPr/>
          </p:nvSpPr>
          <p:spPr>
            <a:xfrm>
              <a:off x="3155" y="1475"/>
              <a:ext cx="8" cy="44"/>
            </a:xfrm>
            <a:custGeom>
              <a:avLst/>
              <a:gdLst/>
              <a:ahLst/>
              <a:cxnLst>
                <a:cxn ang="0">
                  <a:pos x="0" y="41"/>
                </a:cxn>
                <a:cxn ang="0">
                  <a:pos x="1" y="41"/>
                </a:cxn>
                <a:cxn ang="0">
                  <a:pos x="3" y="42"/>
                </a:cxn>
                <a:cxn ang="0">
                  <a:pos x="4" y="44"/>
                </a:cxn>
                <a:cxn ang="0">
                  <a:pos x="6" y="42"/>
                </a:cxn>
                <a:cxn ang="0">
                  <a:pos x="7" y="41"/>
                </a:cxn>
                <a:cxn ang="0">
                  <a:pos x="8" y="39"/>
                </a:cxn>
                <a:cxn ang="0">
                  <a:pos x="8" y="4"/>
                </a:cxn>
                <a:cxn ang="0">
                  <a:pos x="7" y="3"/>
                </a:cxn>
                <a:cxn ang="0">
                  <a:pos x="6" y="1"/>
                </a:cxn>
                <a:cxn ang="0">
                  <a:pos x="4" y="0"/>
                </a:cxn>
                <a:cxn ang="0">
                  <a:pos x="3" y="1"/>
                </a:cxn>
                <a:cxn ang="0">
                  <a:pos x="1" y="3"/>
                </a:cxn>
                <a:cxn ang="0">
                  <a:pos x="0" y="4"/>
                </a:cxn>
                <a:cxn ang="0">
                  <a:pos x="0" y="6"/>
                </a:cxn>
                <a:cxn ang="0">
                  <a:pos x="0" y="41"/>
                </a:cxn>
              </a:cxnLst>
              <a:pathLst>
                <a:path w="8" h="44">
                  <a:moveTo>
                    <a:pt x="0" y="41"/>
                  </a:moveTo>
                  <a:lnTo>
                    <a:pt x="1" y="41"/>
                  </a:lnTo>
                  <a:lnTo>
                    <a:pt x="3" y="42"/>
                  </a:lnTo>
                  <a:lnTo>
                    <a:pt x="4" y="44"/>
                  </a:lnTo>
                  <a:lnTo>
                    <a:pt x="6" y="42"/>
                  </a:lnTo>
                  <a:lnTo>
                    <a:pt x="7" y="41"/>
                  </a:lnTo>
                  <a:lnTo>
                    <a:pt x="8" y="39"/>
                  </a:lnTo>
                  <a:lnTo>
                    <a:pt x="8" y="4"/>
                  </a:lnTo>
                  <a:lnTo>
                    <a:pt x="7" y="3"/>
                  </a:lnTo>
                  <a:lnTo>
                    <a:pt x="6" y="1"/>
                  </a:lnTo>
                  <a:lnTo>
                    <a:pt x="4" y="0"/>
                  </a:lnTo>
                  <a:lnTo>
                    <a:pt x="3" y="1"/>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3048" name="Freeform 202"/>
            <p:cNvSpPr/>
            <p:nvPr/>
          </p:nvSpPr>
          <p:spPr>
            <a:xfrm>
              <a:off x="3155" y="1414"/>
              <a:ext cx="8" cy="43"/>
            </a:xfrm>
            <a:custGeom>
              <a:avLst/>
              <a:gdLst/>
              <a:ahLst/>
              <a:cxnLst>
                <a:cxn ang="0">
                  <a:pos x="0" y="40"/>
                </a:cxn>
                <a:cxn ang="0">
                  <a:pos x="1" y="40"/>
                </a:cxn>
                <a:cxn ang="0">
                  <a:pos x="3" y="42"/>
                </a:cxn>
                <a:cxn ang="0">
                  <a:pos x="4" y="43"/>
                </a:cxn>
                <a:cxn ang="0">
                  <a:pos x="6" y="42"/>
                </a:cxn>
                <a:cxn ang="0">
                  <a:pos x="7" y="40"/>
                </a:cxn>
                <a:cxn ang="0">
                  <a:pos x="8" y="39"/>
                </a:cxn>
                <a:cxn ang="0">
                  <a:pos x="8" y="4"/>
                </a:cxn>
                <a:cxn ang="0">
                  <a:pos x="7" y="3"/>
                </a:cxn>
                <a:cxn ang="0">
                  <a:pos x="6" y="1"/>
                </a:cxn>
                <a:cxn ang="0">
                  <a:pos x="4" y="0"/>
                </a:cxn>
                <a:cxn ang="0">
                  <a:pos x="3" y="1"/>
                </a:cxn>
                <a:cxn ang="0">
                  <a:pos x="1" y="3"/>
                </a:cxn>
                <a:cxn ang="0">
                  <a:pos x="0" y="4"/>
                </a:cxn>
                <a:cxn ang="0">
                  <a:pos x="0" y="6"/>
                </a:cxn>
                <a:cxn ang="0">
                  <a:pos x="0" y="40"/>
                </a:cxn>
              </a:cxnLst>
              <a:pathLst>
                <a:path w="8" h="43">
                  <a:moveTo>
                    <a:pt x="0" y="40"/>
                  </a:moveTo>
                  <a:lnTo>
                    <a:pt x="1" y="40"/>
                  </a:lnTo>
                  <a:lnTo>
                    <a:pt x="3" y="42"/>
                  </a:lnTo>
                  <a:lnTo>
                    <a:pt x="4" y="43"/>
                  </a:lnTo>
                  <a:lnTo>
                    <a:pt x="6" y="42"/>
                  </a:lnTo>
                  <a:lnTo>
                    <a:pt x="7" y="40"/>
                  </a:lnTo>
                  <a:lnTo>
                    <a:pt x="8" y="39"/>
                  </a:lnTo>
                  <a:lnTo>
                    <a:pt x="8"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3049" name="Freeform 203"/>
            <p:cNvSpPr/>
            <p:nvPr/>
          </p:nvSpPr>
          <p:spPr>
            <a:xfrm>
              <a:off x="3155" y="1353"/>
              <a:ext cx="8" cy="43"/>
            </a:xfrm>
            <a:custGeom>
              <a:avLst/>
              <a:gdLst/>
              <a:ahLst/>
              <a:cxnLst>
                <a:cxn ang="0">
                  <a:pos x="0" y="40"/>
                </a:cxn>
                <a:cxn ang="0">
                  <a:pos x="1" y="40"/>
                </a:cxn>
                <a:cxn ang="0">
                  <a:pos x="3" y="42"/>
                </a:cxn>
                <a:cxn ang="0">
                  <a:pos x="4" y="43"/>
                </a:cxn>
                <a:cxn ang="0">
                  <a:pos x="6" y="42"/>
                </a:cxn>
                <a:cxn ang="0">
                  <a:pos x="7" y="40"/>
                </a:cxn>
                <a:cxn ang="0">
                  <a:pos x="8" y="39"/>
                </a:cxn>
                <a:cxn ang="0">
                  <a:pos x="8" y="4"/>
                </a:cxn>
                <a:cxn ang="0">
                  <a:pos x="7" y="3"/>
                </a:cxn>
                <a:cxn ang="0">
                  <a:pos x="6" y="1"/>
                </a:cxn>
                <a:cxn ang="0">
                  <a:pos x="4" y="0"/>
                </a:cxn>
                <a:cxn ang="0">
                  <a:pos x="3" y="1"/>
                </a:cxn>
                <a:cxn ang="0">
                  <a:pos x="1" y="3"/>
                </a:cxn>
                <a:cxn ang="0">
                  <a:pos x="0" y="4"/>
                </a:cxn>
                <a:cxn ang="0">
                  <a:pos x="0" y="5"/>
                </a:cxn>
                <a:cxn ang="0">
                  <a:pos x="0" y="40"/>
                </a:cxn>
              </a:cxnLst>
              <a:pathLst>
                <a:path w="8" h="43">
                  <a:moveTo>
                    <a:pt x="0" y="40"/>
                  </a:moveTo>
                  <a:lnTo>
                    <a:pt x="1" y="40"/>
                  </a:lnTo>
                  <a:lnTo>
                    <a:pt x="3" y="42"/>
                  </a:lnTo>
                  <a:lnTo>
                    <a:pt x="4" y="43"/>
                  </a:lnTo>
                  <a:lnTo>
                    <a:pt x="6" y="42"/>
                  </a:lnTo>
                  <a:lnTo>
                    <a:pt x="7" y="40"/>
                  </a:lnTo>
                  <a:lnTo>
                    <a:pt x="8" y="39"/>
                  </a:lnTo>
                  <a:lnTo>
                    <a:pt x="8" y="4"/>
                  </a:lnTo>
                  <a:lnTo>
                    <a:pt x="7" y="3"/>
                  </a:lnTo>
                  <a:lnTo>
                    <a:pt x="6" y="1"/>
                  </a:lnTo>
                  <a:lnTo>
                    <a:pt x="4" y="0"/>
                  </a:lnTo>
                  <a:lnTo>
                    <a:pt x="3" y="1"/>
                  </a:lnTo>
                  <a:lnTo>
                    <a:pt x="1" y="3"/>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3050" name="Freeform 204"/>
            <p:cNvSpPr/>
            <p:nvPr/>
          </p:nvSpPr>
          <p:spPr>
            <a:xfrm>
              <a:off x="3155" y="1292"/>
              <a:ext cx="8" cy="43"/>
            </a:xfrm>
            <a:custGeom>
              <a:avLst/>
              <a:gdLst/>
              <a:ahLst/>
              <a:cxnLst>
                <a:cxn ang="0">
                  <a:pos x="0" y="40"/>
                </a:cxn>
                <a:cxn ang="0">
                  <a:pos x="1" y="40"/>
                </a:cxn>
                <a:cxn ang="0">
                  <a:pos x="3" y="42"/>
                </a:cxn>
                <a:cxn ang="0">
                  <a:pos x="4" y="43"/>
                </a:cxn>
                <a:cxn ang="0">
                  <a:pos x="6" y="42"/>
                </a:cxn>
                <a:cxn ang="0">
                  <a:pos x="7" y="40"/>
                </a:cxn>
                <a:cxn ang="0">
                  <a:pos x="8" y="39"/>
                </a:cxn>
                <a:cxn ang="0">
                  <a:pos x="8" y="4"/>
                </a:cxn>
                <a:cxn ang="0">
                  <a:pos x="7" y="2"/>
                </a:cxn>
                <a:cxn ang="0">
                  <a:pos x="6" y="1"/>
                </a:cxn>
                <a:cxn ang="0">
                  <a:pos x="4" y="0"/>
                </a:cxn>
                <a:cxn ang="0">
                  <a:pos x="3" y="1"/>
                </a:cxn>
                <a:cxn ang="0">
                  <a:pos x="1" y="2"/>
                </a:cxn>
                <a:cxn ang="0">
                  <a:pos x="0" y="4"/>
                </a:cxn>
                <a:cxn ang="0">
                  <a:pos x="0" y="5"/>
                </a:cxn>
                <a:cxn ang="0">
                  <a:pos x="0" y="40"/>
                </a:cxn>
              </a:cxnLst>
              <a:pathLst>
                <a:path w="8" h="43">
                  <a:moveTo>
                    <a:pt x="0" y="40"/>
                  </a:moveTo>
                  <a:lnTo>
                    <a:pt x="1" y="40"/>
                  </a:lnTo>
                  <a:lnTo>
                    <a:pt x="3" y="42"/>
                  </a:lnTo>
                  <a:lnTo>
                    <a:pt x="4" y="43"/>
                  </a:lnTo>
                  <a:lnTo>
                    <a:pt x="6" y="42"/>
                  </a:lnTo>
                  <a:lnTo>
                    <a:pt x="7" y="40"/>
                  </a:lnTo>
                  <a:lnTo>
                    <a:pt x="8" y="39"/>
                  </a:lnTo>
                  <a:lnTo>
                    <a:pt x="8" y="4"/>
                  </a:lnTo>
                  <a:lnTo>
                    <a:pt x="7" y="2"/>
                  </a:lnTo>
                  <a:lnTo>
                    <a:pt x="6" y="1"/>
                  </a:lnTo>
                  <a:lnTo>
                    <a:pt x="4" y="0"/>
                  </a:lnTo>
                  <a:lnTo>
                    <a:pt x="3" y="1"/>
                  </a:lnTo>
                  <a:lnTo>
                    <a:pt x="1" y="2"/>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3051" name="Freeform 205"/>
            <p:cNvSpPr/>
            <p:nvPr/>
          </p:nvSpPr>
          <p:spPr>
            <a:xfrm>
              <a:off x="3155" y="1230"/>
              <a:ext cx="8" cy="44"/>
            </a:xfrm>
            <a:custGeom>
              <a:avLst/>
              <a:gdLst/>
              <a:ahLst/>
              <a:cxnLst>
                <a:cxn ang="0">
                  <a:pos x="0" y="41"/>
                </a:cxn>
                <a:cxn ang="0">
                  <a:pos x="1" y="41"/>
                </a:cxn>
                <a:cxn ang="0">
                  <a:pos x="3" y="43"/>
                </a:cxn>
                <a:cxn ang="0">
                  <a:pos x="4" y="44"/>
                </a:cxn>
                <a:cxn ang="0">
                  <a:pos x="6" y="43"/>
                </a:cxn>
                <a:cxn ang="0">
                  <a:pos x="7" y="41"/>
                </a:cxn>
                <a:cxn ang="0">
                  <a:pos x="8" y="40"/>
                </a:cxn>
                <a:cxn ang="0">
                  <a:pos x="8" y="5"/>
                </a:cxn>
                <a:cxn ang="0">
                  <a:pos x="7" y="3"/>
                </a:cxn>
                <a:cxn ang="0">
                  <a:pos x="6" y="2"/>
                </a:cxn>
                <a:cxn ang="0">
                  <a:pos x="4" y="0"/>
                </a:cxn>
                <a:cxn ang="0">
                  <a:pos x="3" y="2"/>
                </a:cxn>
                <a:cxn ang="0">
                  <a:pos x="1" y="3"/>
                </a:cxn>
                <a:cxn ang="0">
                  <a:pos x="0" y="5"/>
                </a:cxn>
                <a:cxn ang="0">
                  <a:pos x="0" y="6"/>
                </a:cxn>
                <a:cxn ang="0">
                  <a:pos x="0" y="41"/>
                </a:cxn>
              </a:cxnLst>
              <a:pathLst>
                <a:path w="8" h="44">
                  <a:moveTo>
                    <a:pt x="0" y="41"/>
                  </a:moveTo>
                  <a:lnTo>
                    <a:pt x="1" y="41"/>
                  </a:lnTo>
                  <a:lnTo>
                    <a:pt x="3" y="43"/>
                  </a:lnTo>
                  <a:lnTo>
                    <a:pt x="4" y="44"/>
                  </a:lnTo>
                  <a:lnTo>
                    <a:pt x="6" y="43"/>
                  </a:lnTo>
                  <a:lnTo>
                    <a:pt x="7" y="41"/>
                  </a:lnTo>
                  <a:lnTo>
                    <a:pt x="8" y="40"/>
                  </a:lnTo>
                  <a:lnTo>
                    <a:pt x="8"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3052" name="Freeform 206"/>
            <p:cNvSpPr/>
            <p:nvPr/>
          </p:nvSpPr>
          <p:spPr>
            <a:xfrm>
              <a:off x="3155" y="1175"/>
              <a:ext cx="8" cy="38"/>
            </a:xfrm>
            <a:custGeom>
              <a:avLst/>
              <a:gdLst/>
              <a:ahLst/>
              <a:cxnLst>
                <a:cxn ang="0">
                  <a:pos x="0" y="35"/>
                </a:cxn>
                <a:cxn ang="0">
                  <a:pos x="1" y="35"/>
                </a:cxn>
                <a:cxn ang="0">
                  <a:pos x="3" y="36"/>
                </a:cxn>
                <a:cxn ang="0">
                  <a:pos x="4" y="38"/>
                </a:cxn>
                <a:cxn ang="0">
                  <a:pos x="6" y="36"/>
                </a:cxn>
                <a:cxn ang="0">
                  <a:pos x="7" y="35"/>
                </a:cxn>
                <a:cxn ang="0">
                  <a:pos x="8" y="34"/>
                </a:cxn>
                <a:cxn ang="0">
                  <a:pos x="8" y="4"/>
                </a:cxn>
                <a:cxn ang="0">
                  <a:pos x="7" y="3"/>
                </a:cxn>
                <a:cxn ang="0">
                  <a:pos x="6" y="2"/>
                </a:cxn>
                <a:cxn ang="0">
                  <a:pos x="4" y="0"/>
                </a:cxn>
                <a:cxn ang="0">
                  <a:pos x="3" y="2"/>
                </a:cxn>
                <a:cxn ang="0">
                  <a:pos x="1" y="3"/>
                </a:cxn>
                <a:cxn ang="0">
                  <a:pos x="0" y="4"/>
                </a:cxn>
                <a:cxn ang="0">
                  <a:pos x="0" y="6"/>
                </a:cxn>
                <a:cxn ang="0">
                  <a:pos x="0" y="35"/>
                </a:cxn>
              </a:cxnLst>
              <a:pathLst>
                <a:path w="8" h="38">
                  <a:moveTo>
                    <a:pt x="0" y="35"/>
                  </a:moveTo>
                  <a:lnTo>
                    <a:pt x="1" y="35"/>
                  </a:lnTo>
                  <a:lnTo>
                    <a:pt x="3" y="36"/>
                  </a:lnTo>
                  <a:lnTo>
                    <a:pt x="4" y="38"/>
                  </a:lnTo>
                  <a:lnTo>
                    <a:pt x="6" y="36"/>
                  </a:lnTo>
                  <a:lnTo>
                    <a:pt x="7" y="35"/>
                  </a:lnTo>
                  <a:lnTo>
                    <a:pt x="8" y="34"/>
                  </a:lnTo>
                  <a:lnTo>
                    <a:pt x="8" y="4"/>
                  </a:lnTo>
                  <a:lnTo>
                    <a:pt x="7" y="3"/>
                  </a:lnTo>
                  <a:lnTo>
                    <a:pt x="6" y="2"/>
                  </a:lnTo>
                  <a:lnTo>
                    <a:pt x="4" y="0"/>
                  </a:lnTo>
                  <a:lnTo>
                    <a:pt x="3" y="2"/>
                  </a:lnTo>
                  <a:lnTo>
                    <a:pt x="1" y="3"/>
                  </a:lnTo>
                  <a:lnTo>
                    <a:pt x="0" y="4"/>
                  </a:lnTo>
                  <a:lnTo>
                    <a:pt x="0" y="6"/>
                  </a:lnTo>
                  <a:lnTo>
                    <a:pt x="0" y="35"/>
                  </a:lnTo>
                  <a:close/>
                </a:path>
              </a:pathLst>
            </a:custGeom>
            <a:solidFill>
              <a:srgbClr val="000000">
                <a:alpha val="100000"/>
              </a:srgbClr>
            </a:solidFill>
            <a:ln w="9525">
              <a:noFill/>
            </a:ln>
          </p:spPr>
          <p:txBody>
            <a:bodyPr/>
            <a:p>
              <a:endParaRPr lang="zh-CN" altLang="en-US"/>
            </a:p>
          </p:txBody>
        </p:sp>
      </p:grpSp>
      <p:sp>
        <p:nvSpPr>
          <p:cNvPr id="83008" name="Line 207"/>
          <p:cNvSpPr/>
          <p:nvPr/>
        </p:nvSpPr>
        <p:spPr>
          <a:xfrm>
            <a:off x="5908675" y="3240088"/>
            <a:ext cx="1588" cy="158750"/>
          </a:xfrm>
          <a:prstGeom prst="line">
            <a:avLst/>
          </a:prstGeom>
          <a:ln w="14288" cap="flat" cmpd="sng">
            <a:solidFill>
              <a:srgbClr val="FF3300"/>
            </a:solidFill>
            <a:prstDash val="solid"/>
            <a:headEnd type="none" w="med" len="med"/>
            <a:tailEnd type="none" w="med" len="med"/>
          </a:ln>
        </p:spPr>
      </p:sp>
      <p:sp>
        <p:nvSpPr>
          <p:cNvPr id="83009" name="Line 208"/>
          <p:cNvSpPr/>
          <p:nvPr/>
        </p:nvSpPr>
        <p:spPr>
          <a:xfrm>
            <a:off x="6515100" y="3240088"/>
            <a:ext cx="101600" cy="319087"/>
          </a:xfrm>
          <a:prstGeom prst="line">
            <a:avLst/>
          </a:prstGeom>
          <a:ln w="14288" cap="flat" cmpd="sng">
            <a:solidFill>
              <a:srgbClr val="000000"/>
            </a:solidFill>
            <a:prstDash val="solid"/>
            <a:headEnd type="none" w="med" len="med"/>
            <a:tailEnd type="none" w="med" len="med"/>
          </a:ln>
        </p:spPr>
      </p:sp>
      <p:sp>
        <p:nvSpPr>
          <p:cNvPr id="83010" name="Line 209"/>
          <p:cNvSpPr/>
          <p:nvPr/>
        </p:nvSpPr>
        <p:spPr>
          <a:xfrm>
            <a:off x="6616700" y="3559175"/>
            <a:ext cx="403225" cy="1588"/>
          </a:xfrm>
          <a:prstGeom prst="line">
            <a:avLst/>
          </a:prstGeom>
          <a:ln w="14288" cap="flat" cmpd="sng">
            <a:solidFill>
              <a:srgbClr val="000000"/>
            </a:solidFill>
            <a:prstDash val="solid"/>
            <a:headEnd type="none" w="med" len="med"/>
            <a:tailEnd type="none" w="med" len="med"/>
          </a:ln>
        </p:spPr>
      </p:sp>
      <p:sp>
        <p:nvSpPr>
          <p:cNvPr id="83011" name="Line 210"/>
          <p:cNvSpPr/>
          <p:nvPr/>
        </p:nvSpPr>
        <p:spPr>
          <a:xfrm flipV="1">
            <a:off x="7019925" y="3240088"/>
            <a:ext cx="100013" cy="319087"/>
          </a:xfrm>
          <a:prstGeom prst="line">
            <a:avLst/>
          </a:prstGeom>
          <a:ln w="14288" cap="flat" cmpd="sng">
            <a:solidFill>
              <a:srgbClr val="000000"/>
            </a:solidFill>
            <a:prstDash val="solid"/>
            <a:headEnd type="none" w="med" len="med"/>
            <a:tailEnd type="none" w="med" len="med"/>
          </a:ln>
        </p:spPr>
      </p:sp>
      <p:sp>
        <p:nvSpPr>
          <p:cNvPr id="83012" name="Line 211"/>
          <p:cNvSpPr/>
          <p:nvPr/>
        </p:nvSpPr>
        <p:spPr>
          <a:xfrm>
            <a:off x="7119938" y="3240088"/>
            <a:ext cx="1111250" cy="3175"/>
          </a:xfrm>
          <a:prstGeom prst="line">
            <a:avLst/>
          </a:prstGeom>
          <a:ln w="14288" cap="flat" cmpd="sng">
            <a:solidFill>
              <a:srgbClr val="FF3300"/>
            </a:solidFill>
            <a:prstDash val="solid"/>
            <a:headEnd type="none" w="med" len="med"/>
            <a:tailEnd type="none" w="med" len="med"/>
          </a:ln>
        </p:spPr>
      </p:sp>
      <p:sp>
        <p:nvSpPr>
          <p:cNvPr id="83013" name="Rectangle 212"/>
          <p:cNvSpPr/>
          <p:nvPr/>
        </p:nvSpPr>
        <p:spPr>
          <a:xfrm>
            <a:off x="5503863" y="3573463"/>
            <a:ext cx="1520825" cy="320675"/>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3014" name="Rectangle 213"/>
          <p:cNvSpPr/>
          <p:nvPr/>
        </p:nvSpPr>
        <p:spPr>
          <a:xfrm>
            <a:off x="5513388" y="3681413"/>
            <a:ext cx="10668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重新开始计数</a:t>
            </a:r>
            <a:endParaRPr lang="zh-CN" altLang="en-US" sz="1800" b="0" dirty="0">
              <a:solidFill>
                <a:schemeClr val="tx1"/>
              </a:solidFill>
              <a:latin typeface="Arial" panose="020B0604020202020204" pitchFamily="34" charset="0"/>
            </a:endParaRPr>
          </a:p>
        </p:txBody>
      </p:sp>
      <p:grpSp>
        <p:nvGrpSpPr>
          <p:cNvPr id="83015" name="Group 214"/>
          <p:cNvGrpSpPr/>
          <p:nvPr/>
        </p:nvGrpSpPr>
        <p:grpSpPr>
          <a:xfrm>
            <a:off x="5303838" y="3573463"/>
            <a:ext cx="200025" cy="158750"/>
            <a:chOff x="3159" y="2990"/>
            <a:chExt cx="126" cy="100"/>
          </a:xfrm>
        </p:grpSpPr>
        <p:sp>
          <p:nvSpPr>
            <p:cNvPr id="83021" name="Line 215"/>
            <p:cNvSpPr/>
            <p:nvPr/>
          </p:nvSpPr>
          <p:spPr>
            <a:xfrm>
              <a:off x="3230" y="3045"/>
              <a:ext cx="55" cy="45"/>
            </a:xfrm>
            <a:prstGeom prst="line">
              <a:avLst/>
            </a:prstGeom>
            <a:ln w="14288" cap="flat" cmpd="sng">
              <a:solidFill>
                <a:srgbClr val="000000"/>
              </a:solidFill>
              <a:prstDash val="solid"/>
              <a:headEnd type="none" w="med" len="med"/>
              <a:tailEnd type="none" w="med" len="med"/>
            </a:ln>
          </p:spPr>
        </p:sp>
        <p:sp>
          <p:nvSpPr>
            <p:cNvPr id="83022" name="Freeform 216"/>
            <p:cNvSpPr/>
            <p:nvPr/>
          </p:nvSpPr>
          <p:spPr>
            <a:xfrm>
              <a:off x="3159" y="2990"/>
              <a:ext cx="95" cy="83"/>
            </a:xfrm>
            <a:custGeom>
              <a:avLst/>
              <a:gdLst/>
              <a:ahLst/>
              <a:cxnLst>
                <a:cxn ang="0">
                  <a:pos x="95" y="33"/>
                </a:cxn>
                <a:cxn ang="0">
                  <a:pos x="0" y="0"/>
                </a:cxn>
                <a:cxn ang="0">
                  <a:pos x="55" y="83"/>
                </a:cxn>
                <a:cxn ang="0">
                  <a:pos x="95" y="33"/>
                </a:cxn>
              </a:cxnLst>
              <a:pathLst>
                <a:path w="95" h="83">
                  <a:moveTo>
                    <a:pt x="95" y="33"/>
                  </a:moveTo>
                  <a:lnTo>
                    <a:pt x="0" y="0"/>
                  </a:lnTo>
                  <a:lnTo>
                    <a:pt x="55" y="83"/>
                  </a:lnTo>
                  <a:lnTo>
                    <a:pt x="95" y="33"/>
                  </a:lnTo>
                  <a:close/>
                </a:path>
              </a:pathLst>
            </a:custGeom>
            <a:solidFill>
              <a:srgbClr val="000000">
                <a:alpha val="100000"/>
              </a:srgbClr>
            </a:solidFill>
            <a:ln w="9525">
              <a:noFill/>
            </a:ln>
          </p:spPr>
          <p:txBody>
            <a:bodyPr/>
            <a:p>
              <a:endParaRPr lang="zh-CN" altLang="en-US"/>
            </a:p>
          </p:txBody>
        </p:sp>
      </p:grpSp>
      <p:sp>
        <p:nvSpPr>
          <p:cNvPr id="83016" name="Line 217"/>
          <p:cNvSpPr/>
          <p:nvPr/>
        </p:nvSpPr>
        <p:spPr>
          <a:xfrm>
            <a:off x="668338" y="1403350"/>
            <a:ext cx="254000" cy="1588"/>
          </a:xfrm>
          <a:prstGeom prst="line">
            <a:avLst/>
          </a:prstGeom>
          <a:ln w="14288" cap="flat" cmpd="sng">
            <a:solidFill>
              <a:srgbClr val="000000"/>
            </a:solidFill>
            <a:prstDash val="solid"/>
            <a:headEnd type="none" w="med" len="med"/>
            <a:tailEnd type="none" w="med" len="med"/>
          </a:ln>
        </p:spPr>
      </p:sp>
      <p:sp>
        <p:nvSpPr>
          <p:cNvPr id="83017" name="Line 219"/>
          <p:cNvSpPr/>
          <p:nvPr/>
        </p:nvSpPr>
        <p:spPr>
          <a:xfrm flipV="1">
            <a:off x="3419475" y="2924175"/>
            <a:ext cx="720725" cy="2016125"/>
          </a:xfrm>
          <a:prstGeom prst="line">
            <a:avLst/>
          </a:prstGeom>
          <a:ln w="9525" cap="flat" cmpd="sng">
            <a:solidFill>
              <a:srgbClr val="FF3300"/>
            </a:solidFill>
            <a:prstDash val="solid"/>
            <a:headEnd type="none" w="med" len="med"/>
            <a:tailEnd type="triangle" w="med" len="med"/>
          </a:ln>
        </p:spPr>
      </p:sp>
      <p:sp>
        <p:nvSpPr>
          <p:cNvPr id="83018" name="Line 220"/>
          <p:cNvSpPr/>
          <p:nvPr/>
        </p:nvSpPr>
        <p:spPr>
          <a:xfrm flipV="1">
            <a:off x="4068763" y="981075"/>
            <a:ext cx="1223962" cy="4608513"/>
          </a:xfrm>
          <a:prstGeom prst="line">
            <a:avLst/>
          </a:prstGeom>
          <a:ln w="9525" cap="flat" cmpd="sng">
            <a:solidFill>
              <a:srgbClr val="FF3300"/>
            </a:solidFill>
            <a:prstDash val="solid"/>
            <a:headEnd type="none" w="med" len="med"/>
            <a:tailEnd type="triangle" w="med" len="med"/>
          </a:ln>
        </p:spPr>
      </p:sp>
      <p:sp>
        <p:nvSpPr>
          <p:cNvPr id="83019" name="Rectangle 221"/>
          <p:cNvSpPr/>
          <p:nvPr/>
        </p:nvSpPr>
        <p:spPr>
          <a:xfrm>
            <a:off x="539750" y="2563813"/>
            <a:ext cx="8208963" cy="1512887"/>
          </a:xfrm>
          <a:prstGeom prst="rect">
            <a:avLst/>
          </a:prstGeom>
          <a:noFill/>
          <a:ln w="9525" cap="flat" cmpd="sng">
            <a:solidFill>
              <a:srgbClr val="0000FF"/>
            </a:solidFill>
            <a:prstDash val="dash"/>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3020" name="Line 40"/>
          <p:cNvSpPr/>
          <p:nvPr/>
        </p:nvSpPr>
        <p:spPr>
          <a:xfrm>
            <a:off x="1660525" y="1169988"/>
            <a:ext cx="200025" cy="1587"/>
          </a:xfrm>
          <a:prstGeom prst="line">
            <a:avLst/>
          </a:prstGeom>
          <a:ln w="14288" cap="flat" cmpd="sng">
            <a:solidFill>
              <a:srgbClr val="000000"/>
            </a:solidFill>
            <a:prstDash val="solid"/>
            <a:headEnd type="none" w="med" len="med"/>
            <a:tailEnd type="none" w="med" len="med"/>
          </a:ln>
        </p:spPr>
      </p:sp>
      <p:sp>
        <p:nvSpPr>
          <p:cNvPr id="2" name="Rectangle 15"/>
          <p:cNvSpPr/>
          <p:nvPr/>
        </p:nvSpPr>
        <p:spPr>
          <a:xfrm flipH="1">
            <a:off x="5193030" y="1988820"/>
            <a:ext cx="336550" cy="506095"/>
          </a:xfrm>
          <a:prstGeom prst="rect">
            <a:avLst/>
          </a:prstGeom>
          <a:noFill/>
          <a:ln w="9525">
            <a:noFill/>
          </a:ln>
        </p:spPr>
        <p:txBody>
          <a:bodyPr wrap="square" lIns="0" tIns="0" rIns="0" bIns="0">
            <a:no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3" name="Rectangle 15"/>
          <p:cNvSpPr/>
          <p:nvPr/>
        </p:nvSpPr>
        <p:spPr>
          <a:xfrm flipH="1">
            <a:off x="7110730" y="2129155"/>
            <a:ext cx="336550" cy="506095"/>
          </a:xfrm>
          <a:prstGeom prst="rect">
            <a:avLst/>
          </a:prstGeom>
          <a:noFill/>
          <a:ln w="9525">
            <a:noFill/>
          </a:ln>
        </p:spPr>
        <p:txBody>
          <a:bodyPr wrap="square" lIns="0" tIns="0" rIns="0" bIns="0">
            <a:no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Tree>
  </p:cSld>
  <p:clrMapOvr>
    <a:masterClrMapping/>
  </p:clrMapOvr>
  <p:transition spd="slow">
    <p:zoom/>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05154" name="Rectangle 2"/>
          <p:cNvSpPr>
            <a:spLocks noGrp="1" noChangeArrowheads="1"/>
          </p:cNvSpPr>
          <p:nvPr>
            <p:ph idx="1"/>
          </p:nvPr>
        </p:nvSpPr>
        <p:spPr>
          <a:xfrm>
            <a:off x="258763" y="4067175"/>
            <a:ext cx="8712200" cy="2162175"/>
          </a:xfrm>
          <a:solidFill>
            <a:srgbClr val="CCFFCC">
              <a:alpha val="72000"/>
            </a:srgbClr>
          </a:solidFill>
          <a:ln>
            <a:solidFill>
              <a:srgbClr val="0000FF"/>
            </a:solidFill>
            <a:miter/>
          </a:ln>
        </p:spPr>
        <p:txBody>
          <a:bodyPr vert="horz" wrap="square" lIns="91440" tIns="45720" rIns="91440" bIns="45720" numCol="1" anchor="t" anchorCtr="0" compatLnSpc="1"/>
          <a:lstStyle/>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方式</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2</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的特点③：</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 </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在计数过程中可以改变计数初值，这对正在进行的计数过程没有影响。但当计数到</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1</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时输出变低，过一个</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CLK</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周期输出又变高，计数器将按新的计数值计数。所以</a:t>
            </a:r>
            <a:r>
              <a:rPr kumimoji="1" lang="zh-CN" altLang="en-US" sz="2400" b="1" i="0" u="none" strike="noStrike" kern="1200" cap="none" spc="0" normalizeH="0" baseline="0" noProof="0" dirty="0">
                <a:ln>
                  <a:noFill/>
                </a:ln>
                <a:solidFill>
                  <a:srgbClr val="FF0000"/>
                </a:solidFill>
                <a:effectLst/>
                <a:uLnTx/>
                <a:uFillTx/>
                <a:latin typeface="+mn-ea"/>
                <a:ea typeface="+mn-ea"/>
                <a:cs typeface="+mn-cs"/>
              </a:rPr>
              <a:t>对方式</a:t>
            </a:r>
            <a:r>
              <a:rPr kumimoji="1" lang="en-US" altLang="zh-CN" sz="2400" b="1" i="0" u="none" strike="noStrike" kern="1200" cap="none" spc="0" normalizeH="0" baseline="0" noProof="0" dirty="0">
                <a:ln>
                  <a:noFill/>
                </a:ln>
                <a:solidFill>
                  <a:srgbClr val="FF0000"/>
                </a:solidFill>
                <a:effectLst/>
                <a:uLnTx/>
                <a:uFillTx/>
                <a:latin typeface="+mn-ea"/>
                <a:ea typeface="+mn-ea"/>
                <a:cs typeface="+mn-cs"/>
              </a:rPr>
              <a:t>2</a:t>
            </a:r>
            <a:r>
              <a:rPr kumimoji="1" lang="zh-CN" altLang="en-US" sz="2400" b="1" i="0" u="none" strike="noStrike" kern="1200" cap="none" spc="0" normalizeH="0" baseline="0" noProof="0" dirty="0">
                <a:ln>
                  <a:noFill/>
                </a:ln>
                <a:solidFill>
                  <a:srgbClr val="FF0000"/>
                </a:solidFill>
                <a:effectLst/>
                <a:uLnTx/>
                <a:uFillTx/>
                <a:latin typeface="+mn-ea"/>
                <a:ea typeface="+mn-ea"/>
                <a:cs typeface="+mn-cs"/>
              </a:rPr>
              <a:t>改变计数初值时，在下一次计数有效</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83971" name="Line 4"/>
          <p:cNvSpPr/>
          <p:nvPr/>
        </p:nvSpPr>
        <p:spPr>
          <a:xfrm>
            <a:off x="3636963" y="1319213"/>
            <a:ext cx="71437" cy="957262"/>
          </a:xfrm>
          <a:prstGeom prst="line">
            <a:avLst/>
          </a:prstGeom>
          <a:ln w="9525" cap="flat" cmpd="sng">
            <a:solidFill>
              <a:srgbClr val="FF00FF"/>
            </a:solidFill>
            <a:prstDash val="solid"/>
            <a:headEnd type="none" w="med" len="med"/>
            <a:tailEnd type="triangle" w="med" len="med"/>
          </a:ln>
        </p:spPr>
      </p:sp>
      <p:sp>
        <p:nvSpPr>
          <p:cNvPr id="83972" name="Rectangle 5"/>
          <p:cNvSpPr/>
          <p:nvPr/>
        </p:nvSpPr>
        <p:spPr>
          <a:xfrm>
            <a:off x="1619250" y="2563813"/>
            <a:ext cx="1225550" cy="431800"/>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zh-CN" altLang="en-US" sz="1800" b="0" dirty="0">
                <a:solidFill>
                  <a:schemeClr val="tx1"/>
                </a:solidFill>
                <a:latin typeface="Arial" panose="020B0604020202020204" pitchFamily="34" charset="0"/>
              </a:rPr>
              <a:t>计数初值</a:t>
            </a:r>
            <a:r>
              <a:rPr lang="en-US" altLang="zh-CN" sz="1800" b="0" dirty="0">
                <a:solidFill>
                  <a:schemeClr val="tx1"/>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3973" name="Rectangle 6"/>
          <p:cNvSpPr/>
          <p:nvPr/>
        </p:nvSpPr>
        <p:spPr>
          <a:xfrm>
            <a:off x="3681413" y="23685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3974" name="Rectangle 7"/>
          <p:cNvSpPr/>
          <p:nvPr/>
        </p:nvSpPr>
        <p:spPr>
          <a:xfrm>
            <a:off x="4356100" y="23685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83975" name="Rectangle 8"/>
          <p:cNvSpPr/>
          <p:nvPr/>
        </p:nvSpPr>
        <p:spPr>
          <a:xfrm>
            <a:off x="4932363" y="23685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3976" name="Rectangle 11"/>
          <p:cNvSpPr/>
          <p:nvPr/>
        </p:nvSpPr>
        <p:spPr>
          <a:xfrm>
            <a:off x="1166813" y="2028825"/>
            <a:ext cx="1009650" cy="477838"/>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3977" name="Rectangle 12"/>
          <p:cNvSpPr/>
          <p:nvPr/>
        </p:nvSpPr>
        <p:spPr>
          <a:xfrm>
            <a:off x="1260475" y="2039938"/>
            <a:ext cx="5334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高电平</a:t>
            </a:r>
            <a:endParaRPr lang="zh-CN" altLang="en-US" sz="1800" b="0" dirty="0">
              <a:solidFill>
                <a:schemeClr val="tx1"/>
              </a:solidFill>
              <a:latin typeface="Arial" panose="020B0604020202020204" pitchFamily="34" charset="0"/>
            </a:endParaRPr>
          </a:p>
        </p:txBody>
      </p:sp>
      <p:grpSp>
        <p:nvGrpSpPr>
          <p:cNvPr id="83978" name="Group 14"/>
          <p:cNvGrpSpPr/>
          <p:nvPr/>
        </p:nvGrpSpPr>
        <p:grpSpPr>
          <a:xfrm>
            <a:off x="1468438" y="1550988"/>
            <a:ext cx="808037" cy="319087"/>
            <a:chOff x="1061" y="1580"/>
            <a:chExt cx="509" cy="201"/>
          </a:xfrm>
        </p:grpSpPr>
        <p:sp>
          <p:nvSpPr>
            <p:cNvPr id="84099" name="Line 15"/>
            <p:cNvSpPr/>
            <p:nvPr/>
          </p:nvSpPr>
          <p:spPr>
            <a:xfrm>
              <a:off x="1125" y="1780"/>
              <a:ext cx="254" cy="1"/>
            </a:xfrm>
            <a:prstGeom prst="line">
              <a:avLst/>
            </a:prstGeom>
            <a:ln w="14288" cap="flat" cmpd="sng">
              <a:solidFill>
                <a:srgbClr val="000000"/>
              </a:solidFill>
              <a:prstDash val="solid"/>
              <a:headEnd type="none" w="med" len="med"/>
              <a:tailEnd type="none" w="med" len="med"/>
            </a:ln>
          </p:spPr>
        </p:sp>
        <p:sp>
          <p:nvSpPr>
            <p:cNvPr id="84100" name="Line 16"/>
            <p:cNvSpPr/>
            <p:nvPr/>
          </p:nvSpPr>
          <p:spPr>
            <a:xfrm flipH="1" flipV="1">
              <a:off x="1061" y="1580"/>
              <a:ext cx="64" cy="200"/>
            </a:xfrm>
            <a:prstGeom prst="line">
              <a:avLst/>
            </a:prstGeom>
            <a:ln w="14288" cap="flat" cmpd="sng">
              <a:solidFill>
                <a:srgbClr val="000000"/>
              </a:solidFill>
              <a:prstDash val="solid"/>
              <a:headEnd type="none" w="med" len="med"/>
              <a:tailEnd type="none" w="med" len="med"/>
            </a:ln>
          </p:spPr>
        </p:sp>
        <p:sp>
          <p:nvSpPr>
            <p:cNvPr id="84101" name="Line 17"/>
            <p:cNvSpPr/>
            <p:nvPr/>
          </p:nvSpPr>
          <p:spPr>
            <a:xfrm flipV="1">
              <a:off x="1379" y="1580"/>
              <a:ext cx="64" cy="200"/>
            </a:xfrm>
            <a:prstGeom prst="line">
              <a:avLst/>
            </a:prstGeom>
            <a:ln w="14288" cap="flat" cmpd="sng">
              <a:solidFill>
                <a:srgbClr val="000000"/>
              </a:solidFill>
              <a:prstDash val="solid"/>
              <a:headEnd type="none" w="med" len="med"/>
              <a:tailEnd type="none" w="med" len="med"/>
            </a:ln>
          </p:spPr>
        </p:sp>
        <p:sp>
          <p:nvSpPr>
            <p:cNvPr id="84102" name="Line 18"/>
            <p:cNvSpPr/>
            <p:nvPr/>
          </p:nvSpPr>
          <p:spPr>
            <a:xfrm flipV="1">
              <a:off x="1443" y="1580"/>
              <a:ext cx="127" cy="1"/>
            </a:xfrm>
            <a:prstGeom prst="line">
              <a:avLst/>
            </a:prstGeom>
            <a:ln w="14288" cap="flat" cmpd="sng">
              <a:solidFill>
                <a:srgbClr val="000000"/>
              </a:solidFill>
              <a:prstDash val="solid"/>
              <a:headEnd type="none" w="med" len="med"/>
              <a:tailEnd type="none" w="med" len="med"/>
            </a:ln>
          </p:spPr>
        </p:sp>
      </p:grpSp>
      <p:grpSp>
        <p:nvGrpSpPr>
          <p:cNvPr id="83979" name="Group 19"/>
          <p:cNvGrpSpPr/>
          <p:nvPr/>
        </p:nvGrpSpPr>
        <p:grpSpPr>
          <a:xfrm>
            <a:off x="2276475" y="1550988"/>
            <a:ext cx="806450" cy="319087"/>
            <a:chOff x="1570" y="1580"/>
            <a:chExt cx="508" cy="201"/>
          </a:xfrm>
        </p:grpSpPr>
        <p:sp>
          <p:nvSpPr>
            <p:cNvPr id="84095" name="Line 20"/>
            <p:cNvSpPr/>
            <p:nvPr/>
          </p:nvSpPr>
          <p:spPr>
            <a:xfrm>
              <a:off x="1634" y="1780"/>
              <a:ext cx="254" cy="1"/>
            </a:xfrm>
            <a:prstGeom prst="line">
              <a:avLst/>
            </a:prstGeom>
            <a:ln w="14288" cap="flat" cmpd="sng">
              <a:solidFill>
                <a:srgbClr val="000000"/>
              </a:solidFill>
              <a:prstDash val="solid"/>
              <a:headEnd type="none" w="med" len="med"/>
              <a:tailEnd type="none" w="med" len="med"/>
            </a:ln>
          </p:spPr>
        </p:sp>
        <p:sp>
          <p:nvSpPr>
            <p:cNvPr id="84096" name="Line 21"/>
            <p:cNvSpPr/>
            <p:nvPr/>
          </p:nvSpPr>
          <p:spPr>
            <a:xfrm flipH="1" flipV="1">
              <a:off x="1570" y="1580"/>
              <a:ext cx="64" cy="200"/>
            </a:xfrm>
            <a:prstGeom prst="line">
              <a:avLst/>
            </a:prstGeom>
            <a:ln w="14288" cap="flat" cmpd="sng">
              <a:solidFill>
                <a:srgbClr val="000000"/>
              </a:solidFill>
              <a:prstDash val="solid"/>
              <a:headEnd type="none" w="med" len="med"/>
              <a:tailEnd type="none" w="med" len="med"/>
            </a:ln>
          </p:spPr>
        </p:sp>
        <p:sp>
          <p:nvSpPr>
            <p:cNvPr id="84097" name="Line 22"/>
            <p:cNvSpPr/>
            <p:nvPr/>
          </p:nvSpPr>
          <p:spPr>
            <a:xfrm flipV="1">
              <a:off x="1888" y="1580"/>
              <a:ext cx="64" cy="200"/>
            </a:xfrm>
            <a:prstGeom prst="line">
              <a:avLst/>
            </a:prstGeom>
            <a:ln w="14288" cap="flat" cmpd="sng">
              <a:solidFill>
                <a:srgbClr val="000000"/>
              </a:solidFill>
              <a:prstDash val="solid"/>
              <a:headEnd type="none" w="med" len="med"/>
              <a:tailEnd type="none" w="med" len="med"/>
            </a:ln>
          </p:spPr>
        </p:sp>
        <p:sp>
          <p:nvSpPr>
            <p:cNvPr id="84098" name="Line 23"/>
            <p:cNvSpPr/>
            <p:nvPr/>
          </p:nvSpPr>
          <p:spPr>
            <a:xfrm flipV="1">
              <a:off x="1952" y="1580"/>
              <a:ext cx="126" cy="1"/>
            </a:xfrm>
            <a:prstGeom prst="line">
              <a:avLst/>
            </a:prstGeom>
            <a:ln w="14288" cap="flat" cmpd="sng">
              <a:solidFill>
                <a:srgbClr val="000000"/>
              </a:solidFill>
              <a:prstDash val="solid"/>
              <a:headEnd type="none" w="med" len="med"/>
              <a:tailEnd type="none" w="med" len="med"/>
            </a:ln>
          </p:spPr>
        </p:sp>
      </p:grpSp>
      <p:sp>
        <p:nvSpPr>
          <p:cNvPr id="83980" name="Line 24"/>
          <p:cNvSpPr/>
          <p:nvPr/>
        </p:nvSpPr>
        <p:spPr>
          <a:xfrm flipH="1">
            <a:off x="1065213" y="1550988"/>
            <a:ext cx="403225" cy="1587"/>
          </a:xfrm>
          <a:prstGeom prst="line">
            <a:avLst/>
          </a:prstGeom>
          <a:ln w="14288" cap="flat" cmpd="sng">
            <a:solidFill>
              <a:srgbClr val="000000"/>
            </a:solidFill>
            <a:prstDash val="solid"/>
            <a:headEnd type="none" w="med" len="med"/>
            <a:tailEnd type="none" w="med" len="med"/>
          </a:ln>
        </p:spPr>
      </p:sp>
      <p:sp>
        <p:nvSpPr>
          <p:cNvPr id="83981" name="Line 25"/>
          <p:cNvSpPr/>
          <p:nvPr/>
        </p:nvSpPr>
        <p:spPr>
          <a:xfrm flipV="1">
            <a:off x="3059113" y="1555750"/>
            <a:ext cx="1154112" cy="1588"/>
          </a:xfrm>
          <a:prstGeom prst="line">
            <a:avLst/>
          </a:prstGeom>
          <a:ln w="14288" cap="flat" cmpd="sng">
            <a:solidFill>
              <a:srgbClr val="000000"/>
            </a:solidFill>
            <a:prstDash val="solid"/>
            <a:headEnd type="none" w="med" len="med"/>
            <a:tailEnd type="none" w="med" len="med"/>
          </a:ln>
        </p:spPr>
      </p:sp>
      <p:sp>
        <p:nvSpPr>
          <p:cNvPr id="83982" name="Rectangle 26"/>
          <p:cNvSpPr/>
          <p:nvPr/>
        </p:nvSpPr>
        <p:spPr>
          <a:xfrm>
            <a:off x="1570038" y="1393825"/>
            <a:ext cx="406400" cy="31750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3983" name="Rectangle 27"/>
          <p:cNvSpPr/>
          <p:nvPr/>
        </p:nvSpPr>
        <p:spPr>
          <a:xfrm>
            <a:off x="1579563" y="1504950"/>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CW</a:t>
            </a:r>
            <a:endParaRPr lang="en-US" altLang="zh-CN" sz="1800" b="0" dirty="0">
              <a:solidFill>
                <a:schemeClr val="tx1"/>
              </a:solidFill>
              <a:latin typeface="Arial" panose="020B0604020202020204" pitchFamily="34" charset="0"/>
            </a:endParaRPr>
          </a:p>
        </p:txBody>
      </p:sp>
      <p:sp>
        <p:nvSpPr>
          <p:cNvPr id="83984" name="Rectangle 28"/>
          <p:cNvSpPr/>
          <p:nvPr/>
        </p:nvSpPr>
        <p:spPr>
          <a:xfrm>
            <a:off x="2378075" y="1393825"/>
            <a:ext cx="404813" cy="31750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3985" name="Rectangle 29"/>
          <p:cNvSpPr/>
          <p:nvPr/>
        </p:nvSpPr>
        <p:spPr>
          <a:xfrm>
            <a:off x="2386013" y="1504950"/>
            <a:ext cx="3302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N=3</a:t>
            </a:r>
            <a:endParaRPr lang="en-US" altLang="zh-CN" sz="1800" b="0" dirty="0">
              <a:solidFill>
                <a:schemeClr val="tx1"/>
              </a:solidFill>
              <a:latin typeface="Arial" panose="020B0604020202020204" pitchFamily="34" charset="0"/>
            </a:endParaRPr>
          </a:p>
        </p:txBody>
      </p:sp>
      <p:grpSp>
        <p:nvGrpSpPr>
          <p:cNvPr id="83986" name="Group 30"/>
          <p:cNvGrpSpPr/>
          <p:nvPr/>
        </p:nvGrpSpPr>
        <p:grpSpPr>
          <a:xfrm>
            <a:off x="1065213" y="1074738"/>
            <a:ext cx="6962775" cy="317500"/>
            <a:chOff x="807" y="1280"/>
            <a:chExt cx="4386" cy="200"/>
          </a:xfrm>
        </p:grpSpPr>
        <p:grpSp>
          <p:nvGrpSpPr>
            <p:cNvPr id="84039" name="Group 31"/>
            <p:cNvGrpSpPr/>
            <p:nvPr/>
          </p:nvGrpSpPr>
          <p:grpSpPr>
            <a:xfrm>
              <a:off x="997" y="1280"/>
              <a:ext cx="382" cy="200"/>
              <a:chOff x="997" y="1280"/>
              <a:chExt cx="382" cy="200"/>
            </a:xfrm>
          </p:grpSpPr>
          <p:sp>
            <p:nvSpPr>
              <p:cNvPr id="84091" name="Line 32"/>
              <p:cNvSpPr/>
              <p:nvPr/>
            </p:nvSpPr>
            <p:spPr>
              <a:xfrm>
                <a:off x="1061" y="1280"/>
                <a:ext cx="128" cy="1"/>
              </a:xfrm>
              <a:prstGeom prst="line">
                <a:avLst/>
              </a:prstGeom>
              <a:ln w="14288" cap="flat" cmpd="sng">
                <a:solidFill>
                  <a:srgbClr val="000000"/>
                </a:solidFill>
                <a:prstDash val="solid"/>
                <a:headEnd type="none" w="med" len="med"/>
                <a:tailEnd type="none" w="med" len="med"/>
              </a:ln>
            </p:spPr>
          </p:sp>
          <p:sp>
            <p:nvSpPr>
              <p:cNvPr id="84092" name="Line 33"/>
              <p:cNvSpPr/>
              <p:nvPr/>
            </p:nvSpPr>
            <p:spPr>
              <a:xfrm flipH="1">
                <a:off x="997" y="1280"/>
                <a:ext cx="64" cy="199"/>
              </a:xfrm>
              <a:prstGeom prst="line">
                <a:avLst/>
              </a:prstGeom>
              <a:ln w="14288" cap="flat" cmpd="sng">
                <a:solidFill>
                  <a:srgbClr val="000000"/>
                </a:solidFill>
                <a:prstDash val="solid"/>
                <a:headEnd type="none" w="med" len="med"/>
                <a:tailEnd type="none" w="med" len="med"/>
              </a:ln>
            </p:spPr>
          </p:sp>
          <p:sp>
            <p:nvSpPr>
              <p:cNvPr id="84093" name="Line 34"/>
              <p:cNvSpPr/>
              <p:nvPr/>
            </p:nvSpPr>
            <p:spPr>
              <a:xfrm>
                <a:off x="1189" y="1280"/>
                <a:ext cx="62" cy="199"/>
              </a:xfrm>
              <a:prstGeom prst="line">
                <a:avLst/>
              </a:prstGeom>
              <a:ln w="14288" cap="flat" cmpd="sng">
                <a:solidFill>
                  <a:srgbClr val="000000"/>
                </a:solidFill>
                <a:prstDash val="solid"/>
                <a:headEnd type="none" w="med" len="med"/>
                <a:tailEnd type="none" w="med" len="med"/>
              </a:ln>
            </p:spPr>
          </p:sp>
          <p:sp>
            <p:nvSpPr>
              <p:cNvPr id="84094" name="Line 35"/>
              <p:cNvSpPr/>
              <p:nvPr/>
            </p:nvSpPr>
            <p:spPr>
              <a:xfrm>
                <a:off x="1251" y="1479"/>
                <a:ext cx="128" cy="1"/>
              </a:xfrm>
              <a:prstGeom prst="line">
                <a:avLst/>
              </a:prstGeom>
              <a:ln w="14288" cap="flat" cmpd="sng">
                <a:solidFill>
                  <a:srgbClr val="000000"/>
                </a:solidFill>
                <a:prstDash val="solid"/>
                <a:headEnd type="none" w="med" len="med"/>
                <a:tailEnd type="none" w="med" len="med"/>
              </a:ln>
            </p:spPr>
          </p:sp>
        </p:grpSp>
        <p:grpSp>
          <p:nvGrpSpPr>
            <p:cNvPr id="84040" name="Group 36"/>
            <p:cNvGrpSpPr/>
            <p:nvPr/>
          </p:nvGrpSpPr>
          <p:grpSpPr>
            <a:xfrm>
              <a:off x="1379" y="1280"/>
              <a:ext cx="381" cy="200"/>
              <a:chOff x="1379" y="1280"/>
              <a:chExt cx="381" cy="200"/>
            </a:xfrm>
          </p:grpSpPr>
          <p:sp>
            <p:nvSpPr>
              <p:cNvPr id="84087" name="Line 37"/>
              <p:cNvSpPr/>
              <p:nvPr/>
            </p:nvSpPr>
            <p:spPr>
              <a:xfrm>
                <a:off x="1443" y="1280"/>
                <a:ext cx="127" cy="1"/>
              </a:xfrm>
              <a:prstGeom prst="line">
                <a:avLst/>
              </a:prstGeom>
              <a:ln w="14288" cap="flat" cmpd="sng">
                <a:solidFill>
                  <a:srgbClr val="000000"/>
                </a:solidFill>
                <a:prstDash val="solid"/>
                <a:headEnd type="none" w="med" len="med"/>
                <a:tailEnd type="none" w="med" len="med"/>
              </a:ln>
            </p:spPr>
          </p:sp>
          <p:sp>
            <p:nvSpPr>
              <p:cNvPr id="84088" name="Line 38"/>
              <p:cNvSpPr/>
              <p:nvPr/>
            </p:nvSpPr>
            <p:spPr>
              <a:xfrm flipH="1">
                <a:off x="1379" y="1280"/>
                <a:ext cx="64" cy="199"/>
              </a:xfrm>
              <a:prstGeom prst="line">
                <a:avLst/>
              </a:prstGeom>
              <a:ln w="14288" cap="flat" cmpd="sng">
                <a:solidFill>
                  <a:srgbClr val="000000"/>
                </a:solidFill>
                <a:prstDash val="solid"/>
                <a:headEnd type="none" w="med" len="med"/>
                <a:tailEnd type="none" w="med" len="med"/>
              </a:ln>
            </p:spPr>
          </p:sp>
          <p:sp>
            <p:nvSpPr>
              <p:cNvPr id="84089" name="Line 39"/>
              <p:cNvSpPr/>
              <p:nvPr/>
            </p:nvSpPr>
            <p:spPr>
              <a:xfrm>
                <a:off x="1570" y="1280"/>
                <a:ext cx="64" cy="199"/>
              </a:xfrm>
              <a:prstGeom prst="line">
                <a:avLst/>
              </a:prstGeom>
              <a:ln w="14288" cap="flat" cmpd="sng">
                <a:solidFill>
                  <a:srgbClr val="000000"/>
                </a:solidFill>
                <a:prstDash val="solid"/>
                <a:headEnd type="none" w="med" len="med"/>
                <a:tailEnd type="none" w="med" len="med"/>
              </a:ln>
            </p:spPr>
          </p:sp>
          <p:sp>
            <p:nvSpPr>
              <p:cNvPr id="84090" name="Line 40"/>
              <p:cNvSpPr/>
              <p:nvPr/>
            </p:nvSpPr>
            <p:spPr>
              <a:xfrm>
                <a:off x="1634" y="1479"/>
                <a:ext cx="126" cy="1"/>
              </a:xfrm>
              <a:prstGeom prst="line">
                <a:avLst/>
              </a:prstGeom>
              <a:ln w="14288" cap="flat" cmpd="sng">
                <a:solidFill>
                  <a:srgbClr val="000000"/>
                </a:solidFill>
                <a:prstDash val="solid"/>
                <a:headEnd type="none" w="med" len="med"/>
                <a:tailEnd type="none" w="med" len="med"/>
              </a:ln>
            </p:spPr>
          </p:sp>
        </p:grpSp>
        <p:grpSp>
          <p:nvGrpSpPr>
            <p:cNvPr id="84041" name="Group 41"/>
            <p:cNvGrpSpPr/>
            <p:nvPr/>
          </p:nvGrpSpPr>
          <p:grpSpPr>
            <a:xfrm>
              <a:off x="1760" y="1280"/>
              <a:ext cx="382" cy="200"/>
              <a:chOff x="1760" y="1280"/>
              <a:chExt cx="382" cy="200"/>
            </a:xfrm>
          </p:grpSpPr>
          <p:sp>
            <p:nvSpPr>
              <p:cNvPr id="84083" name="Line 42"/>
              <p:cNvSpPr/>
              <p:nvPr/>
            </p:nvSpPr>
            <p:spPr>
              <a:xfrm>
                <a:off x="1824" y="1280"/>
                <a:ext cx="128" cy="1"/>
              </a:xfrm>
              <a:prstGeom prst="line">
                <a:avLst/>
              </a:prstGeom>
              <a:ln w="14288" cap="flat" cmpd="sng">
                <a:solidFill>
                  <a:srgbClr val="000000"/>
                </a:solidFill>
                <a:prstDash val="solid"/>
                <a:headEnd type="none" w="med" len="med"/>
                <a:tailEnd type="none" w="med" len="med"/>
              </a:ln>
            </p:spPr>
          </p:sp>
          <p:sp>
            <p:nvSpPr>
              <p:cNvPr id="84084" name="Line 43"/>
              <p:cNvSpPr/>
              <p:nvPr/>
            </p:nvSpPr>
            <p:spPr>
              <a:xfrm flipH="1">
                <a:off x="1760" y="1280"/>
                <a:ext cx="64" cy="199"/>
              </a:xfrm>
              <a:prstGeom prst="line">
                <a:avLst/>
              </a:prstGeom>
              <a:ln w="14288" cap="flat" cmpd="sng">
                <a:solidFill>
                  <a:srgbClr val="000000"/>
                </a:solidFill>
                <a:prstDash val="solid"/>
                <a:headEnd type="none" w="med" len="med"/>
                <a:tailEnd type="none" w="med" len="med"/>
              </a:ln>
            </p:spPr>
          </p:sp>
          <p:sp>
            <p:nvSpPr>
              <p:cNvPr id="84085" name="Line 44"/>
              <p:cNvSpPr/>
              <p:nvPr/>
            </p:nvSpPr>
            <p:spPr>
              <a:xfrm>
                <a:off x="1952" y="1280"/>
                <a:ext cx="62" cy="199"/>
              </a:xfrm>
              <a:prstGeom prst="line">
                <a:avLst/>
              </a:prstGeom>
              <a:ln w="14288" cap="flat" cmpd="sng">
                <a:solidFill>
                  <a:srgbClr val="000000"/>
                </a:solidFill>
                <a:prstDash val="solid"/>
                <a:headEnd type="none" w="med" len="med"/>
                <a:tailEnd type="none" w="med" len="med"/>
              </a:ln>
            </p:spPr>
          </p:sp>
          <p:sp>
            <p:nvSpPr>
              <p:cNvPr id="84086" name="Line 45"/>
              <p:cNvSpPr/>
              <p:nvPr/>
            </p:nvSpPr>
            <p:spPr>
              <a:xfrm>
                <a:off x="2014" y="1479"/>
                <a:ext cx="128" cy="1"/>
              </a:xfrm>
              <a:prstGeom prst="line">
                <a:avLst/>
              </a:prstGeom>
              <a:ln w="14288" cap="flat" cmpd="sng">
                <a:solidFill>
                  <a:srgbClr val="000000"/>
                </a:solidFill>
                <a:prstDash val="solid"/>
                <a:headEnd type="none" w="med" len="med"/>
                <a:tailEnd type="none" w="med" len="med"/>
              </a:ln>
            </p:spPr>
          </p:sp>
        </p:grpSp>
        <p:grpSp>
          <p:nvGrpSpPr>
            <p:cNvPr id="84042" name="Group 46"/>
            <p:cNvGrpSpPr/>
            <p:nvPr/>
          </p:nvGrpSpPr>
          <p:grpSpPr>
            <a:xfrm>
              <a:off x="2142" y="1280"/>
              <a:ext cx="381" cy="200"/>
              <a:chOff x="2142" y="1280"/>
              <a:chExt cx="381" cy="200"/>
            </a:xfrm>
          </p:grpSpPr>
          <p:sp>
            <p:nvSpPr>
              <p:cNvPr id="84079" name="Line 47"/>
              <p:cNvSpPr/>
              <p:nvPr/>
            </p:nvSpPr>
            <p:spPr>
              <a:xfrm>
                <a:off x="2206" y="1280"/>
                <a:ext cx="126" cy="1"/>
              </a:xfrm>
              <a:prstGeom prst="line">
                <a:avLst/>
              </a:prstGeom>
              <a:ln w="14288" cap="flat" cmpd="sng">
                <a:solidFill>
                  <a:srgbClr val="000000"/>
                </a:solidFill>
                <a:prstDash val="solid"/>
                <a:headEnd type="none" w="med" len="med"/>
                <a:tailEnd type="none" w="med" len="med"/>
              </a:ln>
            </p:spPr>
          </p:sp>
          <p:sp>
            <p:nvSpPr>
              <p:cNvPr id="84080" name="Line 48"/>
              <p:cNvSpPr/>
              <p:nvPr/>
            </p:nvSpPr>
            <p:spPr>
              <a:xfrm flipH="1">
                <a:off x="2142" y="1280"/>
                <a:ext cx="64" cy="199"/>
              </a:xfrm>
              <a:prstGeom prst="line">
                <a:avLst/>
              </a:prstGeom>
              <a:ln w="14288" cap="flat" cmpd="sng">
                <a:solidFill>
                  <a:srgbClr val="000000"/>
                </a:solidFill>
                <a:prstDash val="solid"/>
                <a:headEnd type="none" w="med" len="med"/>
                <a:tailEnd type="none" w="med" len="med"/>
              </a:ln>
            </p:spPr>
          </p:sp>
          <p:sp>
            <p:nvSpPr>
              <p:cNvPr id="84081" name="Line 49"/>
              <p:cNvSpPr/>
              <p:nvPr/>
            </p:nvSpPr>
            <p:spPr>
              <a:xfrm>
                <a:off x="2332" y="1280"/>
                <a:ext cx="64" cy="199"/>
              </a:xfrm>
              <a:prstGeom prst="line">
                <a:avLst/>
              </a:prstGeom>
              <a:ln w="14288" cap="flat" cmpd="sng">
                <a:solidFill>
                  <a:srgbClr val="000000"/>
                </a:solidFill>
                <a:prstDash val="solid"/>
                <a:headEnd type="none" w="med" len="med"/>
                <a:tailEnd type="none" w="med" len="med"/>
              </a:ln>
            </p:spPr>
          </p:sp>
          <p:sp>
            <p:nvSpPr>
              <p:cNvPr id="84082" name="Line 50"/>
              <p:cNvSpPr/>
              <p:nvPr/>
            </p:nvSpPr>
            <p:spPr>
              <a:xfrm>
                <a:off x="2396" y="1479"/>
                <a:ext cx="127" cy="1"/>
              </a:xfrm>
              <a:prstGeom prst="line">
                <a:avLst/>
              </a:prstGeom>
              <a:ln w="14288" cap="flat" cmpd="sng">
                <a:solidFill>
                  <a:srgbClr val="000000"/>
                </a:solidFill>
                <a:prstDash val="solid"/>
                <a:headEnd type="none" w="med" len="med"/>
                <a:tailEnd type="none" w="med" len="med"/>
              </a:ln>
            </p:spPr>
          </p:sp>
        </p:grpSp>
        <p:grpSp>
          <p:nvGrpSpPr>
            <p:cNvPr id="84043" name="Group 51"/>
            <p:cNvGrpSpPr/>
            <p:nvPr/>
          </p:nvGrpSpPr>
          <p:grpSpPr>
            <a:xfrm>
              <a:off x="2523" y="1280"/>
              <a:ext cx="382" cy="200"/>
              <a:chOff x="2523" y="1280"/>
              <a:chExt cx="382" cy="200"/>
            </a:xfrm>
          </p:grpSpPr>
          <p:sp>
            <p:nvSpPr>
              <p:cNvPr id="84075" name="Line 52"/>
              <p:cNvSpPr/>
              <p:nvPr/>
            </p:nvSpPr>
            <p:spPr>
              <a:xfrm>
                <a:off x="2587" y="1280"/>
                <a:ext cx="128" cy="1"/>
              </a:xfrm>
              <a:prstGeom prst="line">
                <a:avLst/>
              </a:prstGeom>
              <a:ln w="14288" cap="flat" cmpd="sng">
                <a:solidFill>
                  <a:srgbClr val="000000"/>
                </a:solidFill>
                <a:prstDash val="solid"/>
                <a:headEnd type="none" w="med" len="med"/>
                <a:tailEnd type="none" w="med" len="med"/>
              </a:ln>
            </p:spPr>
          </p:sp>
          <p:sp>
            <p:nvSpPr>
              <p:cNvPr id="84076" name="Line 53"/>
              <p:cNvSpPr/>
              <p:nvPr/>
            </p:nvSpPr>
            <p:spPr>
              <a:xfrm flipH="1">
                <a:off x="2523" y="1280"/>
                <a:ext cx="64" cy="199"/>
              </a:xfrm>
              <a:prstGeom prst="line">
                <a:avLst/>
              </a:prstGeom>
              <a:ln w="14288" cap="flat" cmpd="sng">
                <a:solidFill>
                  <a:srgbClr val="000000"/>
                </a:solidFill>
                <a:prstDash val="solid"/>
                <a:headEnd type="none" w="med" len="med"/>
                <a:tailEnd type="none" w="med" len="med"/>
              </a:ln>
            </p:spPr>
          </p:sp>
          <p:sp>
            <p:nvSpPr>
              <p:cNvPr id="84077" name="Line 54"/>
              <p:cNvSpPr/>
              <p:nvPr/>
            </p:nvSpPr>
            <p:spPr>
              <a:xfrm>
                <a:off x="2715" y="1280"/>
                <a:ext cx="62" cy="199"/>
              </a:xfrm>
              <a:prstGeom prst="line">
                <a:avLst/>
              </a:prstGeom>
              <a:ln w="14288" cap="flat" cmpd="sng">
                <a:solidFill>
                  <a:srgbClr val="000000"/>
                </a:solidFill>
                <a:prstDash val="solid"/>
                <a:headEnd type="none" w="med" len="med"/>
                <a:tailEnd type="none" w="med" len="med"/>
              </a:ln>
            </p:spPr>
          </p:sp>
          <p:sp>
            <p:nvSpPr>
              <p:cNvPr id="84078" name="Line 55"/>
              <p:cNvSpPr/>
              <p:nvPr/>
            </p:nvSpPr>
            <p:spPr>
              <a:xfrm>
                <a:off x="2777" y="1479"/>
                <a:ext cx="128" cy="1"/>
              </a:xfrm>
              <a:prstGeom prst="line">
                <a:avLst/>
              </a:prstGeom>
              <a:ln w="14288" cap="flat" cmpd="sng">
                <a:solidFill>
                  <a:srgbClr val="000000"/>
                </a:solidFill>
                <a:prstDash val="solid"/>
                <a:headEnd type="none" w="med" len="med"/>
                <a:tailEnd type="none" w="med" len="med"/>
              </a:ln>
            </p:spPr>
          </p:sp>
        </p:grpSp>
        <p:grpSp>
          <p:nvGrpSpPr>
            <p:cNvPr id="84044" name="Group 56"/>
            <p:cNvGrpSpPr/>
            <p:nvPr/>
          </p:nvGrpSpPr>
          <p:grpSpPr>
            <a:xfrm>
              <a:off x="2905" y="1280"/>
              <a:ext cx="380" cy="200"/>
              <a:chOff x="2905" y="1280"/>
              <a:chExt cx="380" cy="200"/>
            </a:xfrm>
          </p:grpSpPr>
          <p:sp>
            <p:nvSpPr>
              <p:cNvPr id="84071" name="Line 57"/>
              <p:cNvSpPr/>
              <p:nvPr/>
            </p:nvSpPr>
            <p:spPr>
              <a:xfrm>
                <a:off x="2969" y="1280"/>
                <a:ext cx="126" cy="1"/>
              </a:xfrm>
              <a:prstGeom prst="line">
                <a:avLst/>
              </a:prstGeom>
              <a:ln w="14288" cap="flat" cmpd="sng">
                <a:solidFill>
                  <a:srgbClr val="000000"/>
                </a:solidFill>
                <a:prstDash val="solid"/>
                <a:headEnd type="none" w="med" len="med"/>
                <a:tailEnd type="none" w="med" len="med"/>
              </a:ln>
            </p:spPr>
          </p:sp>
          <p:sp>
            <p:nvSpPr>
              <p:cNvPr id="84072" name="Line 58"/>
              <p:cNvSpPr/>
              <p:nvPr/>
            </p:nvSpPr>
            <p:spPr>
              <a:xfrm flipH="1">
                <a:off x="2905" y="1280"/>
                <a:ext cx="64" cy="199"/>
              </a:xfrm>
              <a:prstGeom prst="line">
                <a:avLst/>
              </a:prstGeom>
              <a:ln w="14288" cap="flat" cmpd="sng">
                <a:solidFill>
                  <a:srgbClr val="000000"/>
                </a:solidFill>
                <a:prstDash val="solid"/>
                <a:headEnd type="none" w="med" len="med"/>
                <a:tailEnd type="none" w="med" len="med"/>
              </a:ln>
            </p:spPr>
          </p:sp>
          <p:sp>
            <p:nvSpPr>
              <p:cNvPr id="84073" name="Line 59"/>
              <p:cNvSpPr/>
              <p:nvPr/>
            </p:nvSpPr>
            <p:spPr>
              <a:xfrm>
                <a:off x="3095" y="1280"/>
                <a:ext cx="64" cy="199"/>
              </a:xfrm>
              <a:prstGeom prst="line">
                <a:avLst/>
              </a:prstGeom>
              <a:ln w="14288" cap="flat" cmpd="sng">
                <a:solidFill>
                  <a:srgbClr val="000000"/>
                </a:solidFill>
                <a:prstDash val="solid"/>
                <a:headEnd type="none" w="med" len="med"/>
                <a:tailEnd type="none" w="med" len="med"/>
              </a:ln>
            </p:spPr>
          </p:sp>
          <p:sp>
            <p:nvSpPr>
              <p:cNvPr id="84074" name="Line 60"/>
              <p:cNvSpPr/>
              <p:nvPr/>
            </p:nvSpPr>
            <p:spPr>
              <a:xfrm>
                <a:off x="3159" y="1479"/>
                <a:ext cx="126" cy="1"/>
              </a:xfrm>
              <a:prstGeom prst="line">
                <a:avLst/>
              </a:prstGeom>
              <a:ln w="14288" cap="flat" cmpd="sng">
                <a:solidFill>
                  <a:srgbClr val="000000"/>
                </a:solidFill>
                <a:prstDash val="solid"/>
                <a:headEnd type="none" w="med" len="med"/>
                <a:tailEnd type="none" w="med" len="med"/>
              </a:ln>
            </p:spPr>
          </p:sp>
        </p:grpSp>
        <p:grpSp>
          <p:nvGrpSpPr>
            <p:cNvPr id="84045" name="Group 61"/>
            <p:cNvGrpSpPr/>
            <p:nvPr/>
          </p:nvGrpSpPr>
          <p:grpSpPr>
            <a:xfrm>
              <a:off x="3285" y="1280"/>
              <a:ext cx="383" cy="200"/>
              <a:chOff x="3285" y="1280"/>
              <a:chExt cx="383" cy="200"/>
            </a:xfrm>
          </p:grpSpPr>
          <p:sp>
            <p:nvSpPr>
              <p:cNvPr id="84067" name="Line 62"/>
              <p:cNvSpPr/>
              <p:nvPr/>
            </p:nvSpPr>
            <p:spPr>
              <a:xfrm>
                <a:off x="3349" y="1280"/>
                <a:ext cx="128" cy="1"/>
              </a:xfrm>
              <a:prstGeom prst="line">
                <a:avLst/>
              </a:prstGeom>
              <a:ln w="14288" cap="flat" cmpd="sng">
                <a:solidFill>
                  <a:srgbClr val="000000"/>
                </a:solidFill>
                <a:prstDash val="solid"/>
                <a:headEnd type="none" w="med" len="med"/>
                <a:tailEnd type="none" w="med" len="med"/>
              </a:ln>
            </p:spPr>
          </p:sp>
          <p:sp>
            <p:nvSpPr>
              <p:cNvPr id="84068" name="Line 63"/>
              <p:cNvSpPr/>
              <p:nvPr/>
            </p:nvSpPr>
            <p:spPr>
              <a:xfrm flipH="1">
                <a:off x="3285" y="1280"/>
                <a:ext cx="64" cy="199"/>
              </a:xfrm>
              <a:prstGeom prst="line">
                <a:avLst/>
              </a:prstGeom>
              <a:ln w="14288" cap="flat" cmpd="sng">
                <a:solidFill>
                  <a:srgbClr val="000000"/>
                </a:solidFill>
                <a:prstDash val="solid"/>
                <a:headEnd type="none" w="med" len="med"/>
                <a:tailEnd type="none" w="med" len="med"/>
              </a:ln>
            </p:spPr>
          </p:sp>
          <p:sp>
            <p:nvSpPr>
              <p:cNvPr id="84069" name="Line 64"/>
              <p:cNvSpPr/>
              <p:nvPr/>
            </p:nvSpPr>
            <p:spPr>
              <a:xfrm>
                <a:off x="3477" y="1280"/>
                <a:ext cx="63" cy="199"/>
              </a:xfrm>
              <a:prstGeom prst="line">
                <a:avLst/>
              </a:prstGeom>
              <a:ln w="14288" cap="flat" cmpd="sng">
                <a:solidFill>
                  <a:srgbClr val="000000"/>
                </a:solidFill>
                <a:prstDash val="solid"/>
                <a:headEnd type="none" w="med" len="med"/>
                <a:tailEnd type="none" w="med" len="med"/>
              </a:ln>
            </p:spPr>
          </p:sp>
          <p:sp>
            <p:nvSpPr>
              <p:cNvPr id="84070" name="Line 65"/>
              <p:cNvSpPr/>
              <p:nvPr/>
            </p:nvSpPr>
            <p:spPr>
              <a:xfrm>
                <a:off x="3540" y="1479"/>
                <a:ext cx="128" cy="1"/>
              </a:xfrm>
              <a:prstGeom prst="line">
                <a:avLst/>
              </a:prstGeom>
              <a:ln w="14288" cap="flat" cmpd="sng">
                <a:solidFill>
                  <a:srgbClr val="000000"/>
                </a:solidFill>
                <a:prstDash val="solid"/>
                <a:headEnd type="none" w="med" len="med"/>
                <a:tailEnd type="none" w="med" len="med"/>
              </a:ln>
            </p:spPr>
          </p:sp>
        </p:grpSp>
        <p:grpSp>
          <p:nvGrpSpPr>
            <p:cNvPr id="84046" name="Group 66"/>
            <p:cNvGrpSpPr/>
            <p:nvPr/>
          </p:nvGrpSpPr>
          <p:grpSpPr>
            <a:xfrm>
              <a:off x="3668" y="1280"/>
              <a:ext cx="380" cy="200"/>
              <a:chOff x="3668" y="1280"/>
              <a:chExt cx="380" cy="200"/>
            </a:xfrm>
          </p:grpSpPr>
          <p:sp>
            <p:nvSpPr>
              <p:cNvPr id="84063" name="Line 67"/>
              <p:cNvSpPr/>
              <p:nvPr/>
            </p:nvSpPr>
            <p:spPr>
              <a:xfrm>
                <a:off x="3732" y="1280"/>
                <a:ext cx="126" cy="1"/>
              </a:xfrm>
              <a:prstGeom prst="line">
                <a:avLst/>
              </a:prstGeom>
              <a:ln w="14288" cap="flat" cmpd="sng">
                <a:solidFill>
                  <a:srgbClr val="000000"/>
                </a:solidFill>
                <a:prstDash val="solid"/>
                <a:headEnd type="none" w="med" len="med"/>
                <a:tailEnd type="none" w="med" len="med"/>
              </a:ln>
            </p:spPr>
          </p:sp>
          <p:sp>
            <p:nvSpPr>
              <p:cNvPr id="84064" name="Line 68"/>
              <p:cNvSpPr/>
              <p:nvPr/>
            </p:nvSpPr>
            <p:spPr>
              <a:xfrm flipH="1">
                <a:off x="3668" y="1280"/>
                <a:ext cx="64" cy="199"/>
              </a:xfrm>
              <a:prstGeom prst="line">
                <a:avLst/>
              </a:prstGeom>
              <a:ln w="14288" cap="flat" cmpd="sng">
                <a:solidFill>
                  <a:srgbClr val="000000"/>
                </a:solidFill>
                <a:prstDash val="solid"/>
                <a:headEnd type="none" w="med" len="med"/>
                <a:tailEnd type="none" w="med" len="med"/>
              </a:ln>
            </p:spPr>
          </p:sp>
          <p:sp>
            <p:nvSpPr>
              <p:cNvPr id="84065" name="Line 69"/>
              <p:cNvSpPr/>
              <p:nvPr/>
            </p:nvSpPr>
            <p:spPr>
              <a:xfrm>
                <a:off x="3858" y="1280"/>
                <a:ext cx="64" cy="199"/>
              </a:xfrm>
              <a:prstGeom prst="line">
                <a:avLst/>
              </a:prstGeom>
              <a:ln w="14288" cap="flat" cmpd="sng">
                <a:solidFill>
                  <a:srgbClr val="000000"/>
                </a:solidFill>
                <a:prstDash val="solid"/>
                <a:headEnd type="none" w="med" len="med"/>
                <a:tailEnd type="none" w="med" len="med"/>
              </a:ln>
            </p:spPr>
          </p:sp>
          <p:sp>
            <p:nvSpPr>
              <p:cNvPr id="84066" name="Line 70"/>
              <p:cNvSpPr/>
              <p:nvPr/>
            </p:nvSpPr>
            <p:spPr>
              <a:xfrm>
                <a:off x="3922" y="1479"/>
                <a:ext cx="126" cy="1"/>
              </a:xfrm>
              <a:prstGeom prst="line">
                <a:avLst/>
              </a:prstGeom>
              <a:ln w="14288" cap="flat" cmpd="sng">
                <a:solidFill>
                  <a:srgbClr val="000000"/>
                </a:solidFill>
                <a:prstDash val="solid"/>
                <a:headEnd type="none" w="med" len="med"/>
                <a:tailEnd type="none" w="med" len="med"/>
              </a:ln>
            </p:spPr>
          </p:sp>
        </p:grpSp>
        <p:grpSp>
          <p:nvGrpSpPr>
            <p:cNvPr id="84047" name="Group 71"/>
            <p:cNvGrpSpPr/>
            <p:nvPr/>
          </p:nvGrpSpPr>
          <p:grpSpPr>
            <a:xfrm>
              <a:off x="4048" y="1280"/>
              <a:ext cx="382" cy="200"/>
              <a:chOff x="4048" y="1280"/>
              <a:chExt cx="382" cy="200"/>
            </a:xfrm>
          </p:grpSpPr>
          <p:sp>
            <p:nvSpPr>
              <p:cNvPr id="84059" name="Line 72"/>
              <p:cNvSpPr/>
              <p:nvPr/>
            </p:nvSpPr>
            <p:spPr>
              <a:xfrm>
                <a:off x="4112" y="1280"/>
                <a:ext cx="128" cy="1"/>
              </a:xfrm>
              <a:prstGeom prst="line">
                <a:avLst/>
              </a:prstGeom>
              <a:ln w="14288" cap="flat" cmpd="sng">
                <a:solidFill>
                  <a:srgbClr val="000000"/>
                </a:solidFill>
                <a:prstDash val="solid"/>
                <a:headEnd type="none" w="med" len="med"/>
                <a:tailEnd type="none" w="med" len="med"/>
              </a:ln>
            </p:spPr>
          </p:sp>
          <p:sp>
            <p:nvSpPr>
              <p:cNvPr id="84060" name="Line 73"/>
              <p:cNvSpPr/>
              <p:nvPr/>
            </p:nvSpPr>
            <p:spPr>
              <a:xfrm flipH="1">
                <a:off x="4048" y="1280"/>
                <a:ext cx="64" cy="199"/>
              </a:xfrm>
              <a:prstGeom prst="line">
                <a:avLst/>
              </a:prstGeom>
              <a:ln w="14288" cap="flat" cmpd="sng">
                <a:solidFill>
                  <a:srgbClr val="000000"/>
                </a:solidFill>
                <a:prstDash val="solid"/>
                <a:headEnd type="none" w="med" len="med"/>
                <a:tailEnd type="none" w="med" len="med"/>
              </a:ln>
            </p:spPr>
          </p:sp>
          <p:sp>
            <p:nvSpPr>
              <p:cNvPr id="84061" name="Line 74"/>
              <p:cNvSpPr/>
              <p:nvPr/>
            </p:nvSpPr>
            <p:spPr>
              <a:xfrm>
                <a:off x="4240" y="1280"/>
                <a:ext cx="63" cy="199"/>
              </a:xfrm>
              <a:prstGeom prst="line">
                <a:avLst/>
              </a:prstGeom>
              <a:ln w="14288" cap="flat" cmpd="sng">
                <a:solidFill>
                  <a:srgbClr val="000000"/>
                </a:solidFill>
                <a:prstDash val="solid"/>
                <a:headEnd type="none" w="med" len="med"/>
                <a:tailEnd type="none" w="med" len="med"/>
              </a:ln>
            </p:spPr>
          </p:sp>
          <p:sp>
            <p:nvSpPr>
              <p:cNvPr id="84062" name="Line 75"/>
              <p:cNvSpPr/>
              <p:nvPr/>
            </p:nvSpPr>
            <p:spPr>
              <a:xfrm>
                <a:off x="4303" y="1479"/>
                <a:ext cx="127" cy="1"/>
              </a:xfrm>
              <a:prstGeom prst="line">
                <a:avLst/>
              </a:prstGeom>
              <a:ln w="14288" cap="flat" cmpd="sng">
                <a:solidFill>
                  <a:srgbClr val="000000"/>
                </a:solidFill>
                <a:prstDash val="solid"/>
                <a:headEnd type="none" w="med" len="med"/>
                <a:tailEnd type="none" w="med" len="med"/>
              </a:ln>
            </p:spPr>
          </p:sp>
        </p:grpSp>
        <p:grpSp>
          <p:nvGrpSpPr>
            <p:cNvPr id="84048" name="Group 76"/>
            <p:cNvGrpSpPr/>
            <p:nvPr/>
          </p:nvGrpSpPr>
          <p:grpSpPr>
            <a:xfrm>
              <a:off x="4430" y="1280"/>
              <a:ext cx="381" cy="200"/>
              <a:chOff x="4430" y="1280"/>
              <a:chExt cx="381" cy="200"/>
            </a:xfrm>
          </p:grpSpPr>
          <p:sp>
            <p:nvSpPr>
              <p:cNvPr id="84055" name="Line 77"/>
              <p:cNvSpPr/>
              <p:nvPr/>
            </p:nvSpPr>
            <p:spPr>
              <a:xfrm>
                <a:off x="4494" y="1280"/>
                <a:ext cx="127" cy="1"/>
              </a:xfrm>
              <a:prstGeom prst="line">
                <a:avLst/>
              </a:prstGeom>
              <a:ln w="14288" cap="flat" cmpd="sng">
                <a:solidFill>
                  <a:srgbClr val="000000"/>
                </a:solidFill>
                <a:prstDash val="solid"/>
                <a:headEnd type="none" w="med" len="med"/>
                <a:tailEnd type="none" w="med" len="med"/>
              </a:ln>
            </p:spPr>
          </p:sp>
          <p:sp>
            <p:nvSpPr>
              <p:cNvPr id="84056" name="Line 78"/>
              <p:cNvSpPr/>
              <p:nvPr/>
            </p:nvSpPr>
            <p:spPr>
              <a:xfrm flipH="1">
                <a:off x="4430" y="1280"/>
                <a:ext cx="64" cy="199"/>
              </a:xfrm>
              <a:prstGeom prst="line">
                <a:avLst/>
              </a:prstGeom>
              <a:ln w="14288" cap="flat" cmpd="sng">
                <a:solidFill>
                  <a:srgbClr val="000000"/>
                </a:solidFill>
                <a:prstDash val="solid"/>
                <a:headEnd type="none" w="med" len="med"/>
                <a:tailEnd type="none" w="med" len="med"/>
              </a:ln>
            </p:spPr>
          </p:sp>
          <p:sp>
            <p:nvSpPr>
              <p:cNvPr id="84057" name="Line 79"/>
              <p:cNvSpPr/>
              <p:nvPr/>
            </p:nvSpPr>
            <p:spPr>
              <a:xfrm>
                <a:off x="4621" y="1280"/>
                <a:ext cx="64" cy="199"/>
              </a:xfrm>
              <a:prstGeom prst="line">
                <a:avLst/>
              </a:prstGeom>
              <a:ln w="14288" cap="flat" cmpd="sng">
                <a:solidFill>
                  <a:srgbClr val="000000"/>
                </a:solidFill>
                <a:prstDash val="solid"/>
                <a:headEnd type="none" w="med" len="med"/>
                <a:tailEnd type="none" w="med" len="med"/>
              </a:ln>
            </p:spPr>
          </p:sp>
          <p:sp>
            <p:nvSpPr>
              <p:cNvPr id="84058" name="Line 80"/>
              <p:cNvSpPr/>
              <p:nvPr/>
            </p:nvSpPr>
            <p:spPr>
              <a:xfrm>
                <a:off x="4685" y="1479"/>
                <a:ext cx="126" cy="1"/>
              </a:xfrm>
              <a:prstGeom prst="line">
                <a:avLst/>
              </a:prstGeom>
              <a:ln w="14288" cap="flat" cmpd="sng">
                <a:solidFill>
                  <a:srgbClr val="000000"/>
                </a:solidFill>
                <a:prstDash val="solid"/>
                <a:headEnd type="none" w="med" len="med"/>
                <a:tailEnd type="none" w="med" len="med"/>
              </a:ln>
            </p:spPr>
          </p:sp>
        </p:grpSp>
        <p:grpSp>
          <p:nvGrpSpPr>
            <p:cNvPr id="84049" name="Group 81"/>
            <p:cNvGrpSpPr/>
            <p:nvPr/>
          </p:nvGrpSpPr>
          <p:grpSpPr>
            <a:xfrm>
              <a:off x="4811" y="1280"/>
              <a:ext cx="382" cy="200"/>
              <a:chOff x="4811" y="1280"/>
              <a:chExt cx="382" cy="200"/>
            </a:xfrm>
          </p:grpSpPr>
          <p:sp>
            <p:nvSpPr>
              <p:cNvPr id="84051" name="Line 82"/>
              <p:cNvSpPr/>
              <p:nvPr/>
            </p:nvSpPr>
            <p:spPr>
              <a:xfrm>
                <a:off x="4875" y="1280"/>
                <a:ext cx="128" cy="1"/>
              </a:xfrm>
              <a:prstGeom prst="line">
                <a:avLst/>
              </a:prstGeom>
              <a:ln w="14288" cap="flat" cmpd="sng">
                <a:solidFill>
                  <a:srgbClr val="000000"/>
                </a:solidFill>
                <a:prstDash val="solid"/>
                <a:headEnd type="none" w="med" len="med"/>
                <a:tailEnd type="none" w="med" len="med"/>
              </a:ln>
            </p:spPr>
          </p:sp>
          <p:sp>
            <p:nvSpPr>
              <p:cNvPr id="84052" name="Line 83"/>
              <p:cNvSpPr/>
              <p:nvPr/>
            </p:nvSpPr>
            <p:spPr>
              <a:xfrm flipH="1">
                <a:off x="4811" y="1280"/>
                <a:ext cx="64" cy="199"/>
              </a:xfrm>
              <a:prstGeom prst="line">
                <a:avLst/>
              </a:prstGeom>
              <a:ln w="14288" cap="flat" cmpd="sng">
                <a:solidFill>
                  <a:srgbClr val="000000"/>
                </a:solidFill>
                <a:prstDash val="solid"/>
                <a:headEnd type="none" w="med" len="med"/>
                <a:tailEnd type="none" w="med" len="med"/>
              </a:ln>
            </p:spPr>
          </p:sp>
          <p:sp>
            <p:nvSpPr>
              <p:cNvPr id="84053" name="Line 84"/>
              <p:cNvSpPr/>
              <p:nvPr/>
            </p:nvSpPr>
            <p:spPr>
              <a:xfrm>
                <a:off x="5003" y="1280"/>
                <a:ext cx="62" cy="199"/>
              </a:xfrm>
              <a:prstGeom prst="line">
                <a:avLst/>
              </a:prstGeom>
              <a:ln w="14288" cap="flat" cmpd="sng">
                <a:solidFill>
                  <a:srgbClr val="000000"/>
                </a:solidFill>
                <a:prstDash val="solid"/>
                <a:headEnd type="none" w="med" len="med"/>
                <a:tailEnd type="none" w="med" len="med"/>
              </a:ln>
            </p:spPr>
          </p:sp>
          <p:sp>
            <p:nvSpPr>
              <p:cNvPr id="84054" name="Line 85"/>
              <p:cNvSpPr/>
              <p:nvPr/>
            </p:nvSpPr>
            <p:spPr>
              <a:xfrm>
                <a:off x="5065" y="1479"/>
                <a:ext cx="128" cy="1"/>
              </a:xfrm>
              <a:prstGeom prst="line">
                <a:avLst/>
              </a:prstGeom>
              <a:ln w="14288" cap="flat" cmpd="sng">
                <a:solidFill>
                  <a:srgbClr val="000000"/>
                </a:solidFill>
                <a:prstDash val="solid"/>
                <a:headEnd type="none" w="med" len="med"/>
                <a:tailEnd type="none" w="med" len="med"/>
              </a:ln>
            </p:spPr>
          </p:sp>
        </p:grpSp>
        <p:sp>
          <p:nvSpPr>
            <p:cNvPr id="84050" name="Line 86"/>
            <p:cNvSpPr/>
            <p:nvPr/>
          </p:nvSpPr>
          <p:spPr>
            <a:xfrm flipH="1">
              <a:off x="807" y="1479"/>
              <a:ext cx="190" cy="1"/>
            </a:xfrm>
            <a:prstGeom prst="line">
              <a:avLst/>
            </a:prstGeom>
            <a:ln w="14288" cap="flat" cmpd="sng">
              <a:solidFill>
                <a:srgbClr val="000000"/>
              </a:solidFill>
              <a:prstDash val="solid"/>
              <a:headEnd type="none" w="med" len="med"/>
              <a:tailEnd type="none" w="med" len="med"/>
            </a:ln>
          </p:spPr>
        </p:sp>
      </p:grpSp>
      <p:sp>
        <p:nvSpPr>
          <p:cNvPr id="83987" name="Rectangle 87"/>
          <p:cNvSpPr/>
          <p:nvPr/>
        </p:nvSpPr>
        <p:spPr>
          <a:xfrm>
            <a:off x="723900" y="1031875"/>
            <a:ext cx="34607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CLK</a:t>
            </a:r>
            <a:endParaRPr lang="en-US" altLang="zh-CN" sz="1800" b="0" dirty="0">
              <a:solidFill>
                <a:schemeClr val="tx1"/>
              </a:solidFill>
              <a:latin typeface="Arial" panose="020B0604020202020204" pitchFamily="34" charset="0"/>
            </a:endParaRPr>
          </a:p>
        </p:txBody>
      </p:sp>
      <p:sp>
        <p:nvSpPr>
          <p:cNvPr id="83988" name="Rectangle 88"/>
          <p:cNvSpPr/>
          <p:nvPr/>
        </p:nvSpPr>
        <p:spPr>
          <a:xfrm>
            <a:off x="766763" y="1631950"/>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83989" name="Rectangle 89"/>
          <p:cNvSpPr/>
          <p:nvPr/>
        </p:nvSpPr>
        <p:spPr>
          <a:xfrm>
            <a:off x="611188" y="1895475"/>
            <a:ext cx="484187"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83990" name="Rectangle 90"/>
          <p:cNvSpPr/>
          <p:nvPr/>
        </p:nvSpPr>
        <p:spPr>
          <a:xfrm>
            <a:off x="755650" y="2327275"/>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83991" name="Line 93"/>
          <p:cNvSpPr/>
          <p:nvPr/>
        </p:nvSpPr>
        <p:spPr>
          <a:xfrm>
            <a:off x="1166813" y="2028825"/>
            <a:ext cx="6861175" cy="1588"/>
          </a:xfrm>
          <a:prstGeom prst="line">
            <a:avLst/>
          </a:prstGeom>
          <a:ln w="14288" cap="flat" cmpd="sng">
            <a:solidFill>
              <a:srgbClr val="000000"/>
            </a:solidFill>
            <a:prstDash val="solid"/>
            <a:headEnd type="none" w="med" len="med"/>
            <a:tailEnd type="none" w="med" len="med"/>
          </a:ln>
        </p:spPr>
      </p:sp>
      <p:sp>
        <p:nvSpPr>
          <p:cNvPr id="83992" name="Rectangle 97"/>
          <p:cNvSpPr/>
          <p:nvPr/>
        </p:nvSpPr>
        <p:spPr>
          <a:xfrm>
            <a:off x="5695950" y="23685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83993" name="Rectangle 98"/>
          <p:cNvSpPr/>
          <p:nvPr/>
        </p:nvSpPr>
        <p:spPr>
          <a:xfrm>
            <a:off x="6302375" y="23685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3994" name="Rectangle 99"/>
          <p:cNvSpPr/>
          <p:nvPr/>
        </p:nvSpPr>
        <p:spPr>
          <a:xfrm>
            <a:off x="6805613" y="23685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83995" name="Line 100"/>
          <p:cNvSpPr/>
          <p:nvPr/>
        </p:nvSpPr>
        <p:spPr>
          <a:xfrm>
            <a:off x="1166813" y="2344738"/>
            <a:ext cx="3621087" cy="4762"/>
          </a:xfrm>
          <a:prstGeom prst="line">
            <a:avLst/>
          </a:prstGeom>
          <a:ln w="14288" cap="flat" cmpd="sng">
            <a:solidFill>
              <a:srgbClr val="000000"/>
            </a:solidFill>
            <a:prstDash val="solid"/>
            <a:headEnd type="none" w="med" len="med"/>
            <a:tailEnd type="none" w="med" len="med"/>
          </a:ln>
        </p:spPr>
      </p:sp>
      <p:grpSp>
        <p:nvGrpSpPr>
          <p:cNvPr id="83996" name="Group 101"/>
          <p:cNvGrpSpPr/>
          <p:nvPr/>
        </p:nvGrpSpPr>
        <p:grpSpPr>
          <a:xfrm>
            <a:off x="1158875" y="2657475"/>
            <a:ext cx="619125" cy="12700"/>
            <a:chOff x="866" y="2277"/>
            <a:chExt cx="390" cy="8"/>
          </a:xfrm>
        </p:grpSpPr>
        <p:sp>
          <p:nvSpPr>
            <p:cNvPr id="84032" name="Freeform 102"/>
            <p:cNvSpPr/>
            <p:nvPr/>
          </p:nvSpPr>
          <p:spPr>
            <a:xfrm>
              <a:off x="866" y="2277"/>
              <a:ext cx="44" cy="8"/>
            </a:xfrm>
            <a:custGeom>
              <a:avLst/>
              <a:gdLst/>
              <a:ahLst/>
              <a:cxnLst>
                <a:cxn ang="0">
                  <a:pos x="6" y="0"/>
                </a:cxn>
                <a:cxn ang="0">
                  <a:pos x="5" y="0"/>
                </a:cxn>
                <a:cxn ang="0">
                  <a:pos x="3" y="1"/>
                </a:cxn>
                <a:cxn ang="0">
                  <a:pos x="2" y="3"/>
                </a:cxn>
                <a:cxn ang="0">
                  <a:pos x="0" y="4"/>
                </a:cxn>
                <a:cxn ang="0">
                  <a:pos x="2" y="5"/>
                </a:cxn>
                <a:cxn ang="0">
                  <a:pos x="3" y="7"/>
                </a:cxn>
                <a:cxn ang="0">
                  <a:pos x="5" y="8"/>
                </a:cxn>
                <a:cxn ang="0">
                  <a:pos x="38" y="8"/>
                </a:cxn>
                <a:cxn ang="0">
                  <a:pos x="40" y="8"/>
                </a:cxn>
                <a:cxn ang="0">
                  <a:pos x="41" y="8"/>
                </a:cxn>
                <a:cxn ang="0">
                  <a:pos x="43" y="7"/>
                </a:cxn>
                <a:cxn ang="0">
                  <a:pos x="44" y="5"/>
                </a:cxn>
                <a:cxn ang="0">
                  <a:pos x="44" y="4"/>
                </a:cxn>
                <a:cxn ang="0">
                  <a:pos x="43" y="3"/>
                </a:cxn>
                <a:cxn ang="0">
                  <a:pos x="41" y="1"/>
                </a:cxn>
                <a:cxn ang="0">
                  <a:pos x="40" y="0"/>
                </a:cxn>
                <a:cxn ang="0">
                  <a:pos x="6" y="0"/>
                </a:cxn>
              </a:cxnLst>
              <a:pathLst>
                <a:path w="44" h="8">
                  <a:moveTo>
                    <a:pt x="6" y="0"/>
                  </a:moveTo>
                  <a:lnTo>
                    <a:pt x="5" y="0"/>
                  </a:lnTo>
                  <a:lnTo>
                    <a:pt x="3" y="1"/>
                  </a:lnTo>
                  <a:lnTo>
                    <a:pt x="2" y="3"/>
                  </a:lnTo>
                  <a:lnTo>
                    <a:pt x="0" y="4"/>
                  </a:lnTo>
                  <a:lnTo>
                    <a:pt x="2" y="5"/>
                  </a:lnTo>
                  <a:lnTo>
                    <a:pt x="3" y="7"/>
                  </a:lnTo>
                  <a:lnTo>
                    <a:pt x="5" y="8"/>
                  </a:lnTo>
                  <a:lnTo>
                    <a:pt x="38" y="8"/>
                  </a:lnTo>
                  <a:lnTo>
                    <a:pt x="40" y="8"/>
                  </a:lnTo>
                  <a:lnTo>
                    <a:pt x="41" y="8"/>
                  </a:lnTo>
                  <a:lnTo>
                    <a:pt x="43" y="7"/>
                  </a:lnTo>
                  <a:lnTo>
                    <a:pt x="44" y="5"/>
                  </a:lnTo>
                  <a:lnTo>
                    <a:pt x="44" y="4"/>
                  </a:lnTo>
                  <a:lnTo>
                    <a:pt x="43" y="3"/>
                  </a:lnTo>
                  <a:lnTo>
                    <a:pt x="41" y="1"/>
                  </a:lnTo>
                  <a:lnTo>
                    <a:pt x="40" y="0"/>
                  </a:lnTo>
                  <a:lnTo>
                    <a:pt x="6" y="0"/>
                  </a:lnTo>
                  <a:close/>
                </a:path>
              </a:pathLst>
            </a:custGeom>
            <a:solidFill>
              <a:srgbClr val="000000">
                <a:alpha val="100000"/>
              </a:srgbClr>
            </a:solidFill>
            <a:ln w="9525">
              <a:noFill/>
            </a:ln>
          </p:spPr>
          <p:txBody>
            <a:bodyPr/>
            <a:p>
              <a:endParaRPr lang="zh-CN" altLang="en-US"/>
            </a:p>
          </p:txBody>
        </p:sp>
        <p:sp>
          <p:nvSpPr>
            <p:cNvPr id="84033" name="Freeform 103"/>
            <p:cNvSpPr/>
            <p:nvPr/>
          </p:nvSpPr>
          <p:spPr>
            <a:xfrm>
              <a:off x="927" y="2277"/>
              <a:ext cx="44" cy="8"/>
            </a:xfrm>
            <a:custGeom>
              <a:avLst/>
              <a:gdLst/>
              <a:ahLst/>
              <a:cxnLst>
                <a:cxn ang="0">
                  <a:pos x="5" y="0"/>
                </a:cxn>
                <a:cxn ang="0">
                  <a:pos x="3" y="0"/>
                </a:cxn>
                <a:cxn ang="0">
                  <a:pos x="2" y="1"/>
                </a:cxn>
                <a:cxn ang="0">
                  <a:pos x="0" y="3"/>
                </a:cxn>
                <a:cxn ang="0">
                  <a:pos x="0" y="4"/>
                </a:cxn>
                <a:cxn ang="0">
                  <a:pos x="0" y="5"/>
                </a:cxn>
                <a:cxn ang="0">
                  <a:pos x="0" y="7"/>
                </a:cxn>
                <a:cxn ang="0">
                  <a:pos x="2" y="8"/>
                </a:cxn>
                <a:cxn ang="0">
                  <a:pos x="3" y="8"/>
                </a:cxn>
                <a:cxn ang="0">
                  <a:pos x="38" y="8"/>
                </a:cxn>
                <a:cxn ang="0">
                  <a:pos x="40" y="8"/>
                </a:cxn>
                <a:cxn ang="0">
                  <a:pos x="41" y="8"/>
                </a:cxn>
                <a:cxn ang="0">
                  <a:pos x="43" y="7"/>
                </a:cxn>
                <a:cxn ang="0">
                  <a:pos x="44" y="5"/>
                </a:cxn>
                <a:cxn ang="0">
                  <a:pos x="44" y="4"/>
                </a:cxn>
                <a:cxn ang="0">
                  <a:pos x="43" y="3"/>
                </a:cxn>
                <a:cxn ang="0">
                  <a:pos x="41" y="1"/>
                </a:cxn>
                <a:cxn ang="0">
                  <a:pos x="40" y="0"/>
                </a:cxn>
                <a:cxn ang="0">
                  <a:pos x="5" y="0"/>
                </a:cxn>
              </a:cxnLst>
              <a:pathLst>
                <a:path w="44" h="8">
                  <a:moveTo>
                    <a:pt x="5" y="0"/>
                  </a:moveTo>
                  <a:lnTo>
                    <a:pt x="3" y="0"/>
                  </a:lnTo>
                  <a:lnTo>
                    <a:pt x="2" y="1"/>
                  </a:lnTo>
                  <a:lnTo>
                    <a:pt x="0" y="3"/>
                  </a:lnTo>
                  <a:lnTo>
                    <a:pt x="0" y="4"/>
                  </a:lnTo>
                  <a:lnTo>
                    <a:pt x="0" y="5"/>
                  </a:lnTo>
                  <a:lnTo>
                    <a:pt x="0" y="7"/>
                  </a:lnTo>
                  <a:lnTo>
                    <a:pt x="2" y="8"/>
                  </a:lnTo>
                  <a:lnTo>
                    <a:pt x="3" y="8"/>
                  </a:lnTo>
                  <a:lnTo>
                    <a:pt x="38" y="8"/>
                  </a:lnTo>
                  <a:lnTo>
                    <a:pt x="40" y="8"/>
                  </a:lnTo>
                  <a:lnTo>
                    <a:pt x="41" y="8"/>
                  </a:lnTo>
                  <a:lnTo>
                    <a:pt x="43" y="7"/>
                  </a:lnTo>
                  <a:lnTo>
                    <a:pt x="44" y="5"/>
                  </a:lnTo>
                  <a:lnTo>
                    <a:pt x="44" y="4"/>
                  </a:lnTo>
                  <a:lnTo>
                    <a:pt x="43" y="3"/>
                  </a:lnTo>
                  <a:lnTo>
                    <a:pt x="41" y="1"/>
                  </a:lnTo>
                  <a:lnTo>
                    <a:pt x="40" y="0"/>
                  </a:lnTo>
                  <a:lnTo>
                    <a:pt x="5" y="0"/>
                  </a:lnTo>
                  <a:close/>
                </a:path>
              </a:pathLst>
            </a:custGeom>
            <a:solidFill>
              <a:srgbClr val="000000">
                <a:alpha val="100000"/>
              </a:srgbClr>
            </a:solidFill>
            <a:ln w="9525">
              <a:noFill/>
            </a:ln>
          </p:spPr>
          <p:txBody>
            <a:bodyPr/>
            <a:p>
              <a:endParaRPr lang="zh-CN" altLang="en-US"/>
            </a:p>
          </p:txBody>
        </p:sp>
        <p:sp>
          <p:nvSpPr>
            <p:cNvPr id="84034" name="Freeform 104"/>
            <p:cNvSpPr/>
            <p:nvPr/>
          </p:nvSpPr>
          <p:spPr>
            <a:xfrm>
              <a:off x="989" y="2277"/>
              <a:ext cx="43" cy="8"/>
            </a:xfrm>
            <a:custGeom>
              <a:avLst/>
              <a:gdLst/>
              <a:ahLst/>
              <a:cxnLst>
                <a:cxn ang="0">
                  <a:pos x="4" y="0"/>
                </a:cxn>
                <a:cxn ang="0">
                  <a:pos x="2" y="0"/>
                </a:cxn>
                <a:cxn ang="0">
                  <a:pos x="1" y="1"/>
                </a:cxn>
                <a:cxn ang="0">
                  <a:pos x="0" y="3"/>
                </a:cxn>
                <a:cxn ang="0">
                  <a:pos x="0" y="4"/>
                </a:cxn>
                <a:cxn ang="0">
                  <a:pos x="0" y="5"/>
                </a:cxn>
                <a:cxn ang="0">
                  <a:pos x="0" y="7"/>
                </a:cxn>
                <a:cxn ang="0">
                  <a:pos x="1" y="8"/>
                </a:cxn>
                <a:cxn ang="0">
                  <a:pos x="2" y="8"/>
                </a:cxn>
                <a:cxn ang="0">
                  <a:pos x="37" y="8"/>
                </a:cxn>
                <a:cxn ang="0">
                  <a:pos x="39" y="8"/>
                </a:cxn>
                <a:cxn ang="0">
                  <a:pos x="40" y="8"/>
                </a:cxn>
                <a:cxn ang="0">
                  <a:pos x="42" y="7"/>
                </a:cxn>
                <a:cxn ang="0">
                  <a:pos x="43" y="5"/>
                </a:cxn>
                <a:cxn ang="0">
                  <a:pos x="43" y="4"/>
                </a:cxn>
                <a:cxn ang="0">
                  <a:pos x="42" y="3"/>
                </a:cxn>
                <a:cxn ang="0">
                  <a:pos x="40" y="1"/>
                </a:cxn>
                <a:cxn ang="0">
                  <a:pos x="39" y="0"/>
                </a:cxn>
                <a:cxn ang="0">
                  <a:pos x="4" y="0"/>
                </a:cxn>
              </a:cxnLst>
              <a:pathLst>
                <a:path w="43" h="8">
                  <a:moveTo>
                    <a:pt x="4" y="0"/>
                  </a:moveTo>
                  <a:lnTo>
                    <a:pt x="2" y="0"/>
                  </a:lnTo>
                  <a:lnTo>
                    <a:pt x="1" y="1"/>
                  </a:lnTo>
                  <a:lnTo>
                    <a:pt x="0" y="3"/>
                  </a:lnTo>
                  <a:lnTo>
                    <a:pt x="0" y="4"/>
                  </a:lnTo>
                  <a:lnTo>
                    <a:pt x="0" y="5"/>
                  </a:lnTo>
                  <a:lnTo>
                    <a:pt x="0" y="7"/>
                  </a:lnTo>
                  <a:lnTo>
                    <a:pt x="1" y="8"/>
                  </a:lnTo>
                  <a:lnTo>
                    <a:pt x="2" y="8"/>
                  </a:lnTo>
                  <a:lnTo>
                    <a:pt x="37" y="8"/>
                  </a:lnTo>
                  <a:lnTo>
                    <a:pt x="39" y="8"/>
                  </a:lnTo>
                  <a:lnTo>
                    <a:pt x="40" y="8"/>
                  </a:lnTo>
                  <a:lnTo>
                    <a:pt x="42" y="7"/>
                  </a:lnTo>
                  <a:lnTo>
                    <a:pt x="43" y="5"/>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4035" name="Freeform 105"/>
            <p:cNvSpPr/>
            <p:nvPr/>
          </p:nvSpPr>
          <p:spPr>
            <a:xfrm>
              <a:off x="1050" y="2277"/>
              <a:ext cx="43" cy="8"/>
            </a:xfrm>
            <a:custGeom>
              <a:avLst/>
              <a:gdLst/>
              <a:ahLst/>
              <a:cxnLst>
                <a:cxn ang="0">
                  <a:pos x="4" y="0"/>
                </a:cxn>
                <a:cxn ang="0">
                  <a:pos x="2" y="0"/>
                </a:cxn>
                <a:cxn ang="0">
                  <a:pos x="1" y="1"/>
                </a:cxn>
                <a:cxn ang="0">
                  <a:pos x="0" y="3"/>
                </a:cxn>
                <a:cxn ang="0">
                  <a:pos x="0" y="4"/>
                </a:cxn>
                <a:cxn ang="0">
                  <a:pos x="0" y="5"/>
                </a:cxn>
                <a:cxn ang="0">
                  <a:pos x="0" y="7"/>
                </a:cxn>
                <a:cxn ang="0">
                  <a:pos x="1" y="8"/>
                </a:cxn>
                <a:cxn ang="0">
                  <a:pos x="2" y="8"/>
                </a:cxn>
                <a:cxn ang="0">
                  <a:pos x="37" y="8"/>
                </a:cxn>
                <a:cxn ang="0">
                  <a:pos x="39" y="8"/>
                </a:cxn>
                <a:cxn ang="0">
                  <a:pos x="40" y="8"/>
                </a:cxn>
                <a:cxn ang="0">
                  <a:pos x="42" y="7"/>
                </a:cxn>
                <a:cxn ang="0">
                  <a:pos x="43" y="5"/>
                </a:cxn>
                <a:cxn ang="0">
                  <a:pos x="43" y="4"/>
                </a:cxn>
                <a:cxn ang="0">
                  <a:pos x="42" y="3"/>
                </a:cxn>
                <a:cxn ang="0">
                  <a:pos x="40" y="1"/>
                </a:cxn>
                <a:cxn ang="0">
                  <a:pos x="39" y="0"/>
                </a:cxn>
                <a:cxn ang="0">
                  <a:pos x="4" y="0"/>
                </a:cxn>
              </a:cxnLst>
              <a:pathLst>
                <a:path w="43" h="8">
                  <a:moveTo>
                    <a:pt x="4" y="0"/>
                  </a:moveTo>
                  <a:lnTo>
                    <a:pt x="2" y="0"/>
                  </a:lnTo>
                  <a:lnTo>
                    <a:pt x="1" y="1"/>
                  </a:lnTo>
                  <a:lnTo>
                    <a:pt x="0" y="3"/>
                  </a:lnTo>
                  <a:lnTo>
                    <a:pt x="0" y="4"/>
                  </a:lnTo>
                  <a:lnTo>
                    <a:pt x="0" y="5"/>
                  </a:lnTo>
                  <a:lnTo>
                    <a:pt x="0" y="7"/>
                  </a:lnTo>
                  <a:lnTo>
                    <a:pt x="1" y="8"/>
                  </a:lnTo>
                  <a:lnTo>
                    <a:pt x="2" y="8"/>
                  </a:lnTo>
                  <a:lnTo>
                    <a:pt x="37" y="8"/>
                  </a:lnTo>
                  <a:lnTo>
                    <a:pt x="39" y="8"/>
                  </a:lnTo>
                  <a:lnTo>
                    <a:pt x="40" y="8"/>
                  </a:lnTo>
                  <a:lnTo>
                    <a:pt x="42" y="7"/>
                  </a:lnTo>
                  <a:lnTo>
                    <a:pt x="43" y="5"/>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4036" name="Freeform 106"/>
            <p:cNvSpPr/>
            <p:nvPr/>
          </p:nvSpPr>
          <p:spPr>
            <a:xfrm>
              <a:off x="1111" y="2277"/>
              <a:ext cx="43" cy="8"/>
            </a:xfrm>
            <a:custGeom>
              <a:avLst/>
              <a:gdLst/>
              <a:ahLst/>
              <a:cxnLst>
                <a:cxn ang="0">
                  <a:pos x="4" y="0"/>
                </a:cxn>
                <a:cxn ang="0">
                  <a:pos x="2" y="0"/>
                </a:cxn>
                <a:cxn ang="0">
                  <a:pos x="1" y="1"/>
                </a:cxn>
                <a:cxn ang="0">
                  <a:pos x="0" y="3"/>
                </a:cxn>
                <a:cxn ang="0">
                  <a:pos x="0" y="4"/>
                </a:cxn>
                <a:cxn ang="0">
                  <a:pos x="0" y="5"/>
                </a:cxn>
                <a:cxn ang="0">
                  <a:pos x="0" y="7"/>
                </a:cxn>
                <a:cxn ang="0">
                  <a:pos x="1" y="8"/>
                </a:cxn>
                <a:cxn ang="0">
                  <a:pos x="2" y="8"/>
                </a:cxn>
                <a:cxn ang="0">
                  <a:pos x="37" y="8"/>
                </a:cxn>
                <a:cxn ang="0">
                  <a:pos x="39" y="8"/>
                </a:cxn>
                <a:cxn ang="0">
                  <a:pos x="40" y="8"/>
                </a:cxn>
                <a:cxn ang="0">
                  <a:pos x="42" y="7"/>
                </a:cxn>
                <a:cxn ang="0">
                  <a:pos x="43" y="5"/>
                </a:cxn>
                <a:cxn ang="0">
                  <a:pos x="43" y="4"/>
                </a:cxn>
                <a:cxn ang="0">
                  <a:pos x="42" y="3"/>
                </a:cxn>
                <a:cxn ang="0">
                  <a:pos x="40" y="1"/>
                </a:cxn>
                <a:cxn ang="0">
                  <a:pos x="39" y="0"/>
                </a:cxn>
                <a:cxn ang="0">
                  <a:pos x="4" y="0"/>
                </a:cxn>
              </a:cxnLst>
              <a:pathLst>
                <a:path w="43" h="8">
                  <a:moveTo>
                    <a:pt x="4" y="0"/>
                  </a:moveTo>
                  <a:lnTo>
                    <a:pt x="2" y="0"/>
                  </a:lnTo>
                  <a:lnTo>
                    <a:pt x="1" y="1"/>
                  </a:lnTo>
                  <a:lnTo>
                    <a:pt x="0" y="3"/>
                  </a:lnTo>
                  <a:lnTo>
                    <a:pt x="0" y="4"/>
                  </a:lnTo>
                  <a:lnTo>
                    <a:pt x="0" y="5"/>
                  </a:lnTo>
                  <a:lnTo>
                    <a:pt x="0" y="7"/>
                  </a:lnTo>
                  <a:lnTo>
                    <a:pt x="1" y="8"/>
                  </a:lnTo>
                  <a:lnTo>
                    <a:pt x="2" y="8"/>
                  </a:lnTo>
                  <a:lnTo>
                    <a:pt x="37" y="8"/>
                  </a:lnTo>
                  <a:lnTo>
                    <a:pt x="39" y="8"/>
                  </a:lnTo>
                  <a:lnTo>
                    <a:pt x="40" y="8"/>
                  </a:lnTo>
                  <a:lnTo>
                    <a:pt x="42" y="7"/>
                  </a:lnTo>
                  <a:lnTo>
                    <a:pt x="43" y="5"/>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4037" name="Freeform 107"/>
            <p:cNvSpPr/>
            <p:nvPr/>
          </p:nvSpPr>
          <p:spPr>
            <a:xfrm>
              <a:off x="1172" y="2277"/>
              <a:ext cx="43" cy="8"/>
            </a:xfrm>
            <a:custGeom>
              <a:avLst/>
              <a:gdLst/>
              <a:ahLst/>
              <a:cxnLst>
                <a:cxn ang="0">
                  <a:pos x="4" y="0"/>
                </a:cxn>
                <a:cxn ang="0">
                  <a:pos x="2" y="0"/>
                </a:cxn>
                <a:cxn ang="0">
                  <a:pos x="1" y="1"/>
                </a:cxn>
                <a:cxn ang="0">
                  <a:pos x="0" y="3"/>
                </a:cxn>
                <a:cxn ang="0">
                  <a:pos x="0" y="4"/>
                </a:cxn>
                <a:cxn ang="0">
                  <a:pos x="0" y="5"/>
                </a:cxn>
                <a:cxn ang="0">
                  <a:pos x="0" y="7"/>
                </a:cxn>
                <a:cxn ang="0">
                  <a:pos x="1" y="8"/>
                </a:cxn>
                <a:cxn ang="0">
                  <a:pos x="2" y="8"/>
                </a:cxn>
                <a:cxn ang="0">
                  <a:pos x="37" y="8"/>
                </a:cxn>
                <a:cxn ang="0">
                  <a:pos x="39" y="8"/>
                </a:cxn>
                <a:cxn ang="0">
                  <a:pos x="40" y="8"/>
                </a:cxn>
                <a:cxn ang="0">
                  <a:pos x="42" y="7"/>
                </a:cxn>
                <a:cxn ang="0">
                  <a:pos x="43" y="5"/>
                </a:cxn>
                <a:cxn ang="0">
                  <a:pos x="43" y="4"/>
                </a:cxn>
                <a:cxn ang="0">
                  <a:pos x="42" y="3"/>
                </a:cxn>
                <a:cxn ang="0">
                  <a:pos x="40" y="1"/>
                </a:cxn>
                <a:cxn ang="0">
                  <a:pos x="39" y="0"/>
                </a:cxn>
                <a:cxn ang="0">
                  <a:pos x="4" y="0"/>
                </a:cxn>
              </a:cxnLst>
              <a:pathLst>
                <a:path w="43" h="8">
                  <a:moveTo>
                    <a:pt x="4" y="0"/>
                  </a:moveTo>
                  <a:lnTo>
                    <a:pt x="2" y="0"/>
                  </a:lnTo>
                  <a:lnTo>
                    <a:pt x="1" y="1"/>
                  </a:lnTo>
                  <a:lnTo>
                    <a:pt x="0" y="3"/>
                  </a:lnTo>
                  <a:lnTo>
                    <a:pt x="0" y="4"/>
                  </a:lnTo>
                  <a:lnTo>
                    <a:pt x="0" y="5"/>
                  </a:lnTo>
                  <a:lnTo>
                    <a:pt x="0" y="7"/>
                  </a:lnTo>
                  <a:lnTo>
                    <a:pt x="1" y="8"/>
                  </a:lnTo>
                  <a:lnTo>
                    <a:pt x="2" y="8"/>
                  </a:lnTo>
                  <a:lnTo>
                    <a:pt x="37" y="8"/>
                  </a:lnTo>
                  <a:lnTo>
                    <a:pt x="39" y="8"/>
                  </a:lnTo>
                  <a:lnTo>
                    <a:pt x="40" y="8"/>
                  </a:lnTo>
                  <a:lnTo>
                    <a:pt x="42" y="7"/>
                  </a:lnTo>
                  <a:lnTo>
                    <a:pt x="43" y="5"/>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4038" name="Freeform 108"/>
            <p:cNvSpPr/>
            <p:nvPr/>
          </p:nvSpPr>
          <p:spPr>
            <a:xfrm>
              <a:off x="1233" y="2277"/>
              <a:ext cx="23" cy="8"/>
            </a:xfrm>
            <a:custGeom>
              <a:avLst/>
              <a:gdLst/>
              <a:ahLst/>
              <a:cxnLst>
                <a:cxn ang="0">
                  <a:pos x="4" y="0"/>
                </a:cxn>
                <a:cxn ang="0">
                  <a:pos x="2" y="0"/>
                </a:cxn>
                <a:cxn ang="0">
                  <a:pos x="1" y="1"/>
                </a:cxn>
                <a:cxn ang="0">
                  <a:pos x="0" y="3"/>
                </a:cxn>
                <a:cxn ang="0">
                  <a:pos x="0" y="4"/>
                </a:cxn>
                <a:cxn ang="0">
                  <a:pos x="0" y="5"/>
                </a:cxn>
                <a:cxn ang="0">
                  <a:pos x="0" y="7"/>
                </a:cxn>
                <a:cxn ang="0">
                  <a:pos x="1" y="8"/>
                </a:cxn>
                <a:cxn ang="0">
                  <a:pos x="2" y="8"/>
                </a:cxn>
                <a:cxn ang="0">
                  <a:pos x="18" y="8"/>
                </a:cxn>
                <a:cxn ang="0">
                  <a:pos x="20" y="7"/>
                </a:cxn>
                <a:cxn ang="0">
                  <a:pos x="21" y="5"/>
                </a:cxn>
                <a:cxn ang="0">
                  <a:pos x="23" y="4"/>
                </a:cxn>
                <a:cxn ang="0">
                  <a:pos x="21" y="3"/>
                </a:cxn>
                <a:cxn ang="0">
                  <a:pos x="20" y="1"/>
                </a:cxn>
                <a:cxn ang="0">
                  <a:pos x="20" y="0"/>
                </a:cxn>
                <a:cxn ang="0">
                  <a:pos x="4" y="0"/>
                </a:cxn>
              </a:cxnLst>
              <a:pathLst>
                <a:path w="23" h="8">
                  <a:moveTo>
                    <a:pt x="4" y="0"/>
                  </a:moveTo>
                  <a:lnTo>
                    <a:pt x="2" y="0"/>
                  </a:lnTo>
                  <a:lnTo>
                    <a:pt x="1" y="1"/>
                  </a:lnTo>
                  <a:lnTo>
                    <a:pt x="0" y="3"/>
                  </a:lnTo>
                  <a:lnTo>
                    <a:pt x="0" y="4"/>
                  </a:lnTo>
                  <a:lnTo>
                    <a:pt x="0" y="5"/>
                  </a:lnTo>
                  <a:lnTo>
                    <a:pt x="0" y="7"/>
                  </a:lnTo>
                  <a:lnTo>
                    <a:pt x="1" y="8"/>
                  </a:lnTo>
                  <a:lnTo>
                    <a:pt x="2" y="8"/>
                  </a:lnTo>
                  <a:lnTo>
                    <a:pt x="18" y="8"/>
                  </a:lnTo>
                  <a:lnTo>
                    <a:pt x="20" y="7"/>
                  </a:lnTo>
                  <a:lnTo>
                    <a:pt x="21" y="5"/>
                  </a:lnTo>
                  <a:lnTo>
                    <a:pt x="23" y="4"/>
                  </a:lnTo>
                  <a:lnTo>
                    <a:pt x="21" y="3"/>
                  </a:lnTo>
                  <a:lnTo>
                    <a:pt x="20" y="1"/>
                  </a:lnTo>
                  <a:lnTo>
                    <a:pt x="20" y="0"/>
                  </a:lnTo>
                  <a:lnTo>
                    <a:pt x="4" y="0"/>
                  </a:lnTo>
                  <a:close/>
                </a:path>
              </a:pathLst>
            </a:custGeom>
            <a:solidFill>
              <a:srgbClr val="000000">
                <a:alpha val="100000"/>
              </a:srgbClr>
            </a:solidFill>
            <a:ln w="9525">
              <a:noFill/>
            </a:ln>
          </p:spPr>
          <p:txBody>
            <a:bodyPr/>
            <a:p>
              <a:endParaRPr lang="zh-CN" altLang="en-US"/>
            </a:p>
          </p:txBody>
        </p:sp>
      </p:grpSp>
      <p:grpSp>
        <p:nvGrpSpPr>
          <p:cNvPr id="83997" name="Group 109"/>
          <p:cNvGrpSpPr/>
          <p:nvPr/>
        </p:nvGrpSpPr>
        <p:grpSpPr>
          <a:xfrm>
            <a:off x="1763713" y="2338388"/>
            <a:ext cx="115887" cy="331787"/>
            <a:chOff x="1247" y="2076"/>
            <a:chExt cx="73" cy="209"/>
          </a:xfrm>
        </p:grpSpPr>
        <p:sp>
          <p:nvSpPr>
            <p:cNvPr id="84028" name="Freeform 110"/>
            <p:cNvSpPr/>
            <p:nvPr/>
          </p:nvSpPr>
          <p:spPr>
            <a:xfrm>
              <a:off x="1247" y="2243"/>
              <a:ext cx="19" cy="42"/>
            </a:xfrm>
            <a:custGeom>
              <a:avLst/>
              <a:gdLst/>
              <a:ahLst/>
              <a:cxnLst>
                <a:cxn ang="0">
                  <a:pos x="0" y="38"/>
                </a:cxn>
                <a:cxn ang="0">
                  <a:pos x="0" y="38"/>
                </a:cxn>
                <a:cxn ang="0">
                  <a:pos x="2" y="39"/>
                </a:cxn>
                <a:cxn ang="0">
                  <a:pos x="3" y="41"/>
                </a:cxn>
                <a:cxn ang="0">
                  <a:pos x="4" y="42"/>
                </a:cxn>
                <a:cxn ang="0">
                  <a:pos x="6" y="41"/>
                </a:cxn>
                <a:cxn ang="0">
                  <a:pos x="7" y="39"/>
                </a:cxn>
                <a:cxn ang="0">
                  <a:pos x="9" y="39"/>
                </a:cxn>
                <a:cxn ang="0">
                  <a:pos x="19" y="6"/>
                </a:cxn>
                <a:cxn ang="0">
                  <a:pos x="19" y="5"/>
                </a:cxn>
                <a:cxn ang="0">
                  <a:pos x="19" y="3"/>
                </a:cxn>
                <a:cxn ang="0">
                  <a:pos x="18" y="2"/>
                </a:cxn>
                <a:cxn ang="0">
                  <a:pos x="16" y="0"/>
                </a:cxn>
                <a:cxn ang="0">
                  <a:pos x="15" y="0"/>
                </a:cxn>
                <a:cxn ang="0">
                  <a:pos x="13" y="2"/>
                </a:cxn>
                <a:cxn ang="0">
                  <a:pos x="12" y="3"/>
                </a:cxn>
                <a:cxn ang="0">
                  <a:pos x="10" y="5"/>
                </a:cxn>
                <a:cxn ang="0">
                  <a:pos x="0" y="38"/>
                </a:cxn>
              </a:cxnLst>
              <a:pathLst>
                <a:path w="19" h="42">
                  <a:moveTo>
                    <a:pt x="0" y="38"/>
                  </a:moveTo>
                  <a:lnTo>
                    <a:pt x="0" y="38"/>
                  </a:lnTo>
                  <a:lnTo>
                    <a:pt x="2" y="39"/>
                  </a:lnTo>
                  <a:lnTo>
                    <a:pt x="3" y="41"/>
                  </a:lnTo>
                  <a:lnTo>
                    <a:pt x="4" y="42"/>
                  </a:lnTo>
                  <a:lnTo>
                    <a:pt x="6" y="41"/>
                  </a:lnTo>
                  <a:lnTo>
                    <a:pt x="7" y="39"/>
                  </a:lnTo>
                  <a:lnTo>
                    <a:pt x="9" y="39"/>
                  </a:lnTo>
                  <a:lnTo>
                    <a:pt x="19" y="6"/>
                  </a:lnTo>
                  <a:lnTo>
                    <a:pt x="19" y="5"/>
                  </a:lnTo>
                  <a:lnTo>
                    <a:pt x="19" y="3"/>
                  </a:lnTo>
                  <a:lnTo>
                    <a:pt x="18" y="2"/>
                  </a:lnTo>
                  <a:lnTo>
                    <a:pt x="16" y="0"/>
                  </a:lnTo>
                  <a:lnTo>
                    <a:pt x="15" y="0"/>
                  </a:lnTo>
                  <a:lnTo>
                    <a:pt x="13" y="2"/>
                  </a:lnTo>
                  <a:lnTo>
                    <a:pt x="12" y="3"/>
                  </a:lnTo>
                  <a:lnTo>
                    <a:pt x="10" y="5"/>
                  </a:lnTo>
                  <a:lnTo>
                    <a:pt x="0" y="38"/>
                  </a:lnTo>
                  <a:close/>
                </a:path>
              </a:pathLst>
            </a:custGeom>
            <a:solidFill>
              <a:srgbClr val="000000">
                <a:alpha val="100000"/>
              </a:srgbClr>
            </a:solidFill>
            <a:ln w="9525">
              <a:noFill/>
            </a:ln>
          </p:spPr>
          <p:txBody>
            <a:bodyPr/>
            <a:p>
              <a:endParaRPr lang="zh-CN" altLang="en-US"/>
            </a:p>
          </p:txBody>
        </p:sp>
        <p:sp>
          <p:nvSpPr>
            <p:cNvPr id="84029" name="Freeform 111"/>
            <p:cNvSpPr/>
            <p:nvPr/>
          </p:nvSpPr>
          <p:spPr>
            <a:xfrm>
              <a:off x="1266" y="2185"/>
              <a:ext cx="19" cy="42"/>
            </a:xfrm>
            <a:custGeom>
              <a:avLst/>
              <a:gdLst/>
              <a:ahLst/>
              <a:cxnLst>
                <a:cxn ang="0">
                  <a:pos x="0" y="36"/>
                </a:cxn>
                <a:cxn ang="0">
                  <a:pos x="0" y="38"/>
                </a:cxn>
                <a:cxn ang="0">
                  <a:pos x="0" y="39"/>
                </a:cxn>
                <a:cxn ang="0">
                  <a:pos x="1" y="41"/>
                </a:cxn>
                <a:cxn ang="0">
                  <a:pos x="3" y="42"/>
                </a:cxn>
                <a:cxn ang="0">
                  <a:pos x="4" y="42"/>
                </a:cxn>
                <a:cxn ang="0">
                  <a:pos x="6" y="41"/>
                </a:cxn>
                <a:cxn ang="0">
                  <a:pos x="7" y="39"/>
                </a:cxn>
                <a:cxn ang="0">
                  <a:pos x="9" y="38"/>
                </a:cxn>
                <a:cxn ang="0">
                  <a:pos x="19" y="6"/>
                </a:cxn>
                <a:cxn ang="0">
                  <a:pos x="19" y="4"/>
                </a:cxn>
                <a:cxn ang="0">
                  <a:pos x="19" y="3"/>
                </a:cxn>
                <a:cxn ang="0">
                  <a:pos x="17" y="1"/>
                </a:cxn>
                <a:cxn ang="0">
                  <a:pos x="16" y="0"/>
                </a:cxn>
                <a:cxn ang="0">
                  <a:pos x="15" y="0"/>
                </a:cxn>
                <a:cxn ang="0">
                  <a:pos x="13" y="1"/>
                </a:cxn>
                <a:cxn ang="0">
                  <a:pos x="12" y="3"/>
                </a:cxn>
                <a:cxn ang="0">
                  <a:pos x="10" y="4"/>
                </a:cxn>
                <a:cxn ang="0">
                  <a:pos x="0" y="36"/>
                </a:cxn>
              </a:cxnLst>
              <a:pathLst>
                <a:path w="19" h="42">
                  <a:moveTo>
                    <a:pt x="0" y="36"/>
                  </a:moveTo>
                  <a:lnTo>
                    <a:pt x="0" y="38"/>
                  </a:lnTo>
                  <a:lnTo>
                    <a:pt x="0" y="39"/>
                  </a:lnTo>
                  <a:lnTo>
                    <a:pt x="1" y="41"/>
                  </a:lnTo>
                  <a:lnTo>
                    <a:pt x="3" y="42"/>
                  </a:lnTo>
                  <a:lnTo>
                    <a:pt x="4" y="42"/>
                  </a:lnTo>
                  <a:lnTo>
                    <a:pt x="6" y="41"/>
                  </a:lnTo>
                  <a:lnTo>
                    <a:pt x="7" y="39"/>
                  </a:lnTo>
                  <a:lnTo>
                    <a:pt x="9" y="38"/>
                  </a:lnTo>
                  <a:lnTo>
                    <a:pt x="19" y="6"/>
                  </a:lnTo>
                  <a:lnTo>
                    <a:pt x="19" y="4"/>
                  </a:lnTo>
                  <a:lnTo>
                    <a:pt x="19" y="3"/>
                  </a:lnTo>
                  <a:lnTo>
                    <a:pt x="17" y="1"/>
                  </a:lnTo>
                  <a:lnTo>
                    <a:pt x="16" y="0"/>
                  </a:lnTo>
                  <a:lnTo>
                    <a:pt x="15" y="0"/>
                  </a:lnTo>
                  <a:lnTo>
                    <a:pt x="13" y="1"/>
                  </a:lnTo>
                  <a:lnTo>
                    <a:pt x="12" y="3"/>
                  </a:lnTo>
                  <a:lnTo>
                    <a:pt x="10" y="4"/>
                  </a:lnTo>
                  <a:lnTo>
                    <a:pt x="0" y="36"/>
                  </a:lnTo>
                  <a:close/>
                </a:path>
              </a:pathLst>
            </a:custGeom>
            <a:solidFill>
              <a:srgbClr val="000000">
                <a:alpha val="100000"/>
              </a:srgbClr>
            </a:solidFill>
            <a:ln w="9525">
              <a:noFill/>
            </a:ln>
          </p:spPr>
          <p:txBody>
            <a:bodyPr/>
            <a:p>
              <a:endParaRPr lang="zh-CN" altLang="en-US"/>
            </a:p>
          </p:txBody>
        </p:sp>
        <p:sp>
          <p:nvSpPr>
            <p:cNvPr id="84030" name="Freeform 112"/>
            <p:cNvSpPr/>
            <p:nvPr/>
          </p:nvSpPr>
          <p:spPr>
            <a:xfrm>
              <a:off x="1285" y="2127"/>
              <a:ext cx="19" cy="42"/>
            </a:xfrm>
            <a:custGeom>
              <a:avLst/>
              <a:gdLst/>
              <a:ahLst/>
              <a:cxnLst>
                <a:cxn ang="0">
                  <a:pos x="0" y="36"/>
                </a:cxn>
                <a:cxn ang="0">
                  <a:pos x="0" y="38"/>
                </a:cxn>
                <a:cxn ang="0">
                  <a:pos x="0" y="39"/>
                </a:cxn>
                <a:cxn ang="0">
                  <a:pos x="1" y="40"/>
                </a:cxn>
                <a:cxn ang="0">
                  <a:pos x="3" y="42"/>
                </a:cxn>
                <a:cxn ang="0">
                  <a:pos x="4" y="42"/>
                </a:cxn>
                <a:cxn ang="0">
                  <a:pos x="6" y="40"/>
                </a:cxn>
                <a:cxn ang="0">
                  <a:pos x="7" y="39"/>
                </a:cxn>
                <a:cxn ang="0">
                  <a:pos x="9" y="38"/>
                </a:cxn>
                <a:cxn ang="0">
                  <a:pos x="19" y="6"/>
                </a:cxn>
                <a:cxn ang="0">
                  <a:pos x="19" y="4"/>
                </a:cxn>
                <a:cxn ang="0">
                  <a:pos x="17" y="3"/>
                </a:cxn>
                <a:cxn ang="0">
                  <a:pos x="16" y="1"/>
                </a:cxn>
                <a:cxn ang="0">
                  <a:pos x="14" y="0"/>
                </a:cxn>
                <a:cxn ang="0">
                  <a:pos x="13" y="0"/>
                </a:cxn>
                <a:cxn ang="0">
                  <a:pos x="12" y="1"/>
                </a:cxn>
                <a:cxn ang="0">
                  <a:pos x="10" y="3"/>
                </a:cxn>
                <a:cxn ang="0">
                  <a:pos x="10" y="4"/>
                </a:cxn>
                <a:cxn ang="0">
                  <a:pos x="0" y="36"/>
                </a:cxn>
              </a:cxnLst>
              <a:pathLst>
                <a:path w="19" h="42">
                  <a:moveTo>
                    <a:pt x="0" y="36"/>
                  </a:moveTo>
                  <a:lnTo>
                    <a:pt x="0" y="38"/>
                  </a:lnTo>
                  <a:lnTo>
                    <a:pt x="0" y="39"/>
                  </a:lnTo>
                  <a:lnTo>
                    <a:pt x="1" y="40"/>
                  </a:lnTo>
                  <a:lnTo>
                    <a:pt x="3" y="42"/>
                  </a:lnTo>
                  <a:lnTo>
                    <a:pt x="4" y="42"/>
                  </a:lnTo>
                  <a:lnTo>
                    <a:pt x="6" y="40"/>
                  </a:lnTo>
                  <a:lnTo>
                    <a:pt x="7" y="39"/>
                  </a:lnTo>
                  <a:lnTo>
                    <a:pt x="9" y="38"/>
                  </a:lnTo>
                  <a:lnTo>
                    <a:pt x="19" y="6"/>
                  </a:lnTo>
                  <a:lnTo>
                    <a:pt x="19" y="4"/>
                  </a:lnTo>
                  <a:lnTo>
                    <a:pt x="17" y="3"/>
                  </a:lnTo>
                  <a:lnTo>
                    <a:pt x="16" y="1"/>
                  </a:lnTo>
                  <a:lnTo>
                    <a:pt x="14" y="0"/>
                  </a:lnTo>
                  <a:lnTo>
                    <a:pt x="13" y="0"/>
                  </a:lnTo>
                  <a:lnTo>
                    <a:pt x="12" y="1"/>
                  </a:lnTo>
                  <a:lnTo>
                    <a:pt x="10" y="3"/>
                  </a:lnTo>
                  <a:lnTo>
                    <a:pt x="10" y="4"/>
                  </a:lnTo>
                  <a:lnTo>
                    <a:pt x="0" y="36"/>
                  </a:lnTo>
                  <a:close/>
                </a:path>
              </a:pathLst>
            </a:custGeom>
            <a:solidFill>
              <a:srgbClr val="000000">
                <a:alpha val="100000"/>
              </a:srgbClr>
            </a:solidFill>
            <a:ln w="9525">
              <a:noFill/>
            </a:ln>
          </p:spPr>
          <p:txBody>
            <a:bodyPr/>
            <a:p>
              <a:endParaRPr lang="zh-CN" altLang="en-US"/>
            </a:p>
          </p:txBody>
        </p:sp>
        <p:sp>
          <p:nvSpPr>
            <p:cNvPr id="84031" name="Freeform 113"/>
            <p:cNvSpPr/>
            <p:nvPr/>
          </p:nvSpPr>
          <p:spPr>
            <a:xfrm>
              <a:off x="1302" y="2076"/>
              <a:ext cx="18" cy="35"/>
            </a:xfrm>
            <a:custGeom>
              <a:avLst/>
              <a:gdLst/>
              <a:ahLst/>
              <a:cxnLst>
                <a:cxn ang="0">
                  <a:pos x="0" y="29"/>
                </a:cxn>
                <a:cxn ang="0">
                  <a:pos x="0" y="30"/>
                </a:cxn>
                <a:cxn ang="0">
                  <a:pos x="2" y="32"/>
                </a:cxn>
                <a:cxn ang="0">
                  <a:pos x="3" y="33"/>
                </a:cxn>
                <a:cxn ang="0">
                  <a:pos x="5" y="35"/>
                </a:cxn>
                <a:cxn ang="0">
                  <a:pos x="6" y="35"/>
                </a:cxn>
                <a:cxn ang="0">
                  <a:pos x="8" y="33"/>
                </a:cxn>
                <a:cxn ang="0">
                  <a:pos x="9" y="32"/>
                </a:cxn>
                <a:cxn ang="0">
                  <a:pos x="9" y="30"/>
                </a:cxn>
                <a:cxn ang="0">
                  <a:pos x="18" y="6"/>
                </a:cxn>
                <a:cxn ang="0">
                  <a:pos x="18" y="4"/>
                </a:cxn>
                <a:cxn ang="0">
                  <a:pos x="16" y="3"/>
                </a:cxn>
                <a:cxn ang="0">
                  <a:pos x="15" y="1"/>
                </a:cxn>
                <a:cxn ang="0">
                  <a:pos x="13" y="0"/>
                </a:cxn>
                <a:cxn ang="0">
                  <a:pos x="12" y="1"/>
                </a:cxn>
                <a:cxn ang="0">
                  <a:pos x="10" y="3"/>
                </a:cxn>
                <a:cxn ang="0">
                  <a:pos x="9" y="4"/>
                </a:cxn>
                <a:cxn ang="0">
                  <a:pos x="0" y="29"/>
                </a:cxn>
              </a:cxnLst>
              <a:pathLst>
                <a:path w="18" h="35">
                  <a:moveTo>
                    <a:pt x="0" y="29"/>
                  </a:moveTo>
                  <a:lnTo>
                    <a:pt x="0" y="30"/>
                  </a:lnTo>
                  <a:lnTo>
                    <a:pt x="2" y="32"/>
                  </a:lnTo>
                  <a:lnTo>
                    <a:pt x="3" y="33"/>
                  </a:lnTo>
                  <a:lnTo>
                    <a:pt x="5" y="35"/>
                  </a:lnTo>
                  <a:lnTo>
                    <a:pt x="6" y="35"/>
                  </a:lnTo>
                  <a:lnTo>
                    <a:pt x="8" y="33"/>
                  </a:lnTo>
                  <a:lnTo>
                    <a:pt x="9" y="32"/>
                  </a:lnTo>
                  <a:lnTo>
                    <a:pt x="9" y="30"/>
                  </a:lnTo>
                  <a:lnTo>
                    <a:pt x="18" y="6"/>
                  </a:lnTo>
                  <a:lnTo>
                    <a:pt x="18" y="4"/>
                  </a:lnTo>
                  <a:lnTo>
                    <a:pt x="16" y="3"/>
                  </a:lnTo>
                  <a:lnTo>
                    <a:pt x="15" y="1"/>
                  </a:lnTo>
                  <a:lnTo>
                    <a:pt x="13" y="0"/>
                  </a:lnTo>
                  <a:lnTo>
                    <a:pt x="12" y="1"/>
                  </a:lnTo>
                  <a:lnTo>
                    <a:pt x="10" y="3"/>
                  </a:lnTo>
                  <a:lnTo>
                    <a:pt x="9" y="4"/>
                  </a:lnTo>
                  <a:lnTo>
                    <a:pt x="0" y="29"/>
                  </a:lnTo>
                  <a:close/>
                </a:path>
              </a:pathLst>
            </a:custGeom>
            <a:solidFill>
              <a:srgbClr val="000000">
                <a:alpha val="100000"/>
              </a:srgbClr>
            </a:solidFill>
            <a:ln w="9525">
              <a:noFill/>
            </a:ln>
          </p:spPr>
          <p:txBody>
            <a:bodyPr/>
            <a:p>
              <a:endParaRPr lang="zh-CN" altLang="en-US"/>
            </a:p>
          </p:txBody>
        </p:sp>
      </p:grpSp>
      <p:sp>
        <p:nvSpPr>
          <p:cNvPr id="83998" name="Line 115"/>
          <p:cNvSpPr/>
          <p:nvPr/>
        </p:nvSpPr>
        <p:spPr>
          <a:xfrm>
            <a:off x="4789488" y="2347913"/>
            <a:ext cx="101600" cy="319087"/>
          </a:xfrm>
          <a:prstGeom prst="line">
            <a:avLst/>
          </a:prstGeom>
          <a:ln w="14288" cap="flat" cmpd="sng">
            <a:solidFill>
              <a:srgbClr val="000000"/>
            </a:solidFill>
            <a:prstDash val="solid"/>
            <a:headEnd type="none" w="med" len="med"/>
            <a:tailEnd type="none" w="med" len="med"/>
          </a:ln>
        </p:spPr>
      </p:sp>
      <p:sp>
        <p:nvSpPr>
          <p:cNvPr id="83999" name="Line 116"/>
          <p:cNvSpPr/>
          <p:nvPr/>
        </p:nvSpPr>
        <p:spPr>
          <a:xfrm>
            <a:off x="4860925" y="2635250"/>
            <a:ext cx="403225" cy="1588"/>
          </a:xfrm>
          <a:prstGeom prst="line">
            <a:avLst/>
          </a:prstGeom>
          <a:ln w="14288" cap="flat" cmpd="sng">
            <a:solidFill>
              <a:srgbClr val="000000"/>
            </a:solidFill>
            <a:prstDash val="solid"/>
            <a:headEnd type="none" w="med" len="med"/>
            <a:tailEnd type="none" w="med" len="med"/>
          </a:ln>
        </p:spPr>
      </p:sp>
      <p:sp>
        <p:nvSpPr>
          <p:cNvPr id="84000" name="Line 117"/>
          <p:cNvSpPr/>
          <p:nvPr/>
        </p:nvSpPr>
        <p:spPr>
          <a:xfrm flipV="1">
            <a:off x="5292725" y="2316163"/>
            <a:ext cx="101600" cy="319087"/>
          </a:xfrm>
          <a:prstGeom prst="line">
            <a:avLst/>
          </a:prstGeom>
          <a:ln w="14288" cap="flat" cmpd="sng">
            <a:solidFill>
              <a:srgbClr val="000000"/>
            </a:solidFill>
            <a:prstDash val="solid"/>
            <a:headEnd type="none" w="med" len="med"/>
            <a:tailEnd type="none" w="med" len="med"/>
          </a:ln>
        </p:spPr>
      </p:sp>
      <p:sp>
        <p:nvSpPr>
          <p:cNvPr id="84001" name="Line 118"/>
          <p:cNvSpPr/>
          <p:nvPr/>
        </p:nvSpPr>
        <p:spPr>
          <a:xfrm>
            <a:off x="5405438" y="2317750"/>
            <a:ext cx="1873250" cy="0"/>
          </a:xfrm>
          <a:prstGeom prst="line">
            <a:avLst/>
          </a:prstGeom>
          <a:ln w="14288" cap="flat" cmpd="sng">
            <a:solidFill>
              <a:srgbClr val="000000"/>
            </a:solidFill>
            <a:prstDash val="solid"/>
            <a:headEnd type="none" w="med" len="med"/>
            <a:tailEnd type="none" w="med" len="med"/>
          </a:ln>
        </p:spPr>
      </p:sp>
      <p:sp>
        <p:nvSpPr>
          <p:cNvPr id="84002" name="Line 120"/>
          <p:cNvSpPr/>
          <p:nvPr/>
        </p:nvSpPr>
        <p:spPr>
          <a:xfrm>
            <a:off x="7278688" y="2317750"/>
            <a:ext cx="101600" cy="319088"/>
          </a:xfrm>
          <a:prstGeom prst="line">
            <a:avLst/>
          </a:prstGeom>
          <a:ln w="14288" cap="flat" cmpd="sng">
            <a:solidFill>
              <a:srgbClr val="000000"/>
            </a:solidFill>
            <a:prstDash val="solid"/>
            <a:headEnd type="none" w="med" len="med"/>
            <a:tailEnd type="none" w="med" len="med"/>
          </a:ln>
        </p:spPr>
      </p:sp>
      <p:sp>
        <p:nvSpPr>
          <p:cNvPr id="84003" name="Line 121"/>
          <p:cNvSpPr/>
          <p:nvPr/>
        </p:nvSpPr>
        <p:spPr>
          <a:xfrm>
            <a:off x="7380288" y="2635250"/>
            <a:ext cx="403225" cy="1588"/>
          </a:xfrm>
          <a:prstGeom prst="line">
            <a:avLst/>
          </a:prstGeom>
          <a:ln w="14288" cap="flat" cmpd="sng">
            <a:solidFill>
              <a:srgbClr val="000000"/>
            </a:solidFill>
            <a:prstDash val="solid"/>
            <a:headEnd type="none" w="med" len="med"/>
            <a:tailEnd type="none" w="med" len="med"/>
          </a:ln>
        </p:spPr>
      </p:sp>
      <p:sp>
        <p:nvSpPr>
          <p:cNvPr id="84004" name="Line 122"/>
          <p:cNvSpPr/>
          <p:nvPr/>
        </p:nvSpPr>
        <p:spPr>
          <a:xfrm flipV="1">
            <a:off x="7740650" y="2317750"/>
            <a:ext cx="100013" cy="319088"/>
          </a:xfrm>
          <a:prstGeom prst="line">
            <a:avLst/>
          </a:prstGeom>
          <a:ln w="14288" cap="flat" cmpd="sng">
            <a:solidFill>
              <a:srgbClr val="000000"/>
            </a:solidFill>
            <a:prstDash val="solid"/>
            <a:headEnd type="none" w="med" len="med"/>
            <a:tailEnd type="none" w="med" len="med"/>
          </a:ln>
        </p:spPr>
      </p:sp>
      <p:sp>
        <p:nvSpPr>
          <p:cNvPr id="84005" name="Line 123"/>
          <p:cNvSpPr/>
          <p:nvPr/>
        </p:nvSpPr>
        <p:spPr>
          <a:xfrm flipV="1">
            <a:off x="7812088" y="2349500"/>
            <a:ext cx="1079500" cy="0"/>
          </a:xfrm>
          <a:prstGeom prst="line">
            <a:avLst/>
          </a:prstGeom>
          <a:ln w="14288" cap="flat" cmpd="sng">
            <a:solidFill>
              <a:srgbClr val="000000"/>
            </a:solidFill>
            <a:prstDash val="solid"/>
            <a:headEnd type="none" w="med" len="med"/>
            <a:tailEnd type="none" w="med" len="med"/>
          </a:ln>
        </p:spPr>
      </p:sp>
      <p:sp>
        <p:nvSpPr>
          <p:cNvPr id="84006" name="Rectangle 213"/>
          <p:cNvSpPr/>
          <p:nvPr/>
        </p:nvSpPr>
        <p:spPr>
          <a:xfrm>
            <a:off x="5581650" y="2563813"/>
            <a:ext cx="10668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新开始计数值</a:t>
            </a:r>
            <a:endParaRPr lang="zh-CN" altLang="en-US" sz="1800" b="0" dirty="0">
              <a:solidFill>
                <a:schemeClr val="tx1"/>
              </a:solidFill>
              <a:latin typeface="Arial" panose="020B0604020202020204" pitchFamily="34" charset="0"/>
            </a:endParaRPr>
          </a:p>
        </p:txBody>
      </p:sp>
      <p:grpSp>
        <p:nvGrpSpPr>
          <p:cNvPr id="84007" name="Group 214"/>
          <p:cNvGrpSpPr/>
          <p:nvPr/>
        </p:nvGrpSpPr>
        <p:grpSpPr>
          <a:xfrm>
            <a:off x="5364163" y="2492375"/>
            <a:ext cx="200025" cy="158750"/>
            <a:chOff x="3159" y="2990"/>
            <a:chExt cx="126" cy="100"/>
          </a:xfrm>
        </p:grpSpPr>
        <p:sp>
          <p:nvSpPr>
            <p:cNvPr id="84026" name="Line 215"/>
            <p:cNvSpPr/>
            <p:nvPr/>
          </p:nvSpPr>
          <p:spPr>
            <a:xfrm>
              <a:off x="3230" y="3045"/>
              <a:ext cx="55" cy="45"/>
            </a:xfrm>
            <a:prstGeom prst="line">
              <a:avLst/>
            </a:prstGeom>
            <a:ln w="14288" cap="flat" cmpd="sng">
              <a:solidFill>
                <a:srgbClr val="000000"/>
              </a:solidFill>
              <a:prstDash val="solid"/>
              <a:headEnd type="none" w="med" len="med"/>
              <a:tailEnd type="none" w="med" len="med"/>
            </a:ln>
          </p:spPr>
        </p:sp>
        <p:sp>
          <p:nvSpPr>
            <p:cNvPr id="84027" name="Freeform 216"/>
            <p:cNvSpPr/>
            <p:nvPr/>
          </p:nvSpPr>
          <p:spPr>
            <a:xfrm>
              <a:off x="3159" y="2990"/>
              <a:ext cx="95" cy="83"/>
            </a:xfrm>
            <a:custGeom>
              <a:avLst/>
              <a:gdLst/>
              <a:ahLst/>
              <a:cxnLst>
                <a:cxn ang="0">
                  <a:pos x="95" y="33"/>
                </a:cxn>
                <a:cxn ang="0">
                  <a:pos x="0" y="0"/>
                </a:cxn>
                <a:cxn ang="0">
                  <a:pos x="55" y="83"/>
                </a:cxn>
                <a:cxn ang="0">
                  <a:pos x="95" y="33"/>
                </a:cxn>
              </a:cxnLst>
              <a:pathLst>
                <a:path w="95" h="83">
                  <a:moveTo>
                    <a:pt x="95" y="33"/>
                  </a:moveTo>
                  <a:lnTo>
                    <a:pt x="0" y="0"/>
                  </a:lnTo>
                  <a:lnTo>
                    <a:pt x="55" y="83"/>
                  </a:lnTo>
                  <a:lnTo>
                    <a:pt x="95" y="33"/>
                  </a:lnTo>
                  <a:close/>
                </a:path>
              </a:pathLst>
            </a:custGeom>
            <a:solidFill>
              <a:srgbClr val="000000">
                <a:alpha val="100000"/>
              </a:srgbClr>
            </a:solidFill>
            <a:ln w="9525">
              <a:noFill/>
            </a:ln>
          </p:spPr>
          <p:txBody>
            <a:bodyPr/>
            <a:p>
              <a:endParaRPr lang="zh-CN" altLang="en-US"/>
            </a:p>
          </p:txBody>
        </p:sp>
      </p:grpSp>
      <p:sp>
        <p:nvSpPr>
          <p:cNvPr id="84008" name="Line 217"/>
          <p:cNvSpPr/>
          <p:nvPr/>
        </p:nvSpPr>
        <p:spPr>
          <a:xfrm>
            <a:off x="779463" y="1619250"/>
            <a:ext cx="254000" cy="1588"/>
          </a:xfrm>
          <a:prstGeom prst="line">
            <a:avLst/>
          </a:prstGeom>
          <a:ln w="14288" cap="flat" cmpd="sng">
            <a:solidFill>
              <a:srgbClr val="000000"/>
            </a:solidFill>
            <a:prstDash val="solid"/>
            <a:headEnd type="none" w="med" len="med"/>
            <a:tailEnd type="none" w="med" len="med"/>
          </a:ln>
        </p:spPr>
      </p:sp>
      <p:sp>
        <p:nvSpPr>
          <p:cNvPr id="84009" name="Line 218"/>
          <p:cNvSpPr/>
          <p:nvPr/>
        </p:nvSpPr>
        <p:spPr>
          <a:xfrm>
            <a:off x="4213225" y="908050"/>
            <a:ext cx="0" cy="1727200"/>
          </a:xfrm>
          <a:prstGeom prst="line">
            <a:avLst/>
          </a:prstGeom>
          <a:ln w="9525" cap="flat" cmpd="sng">
            <a:solidFill>
              <a:schemeClr val="tx1"/>
            </a:solidFill>
            <a:prstDash val="dash"/>
            <a:headEnd type="none" w="med" len="med"/>
            <a:tailEnd type="none" w="med" len="med"/>
          </a:ln>
        </p:spPr>
      </p:sp>
      <p:sp>
        <p:nvSpPr>
          <p:cNvPr id="84010" name="Line 219"/>
          <p:cNvSpPr/>
          <p:nvPr/>
        </p:nvSpPr>
        <p:spPr>
          <a:xfrm>
            <a:off x="4789488" y="908050"/>
            <a:ext cx="0" cy="1800225"/>
          </a:xfrm>
          <a:prstGeom prst="line">
            <a:avLst/>
          </a:prstGeom>
          <a:ln w="9525" cap="flat" cmpd="sng">
            <a:solidFill>
              <a:schemeClr val="tx1"/>
            </a:solidFill>
            <a:prstDash val="dash"/>
            <a:headEnd type="none" w="med" len="med"/>
            <a:tailEnd type="none" w="med" len="med"/>
          </a:ln>
        </p:spPr>
      </p:sp>
      <p:sp>
        <p:nvSpPr>
          <p:cNvPr id="84011" name="Line 221"/>
          <p:cNvSpPr/>
          <p:nvPr/>
        </p:nvSpPr>
        <p:spPr>
          <a:xfrm>
            <a:off x="4314825" y="1873250"/>
            <a:ext cx="403225" cy="1588"/>
          </a:xfrm>
          <a:prstGeom prst="line">
            <a:avLst/>
          </a:prstGeom>
          <a:ln w="14288" cap="flat" cmpd="sng">
            <a:solidFill>
              <a:srgbClr val="000000"/>
            </a:solidFill>
            <a:prstDash val="solid"/>
            <a:headEnd type="none" w="med" len="med"/>
            <a:tailEnd type="none" w="med" len="med"/>
          </a:ln>
        </p:spPr>
      </p:sp>
      <p:sp>
        <p:nvSpPr>
          <p:cNvPr id="84012" name="Line 222"/>
          <p:cNvSpPr/>
          <p:nvPr/>
        </p:nvSpPr>
        <p:spPr>
          <a:xfrm flipH="1" flipV="1">
            <a:off x="4213225" y="1555750"/>
            <a:ext cx="101600" cy="317500"/>
          </a:xfrm>
          <a:prstGeom prst="line">
            <a:avLst/>
          </a:prstGeom>
          <a:ln w="14288" cap="flat" cmpd="sng">
            <a:solidFill>
              <a:srgbClr val="000000"/>
            </a:solidFill>
            <a:prstDash val="solid"/>
            <a:headEnd type="none" w="med" len="med"/>
            <a:tailEnd type="none" w="med" len="med"/>
          </a:ln>
        </p:spPr>
      </p:sp>
      <p:sp>
        <p:nvSpPr>
          <p:cNvPr id="84013" name="Line 223"/>
          <p:cNvSpPr/>
          <p:nvPr/>
        </p:nvSpPr>
        <p:spPr>
          <a:xfrm flipV="1">
            <a:off x="4718050" y="1555750"/>
            <a:ext cx="101600" cy="317500"/>
          </a:xfrm>
          <a:prstGeom prst="line">
            <a:avLst/>
          </a:prstGeom>
          <a:ln w="14288" cap="flat" cmpd="sng">
            <a:solidFill>
              <a:srgbClr val="000000"/>
            </a:solidFill>
            <a:prstDash val="solid"/>
            <a:headEnd type="none" w="med" len="med"/>
            <a:tailEnd type="none" w="med" len="med"/>
          </a:ln>
        </p:spPr>
      </p:sp>
      <p:sp>
        <p:nvSpPr>
          <p:cNvPr id="84014" name="Line 224"/>
          <p:cNvSpPr/>
          <p:nvPr/>
        </p:nvSpPr>
        <p:spPr>
          <a:xfrm flipV="1">
            <a:off x="4819650" y="1555750"/>
            <a:ext cx="3786188" cy="1588"/>
          </a:xfrm>
          <a:prstGeom prst="line">
            <a:avLst/>
          </a:prstGeom>
          <a:ln w="14288" cap="flat" cmpd="sng">
            <a:solidFill>
              <a:srgbClr val="000000"/>
            </a:solidFill>
            <a:prstDash val="solid"/>
            <a:headEnd type="none" w="med" len="med"/>
            <a:tailEnd type="none" w="med" len="med"/>
          </a:ln>
        </p:spPr>
      </p:sp>
      <p:sp>
        <p:nvSpPr>
          <p:cNvPr id="84015" name="Line 225"/>
          <p:cNvSpPr/>
          <p:nvPr/>
        </p:nvSpPr>
        <p:spPr>
          <a:xfrm>
            <a:off x="2914650" y="979488"/>
            <a:ext cx="0" cy="1655762"/>
          </a:xfrm>
          <a:prstGeom prst="line">
            <a:avLst/>
          </a:prstGeom>
          <a:ln w="9525" cap="flat" cmpd="sng">
            <a:solidFill>
              <a:schemeClr val="tx1"/>
            </a:solidFill>
            <a:prstDash val="dash"/>
            <a:headEnd type="none" w="med" len="med"/>
            <a:tailEnd type="none" w="med" len="med"/>
          </a:ln>
        </p:spPr>
      </p:sp>
      <p:sp>
        <p:nvSpPr>
          <p:cNvPr id="84016" name="Line 226"/>
          <p:cNvSpPr/>
          <p:nvPr/>
        </p:nvSpPr>
        <p:spPr>
          <a:xfrm>
            <a:off x="5437188" y="908050"/>
            <a:ext cx="0" cy="1800225"/>
          </a:xfrm>
          <a:prstGeom prst="line">
            <a:avLst/>
          </a:prstGeom>
          <a:ln w="9525" cap="flat" cmpd="sng">
            <a:solidFill>
              <a:schemeClr val="tx1"/>
            </a:solidFill>
            <a:prstDash val="dash"/>
            <a:headEnd type="none" w="med" len="med"/>
            <a:tailEnd type="none" w="med" len="med"/>
          </a:ln>
        </p:spPr>
      </p:sp>
      <p:sp>
        <p:nvSpPr>
          <p:cNvPr id="84017" name="Line 227"/>
          <p:cNvSpPr/>
          <p:nvPr/>
        </p:nvSpPr>
        <p:spPr>
          <a:xfrm>
            <a:off x="6013450" y="979488"/>
            <a:ext cx="0" cy="1800225"/>
          </a:xfrm>
          <a:prstGeom prst="line">
            <a:avLst/>
          </a:prstGeom>
          <a:ln w="9525" cap="flat" cmpd="sng">
            <a:solidFill>
              <a:schemeClr val="tx1"/>
            </a:solidFill>
            <a:prstDash val="dash"/>
            <a:headEnd type="none" w="med" len="med"/>
            <a:tailEnd type="none" w="med" len="med"/>
          </a:ln>
        </p:spPr>
      </p:sp>
      <p:sp>
        <p:nvSpPr>
          <p:cNvPr id="84018" name="Line 228"/>
          <p:cNvSpPr/>
          <p:nvPr/>
        </p:nvSpPr>
        <p:spPr>
          <a:xfrm>
            <a:off x="6589713" y="979488"/>
            <a:ext cx="0" cy="1800225"/>
          </a:xfrm>
          <a:prstGeom prst="line">
            <a:avLst/>
          </a:prstGeom>
          <a:ln w="9525" cap="flat" cmpd="sng">
            <a:solidFill>
              <a:schemeClr val="tx1"/>
            </a:solidFill>
            <a:prstDash val="dash"/>
            <a:headEnd type="none" w="med" len="med"/>
            <a:tailEnd type="none" w="med" len="med"/>
          </a:ln>
        </p:spPr>
      </p:sp>
      <p:sp>
        <p:nvSpPr>
          <p:cNvPr id="84019" name="Line 229"/>
          <p:cNvSpPr/>
          <p:nvPr/>
        </p:nvSpPr>
        <p:spPr>
          <a:xfrm>
            <a:off x="7237413" y="979488"/>
            <a:ext cx="0" cy="1800225"/>
          </a:xfrm>
          <a:prstGeom prst="line">
            <a:avLst/>
          </a:prstGeom>
          <a:ln w="9525" cap="flat" cmpd="sng">
            <a:solidFill>
              <a:schemeClr val="tx1"/>
            </a:solidFill>
            <a:prstDash val="dash"/>
            <a:headEnd type="none" w="med" len="med"/>
            <a:tailEnd type="none" w="med" len="med"/>
          </a:ln>
        </p:spPr>
      </p:sp>
      <p:sp>
        <p:nvSpPr>
          <p:cNvPr id="84020" name="Rectangle 230"/>
          <p:cNvSpPr/>
          <p:nvPr/>
        </p:nvSpPr>
        <p:spPr>
          <a:xfrm>
            <a:off x="7453313" y="24193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4021" name="Rectangle 231"/>
          <p:cNvSpPr/>
          <p:nvPr/>
        </p:nvSpPr>
        <p:spPr>
          <a:xfrm>
            <a:off x="7885113" y="24193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84022" name="Rectangle 232"/>
          <p:cNvSpPr/>
          <p:nvPr/>
        </p:nvSpPr>
        <p:spPr>
          <a:xfrm>
            <a:off x="4356100" y="1627188"/>
            <a:ext cx="3302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N=4</a:t>
            </a:r>
            <a:endParaRPr lang="en-US" altLang="zh-CN" sz="1800" b="0" dirty="0">
              <a:solidFill>
                <a:schemeClr val="tx1"/>
              </a:solidFill>
              <a:latin typeface="Arial" panose="020B0604020202020204" pitchFamily="34" charset="0"/>
            </a:endParaRPr>
          </a:p>
        </p:txBody>
      </p:sp>
      <p:sp>
        <p:nvSpPr>
          <p:cNvPr id="84023" name="Line 234"/>
          <p:cNvSpPr/>
          <p:nvPr/>
        </p:nvSpPr>
        <p:spPr>
          <a:xfrm flipH="1" flipV="1">
            <a:off x="3924300" y="1844675"/>
            <a:ext cx="360363" cy="2232025"/>
          </a:xfrm>
          <a:prstGeom prst="line">
            <a:avLst/>
          </a:prstGeom>
          <a:ln w="9525" cap="flat" cmpd="sng">
            <a:solidFill>
              <a:srgbClr val="FF3300"/>
            </a:solidFill>
            <a:prstDash val="solid"/>
            <a:headEnd type="none" w="med" len="med"/>
            <a:tailEnd type="triangle" w="med" len="med"/>
          </a:ln>
        </p:spPr>
      </p:sp>
      <p:sp>
        <p:nvSpPr>
          <p:cNvPr id="84024" name="Line 235"/>
          <p:cNvSpPr/>
          <p:nvPr/>
        </p:nvSpPr>
        <p:spPr>
          <a:xfrm flipH="1" flipV="1">
            <a:off x="4859338" y="2708275"/>
            <a:ext cx="576262" cy="3025775"/>
          </a:xfrm>
          <a:prstGeom prst="line">
            <a:avLst/>
          </a:prstGeom>
          <a:ln w="9525" cap="flat" cmpd="sng">
            <a:solidFill>
              <a:srgbClr val="FF3300"/>
            </a:solidFill>
            <a:prstDash val="solid"/>
            <a:headEnd type="none" w="med" len="med"/>
            <a:tailEnd type="triangle" w="med" len="med"/>
          </a:ln>
        </p:spPr>
      </p:sp>
      <p:sp>
        <p:nvSpPr>
          <p:cNvPr id="84025" name="Line 225"/>
          <p:cNvSpPr/>
          <p:nvPr/>
        </p:nvSpPr>
        <p:spPr>
          <a:xfrm>
            <a:off x="3563938" y="981075"/>
            <a:ext cx="0" cy="1655763"/>
          </a:xfrm>
          <a:prstGeom prst="line">
            <a:avLst/>
          </a:prstGeom>
          <a:ln w="9525" cap="flat" cmpd="sng">
            <a:solidFill>
              <a:schemeClr val="tx1"/>
            </a:solidFill>
            <a:prstDash val="dash"/>
            <a:headEnd type="none" w="med" len="med"/>
            <a:tailEnd type="none" w="med" len="med"/>
          </a:ln>
        </p:spPr>
      </p:sp>
    </p:spTree>
  </p:cSld>
  <p:clrMapOvr>
    <a:masterClrMapping/>
  </p:clrMapOvr>
  <p:transition spd="slow">
    <p:zoom/>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84994" name="Text Box 2"/>
          <p:cNvSpPr txBox="1"/>
          <p:nvPr/>
        </p:nvSpPr>
        <p:spPr>
          <a:xfrm>
            <a:off x="395288" y="836613"/>
            <a:ext cx="8569325" cy="5478462"/>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eaLnBrk="1" hangingPunct="1">
              <a:lnSpc>
                <a:spcPct val="100000"/>
              </a:lnSpc>
              <a:spcBef>
                <a:spcPct val="50000"/>
              </a:spcBef>
              <a:spcAft>
                <a:spcPct val="0"/>
              </a:spcAft>
              <a:buClr>
                <a:srgbClr val="CCECFF"/>
              </a:buClr>
              <a:buSzPct val="70000"/>
              <a:buNone/>
            </a:pPr>
            <a:r>
              <a:rPr lang="zh-CN" altLang="en-US" dirty="0">
                <a:solidFill>
                  <a:schemeClr val="tx1"/>
                </a:solidFill>
                <a:latin typeface="宋体" panose="02010600030101010101" pitchFamily="2" charset="-122"/>
              </a:rPr>
              <a:t>例：设</a:t>
            </a:r>
            <a:r>
              <a:rPr lang="en-US" altLang="zh-CN" dirty="0">
                <a:solidFill>
                  <a:schemeClr val="tx1"/>
                </a:solidFill>
                <a:latin typeface="宋体" panose="02010600030101010101" pitchFamily="2" charset="-122"/>
              </a:rPr>
              <a:t>8253</a:t>
            </a:r>
            <a:r>
              <a:rPr lang="zh-CN" altLang="en-US" dirty="0">
                <a:solidFill>
                  <a:schemeClr val="tx1"/>
                </a:solidFill>
                <a:latin typeface="宋体" panose="02010600030101010101" pitchFamily="2" charset="-122"/>
              </a:rPr>
              <a:t>计数器</a:t>
            </a:r>
            <a:r>
              <a:rPr lang="en-US" altLang="zh-CN" dirty="0">
                <a:solidFill>
                  <a:schemeClr val="tx1"/>
                </a:solidFill>
                <a:latin typeface="宋体" panose="02010600030101010101" pitchFamily="2" charset="-122"/>
              </a:rPr>
              <a:t>0</a:t>
            </a:r>
            <a:r>
              <a:rPr lang="zh-CN" altLang="en-US" dirty="0">
                <a:solidFill>
                  <a:schemeClr val="tx1"/>
                </a:solidFill>
                <a:latin typeface="宋体" panose="02010600030101010101" pitchFamily="2" charset="-122"/>
              </a:rPr>
              <a:t>工作于方式</a:t>
            </a:r>
            <a:r>
              <a:rPr lang="en-US" altLang="zh-CN" dirty="0">
                <a:solidFill>
                  <a:schemeClr val="tx1"/>
                </a:solidFill>
                <a:latin typeface="宋体" panose="02010600030101010101" pitchFamily="2" charset="-122"/>
              </a:rPr>
              <a:t>2</a:t>
            </a:r>
            <a:r>
              <a:rPr lang="zh-CN" altLang="en-US" dirty="0">
                <a:solidFill>
                  <a:schemeClr val="tx1"/>
                </a:solidFill>
                <a:latin typeface="宋体" panose="02010600030101010101" pitchFamily="2" charset="-122"/>
              </a:rPr>
              <a:t>，按二进制计数，计数初值为</a:t>
            </a:r>
            <a:r>
              <a:rPr lang="en-US" altLang="zh-CN" dirty="0">
                <a:solidFill>
                  <a:schemeClr val="tx1"/>
                </a:solidFill>
                <a:latin typeface="宋体" panose="02010600030101010101" pitchFamily="2" charset="-122"/>
              </a:rPr>
              <a:t>0304H</a:t>
            </a:r>
            <a:r>
              <a:rPr lang="zh-CN" altLang="en-US" dirty="0">
                <a:solidFill>
                  <a:schemeClr val="tx1"/>
                </a:solidFill>
                <a:latin typeface="宋体" panose="02010600030101010101" pitchFamily="2" charset="-122"/>
              </a:rPr>
              <a:t>。</a:t>
            </a:r>
            <a:endParaRPr lang="zh-CN" altLang="en-US" dirty="0">
              <a:solidFill>
                <a:schemeClr val="tx1"/>
              </a:solidFill>
              <a:latin typeface="宋体" panose="02010600030101010101" pitchFamily="2" charset="-122"/>
            </a:endParaRPr>
          </a:p>
          <a:p>
            <a:pPr marL="0" lvl="0" indent="0" algn="just" eaLnBrk="1" hangingPunct="1">
              <a:lnSpc>
                <a:spcPct val="100000"/>
              </a:lnSpc>
              <a:spcBef>
                <a:spcPct val="50000"/>
              </a:spcBef>
              <a:spcAft>
                <a:spcPct val="0"/>
              </a:spcAft>
              <a:buClr>
                <a:srgbClr val="CCECFF"/>
              </a:buClr>
              <a:buSzPct val="70000"/>
              <a:buNone/>
            </a:pPr>
            <a:r>
              <a:rPr lang="en-US" altLang="zh-CN" dirty="0">
                <a:solidFill>
                  <a:schemeClr val="tx1"/>
                </a:solidFill>
                <a:latin typeface="宋体" panose="02010600030101010101" pitchFamily="2" charset="-122"/>
              </a:rPr>
              <a:t>MOV	AL</a:t>
            </a:r>
            <a:r>
              <a:rPr lang="zh-CN" altLang="en-US" dirty="0">
                <a:solidFill>
                  <a:schemeClr val="tx1"/>
                </a:solidFill>
                <a:latin typeface="宋体" panose="02010600030101010101" pitchFamily="2" charset="-122"/>
              </a:rPr>
              <a:t>，</a:t>
            </a:r>
            <a:r>
              <a:rPr lang="en-US" altLang="zh-CN" dirty="0">
                <a:solidFill>
                  <a:schemeClr val="tx1"/>
                </a:solidFill>
                <a:latin typeface="宋体" panose="02010600030101010101" pitchFamily="2" charset="-122"/>
              </a:rPr>
              <a:t>00110100B	</a:t>
            </a:r>
            <a:r>
              <a:rPr lang="zh-CN" altLang="en-US" dirty="0">
                <a:solidFill>
                  <a:schemeClr val="tx1"/>
                </a:solidFill>
                <a:latin typeface="宋体" panose="02010600030101010101" pitchFamily="2" charset="-122"/>
              </a:rPr>
              <a:t>；先读</a:t>
            </a:r>
            <a:r>
              <a:rPr lang="en-US" altLang="zh-CN" dirty="0">
                <a:solidFill>
                  <a:schemeClr val="tx1"/>
                </a:solidFill>
                <a:latin typeface="宋体" panose="02010600030101010101" pitchFamily="2" charset="-122"/>
              </a:rPr>
              <a:t>/</a:t>
            </a:r>
            <a:r>
              <a:rPr lang="zh-CN" altLang="en-US" dirty="0">
                <a:solidFill>
                  <a:schemeClr val="tx1"/>
                </a:solidFill>
                <a:latin typeface="宋体" panose="02010600030101010101" pitchFamily="2" charset="-122"/>
              </a:rPr>
              <a:t>写低</a:t>
            </a:r>
            <a:r>
              <a:rPr lang="en-US" altLang="zh-CN" dirty="0">
                <a:solidFill>
                  <a:schemeClr val="tx1"/>
                </a:solidFill>
                <a:latin typeface="宋体" panose="02010600030101010101" pitchFamily="2" charset="-122"/>
              </a:rPr>
              <a:t>8</a:t>
            </a:r>
            <a:r>
              <a:rPr lang="zh-CN" altLang="en-US" dirty="0">
                <a:solidFill>
                  <a:schemeClr val="tx1"/>
                </a:solidFill>
                <a:latin typeface="宋体" panose="02010600030101010101" pitchFamily="2" charset="-122"/>
              </a:rPr>
              <a:t>位；再读写高</a:t>
            </a:r>
            <a:r>
              <a:rPr lang="en-US" altLang="zh-CN" dirty="0">
                <a:solidFill>
                  <a:schemeClr val="tx1"/>
                </a:solidFill>
                <a:latin typeface="宋体" panose="02010600030101010101" pitchFamily="2" charset="-122"/>
              </a:rPr>
              <a:t>8</a:t>
            </a:r>
            <a:endParaRPr lang="en-US" altLang="zh-CN" dirty="0">
              <a:solidFill>
                <a:schemeClr val="tx1"/>
              </a:solidFill>
              <a:latin typeface="宋体" panose="02010600030101010101" pitchFamily="2" charset="-122"/>
            </a:endParaRPr>
          </a:p>
          <a:p>
            <a:pPr marL="0" lvl="0" indent="0" algn="just" eaLnBrk="1" hangingPunct="1">
              <a:lnSpc>
                <a:spcPct val="100000"/>
              </a:lnSpc>
              <a:spcBef>
                <a:spcPct val="50000"/>
              </a:spcBef>
              <a:spcAft>
                <a:spcPct val="0"/>
              </a:spcAft>
              <a:buClr>
                <a:srgbClr val="CCECFF"/>
              </a:buClr>
              <a:buSzPct val="70000"/>
              <a:buNone/>
            </a:pPr>
            <a:r>
              <a:rPr lang="en-US" altLang="zh-CN" dirty="0">
                <a:solidFill>
                  <a:schemeClr val="tx1"/>
                </a:solidFill>
                <a:latin typeface="宋体" panose="02010600030101010101" pitchFamily="2" charset="-122"/>
              </a:rPr>
              <a:t>              </a:t>
            </a:r>
            <a:r>
              <a:rPr lang="zh-CN" altLang="en-US" dirty="0">
                <a:solidFill>
                  <a:schemeClr val="tx1"/>
                </a:solidFill>
                <a:latin typeface="宋体" panose="02010600030101010101" pitchFamily="2" charset="-122"/>
              </a:rPr>
              <a:t>位，方式</a:t>
            </a:r>
            <a:r>
              <a:rPr lang="en-US" altLang="zh-CN" dirty="0">
                <a:solidFill>
                  <a:schemeClr val="tx1"/>
                </a:solidFill>
                <a:latin typeface="宋体" panose="02010600030101010101" pitchFamily="2" charset="-122"/>
              </a:rPr>
              <a:t>2</a:t>
            </a:r>
            <a:r>
              <a:rPr lang="zh-CN" altLang="en-US" dirty="0">
                <a:solidFill>
                  <a:schemeClr val="tx1"/>
                </a:solidFill>
                <a:latin typeface="宋体" panose="02010600030101010101" pitchFamily="2" charset="-122"/>
              </a:rPr>
              <a:t>，二进制。</a:t>
            </a:r>
            <a:endParaRPr lang="zh-CN" altLang="en-US" dirty="0">
              <a:solidFill>
                <a:schemeClr val="tx1"/>
              </a:solidFill>
              <a:latin typeface="宋体" panose="02010600030101010101" pitchFamily="2" charset="-122"/>
            </a:endParaRPr>
          </a:p>
          <a:p>
            <a:pPr marL="0" lvl="0" indent="0" algn="just" eaLnBrk="1" hangingPunct="1">
              <a:lnSpc>
                <a:spcPct val="100000"/>
              </a:lnSpc>
              <a:spcBef>
                <a:spcPct val="50000"/>
              </a:spcBef>
              <a:spcAft>
                <a:spcPct val="0"/>
              </a:spcAft>
              <a:buClr>
                <a:srgbClr val="CCECFF"/>
              </a:buClr>
              <a:buSzPct val="70000"/>
              <a:buNone/>
            </a:pPr>
            <a:r>
              <a:rPr lang="en-US" altLang="zh-CN" dirty="0">
                <a:solidFill>
                  <a:schemeClr val="tx1"/>
                </a:solidFill>
                <a:latin typeface="宋体" panose="02010600030101010101" pitchFamily="2" charset="-122"/>
              </a:rPr>
              <a:t>OUT	43H</a:t>
            </a:r>
            <a:r>
              <a:rPr lang="zh-CN" altLang="en-US" dirty="0">
                <a:solidFill>
                  <a:schemeClr val="tx1"/>
                </a:solidFill>
                <a:latin typeface="宋体" panose="02010600030101010101" pitchFamily="2" charset="-122"/>
              </a:rPr>
              <a:t>，</a:t>
            </a:r>
            <a:r>
              <a:rPr lang="en-US" altLang="zh-CN" dirty="0">
                <a:solidFill>
                  <a:schemeClr val="tx1"/>
                </a:solidFill>
                <a:latin typeface="宋体" panose="02010600030101010101" pitchFamily="2" charset="-122"/>
              </a:rPr>
              <a:t>AL</a:t>
            </a:r>
            <a:endParaRPr lang="en-US" altLang="zh-CN" dirty="0">
              <a:solidFill>
                <a:schemeClr val="tx1"/>
              </a:solidFill>
              <a:latin typeface="宋体" panose="02010600030101010101" pitchFamily="2" charset="-122"/>
            </a:endParaRPr>
          </a:p>
          <a:p>
            <a:pPr marL="0" lvl="0" indent="0" algn="just" eaLnBrk="1" hangingPunct="1">
              <a:lnSpc>
                <a:spcPct val="100000"/>
              </a:lnSpc>
              <a:spcBef>
                <a:spcPct val="50000"/>
              </a:spcBef>
              <a:spcAft>
                <a:spcPct val="0"/>
              </a:spcAft>
              <a:buClr>
                <a:srgbClr val="CCECFF"/>
              </a:buClr>
              <a:buSzPct val="70000"/>
              <a:buNone/>
            </a:pPr>
            <a:r>
              <a:rPr lang="en-US" altLang="zh-CN" dirty="0">
                <a:solidFill>
                  <a:schemeClr val="tx1"/>
                </a:solidFill>
                <a:latin typeface="宋体" panose="02010600030101010101" pitchFamily="2" charset="-122"/>
              </a:rPr>
              <a:t>MOV 	AL</a:t>
            </a:r>
            <a:r>
              <a:rPr lang="zh-CN" altLang="en-US" dirty="0">
                <a:solidFill>
                  <a:schemeClr val="tx1"/>
                </a:solidFill>
                <a:latin typeface="宋体" panose="02010600030101010101" pitchFamily="2" charset="-122"/>
              </a:rPr>
              <a:t>，</a:t>
            </a:r>
            <a:r>
              <a:rPr lang="en-US" altLang="zh-CN" dirty="0">
                <a:solidFill>
                  <a:schemeClr val="tx1"/>
                </a:solidFill>
                <a:latin typeface="宋体" panose="02010600030101010101" pitchFamily="2" charset="-122"/>
              </a:rPr>
              <a:t>04H  </a:t>
            </a:r>
            <a:r>
              <a:rPr lang="zh-CN" altLang="en-US" dirty="0">
                <a:solidFill>
                  <a:schemeClr val="tx1"/>
                </a:solidFill>
                <a:latin typeface="宋体" panose="02010600030101010101" pitchFamily="2" charset="-122"/>
              </a:rPr>
              <a:t>；送计数值低字节</a:t>
            </a:r>
            <a:endParaRPr lang="zh-CN" altLang="en-US" dirty="0">
              <a:solidFill>
                <a:schemeClr val="tx1"/>
              </a:solidFill>
              <a:latin typeface="宋体" panose="02010600030101010101" pitchFamily="2" charset="-122"/>
            </a:endParaRPr>
          </a:p>
          <a:p>
            <a:pPr marL="0" lvl="0" indent="0" algn="just" eaLnBrk="1" hangingPunct="1">
              <a:lnSpc>
                <a:spcPct val="100000"/>
              </a:lnSpc>
              <a:spcBef>
                <a:spcPct val="50000"/>
              </a:spcBef>
              <a:spcAft>
                <a:spcPct val="0"/>
              </a:spcAft>
              <a:buClr>
                <a:srgbClr val="CCECFF"/>
              </a:buClr>
              <a:buSzPct val="70000"/>
              <a:buNone/>
            </a:pPr>
            <a:r>
              <a:rPr lang="en-US" altLang="zh-CN" dirty="0">
                <a:solidFill>
                  <a:schemeClr val="tx1"/>
                </a:solidFill>
                <a:latin typeface="宋体" panose="02010600030101010101" pitchFamily="2" charset="-122"/>
              </a:rPr>
              <a:t>OUT 	40H</a:t>
            </a:r>
            <a:r>
              <a:rPr lang="zh-CN" altLang="en-US" dirty="0">
                <a:solidFill>
                  <a:schemeClr val="tx1"/>
                </a:solidFill>
                <a:latin typeface="宋体" panose="02010600030101010101" pitchFamily="2" charset="-122"/>
              </a:rPr>
              <a:t>，</a:t>
            </a:r>
            <a:r>
              <a:rPr lang="en-US" altLang="zh-CN" dirty="0">
                <a:solidFill>
                  <a:schemeClr val="tx1"/>
                </a:solidFill>
                <a:latin typeface="宋体" panose="02010600030101010101" pitchFamily="2" charset="-122"/>
              </a:rPr>
              <a:t>AL  </a:t>
            </a:r>
            <a:endParaRPr lang="en-US" altLang="zh-CN" dirty="0">
              <a:solidFill>
                <a:schemeClr val="tx1"/>
              </a:solidFill>
              <a:latin typeface="宋体" panose="02010600030101010101" pitchFamily="2" charset="-122"/>
            </a:endParaRPr>
          </a:p>
          <a:p>
            <a:pPr marL="0" lvl="0" indent="0" algn="just" eaLnBrk="1" hangingPunct="1">
              <a:lnSpc>
                <a:spcPct val="100000"/>
              </a:lnSpc>
              <a:spcBef>
                <a:spcPct val="50000"/>
              </a:spcBef>
              <a:spcAft>
                <a:spcPct val="0"/>
              </a:spcAft>
              <a:buClr>
                <a:srgbClr val="CCECFF"/>
              </a:buClr>
              <a:buSzPct val="70000"/>
              <a:buNone/>
            </a:pPr>
            <a:r>
              <a:rPr lang="en-US" altLang="zh-CN" dirty="0">
                <a:solidFill>
                  <a:schemeClr val="tx1"/>
                </a:solidFill>
                <a:latin typeface="宋体" panose="02010600030101010101" pitchFamily="2" charset="-122"/>
              </a:rPr>
              <a:t>MOV 	AL</a:t>
            </a:r>
            <a:r>
              <a:rPr lang="zh-CN" altLang="en-US" dirty="0">
                <a:solidFill>
                  <a:schemeClr val="tx1"/>
                </a:solidFill>
                <a:latin typeface="宋体" panose="02010600030101010101" pitchFamily="2" charset="-122"/>
              </a:rPr>
              <a:t>，</a:t>
            </a:r>
            <a:r>
              <a:rPr lang="en-US" altLang="zh-CN" dirty="0">
                <a:solidFill>
                  <a:schemeClr val="tx1"/>
                </a:solidFill>
                <a:latin typeface="宋体" panose="02010600030101010101" pitchFamily="2" charset="-122"/>
              </a:rPr>
              <a:t>03H  </a:t>
            </a:r>
            <a:r>
              <a:rPr lang="zh-CN" altLang="en-US" dirty="0">
                <a:solidFill>
                  <a:schemeClr val="tx1"/>
                </a:solidFill>
                <a:latin typeface="宋体" panose="02010600030101010101" pitchFamily="2" charset="-122"/>
              </a:rPr>
              <a:t>；如只有低</a:t>
            </a:r>
            <a:r>
              <a:rPr lang="en-US" altLang="zh-CN" dirty="0">
                <a:solidFill>
                  <a:schemeClr val="tx1"/>
                </a:solidFill>
                <a:latin typeface="宋体" panose="02010600030101010101" pitchFamily="2" charset="-122"/>
              </a:rPr>
              <a:t>8</a:t>
            </a:r>
            <a:r>
              <a:rPr lang="zh-CN" altLang="en-US" dirty="0">
                <a:solidFill>
                  <a:schemeClr val="tx1"/>
                </a:solidFill>
                <a:latin typeface="宋体" panose="02010600030101010101" pitchFamily="2" charset="-122"/>
              </a:rPr>
              <a:t>位，不要这两条指令</a:t>
            </a:r>
            <a:endParaRPr lang="zh-CN" altLang="en-US" dirty="0">
              <a:solidFill>
                <a:schemeClr val="tx1"/>
              </a:solidFill>
              <a:latin typeface="宋体" panose="02010600030101010101" pitchFamily="2" charset="-122"/>
            </a:endParaRPr>
          </a:p>
          <a:p>
            <a:pPr marL="0" lvl="0" indent="0" algn="just" eaLnBrk="1" hangingPunct="1">
              <a:lnSpc>
                <a:spcPct val="100000"/>
              </a:lnSpc>
              <a:spcBef>
                <a:spcPct val="50000"/>
              </a:spcBef>
              <a:spcAft>
                <a:spcPct val="0"/>
              </a:spcAft>
              <a:buClr>
                <a:srgbClr val="CCECFF"/>
              </a:buClr>
              <a:buSzPct val="70000"/>
              <a:buNone/>
            </a:pPr>
            <a:r>
              <a:rPr lang="en-US" altLang="zh-CN" dirty="0">
                <a:solidFill>
                  <a:schemeClr val="tx1"/>
                </a:solidFill>
                <a:latin typeface="宋体" panose="02010600030101010101" pitchFamily="2" charset="-122"/>
              </a:rPr>
              <a:t>OUT 	40H</a:t>
            </a:r>
            <a:r>
              <a:rPr lang="zh-CN" altLang="en-US" dirty="0">
                <a:solidFill>
                  <a:schemeClr val="tx1"/>
                </a:solidFill>
                <a:latin typeface="宋体" panose="02010600030101010101" pitchFamily="2" charset="-122"/>
              </a:rPr>
              <a:t>，</a:t>
            </a:r>
            <a:r>
              <a:rPr lang="en-US" altLang="zh-CN" dirty="0">
                <a:solidFill>
                  <a:schemeClr val="tx1"/>
                </a:solidFill>
                <a:latin typeface="宋体" panose="02010600030101010101" pitchFamily="2" charset="-122"/>
              </a:rPr>
              <a:t>AL  </a:t>
            </a:r>
            <a:r>
              <a:rPr lang="zh-CN" altLang="en-US" dirty="0">
                <a:solidFill>
                  <a:schemeClr val="tx1"/>
                </a:solidFill>
                <a:latin typeface="宋体" panose="02010600030101010101" pitchFamily="2" charset="-122"/>
              </a:rPr>
              <a:t>；送计数值高字节</a:t>
            </a:r>
            <a:endParaRPr lang="zh-CN" altLang="en-US" dirty="0">
              <a:solidFill>
                <a:schemeClr val="tx1"/>
              </a:solidFill>
              <a:latin typeface="宋体" panose="02010600030101010101" pitchFamily="2" charset="-122"/>
            </a:endParaRPr>
          </a:p>
        </p:txBody>
      </p:sp>
    </p:spTree>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86018" name="Rectangle 5"/>
          <p:cNvSpPr/>
          <p:nvPr/>
        </p:nvSpPr>
        <p:spPr>
          <a:xfrm>
            <a:off x="539750" y="1557338"/>
            <a:ext cx="34607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CLK</a:t>
            </a:r>
            <a:endParaRPr lang="en-US" altLang="zh-CN" sz="1800" b="0" dirty="0">
              <a:solidFill>
                <a:schemeClr val="tx1"/>
              </a:solidFill>
              <a:latin typeface="Arial" panose="020B0604020202020204" pitchFamily="34" charset="0"/>
            </a:endParaRPr>
          </a:p>
        </p:txBody>
      </p:sp>
      <p:sp>
        <p:nvSpPr>
          <p:cNvPr id="86019" name="Rectangle 6"/>
          <p:cNvSpPr/>
          <p:nvPr/>
        </p:nvSpPr>
        <p:spPr>
          <a:xfrm>
            <a:off x="582613" y="1855788"/>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86020" name="Rectangle 7"/>
          <p:cNvSpPr/>
          <p:nvPr/>
        </p:nvSpPr>
        <p:spPr>
          <a:xfrm>
            <a:off x="409575" y="2154238"/>
            <a:ext cx="484188"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86021" name="Rectangle 8"/>
          <p:cNvSpPr/>
          <p:nvPr/>
        </p:nvSpPr>
        <p:spPr>
          <a:xfrm>
            <a:off x="536575" y="2549525"/>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86022" name="Rectangle 9"/>
          <p:cNvSpPr/>
          <p:nvPr/>
        </p:nvSpPr>
        <p:spPr>
          <a:xfrm>
            <a:off x="250825" y="2865438"/>
            <a:ext cx="290513"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a:t>
            </a:r>
            <a:endParaRPr lang="en-US" altLang="zh-CN" sz="1800" b="0" dirty="0">
              <a:solidFill>
                <a:schemeClr val="tx1"/>
              </a:solidFill>
              <a:latin typeface="Arial" panose="020B0604020202020204" pitchFamily="34" charset="0"/>
            </a:endParaRPr>
          </a:p>
        </p:txBody>
      </p:sp>
      <p:sp>
        <p:nvSpPr>
          <p:cNvPr id="86023" name="Rectangle 10"/>
          <p:cNvSpPr/>
          <p:nvPr/>
        </p:nvSpPr>
        <p:spPr>
          <a:xfrm>
            <a:off x="533400" y="2871788"/>
            <a:ext cx="3556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奇数</a:t>
            </a:r>
            <a:endParaRPr lang="zh-CN" altLang="en-US" sz="1800" b="0" dirty="0">
              <a:solidFill>
                <a:schemeClr val="tx1"/>
              </a:solidFill>
              <a:latin typeface="Arial" panose="020B0604020202020204" pitchFamily="34" charset="0"/>
            </a:endParaRPr>
          </a:p>
        </p:txBody>
      </p:sp>
      <p:sp>
        <p:nvSpPr>
          <p:cNvPr id="86024" name="Rectangle 11"/>
          <p:cNvSpPr/>
          <p:nvPr/>
        </p:nvSpPr>
        <p:spPr>
          <a:xfrm>
            <a:off x="900113" y="2865438"/>
            <a:ext cx="58737"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a:t>
            </a:r>
            <a:endParaRPr lang="en-US" altLang="zh-CN" sz="1800" b="0" dirty="0">
              <a:solidFill>
                <a:schemeClr val="tx1"/>
              </a:solidFill>
              <a:latin typeface="Arial" panose="020B0604020202020204" pitchFamily="34" charset="0"/>
            </a:endParaRPr>
          </a:p>
        </p:txBody>
      </p:sp>
      <p:sp>
        <p:nvSpPr>
          <p:cNvPr id="86025" name="Rectangle 12"/>
          <p:cNvSpPr/>
          <p:nvPr/>
        </p:nvSpPr>
        <p:spPr>
          <a:xfrm>
            <a:off x="476250" y="3175000"/>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86026" name="Rectangle 13"/>
          <p:cNvSpPr/>
          <p:nvPr/>
        </p:nvSpPr>
        <p:spPr>
          <a:xfrm>
            <a:off x="250825" y="3462338"/>
            <a:ext cx="290513"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a:t>
            </a:r>
            <a:endParaRPr lang="en-US" altLang="zh-CN" sz="1800" b="0" dirty="0">
              <a:solidFill>
                <a:schemeClr val="tx1"/>
              </a:solidFill>
              <a:latin typeface="Arial" panose="020B0604020202020204" pitchFamily="34" charset="0"/>
            </a:endParaRPr>
          </a:p>
        </p:txBody>
      </p:sp>
      <p:sp>
        <p:nvSpPr>
          <p:cNvPr id="86027" name="Rectangle 14"/>
          <p:cNvSpPr/>
          <p:nvPr/>
        </p:nvSpPr>
        <p:spPr>
          <a:xfrm>
            <a:off x="533400" y="3468688"/>
            <a:ext cx="3556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偶数</a:t>
            </a:r>
            <a:endParaRPr lang="zh-CN" altLang="en-US" sz="1800" b="0" dirty="0">
              <a:solidFill>
                <a:schemeClr val="tx1"/>
              </a:solidFill>
              <a:latin typeface="Arial" panose="020B0604020202020204" pitchFamily="34" charset="0"/>
            </a:endParaRPr>
          </a:p>
        </p:txBody>
      </p:sp>
      <p:sp>
        <p:nvSpPr>
          <p:cNvPr id="86028" name="Line 15"/>
          <p:cNvSpPr/>
          <p:nvPr/>
        </p:nvSpPr>
        <p:spPr>
          <a:xfrm>
            <a:off x="619125" y="1855788"/>
            <a:ext cx="215900" cy="1587"/>
          </a:xfrm>
          <a:prstGeom prst="line">
            <a:avLst/>
          </a:prstGeom>
          <a:ln w="14288" cap="flat" cmpd="sng">
            <a:solidFill>
              <a:srgbClr val="000000"/>
            </a:solidFill>
            <a:prstDash val="solid"/>
            <a:headEnd type="none" w="med" len="med"/>
            <a:tailEnd type="none" w="med" len="med"/>
          </a:ln>
        </p:spPr>
      </p:sp>
      <p:sp>
        <p:nvSpPr>
          <p:cNvPr id="86029" name="Rectangle 16"/>
          <p:cNvSpPr/>
          <p:nvPr/>
        </p:nvSpPr>
        <p:spPr>
          <a:xfrm>
            <a:off x="1544638" y="2246313"/>
            <a:ext cx="1003300" cy="4762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6030" name="Rectangle 17"/>
          <p:cNvSpPr/>
          <p:nvPr/>
        </p:nvSpPr>
        <p:spPr>
          <a:xfrm>
            <a:off x="1690688" y="2355850"/>
            <a:ext cx="5334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高电平</a:t>
            </a:r>
            <a:endParaRPr lang="zh-CN" altLang="en-US" sz="1800" b="0" dirty="0">
              <a:solidFill>
                <a:schemeClr val="tx1"/>
              </a:solidFill>
              <a:latin typeface="Arial" panose="020B0604020202020204" pitchFamily="34" charset="0"/>
            </a:endParaRPr>
          </a:p>
        </p:txBody>
      </p:sp>
      <p:sp>
        <p:nvSpPr>
          <p:cNvPr id="86031" name="Rectangle 18"/>
          <p:cNvSpPr/>
          <p:nvPr/>
        </p:nvSpPr>
        <p:spPr>
          <a:xfrm>
            <a:off x="2249488" y="23495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6032" name="Line 19"/>
          <p:cNvSpPr/>
          <p:nvPr/>
        </p:nvSpPr>
        <p:spPr>
          <a:xfrm>
            <a:off x="973138" y="2246313"/>
            <a:ext cx="7199312" cy="1587"/>
          </a:xfrm>
          <a:prstGeom prst="line">
            <a:avLst/>
          </a:prstGeom>
          <a:ln w="14288" cap="flat" cmpd="sng">
            <a:solidFill>
              <a:srgbClr val="000000"/>
            </a:solidFill>
            <a:prstDash val="solid"/>
            <a:headEnd type="none" w="med" len="med"/>
            <a:tailEnd type="none" w="med" len="med"/>
          </a:ln>
        </p:spPr>
      </p:sp>
      <p:sp>
        <p:nvSpPr>
          <p:cNvPr id="86033" name="Rectangle 20"/>
          <p:cNvSpPr/>
          <p:nvPr/>
        </p:nvSpPr>
        <p:spPr>
          <a:xfrm>
            <a:off x="3448050" y="2403475"/>
            <a:ext cx="1808163" cy="4762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6034" name="Rectangle 21"/>
          <p:cNvSpPr/>
          <p:nvPr/>
        </p:nvSpPr>
        <p:spPr>
          <a:xfrm>
            <a:off x="3419475" y="270827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5</a:t>
            </a:r>
            <a:endParaRPr lang="en-US" altLang="zh-CN" sz="1800" b="0" dirty="0">
              <a:solidFill>
                <a:schemeClr val="tx1"/>
              </a:solidFill>
              <a:latin typeface="Arial" panose="020B0604020202020204" pitchFamily="34" charset="0"/>
            </a:endParaRPr>
          </a:p>
        </p:txBody>
      </p:sp>
      <p:sp>
        <p:nvSpPr>
          <p:cNvPr id="86035" name="Rectangle 22"/>
          <p:cNvSpPr/>
          <p:nvPr/>
        </p:nvSpPr>
        <p:spPr>
          <a:xfrm>
            <a:off x="4021138" y="270827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86036" name="Rectangle 23"/>
          <p:cNvSpPr/>
          <p:nvPr/>
        </p:nvSpPr>
        <p:spPr>
          <a:xfrm>
            <a:off x="4694238" y="270827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6037" name="Rectangle 24"/>
          <p:cNvSpPr/>
          <p:nvPr/>
        </p:nvSpPr>
        <p:spPr>
          <a:xfrm>
            <a:off x="6419850" y="2965450"/>
            <a:ext cx="1506538" cy="4762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6038" name="Rectangle 25"/>
          <p:cNvSpPr/>
          <p:nvPr/>
        </p:nvSpPr>
        <p:spPr>
          <a:xfrm>
            <a:off x="6564313" y="3140075"/>
            <a:ext cx="10668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自动重复计数</a:t>
            </a:r>
            <a:endParaRPr lang="zh-CN" altLang="en-US" sz="1800" b="0" dirty="0">
              <a:solidFill>
                <a:schemeClr val="tx1"/>
              </a:solidFill>
              <a:latin typeface="Arial" panose="020B0604020202020204" pitchFamily="34" charset="0"/>
            </a:endParaRPr>
          </a:p>
        </p:txBody>
      </p:sp>
      <p:sp>
        <p:nvSpPr>
          <p:cNvPr id="86039" name="Rectangle 26"/>
          <p:cNvSpPr/>
          <p:nvPr/>
        </p:nvSpPr>
        <p:spPr>
          <a:xfrm>
            <a:off x="5254625" y="2403475"/>
            <a:ext cx="3035300" cy="4762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6040" name="Rectangle 27"/>
          <p:cNvSpPr/>
          <p:nvPr/>
        </p:nvSpPr>
        <p:spPr>
          <a:xfrm>
            <a:off x="5292725" y="26971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86041" name="Rectangle 28"/>
          <p:cNvSpPr/>
          <p:nvPr/>
        </p:nvSpPr>
        <p:spPr>
          <a:xfrm>
            <a:off x="5795963" y="26971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6042" name="Rectangle 29"/>
          <p:cNvSpPr/>
          <p:nvPr/>
        </p:nvSpPr>
        <p:spPr>
          <a:xfrm>
            <a:off x="6480175" y="26971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5</a:t>
            </a:r>
            <a:endParaRPr lang="en-US" altLang="zh-CN" sz="1800" b="0" dirty="0">
              <a:solidFill>
                <a:schemeClr val="tx1"/>
              </a:solidFill>
              <a:latin typeface="Arial" panose="020B0604020202020204" pitchFamily="34" charset="0"/>
            </a:endParaRPr>
          </a:p>
        </p:txBody>
      </p:sp>
      <p:sp>
        <p:nvSpPr>
          <p:cNvPr id="86043" name="Rectangle 30"/>
          <p:cNvSpPr/>
          <p:nvPr/>
        </p:nvSpPr>
        <p:spPr>
          <a:xfrm>
            <a:off x="6577013" y="2703513"/>
            <a:ext cx="1587"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zh-CN" sz="1800" b="0" dirty="0">
              <a:solidFill>
                <a:schemeClr val="tx1"/>
              </a:solidFill>
              <a:latin typeface="Arial" panose="020B0604020202020204" pitchFamily="34" charset="0"/>
            </a:endParaRPr>
          </a:p>
        </p:txBody>
      </p:sp>
      <p:sp>
        <p:nvSpPr>
          <p:cNvPr id="86044" name="Rectangle 31"/>
          <p:cNvSpPr/>
          <p:nvPr/>
        </p:nvSpPr>
        <p:spPr>
          <a:xfrm>
            <a:off x="6748463" y="2697163"/>
            <a:ext cx="1587"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zh-CN" sz="1800" b="0" dirty="0">
              <a:solidFill>
                <a:schemeClr val="tx1"/>
              </a:solidFill>
              <a:latin typeface="Arial" panose="020B0604020202020204" pitchFamily="34" charset="0"/>
            </a:endParaRPr>
          </a:p>
        </p:txBody>
      </p:sp>
      <p:sp>
        <p:nvSpPr>
          <p:cNvPr id="86045" name="Rectangle 32"/>
          <p:cNvSpPr/>
          <p:nvPr/>
        </p:nvSpPr>
        <p:spPr>
          <a:xfrm>
            <a:off x="6845300" y="2703513"/>
            <a:ext cx="1588" cy="27463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zh-CN" sz="1800" b="0" dirty="0">
              <a:solidFill>
                <a:schemeClr val="tx1"/>
              </a:solidFill>
              <a:latin typeface="Arial" panose="020B0604020202020204" pitchFamily="34" charset="0"/>
            </a:endParaRPr>
          </a:p>
        </p:txBody>
      </p:sp>
      <p:sp>
        <p:nvSpPr>
          <p:cNvPr id="86046" name="Rectangle 33"/>
          <p:cNvSpPr/>
          <p:nvPr/>
        </p:nvSpPr>
        <p:spPr>
          <a:xfrm>
            <a:off x="7158038" y="26971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86047" name="Rectangle 34"/>
          <p:cNvSpPr/>
          <p:nvPr/>
        </p:nvSpPr>
        <p:spPr>
          <a:xfrm>
            <a:off x="7699375" y="26971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6048" name="Line 35"/>
          <p:cNvSpPr/>
          <p:nvPr/>
        </p:nvSpPr>
        <p:spPr>
          <a:xfrm>
            <a:off x="936625" y="2687638"/>
            <a:ext cx="4211638" cy="1587"/>
          </a:xfrm>
          <a:prstGeom prst="line">
            <a:avLst/>
          </a:prstGeom>
          <a:ln w="14288" cap="flat" cmpd="sng">
            <a:solidFill>
              <a:srgbClr val="000000"/>
            </a:solidFill>
            <a:prstDash val="solid"/>
            <a:headEnd type="none" w="med" len="med"/>
            <a:tailEnd type="none" w="med" len="med"/>
          </a:ln>
        </p:spPr>
      </p:sp>
      <p:grpSp>
        <p:nvGrpSpPr>
          <p:cNvPr id="86049" name="Group 36"/>
          <p:cNvGrpSpPr/>
          <p:nvPr/>
        </p:nvGrpSpPr>
        <p:grpSpPr>
          <a:xfrm>
            <a:off x="1119188" y="2995613"/>
            <a:ext cx="614362" cy="14287"/>
            <a:chOff x="965" y="2309"/>
            <a:chExt cx="387" cy="9"/>
          </a:xfrm>
        </p:grpSpPr>
        <p:sp>
          <p:nvSpPr>
            <p:cNvPr id="86265" name="Freeform 37"/>
            <p:cNvSpPr/>
            <p:nvPr/>
          </p:nvSpPr>
          <p:spPr>
            <a:xfrm>
              <a:off x="965" y="2309"/>
              <a:ext cx="44" cy="9"/>
            </a:xfrm>
            <a:custGeom>
              <a:avLst/>
              <a:gdLst/>
              <a:ahLst/>
              <a:cxnLst>
                <a:cxn ang="0">
                  <a:pos x="6" y="0"/>
                </a:cxn>
                <a:cxn ang="0">
                  <a:pos x="5" y="0"/>
                </a:cxn>
                <a:cxn ang="0">
                  <a:pos x="3" y="1"/>
                </a:cxn>
                <a:cxn ang="0">
                  <a:pos x="2" y="3"/>
                </a:cxn>
                <a:cxn ang="0">
                  <a:pos x="0" y="4"/>
                </a:cxn>
                <a:cxn ang="0">
                  <a:pos x="2" y="6"/>
                </a:cxn>
                <a:cxn ang="0">
                  <a:pos x="3" y="7"/>
                </a:cxn>
                <a:cxn ang="0">
                  <a:pos x="5" y="9"/>
                </a:cxn>
                <a:cxn ang="0">
                  <a:pos x="38" y="9"/>
                </a:cxn>
                <a:cxn ang="0">
                  <a:pos x="39" y="9"/>
                </a:cxn>
                <a:cxn ang="0">
                  <a:pos x="41" y="9"/>
                </a:cxn>
                <a:cxn ang="0">
                  <a:pos x="42" y="7"/>
                </a:cxn>
                <a:cxn ang="0">
                  <a:pos x="44" y="6"/>
                </a:cxn>
                <a:cxn ang="0">
                  <a:pos x="44" y="4"/>
                </a:cxn>
                <a:cxn ang="0">
                  <a:pos x="42" y="3"/>
                </a:cxn>
                <a:cxn ang="0">
                  <a:pos x="41" y="1"/>
                </a:cxn>
                <a:cxn ang="0">
                  <a:pos x="39" y="0"/>
                </a:cxn>
                <a:cxn ang="0">
                  <a:pos x="6" y="0"/>
                </a:cxn>
              </a:cxnLst>
              <a:pathLst>
                <a:path w="44" h="9">
                  <a:moveTo>
                    <a:pt x="6" y="0"/>
                  </a:moveTo>
                  <a:lnTo>
                    <a:pt x="5" y="0"/>
                  </a:lnTo>
                  <a:lnTo>
                    <a:pt x="3" y="1"/>
                  </a:lnTo>
                  <a:lnTo>
                    <a:pt x="2" y="3"/>
                  </a:lnTo>
                  <a:lnTo>
                    <a:pt x="0" y="4"/>
                  </a:lnTo>
                  <a:lnTo>
                    <a:pt x="2" y="6"/>
                  </a:lnTo>
                  <a:lnTo>
                    <a:pt x="3" y="7"/>
                  </a:lnTo>
                  <a:lnTo>
                    <a:pt x="5" y="9"/>
                  </a:lnTo>
                  <a:lnTo>
                    <a:pt x="38" y="9"/>
                  </a:lnTo>
                  <a:lnTo>
                    <a:pt x="39" y="9"/>
                  </a:lnTo>
                  <a:lnTo>
                    <a:pt x="41" y="9"/>
                  </a:lnTo>
                  <a:lnTo>
                    <a:pt x="42" y="7"/>
                  </a:lnTo>
                  <a:lnTo>
                    <a:pt x="44" y="6"/>
                  </a:lnTo>
                  <a:lnTo>
                    <a:pt x="44" y="4"/>
                  </a:lnTo>
                  <a:lnTo>
                    <a:pt x="42" y="3"/>
                  </a:lnTo>
                  <a:lnTo>
                    <a:pt x="41" y="1"/>
                  </a:lnTo>
                  <a:lnTo>
                    <a:pt x="39" y="0"/>
                  </a:lnTo>
                  <a:lnTo>
                    <a:pt x="6" y="0"/>
                  </a:lnTo>
                  <a:close/>
                </a:path>
              </a:pathLst>
            </a:custGeom>
            <a:solidFill>
              <a:srgbClr val="000000">
                <a:alpha val="100000"/>
              </a:srgbClr>
            </a:solidFill>
            <a:ln w="9525">
              <a:noFill/>
            </a:ln>
          </p:spPr>
          <p:txBody>
            <a:bodyPr/>
            <a:p>
              <a:endParaRPr lang="zh-CN" altLang="en-US"/>
            </a:p>
          </p:txBody>
        </p:sp>
        <p:sp>
          <p:nvSpPr>
            <p:cNvPr id="86266" name="Freeform 38"/>
            <p:cNvSpPr/>
            <p:nvPr/>
          </p:nvSpPr>
          <p:spPr>
            <a:xfrm>
              <a:off x="1026" y="2309"/>
              <a:ext cx="43"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8" y="9"/>
                </a:cxn>
                <a:cxn ang="0">
                  <a:pos x="39" y="9"/>
                </a:cxn>
                <a:cxn ang="0">
                  <a:pos x="40" y="9"/>
                </a:cxn>
                <a:cxn ang="0">
                  <a:pos x="42" y="7"/>
                </a:cxn>
                <a:cxn ang="0">
                  <a:pos x="43" y="6"/>
                </a:cxn>
                <a:cxn ang="0">
                  <a:pos x="43" y="4"/>
                </a:cxn>
                <a:cxn ang="0">
                  <a:pos x="42" y="3"/>
                </a:cxn>
                <a:cxn ang="0">
                  <a:pos x="40" y="1"/>
                </a:cxn>
                <a:cxn ang="0">
                  <a:pos x="39" y="0"/>
                </a:cxn>
                <a:cxn ang="0">
                  <a:pos x="4" y="0"/>
                </a:cxn>
              </a:cxnLst>
              <a:pathLst>
                <a:path w="43" h="9">
                  <a:moveTo>
                    <a:pt x="4" y="0"/>
                  </a:moveTo>
                  <a:lnTo>
                    <a:pt x="3" y="0"/>
                  </a:lnTo>
                  <a:lnTo>
                    <a:pt x="1" y="1"/>
                  </a:lnTo>
                  <a:lnTo>
                    <a:pt x="0" y="3"/>
                  </a:lnTo>
                  <a:lnTo>
                    <a:pt x="0" y="4"/>
                  </a:lnTo>
                  <a:lnTo>
                    <a:pt x="0" y="6"/>
                  </a:lnTo>
                  <a:lnTo>
                    <a:pt x="0" y="7"/>
                  </a:lnTo>
                  <a:lnTo>
                    <a:pt x="1" y="9"/>
                  </a:lnTo>
                  <a:lnTo>
                    <a:pt x="3" y="9"/>
                  </a:lnTo>
                  <a:lnTo>
                    <a:pt x="38" y="9"/>
                  </a:lnTo>
                  <a:lnTo>
                    <a:pt x="39" y="9"/>
                  </a:lnTo>
                  <a:lnTo>
                    <a:pt x="40" y="9"/>
                  </a:lnTo>
                  <a:lnTo>
                    <a:pt x="42" y="7"/>
                  </a:lnTo>
                  <a:lnTo>
                    <a:pt x="43" y="6"/>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6267" name="Freeform 39"/>
            <p:cNvSpPr/>
            <p:nvPr/>
          </p:nvSpPr>
          <p:spPr>
            <a:xfrm>
              <a:off x="1087" y="2309"/>
              <a:ext cx="43"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7" y="9"/>
                </a:cxn>
                <a:cxn ang="0">
                  <a:pos x="39" y="9"/>
                </a:cxn>
                <a:cxn ang="0">
                  <a:pos x="40" y="9"/>
                </a:cxn>
                <a:cxn ang="0">
                  <a:pos x="41" y="7"/>
                </a:cxn>
                <a:cxn ang="0">
                  <a:pos x="43" y="6"/>
                </a:cxn>
                <a:cxn ang="0">
                  <a:pos x="43" y="4"/>
                </a:cxn>
                <a:cxn ang="0">
                  <a:pos x="41" y="3"/>
                </a:cxn>
                <a:cxn ang="0">
                  <a:pos x="40" y="1"/>
                </a:cxn>
                <a:cxn ang="0">
                  <a:pos x="39" y="0"/>
                </a:cxn>
                <a:cxn ang="0">
                  <a:pos x="4" y="0"/>
                </a:cxn>
              </a:cxnLst>
              <a:pathLst>
                <a:path w="43" h="9">
                  <a:moveTo>
                    <a:pt x="4" y="0"/>
                  </a:moveTo>
                  <a:lnTo>
                    <a:pt x="3" y="0"/>
                  </a:lnTo>
                  <a:lnTo>
                    <a:pt x="1" y="1"/>
                  </a:lnTo>
                  <a:lnTo>
                    <a:pt x="0" y="3"/>
                  </a:lnTo>
                  <a:lnTo>
                    <a:pt x="0" y="4"/>
                  </a:lnTo>
                  <a:lnTo>
                    <a:pt x="0" y="6"/>
                  </a:lnTo>
                  <a:lnTo>
                    <a:pt x="0" y="7"/>
                  </a:lnTo>
                  <a:lnTo>
                    <a:pt x="1" y="9"/>
                  </a:lnTo>
                  <a:lnTo>
                    <a:pt x="3" y="9"/>
                  </a:lnTo>
                  <a:lnTo>
                    <a:pt x="37" y="9"/>
                  </a:lnTo>
                  <a:lnTo>
                    <a:pt x="39" y="9"/>
                  </a:lnTo>
                  <a:lnTo>
                    <a:pt x="40" y="9"/>
                  </a:lnTo>
                  <a:lnTo>
                    <a:pt x="41" y="7"/>
                  </a:lnTo>
                  <a:lnTo>
                    <a:pt x="43" y="6"/>
                  </a:lnTo>
                  <a:lnTo>
                    <a:pt x="43" y="4"/>
                  </a:lnTo>
                  <a:lnTo>
                    <a:pt x="41"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6268" name="Freeform 40"/>
            <p:cNvSpPr/>
            <p:nvPr/>
          </p:nvSpPr>
          <p:spPr>
            <a:xfrm>
              <a:off x="1147" y="2309"/>
              <a:ext cx="44" cy="9"/>
            </a:xfrm>
            <a:custGeom>
              <a:avLst/>
              <a:gdLst/>
              <a:ahLst/>
              <a:cxnLst>
                <a:cxn ang="0">
                  <a:pos x="5" y="0"/>
                </a:cxn>
                <a:cxn ang="0">
                  <a:pos x="3" y="0"/>
                </a:cxn>
                <a:cxn ang="0">
                  <a:pos x="2" y="1"/>
                </a:cxn>
                <a:cxn ang="0">
                  <a:pos x="0" y="3"/>
                </a:cxn>
                <a:cxn ang="0">
                  <a:pos x="0" y="4"/>
                </a:cxn>
                <a:cxn ang="0">
                  <a:pos x="0" y="6"/>
                </a:cxn>
                <a:cxn ang="0">
                  <a:pos x="0" y="7"/>
                </a:cxn>
                <a:cxn ang="0">
                  <a:pos x="2" y="9"/>
                </a:cxn>
                <a:cxn ang="0">
                  <a:pos x="3" y="9"/>
                </a:cxn>
                <a:cxn ang="0">
                  <a:pos x="38" y="9"/>
                </a:cxn>
                <a:cxn ang="0">
                  <a:pos x="39" y="9"/>
                </a:cxn>
                <a:cxn ang="0">
                  <a:pos x="41" y="9"/>
                </a:cxn>
                <a:cxn ang="0">
                  <a:pos x="42" y="7"/>
                </a:cxn>
                <a:cxn ang="0">
                  <a:pos x="44" y="6"/>
                </a:cxn>
                <a:cxn ang="0">
                  <a:pos x="44" y="4"/>
                </a:cxn>
                <a:cxn ang="0">
                  <a:pos x="42" y="3"/>
                </a:cxn>
                <a:cxn ang="0">
                  <a:pos x="41" y="1"/>
                </a:cxn>
                <a:cxn ang="0">
                  <a:pos x="39" y="0"/>
                </a:cxn>
                <a:cxn ang="0">
                  <a:pos x="5" y="0"/>
                </a:cxn>
              </a:cxnLst>
              <a:pathLst>
                <a:path w="44" h="9">
                  <a:moveTo>
                    <a:pt x="5" y="0"/>
                  </a:moveTo>
                  <a:lnTo>
                    <a:pt x="3" y="0"/>
                  </a:lnTo>
                  <a:lnTo>
                    <a:pt x="2" y="1"/>
                  </a:lnTo>
                  <a:lnTo>
                    <a:pt x="0" y="3"/>
                  </a:lnTo>
                  <a:lnTo>
                    <a:pt x="0" y="4"/>
                  </a:lnTo>
                  <a:lnTo>
                    <a:pt x="0" y="6"/>
                  </a:lnTo>
                  <a:lnTo>
                    <a:pt x="0" y="7"/>
                  </a:lnTo>
                  <a:lnTo>
                    <a:pt x="2" y="9"/>
                  </a:lnTo>
                  <a:lnTo>
                    <a:pt x="3" y="9"/>
                  </a:lnTo>
                  <a:lnTo>
                    <a:pt x="38" y="9"/>
                  </a:lnTo>
                  <a:lnTo>
                    <a:pt x="39" y="9"/>
                  </a:lnTo>
                  <a:lnTo>
                    <a:pt x="41" y="9"/>
                  </a:lnTo>
                  <a:lnTo>
                    <a:pt x="42" y="7"/>
                  </a:lnTo>
                  <a:lnTo>
                    <a:pt x="44" y="6"/>
                  </a:lnTo>
                  <a:lnTo>
                    <a:pt x="44" y="4"/>
                  </a:lnTo>
                  <a:lnTo>
                    <a:pt x="42" y="3"/>
                  </a:lnTo>
                  <a:lnTo>
                    <a:pt x="41" y="1"/>
                  </a:lnTo>
                  <a:lnTo>
                    <a:pt x="39" y="0"/>
                  </a:lnTo>
                  <a:lnTo>
                    <a:pt x="5" y="0"/>
                  </a:lnTo>
                  <a:close/>
                </a:path>
              </a:pathLst>
            </a:custGeom>
            <a:solidFill>
              <a:srgbClr val="000000">
                <a:alpha val="100000"/>
              </a:srgbClr>
            </a:solidFill>
            <a:ln w="9525">
              <a:noFill/>
            </a:ln>
          </p:spPr>
          <p:txBody>
            <a:bodyPr/>
            <a:p>
              <a:endParaRPr lang="zh-CN" altLang="en-US"/>
            </a:p>
          </p:txBody>
        </p:sp>
        <p:sp>
          <p:nvSpPr>
            <p:cNvPr id="86269" name="Freeform 41"/>
            <p:cNvSpPr/>
            <p:nvPr/>
          </p:nvSpPr>
          <p:spPr>
            <a:xfrm>
              <a:off x="1208" y="2309"/>
              <a:ext cx="43"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7" y="9"/>
                </a:cxn>
                <a:cxn ang="0">
                  <a:pos x="39" y="9"/>
                </a:cxn>
                <a:cxn ang="0">
                  <a:pos x="40" y="9"/>
                </a:cxn>
                <a:cxn ang="0">
                  <a:pos x="42" y="7"/>
                </a:cxn>
                <a:cxn ang="0">
                  <a:pos x="43" y="6"/>
                </a:cxn>
                <a:cxn ang="0">
                  <a:pos x="43" y="4"/>
                </a:cxn>
                <a:cxn ang="0">
                  <a:pos x="42" y="3"/>
                </a:cxn>
                <a:cxn ang="0">
                  <a:pos x="40" y="1"/>
                </a:cxn>
                <a:cxn ang="0">
                  <a:pos x="39" y="0"/>
                </a:cxn>
                <a:cxn ang="0">
                  <a:pos x="4" y="0"/>
                </a:cxn>
              </a:cxnLst>
              <a:pathLst>
                <a:path w="43" h="9">
                  <a:moveTo>
                    <a:pt x="4" y="0"/>
                  </a:moveTo>
                  <a:lnTo>
                    <a:pt x="3" y="0"/>
                  </a:lnTo>
                  <a:lnTo>
                    <a:pt x="1" y="1"/>
                  </a:lnTo>
                  <a:lnTo>
                    <a:pt x="0" y="3"/>
                  </a:lnTo>
                  <a:lnTo>
                    <a:pt x="0" y="4"/>
                  </a:lnTo>
                  <a:lnTo>
                    <a:pt x="0" y="6"/>
                  </a:lnTo>
                  <a:lnTo>
                    <a:pt x="0" y="7"/>
                  </a:lnTo>
                  <a:lnTo>
                    <a:pt x="1" y="9"/>
                  </a:lnTo>
                  <a:lnTo>
                    <a:pt x="3" y="9"/>
                  </a:lnTo>
                  <a:lnTo>
                    <a:pt x="37" y="9"/>
                  </a:lnTo>
                  <a:lnTo>
                    <a:pt x="39" y="9"/>
                  </a:lnTo>
                  <a:lnTo>
                    <a:pt x="40" y="9"/>
                  </a:lnTo>
                  <a:lnTo>
                    <a:pt x="42" y="7"/>
                  </a:lnTo>
                  <a:lnTo>
                    <a:pt x="43" y="6"/>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6270" name="Freeform 42"/>
            <p:cNvSpPr/>
            <p:nvPr/>
          </p:nvSpPr>
          <p:spPr>
            <a:xfrm>
              <a:off x="1269" y="2309"/>
              <a:ext cx="43" cy="9"/>
            </a:xfrm>
            <a:custGeom>
              <a:avLst/>
              <a:gdLst/>
              <a:ahLst/>
              <a:cxnLst>
                <a:cxn ang="0">
                  <a:pos x="4" y="0"/>
                </a:cxn>
                <a:cxn ang="0">
                  <a:pos x="2" y="0"/>
                </a:cxn>
                <a:cxn ang="0">
                  <a:pos x="1" y="1"/>
                </a:cxn>
                <a:cxn ang="0">
                  <a:pos x="0" y="3"/>
                </a:cxn>
                <a:cxn ang="0">
                  <a:pos x="0" y="4"/>
                </a:cxn>
                <a:cxn ang="0">
                  <a:pos x="0" y="6"/>
                </a:cxn>
                <a:cxn ang="0">
                  <a:pos x="0" y="7"/>
                </a:cxn>
                <a:cxn ang="0">
                  <a:pos x="1" y="9"/>
                </a:cxn>
                <a:cxn ang="0">
                  <a:pos x="2" y="9"/>
                </a:cxn>
                <a:cxn ang="0">
                  <a:pos x="37" y="9"/>
                </a:cxn>
                <a:cxn ang="0">
                  <a:pos x="38" y="9"/>
                </a:cxn>
                <a:cxn ang="0">
                  <a:pos x="40" y="9"/>
                </a:cxn>
                <a:cxn ang="0">
                  <a:pos x="41" y="7"/>
                </a:cxn>
                <a:cxn ang="0">
                  <a:pos x="43" y="6"/>
                </a:cxn>
                <a:cxn ang="0">
                  <a:pos x="43" y="4"/>
                </a:cxn>
                <a:cxn ang="0">
                  <a:pos x="41" y="3"/>
                </a:cxn>
                <a:cxn ang="0">
                  <a:pos x="40" y="1"/>
                </a:cxn>
                <a:cxn ang="0">
                  <a:pos x="38" y="0"/>
                </a:cxn>
                <a:cxn ang="0">
                  <a:pos x="4" y="0"/>
                </a:cxn>
              </a:cxnLst>
              <a:pathLst>
                <a:path w="43" h="9">
                  <a:moveTo>
                    <a:pt x="4" y="0"/>
                  </a:moveTo>
                  <a:lnTo>
                    <a:pt x="2" y="0"/>
                  </a:lnTo>
                  <a:lnTo>
                    <a:pt x="1" y="1"/>
                  </a:lnTo>
                  <a:lnTo>
                    <a:pt x="0" y="3"/>
                  </a:lnTo>
                  <a:lnTo>
                    <a:pt x="0" y="4"/>
                  </a:lnTo>
                  <a:lnTo>
                    <a:pt x="0" y="6"/>
                  </a:lnTo>
                  <a:lnTo>
                    <a:pt x="0" y="7"/>
                  </a:lnTo>
                  <a:lnTo>
                    <a:pt x="1" y="9"/>
                  </a:lnTo>
                  <a:lnTo>
                    <a:pt x="2" y="9"/>
                  </a:lnTo>
                  <a:lnTo>
                    <a:pt x="37" y="9"/>
                  </a:lnTo>
                  <a:lnTo>
                    <a:pt x="38" y="9"/>
                  </a:lnTo>
                  <a:lnTo>
                    <a:pt x="40" y="9"/>
                  </a:lnTo>
                  <a:lnTo>
                    <a:pt x="41" y="7"/>
                  </a:lnTo>
                  <a:lnTo>
                    <a:pt x="43" y="6"/>
                  </a:lnTo>
                  <a:lnTo>
                    <a:pt x="43" y="4"/>
                  </a:lnTo>
                  <a:lnTo>
                    <a:pt x="41" y="3"/>
                  </a:lnTo>
                  <a:lnTo>
                    <a:pt x="40" y="1"/>
                  </a:lnTo>
                  <a:lnTo>
                    <a:pt x="38" y="0"/>
                  </a:lnTo>
                  <a:lnTo>
                    <a:pt x="4" y="0"/>
                  </a:lnTo>
                  <a:close/>
                </a:path>
              </a:pathLst>
            </a:custGeom>
            <a:solidFill>
              <a:srgbClr val="000000">
                <a:alpha val="100000"/>
              </a:srgbClr>
            </a:solidFill>
            <a:ln w="9525">
              <a:noFill/>
            </a:ln>
          </p:spPr>
          <p:txBody>
            <a:bodyPr/>
            <a:p>
              <a:endParaRPr lang="zh-CN" altLang="en-US"/>
            </a:p>
          </p:txBody>
        </p:sp>
        <p:sp>
          <p:nvSpPr>
            <p:cNvPr id="86271" name="Freeform 43"/>
            <p:cNvSpPr/>
            <p:nvPr/>
          </p:nvSpPr>
          <p:spPr>
            <a:xfrm>
              <a:off x="1329" y="2309"/>
              <a:ext cx="23" cy="9"/>
            </a:xfrm>
            <a:custGeom>
              <a:avLst/>
              <a:gdLst/>
              <a:ahLst/>
              <a:cxnLst>
                <a:cxn ang="0">
                  <a:pos x="4" y="0"/>
                </a:cxn>
                <a:cxn ang="0">
                  <a:pos x="3" y="0"/>
                </a:cxn>
                <a:cxn ang="0">
                  <a:pos x="2" y="1"/>
                </a:cxn>
                <a:cxn ang="0">
                  <a:pos x="0" y="3"/>
                </a:cxn>
                <a:cxn ang="0">
                  <a:pos x="0" y="4"/>
                </a:cxn>
                <a:cxn ang="0">
                  <a:pos x="0" y="6"/>
                </a:cxn>
                <a:cxn ang="0">
                  <a:pos x="0" y="7"/>
                </a:cxn>
                <a:cxn ang="0">
                  <a:pos x="2" y="9"/>
                </a:cxn>
                <a:cxn ang="0">
                  <a:pos x="3" y="9"/>
                </a:cxn>
                <a:cxn ang="0">
                  <a:pos x="19" y="9"/>
                </a:cxn>
                <a:cxn ang="0">
                  <a:pos x="20" y="7"/>
                </a:cxn>
                <a:cxn ang="0">
                  <a:pos x="22" y="6"/>
                </a:cxn>
                <a:cxn ang="0">
                  <a:pos x="23" y="4"/>
                </a:cxn>
                <a:cxn ang="0">
                  <a:pos x="22" y="3"/>
                </a:cxn>
                <a:cxn ang="0">
                  <a:pos x="20" y="1"/>
                </a:cxn>
                <a:cxn ang="0">
                  <a:pos x="20" y="0"/>
                </a:cxn>
                <a:cxn ang="0">
                  <a:pos x="4" y="0"/>
                </a:cxn>
              </a:cxnLst>
              <a:pathLst>
                <a:path w="23" h="9">
                  <a:moveTo>
                    <a:pt x="4" y="0"/>
                  </a:moveTo>
                  <a:lnTo>
                    <a:pt x="3" y="0"/>
                  </a:lnTo>
                  <a:lnTo>
                    <a:pt x="2" y="1"/>
                  </a:lnTo>
                  <a:lnTo>
                    <a:pt x="0" y="3"/>
                  </a:lnTo>
                  <a:lnTo>
                    <a:pt x="0" y="4"/>
                  </a:lnTo>
                  <a:lnTo>
                    <a:pt x="0" y="6"/>
                  </a:lnTo>
                  <a:lnTo>
                    <a:pt x="0" y="7"/>
                  </a:lnTo>
                  <a:lnTo>
                    <a:pt x="2" y="9"/>
                  </a:lnTo>
                  <a:lnTo>
                    <a:pt x="3" y="9"/>
                  </a:lnTo>
                  <a:lnTo>
                    <a:pt x="19" y="9"/>
                  </a:lnTo>
                  <a:lnTo>
                    <a:pt x="20" y="7"/>
                  </a:lnTo>
                  <a:lnTo>
                    <a:pt x="22" y="6"/>
                  </a:lnTo>
                  <a:lnTo>
                    <a:pt x="23" y="4"/>
                  </a:lnTo>
                  <a:lnTo>
                    <a:pt x="22" y="3"/>
                  </a:lnTo>
                  <a:lnTo>
                    <a:pt x="20" y="1"/>
                  </a:lnTo>
                  <a:lnTo>
                    <a:pt x="20" y="0"/>
                  </a:lnTo>
                  <a:lnTo>
                    <a:pt x="4" y="0"/>
                  </a:lnTo>
                  <a:close/>
                </a:path>
              </a:pathLst>
            </a:custGeom>
            <a:solidFill>
              <a:srgbClr val="000000">
                <a:alpha val="100000"/>
              </a:srgbClr>
            </a:solidFill>
            <a:ln w="9525">
              <a:noFill/>
            </a:ln>
          </p:spPr>
          <p:txBody>
            <a:bodyPr/>
            <a:p>
              <a:endParaRPr lang="zh-CN" altLang="en-US"/>
            </a:p>
          </p:txBody>
        </p:sp>
      </p:grpSp>
      <p:grpSp>
        <p:nvGrpSpPr>
          <p:cNvPr id="86050" name="Group 44"/>
          <p:cNvGrpSpPr/>
          <p:nvPr/>
        </p:nvGrpSpPr>
        <p:grpSpPr>
          <a:xfrm>
            <a:off x="1720850" y="2681288"/>
            <a:ext cx="114300" cy="328612"/>
            <a:chOff x="1344" y="2111"/>
            <a:chExt cx="72" cy="207"/>
          </a:xfrm>
        </p:grpSpPr>
        <p:sp>
          <p:nvSpPr>
            <p:cNvPr id="86261" name="Freeform 45"/>
            <p:cNvSpPr/>
            <p:nvPr/>
          </p:nvSpPr>
          <p:spPr>
            <a:xfrm>
              <a:off x="1344" y="2276"/>
              <a:ext cx="18" cy="42"/>
            </a:xfrm>
            <a:custGeom>
              <a:avLst/>
              <a:gdLst/>
              <a:ahLst/>
              <a:cxnLst>
                <a:cxn ang="0">
                  <a:pos x="0" y="37"/>
                </a:cxn>
                <a:cxn ang="0">
                  <a:pos x="0" y="37"/>
                </a:cxn>
                <a:cxn ang="0">
                  <a:pos x="1" y="39"/>
                </a:cxn>
                <a:cxn ang="0">
                  <a:pos x="2" y="40"/>
                </a:cxn>
                <a:cxn ang="0">
                  <a:pos x="4" y="42"/>
                </a:cxn>
                <a:cxn ang="0">
                  <a:pos x="5" y="40"/>
                </a:cxn>
                <a:cxn ang="0">
                  <a:pos x="7" y="39"/>
                </a:cxn>
                <a:cxn ang="0">
                  <a:pos x="8" y="39"/>
                </a:cxn>
                <a:cxn ang="0">
                  <a:pos x="18" y="6"/>
                </a:cxn>
                <a:cxn ang="0">
                  <a:pos x="18" y="4"/>
                </a:cxn>
                <a:cxn ang="0">
                  <a:pos x="18" y="3"/>
                </a:cxn>
                <a:cxn ang="0">
                  <a:pos x="17" y="1"/>
                </a:cxn>
                <a:cxn ang="0">
                  <a:pos x="15" y="0"/>
                </a:cxn>
                <a:cxn ang="0">
                  <a:pos x="14" y="0"/>
                </a:cxn>
                <a:cxn ang="0">
                  <a:pos x="13" y="1"/>
                </a:cxn>
                <a:cxn ang="0">
                  <a:pos x="11" y="3"/>
                </a:cxn>
                <a:cxn ang="0">
                  <a:pos x="10" y="4"/>
                </a:cxn>
                <a:cxn ang="0">
                  <a:pos x="0" y="37"/>
                </a:cxn>
              </a:cxnLst>
              <a:pathLst>
                <a:path w="18" h="42">
                  <a:moveTo>
                    <a:pt x="0" y="37"/>
                  </a:moveTo>
                  <a:lnTo>
                    <a:pt x="0" y="37"/>
                  </a:lnTo>
                  <a:lnTo>
                    <a:pt x="1" y="39"/>
                  </a:lnTo>
                  <a:lnTo>
                    <a:pt x="2" y="40"/>
                  </a:lnTo>
                  <a:lnTo>
                    <a:pt x="4" y="42"/>
                  </a:lnTo>
                  <a:lnTo>
                    <a:pt x="5" y="40"/>
                  </a:lnTo>
                  <a:lnTo>
                    <a:pt x="7" y="39"/>
                  </a:lnTo>
                  <a:lnTo>
                    <a:pt x="8" y="39"/>
                  </a:lnTo>
                  <a:lnTo>
                    <a:pt x="18" y="6"/>
                  </a:lnTo>
                  <a:lnTo>
                    <a:pt x="18" y="4"/>
                  </a:lnTo>
                  <a:lnTo>
                    <a:pt x="18" y="3"/>
                  </a:lnTo>
                  <a:lnTo>
                    <a:pt x="17" y="1"/>
                  </a:lnTo>
                  <a:lnTo>
                    <a:pt x="15" y="0"/>
                  </a:lnTo>
                  <a:lnTo>
                    <a:pt x="14" y="0"/>
                  </a:lnTo>
                  <a:lnTo>
                    <a:pt x="13" y="1"/>
                  </a:lnTo>
                  <a:lnTo>
                    <a:pt x="11" y="3"/>
                  </a:lnTo>
                  <a:lnTo>
                    <a:pt x="10" y="4"/>
                  </a:lnTo>
                  <a:lnTo>
                    <a:pt x="0" y="37"/>
                  </a:lnTo>
                  <a:close/>
                </a:path>
              </a:pathLst>
            </a:custGeom>
            <a:solidFill>
              <a:srgbClr val="000000">
                <a:alpha val="100000"/>
              </a:srgbClr>
            </a:solidFill>
            <a:ln w="9525">
              <a:noFill/>
            </a:ln>
          </p:spPr>
          <p:txBody>
            <a:bodyPr/>
            <a:p>
              <a:endParaRPr lang="zh-CN" altLang="en-US"/>
            </a:p>
          </p:txBody>
        </p:sp>
        <p:sp>
          <p:nvSpPr>
            <p:cNvPr id="86262" name="Freeform 46"/>
            <p:cNvSpPr/>
            <p:nvPr/>
          </p:nvSpPr>
          <p:spPr>
            <a:xfrm>
              <a:off x="1362" y="2218"/>
              <a:ext cx="19" cy="42"/>
            </a:xfrm>
            <a:custGeom>
              <a:avLst/>
              <a:gdLst/>
              <a:ahLst/>
              <a:cxnLst>
                <a:cxn ang="0">
                  <a:pos x="0" y="38"/>
                </a:cxn>
                <a:cxn ang="0">
                  <a:pos x="0" y="39"/>
                </a:cxn>
                <a:cxn ang="0">
                  <a:pos x="0" y="40"/>
                </a:cxn>
                <a:cxn ang="0">
                  <a:pos x="2" y="42"/>
                </a:cxn>
                <a:cxn ang="0">
                  <a:pos x="3" y="42"/>
                </a:cxn>
                <a:cxn ang="0">
                  <a:pos x="5" y="42"/>
                </a:cxn>
                <a:cxn ang="0">
                  <a:pos x="6" y="42"/>
                </a:cxn>
                <a:cxn ang="0">
                  <a:pos x="8" y="40"/>
                </a:cxn>
                <a:cxn ang="0">
                  <a:pos x="9" y="39"/>
                </a:cxn>
                <a:cxn ang="0">
                  <a:pos x="19" y="6"/>
                </a:cxn>
                <a:cxn ang="0">
                  <a:pos x="19" y="4"/>
                </a:cxn>
                <a:cxn ang="0">
                  <a:pos x="19" y="3"/>
                </a:cxn>
                <a:cxn ang="0">
                  <a:pos x="18" y="1"/>
                </a:cxn>
                <a:cxn ang="0">
                  <a:pos x="16" y="0"/>
                </a:cxn>
                <a:cxn ang="0">
                  <a:pos x="15" y="0"/>
                </a:cxn>
                <a:cxn ang="0">
                  <a:pos x="13" y="1"/>
                </a:cxn>
                <a:cxn ang="0">
                  <a:pos x="12" y="3"/>
                </a:cxn>
                <a:cxn ang="0">
                  <a:pos x="10" y="4"/>
                </a:cxn>
                <a:cxn ang="0">
                  <a:pos x="0" y="38"/>
                </a:cxn>
              </a:cxnLst>
              <a:pathLst>
                <a:path w="19" h="42">
                  <a:moveTo>
                    <a:pt x="0" y="38"/>
                  </a:moveTo>
                  <a:lnTo>
                    <a:pt x="0" y="39"/>
                  </a:lnTo>
                  <a:lnTo>
                    <a:pt x="0" y="40"/>
                  </a:lnTo>
                  <a:lnTo>
                    <a:pt x="2" y="42"/>
                  </a:lnTo>
                  <a:lnTo>
                    <a:pt x="3" y="42"/>
                  </a:lnTo>
                  <a:lnTo>
                    <a:pt x="5" y="42"/>
                  </a:lnTo>
                  <a:lnTo>
                    <a:pt x="6" y="42"/>
                  </a:lnTo>
                  <a:lnTo>
                    <a:pt x="8" y="40"/>
                  </a:lnTo>
                  <a:lnTo>
                    <a:pt x="9" y="39"/>
                  </a:lnTo>
                  <a:lnTo>
                    <a:pt x="19" y="6"/>
                  </a:lnTo>
                  <a:lnTo>
                    <a:pt x="19" y="4"/>
                  </a:lnTo>
                  <a:lnTo>
                    <a:pt x="19" y="3"/>
                  </a:lnTo>
                  <a:lnTo>
                    <a:pt x="18" y="1"/>
                  </a:lnTo>
                  <a:lnTo>
                    <a:pt x="16" y="0"/>
                  </a:lnTo>
                  <a:lnTo>
                    <a:pt x="15" y="0"/>
                  </a:lnTo>
                  <a:lnTo>
                    <a:pt x="13" y="1"/>
                  </a:lnTo>
                  <a:lnTo>
                    <a:pt x="12" y="3"/>
                  </a:lnTo>
                  <a:lnTo>
                    <a:pt x="10" y="4"/>
                  </a:lnTo>
                  <a:lnTo>
                    <a:pt x="0" y="38"/>
                  </a:lnTo>
                  <a:close/>
                </a:path>
              </a:pathLst>
            </a:custGeom>
            <a:solidFill>
              <a:srgbClr val="000000">
                <a:alpha val="100000"/>
              </a:srgbClr>
            </a:solidFill>
            <a:ln w="9525">
              <a:noFill/>
            </a:ln>
          </p:spPr>
          <p:txBody>
            <a:bodyPr/>
            <a:p>
              <a:endParaRPr lang="zh-CN" altLang="en-US"/>
            </a:p>
          </p:txBody>
        </p:sp>
        <p:sp>
          <p:nvSpPr>
            <p:cNvPr id="86263" name="Freeform 47"/>
            <p:cNvSpPr/>
            <p:nvPr/>
          </p:nvSpPr>
          <p:spPr>
            <a:xfrm>
              <a:off x="1381" y="2160"/>
              <a:ext cx="19" cy="42"/>
            </a:xfrm>
            <a:custGeom>
              <a:avLst/>
              <a:gdLst/>
              <a:ahLst/>
              <a:cxnLst>
                <a:cxn ang="0">
                  <a:pos x="0" y="38"/>
                </a:cxn>
                <a:cxn ang="0">
                  <a:pos x="0" y="39"/>
                </a:cxn>
                <a:cxn ang="0">
                  <a:pos x="0" y="41"/>
                </a:cxn>
                <a:cxn ang="0">
                  <a:pos x="2" y="42"/>
                </a:cxn>
                <a:cxn ang="0">
                  <a:pos x="3" y="42"/>
                </a:cxn>
                <a:cxn ang="0">
                  <a:pos x="4" y="42"/>
                </a:cxn>
                <a:cxn ang="0">
                  <a:pos x="6" y="42"/>
                </a:cxn>
                <a:cxn ang="0">
                  <a:pos x="7" y="41"/>
                </a:cxn>
                <a:cxn ang="0">
                  <a:pos x="9" y="39"/>
                </a:cxn>
                <a:cxn ang="0">
                  <a:pos x="19" y="6"/>
                </a:cxn>
                <a:cxn ang="0">
                  <a:pos x="19" y="4"/>
                </a:cxn>
                <a:cxn ang="0">
                  <a:pos x="19" y="3"/>
                </a:cxn>
                <a:cxn ang="0">
                  <a:pos x="17" y="2"/>
                </a:cxn>
                <a:cxn ang="0">
                  <a:pos x="16" y="0"/>
                </a:cxn>
                <a:cxn ang="0">
                  <a:pos x="15" y="0"/>
                </a:cxn>
                <a:cxn ang="0">
                  <a:pos x="13" y="2"/>
                </a:cxn>
                <a:cxn ang="0">
                  <a:pos x="12" y="3"/>
                </a:cxn>
                <a:cxn ang="0">
                  <a:pos x="10" y="4"/>
                </a:cxn>
                <a:cxn ang="0">
                  <a:pos x="0" y="38"/>
                </a:cxn>
              </a:cxnLst>
              <a:pathLst>
                <a:path w="19" h="42">
                  <a:moveTo>
                    <a:pt x="0" y="38"/>
                  </a:moveTo>
                  <a:lnTo>
                    <a:pt x="0" y="39"/>
                  </a:lnTo>
                  <a:lnTo>
                    <a:pt x="0" y="41"/>
                  </a:lnTo>
                  <a:lnTo>
                    <a:pt x="2" y="42"/>
                  </a:lnTo>
                  <a:lnTo>
                    <a:pt x="3" y="42"/>
                  </a:lnTo>
                  <a:lnTo>
                    <a:pt x="4" y="42"/>
                  </a:lnTo>
                  <a:lnTo>
                    <a:pt x="6" y="42"/>
                  </a:lnTo>
                  <a:lnTo>
                    <a:pt x="7" y="41"/>
                  </a:lnTo>
                  <a:lnTo>
                    <a:pt x="9" y="39"/>
                  </a:lnTo>
                  <a:lnTo>
                    <a:pt x="19" y="6"/>
                  </a:lnTo>
                  <a:lnTo>
                    <a:pt x="19" y="4"/>
                  </a:lnTo>
                  <a:lnTo>
                    <a:pt x="19" y="3"/>
                  </a:lnTo>
                  <a:lnTo>
                    <a:pt x="17" y="2"/>
                  </a:lnTo>
                  <a:lnTo>
                    <a:pt x="16" y="0"/>
                  </a:lnTo>
                  <a:lnTo>
                    <a:pt x="15" y="0"/>
                  </a:lnTo>
                  <a:lnTo>
                    <a:pt x="13" y="2"/>
                  </a:lnTo>
                  <a:lnTo>
                    <a:pt x="12" y="3"/>
                  </a:lnTo>
                  <a:lnTo>
                    <a:pt x="10" y="4"/>
                  </a:lnTo>
                  <a:lnTo>
                    <a:pt x="0" y="38"/>
                  </a:lnTo>
                  <a:close/>
                </a:path>
              </a:pathLst>
            </a:custGeom>
            <a:solidFill>
              <a:srgbClr val="000000">
                <a:alpha val="100000"/>
              </a:srgbClr>
            </a:solidFill>
            <a:ln w="9525">
              <a:noFill/>
            </a:ln>
          </p:spPr>
          <p:txBody>
            <a:bodyPr/>
            <a:p>
              <a:endParaRPr lang="zh-CN" altLang="en-US"/>
            </a:p>
          </p:txBody>
        </p:sp>
        <p:sp>
          <p:nvSpPr>
            <p:cNvPr id="86264" name="Freeform 48"/>
            <p:cNvSpPr/>
            <p:nvPr/>
          </p:nvSpPr>
          <p:spPr>
            <a:xfrm>
              <a:off x="1400" y="2111"/>
              <a:ext cx="16" cy="33"/>
            </a:xfrm>
            <a:custGeom>
              <a:avLst/>
              <a:gdLst/>
              <a:ahLst/>
              <a:cxnLst>
                <a:cxn ang="0">
                  <a:pos x="0" y="29"/>
                </a:cxn>
                <a:cxn ang="0">
                  <a:pos x="0" y="30"/>
                </a:cxn>
                <a:cxn ang="0">
                  <a:pos x="0" y="32"/>
                </a:cxn>
                <a:cxn ang="0">
                  <a:pos x="1" y="33"/>
                </a:cxn>
                <a:cxn ang="0">
                  <a:pos x="3" y="33"/>
                </a:cxn>
                <a:cxn ang="0">
                  <a:pos x="4" y="33"/>
                </a:cxn>
                <a:cxn ang="0">
                  <a:pos x="6" y="33"/>
                </a:cxn>
                <a:cxn ang="0">
                  <a:pos x="7" y="32"/>
                </a:cxn>
                <a:cxn ang="0">
                  <a:pos x="9" y="30"/>
                </a:cxn>
                <a:cxn ang="0">
                  <a:pos x="16" y="6"/>
                </a:cxn>
                <a:cxn ang="0">
                  <a:pos x="16" y="4"/>
                </a:cxn>
                <a:cxn ang="0">
                  <a:pos x="14" y="3"/>
                </a:cxn>
                <a:cxn ang="0">
                  <a:pos x="13" y="1"/>
                </a:cxn>
                <a:cxn ang="0">
                  <a:pos x="11" y="0"/>
                </a:cxn>
                <a:cxn ang="0">
                  <a:pos x="10" y="1"/>
                </a:cxn>
                <a:cxn ang="0">
                  <a:pos x="9" y="3"/>
                </a:cxn>
                <a:cxn ang="0">
                  <a:pos x="7" y="4"/>
                </a:cxn>
                <a:cxn ang="0">
                  <a:pos x="0" y="29"/>
                </a:cxn>
              </a:cxnLst>
              <a:pathLst>
                <a:path w="16" h="33">
                  <a:moveTo>
                    <a:pt x="0" y="29"/>
                  </a:moveTo>
                  <a:lnTo>
                    <a:pt x="0" y="30"/>
                  </a:lnTo>
                  <a:lnTo>
                    <a:pt x="0" y="32"/>
                  </a:lnTo>
                  <a:lnTo>
                    <a:pt x="1" y="33"/>
                  </a:lnTo>
                  <a:lnTo>
                    <a:pt x="3" y="33"/>
                  </a:lnTo>
                  <a:lnTo>
                    <a:pt x="4" y="33"/>
                  </a:lnTo>
                  <a:lnTo>
                    <a:pt x="6" y="33"/>
                  </a:lnTo>
                  <a:lnTo>
                    <a:pt x="7" y="32"/>
                  </a:lnTo>
                  <a:lnTo>
                    <a:pt x="9" y="30"/>
                  </a:lnTo>
                  <a:lnTo>
                    <a:pt x="16" y="6"/>
                  </a:lnTo>
                  <a:lnTo>
                    <a:pt x="16" y="4"/>
                  </a:lnTo>
                  <a:lnTo>
                    <a:pt x="14" y="3"/>
                  </a:lnTo>
                  <a:lnTo>
                    <a:pt x="13" y="1"/>
                  </a:lnTo>
                  <a:lnTo>
                    <a:pt x="11" y="0"/>
                  </a:lnTo>
                  <a:lnTo>
                    <a:pt x="10" y="1"/>
                  </a:lnTo>
                  <a:lnTo>
                    <a:pt x="9" y="3"/>
                  </a:lnTo>
                  <a:lnTo>
                    <a:pt x="7" y="4"/>
                  </a:lnTo>
                  <a:lnTo>
                    <a:pt x="0" y="29"/>
                  </a:lnTo>
                  <a:close/>
                </a:path>
              </a:pathLst>
            </a:custGeom>
            <a:solidFill>
              <a:srgbClr val="000000">
                <a:alpha val="100000"/>
              </a:srgbClr>
            </a:solidFill>
            <a:ln w="9525">
              <a:noFill/>
            </a:ln>
          </p:spPr>
          <p:txBody>
            <a:bodyPr/>
            <a:p>
              <a:endParaRPr lang="zh-CN" altLang="en-US"/>
            </a:p>
          </p:txBody>
        </p:sp>
      </p:grpSp>
      <p:sp>
        <p:nvSpPr>
          <p:cNvPr id="86051" name="Line 49"/>
          <p:cNvSpPr/>
          <p:nvPr/>
        </p:nvSpPr>
        <p:spPr>
          <a:xfrm>
            <a:off x="3949700" y="2687638"/>
            <a:ext cx="1588" cy="158750"/>
          </a:xfrm>
          <a:prstGeom prst="line">
            <a:avLst/>
          </a:prstGeom>
          <a:ln w="14288" cap="flat" cmpd="sng">
            <a:solidFill>
              <a:srgbClr val="000000"/>
            </a:solidFill>
            <a:prstDash val="solid"/>
            <a:headEnd type="none" w="med" len="med"/>
            <a:tailEnd type="none" w="med" len="med"/>
          </a:ln>
        </p:spPr>
      </p:sp>
      <p:sp>
        <p:nvSpPr>
          <p:cNvPr id="86052" name="Line 50"/>
          <p:cNvSpPr/>
          <p:nvPr/>
        </p:nvSpPr>
        <p:spPr>
          <a:xfrm>
            <a:off x="5153025" y="2687638"/>
            <a:ext cx="98425" cy="314325"/>
          </a:xfrm>
          <a:prstGeom prst="line">
            <a:avLst/>
          </a:prstGeom>
          <a:ln w="14288" cap="flat" cmpd="sng">
            <a:solidFill>
              <a:srgbClr val="000000"/>
            </a:solidFill>
            <a:prstDash val="solid"/>
            <a:headEnd type="none" w="med" len="med"/>
            <a:tailEnd type="none" w="med" len="med"/>
          </a:ln>
        </p:spPr>
      </p:sp>
      <p:sp>
        <p:nvSpPr>
          <p:cNvPr id="86053" name="Line 51"/>
          <p:cNvSpPr/>
          <p:nvPr/>
        </p:nvSpPr>
        <p:spPr>
          <a:xfrm>
            <a:off x="5260975" y="2990850"/>
            <a:ext cx="1117600" cy="1588"/>
          </a:xfrm>
          <a:prstGeom prst="line">
            <a:avLst/>
          </a:prstGeom>
          <a:ln w="14288" cap="flat" cmpd="sng">
            <a:solidFill>
              <a:srgbClr val="000000"/>
            </a:solidFill>
            <a:prstDash val="solid"/>
            <a:headEnd type="none" w="med" len="med"/>
            <a:tailEnd type="none" w="med" len="med"/>
          </a:ln>
        </p:spPr>
      </p:sp>
      <p:sp>
        <p:nvSpPr>
          <p:cNvPr id="86054" name="Line 52"/>
          <p:cNvSpPr/>
          <p:nvPr/>
        </p:nvSpPr>
        <p:spPr>
          <a:xfrm flipV="1">
            <a:off x="6357938" y="2687638"/>
            <a:ext cx="101600" cy="314325"/>
          </a:xfrm>
          <a:prstGeom prst="line">
            <a:avLst/>
          </a:prstGeom>
          <a:ln w="14288" cap="flat" cmpd="sng">
            <a:solidFill>
              <a:srgbClr val="000000"/>
            </a:solidFill>
            <a:prstDash val="solid"/>
            <a:headEnd type="none" w="med" len="med"/>
            <a:tailEnd type="none" w="med" len="med"/>
          </a:ln>
        </p:spPr>
      </p:sp>
      <p:sp>
        <p:nvSpPr>
          <p:cNvPr id="86055" name="Line 53"/>
          <p:cNvSpPr/>
          <p:nvPr/>
        </p:nvSpPr>
        <p:spPr>
          <a:xfrm>
            <a:off x="6459538" y="2687638"/>
            <a:ext cx="1203325" cy="1587"/>
          </a:xfrm>
          <a:prstGeom prst="line">
            <a:avLst/>
          </a:prstGeom>
          <a:ln w="14288" cap="flat" cmpd="sng">
            <a:solidFill>
              <a:srgbClr val="000000"/>
            </a:solidFill>
            <a:prstDash val="solid"/>
            <a:headEnd type="none" w="med" len="med"/>
            <a:tailEnd type="none" w="med" len="med"/>
          </a:ln>
        </p:spPr>
      </p:sp>
      <p:sp>
        <p:nvSpPr>
          <p:cNvPr id="86056" name="Line 54"/>
          <p:cNvSpPr/>
          <p:nvPr/>
        </p:nvSpPr>
        <p:spPr>
          <a:xfrm>
            <a:off x="5753100" y="2687638"/>
            <a:ext cx="1588" cy="158750"/>
          </a:xfrm>
          <a:prstGeom prst="line">
            <a:avLst/>
          </a:prstGeom>
          <a:ln w="14288" cap="flat" cmpd="sng">
            <a:solidFill>
              <a:srgbClr val="000000"/>
            </a:solidFill>
            <a:prstDash val="solid"/>
            <a:headEnd type="none" w="med" len="med"/>
            <a:tailEnd type="none" w="med" len="med"/>
          </a:ln>
        </p:spPr>
      </p:sp>
      <p:sp>
        <p:nvSpPr>
          <p:cNvPr id="86057" name="Line 55"/>
          <p:cNvSpPr/>
          <p:nvPr/>
        </p:nvSpPr>
        <p:spPr>
          <a:xfrm>
            <a:off x="6956425" y="2687638"/>
            <a:ext cx="1103313" cy="1587"/>
          </a:xfrm>
          <a:prstGeom prst="line">
            <a:avLst/>
          </a:prstGeom>
          <a:ln w="14288" cap="flat" cmpd="sng">
            <a:solidFill>
              <a:srgbClr val="000000"/>
            </a:solidFill>
            <a:prstDash val="solid"/>
            <a:headEnd type="none" w="med" len="med"/>
            <a:tailEnd type="none" w="med" len="med"/>
          </a:ln>
        </p:spPr>
      </p:sp>
      <p:sp>
        <p:nvSpPr>
          <p:cNvPr id="86058" name="Line 56"/>
          <p:cNvSpPr/>
          <p:nvPr/>
        </p:nvSpPr>
        <p:spPr>
          <a:xfrm>
            <a:off x="8059738" y="2687638"/>
            <a:ext cx="100012" cy="314325"/>
          </a:xfrm>
          <a:prstGeom prst="line">
            <a:avLst/>
          </a:prstGeom>
          <a:ln w="14288" cap="flat" cmpd="sng">
            <a:solidFill>
              <a:srgbClr val="000000"/>
            </a:solidFill>
            <a:prstDash val="solid"/>
            <a:headEnd type="none" w="med" len="med"/>
            <a:tailEnd type="none" w="med" len="med"/>
          </a:ln>
        </p:spPr>
      </p:sp>
      <p:sp>
        <p:nvSpPr>
          <p:cNvPr id="86059" name="Line 57"/>
          <p:cNvSpPr/>
          <p:nvPr/>
        </p:nvSpPr>
        <p:spPr>
          <a:xfrm>
            <a:off x="8159750" y="3001963"/>
            <a:ext cx="201613" cy="1587"/>
          </a:xfrm>
          <a:prstGeom prst="line">
            <a:avLst/>
          </a:prstGeom>
          <a:ln w="14288" cap="flat" cmpd="sng">
            <a:solidFill>
              <a:srgbClr val="000000"/>
            </a:solidFill>
            <a:prstDash val="solid"/>
            <a:headEnd type="none" w="med" len="med"/>
            <a:tailEnd type="none" w="med" len="med"/>
          </a:ln>
        </p:spPr>
      </p:sp>
      <p:grpSp>
        <p:nvGrpSpPr>
          <p:cNvPr id="86060" name="Group 58"/>
          <p:cNvGrpSpPr/>
          <p:nvPr/>
        </p:nvGrpSpPr>
        <p:grpSpPr>
          <a:xfrm>
            <a:off x="6419850" y="2806700"/>
            <a:ext cx="200025" cy="315913"/>
            <a:chOff x="4041" y="2190"/>
            <a:chExt cx="126" cy="199"/>
          </a:xfrm>
        </p:grpSpPr>
        <p:sp>
          <p:nvSpPr>
            <p:cNvPr id="86259" name="Line 59"/>
            <p:cNvSpPr/>
            <p:nvPr/>
          </p:nvSpPr>
          <p:spPr>
            <a:xfrm flipH="1" flipV="1">
              <a:off x="4089" y="2267"/>
              <a:ext cx="78" cy="122"/>
            </a:xfrm>
            <a:prstGeom prst="line">
              <a:avLst/>
            </a:prstGeom>
            <a:ln w="14288" cap="flat" cmpd="sng">
              <a:solidFill>
                <a:srgbClr val="000000"/>
              </a:solidFill>
              <a:prstDash val="solid"/>
              <a:headEnd type="none" w="med" len="med"/>
              <a:tailEnd type="none" w="med" len="med"/>
            </a:ln>
          </p:spPr>
        </p:sp>
        <p:sp>
          <p:nvSpPr>
            <p:cNvPr id="86260" name="Freeform 60"/>
            <p:cNvSpPr/>
            <p:nvPr/>
          </p:nvSpPr>
          <p:spPr>
            <a:xfrm>
              <a:off x="4041" y="2190"/>
              <a:ext cx="77" cy="96"/>
            </a:xfrm>
            <a:custGeom>
              <a:avLst/>
              <a:gdLst/>
              <a:ahLst/>
              <a:cxnLst>
                <a:cxn ang="0">
                  <a:pos x="77" y="63"/>
                </a:cxn>
                <a:cxn ang="0">
                  <a:pos x="0" y="0"/>
                </a:cxn>
                <a:cxn ang="0">
                  <a:pos x="25" y="96"/>
                </a:cxn>
                <a:cxn ang="0">
                  <a:pos x="77" y="63"/>
                </a:cxn>
              </a:cxnLst>
              <a:pathLst>
                <a:path w="77" h="96">
                  <a:moveTo>
                    <a:pt x="77" y="63"/>
                  </a:moveTo>
                  <a:lnTo>
                    <a:pt x="0" y="0"/>
                  </a:lnTo>
                  <a:lnTo>
                    <a:pt x="25" y="96"/>
                  </a:lnTo>
                  <a:lnTo>
                    <a:pt x="77" y="63"/>
                  </a:lnTo>
                  <a:close/>
                </a:path>
              </a:pathLst>
            </a:custGeom>
            <a:solidFill>
              <a:srgbClr val="000000">
                <a:alpha val="100000"/>
              </a:srgbClr>
            </a:solidFill>
            <a:ln w="9525">
              <a:noFill/>
            </a:ln>
          </p:spPr>
          <p:txBody>
            <a:bodyPr/>
            <a:p>
              <a:endParaRPr lang="zh-CN" altLang="en-US"/>
            </a:p>
          </p:txBody>
        </p:sp>
      </p:grpSp>
      <p:sp>
        <p:nvSpPr>
          <p:cNvPr id="86061" name="Line 61"/>
          <p:cNvSpPr/>
          <p:nvPr/>
        </p:nvSpPr>
        <p:spPr>
          <a:xfrm>
            <a:off x="6910388" y="2686050"/>
            <a:ext cx="1587" cy="119063"/>
          </a:xfrm>
          <a:prstGeom prst="line">
            <a:avLst/>
          </a:prstGeom>
          <a:ln w="14288" cap="flat" cmpd="sng">
            <a:solidFill>
              <a:srgbClr val="000000"/>
            </a:solidFill>
            <a:prstDash val="solid"/>
            <a:headEnd type="none" w="med" len="med"/>
            <a:tailEnd type="none" w="med" len="med"/>
          </a:ln>
        </p:spPr>
      </p:sp>
      <p:sp>
        <p:nvSpPr>
          <p:cNvPr id="86062" name="Line 62"/>
          <p:cNvSpPr/>
          <p:nvPr/>
        </p:nvSpPr>
        <p:spPr>
          <a:xfrm>
            <a:off x="7461250" y="2686050"/>
            <a:ext cx="1588" cy="93663"/>
          </a:xfrm>
          <a:prstGeom prst="line">
            <a:avLst/>
          </a:prstGeom>
          <a:ln w="14288" cap="flat" cmpd="sng">
            <a:solidFill>
              <a:srgbClr val="000000"/>
            </a:solidFill>
            <a:prstDash val="solid"/>
            <a:headEnd type="none" w="med" len="med"/>
            <a:tailEnd type="none" w="med" len="med"/>
          </a:ln>
        </p:spPr>
      </p:sp>
      <p:grpSp>
        <p:nvGrpSpPr>
          <p:cNvPr id="86063" name="Group 63"/>
          <p:cNvGrpSpPr/>
          <p:nvPr/>
        </p:nvGrpSpPr>
        <p:grpSpPr>
          <a:xfrm>
            <a:off x="877888" y="1773238"/>
            <a:ext cx="6918325" cy="315912"/>
            <a:chOff x="906" y="1618"/>
            <a:chExt cx="4358" cy="199"/>
          </a:xfrm>
        </p:grpSpPr>
        <p:grpSp>
          <p:nvGrpSpPr>
            <p:cNvPr id="86247" name="Group 64"/>
            <p:cNvGrpSpPr/>
            <p:nvPr/>
          </p:nvGrpSpPr>
          <p:grpSpPr>
            <a:xfrm>
              <a:off x="1159" y="1618"/>
              <a:ext cx="505" cy="199"/>
              <a:chOff x="1159" y="1618"/>
              <a:chExt cx="505" cy="199"/>
            </a:xfrm>
          </p:grpSpPr>
          <p:sp>
            <p:nvSpPr>
              <p:cNvPr id="86255" name="Line 65"/>
              <p:cNvSpPr/>
              <p:nvPr/>
            </p:nvSpPr>
            <p:spPr>
              <a:xfrm>
                <a:off x="1222" y="1816"/>
                <a:ext cx="253" cy="1"/>
              </a:xfrm>
              <a:prstGeom prst="line">
                <a:avLst/>
              </a:prstGeom>
              <a:ln w="14288" cap="flat" cmpd="sng">
                <a:solidFill>
                  <a:srgbClr val="000000"/>
                </a:solidFill>
                <a:prstDash val="solid"/>
                <a:headEnd type="none" w="med" len="med"/>
                <a:tailEnd type="none" w="med" len="med"/>
              </a:ln>
            </p:spPr>
          </p:sp>
          <p:sp>
            <p:nvSpPr>
              <p:cNvPr id="86256" name="Line 66"/>
              <p:cNvSpPr/>
              <p:nvPr/>
            </p:nvSpPr>
            <p:spPr>
              <a:xfrm flipH="1" flipV="1">
                <a:off x="1159" y="1618"/>
                <a:ext cx="63" cy="198"/>
              </a:xfrm>
              <a:prstGeom prst="line">
                <a:avLst/>
              </a:prstGeom>
              <a:ln w="14288" cap="flat" cmpd="sng">
                <a:solidFill>
                  <a:srgbClr val="000000"/>
                </a:solidFill>
                <a:prstDash val="solid"/>
                <a:headEnd type="none" w="med" len="med"/>
                <a:tailEnd type="none" w="med" len="med"/>
              </a:ln>
            </p:spPr>
          </p:sp>
          <p:sp>
            <p:nvSpPr>
              <p:cNvPr id="86257" name="Line 67"/>
              <p:cNvSpPr/>
              <p:nvPr/>
            </p:nvSpPr>
            <p:spPr>
              <a:xfrm flipV="1">
                <a:off x="1475" y="1618"/>
                <a:ext cx="62" cy="198"/>
              </a:xfrm>
              <a:prstGeom prst="line">
                <a:avLst/>
              </a:prstGeom>
              <a:ln w="14288" cap="flat" cmpd="sng">
                <a:solidFill>
                  <a:srgbClr val="000000"/>
                </a:solidFill>
                <a:prstDash val="solid"/>
                <a:headEnd type="none" w="med" len="med"/>
                <a:tailEnd type="none" w="med" len="med"/>
              </a:ln>
            </p:spPr>
          </p:sp>
          <p:sp>
            <p:nvSpPr>
              <p:cNvPr id="86258" name="Line 68"/>
              <p:cNvSpPr/>
              <p:nvPr/>
            </p:nvSpPr>
            <p:spPr>
              <a:xfrm>
                <a:off x="1537" y="1618"/>
                <a:ext cx="127" cy="1"/>
              </a:xfrm>
              <a:prstGeom prst="line">
                <a:avLst/>
              </a:prstGeom>
              <a:ln w="14288" cap="flat" cmpd="sng">
                <a:solidFill>
                  <a:srgbClr val="000000"/>
                </a:solidFill>
                <a:prstDash val="solid"/>
                <a:headEnd type="none" w="med" len="med"/>
                <a:tailEnd type="none" w="med" len="med"/>
              </a:ln>
            </p:spPr>
          </p:sp>
        </p:grpSp>
        <p:grpSp>
          <p:nvGrpSpPr>
            <p:cNvPr id="86248" name="Group 69"/>
            <p:cNvGrpSpPr/>
            <p:nvPr/>
          </p:nvGrpSpPr>
          <p:grpSpPr>
            <a:xfrm>
              <a:off x="1664" y="1618"/>
              <a:ext cx="505" cy="199"/>
              <a:chOff x="1664" y="1618"/>
              <a:chExt cx="505" cy="199"/>
            </a:xfrm>
          </p:grpSpPr>
          <p:sp>
            <p:nvSpPr>
              <p:cNvPr id="86251" name="Line 70"/>
              <p:cNvSpPr/>
              <p:nvPr/>
            </p:nvSpPr>
            <p:spPr>
              <a:xfrm>
                <a:off x="1728" y="1816"/>
                <a:ext cx="252" cy="1"/>
              </a:xfrm>
              <a:prstGeom prst="line">
                <a:avLst/>
              </a:prstGeom>
              <a:ln w="14288" cap="flat" cmpd="sng">
                <a:solidFill>
                  <a:srgbClr val="000000"/>
                </a:solidFill>
                <a:prstDash val="solid"/>
                <a:headEnd type="none" w="med" len="med"/>
                <a:tailEnd type="none" w="med" len="med"/>
              </a:ln>
            </p:spPr>
          </p:sp>
          <p:sp>
            <p:nvSpPr>
              <p:cNvPr id="86252" name="Line 71"/>
              <p:cNvSpPr/>
              <p:nvPr/>
            </p:nvSpPr>
            <p:spPr>
              <a:xfrm flipH="1" flipV="1">
                <a:off x="1664" y="1618"/>
                <a:ext cx="64" cy="198"/>
              </a:xfrm>
              <a:prstGeom prst="line">
                <a:avLst/>
              </a:prstGeom>
              <a:ln w="14288" cap="flat" cmpd="sng">
                <a:solidFill>
                  <a:srgbClr val="000000"/>
                </a:solidFill>
                <a:prstDash val="solid"/>
                <a:headEnd type="none" w="med" len="med"/>
                <a:tailEnd type="none" w="med" len="med"/>
              </a:ln>
            </p:spPr>
          </p:sp>
          <p:sp>
            <p:nvSpPr>
              <p:cNvPr id="86253" name="Line 72"/>
              <p:cNvSpPr/>
              <p:nvPr/>
            </p:nvSpPr>
            <p:spPr>
              <a:xfrm flipV="1">
                <a:off x="1980" y="1618"/>
                <a:ext cx="62" cy="198"/>
              </a:xfrm>
              <a:prstGeom prst="line">
                <a:avLst/>
              </a:prstGeom>
              <a:ln w="14288" cap="flat" cmpd="sng">
                <a:solidFill>
                  <a:srgbClr val="000000"/>
                </a:solidFill>
                <a:prstDash val="solid"/>
                <a:headEnd type="none" w="med" len="med"/>
                <a:tailEnd type="none" w="med" len="med"/>
              </a:ln>
            </p:spPr>
          </p:sp>
          <p:sp>
            <p:nvSpPr>
              <p:cNvPr id="86254" name="Line 73"/>
              <p:cNvSpPr/>
              <p:nvPr/>
            </p:nvSpPr>
            <p:spPr>
              <a:xfrm>
                <a:off x="2042" y="1618"/>
                <a:ext cx="127" cy="1"/>
              </a:xfrm>
              <a:prstGeom prst="line">
                <a:avLst/>
              </a:prstGeom>
              <a:ln w="14288" cap="flat" cmpd="sng">
                <a:solidFill>
                  <a:srgbClr val="000000"/>
                </a:solidFill>
                <a:prstDash val="solid"/>
                <a:headEnd type="none" w="med" len="med"/>
                <a:tailEnd type="none" w="med" len="med"/>
              </a:ln>
            </p:spPr>
          </p:sp>
        </p:grpSp>
        <p:sp>
          <p:nvSpPr>
            <p:cNvPr id="86249" name="Line 74"/>
            <p:cNvSpPr/>
            <p:nvPr/>
          </p:nvSpPr>
          <p:spPr>
            <a:xfrm flipH="1">
              <a:off x="906" y="1618"/>
              <a:ext cx="253" cy="1"/>
            </a:xfrm>
            <a:prstGeom prst="line">
              <a:avLst/>
            </a:prstGeom>
            <a:ln w="14288" cap="flat" cmpd="sng">
              <a:solidFill>
                <a:srgbClr val="000000"/>
              </a:solidFill>
              <a:prstDash val="solid"/>
              <a:headEnd type="none" w="med" len="med"/>
              <a:tailEnd type="none" w="med" len="med"/>
            </a:ln>
          </p:spPr>
        </p:sp>
        <p:sp>
          <p:nvSpPr>
            <p:cNvPr id="86250" name="Line 75"/>
            <p:cNvSpPr/>
            <p:nvPr/>
          </p:nvSpPr>
          <p:spPr>
            <a:xfrm>
              <a:off x="2169" y="1618"/>
              <a:ext cx="3095" cy="1"/>
            </a:xfrm>
            <a:prstGeom prst="line">
              <a:avLst/>
            </a:prstGeom>
            <a:ln w="14288" cap="flat" cmpd="sng">
              <a:solidFill>
                <a:srgbClr val="000000"/>
              </a:solidFill>
              <a:prstDash val="solid"/>
              <a:headEnd type="none" w="med" len="med"/>
              <a:tailEnd type="none" w="med" len="med"/>
            </a:ln>
          </p:spPr>
        </p:sp>
      </p:grpSp>
      <p:sp>
        <p:nvSpPr>
          <p:cNvPr id="86064" name="Rectangle 76"/>
          <p:cNvSpPr/>
          <p:nvPr/>
        </p:nvSpPr>
        <p:spPr>
          <a:xfrm>
            <a:off x="1379538" y="1614488"/>
            <a:ext cx="403225" cy="319087"/>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6065" name="Rectangle 77"/>
          <p:cNvSpPr/>
          <p:nvPr/>
        </p:nvSpPr>
        <p:spPr>
          <a:xfrm>
            <a:off x="1389063" y="1727200"/>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CW</a:t>
            </a:r>
            <a:endParaRPr lang="en-US" altLang="zh-CN" sz="1800" b="0" dirty="0">
              <a:solidFill>
                <a:schemeClr val="tx1"/>
              </a:solidFill>
              <a:latin typeface="Arial" panose="020B0604020202020204" pitchFamily="34" charset="0"/>
            </a:endParaRPr>
          </a:p>
        </p:txBody>
      </p:sp>
      <p:sp>
        <p:nvSpPr>
          <p:cNvPr id="86066" name="Rectangle 78"/>
          <p:cNvSpPr/>
          <p:nvPr/>
        </p:nvSpPr>
        <p:spPr>
          <a:xfrm>
            <a:off x="2182813" y="1614488"/>
            <a:ext cx="403225" cy="319087"/>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6067" name="Rectangle 79"/>
          <p:cNvSpPr/>
          <p:nvPr/>
        </p:nvSpPr>
        <p:spPr>
          <a:xfrm>
            <a:off x="2190750" y="1727200"/>
            <a:ext cx="3365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LSB</a:t>
            </a:r>
            <a:endParaRPr lang="en-US" altLang="zh-CN" sz="1800" b="0" dirty="0">
              <a:solidFill>
                <a:schemeClr val="tx1"/>
              </a:solidFill>
              <a:latin typeface="Arial" panose="020B0604020202020204" pitchFamily="34" charset="0"/>
            </a:endParaRPr>
          </a:p>
        </p:txBody>
      </p:sp>
      <p:grpSp>
        <p:nvGrpSpPr>
          <p:cNvPr id="86068" name="Group 80"/>
          <p:cNvGrpSpPr/>
          <p:nvPr/>
        </p:nvGrpSpPr>
        <p:grpSpPr>
          <a:xfrm>
            <a:off x="877888" y="1300163"/>
            <a:ext cx="6918325" cy="315912"/>
            <a:chOff x="906" y="1320"/>
            <a:chExt cx="4358" cy="199"/>
          </a:xfrm>
        </p:grpSpPr>
        <p:grpSp>
          <p:nvGrpSpPr>
            <p:cNvPr id="86191" name="Group 81"/>
            <p:cNvGrpSpPr/>
            <p:nvPr/>
          </p:nvGrpSpPr>
          <p:grpSpPr>
            <a:xfrm>
              <a:off x="1095" y="1320"/>
              <a:ext cx="380" cy="199"/>
              <a:chOff x="1095" y="1320"/>
              <a:chExt cx="380" cy="199"/>
            </a:xfrm>
          </p:grpSpPr>
          <p:sp>
            <p:nvSpPr>
              <p:cNvPr id="86243" name="Line 82"/>
              <p:cNvSpPr/>
              <p:nvPr/>
            </p:nvSpPr>
            <p:spPr>
              <a:xfrm>
                <a:off x="1159" y="1320"/>
                <a:ext cx="125" cy="1"/>
              </a:xfrm>
              <a:prstGeom prst="line">
                <a:avLst/>
              </a:prstGeom>
              <a:ln w="14288" cap="flat" cmpd="sng">
                <a:solidFill>
                  <a:srgbClr val="000000"/>
                </a:solidFill>
                <a:prstDash val="solid"/>
                <a:headEnd type="none" w="med" len="med"/>
                <a:tailEnd type="none" w="med" len="med"/>
              </a:ln>
            </p:spPr>
          </p:sp>
          <p:sp>
            <p:nvSpPr>
              <p:cNvPr id="86244" name="Line 83"/>
              <p:cNvSpPr/>
              <p:nvPr/>
            </p:nvSpPr>
            <p:spPr>
              <a:xfrm flipH="1">
                <a:off x="1095" y="1320"/>
                <a:ext cx="64" cy="198"/>
              </a:xfrm>
              <a:prstGeom prst="line">
                <a:avLst/>
              </a:prstGeom>
              <a:ln w="14288" cap="flat" cmpd="sng">
                <a:solidFill>
                  <a:srgbClr val="000000"/>
                </a:solidFill>
                <a:prstDash val="solid"/>
                <a:headEnd type="none" w="med" len="med"/>
                <a:tailEnd type="none" w="med" len="med"/>
              </a:ln>
            </p:spPr>
          </p:sp>
          <p:sp>
            <p:nvSpPr>
              <p:cNvPr id="86245" name="Line 84"/>
              <p:cNvSpPr/>
              <p:nvPr/>
            </p:nvSpPr>
            <p:spPr>
              <a:xfrm>
                <a:off x="1284" y="1320"/>
                <a:ext cx="64" cy="198"/>
              </a:xfrm>
              <a:prstGeom prst="line">
                <a:avLst/>
              </a:prstGeom>
              <a:ln w="14288" cap="flat" cmpd="sng">
                <a:solidFill>
                  <a:srgbClr val="000000"/>
                </a:solidFill>
                <a:prstDash val="solid"/>
                <a:headEnd type="none" w="med" len="med"/>
                <a:tailEnd type="none" w="med" len="med"/>
              </a:ln>
            </p:spPr>
          </p:sp>
          <p:sp>
            <p:nvSpPr>
              <p:cNvPr id="86246" name="Line 85"/>
              <p:cNvSpPr/>
              <p:nvPr/>
            </p:nvSpPr>
            <p:spPr>
              <a:xfrm>
                <a:off x="1348" y="1518"/>
                <a:ext cx="127" cy="1"/>
              </a:xfrm>
              <a:prstGeom prst="line">
                <a:avLst/>
              </a:prstGeom>
              <a:ln w="14288" cap="flat" cmpd="sng">
                <a:solidFill>
                  <a:srgbClr val="000000"/>
                </a:solidFill>
                <a:prstDash val="solid"/>
                <a:headEnd type="none" w="med" len="med"/>
                <a:tailEnd type="none" w="med" len="med"/>
              </a:ln>
            </p:spPr>
          </p:sp>
        </p:grpSp>
        <p:grpSp>
          <p:nvGrpSpPr>
            <p:cNvPr id="86192" name="Group 86"/>
            <p:cNvGrpSpPr/>
            <p:nvPr/>
          </p:nvGrpSpPr>
          <p:grpSpPr>
            <a:xfrm>
              <a:off x="1475" y="1320"/>
              <a:ext cx="378" cy="199"/>
              <a:chOff x="1475" y="1320"/>
              <a:chExt cx="378" cy="199"/>
            </a:xfrm>
          </p:grpSpPr>
          <p:sp>
            <p:nvSpPr>
              <p:cNvPr id="86239" name="Line 87"/>
              <p:cNvSpPr/>
              <p:nvPr/>
            </p:nvSpPr>
            <p:spPr>
              <a:xfrm>
                <a:off x="1537" y="1320"/>
                <a:ext cx="127" cy="1"/>
              </a:xfrm>
              <a:prstGeom prst="line">
                <a:avLst/>
              </a:prstGeom>
              <a:ln w="14288" cap="flat" cmpd="sng">
                <a:solidFill>
                  <a:srgbClr val="000000"/>
                </a:solidFill>
                <a:prstDash val="solid"/>
                <a:headEnd type="none" w="med" len="med"/>
                <a:tailEnd type="none" w="med" len="med"/>
              </a:ln>
            </p:spPr>
          </p:sp>
          <p:sp>
            <p:nvSpPr>
              <p:cNvPr id="86240" name="Line 88"/>
              <p:cNvSpPr/>
              <p:nvPr/>
            </p:nvSpPr>
            <p:spPr>
              <a:xfrm flipH="1">
                <a:off x="1475" y="1320"/>
                <a:ext cx="62" cy="198"/>
              </a:xfrm>
              <a:prstGeom prst="line">
                <a:avLst/>
              </a:prstGeom>
              <a:ln w="14288" cap="flat" cmpd="sng">
                <a:solidFill>
                  <a:srgbClr val="000000"/>
                </a:solidFill>
                <a:prstDash val="solid"/>
                <a:headEnd type="none" w="med" len="med"/>
                <a:tailEnd type="none" w="med" len="med"/>
              </a:ln>
            </p:spPr>
          </p:sp>
          <p:sp>
            <p:nvSpPr>
              <p:cNvPr id="86241" name="Line 89"/>
              <p:cNvSpPr/>
              <p:nvPr/>
            </p:nvSpPr>
            <p:spPr>
              <a:xfrm>
                <a:off x="1664" y="1320"/>
                <a:ext cx="64" cy="198"/>
              </a:xfrm>
              <a:prstGeom prst="line">
                <a:avLst/>
              </a:prstGeom>
              <a:ln w="14288" cap="flat" cmpd="sng">
                <a:solidFill>
                  <a:srgbClr val="000000"/>
                </a:solidFill>
                <a:prstDash val="solid"/>
                <a:headEnd type="none" w="med" len="med"/>
                <a:tailEnd type="none" w="med" len="med"/>
              </a:ln>
            </p:spPr>
          </p:sp>
          <p:sp>
            <p:nvSpPr>
              <p:cNvPr id="86242" name="Line 90"/>
              <p:cNvSpPr/>
              <p:nvPr/>
            </p:nvSpPr>
            <p:spPr>
              <a:xfrm>
                <a:off x="1728" y="1518"/>
                <a:ext cx="125" cy="1"/>
              </a:xfrm>
              <a:prstGeom prst="line">
                <a:avLst/>
              </a:prstGeom>
              <a:ln w="14288" cap="flat" cmpd="sng">
                <a:solidFill>
                  <a:srgbClr val="000000"/>
                </a:solidFill>
                <a:prstDash val="solid"/>
                <a:headEnd type="none" w="med" len="med"/>
                <a:tailEnd type="none" w="med" len="med"/>
              </a:ln>
            </p:spPr>
          </p:sp>
        </p:grpSp>
        <p:grpSp>
          <p:nvGrpSpPr>
            <p:cNvPr id="86193" name="Group 91"/>
            <p:cNvGrpSpPr/>
            <p:nvPr/>
          </p:nvGrpSpPr>
          <p:grpSpPr>
            <a:xfrm>
              <a:off x="1853" y="1320"/>
              <a:ext cx="380" cy="199"/>
              <a:chOff x="1853" y="1320"/>
              <a:chExt cx="380" cy="199"/>
            </a:xfrm>
          </p:grpSpPr>
          <p:sp>
            <p:nvSpPr>
              <p:cNvPr id="86235" name="Line 92"/>
              <p:cNvSpPr/>
              <p:nvPr/>
            </p:nvSpPr>
            <p:spPr>
              <a:xfrm>
                <a:off x="1917" y="1320"/>
                <a:ext cx="125" cy="1"/>
              </a:xfrm>
              <a:prstGeom prst="line">
                <a:avLst/>
              </a:prstGeom>
              <a:ln w="14288" cap="flat" cmpd="sng">
                <a:solidFill>
                  <a:srgbClr val="000000"/>
                </a:solidFill>
                <a:prstDash val="solid"/>
                <a:headEnd type="none" w="med" len="med"/>
                <a:tailEnd type="none" w="med" len="med"/>
              </a:ln>
            </p:spPr>
          </p:sp>
          <p:sp>
            <p:nvSpPr>
              <p:cNvPr id="86236" name="Line 93"/>
              <p:cNvSpPr/>
              <p:nvPr/>
            </p:nvSpPr>
            <p:spPr>
              <a:xfrm flipH="1">
                <a:off x="1853" y="1320"/>
                <a:ext cx="64" cy="198"/>
              </a:xfrm>
              <a:prstGeom prst="line">
                <a:avLst/>
              </a:prstGeom>
              <a:ln w="14288" cap="flat" cmpd="sng">
                <a:solidFill>
                  <a:srgbClr val="000000"/>
                </a:solidFill>
                <a:prstDash val="solid"/>
                <a:headEnd type="none" w="med" len="med"/>
                <a:tailEnd type="none" w="med" len="med"/>
              </a:ln>
            </p:spPr>
          </p:sp>
          <p:sp>
            <p:nvSpPr>
              <p:cNvPr id="86237" name="Line 94"/>
              <p:cNvSpPr/>
              <p:nvPr/>
            </p:nvSpPr>
            <p:spPr>
              <a:xfrm>
                <a:off x="2042" y="1320"/>
                <a:ext cx="64" cy="198"/>
              </a:xfrm>
              <a:prstGeom prst="line">
                <a:avLst/>
              </a:prstGeom>
              <a:ln w="14288" cap="flat" cmpd="sng">
                <a:solidFill>
                  <a:srgbClr val="000000"/>
                </a:solidFill>
                <a:prstDash val="solid"/>
                <a:headEnd type="none" w="med" len="med"/>
                <a:tailEnd type="none" w="med" len="med"/>
              </a:ln>
            </p:spPr>
          </p:sp>
          <p:sp>
            <p:nvSpPr>
              <p:cNvPr id="86238" name="Line 95"/>
              <p:cNvSpPr/>
              <p:nvPr/>
            </p:nvSpPr>
            <p:spPr>
              <a:xfrm>
                <a:off x="2106" y="1518"/>
                <a:ext cx="127" cy="1"/>
              </a:xfrm>
              <a:prstGeom prst="line">
                <a:avLst/>
              </a:prstGeom>
              <a:ln w="14288" cap="flat" cmpd="sng">
                <a:solidFill>
                  <a:srgbClr val="000000"/>
                </a:solidFill>
                <a:prstDash val="solid"/>
                <a:headEnd type="none" w="med" len="med"/>
                <a:tailEnd type="none" w="med" len="med"/>
              </a:ln>
            </p:spPr>
          </p:sp>
        </p:grpSp>
        <p:grpSp>
          <p:nvGrpSpPr>
            <p:cNvPr id="86194" name="Group 96"/>
            <p:cNvGrpSpPr/>
            <p:nvPr/>
          </p:nvGrpSpPr>
          <p:grpSpPr>
            <a:xfrm>
              <a:off x="2233" y="1320"/>
              <a:ext cx="378" cy="199"/>
              <a:chOff x="2233" y="1320"/>
              <a:chExt cx="378" cy="199"/>
            </a:xfrm>
          </p:grpSpPr>
          <p:sp>
            <p:nvSpPr>
              <p:cNvPr id="86231" name="Line 97"/>
              <p:cNvSpPr/>
              <p:nvPr/>
            </p:nvSpPr>
            <p:spPr>
              <a:xfrm>
                <a:off x="2295" y="1320"/>
                <a:ext cx="127" cy="1"/>
              </a:xfrm>
              <a:prstGeom prst="line">
                <a:avLst/>
              </a:prstGeom>
              <a:ln w="14288" cap="flat" cmpd="sng">
                <a:solidFill>
                  <a:srgbClr val="000000"/>
                </a:solidFill>
                <a:prstDash val="solid"/>
                <a:headEnd type="none" w="med" len="med"/>
                <a:tailEnd type="none" w="med" len="med"/>
              </a:ln>
            </p:spPr>
          </p:sp>
          <p:sp>
            <p:nvSpPr>
              <p:cNvPr id="86232" name="Line 98"/>
              <p:cNvSpPr/>
              <p:nvPr/>
            </p:nvSpPr>
            <p:spPr>
              <a:xfrm flipH="1">
                <a:off x="2233" y="1320"/>
                <a:ext cx="62" cy="198"/>
              </a:xfrm>
              <a:prstGeom prst="line">
                <a:avLst/>
              </a:prstGeom>
              <a:ln w="14288" cap="flat" cmpd="sng">
                <a:solidFill>
                  <a:srgbClr val="000000"/>
                </a:solidFill>
                <a:prstDash val="solid"/>
                <a:headEnd type="none" w="med" len="med"/>
                <a:tailEnd type="none" w="med" len="med"/>
              </a:ln>
            </p:spPr>
          </p:sp>
          <p:sp>
            <p:nvSpPr>
              <p:cNvPr id="86233" name="Line 99"/>
              <p:cNvSpPr/>
              <p:nvPr/>
            </p:nvSpPr>
            <p:spPr>
              <a:xfrm>
                <a:off x="2422" y="1320"/>
                <a:ext cx="63" cy="198"/>
              </a:xfrm>
              <a:prstGeom prst="line">
                <a:avLst/>
              </a:prstGeom>
              <a:ln w="14288" cap="flat" cmpd="sng">
                <a:solidFill>
                  <a:srgbClr val="000000"/>
                </a:solidFill>
                <a:prstDash val="solid"/>
                <a:headEnd type="none" w="med" len="med"/>
                <a:tailEnd type="none" w="med" len="med"/>
              </a:ln>
            </p:spPr>
          </p:sp>
          <p:sp>
            <p:nvSpPr>
              <p:cNvPr id="86234" name="Line 100"/>
              <p:cNvSpPr/>
              <p:nvPr/>
            </p:nvSpPr>
            <p:spPr>
              <a:xfrm>
                <a:off x="2485" y="1518"/>
                <a:ext cx="126" cy="1"/>
              </a:xfrm>
              <a:prstGeom prst="line">
                <a:avLst/>
              </a:prstGeom>
              <a:ln w="14288" cap="flat" cmpd="sng">
                <a:solidFill>
                  <a:srgbClr val="000000"/>
                </a:solidFill>
                <a:prstDash val="solid"/>
                <a:headEnd type="none" w="med" len="med"/>
                <a:tailEnd type="none" w="med" len="med"/>
              </a:ln>
            </p:spPr>
          </p:sp>
        </p:grpSp>
        <p:grpSp>
          <p:nvGrpSpPr>
            <p:cNvPr id="86195" name="Group 101"/>
            <p:cNvGrpSpPr/>
            <p:nvPr/>
          </p:nvGrpSpPr>
          <p:grpSpPr>
            <a:xfrm>
              <a:off x="2611" y="1320"/>
              <a:ext cx="380" cy="199"/>
              <a:chOff x="2611" y="1320"/>
              <a:chExt cx="380" cy="199"/>
            </a:xfrm>
          </p:grpSpPr>
          <p:sp>
            <p:nvSpPr>
              <p:cNvPr id="86227" name="Line 102"/>
              <p:cNvSpPr/>
              <p:nvPr/>
            </p:nvSpPr>
            <p:spPr>
              <a:xfrm>
                <a:off x="2674" y="1320"/>
                <a:ext cx="126" cy="1"/>
              </a:xfrm>
              <a:prstGeom prst="line">
                <a:avLst/>
              </a:prstGeom>
              <a:ln w="14288" cap="flat" cmpd="sng">
                <a:solidFill>
                  <a:srgbClr val="000000"/>
                </a:solidFill>
                <a:prstDash val="solid"/>
                <a:headEnd type="none" w="med" len="med"/>
                <a:tailEnd type="none" w="med" len="med"/>
              </a:ln>
            </p:spPr>
          </p:sp>
          <p:sp>
            <p:nvSpPr>
              <p:cNvPr id="86228" name="Line 103"/>
              <p:cNvSpPr/>
              <p:nvPr/>
            </p:nvSpPr>
            <p:spPr>
              <a:xfrm flipH="1">
                <a:off x="2611" y="1320"/>
                <a:ext cx="63" cy="198"/>
              </a:xfrm>
              <a:prstGeom prst="line">
                <a:avLst/>
              </a:prstGeom>
              <a:ln w="14288" cap="flat" cmpd="sng">
                <a:solidFill>
                  <a:srgbClr val="000000"/>
                </a:solidFill>
                <a:prstDash val="solid"/>
                <a:headEnd type="none" w="med" len="med"/>
                <a:tailEnd type="none" w="med" len="med"/>
              </a:ln>
            </p:spPr>
          </p:sp>
          <p:sp>
            <p:nvSpPr>
              <p:cNvPr id="86229" name="Line 104"/>
              <p:cNvSpPr/>
              <p:nvPr/>
            </p:nvSpPr>
            <p:spPr>
              <a:xfrm>
                <a:off x="2800" y="1320"/>
                <a:ext cx="64" cy="198"/>
              </a:xfrm>
              <a:prstGeom prst="line">
                <a:avLst/>
              </a:prstGeom>
              <a:ln w="14288" cap="flat" cmpd="sng">
                <a:solidFill>
                  <a:srgbClr val="000000"/>
                </a:solidFill>
                <a:prstDash val="solid"/>
                <a:headEnd type="none" w="med" len="med"/>
                <a:tailEnd type="none" w="med" len="med"/>
              </a:ln>
            </p:spPr>
          </p:sp>
          <p:sp>
            <p:nvSpPr>
              <p:cNvPr id="86230" name="Line 105"/>
              <p:cNvSpPr/>
              <p:nvPr/>
            </p:nvSpPr>
            <p:spPr>
              <a:xfrm>
                <a:off x="2864" y="1518"/>
                <a:ext cx="127" cy="1"/>
              </a:xfrm>
              <a:prstGeom prst="line">
                <a:avLst/>
              </a:prstGeom>
              <a:ln w="14288" cap="flat" cmpd="sng">
                <a:solidFill>
                  <a:srgbClr val="000000"/>
                </a:solidFill>
                <a:prstDash val="solid"/>
                <a:headEnd type="none" w="med" len="med"/>
                <a:tailEnd type="none" w="med" len="med"/>
              </a:ln>
            </p:spPr>
          </p:sp>
        </p:grpSp>
        <p:grpSp>
          <p:nvGrpSpPr>
            <p:cNvPr id="86196" name="Group 106"/>
            <p:cNvGrpSpPr/>
            <p:nvPr/>
          </p:nvGrpSpPr>
          <p:grpSpPr>
            <a:xfrm>
              <a:off x="2991" y="1320"/>
              <a:ext cx="378" cy="199"/>
              <a:chOff x="2991" y="1320"/>
              <a:chExt cx="378" cy="199"/>
            </a:xfrm>
          </p:grpSpPr>
          <p:sp>
            <p:nvSpPr>
              <p:cNvPr id="86223" name="Line 107"/>
              <p:cNvSpPr/>
              <p:nvPr/>
            </p:nvSpPr>
            <p:spPr>
              <a:xfrm>
                <a:off x="3053" y="1320"/>
                <a:ext cx="127" cy="1"/>
              </a:xfrm>
              <a:prstGeom prst="line">
                <a:avLst/>
              </a:prstGeom>
              <a:ln w="14288" cap="flat" cmpd="sng">
                <a:solidFill>
                  <a:srgbClr val="000000"/>
                </a:solidFill>
                <a:prstDash val="solid"/>
                <a:headEnd type="none" w="med" len="med"/>
                <a:tailEnd type="none" w="med" len="med"/>
              </a:ln>
            </p:spPr>
          </p:sp>
          <p:sp>
            <p:nvSpPr>
              <p:cNvPr id="86224" name="Line 108"/>
              <p:cNvSpPr/>
              <p:nvPr/>
            </p:nvSpPr>
            <p:spPr>
              <a:xfrm flipH="1">
                <a:off x="2991" y="1320"/>
                <a:ext cx="62" cy="198"/>
              </a:xfrm>
              <a:prstGeom prst="line">
                <a:avLst/>
              </a:prstGeom>
              <a:ln w="14288" cap="flat" cmpd="sng">
                <a:solidFill>
                  <a:srgbClr val="000000"/>
                </a:solidFill>
                <a:prstDash val="solid"/>
                <a:headEnd type="none" w="med" len="med"/>
                <a:tailEnd type="none" w="med" len="med"/>
              </a:ln>
            </p:spPr>
          </p:sp>
          <p:sp>
            <p:nvSpPr>
              <p:cNvPr id="86225" name="Line 109"/>
              <p:cNvSpPr/>
              <p:nvPr/>
            </p:nvSpPr>
            <p:spPr>
              <a:xfrm>
                <a:off x="3180" y="1320"/>
                <a:ext cx="63" cy="198"/>
              </a:xfrm>
              <a:prstGeom prst="line">
                <a:avLst/>
              </a:prstGeom>
              <a:ln w="14288" cap="flat" cmpd="sng">
                <a:solidFill>
                  <a:srgbClr val="000000"/>
                </a:solidFill>
                <a:prstDash val="solid"/>
                <a:headEnd type="none" w="med" len="med"/>
                <a:tailEnd type="none" w="med" len="med"/>
              </a:ln>
            </p:spPr>
          </p:sp>
          <p:sp>
            <p:nvSpPr>
              <p:cNvPr id="86226" name="Line 110"/>
              <p:cNvSpPr/>
              <p:nvPr/>
            </p:nvSpPr>
            <p:spPr>
              <a:xfrm>
                <a:off x="3243" y="1518"/>
                <a:ext cx="126" cy="1"/>
              </a:xfrm>
              <a:prstGeom prst="line">
                <a:avLst/>
              </a:prstGeom>
              <a:ln w="14288" cap="flat" cmpd="sng">
                <a:solidFill>
                  <a:srgbClr val="000000"/>
                </a:solidFill>
                <a:prstDash val="solid"/>
                <a:headEnd type="none" w="med" len="med"/>
                <a:tailEnd type="none" w="med" len="med"/>
              </a:ln>
            </p:spPr>
          </p:sp>
        </p:grpSp>
        <p:grpSp>
          <p:nvGrpSpPr>
            <p:cNvPr id="86197" name="Group 111"/>
            <p:cNvGrpSpPr/>
            <p:nvPr/>
          </p:nvGrpSpPr>
          <p:grpSpPr>
            <a:xfrm>
              <a:off x="3369" y="1320"/>
              <a:ext cx="379" cy="199"/>
              <a:chOff x="3369" y="1320"/>
              <a:chExt cx="379" cy="199"/>
            </a:xfrm>
          </p:grpSpPr>
          <p:sp>
            <p:nvSpPr>
              <p:cNvPr id="86219" name="Line 112"/>
              <p:cNvSpPr/>
              <p:nvPr/>
            </p:nvSpPr>
            <p:spPr>
              <a:xfrm>
                <a:off x="3432" y="1320"/>
                <a:ext cx="126" cy="1"/>
              </a:xfrm>
              <a:prstGeom prst="line">
                <a:avLst/>
              </a:prstGeom>
              <a:ln w="14288" cap="flat" cmpd="sng">
                <a:solidFill>
                  <a:srgbClr val="000000"/>
                </a:solidFill>
                <a:prstDash val="solid"/>
                <a:headEnd type="none" w="med" len="med"/>
                <a:tailEnd type="none" w="med" len="med"/>
              </a:ln>
            </p:spPr>
          </p:sp>
          <p:sp>
            <p:nvSpPr>
              <p:cNvPr id="86220" name="Line 113"/>
              <p:cNvSpPr/>
              <p:nvPr/>
            </p:nvSpPr>
            <p:spPr>
              <a:xfrm flipH="1">
                <a:off x="3369" y="1320"/>
                <a:ext cx="63" cy="198"/>
              </a:xfrm>
              <a:prstGeom prst="line">
                <a:avLst/>
              </a:prstGeom>
              <a:ln w="14288" cap="flat" cmpd="sng">
                <a:solidFill>
                  <a:srgbClr val="000000"/>
                </a:solidFill>
                <a:prstDash val="solid"/>
                <a:headEnd type="none" w="med" len="med"/>
                <a:tailEnd type="none" w="med" len="med"/>
              </a:ln>
            </p:spPr>
          </p:sp>
          <p:sp>
            <p:nvSpPr>
              <p:cNvPr id="86221" name="Line 114"/>
              <p:cNvSpPr/>
              <p:nvPr/>
            </p:nvSpPr>
            <p:spPr>
              <a:xfrm>
                <a:off x="3558" y="1320"/>
                <a:ext cx="63" cy="198"/>
              </a:xfrm>
              <a:prstGeom prst="line">
                <a:avLst/>
              </a:prstGeom>
              <a:ln w="14288" cap="flat" cmpd="sng">
                <a:solidFill>
                  <a:srgbClr val="000000"/>
                </a:solidFill>
                <a:prstDash val="solid"/>
                <a:headEnd type="none" w="med" len="med"/>
                <a:tailEnd type="none" w="med" len="med"/>
              </a:ln>
            </p:spPr>
          </p:sp>
          <p:sp>
            <p:nvSpPr>
              <p:cNvPr id="86222" name="Line 115"/>
              <p:cNvSpPr/>
              <p:nvPr/>
            </p:nvSpPr>
            <p:spPr>
              <a:xfrm>
                <a:off x="3621" y="1518"/>
                <a:ext cx="127" cy="1"/>
              </a:xfrm>
              <a:prstGeom prst="line">
                <a:avLst/>
              </a:prstGeom>
              <a:ln w="14288" cap="flat" cmpd="sng">
                <a:solidFill>
                  <a:srgbClr val="000000"/>
                </a:solidFill>
                <a:prstDash val="solid"/>
                <a:headEnd type="none" w="med" len="med"/>
                <a:tailEnd type="none" w="med" len="med"/>
              </a:ln>
            </p:spPr>
          </p:sp>
        </p:grpSp>
        <p:grpSp>
          <p:nvGrpSpPr>
            <p:cNvPr id="86198" name="Group 116"/>
            <p:cNvGrpSpPr/>
            <p:nvPr/>
          </p:nvGrpSpPr>
          <p:grpSpPr>
            <a:xfrm>
              <a:off x="3748" y="1320"/>
              <a:ext cx="379" cy="199"/>
              <a:chOff x="3748" y="1320"/>
              <a:chExt cx="379" cy="199"/>
            </a:xfrm>
          </p:grpSpPr>
          <p:sp>
            <p:nvSpPr>
              <p:cNvPr id="86215" name="Line 117"/>
              <p:cNvSpPr/>
              <p:nvPr/>
            </p:nvSpPr>
            <p:spPr>
              <a:xfrm>
                <a:off x="3811" y="1320"/>
                <a:ext cx="127" cy="1"/>
              </a:xfrm>
              <a:prstGeom prst="line">
                <a:avLst/>
              </a:prstGeom>
              <a:ln w="14288" cap="flat" cmpd="sng">
                <a:solidFill>
                  <a:srgbClr val="000000"/>
                </a:solidFill>
                <a:prstDash val="solid"/>
                <a:headEnd type="none" w="med" len="med"/>
                <a:tailEnd type="none" w="med" len="med"/>
              </a:ln>
            </p:spPr>
          </p:sp>
          <p:sp>
            <p:nvSpPr>
              <p:cNvPr id="86216" name="Line 118"/>
              <p:cNvSpPr/>
              <p:nvPr/>
            </p:nvSpPr>
            <p:spPr>
              <a:xfrm flipH="1">
                <a:off x="3748" y="1320"/>
                <a:ext cx="63" cy="198"/>
              </a:xfrm>
              <a:prstGeom prst="line">
                <a:avLst/>
              </a:prstGeom>
              <a:ln w="14288" cap="flat" cmpd="sng">
                <a:solidFill>
                  <a:srgbClr val="000000"/>
                </a:solidFill>
                <a:prstDash val="solid"/>
                <a:headEnd type="none" w="med" len="med"/>
                <a:tailEnd type="none" w="med" len="med"/>
              </a:ln>
            </p:spPr>
          </p:sp>
          <p:sp>
            <p:nvSpPr>
              <p:cNvPr id="86217" name="Line 119"/>
              <p:cNvSpPr/>
              <p:nvPr/>
            </p:nvSpPr>
            <p:spPr>
              <a:xfrm>
                <a:off x="3938" y="1320"/>
                <a:ext cx="63" cy="198"/>
              </a:xfrm>
              <a:prstGeom prst="line">
                <a:avLst/>
              </a:prstGeom>
              <a:ln w="14288" cap="flat" cmpd="sng">
                <a:solidFill>
                  <a:srgbClr val="000000"/>
                </a:solidFill>
                <a:prstDash val="solid"/>
                <a:headEnd type="none" w="med" len="med"/>
                <a:tailEnd type="none" w="med" len="med"/>
              </a:ln>
            </p:spPr>
          </p:sp>
          <p:sp>
            <p:nvSpPr>
              <p:cNvPr id="86218" name="Line 120"/>
              <p:cNvSpPr/>
              <p:nvPr/>
            </p:nvSpPr>
            <p:spPr>
              <a:xfrm>
                <a:off x="4001" y="1518"/>
                <a:ext cx="126" cy="1"/>
              </a:xfrm>
              <a:prstGeom prst="line">
                <a:avLst/>
              </a:prstGeom>
              <a:ln w="14288" cap="flat" cmpd="sng">
                <a:solidFill>
                  <a:srgbClr val="000000"/>
                </a:solidFill>
                <a:prstDash val="solid"/>
                <a:headEnd type="none" w="med" len="med"/>
                <a:tailEnd type="none" w="med" len="med"/>
              </a:ln>
            </p:spPr>
          </p:sp>
        </p:grpSp>
        <p:grpSp>
          <p:nvGrpSpPr>
            <p:cNvPr id="86199" name="Group 121"/>
            <p:cNvGrpSpPr/>
            <p:nvPr/>
          </p:nvGrpSpPr>
          <p:grpSpPr>
            <a:xfrm>
              <a:off x="4127" y="1320"/>
              <a:ext cx="379" cy="199"/>
              <a:chOff x="4127" y="1320"/>
              <a:chExt cx="379" cy="199"/>
            </a:xfrm>
          </p:grpSpPr>
          <p:sp>
            <p:nvSpPr>
              <p:cNvPr id="86211" name="Line 122"/>
              <p:cNvSpPr/>
              <p:nvPr/>
            </p:nvSpPr>
            <p:spPr>
              <a:xfrm>
                <a:off x="4190" y="1320"/>
                <a:ext cx="126" cy="1"/>
              </a:xfrm>
              <a:prstGeom prst="line">
                <a:avLst/>
              </a:prstGeom>
              <a:ln w="14288" cap="flat" cmpd="sng">
                <a:solidFill>
                  <a:srgbClr val="000000"/>
                </a:solidFill>
                <a:prstDash val="solid"/>
                <a:headEnd type="none" w="med" len="med"/>
                <a:tailEnd type="none" w="med" len="med"/>
              </a:ln>
            </p:spPr>
          </p:sp>
          <p:sp>
            <p:nvSpPr>
              <p:cNvPr id="86212" name="Line 123"/>
              <p:cNvSpPr/>
              <p:nvPr/>
            </p:nvSpPr>
            <p:spPr>
              <a:xfrm flipH="1">
                <a:off x="4127" y="1320"/>
                <a:ext cx="63" cy="198"/>
              </a:xfrm>
              <a:prstGeom prst="line">
                <a:avLst/>
              </a:prstGeom>
              <a:ln w="14288" cap="flat" cmpd="sng">
                <a:solidFill>
                  <a:srgbClr val="000000"/>
                </a:solidFill>
                <a:prstDash val="solid"/>
                <a:headEnd type="none" w="med" len="med"/>
                <a:tailEnd type="none" w="med" len="med"/>
              </a:ln>
            </p:spPr>
          </p:sp>
          <p:sp>
            <p:nvSpPr>
              <p:cNvPr id="86213" name="Line 124"/>
              <p:cNvSpPr/>
              <p:nvPr/>
            </p:nvSpPr>
            <p:spPr>
              <a:xfrm>
                <a:off x="4316" y="1320"/>
                <a:ext cx="63" cy="198"/>
              </a:xfrm>
              <a:prstGeom prst="line">
                <a:avLst/>
              </a:prstGeom>
              <a:ln w="14288" cap="flat" cmpd="sng">
                <a:solidFill>
                  <a:srgbClr val="000000"/>
                </a:solidFill>
                <a:prstDash val="solid"/>
                <a:headEnd type="none" w="med" len="med"/>
                <a:tailEnd type="none" w="med" len="med"/>
              </a:ln>
            </p:spPr>
          </p:sp>
          <p:sp>
            <p:nvSpPr>
              <p:cNvPr id="86214" name="Line 125"/>
              <p:cNvSpPr/>
              <p:nvPr/>
            </p:nvSpPr>
            <p:spPr>
              <a:xfrm>
                <a:off x="4379" y="1518"/>
                <a:ext cx="127" cy="1"/>
              </a:xfrm>
              <a:prstGeom prst="line">
                <a:avLst/>
              </a:prstGeom>
              <a:ln w="14288" cap="flat" cmpd="sng">
                <a:solidFill>
                  <a:srgbClr val="000000"/>
                </a:solidFill>
                <a:prstDash val="solid"/>
                <a:headEnd type="none" w="med" len="med"/>
                <a:tailEnd type="none" w="med" len="med"/>
              </a:ln>
            </p:spPr>
          </p:sp>
        </p:grpSp>
        <p:grpSp>
          <p:nvGrpSpPr>
            <p:cNvPr id="86200" name="Group 126"/>
            <p:cNvGrpSpPr/>
            <p:nvPr/>
          </p:nvGrpSpPr>
          <p:grpSpPr>
            <a:xfrm>
              <a:off x="4506" y="1320"/>
              <a:ext cx="378" cy="199"/>
              <a:chOff x="4506" y="1320"/>
              <a:chExt cx="378" cy="199"/>
            </a:xfrm>
          </p:grpSpPr>
          <p:sp>
            <p:nvSpPr>
              <p:cNvPr id="86207" name="Line 127"/>
              <p:cNvSpPr/>
              <p:nvPr/>
            </p:nvSpPr>
            <p:spPr>
              <a:xfrm>
                <a:off x="4568" y="1320"/>
                <a:ext cx="127" cy="1"/>
              </a:xfrm>
              <a:prstGeom prst="line">
                <a:avLst/>
              </a:prstGeom>
              <a:ln w="14288" cap="flat" cmpd="sng">
                <a:solidFill>
                  <a:srgbClr val="000000"/>
                </a:solidFill>
                <a:prstDash val="solid"/>
                <a:headEnd type="none" w="med" len="med"/>
                <a:tailEnd type="none" w="med" len="med"/>
              </a:ln>
            </p:spPr>
          </p:sp>
          <p:sp>
            <p:nvSpPr>
              <p:cNvPr id="86208" name="Line 128"/>
              <p:cNvSpPr/>
              <p:nvPr/>
            </p:nvSpPr>
            <p:spPr>
              <a:xfrm flipH="1">
                <a:off x="4506" y="1320"/>
                <a:ext cx="62" cy="198"/>
              </a:xfrm>
              <a:prstGeom prst="line">
                <a:avLst/>
              </a:prstGeom>
              <a:ln w="14288" cap="flat" cmpd="sng">
                <a:solidFill>
                  <a:srgbClr val="000000"/>
                </a:solidFill>
                <a:prstDash val="solid"/>
                <a:headEnd type="none" w="med" len="med"/>
                <a:tailEnd type="none" w="med" len="med"/>
              </a:ln>
            </p:spPr>
          </p:sp>
          <p:sp>
            <p:nvSpPr>
              <p:cNvPr id="86209" name="Line 129"/>
              <p:cNvSpPr/>
              <p:nvPr/>
            </p:nvSpPr>
            <p:spPr>
              <a:xfrm>
                <a:off x="4695" y="1320"/>
                <a:ext cx="64" cy="198"/>
              </a:xfrm>
              <a:prstGeom prst="line">
                <a:avLst/>
              </a:prstGeom>
              <a:ln w="14288" cap="flat" cmpd="sng">
                <a:solidFill>
                  <a:srgbClr val="000000"/>
                </a:solidFill>
                <a:prstDash val="solid"/>
                <a:headEnd type="none" w="med" len="med"/>
                <a:tailEnd type="none" w="med" len="med"/>
              </a:ln>
            </p:spPr>
          </p:sp>
          <p:sp>
            <p:nvSpPr>
              <p:cNvPr id="86210" name="Line 130"/>
              <p:cNvSpPr/>
              <p:nvPr/>
            </p:nvSpPr>
            <p:spPr>
              <a:xfrm>
                <a:off x="4759" y="1518"/>
                <a:ext cx="125" cy="1"/>
              </a:xfrm>
              <a:prstGeom prst="line">
                <a:avLst/>
              </a:prstGeom>
              <a:ln w="14288" cap="flat" cmpd="sng">
                <a:solidFill>
                  <a:srgbClr val="000000"/>
                </a:solidFill>
                <a:prstDash val="solid"/>
                <a:headEnd type="none" w="med" len="med"/>
                <a:tailEnd type="none" w="med" len="med"/>
              </a:ln>
            </p:spPr>
          </p:sp>
        </p:grpSp>
        <p:grpSp>
          <p:nvGrpSpPr>
            <p:cNvPr id="86201" name="Group 131"/>
            <p:cNvGrpSpPr/>
            <p:nvPr/>
          </p:nvGrpSpPr>
          <p:grpSpPr>
            <a:xfrm>
              <a:off x="4884" y="1320"/>
              <a:ext cx="380" cy="199"/>
              <a:chOff x="4884" y="1320"/>
              <a:chExt cx="380" cy="199"/>
            </a:xfrm>
          </p:grpSpPr>
          <p:sp>
            <p:nvSpPr>
              <p:cNvPr id="86203" name="Line 132"/>
              <p:cNvSpPr/>
              <p:nvPr/>
            </p:nvSpPr>
            <p:spPr>
              <a:xfrm>
                <a:off x="4948" y="1320"/>
                <a:ext cx="126" cy="1"/>
              </a:xfrm>
              <a:prstGeom prst="line">
                <a:avLst/>
              </a:prstGeom>
              <a:ln w="14288" cap="flat" cmpd="sng">
                <a:solidFill>
                  <a:srgbClr val="000000"/>
                </a:solidFill>
                <a:prstDash val="solid"/>
                <a:headEnd type="none" w="med" len="med"/>
                <a:tailEnd type="none" w="med" len="med"/>
              </a:ln>
            </p:spPr>
          </p:sp>
          <p:sp>
            <p:nvSpPr>
              <p:cNvPr id="86204" name="Line 133"/>
              <p:cNvSpPr/>
              <p:nvPr/>
            </p:nvSpPr>
            <p:spPr>
              <a:xfrm flipH="1">
                <a:off x="4884" y="1320"/>
                <a:ext cx="64" cy="198"/>
              </a:xfrm>
              <a:prstGeom prst="line">
                <a:avLst/>
              </a:prstGeom>
              <a:ln w="14288" cap="flat" cmpd="sng">
                <a:solidFill>
                  <a:srgbClr val="000000"/>
                </a:solidFill>
                <a:prstDash val="solid"/>
                <a:headEnd type="none" w="med" len="med"/>
                <a:tailEnd type="none" w="med" len="med"/>
              </a:ln>
            </p:spPr>
          </p:sp>
          <p:sp>
            <p:nvSpPr>
              <p:cNvPr id="86205" name="Line 134"/>
              <p:cNvSpPr/>
              <p:nvPr/>
            </p:nvSpPr>
            <p:spPr>
              <a:xfrm>
                <a:off x="5074" y="1320"/>
                <a:ext cx="63" cy="198"/>
              </a:xfrm>
              <a:prstGeom prst="line">
                <a:avLst/>
              </a:prstGeom>
              <a:ln w="14288" cap="flat" cmpd="sng">
                <a:solidFill>
                  <a:srgbClr val="000000"/>
                </a:solidFill>
                <a:prstDash val="solid"/>
                <a:headEnd type="none" w="med" len="med"/>
                <a:tailEnd type="none" w="med" len="med"/>
              </a:ln>
            </p:spPr>
          </p:sp>
          <p:sp>
            <p:nvSpPr>
              <p:cNvPr id="86206" name="Line 135"/>
              <p:cNvSpPr/>
              <p:nvPr/>
            </p:nvSpPr>
            <p:spPr>
              <a:xfrm>
                <a:off x="5137" y="1518"/>
                <a:ext cx="127" cy="1"/>
              </a:xfrm>
              <a:prstGeom prst="line">
                <a:avLst/>
              </a:prstGeom>
              <a:ln w="14288" cap="flat" cmpd="sng">
                <a:solidFill>
                  <a:srgbClr val="000000"/>
                </a:solidFill>
                <a:prstDash val="solid"/>
                <a:headEnd type="none" w="med" len="med"/>
                <a:tailEnd type="none" w="med" len="med"/>
              </a:ln>
            </p:spPr>
          </p:sp>
        </p:grpSp>
        <p:sp>
          <p:nvSpPr>
            <p:cNvPr id="86202" name="Line 136"/>
            <p:cNvSpPr/>
            <p:nvPr/>
          </p:nvSpPr>
          <p:spPr>
            <a:xfrm flipH="1">
              <a:off x="906" y="1518"/>
              <a:ext cx="189" cy="1"/>
            </a:xfrm>
            <a:prstGeom prst="line">
              <a:avLst/>
            </a:prstGeom>
            <a:ln w="14288" cap="flat" cmpd="sng">
              <a:solidFill>
                <a:srgbClr val="000000"/>
              </a:solidFill>
              <a:prstDash val="solid"/>
              <a:headEnd type="none" w="med" len="med"/>
              <a:tailEnd type="none" w="med" len="med"/>
            </a:ln>
          </p:spPr>
        </p:sp>
      </p:grpSp>
      <p:grpSp>
        <p:nvGrpSpPr>
          <p:cNvPr id="86069" name="Group 137"/>
          <p:cNvGrpSpPr/>
          <p:nvPr/>
        </p:nvGrpSpPr>
        <p:grpSpPr>
          <a:xfrm>
            <a:off x="3340100" y="1125538"/>
            <a:ext cx="14288" cy="2851150"/>
            <a:chOff x="2101" y="1210"/>
            <a:chExt cx="9" cy="1796"/>
          </a:xfrm>
        </p:grpSpPr>
        <p:sp>
          <p:nvSpPr>
            <p:cNvPr id="86172" name="Freeform 138"/>
            <p:cNvSpPr/>
            <p:nvPr/>
          </p:nvSpPr>
          <p:spPr>
            <a:xfrm>
              <a:off x="2101" y="2928"/>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6173" name="Freeform 139"/>
            <p:cNvSpPr/>
            <p:nvPr/>
          </p:nvSpPr>
          <p:spPr>
            <a:xfrm>
              <a:off x="2101" y="2832"/>
              <a:ext cx="9" cy="79"/>
            </a:xfrm>
            <a:custGeom>
              <a:avLst/>
              <a:gdLst/>
              <a:ahLst/>
              <a:cxnLst>
                <a:cxn ang="0">
                  <a:pos x="0" y="76"/>
                </a:cxn>
                <a:cxn ang="0">
                  <a:pos x="2" y="76"/>
                </a:cxn>
                <a:cxn ang="0">
                  <a:pos x="3" y="77"/>
                </a:cxn>
                <a:cxn ang="0">
                  <a:pos x="5" y="79"/>
                </a:cxn>
                <a:cxn ang="0">
                  <a:pos x="6" y="77"/>
                </a:cxn>
                <a:cxn ang="0">
                  <a:pos x="8" y="76"/>
                </a:cxn>
                <a:cxn ang="0">
                  <a:pos x="9" y="74"/>
                </a:cxn>
                <a:cxn ang="0">
                  <a:pos x="9" y="5"/>
                </a:cxn>
                <a:cxn ang="0">
                  <a:pos x="8" y="3"/>
                </a:cxn>
                <a:cxn ang="0">
                  <a:pos x="6" y="2"/>
                </a:cxn>
                <a:cxn ang="0">
                  <a:pos x="5" y="0"/>
                </a:cxn>
                <a:cxn ang="0">
                  <a:pos x="3" y="2"/>
                </a:cxn>
                <a:cxn ang="0">
                  <a:pos x="2" y="3"/>
                </a:cxn>
                <a:cxn ang="0">
                  <a:pos x="0" y="5"/>
                </a:cxn>
                <a:cxn ang="0">
                  <a:pos x="0" y="6"/>
                </a:cxn>
                <a:cxn ang="0">
                  <a:pos x="0" y="76"/>
                </a:cxn>
              </a:cxnLst>
              <a:pathLst>
                <a:path w="9" h="79">
                  <a:moveTo>
                    <a:pt x="0" y="76"/>
                  </a:moveTo>
                  <a:lnTo>
                    <a:pt x="2" y="76"/>
                  </a:lnTo>
                  <a:lnTo>
                    <a:pt x="3" y="77"/>
                  </a:lnTo>
                  <a:lnTo>
                    <a:pt x="5" y="79"/>
                  </a:lnTo>
                  <a:lnTo>
                    <a:pt x="6" y="77"/>
                  </a:lnTo>
                  <a:lnTo>
                    <a:pt x="8" y="76"/>
                  </a:lnTo>
                  <a:lnTo>
                    <a:pt x="9" y="74"/>
                  </a:lnTo>
                  <a:lnTo>
                    <a:pt x="9" y="5"/>
                  </a:lnTo>
                  <a:lnTo>
                    <a:pt x="8" y="3"/>
                  </a:lnTo>
                  <a:lnTo>
                    <a:pt x="6" y="2"/>
                  </a:lnTo>
                  <a:lnTo>
                    <a:pt x="5" y="0"/>
                  </a:lnTo>
                  <a:lnTo>
                    <a:pt x="3" y="2"/>
                  </a:lnTo>
                  <a:lnTo>
                    <a:pt x="2"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6174" name="Freeform 140"/>
            <p:cNvSpPr/>
            <p:nvPr/>
          </p:nvSpPr>
          <p:spPr>
            <a:xfrm>
              <a:off x="2101" y="2737"/>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6175" name="Freeform 141"/>
            <p:cNvSpPr/>
            <p:nvPr/>
          </p:nvSpPr>
          <p:spPr>
            <a:xfrm>
              <a:off x="2101" y="2642"/>
              <a:ext cx="9" cy="78"/>
            </a:xfrm>
            <a:custGeom>
              <a:avLst/>
              <a:gdLst/>
              <a:ahLst/>
              <a:cxnLst>
                <a:cxn ang="0">
                  <a:pos x="0" y="75"/>
                </a:cxn>
                <a:cxn ang="0">
                  <a:pos x="2" y="75"/>
                </a:cxn>
                <a:cxn ang="0">
                  <a:pos x="3" y="76"/>
                </a:cxn>
                <a:cxn ang="0">
                  <a:pos x="5" y="78"/>
                </a:cxn>
                <a:cxn ang="0">
                  <a:pos x="6" y="76"/>
                </a:cxn>
                <a:cxn ang="0">
                  <a:pos x="8" y="75"/>
                </a:cxn>
                <a:cxn ang="0">
                  <a:pos x="9" y="73"/>
                </a:cxn>
                <a:cxn ang="0">
                  <a:pos x="9" y="4"/>
                </a:cxn>
                <a:cxn ang="0">
                  <a:pos x="8" y="2"/>
                </a:cxn>
                <a:cxn ang="0">
                  <a:pos x="6" y="1"/>
                </a:cxn>
                <a:cxn ang="0">
                  <a:pos x="5" y="0"/>
                </a:cxn>
                <a:cxn ang="0">
                  <a:pos x="3" y="1"/>
                </a:cxn>
                <a:cxn ang="0">
                  <a:pos x="2" y="2"/>
                </a:cxn>
                <a:cxn ang="0">
                  <a:pos x="0" y="4"/>
                </a:cxn>
                <a:cxn ang="0">
                  <a:pos x="0" y="5"/>
                </a:cxn>
                <a:cxn ang="0">
                  <a:pos x="0" y="75"/>
                </a:cxn>
              </a:cxnLst>
              <a:pathLst>
                <a:path w="9" h="78">
                  <a:moveTo>
                    <a:pt x="0" y="75"/>
                  </a:moveTo>
                  <a:lnTo>
                    <a:pt x="2" y="75"/>
                  </a:lnTo>
                  <a:lnTo>
                    <a:pt x="3" y="76"/>
                  </a:lnTo>
                  <a:lnTo>
                    <a:pt x="5" y="78"/>
                  </a:lnTo>
                  <a:lnTo>
                    <a:pt x="6" y="76"/>
                  </a:lnTo>
                  <a:lnTo>
                    <a:pt x="8" y="75"/>
                  </a:lnTo>
                  <a:lnTo>
                    <a:pt x="9" y="73"/>
                  </a:lnTo>
                  <a:lnTo>
                    <a:pt x="9" y="4"/>
                  </a:lnTo>
                  <a:lnTo>
                    <a:pt x="8" y="2"/>
                  </a:lnTo>
                  <a:lnTo>
                    <a:pt x="6" y="1"/>
                  </a:lnTo>
                  <a:lnTo>
                    <a:pt x="5" y="0"/>
                  </a:lnTo>
                  <a:lnTo>
                    <a:pt x="3" y="1"/>
                  </a:lnTo>
                  <a:lnTo>
                    <a:pt x="2" y="2"/>
                  </a:lnTo>
                  <a:lnTo>
                    <a:pt x="0" y="4"/>
                  </a:lnTo>
                  <a:lnTo>
                    <a:pt x="0" y="5"/>
                  </a:lnTo>
                  <a:lnTo>
                    <a:pt x="0" y="75"/>
                  </a:lnTo>
                  <a:close/>
                </a:path>
              </a:pathLst>
            </a:custGeom>
            <a:solidFill>
              <a:srgbClr val="000000">
                <a:alpha val="100000"/>
              </a:srgbClr>
            </a:solidFill>
            <a:ln w="9525">
              <a:noFill/>
            </a:ln>
          </p:spPr>
          <p:txBody>
            <a:bodyPr/>
            <a:p>
              <a:endParaRPr lang="zh-CN" altLang="en-US"/>
            </a:p>
          </p:txBody>
        </p:sp>
        <p:sp>
          <p:nvSpPr>
            <p:cNvPr id="86176" name="Freeform 142"/>
            <p:cNvSpPr/>
            <p:nvPr/>
          </p:nvSpPr>
          <p:spPr>
            <a:xfrm>
              <a:off x="2101" y="2546"/>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2"/>
                </a:cxn>
                <a:cxn ang="0">
                  <a:pos x="5" y="0"/>
                </a:cxn>
                <a:cxn ang="0">
                  <a:pos x="3" y="2"/>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2"/>
                  </a:lnTo>
                  <a:lnTo>
                    <a:pt x="5" y="0"/>
                  </a:lnTo>
                  <a:lnTo>
                    <a:pt x="3" y="2"/>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6177" name="Freeform 143"/>
            <p:cNvSpPr/>
            <p:nvPr/>
          </p:nvSpPr>
          <p:spPr>
            <a:xfrm>
              <a:off x="2101" y="2451"/>
              <a:ext cx="9" cy="78"/>
            </a:xfrm>
            <a:custGeom>
              <a:avLst/>
              <a:gdLst/>
              <a:ahLst/>
              <a:cxnLst>
                <a:cxn ang="0">
                  <a:pos x="0" y="75"/>
                </a:cxn>
                <a:cxn ang="0">
                  <a:pos x="2" y="75"/>
                </a:cxn>
                <a:cxn ang="0">
                  <a:pos x="3" y="76"/>
                </a:cxn>
                <a:cxn ang="0">
                  <a:pos x="5" y="78"/>
                </a:cxn>
                <a:cxn ang="0">
                  <a:pos x="6" y="76"/>
                </a:cxn>
                <a:cxn ang="0">
                  <a:pos x="8" y="75"/>
                </a:cxn>
                <a:cxn ang="0">
                  <a:pos x="9" y="73"/>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6"/>
                  </a:lnTo>
                  <a:lnTo>
                    <a:pt x="5" y="78"/>
                  </a:lnTo>
                  <a:lnTo>
                    <a:pt x="6" y="76"/>
                  </a:lnTo>
                  <a:lnTo>
                    <a:pt x="8" y="75"/>
                  </a:lnTo>
                  <a:lnTo>
                    <a:pt x="9" y="73"/>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6178" name="Freeform 144"/>
            <p:cNvSpPr/>
            <p:nvPr/>
          </p:nvSpPr>
          <p:spPr>
            <a:xfrm>
              <a:off x="2101" y="2355"/>
              <a:ext cx="9" cy="78"/>
            </a:xfrm>
            <a:custGeom>
              <a:avLst/>
              <a:gdLst/>
              <a:ahLst/>
              <a:cxnLst>
                <a:cxn ang="0">
                  <a:pos x="0" y="75"/>
                </a:cxn>
                <a:cxn ang="0">
                  <a:pos x="2" y="75"/>
                </a:cxn>
                <a:cxn ang="0">
                  <a:pos x="3" y="77"/>
                </a:cxn>
                <a:cxn ang="0">
                  <a:pos x="5" y="78"/>
                </a:cxn>
                <a:cxn ang="0">
                  <a:pos x="6" y="77"/>
                </a:cxn>
                <a:cxn ang="0">
                  <a:pos x="8" y="75"/>
                </a:cxn>
                <a:cxn ang="0">
                  <a:pos x="9" y="74"/>
                </a:cxn>
                <a:cxn ang="0">
                  <a:pos x="9" y="5"/>
                </a:cxn>
                <a:cxn ang="0">
                  <a:pos x="8" y="3"/>
                </a:cxn>
                <a:cxn ang="0">
                  <a:pos x="6" y="2"/>
                </a:cxn>
                <a:cxn ang="0">
                  <a:pos x="5" y="0"/>
                </a:cxn>
                <a:cxn ang="0">
                  <a:pos x="3" y="2"/>
                </a:cxn>
                <a:cxn ang="0">
                  <a:pos x="2" y="3"/>
                </a:cxn>
                <a:cxn ang="0">
                  <a:pos x="0" y="5"/>
                </a:cxn>
                <a:cxn ang="0">
                  <a:pos x="0" y="6"/>
                </a:cxn>
                <a:cxn ang="0">
                  <a:pos x="0" y="75"/>
                </a:cxn>
              </a:cxnLst>
              <a:pathLst>
                <a:path w="9" h="78">
                  <a:moveTo>
                    <a:pt x="0" y="75"/>
                  </a:moveTo>
                  <a:lnTo>
                    <a:pt x="2" y="75"/>
                  </a:lnTo>
                  <a:lnTo>
                    <a:pt x="3" y="77"/>
                  </a:lnTo>
                  <a:lnTo>
                    <a:pt x="5" y="78"/>
                  </a:lnTo>
                  <a:lnTo>
                    <a:pt x="6" y="77"/>
                  </a:lnTo>
                  <a:lnTo>
                    <a:pt x="8" y="75"/>
                  </a:lnTo>
                  <a:lnTo>
                    <a:pt x="9" y="74"/>
                  </a:lnTo>
                  <a:lnTo>
                    <a:pt x="9" y="5"/>
                  </a:lnTo>
                  <a:lnTo>
                    <a:pt x="8" y="3"/>
                  </a:lnTo>
                  <a:lnTo>
                    <a:pt x="6" y="2"/>
                  </a:lnTo>
                  <a:lnTo>
                    <a:pt x="5" y="0"/>
                  </a:lnTo>
                  <a:lnTo>
                    <a:pt x="3" y="2"/>
                  </a:lnTo>
                  <a:lnTo>
                    <a:pt x="2" y="3"/>
                  </a:lnTo>
                  <a:lnTo>
                    <a:pt x="0" y="5"/>
                  </a:lnTo>
                  <a:lnTo>
                    <a:pt x="0" y="6"/>
                  </a:lnTo>
                  <a:lnTo>
                    <a:pt x="0" y="75"/>
                  </a:lnTo>
                  <a:close/>
                </a:path>
              </a:pathLst>
            </a:custGeom>
            <a:solidFill>
              <a:srgbClr val="000000">
                <a:alpha val="100000"/>
              </a:srgbClr>
            </a:solidFill>
            <a:ln w="9525">
              <a:noFill/>
            </a:ln>
          </p:spPr>
          <p:txBody>
            <a:bodyPr/>
            <a:p>
              <a:endParaRPr lang="zh-CN" altLang="en-US"/>
            </a:p>
          </p:txBody>
        </p:sp>
        <p:sp>
          <p:nvSpPr>
            <p:cNvPr id="86179" name="Freeform 145"/>
            <p:cNvSpPr/>
            <p:nvPr/>
          </p:nvSpPr>
          <p:spPr>
            <a:xfrm>
              <a:off x="2101" y="2260"/>
              <a:ext cx="9" cy="78"/>
            </a:xfrm>
            <a:custGeom>
              <a:avLst/>
              <a:gdLst/>
              <a:ahLst/>
              <a:cxnLst>
                <a:cxn ang="0">
                  <a:pos x="0" y="75"/>
                </a:cxn>
                <a:cxn ang="0">
                  <a:pos x="2" y="75"/>
                </a:cxn>
                <a:cxn ang="0">
                  <a:pos x="3" y="76"/>
                </a:cxn>
                <a:cxn ang="0">
                  <a:pos x="5" y="78"/>
                </a:cxn>
                <a:cxn ang="0">
                  <a:pos x="6" y="76"/>
                </a:cxn>
                <a:cxn ang="0">
                  <a:pos x="8" y="75"/>
                </a:cxn>
                <a:cxn ang="0">
                  <a:pos x="9" y="74"/>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6"/>
                  </a:lnTo>
                  <a:lnTo>
                    <a:pt x="5" y="78"/>
                  </a:lnTo>
                  <a:lnTo>
                    <a:pt x="6" y="76"/>
                  </a:lnTo>
                  <a:lnTo>
                    <a:pt x="8" y="75"/>
                  </a:lnTo>
                  <a:lnTo>
                    <a:pt x="9" y="74"/>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6180" name="Freeform 146"/>
            <p:cNvSpPr/>
            <p:nvPr/>
          </p:nvSpPr>
          <p:spPr>
            <a:xfrm>
              <a:off x="2101" y="2164"/>
              <a:ext cx="9" cy="79"/>
            </a:xfrm>
            <a:custGeom>
              <a:avLst/>
              <a:gdLst/>
              <a:ahLst/>
              <a:cxnLst>
                <a:cxn ang="0">
                  <a:pos x="0" y="76"/>
                </a:cxn>
                <a:cxn ang="0">
                  <a:pos x="2" y="76"/>
                </a:cxn>
                <a:cxn ang="0">
                  <a:pos x="3" y="77"/>
                </a:cxn>
                <a:cxn ang="0">
                  <a:pos x="5" y="79"/>
                </a:cxn>
                <a:cxn ang="0">
                  <a:pos x="6" y="77"/>
                </a:cxn>
                <a:cxn ang="0">
                  <a:pos x="8" y="76"/>
                </a:cxn>
                <a:cxn ang="0">
                  <a:pos x="9" y="74"/>
                </a:cxn>
                <a:cxn ang="0">
                  <a:pos x="9" y="5"/>
                </a:cxn>
                <a:cxn ang="0">
                  <a:pos x="8" y="3"/>
                </a:cxn>
                <a:cxn ang="0">
                  <a:pos x="6" y="2"/>
                </a:cxn>
                <a:cxn ang="0">
                  <a:pos x="5" y="0"/>
                </a:cxn>
                <a:cxn ang="0">
                  <a:pos x="3" y="2"/>
                </a:cxn>
                <a:cxn ang="0">
                  <a:pos x="2" y="3"/>
                </a:cxn>
                <a:cxn ang="0">
                  <a:pos x="0" y="5"/>
                </a:cxn>
                <a:cxn ang="0">
                  <a:pos x="0" y="6"/>
                </a:cxn>
                <a:cxn ang="0">
                  <a:pos x="0" y="76"/>
                </a:cxn>
              </a:cxnLst>
              <a:pathLst>
                <a:path w="9" h="79">
                  <a:moveTo>
                    <a:pt x="0" y="76"/>
                  </a:moveTo>
                  <a:lnTo>
                    <a:pt x="2" y="76"/>
                  </a:lnTo>
                  <a:lnTo>
                    <a:pt x="3" y="77"/>
                  </a:lnTo>
                  <a:lnTo>
                    <a:pt x="5" y="79"/>
                  </a:lnTo>
                  <a:lnTo>
                    <a:pt x="6" y="77"/>
                  </a:lnTo>
                  <a:lnTo>
                    <a:pt x="8" y="76"/>
                  </a:lnTo>
                  <a:lnTo>
                    <a:pt x="9" y="74"/>
                  </a:lnTo>
                  <a:lnTo>
                    <a:pt x="9" y="5"/>
                  </a:lnTo>
                  <a:lnTo>
                    <a:pt x="8" y="3"/>
                  </a:lnTo>
                  <a:lnTo>
                    <a:pt x="6" y="2"/>
                  </a:lnTo>
                  <a:lnTo>
                    <a:pt x="5" y="0"/>
                  </a:lnTo>
                  <a:lnTo>
                    <a:pt x="3" y="2"/>
                  </a:lnTo>
                  <a:lnTo>
                    <a:pt x="2"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6181" name="Freeform 147"/>
            <p:cNvSpPr/>
            <p:nvPr/>
          </p:nvSpPr>
          <p:spPr>
            <a:xfrm>
              <a:off x="2101" y="2069"/>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6182" name="Freeform 148"/>
            <p:cNvSpPr/>
            <p:nvPr/>
          </p:nvSpPr>
          <p:spPr>
            <a:xfrm>
              <a:off x="2101" y="1974"/>
              <a:ext cx="9" cy="78"/>
            </a:xfrm>
            <a:custGeom>
              <a:avLst/>
              <a:gdLst/>
              <a:ahLst/>
              <a:cxnLst>
                <a:cxn ang="0">
                  <a:pos x="0" y="75"/>
                </a:cxn>
                <a:cxn ang="0">
                  <a:pos x="2" y="75"/>
                </a:cxn>
                <a:cxn ang="0">
                  <a:pos x="3" y="76"/>
                </a:cxn>
                <a:cxn ang="0">
                  <a:pos x="5" y="78"/>
                </a:cxn>
                <a:cxn ang="0">
                  <a:pos x="6" y="76"/>
                </a:cxn>
                <a:cxn ang="0">
                  <a:pos x="8" y="75"/>
                </a:cxn>
                <a:cxn ang="0">
                  <a:pos x="9" y="73"/>
                </a:cxn>
                <a:cxn ang="0">
                  <a:pos x="9" y="4"/>
                </a:cxn>
                <a:cxn ang="0">
                  <a:pos x="8" y="2"/>
                </a:cxn>
                <a:cxn ang="0">
                  <a:pos x="6" y="1"/>
                </a:cxn>
                <a:cxn ang="0">
                  <a:pos x="5" y="0"/>
                </a:cxn>
                <a:cxn ang="0">
                  <a:pos x="3" y="1"/>
                </a:cxn>
                <a:cxn ang="0">
                  <a:pos x="2" y="2"/>
                </a:cxn>
                <a:cxn ang="0">
                  <a:pos x="0" y="4"/>
                </a:cxn>
                <a:cxn ang="0">
                  <a:pos x="0" y="5"/>
                </a:cxn>
                <a:cxn ang="0">
                  <a:pos x="0" y="75"/>
                </a:cxn>
              </a:cxnLst>
              <a:pathLst>
                <a:path w="9" h="78">
                  <a:moveTo>
                    <a:pt x="0" y="75"/>
                  </a:moveTo>
                  <a:lnTo>
                    <a:pt x="2" y="75"/>
                  </a:lnTo>
                  <a:lnTo>
                    <a:pt x="3" y="76"/>
                  </a:lnTo>
                  <a:lnTo>
                    <a:pt x="5" y="78"/>
                  </a:lnTo>
                  <a:lnTo>
                    <a:pt x="6" y="76"/>
                  </a:lnTo>
                  <a:lnTo>
                    <a:pt x="8" y="75"/>
                  </a:lnTo>
                  <a:lnTo>
                    <a:pt x="9" y="73"/>
                  </a:lnTo>
                  <a:lnTo>
                    <a:pt x="9" y="4"/>
                  </a:lnTo>
                  <a:lnTo>
                    <a:pt x="8" y="2"/>
                  </a:lnTo>
                  <a:lnTo>
                    <a:pt x="6" y="1"/>
                  </a:lnTo>
                  <a:lnTo>
                    <a:pt x="5" y="0"/>
                  </a:lnTo>
                  <a:lnTo>
                    <a:pt x="3" y="1"/>
                  </a:lnTo>
                  <a:lnTo>
                    <a:pt x="2" y="2"/>
                  </a:lnTo>
                  <a:lnTo>
                    <a:pt x="0" y="4"/>
                  </a:lnTo>
                  <a:lnTo>
                    <a:pt x="0" y="5"/>
                  </a:lnTo>
                  <a:lnTo>
                    <a:pt x="0" y="75"/>
                  </a:lnTo>
                  <a:close/>
                </a:path>
              </a:pathLst>
            </a:custGeom>
            <a:solidFill>
              <a:srgbClr val="000000">
                <a:alpha val="100000"/>
              </a:srgbClr>
            </a:solidFill>
            <a:ln w="9525">
              <a:noFill/>
            </a:ln>
          </p:spPr>
          <p:txBody>
            <a:bodyPr/>
            <a:p>
              <a:endParaRPr lang="zh-CN" altLang="en-US"/>
            </a:p>
          </p:txBody>
        </p:sp>
        <p:sp>
          <p:nvSpPr>
            <p:cNvPr id="86183" name="Freeform 149"/>
            <p:cNvSpPr/>
            <p:nvPr/>
          </p:nvSpPr>
          <p:spPr>
            <a:xfrm>
              <a:off x="2101" y="1878"/>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2"/>
                </a:cxn>
                <a:cxn ang="0">
                  <a:pos x="5" y="0"/>
                </a:cxn>
                <a:cxn ang="0">
                  <a:pos x="3" y="2"/>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2"/>
                  </a:lnTo>
                  <a:lnTo>
                    <a:pt x="5" y="0"/>
                  </a:lnTo>
                  <a:lnTo>
                    <a:pt x="3" y="2"/>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6184" name="Freeform 150"/>
            <p:cNvSpPr/>
            <p:nvPr/>
          </p:nvSpPr>
          <p:spPr>
            <a:xfrm>
              <a:off x="2101" y="1783"/>
              <a:ext cx="9" cy="78"/>
            </a:xfrm>
            <a:custGeom>
              <a:avLst/>
              <a:gdLst/>
              <a:ahLst/>
              <a:cxnLst>
                <a:cxn ang="0">
                  <a:pos x="0" y="75"/>
                </a:cxn>
                <a:cxn ang="0">
                  <a:pos x="2" y="75"/>
                </a:cxn>
                <a:cxn ang="0">
                  <a:pos x="3" y="76"/>
                </a:cxn>
                <a:cxn ang="0">
                  <a:pos x="5" y="78"/>
                </a:cxn>
                <a:cxn ang="0">
                  <a:pos x="6" y="76"/>
                </a:cxn>
                <a:cxn ang="0">
                  <a:pos x="8" y="75"/>
                </a:cxn>
                <a:cxn ang="0">
                  <a:pos x="9" y="73"/>
                </a:cxn>
                <a:cxn ang="0">
                  <a:pos x="9" y="4"/>
                </a:cxn>
                <a:cxn ang="0">
                  <a:pos x="8" y="3"/>
                </a:cxn>
                <a:cxn ang="0">
                  <a:pos x="6" y="1"/>
                </a:cxn>
                <a:cxn ang="0">
                  <a:pos x="5" y="0"/>
                </a:cxn>
                <a:cxn ang="0">
                  <a:pos x="3" y="1"/>
                </a:cxn>
                <a:cxn ang="0">
                  <a:pos x="2" y="3"/>
                </a:cxn>
                <a:cxn ang="0">
                  <a:pos x="0" y="4"/>
                </a:cxn>
                <a:cxn ang="0">
                  <a:pos x="0" y="5"/>
                </a:cxn>
                <a:cxn ang="0">
                  <a:pos x="0" y="75"/>
                </a:cxn>
              </a:cxnLst>
              <a:pathLst>
                <a:path w="9" h="78">
                  <a:moveTo>
                    <a:pt x="0" y="75"/>
                  </a:moveTo>
                  <a:lnTo>
                    <a:pt x="2" y="75"/>
                  </a:lnTo>
                  <a:lnTo>
                    <a:pt x="3" y="76"/>
                  </a:lnTo>
                  <a:lnTo>
                    <a:pt x="5" y="78"/>
                  </a:lnTo>
                  <a:lnTo>
                    <a:pt x="6" y="76"/>
                  </a:lnTo>
                  <a:lnTo>
                    <a:pt x="8" y="75"/>
                  </a:lnTo>
                  <a:lnTo>
                    <a:pt x="9" y="73"/>
                  </a:lnTo>
                  <a:lnTo>
                    <a:pt x="9" y="4"/>
                  </a:lnTo>
                  <a:lnTo>
                    <a:pt x="8" y="3"/>
                  </a:lnTo>
                  <a:lnTo>
                    <a:pt x="6" y="1"/>
                  </a:lnTo>
                  <a:lnTo>
                    <a:pt x="5" y="0"/>
                  </a:lnTo>
                  <a:lnTo>
                    <a:pt x="3" y="1"/>
                  </a:lnTo>
                  <a:lnTo>
                    <a:pt x="2" y="3"/>
                  </a:lnTo>
                  <a:lnTo>
                    <a:pt x="0" y="4"/>
                  </a:lnTo>
                  <a:lnTo>
                    <a:pt x="0" y="5"/>
                  </a:lnTo>
                  <a:lnTo>
                    <a:pt x="0" y="75"/>
                  </a:lnTo>
                  <a:close/>
                </a:path>
              </a:pathLst>
            </a:custGeom>
            <a:solidFill>
              <a:srgbClr val="000000">
                <a:alpha val="100000"/>
              </a:srgbClr>
            </a:solidFill>
            <a:ln w="9525">
              <a:noFill/>
            </a:ln>
          </p:spPr>
          <p:txBody>
            <a:bodyPr/>
            <a:p>
              <a:endParaRPr lang="zh-CN" altLang="en-US"/>
            </a:p>
          </p:txBody>
        </p:sp>
        <p:sp>
          <p:nvSpPr>
            <p:cNvPr id="86185" name="Freeform 151"/>
            <p:cNvSpPr/>
            <p:nvPr/>
          </p:nvSpPr>
          <p:spPr>
            <a:xfrm>
              <a:off x="2101" y="1687"/>
              <a:ext cx="9" cy="78"/>
            </a:xfrm>
            <a:custGeom>
              <a:avLst/>
              <a:gdLst/>
              <a:ahLst/>
              <a:cxnLst>
                <a:cxn ang="0">
                  <a:pos x="0" y="75"/>
                </a:cxn>
                <a:cxn ang="0">
                  <a:pos x="2" y="75"/>
                </a:cxn>
                <a:cxn ang="0">
                  <a:pos x="3" y="77"/>
                </a:cxn>
                <a:cxn ang="0">
                  <a:pos x="5" y="78"/>
                </a:cxn>
                <a:cxn ang="0">
                  <a:pos x="6" y="77"/>
                </a:cxn>
                <a:cxn ang="0">
                  <a:pos x="8" y="75"/>
                </a:cxn>
                <a:cxn ang="0">
                  <a:pos x="9" y="74"/>
                </a:cxn>
                <a:cxn ang="0">
                  <a:pos x="9" y="5"/>
                </a:cxn>
                <a:cxn ang="0">
                  <a:pos x="8" y="3"/>
                </a:cxn>
                <a:cxn ang="0">
                  <a:pos x="6" y="2"/>
                </a:cxn>
                <a:cxn ang="0">
                  <a:pos x="5" y="0"/>
                </a:cxn>
                <a:cxn ang="0">
                  <a:pos x="3" y="2"/>
                </a:cxn>
                <a:cxn ang="0">
                  <a:pos x="2" y="3"/>
                </a:cxn>
                <a:cxn ang="0">
                  <a:pos x="0" y="5"/>
                </a:cxn>
                <a:cxn ang="0">
                  <a:pos x="0" y="6"/>
                </a:cxn>
                <a:cxn ang="0">
                  <a:pos x="0" y="75"/>
                </a:cxn>
              </a:cxnLst>
              <a:pathLst>
                <a:path w="9" h="78">
                  <a:moveTo>
                    <a:pt x="0" y="75"/>
                  </a:moveTo>
                  <a:lnTo>
                    <a:pt x="2" y="75"/>
                  </a:lnTo>
                  <a:lnTo>
                    <a:pt x="3" y="77"/>
                  </a:lnTo>
                  <a:lnTo>
                    <a:pt x="5" y="78"/>
                  </a:lnTo>
                  <a:lnTo>
                    <a:pt x="6" y="77"/>
                  </a:lnTo>
                  <a:lnTo>
                    <a:pt x="8" y="75"/>
                  </a:lnTo>
                  <a:lnTo>
                    <a:pt x="9" y="74"/>
                  </a:lnTo>
                  <a:lnTo>
                    <a:pt x="9" y="5"/>
                  </a:lnTo>
                  <a:lnTo>
                    <a:pt x="8" y="3"/>
                  </a:lnTo>
                  <a:lnTo>
                    <a:pt x="6" y="2"/>
                  </a:lnTo>
                  <a:lnTo>
                    <a:pt x="5" y="0"/>
                  </a:lnTo>
                  <a:lnTo>
                    <a:pt x="3" y="2"/>
                  </a:lnTo>
                  <a:lnTo>
                    <a:pt x="2" y="3"/>
                  </a:lnTo>
                  <a:lnTo>
                    <a:pt x="0" y="5"/>
                  </a:lnTo>
                  <a:lnTo>
                    <a:pt x="0" y="6"/>
                  </a:lnTo>
                  <a:lnTo>
                    <a:pt x="0" y="75"/>
                  </a:lnTo>
                  <a:close/>
                </a:path>
              </a:pathLst>
            </a:custGeom>
            <a:solidFill>
              <a:srgbClr val="000000">
                <a:alpha val="100000"/>
              </a:srgbClr>
            </a:solidFill>
            <a:ln w="9525">
              <a:noFill/>
            </a:ln>
          </p:spPr>
          <p:txBody>
            <a:bodyPr/>
            <a:p>
              <a:endParaRPr lang="zh-CN" altLang="en-US"/>
            </a:p>
          </p:txBody>
        </p:sp>
        <p:sp>
          <p:nvSpPr>
            <p:cNvPr id="86186" name="Freeform 152"/>
            <p:cNvSpPr/>
            <p:nvPr/>
          </p:nvSpPr>
          <p:spPr>
            <a:xfrm>
              <a:off x="2101" y="1592"/>
              <a:ext cx="9" cy="78"/>
            </a:xfrm>
            <a:custGeom>
              <a:avLst/>
              <a:gdLst/>
              <a:ahLst/>
              <a:cxnLst>
                <a:cxn ang="0">
                  <a:pos x="0" y="75"/>
                </a:cxn>
                <a:cxn ang="0">
                  <a:pos x="2" y="75"/>
                </a:cxn>
                <a:cxn ang="0">
                  <a:pos x="3" y="76"/>
                </a:cxn>
                <a:cxn ang="0">
                  <a:pos x="5" y="78"/>
                </a:cxn>
                <a:cxn ang="0">
                  <a:pos x="6" y="76"/>
                </a:cxn>
                <a:cxn ang="0">
                  <a:pos x="8" y="75"/>
                </a:cxn>
                <a:cxn ang="0">
                  <a:pos x="9" y="74"/>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6"/>
                  </a:lnTo>
                  <a:lnTo>
                    <a:pt x="5" y="78"/>
                  </a:lnTo>
                  <a:lnTo>
                    <a:pt x="6" y="76"/>
                  </a:lnTo>
                  <a:lnTo>
                    <a:pt x="8" y="75"/>
                  </a:lnTo>
                  <a:lnTo>
                    <a:pt x="9" y="74"/>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6187" name="Freeform 153"/>
            <p:cNvSpPr/>
            <p:nvPr/>
          </p:nvSpPr>
          <p:spPr>
            <a:xfrm>
              <a:off x="2101" y="1496"/>
              <a:ext cx="9" cy="78"/>
            </a:xfrm>
            <a:custGeom>
              <a:avLst/>
              <a:gdLst/>
              <a:ahLst/>
              <a:cxnLst>
                <a:cxn ang="0">
                  <a:pos x="0" y="76"/>
                </a:cxn>
                <a:cxn ang="0">
                  <a:pos x="2" y="76"/>
                </a:cxn>
                <a:cxn ang="0">
                  <a:pos x="3" y="77"/>
                </a:cxn>
                <a:cxn ang="0">
                  <a:pos x="5" y="78"/>
                </a:cxn>
                <a:cxn ang="0">
                  <a:pos x="6" y="77"/>
                </a:cxn>
                <a:cxn ang="0">
                  <a:pos x="8" y="76"/>
                </a:cxn>
                <a:cxn ang="0">
                  <a:pos x="9" y="74"/>
                </a:cxn>
                <a:cxn ang="0">
                  <a:pos x="9" y="5"/>
                </a:cxn>
                <a:cxn ang="0">
                  <a:pos x="8" y="3"/>
                </a:cxn>
                <a:cxn ang="0">
                  <a:pos x="6" y="2"/>
                </a:cxn>
                <a:cxn ang="0">
                  <a:pos x="5" y="0"/>
                </a:cxn>
                <a:cxn ang="0">
                  <a:pos x="3" y="2"/>
                </a:cxn>
                <a:cxn ang="0">
                  <a:pos x="2" y="3"/>
                </a:cxn>
                <a:cxn ang="0">
                  <a:pos x="0" y="5"/>
                </a:cxn>
                <a:cxn ang="0">
                  <a:pos x="0" y="6"/>
                </a:cxn>
                <a:cxn ang="0">
                  <a:pos x="0" y="76"/>
                </a:cxn>
              </a:cxnLst>
              <a:pathLst>
                <a:path w="9" h="78">
                  <a:moveTo>
                    <a:pt x="0" y="76"/>
                  </a:moveTo>
                  <a:lnTo>
                    <a:pt x="2" y="76"/>
                  </a:lnTo>
                  <a:lnTo>
                    <a:pt x="3" y="77"/>
                  </a:lnTo>
                  <a:lnTo>
                    <a:pt x="5" y="78"/>
                  </a:lnTo>
                  <a:lnTo>
                    <a:pt x="6" y="77"/>
                  </a:lnTo>
                  <a:lnTo>
                    <a:pt x="8" y="76"/>
                  </a:lnTo>
                  <a:lnTo>
                    <a:pt x="9" y="74"/>
                  </a:lnTo>
                  <a:lnTo>
                    <a:pt x="9" y="5"/>
                  </a:lnTo>
                  <a:lnTo>
                    <a:pt x="8" y="3"/>
                  </a:lnTo>
                  <a:lnTo>
                    <a:pt x="6" y="2"/>
                  </a:lnTo>
                  <a:lnTo>
                    <a:pt x="5" y="0"/>
                  </a:lnTo>
                  <a:lnTo>
                    <a:pt x="3" y="2"/>
                  </a:lnTo>
                  <a:lnTo>
                    <a:pt x="2"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6188" name="Freeform 154"/>
            <p:cNvSpPr/>
            <p:nvPr/>
          </p:nvSpPr>
          <p:spPr>
            <a:xfrm>
              <a:off x="2101" y="1401"/>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6189" name="Freeform 155"/>
            <p:cNvSpPr/>
            <p:nvPr/>
          </p:nvSpPr>
          <p:spPr>
            <a:xfrm>
              <a:off x="2101" y="1306"/>
              <a:ext cx="9" cy="78"/>
            </a:xfrm>
            <a:custGeom>
              <a:avLst/>
              <a:gdLst/>
              <a:ahLst/>
              <a:cxnLst>
                <a:cxn ang="0">
                  <a:pos x="0" y="75"/>
                </a:cxn>
                <a:cxn ang="0">
                  <a:pos x="2" y="75"/>
                </a:cxn>
                <a:cxn ang="0">
                  <a:pos x="3" y="76"/>
                </a:cxn>
                <a:cxn ang="0">
                  <a:pos x="5" y="78"/>
                </a:cxn>
                <a:cxn ang="0">
                  <a:pos x="6" y="76"/>
                </a:cxn>
                <a:cxn ang="0">
                  <a:pos x="8" y="75"/>
                </a:cxn>
                <a:cxn ang="0">
                  <a:pos x="9" y="73"/>
                </a:cxn>
                <a:cxn ang="0">
                  <a:pos x="9" y="4"/>
                </a:cxn>
                <a:cxn ang="0">
                  <a:pos x="8" y="2"/>
                </a:cxn>
                <a:cxn ang="0">
                  <a:pos x="6" y="1"/>
                </a:cxn>
                <a:cxn ang="0">
                  <a:pos x="5" y="0"/>
                </a:cxn>
                <a:cxn ang="0">
                  <a:pos x="3" y="1"/>
                </a:cxn>
                <a:cxn ang="0">
                  <a:pos x="2" y="2"/>
                </a:cxn>
                <a:cxn ang="0">
                  <a:pos x="0" y="4"/>
                </a:cxn>
                <a:cxn ang="0">
                  <a:pos x="0" y="5"/>
                </a:cxn>
                <a:cxn ang="0">
                  <a:pos x="0" y="75"/>
                </a:cxn>
              </a:cxnLst>
              <a:pathLst>
                <a:path w="9" h="78">
                  <a:moveTo>
                    <a:pt x="0" y="75"/>
                  </a:moveTo>
                  <a:lnTo>
                    <a:pt x="2" y="75"/>
                  </a:lnTo>
                  <a:lnTo>
                    <a:pt x="3" y="76"/>
                  </a:lnTo>
                  <a:lnTo>
                    <a:pt x="5" y="78"/>
                  </a:lnTo>
                  <a:lnTo>
                    <a:pt x="6" y="76"/>
                  </a:lnTo>
                  <a:lnTo>
                    <a:pt x="8" y="75"/>
                  </a:lnTo>
                  <a:lnTo>
                    <a:pt x="9" y="73"/>
                  </a:lnTo>
                  <a:lnTo>
                    <a:pt x="9" y="4"/>
                  </a:lnTo>
                  <a:lnTo>
                    <a:pt x="8" y="2"/>
                  </a:lnTo>
                  <a:lnTo>
                    <a:pt x="6" y="1"/>
                  </a:lnTo>
                  <a:lnTo>
                    <a:pt x="5" y="0"/>
                  </a:lnTo>
                  <a:lnTo>
                    <a:pt x="3" y="1"/>
                  </a:lnTo>
                  <a:lnTo>
                    <a:pt x="2" y="2"/>
                  </a:lnTo>
                  <a:lnTo>
                    <a:pt x="0" y="4"/>
                  </a:lnTo>
                  <a:lnTo>
                    <a:pt x="0" y="5"/>
                  </a:lnTo>
                  <a:lnTo>
                    <a:pt x="0" y="75"/>
                  </a:lnTo>
                  <a:close/>
                </a:path>
              </a:pathLst>
            </a:custGeom>
            <a:solidFill>
              <a:srgbClr val="000000">
                <a:alpha val="100000"/>
              </a:srgbClr>
            </a:solidFill>
            <a:ln w="9525">
              <a:noFill/>
            </a:ln>
          </p:spPr>
          <p:txBody>
            <a:bodyPr/>
            <a:p>
              <a:endParaRPr lang="zh-CN" altLang="en-US"/>
            </a:p>
          </p:txBody>
        </p:sp>
        <p:sp>
          <p:nvSpPr>
            <p:cNvPr id="86190" name="Freeform 156"/>
            <p:cNvSpPr/>
            <p:nvPr/>
          </p:nvSpPr>
          <p:spPr>
            <a:xfrm>
              <a:off x="2101" y="1210"/>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2"/>
                </a:cxn>
                <a:cxn ang="0">
                  <a:pos x="5" y="0"/>
                </a:cxn>
                <a:cxn ang="0">
                  <a:pos x="3" y="2"/>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2"/>
                  </a:lnTo>
                  <a:lnTo>
                    <a:pt x="5" y="0"/>
                  </a:lnTo>
                  <a:lnTo>
                    <a:pt x="3" y="2"/>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grpSp>
      <p:grpSp>
        <p:nvGrpSpPr>
          <p:cNvPr id="86070" name="Group 157"/>
          <p:cNvGrpSpPr/>
          <p:nvPr/>
        </p:nvGrpSpPr>
        <p:grpSpPr>
          <a:xfrm>
            <a:off x="6399213" y="1146175"/>
            <a:ext cx="14287" cy="2855913"/>
            <a:chOff x="4028" y="1223"/>
            <a:chExt cx="9" cy="1799"/>
          </a:xfrm>
        </p:grpSpPr>
        <p:sp>
          <p:nvSpPr>
            <p:cNvPr id="86142" name="Freeform 158"/>
            <p:cNvSpPr/>
            <p:nvPr/>
          </p:nvSpPr>
          <p:spPr>
            <a:xfrm>
              <a:off x="4028" y="2978"/>
              <a:ext cx="9" cy="44"/>
            </a:xfrm>
            <a:custGeom>
              <a:avLst/>
              <a:gdLst/>
              <a:ahLst/>
              <a:cxnLst>
                <a:cxn ang="0">
                  <a:pos x="0" y="41"/>
                </a:cxn>
                <a:cxn ang="0">
                  <a:pos x="2" y="41"/>
                </a:cxn>
                <a:cxn ang="0">
                  <a:pos x="3" y="42"/>
                </a:cxn>
                <a:cxn ang="0">
                  <a:pos x="5" y="44"/>
                </a:cxn>
                <a:cxn ang="0">
                  <a:pos x="6" y="42"/>
                </a:cxn>
                <a:cxn ang="0">
                  <a:pos x="8" y="41"/>
                </a:cxn>
                <a:cxn ang="0">
                  <a:pos x="9" y="40"/>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40"/>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43" name="Freeform 159"/>
            <p:cNvSpPr/>
            <p:nvPr/>
          </p:nvSpPr>
          <p:spPr>
            <a:xfrm>
              <a:off x="4028" y="2918"/>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44" name="Freeform 160"/>
            <p:cNvSpPr/>
            <p:nvPr/>
          </p:nvSpPr>
          <p:spPr>
            <a:xfrm>
              <a:off x="4028" y="2857"/>
              <a:ext cx="9" cy="43"/>
            </a:xfrm>
            <a:custGeom>
              <a:avLst/>
              <a:gdLst/>
              <a:ahLst/>
              <a:cxnLst>
                <a:cxn ang="0">
                  <a:pos x="0" y="41"/>
                </a:cxn>
                <a:cxn ang="0">
                  <a:pos x="2" y="41"/>
                </a:cxn>
                <a:cxn ang="0">
                  <a:pos x="3" y="42"/>
                </a:cxn>
                <a:cxn ang="0">
                  <a:pos x="5" y="43"/>
                </a:cxn>
                <a:cxn ang="0">
                  <a:pos x="6" y="42"/>
                </a:cxn>
                <a:cxn ang="0">
                  <a:pos x="8" y="41"/>
                </a:cxn>
                <a:cxn ang="0">
                  <a:pos x="9" y="39"/>
                </a:cxn>
                <a:cxn ang="0">
                  <a:pos x="9" y="4"/>
                </a:cxn>
                <a:cxn ang="0">
                  <a:pos x="8" y="3"/>
                </a:cxn>
                <a:cxn ang="0">
                  <a:pos x="6" y="1"/>
                </a:cxn>
                <a:cxn ang="0">
                  <a:pos x="5" y="0"/>
                </a:cxn>
                <a:cxn ang="0">
                  <a:pos x="3" y="1"/>
                </a:cxn>
                <a:cxn ang="0">
                  <a:pos x="2" y="3"/>
                </a:cxn>
                <a:cxn ang="0">
                  <a:pos x="0" y="4"/>
                </a:cxn>
                <a:cxn ang="0">
                  <a:pos x="0" y="6"/>
                </a:cxn>
                <a:cxn ang="0">
                  <a:pos x="0" y="41"/>
                </a:cxn>
              </a:cxnLst>
              <a:pathLst>
                <a:path w="9" h="43">
                  <a:moveTo>
                    <a:pt x="0" y="41"/>
                  </a:moveTo>
                  <a:lnTo>
                    <a:pt x="2" y="41"/>
                  </a:lnTo>
                  <a:lnTo>
                    <a:pt x="3" y="42"/>
                  </a:lnTo>
                  <a:lnTo>
                    <a:pt x="5" y="43"/>
                  </a:lnTo>
                  <a:lnTo>
                    <a:pt x="6" y="42"/>
                  </a:lnTo>
                  <a:lnTo>
                    <a:pt x="8" y="41"/>
                  </a:lnTo>
                  <a:lnTo>
                    <a:pt x="9" y="39"/>
                  </a:lnTo>
                  <a:lnTo>
                    <a:pt x="9" y="4"/>
                  </a:lnTo>
                  <a:lnTo>
                    <a:pt x="8" y="3"/>
                  </a:lnTo>
                  <a:lnTo>
                    <a:pt x="6" y="1"/>
                  </a:lnTo>
                  <a:lnTo>
                    <a:pt x="5" y="0"/>
                  </a:lnTo>
                  <a:lnTo>
                    <a:pt x="3" y="1"/>
                  </a:lnTo>
                  <a:lnTo>
                    <a:pt x="2"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6145" name="Freeform 161"/>
            <p:cNvSpPr/>
            <p:nvPr/>
          </p:nvSpPr>
          <p:spPr>
            <a:xfrm>
              <a:off x="4028" y="2796"/>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46" name="Freeform 162"/>
            <p:cNvSpPr/>
            <p:nvPr/>
          </p:nvSpPr>
          <p:spPr>
            <a:xfrm>
              <a:off x="4028" y="2736"/>
              <a:ext cx="9" cy="43"/>
            </a:xfrm>
            <a:custGeom>
              <a:avLst/>
              <a:gdLst/>
              <a:ahLst/>
              <a:cxnLst>
                <a:cxn ang="0">
                  <a:pos x="0" y="40"/>
                </a:cxn>
                <a:cxn ang="0">
                  <a:pos x="2" y="40"/>
                </a:cxn>
                <a:cxn ang="0">
                  <a:pos x="3" y="41"/>
                </a:cxn>
                <a:cxn ang="0">
                  <a:pos x="5" y="43"/>
                </a:cxn>
                <a:cxn ang="0">
                  <a:pos x="6" y="41"/>
                </a:cxn>
                <a:cxn ang="0">
                  <a:pos x="8" y="40"/>
                </a:cxn>
                <a:cxn ang="0">
                  <a:pos x="9" y="39"/>
                </a:cxn>
                <a:cxn ang="0">
                  <a:pos x="9" y="4"/>
                </a:cxn>
                <a:cxn ang="0">
                  <a:pos x="8" y="2"/>
                </a:cxn>
                <a:cxn ang="0">
                  <a:pos x="6" y="1"/>
                </a:cxn>
                <a:cxn ang="0">
                  <a:pos x="5" y="0"/>
                </a:cxn>
                <a:cxn ang="0">
                  <a:pos x="3" y="1"/>
                </a:cxn>
                <a:cxn ang="0">
                  <a:pos x="2" y="2"/>
                </a:cxn>
                <a:cxn ang="0">
                  <a:pos x="0" y="4"/>
                </a:cxn>
                <a:cxn ang="0">
                  <a:pos x="0" y="5"/>
                </a:cxn>
                <a:cxn ang="0">
                  <a:pos x="0" y="40"/>
                </a:cxn>
              </a:cxnLst>
              <a:pathLst>
                <a:path w="9" h="43">
                  <a:moveTo>
                    <a:pt x="0" y="40"/>
                  </a:moveTo>
                  <a:lnTo>
                    <a:pt x="2" y="40"/>
                  </a:lnTo>
                  <a:lnTo>
                    <a:pt x="3" y="41"/>
                  </a:lnTo>
                  <a:lnTo>
                    <a:pt x="5" y="43"/>
                  </a:lnTo>
                  <a:lnTo>
                    <a:pt x="6" y="41"/>
                  </a:lnTo>
                  <a:lnTo>
                    <a:pt x="8" y="40"/>
                  </a:lnTo>
                  <a:lnTo>
                    <a:pt x="9" y="39"/>
                  </a:lnTo>
                  <a:lnTo>
                    <a:pt x="9" y="4"/>
                  </a:lnTo>
                  <a:lnTo>
                    <a:pt x="8" y="2"/>
                  </a:lnTo>
                  <a:lnTo>
                    <a:pt x="6" y="1"/>
                  </a:lnTo>
                  <a:lnTo>
                    <a:pt x="5" y="0"/>
                  </a:lnTo>
                  <a:lnTo>
                    <a:pt x="3" y="1"/>
                  </a:lnTo>
                  <a:lnTo>
                    <a:pt x="2" y="2"/>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6147" name="Freeform 163"/>
            <p:cNvSpPr/>
            <p:nvPr/>
          </p:nvSpPr>
          <p:spPr>
            <a:xfrm>
              <a:off x="4028" y="2675"/>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48" name="Freeform 164"/>
            <p:cNvSpPr/>
            <p:nvPr/>
          </p:nvSpPr>
          <p:spPr>
            <a:xfrm>
              <a:off x="4028" y="2614"/>
              <a:ext cx="9" cy="43"/>
            </a:xfrm>
            <a:custGeom>
              <a:avLst/>
              <a:gdLst/>
              <a:ahLst/>
              <a:cxnLst>
                <a:cxn ang="0">
                  <a:pos x="0" y="41"/>
                </a:cxn>
                <a:cxn ang="0">
                  <a:pos x="2" y="41"/>
                </a:cxn>
                <a:cxn ang="0">
                  <a:pos x="3" y="42"/>
                </a:cxn>
                <a:cxn ang="0">
                  <a:pos x="5" y="43"/>
                </a:cxn>
                <a:cxn ang="0">
                  <a:pos x="6" y="42"/>
                </a:cxn>
                <a:cxn ang="0">
                  <a:pos x="8" y="41"/>
                </a:cxn>
                <a:cxn ang="0">
                  <a:pos x="9" y="39"/>
                </a:cxn>
                <a:cxn ang="0">
                  <a:pos x="9" y="4"/>
                </a:cxn>
                <a:cxn ang="0">
                  <a:pos x="8" y="3"/>
                </a:cxn>
                <a:cxn ang="0">
                  <a:pos x="6" y="2"/>
                </a:cxn>
                <a:cxn ang="0">
                  <a:pos x="5" y="0"/>
                </a:cxn>
                <a:cxn ang="0">
                  <a:pos x="3" y="2"/>
                </a:cxn>
                <a:cxn ang="0">
                  <a:pos x="2" y="3"/>
                </a:cxn>
                <a:cxn ang="0">
                  <a:pos x="0" y="4"/>
                </a:cxn>
                <a:cxn ang="0">
                  <a:pos x="0" y="6"/>
                </a:cxn>
                <a:cxn ang="0">
                  <a:pos x="0" y="41"/>
                </a:cxn>
              </a:cxnLst>
              <a:pathLst>
                <a:path w="9" h="43">
                  <a:moveTo>
                    <a:pt x="0" y="41"/>
                  </a:moveTo>
                  <a:lnTo>
                    <a:pt x="2" y="41"/>
                  </a:lnTo>
                  <a:lnTo>
                    <a:pt x="3" y="42"/>
                  </a:lnTo>
                  <a:lnTo>
                    <a:pt x="5" y="43"/>
                  </a:lnTo>
                  <a:lnTo>
                    <a:pt x="6" y="42"/>
                  </a:lnTo>
                  <a:lnTo>
                    <a:pt x="8" y="41"/>
                  </a:lnTo>
                  <a:lnTo>
                    <a:pt x="9" y="39"/>
                  </a:lnTo>
                  <a:lnTo>
                    <a:pt x="9" y="4"/>
                  </a:lnTo>
                  <a:lnTo>
                    <a:pt x="8" y="3"/>
                  </a:lnTo>
                  <a:lnTo>
                    <a:pt x="6" y="2"/>
                  </a:lnTo>
                  <a:lnTo>
                    <a:pt x="5" y="0"/>
                  </a:lnTo>
                  <a:lnTo>
                    <a:pt x="3" y="2"/>
                  </a:lnTo>
                  <a:lnTo>
                    <a:pt x="2"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6149" name="Freeform 165"/>
            <p:cNvSpPr/>
            <p:nvPr/>
          </p:nvSpPr>
          <p:spPr>
            <a:xfrm>
              <a:off x="4028" y="2553"/>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50" name="Freeform 166"/>
            <p:cNvSpPr/>
            <p:nvPr/>
          </p:nvSpPr>
          <p:spPr>
            <a:xfrm>
              <a:off x="4028" y="2493"/>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5"/>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6151" name="Freeform 167"/>
            <p:cNvSpPr/>
            <p:nvPr/>
          </p:nvSpPr>
          <p:spPr>
            <a:xfrm>
              <a:off x="4028" y="2432"/>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52" name="Freeform 168"/>
            <p:cNvSpPr/>
            <p:nvPr/>
          </p:nvSpPr>
          <p:spPr>
            <a:xfrm>
              <a:off x="4028" y="2371"/>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53" name="Freeform 169"/>
            <p:cNvSpPr/>
            <p:nvPr/>
          </p:nvSpPr>
          <p:spPr>
            <a:xfrm>
              <a:off x="4028" y="2310"/>
              <a:ext cx="9" cy="44"/>
            </a:xfrm>
            <a:custGeom>
              <a:avLst/>
              <a:gdLst/>
              <a:ahLst/>
              <a:cxnLst>
                <a:cxn ang="0">
                  <a:pos x="0" y="41"/>
                </a:cxn>
                <a:cxn ang="0">
                  <a:pos x="2" y="41"/>
                </a:cxn>
                <a:cxn ang="0">
                  <a:pos x="3" y="42"/>
                </a:cxn>
                <a:cxn ang="0">
                  <a:pos x="5" y="44"/>
                </a:cxn>
                <a:cxn ang="0">
                  <a:pos x="6" y="42"/>
                </a:cxn>
                <a:cxn ang="0">
                  <a:pos x="8" y="41"/>
                </a:cxn>
                <a:cxn ang="0">
                  <a:pos x="9" y="40"/>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40"/>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54" name="Freeform 170"/>
            <p:cNvSpPr/>
            <p:nvPr/>
          </p:nvSpPr>
          <p:spPr>
            <a:xfrm>
              <a:off x="4028" y="2250"/>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55" name="Freeform 171"/>
            <p:cNvSpPr/>
            <p:nvPr/>
          </p:nvSpPr>
          <p:spPr>
            <a:xfrm>
              <a:off x="4028" y="2189"/>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56" name="Freeform 172"/>
            <p:cNvSpPr/>
            <p:nvPr/>
          </p:nvSpPr>
          <p:spPr>
            <a:xfrm>
              <a:off x="4028" y="2128"/>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57" name="Freeform 173"/>
            <p:cNvSpPr/>
            <p:nvPr/>
          </p:nvSpPr>
          <p:spPr>
            <a:xfrm>
              <a:off x="4028" y="2068"/>
              <a:ext cx="9" cy="43"/>
            </a:xfrm>
            <a:custGeom>
              <a:avLst/>
              <a:gdLst/>
              <a:ahLst/>
              <a:cxnLst>
                <a:cxn ang="0">
                  <a:pos x="0" y="40"/>
                </a:cxn>
                <a:cxn ang="0">
                  <a:pos x="2" y="40"/>
                </a:cxn>
                <a:cxn ang="0">
                  <a:pos x="3" y="41"/>
                </a:cxn>
                <a:cxn ang="0">
                  <a:pos x="5" y="43"/>
                </a:cxn>
                <a:cxn ang="0">
                  <a:pos x="6" y="41"/>
                </a:cxn>
                <a:cxn ang="0">
                  <a:pos x="8" y="40"/>
                </a:cxn>
                <a:cxn ang="0">
                  <a:pos x="9" y="39"/>
                </a:cxn>
                <a:cxn ang="0">
                  <a:pos x="9" y="4"/>
                </a:cxn>
                <a:cxn ang="0">
                  <a:pos x="8" y="2"/>
                </a:cxn>
                <a:cxn ang="0">
                  <a:pos x="6" y="1"/>
                </a:cxn>
                <a:cxn ang="0">
                  <a:pos x="5" y="0"/>
                </a:cxn>
                <a:cxn ang="0">
                  <a:pos x="3" y="1"/>
                </a:cxn>
                <a:cxn ang="0">
                  <a:pos x="2" y="2"/>
                </a:cxn>
                <a:cxn ang="0">
                  <a:pos x="0" y="4"/>
                </a:cxn>
                <a:cxn ang="0">
                  <a:pos x="0" y="5"/>
                </a:cxn>
                <a:cxn ang="0">
                  <a:pos x="0" y="40"/>
                </a:cxn>
              </a:cxnLst>
              <a:pathLst>
                <a:path w="9" h="43">
                  <a:moveTo>
                    <a:pt x="0" y="40"/>
                  </a:moveTo>
                  <a:lnTo>
                    <a:pt x="2" y="40"/>
                  </a:lnTo>
                  <a:lnTo>
                    <a:pt x="3" y="41"/>
                  </a:lnTo>
                  <a:lnTo>
                    <a:pt x="5" y="43"/>
                  </a:lnTo>
                  <a:lnTo>
                    <a:pt x="6" y="41"/>
                  </a:lnTo>
                  <a:lnTo>
                    <a:pt x="8" y="40"/>
                  </a:lnTo>
                  <a:lnTo>
                    <a:pt x="9" y="39"/>
                  </a:lnTo>
                  <a:lnTo>
                    <a:pt x="9" y="4"/>
                  </a:lnTo>
                  <a:lnTo>
                    <a:pt x="8" y="2"/>
                  </a:lnTo>
                  <a:lnTo>
                    <a:pt x="6" y="1"/>
                  </a:lnTo>
                  <a:lnTo>
                    <a:pt x="5" y="0"/>
                  </a:lnTo>
                  <a:lnTo>
                    <a:pt x="3" y="1"/>
                  </a:lnTo>
                  <a:lnTo>
                    <a:pt x="2" y="2"/>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6158" name="Freeform 174"/>
            <p:cNvSpPr/>
            <p:nvPr/>
          </p:nvSpPr>
          <p:spPr>
            <a:xfrm>
              <a:off x="4028" y="2007"/>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59" name="Freeform 175"/>
            <p:cNvSpPr/>
            <p:nvPr/>
          </p:nvSpPr>
          <p:spPr>
            <a:xfrm>
              <a:off x="4028" y="1946"/>
              <a:ext cx="9" cy="43"/>
            </a:xfrm>
            <a:custGeom>
              <a:avLst/>
              <a:gdLst/>
              <a:ahLst/>
              <a:cxnLst>
                <a:cxn ang="0">
                  <a:pos x="0" y="41"/>
                </a:cxn>
                <a:cxn ang="0">
                  <a:pos x="2" y="41"/>
                </a:cxn>
                <a:cxn ang="0">
                  <a:pos x="3" y="42"/>
                </a:cxn>
                <a:cxn ang="0">
                  <a:pos x="5" y="43"/>
                </a:cxn>
                <a:cxn ang="0">
                  <a:pos x="6" y="42"/>
                </a:cxn>
                <a:cxn ang="0">
                  <a:pos x="8" y="41"/>
                </a:cxn>
                <a:cxn ang="0">
                  <a:pos x="9" y="39"/>
                </a:cxn>
                <a:cxn ang="0">
                  <a:pos x="9" y="4"/>
                </a:cxn>
                <a:cxn ang="0">
                  <a:pos x="8" y="3"/>
                </a:cxn>
                <a:cxn ang="0">
                  <a:pos x="6" y="2"/>
                </a:cxn>
                <a:cxn ang="0">
                  <a:pos x="5" y="0"/>
                </a:cxn>
                <a:cxn ang="0">
                  <a:pos x="3" y="2"/>
                </a:cxn>
                <a:cxn ang="0">
                  <a:pos x="2" y="3"/>
                </a:cxn>
                <a:cxn ang="0">
                  <a:pos x="0" y="4"/>
                </a:cxn>
                <a:cxn ang="0">
                  <a:pos x="0" y="6"/>
                </a:cxn>
                <a:cxn ang="0">
                  <a:pos x="0" y="41"/>
                </a:cxn>
              </a:cxnLst>
              <a:pathLst>
                <a:path w="9" h="43">
                  <a:moveTo>
                    <a:pt x="0" y="41"/>
                  </a:moveTo>
                  <a:lnTo>
                    <a:pt x="2" y="41"/>
                  </a:lnTo>
                  <a:lnTo>
                    <a:pt x="3" y="42"/>
                  </a:lnTo>
                  <a:lnTo>
                    <a:pt x="5" y="43"/>
                  </a:lnTo>
                  <a:lnTo>
                    <a:pt x="6" y="42"/>
                  </a:lnTo>
                  <a:lnTo>
                    <a:pt x="8" y="41"/>
                  </a:lnTo>
                  <a:lnTo>
                    <a:pt x="9" y="39"/>
                  </a:lnTo>
                  <a:lnTo>
                    <a:pt x="9" y="4"/>
                  </a:lnTo>
                  <a:lnTo>
                    <a:pt x="8" y="3"/>
                  </a:lnTo>
                  <a:lnTo>
                    <a:pt x="6" y="2"/>
                  </a:lnTo>
                  <a:lnTo>
                    <a:pt x="5" y="0"/>
                  </a:lnTo>
                  <a:lnTo>
                    <a:pt x="3" y="2"/>
                  </a:lnTo>
                  <a:lnTo>
                    <a:pt x="2"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6160" name="Freeform 176"/>
            <p:cNvSpPr/>
            <p:nvPr/>
          </p:nvSpPr>
          <p:spPr>
            <a:xfrm>
              <a:off x="4028" y="1885"/>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61" name="Freeform 177"/>
            <p:cNvSpPr/>
            <p:nvPr/>
          </p:nvSpPr>
          <p:spPr>
            <a:xfrm>
              <a:off x="4028" y="1825"/>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5"/>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6162" name="Freeform 178"/>
            <p:cNvSpPr/>
            <p:nvPr/>
          </p:nvSpPr>
          <p:spPr>
            <a:xfrm>
              <a:off x="4028" y="1764"/>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63" name="Freeform 179"/>
            <p:cNvSpPr/>
            <p:nvPr/>
          </p:nvSpPr>
          <p:spPr>
            <a:xfrm>
              <a:off x="4028" y="1703"/>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64" name="Freeform 180"/>
            <p:cNvSpPr/>
            <p:nvPr/>
          </p:nvSpPr>
          <p:spPr>
            <a:xfrm>
              <a:off x="4028" y="1642"/>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65" name="Freeform 181"/>
            <p:cNvSpPr/>
            <p:nvPr/>
          </p:nvSpPr>
          <p:spPr>
            <a:xfrm>
              <a:off x="4028" y="1582"/>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66" name="Freeform 182"/>
            <p:cNvSpPr/>
            <p:nvPr/>
          </p:nvSpPr>
          <p:spPr>
            <a:xfrm>
              <a:off x="4028" y="1521"/>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67" name="Freeform 183"/>
            <p:cNvSpPr/>
            <p:nvPr/>
          </p:nvSpPr>
          <p:spPr>
            <a:xfrm>
              <a:off x="4028" y="1460"/>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68" name="Freeform 184"/>
            <p:cNvSpPr/>
            <p:nvPr/>
          </p:nvSpPr>
          <p:spPr>
            <a:xfrm>
              <a:off x="4028" y="1400"/>
              <a:ext cx="9" cy="43"/>
            </a:xfrm>
            <a:custGeom>
              <a:avLst/>
              <a:gdLst/>
              <a:ahLst/>
              <a:cxnLst>
                <a:cxn ang="0">
                  <a:pos x="0" y="40"/>
                </a:cxn>
                <a:cxn ang="0">
                  <a:pos x="2" y="40"/>
                </a:cxn>
                <a:cxn ang="0">
                  <a:pos x="3" y="41"/>
                </a:cxn>
                <a:cxn ang="0">
                  <a:pos x="5" y="43"/>
                </a:cxn>
                <a:cxn ang="0">
                  <a:pos x="6" y="41"/>
                </a:cxn>
                <a:cxn ang="0">
                  <a:pos x="8" y="40"/>
                </a:cxn>
                <a:cxn ang="0">
                  <a:pos x="9" y="39"/>
                </a:cxn>
                <a:cxn ang="0">
                  <a:pos x="9" y="4"/>
                </a:cxn>
                <a:cxn ang="0">
                  <a:pos x="8" y="2"/>
                </a:cxn>
                <a:cxn ang="0">
                  <a:pos x="6" y="1"/>
                </a:cxn>
                <a:cxn ang="0">
                  <a:pos x="5" y="0"/>
                </a:cxn>
                <a:cxn ang="0">
                  <a:pos x="3" y="1"/>
                </a:cxn>
                <a:cxn ang="0">
                  <a:pos x="2" y="2"/>
                </a:cxn>
                <a:cxn ang="0">
                  <a:pos x="0" y="4"/>
                </a:cxn>
                <a:cxn ang="0">
                  <a:pos x="0" y="5"/>
                </a:cxn>
                <a:cxn ang="0">
                  <a:pos x="0" y="40"/>
                </a:cxn>
              </a:cxnLst>
              <a:pathLst>
                <a:path w="9" h="43">
                  <a:moveTo>
                    <a:pt x="0" y="40"/>
                  </a:moveTo>
                  <a:lnTo>
                    <a:pt x="2" y="40"/>
                  </a:lnTo>
                  <a:lnTo>
                    <a:pt x="3" y="41"/>
                  </a:lnTo>
                  <a:lnTo>
                    <a:pt x="5" y="43"/>
                  </a:lnTo>
                  <a:lnTo>
                    <a:pt x="6" y="41"/>
                  </a:lnTo>
                  <a:lnTo>
                    <a:pt x="8" y="40"/>
                  </a:lnTo>
                  <a:lnTo>
                    <a:pt x="9" y="39"/>
                  </a:lnTo>
                  <a:lnTo>
                    <a:pt x="9" y="4"/>
                  </a:lnTo>
                  <a:lnTo>
                    <a:pt x="8" y="2"/>
                  </a:lnTo>
                  <a:lnTo>
                    <a:pt x="6" y="1"/>
                  </a:lnTo>
                  <a:lnTo>
                    <a:pt x="5" y="0"/>
                  </a:lnTo>
                  <a:lnTo>
                    <a:pt x="3" y="1"/>
                  </a:lnTo>
                  <a:lnTo>
                    <a:pt x="2" y="2"/>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6169" name="Freeform 185"/>
            <p:cNvSpPr/>
            <p:nvPr/>
          </p:nvSpPr>
          <p:spPr>
            <a:xfrm>
              <a:off x="4028" y="1339"/>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70" name="Freeform 186"/>
            <p:cNvSpPr/>
            <p:nvPr/>
          </p:nvSpPr>
          <p:spPr>
            <a:xfrm>
              <a:off x="4028" y="1278"/>
              <a:ext cx="9" cy="43"/>
            </a:xfrm>
            <a:custGeom>
              <a:avLst/>
              <a:gdLst/>
              <a:ahLst/>
              <a:cxnLst>
                <a:cxn ang="0">
                  <a:pos x="0" y="41"/>
                </a:cxn>
                <a:cxn ang="0">
                  <a:pos x="2" y="41"/>
                </a:cxn>
                <a:cxn ang="0">
                  <a:pos x="3" y="42"/>
                </a:cxn>
                <a:cxn ang="0">
                  <a:pos x="5" y="43"/>
                </a:cxn>
                <a:cxn ang="0">
                  <a:pos x="6" y="42"/>
                </a:cxn>
                <a:cxn ang="0">
                  <a:pos x="8" y="41"/>
                </a:cxn>
                <a:cxn ang="0">
                  <a:pos x="9" y="39"/>
                </a:cxn>
                <a:cxn ang="0">
                  <a:pos x="9" y="4"/>
                </a:cxn>
                <a:cxn ang="0">
                  <a:pos x="8" y="3"/>
                </a:cxn>
                <a:cxn ang="0">
                  <a:pos x="6" y="2"/>
                </a:cxn>
                <a:cxn ang="0">
                  <a:pos x="5" y="0"/>
                </a:cxn>
                <a:cxn ang="0">
                  <a:pos x="3" y="2"/>
                </a:cxn>
                <a:cxn ang="0">
                  <a:pos x="2" y="3"/>
                </a:cxn>
                <a:cxn ang="0">
                  <a:pos x="0" y="4"/>
                </a:cxn>
                <a:cxn ang="0">
                  <a:pos x="0" y="6"/>
                </a:cxn>
                <a:cxn ang="0">
                  <a:pos x="0" y="41"/>
                </a:cxn>
              </a:cxnLst>
              <a:pathLst>
                <a:path w="9" h="43">
                  <a:moveTo>
                    <a:pt x="0" y="41"/>
                  </a:moveTo>
                  <a:lnTo>
                    <a:pt x="2" y="41"/>
                  </a:lnTo>
                  <a:lnTo>
                    <a:pt x="3" y="42"/>
                  </a:lnTo>
                  <a:lnTo>
                    <a:pt x="5" y="43"/>
                  </a:lnTo>
                  <a:lnTo>
                    <a:pt x="6" y="42"/>
                  </a:lnTo>
                  <a:lnTo>
                    <a:pt x="8" y="41"/>
                  </a:lnTo>
                  <a:lnTo>
                    <a:pt x="9" y="39"/>
                  </a:lnTo>
                  <a:lnTo>
                    <a:pt x="9" y="4"/>
                  </a:lnTo>
                  <a:lnTo>
                    <a:pt x="8" y="3"/>
                  </a:lnTo>
                  <a:lnTo>
                    <a:pt x="6" y="2"/>
                  </a:lnTo>
                  <a:lnTo>
                    <a:pt x="5" y="0"/>
                  </a:lnTo>
                  <a:lnTo>
                    <a:pt x="3" y="2"/>
                  </a:lnTo>
                  <a:lnTo>
                    <a:pt x="2"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6171" name="Freeform 187"/>
            <p:cNvSpPr/>
            <p:nvPr/>
          </p:nvSpPr>
          <p:spPr>
            <a:xfrm>
              <a:off x="4028" y="1223"/>
              <a:ext cx="9" cy="38"/>
            </a:xfrm>
            <a:custGeom>
              <a:avLst/>
              <a:gdLst/>
              <a:ahLst/>
              <a:cxnLst>
                <a:cxn ang="0">
                  <a:pos x="0" y="35"/>
                </a:cxn>
                <a:cxn ang="0">
                  <a:pos x="2" y="35"/>
                </a:cxn>
                <a:cxn ang="0">
                  <a:pos x="3" y="36"/>
                </a:cxn>
                <a:cxn ang="0">
                  <a:pos x="5" y="38"/>
                </a:cxn>
                <a:cxn ang="0">
                  <a:pos x="6" y="36"/>
                </a:cxn>
                <a:cxn ang="0">
                  <a:pos x="8" y="35"/>
                </a:cxn>
                <a:cxn ang="0">
                  <a:pos x="9" y="33"/>
                </a:cxn>
                <a:cxn ang="0">
                  <a:pos x="9" y="4"/>
                </a:cxn>
                <a:cxn ang="0">
                  <a:pos x="8" y="3"/>
                </a:cxn>
                <a:cxn ang="0">
                  <a:pos x="6" y="2"/>
                </a:cxn>
                <a:cxn ang="0">
                  <a:pos x="5" y="0"/>
                </a:cxn>
                <a:cxn ang="0">
                  <a:pos x="3" y="2"/>
                </a:cxn>
                <a:cxn ang="0">
                  <a:pos x="2" y="3"/>
                </a:cxn>
                <a:cxn ang="0">
                  <a:pos x="0" y="4"/>
                </a:cxn>
                <a:cxn ang="0">
                  <a:pos x="0" y="6"/>
                </a:cxn>
                <a:cxn ang="0">
                  <a:pos x="0" y="35"/>
                </a:cxn>
              </a:cxnLst>
              <a:pathLst>
                <a:path w="9" h="38">
                  <a:moveTo>
                    <a:pt x="0" y="35"/>
                  </a:moveTo>
                  <a:lnTo>
                    <a:pt x="2" y="35"/>
                  </a:lnTo>
                  <a:lnTo>
                    <a:pt x="3" y="36"/>
                  </a:lnTo>
                  <a:lnTo>
                    <a:pt x="5" y="38"/>
                  </a:lnTo>
                  <a:lnTo>
                    <a:pt x="6" y="36"/>
                  </a:lnTo>
                  <a:lnTo>
                    <a:pt x="8" y="35"/>
                  </a:lnTo>
                  <a:lnTo>
                    <a:pt x="9" y="33"/>
                  </a:lnTo>
                  <a:lnTo>
                    <a:pt x="9" y="4"/>
                  </a:lnTo>
                  <a:lnTo>
                    <a:pt x="8" y="3"/>
                  </a:lnTo>
                  <a:lnTo>
                    <a:pt x="6" y="2"/>
                  </a:lnTo>
                  <a:lnTo>
                    <a:pt x="5" y="0"/>
                  </a:lnTo>
                  <a:lnTo>
                    <a:pt x="3" y="2"/>
                  </a:lnTo>
                  <a:lnTo>
                    <a:pt x="2" y="3"/>
                  </a:lnTo>
                  <a:lnTo>
                    <a:pt x="0" y="4"/>
                  </a:lnTo>
                  <a:lnTo>
                    <a:pt x="0" y="6"/>
                  </a:lnTo>
                  <a:lnTo>
                    <a:pt x="0" y="35"/>
                  </a:lnTo>
                  <a:close/>
                </a:path>
              </a:pathLst>
            </a:custGeom>
            <a:solidFill>
              <a:srgbClr val="000000">
                <a:alpha val="100000"/>
              </a:srgbClr>
            </a:solidFill>
            <a:ln w="9525">
              <a:noFill/>
            </a:ln>
          </p:spPr>
          <p:txBody>
            <a:bodyPr/>
            <a:p>
              <a:endParaRPr lang="zh-CN" altLang="en-US"/>
            </a:p>
          </p:txBody>
        </p:sp>
      </p:grpSp>
      <p:sp>
        <p:nvSpPr>
          <p:cNvPr id="86071" name="Rectangle 188"/>
          <p:cNvSpPr/>
          <p:nvPr/>
        </p:nvSpPr>
        <p:spPr>
          <a:xfrm>
            <a:off x="3459163" y="3357563"/>
            <a:ext cx="4641850" cy="477837"/>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6072" name="Rectangle 189"/>
          <p:cNvSpPr/>
          <p:nvPr/>
        </p:nvSpPr>
        <p:spPr>
          <a:xfrm>
            <a:off x="3430588" y="354012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86073" name="Rectangle 190"/>
          <p:cNvSpPr/>
          <p:nvPr/>
        </p:nvSpPr>
        <p:spPr>
          <a:xfrm>
            <a:off x="4032250" y="354012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6074" name="Rectangle 191"/>
          <p:cNvSpPr/>
          <p:nvPr/>
        </p:nvSpPr>
        <p:spPr>
          <a:xfrm>
            <a:off x="4706938" y="354012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86075" name="Rectangle 192"/>
          <p:cNvSpPr/>
          <p:nvPr/>
        </p:nvSpPr>
        <p:spPr>
          <a:xfrm>
            <a:off x="5337175" y="354012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6076" name="Rectangle 193"/>
          <p:cNvSpPr/>
          <p:nvPr/>
        </p:nvSpPr>
        <p:spPr>
          <a:xfrm>
            <a:off x="5842000" y="36449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86077" name="Rectangle 194"/>
          <p:cNvSpPr/>
          <p:nvPr/>
        </p:nvSpPr>
        <p:spPr>
          <a:xfrm>
            <a:off x="6584950" y="354012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6078" name="Rectangle 195"/>
          <p:cNvSpPr/>
          <p:nvPr/>
        </p:nvSpPr>
        <p:spPr>
          <a:xfrm>
            <a:off x="7126288" y="354012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86079" name="Rectangle 196"/>
          <p:cNvSpPr/>
          <p:nvPr/>
        </p:nvSpPr>
        <p:spPr>
          <a:xfrm>
            <a:off x="7667625" y="354012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6080" name="Line 197"/>
          <p:cNvSpPr/>
          <p:nvPr/>
        </p:nvSpPr>
        <p:spPr>
          <a:xfrm>
            <a:off x="971550" y="3516313"/>
            <a:ext cx="3600450" cy="1587"/>
          </a:xfrm>
          <a:prstGeom prst="line">
            <a:avLst/>
          </a:prstGeom>
          <a:ln w="14288" cap="flat" cmpd="sng">
            <a:solidFill>
              <a:srgbClr val="000000"/>
            </a:solidFill>
            <a:prstDash val="solid"/>
            <a:headEnd type="none" w="med" len="med"/>
            <a:tailEnd type="none" w="med" len="med"/>
          </a:ln>
        </p:spPr>
      </p:sp>
      <p:grpSp>
        <p:nvGrpSpPr>
          <p:cNvPr id="86081" name="Group 198"/>
          <p:cNvGrpSpPr/>
          <p:nvPr/>
        </p:nvGrpSpPr>
        <p:grpSpPr>
          <a:xfrm>
            <a:off x="1042988" y="3825875"/>
            <a:ext cx="714375" cy="14288"/>
            <a:chOff x="973" y="2832"/>
            <a:chExt cx="450" cy="9"/>
          </a:xfrm>
        </p:grpSpPr>
        <p:sp>
          <p:nvSpPr>
            <p:cNvPr id="86134" name="Freeform 199"/>
            <p:cNvSpPr/>
            <p:nvPr/>
          </p:nvSpPr>
          <p:spPr>
            <a:xfrm>
              <a:off x="973" y="2832"/>
              <a:ext cx="43" cy="9"/>
            </a:xfrm>
            <a:custGeom>
              <a:avLst/>
              <a:gdLst/>
              <a:ahLst/>
              <a:cxnLst>
                <a:cxn ang="0">
                  <a:pos x="5" y="0"/>
                </a:cxn>
                <a:cxn ang="0">
                  <a:pos x="4" y="0"/>
                </a:cxn>
                <a:cxn ang="0">
                  <a:pos x="2" y="2"/>
                </a:cxn>
                <a:cxn ang="0">
                  <a:pos x="1" y="3"/>
                </a:cxn>
                <a:cxn ang="0">
                  <a:pos x="0" y="5"/>
                </a:cxn>
                <a:cxn ang="0">
                  <a:pos x="1" y="6"/>
                </a:cxn>
                <a:cxn ang="0">
                  <a:pos x="2" y="8"/>
                </a:cxn>
                <a:cxn ang="0">
                  <a:pos x="4" y="9"/>
                </a:cxn>
                <a:cxn ang="0">
                  <a:pos x="37" y="9"/>
                </a:cxn>
                <a:cxn ang="0">
                  <a:pos x="39" y="9"/>
                </a:cxn>
                <a:cxn ang="0">
                  <a:pos x="40" y="9"/>
                </a:cxn>
                <a:cxn ang="0">
                  <a:pos x="41" y="8"/>
                </a:cxn>
                <a:cxn ang="0">
                  <a:pos x="43" y="6"/>
                </a:cxn>
                <a:cxn ang="0">
                  <a:pos x="43" y="5"/>
                </a:cxn>
                <a:cxn ang="0">
                  <a:pos x="41" y="3"/>
                </a:cxn>
                <a:cxn ang="0">
                  <a:pos x="40" y="2"/>
                </a:cxn>
                <a:cxn ang="0">
                  <a:pos x="39" y="0"/>
                </a:cxn>
                <a:cxn ang="0">
                  <a:pos x="5" y="0"/>
                </a:cxn>
              </a:cxnLst>
              <a:pathLst>
                <a:path w="43" h="9">
                  <a:moveTo>
                    <a:pt x="5" y="0"/>
                  </a:moveTo>
                  <a:lnTo>
                    <a:pt x="4" y="0"/>
                  </a:lnTo>
                  <a:lnTo>
                    <a:pt x="2" y="2"/>
                  </a:lnTo>
                  <a:lnTo>
                    <a:pt x="1" y="3"/>
                  </a:lnTo>
                  <a:lnTo>
                    <a:pt x="0" y="5"/>
                  </a:lnTo>
                  <a:lnTo>
                    <a:pt x="1" y="6"/>
                  </a:lnTo>
                  <a:lnTo>
                    <a:pt x="2" y="8"/>
                  </a:lnTo>
                  <a:lnTo>
                    <a:pt x="4" y="9"/>
                  </a:lnTo>
                  <a:lnTo>
                    <a:pt x="37" y="9"/>
                  </a:lnTo>
                  <a:lnTo>
                    <a:pt x="39" y="9"/>
                  </a:lnTo>
                  <a:lnTo>
                    <a:pt x="40" y="9"/>
                  </a:lnTo>
                  <a:lnTo>
                    <a:pt x="41" y="8"/>
                  </a:lnTo>
                  <a:lnTo>
                    <a:pt x="43" y="6"/>
                  </a:lnTo>
                  <a:lnTo>
                    <a:pt x="43" y="5"/>
                  </a:lnTo>
                  <a:lnTo>
                    <a:pt x="41" y="3"/>
                  </a:lnTo>
                  <a:lnTo>
                    <a:pt x="40" y="2"/>
                  </a:lnTo>
                  <a:lnTo>
                    <a:pt x="39" y="0"/>
                  </a:lnTo>
                  <a:lnTo>
                    <a:pt x="5" y="0"/>
                  </a:lnTo>
                  <a:close/>
                </a:path>
              </a:pathLst>
            </a:custGeom>
            <a:solidFill>
              <a:srgbClr val="000000">
                <a:alpha val="100000"/>
              </a:srgbClr>
            </a:solidFill>
            <a:ln w="9525">
              <a:noFill/>
            </a:ln>
          </p:spPr>
          <p:txBody>
            <a:bodyPr/>
            <a:p>
              <a:endParaRPr lang="zh-CN" altLang="en-US"/>
            </a:p>
          </p:txBody>
        </p:sp>
        <p:sp>
          <p:nvSpPr>
            <p:cNvPr id="86135" name="Freeform 200"/>
            <p:cNvSpPr/>
            <p:nvPr/>
          </p:nvSpPr>
          <p:spPr>
            <a:xfrm>
              <a:off x="1033" y="2832"/>
              <a:ext cx="44"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8" y="9"/>
                </a:cxn>
                <a:cxn ang="0">
                  <a:pos x="39" y="9"/>
                </a:cxn>
                <a:cxn ang="0">
                  <a:pos x="41" y="9"/>
                </a:cxn>
                <a:cxn ang="0">
                  <a:pos x="42" y="8"/>
                </a:cxn>
                <a:cxn ang="0">
                  <a:pos x="44" y="6"/>
                </a:cxn>
                <a:cxn ang="0">
                  <a:pos x="44" y="5"/>
                </a:cxn>
                <a:cxn ang="0">
                  <a:pos x="42" y="3"/>
                </a:cxn>
                <a:cxn ang="0">
                  <a:pos x="41" y="2"/>
                </a:cxn>
                <a:cxn ang="0">
                  <a:pos x="39" y="0"/>
                </a:cxn>
                <a:cxn ang="0">
                  <a:pos x="5" y="0"/>
                </a:cxn>
              </a:cxnLst>
              <a:pathLst>
                <a:path w="44" h="9">
                  <a:moveTo>
                    <a:pt x="5" y="0"/>
                  </a:moveTo>
                  <a:lnTo>
                    <a:pt x="3" y="0"/>
                  </a:lnTo>
                  <a:lnTo>
                    <a:pt x="2" y="2"/>
                  </a:lnTo>
                  <a:lnTo>
                    <a:pt x="0" y="3"/>
                  </a:lnTo>
                  <a:lnTo>
                    <a:pt x="0" y="5"/>
                  </a:lnTo>
                  <a:lnTo>
                    <a:pt x="0" y="6"/>
                  </a:lnTo>
                  <a:lnTo>
                    <a:pt x="0" y="8"/>
                  </a:lnTo>
                  <a:lnTo>
                    <a:pt x="2" y="9"/>
                  </a:lnTo>
                  <a:lnTo>
                    <a:pt x="3" y="9"/>
                  </a:lnTo>
                  <a:lnTo>
                    <a:pt x="38" y="9"/>
                  </a:lnTo>
                  <a:lnTo>
                    <a:pt x="39" y="9"/>
                  </a:lnTo>
                  <a:lnTo>
                    <a:pt x="41" y="9"/>
                  </a:lnTo>
                  <a:lnTo>
                    <a:pt x="42" y="8"/>
                  </a:lnTo>
                  <a:lnTo>
                    <a:pt x="44" y="6"/>
                  </a:lnTo>
                  <a:lnTo>
                    <a:pt x="44" y="5"/>
                  </a:lnTo>
                  <a:lnTo>
                    <a:pt x="42" y="3"/>
                  </a:lnTo>
                  <a:lnTo>
                    <a:pt x="41" y="2"/>
                  </a:lnTo>
                  <a:lnTo>
                    <a:pt x="39" y="0"/>
                  </a:lnTo>
                  <a:lnTo>
                    <a:pt x="5" y="0"/>
                  </a:lnTo>
                  <a:close/>
                </a:path>
              </a:pathLst>
            </a:custGeom>
            <a:solidFill>
              <a:srgbClr val="000000">
                <a:alpha val="100000"/>
              </a:srgbClr>
            </a:solidFill>
            <a:ln w="9525">
              <a:noFill/>
            </a:ln>
          </p:spPr>
          <p:txBody>
            <a:bodyPr/>
            <a:p>
              <a:endParaRPr lang="zh-CN" altLang="en-US"/>
            </a:p>
          </p:txBody>
        </p:sp>
        <p:sp>
          <p:nvSpPr>
            <p:cNvPr id="86136" name="Freeform 201"/>
            <p:cNvSpPr/>
            <p:nvPr/>
          </p:nvSpPr>
          <p:spPr>
            <a:xfrm>
              <a:off x="1094" y="2832"/>
              <a:ext cx="43"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7" y="9"/>
                </a:cxn>
                <a:cxn ang="0">
                  <a:pos x="39" y="9"/>
                </a:cxn>
                <a:cxn ang="0">
                  <a:pos x="40" y="9"/>
                </a:cxn>
                <a:cxn ang="0">
                  <a:pos x="42" y="8"/>
                </a:cxn>
                <a:cxn ang="0">
                  <a:pos x="43" y="6"/>
                </a:cxn>
                <a:cxn ang="0">
                  <a:pos x="43" y="5"/>
                </a:cxn>
                <a:cxn ang="0">
                  <a:pos x="42" y="3"/>
                </a:cxn>
                <a:cxn ang="0">
                  <a:pos x="40" y="2"/>
                </a:cxn>
                <a:cxn ang="0">
                  <a:pos x="39" y="0"/>
                </a:cxn>
                <a:cxn ang="0">
                  <a:pos x="4" y="0"/>
                </a:cxn>
              </a:cxnLst>
              <a:pathLst>
                <a:path w="43" h="9">
                  <a:moveTo>
                    <a:pt x="4" y="0"/>
                  </a:moveTo>
                  <a:lnTo>
                    <a:pt x="3" y="0"/>
                  </a:lnTo>
                  <a:lnTo>
                    <a:pt x="1" y="2"/>
                  </a:lnTo>
                  <a:lnTo>
                    <a:pt x="0" y="3"/>
                  </a:lnTo>
                  <a:lnTo>
                    <a:pt x="0" y="5"/>
                  </a:lnTo>
                  <a:lnTo>
                    <a:pt x="0" y="6"/>
                  </a:lnTo>
                  <a:lnTo>
                    <a:pt x="0" y="8"/>
                  </a:lnTo>
                  <a:lnTo>
                    <a:pt x="1" y="9"/>
                  </a:lnTo>
                  <a:lnTo>
                    <a:pt x="3" y="9"/>
                  </a:lnTo>
                  <a:lnTo>
                    <a:pt x="37" y="9"/>
                  </a:lnTo>
                  <a:lnTo>
                    <a:pt x="39" y="9"/>
                  </a:lnTo>
                  <a:lnTo>
                    <a:pt x="40" y="9"/>
                  </a:lnTo>
                  <a:lnTo>
                    <a:pt x="42" y="8"/>
                  </a:lnTo>
                  <a:lnTo>
                    <a:pt x="43" y="6"/>
                  </a:lnTo>
                  <a:lnTo>
                    <a:pt x="43" y="5"/>
                  </a:lnTo>
                  <a:lnTo>
                    <a:pt x="42" y="3"/>
                  </a:lnTo>
                  <a:lnTo>
                    <a:pt x="40" y="2"/>
                  </a:lnTo>
                  <a:lnTo>
                    <a:pt x="39" y="0"/>
                  </a:lnTo>
                  <a:lnTo>
                    <a:pt x="4" y="0"/>
                  </a:lnTo>
                  <a:close/>
                </a:path>
              </a:pathLst>
            </a:custGeom>
            <a:solidFill>
              <a:srgbClr val="000000">
                <a:alpha val="100000"/>
              </a:srgbClr>
            </a:solidFill>
            <a:ln w="9525">
              <a:noFill/>
            </a:ln>
          </p:spPr>
          <p:txBody>
            <a:bodyPr/>
            <a:p>
              <a:endParaRPr lang="zh-CN" altLang="en-US"/>
            </a:p>
          </p:txBody>
        </p:sp>
        <p:sp>
          <p:nvSpPr>
            <p:cNvPr id="86137" name="Freeform 202"/>
            <p:cNvSpPr/>
            <p:nvPr/>
          </p:nvSpPr>
          <p:spPr>
            <a:xfrm>
              <a:off x="1154" y="2832"/>
              <a:ext cx="44"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8" y="9"/>
                </a:cxn>
                <a:cxn ang="0">
                  <a:pos x="39" y="9"/>
                </a:cxn>
                <a:cxn ang="0">
                  <a:pos x="41" y="9"/>
                </a:cxn>
                <a:cxn ang="0">
                  <a:pos x="42" y="8"/>
                </a:cxn>
                <a:cxn ang="0">
                  <a:pos x="44" y="6"/>
                </a:cxn>
                <a:cxn ang="0">
                  <a:pos x="44" y="5"/>
                </a:cxn>
                <a:cxn ang="0">
                  <a:pos x="42" y="3"/>
                </a:cxn>
                <a:cxn ang="0">
                  <a:pos x="41" y="2"/>
                </a:cxn>
                <a:cxn ang="0">
                  <a:pos x="39" y="0"/>
                </a:cxn>
                <a:cxn ang="0">
                  <a:pos x="5" y="0"/>
                </a:cxn>
              </a:cxnLst>
              <a:pathLst>
                <a:path w="44" h="9">
                  <a:moveTo>
                    <a:pt x="5" y="0"/>
                  </a:moveTo>
                  <a:lnTo>
                    <a:pt x="3" y="0"/>
                  </a:lnTo>
                  <a:lnTo>
                    <a:pt x="2" y="2"/>
                  </a:lnTo>
                  <a:lnTo>
                    <a:pt x="0" y="3"/>
                  </a:lnTo>
                  <a:lnTo>
                    <a:pt x="0" y="5"/>
                  </a:lnTo>
                  <a:lnTo>
                    <a:pt x="0" y="6"/>
                  </a:lnTo>
                  <a:lnTo>
                    <a:pt x="0" y="8"/>
                  </a:lnTo>
                  <a:lnTo>
                    <a:pt x="2" y="9"/>
                  </a:lnTo>
                  <a:lnTo>
                    <a:pt x="3" y="9"/>
                  </a:lnTo>
                  <a:lnTo>
                    <a:pt x="38" y="9"/>
                  </a:lnTo>
                  <a:lnTo>
                    <a:pt x="39" y="9"/>
                  </a:lnTo>
                  <a:lnTo>
                    <a:pt x="41" y="9"/>
                  </a:lnTo>
                  <a:lnTo>
                    <a:pt x="42" y="8"/>
                  </a:lnTo>
                  <a:lnTo>
                    <a:pt x="44" y="6"/>
                  </a:lnTo>
                  <a:lnTo>
                    <a:pt x="44" y="5"/>
                  </a:lnTo>
                  <a:lnTo>
                    <a:pt x="42" y="3"/>
                  </a:lnTo>
                  <a:lnTo>
                    <a:pt x="41" y="2"/>
                  </a:lnTo>
                  <a:lnTo>
                    <a:pt x="39" y="0"/>
                  </a:lnTo>
                  <a:lnTo>
                    <a:pt x="5" y="0"/>
                  </a:lnTo>
                  <a:close/>
                </a:path>
              </a:pathLst>
            </a:custGeom>
            <a:solidFill>
              <a:srgbClr val="000000">
                <a:alpha val="100000"/>
              </a:srgbClr>
            </a:solidFill>
            <a:ln w="9525">
              <a:noFill/>
            </a:ln>
          </p:spPr>
          <p:txBody>
            <a:bodyPr/>
            <a:p>
              <a:endParaRPr lang="zh-CN" altLang="en-US"/>
            </a:p>
          </p:txBody>
        </p:sp>
        <p:sp>
          <p:nvSpPr>
            <p:cNvPr id="86138" name="Freeform 203"/>
            <p:cNvSpPr/>
            <p:nvPr/>
          </p:nvSpPr>
          <p:spPr>
            <a:xfrm>
              <a:off x="1215" y="2832"/>
              <a:ext cx="43" cy="9"/>
            </a:xfrm>
            <a:custGeom>
              <a:avLst/>
              <a:gdLst/>
              <a:ahLst/>
              <a:cxnLst>
                <a:cxn ang="0">
                  <a:pos x="4" y="0"/>
                </a:cxn>
                <a:cxn ang="0">
                  <a:pos x="3" y="0"/>
                </a:cxn>
                <a:cxn ang="0">
                  <a:pos x="2" y="2"/>
                </a:cxn>
                <a:cxn ang="0">
                  <a:pos x="0" y="3"/>
                </a:cxn>
                <a:cxn ang="0">
                  <a:pos x="0" y="5"/>
                </a:cxn>
                <a:cxn ang="0">
                  <a:pos x="0" y="6"/>
                </a:cxn>
                <a:cxn ang="0">
                  <a:pos x="0" y="8"/>
                </a:cxn>
                <a:cxn ang="0">
                  <a:pos x="2" y="9"/>
                </a:cxn>
                <a:cxn ang="0">
                  <a:pos x="3" y="9"/>
                </a:cxn>
                <a:cxn ang="0">
                  <a:pos x="38" y="9"/>
                </a:cxn>
                <a:cxn ang="0">
                  <a:pos x="39" y="9"/>
                </a:cxn>
                <a:cxn ang="0">
                  <a:pos x="41" y="9"/>
                </a:cxn>
                <a:cxn ang="0">
                  <a:pos x="42" y="8"/>
                </a:cxn>
                <a:cxn ang="0">
                  <a:pos x="43" y="6"/>
                </a:cxn>
                <a:cxn ang="0">
                  <a:pos x="43" y="5"/>
                </a:cxn>
                <a:cxn ang="0">
                  <a:pos x="42" y="3"/>
                </a:cxn>
                <a:cxn ang="0">
                  <a:pos x="41" y="2"/>
                </a:cxn>
                <a:cxn ang="0">
                  <a:pos x="39" y="0"/>
                </a:cxn>
                <a:cxn ang="0">
                  <a:pos x="4" y="0"/>
                </a:cxn>
              </a:cxnLst>
              <a:pathLst>
                <a:path w="43" h="9">
                  <a:moveTo>
                    <a:pt x="4" y="0"/>
                  </a:moveTo>
                  <a:lnTo>
                    <a:pt x="3" y="0"/>
                  </a:lnTo>
                  <a:lnTo>
                    <a:pt x="2" y="2"/>
                  </a:lnTo>
                  <a:lnTo>
                    <a:pt x="0" y="3"/>
                  </a:lnTo>
                  <a:lnTo>
                    <a:pt x="0" y="5"/>
                  </a:lnTo>
                  <a:lnTo>
                    <a:pt x="0" y="6"/>
                  </a:lnTo>
                  <a:lnTo>
                    <a:pt x="0" y="8"/>
                  </a:lnTo>
                  <a:lnTo>
                    <a:pt x="2" y="9"/>
                  </a:lnTo>
                  <a:lnTo>
                    <a:pt x="3" y="9"/>
                  </a:lnTo>
                  <a:lnTo>
                    <a:pt x="38" y="9"/>
                  </a:lnTo>
                  <a:lnTo>
                    <a:pt x="39" y="9"/>
                  </a:lnTo>
                  <a:lnTo>
                    <a:pt x="41" y="9"/>
                  </a:lnTo>
                  <a:lnTo>
                    <a:pt x="42" y="8"/>
                  </a:lnTo>
                  <a:lnTo>
                    <a:pt x="43" y="6"/>
                  </a:lnTo>
                  <a:lnTo>
                    <a:pt x="43" y="5"/>
                  </a:lnTo>
                  <a:lnTo>
                    <a:pt x="42" y="3"/>
                  </a:lnTo>
                  <a:lnTo>
                    <a:pt x="41" y="2"/>
                  </a:lnTo>
                  <a:lnTo>
                    <a:pt x="39" y="0"/>
                  </a:lnTo>
                  <a:lnTo>
                    <a:pt x="4" y="0"/>
                  </a:lnTo>
                  <a:close/>
                </a:path>
              </a:pathLst>
            </a:custGeom>
            <a:solidFill>
              <a:srgbClr val="000000">
                <a:alpha val="100000"/>
              </a:srgbClr>
            </a:solidFill>
            <a:ln w="9525">
              <a:noFill/>
            </a:ln>
          </p:spPr>
          <p:txBody>
            <a:bodyPr/>
            <a:p>
              <a:endParaRPr lang="zh-CN" altLang="en-US"/>
            </a:p>
          </p:txBody>
        </p:sp>
        <p:sp>
          <p:nvSpPr>
            <p:cNvPr id="86139" name="Freeform 204"/>
            <p:cNvSpPr/>
            <p:nvPr/>
          </p:nvSpPr>
          <p:spPr>
            <a:xfrm>
              <a:off x="1276" y="2832"/>
              <a:ext cx="43"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7" y="9"/>
                </a:cxn>
                <a:cxn ang="0">
                  <a:pos x="39" y="9"/>
                </a:cxn>
                <a:cxn ang="0">
                  <a:pos x="40" y="9"/>
                </a:cxn>
                <a:cxn ang="0">
                  <a:pos x="42" y="8"/>
                </a:cxn>
                <a:cxn ang="0">
                  <a:pos x="43" y="6"/>
                </a:cxn>
                <a:cxn ang="0">
                  <a:pos x="43" y="5"/>
                </a:cxn>
                <a:cxn ang="0">
                  <a:pos x="42" y="3"/>
                </a:cxn>
                <a:cxn ang="0">
                  <a:pos x="40" y="2"/>
                </a:cxn>
                <a:cxn ang="0">
                  <a:pos x="39" y="0"/>
                </a:cxn>
                <a:cxn ang="0">
                  <a:pos x="4" y="0"/>
                </a:cxn>
              </a:cxnLst>
              <a:pathLst>
                <a:path w="43" h="9">
                  <a:moveTo>
                    <a:pt x="4" y="0"/>
                  </a:moveTo>
                  <a:lnTo>
                    <a:pt x="3" y="0"/>
                  </a:lnTo>
                  <a:lnTo>
                    <a:pt x="1" y="2"/>
                  </a:lnTo>
                  <a:lnTo>
                    <a:pt x="0" y="3"/>
                  </a:lnTo>
                  <a:lnTo>
                    <a:pt x="0" y="5"/>
                  </a:lnTo>
                  <a:lnTo>
                    <a:pt x="0" y="6"/>
                  </a:lnTo>
                  <a:lnTo>
                    <a:pt x="0" y="8"/>
                  </a:lnTo>
                  <a:lnTo>
                    <a:pt x="1" y="9"/>
                  </a:lnTo>
                  <a:lnTo>
                    <a:pt x="3" y="9"/>
                  </a:lnTo>
                  <a:lnTo>
                    <a:pt x="37" y="9"/>
                  </a:lnTo>
                  <a:lnTo>
                    <a:pt x="39" y="9"/>
                  </a:lnTo>
                  <a:lnTo>
                    <a:pt x="40" y="9"/>
                  </a:lnTo>
                  <a:lnTo>
                    <a:pt x="42" y="8"/>
                  </a:lnTo>
                  <a:lnTo>
                    <a:pt x="43" y="6"/>
                  </a:lnTo>
                  <a:lnTo>
                    <a:pt x="43" y="5"/>
                  </a:lnTo>
                  <a:lnTo>
                    <a:pt x="42" y="3"/>
                  </a:lnTo>
                  <a:lnTo>
                    <a:pt x="40" y="2"/>
                  </a:lnTo>
                  <a:lnTo>
                    <a:pt x="39" y="0"/>
                  </a:lnTo>
                  <a:lnTo>
                    <a:pt x="4" y="0"/>
                  </a:lnTo>
                  <a:close/>
                </a:path>
              </a:pathLst>
            </a:custGeom>
            <a:solidFill>
              <a:srgbClr val="000000">
                <a:alpha val="100000"/>
              </a:srgbClr>
            </a:solidFill>
            <a:ln w="9525">
              <a:noFill/>
            </a:ln>
          </p:spPr>
          <p:txBody>
            <a:bodyPr/>
            <a:p>
              <a:endParaRPr lang="zh-CN" altLang="en-US"/>
            </a:p>
          </p:txBody>
        </p:sp>
        <p:sp>
          <p:nvSpPr>
            <p:cNvPr id="86140" name="Freeform 205"/>
            <p:cNvSpPr/>
            <p:nvPr/>
          </p:nvSpPr>
          <p:spPr>
            <a:xfrm>
              <a:off x="1336" y="2832"/>
              <a:ext cx="44"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8" y="9"/>
                </a:cxn>
                <a:cxn ang="0">
                  <a:pos x="39" y="9"/>
                </a:cxn>
                <a:cxn ang="0">
                  <a:pos x="41" y="9"/>
                </a:cxn>
                <a:cxn ang="0">
                  <a:pos x="42" y="8"/>
                </a:cxn>
                <a:cxn ang="0">
                  <a:pos x="44" y="6"/>
                </a:cxn>
                <a:cxn ang="0">
                  <a:pos x="44" y="5"/>
                </a:cxn>
                <a:cxn ang="0">
                  <a:pos x="42" y="3"/>
                </a:cxn>
                <a:cxn ang="0">
                  <a:pos x="41" y="2"/>
                </a:cxn>
                <a:cxn ang="0">
                  <a:pos x="39" y="0"/>
                </a:cxn>
                <a:cxn ang="0">
                  <a:pos x="5" y="0"/>
                </a:cxn>
              </a:cxnLst>
              <a:pathLst>
                <a:path w="44" h="9">
                  <a:moveTo>
                    <a:pt x="5" y="0"/>
                  </a:moveTo>
                  <a:lnTo>
                    <a:pt x="3" y="0"/>
                  </a:lnTo>
                  <a:lnTo>
                    <a:pt x="2" y="2"/>
                  </a:lnTo>
                  <a:lnTo>
                    <a:pt x="0" y="3"/>
                  </a:lnTo>
                  <a:lnTo>
                    <a:pt x="0" y="5"/>
                  </a:lnTo>
                  <a:lnTo>
                    <a:pt x="0" y="6"/>
                  </a:lnTo>
                  <a:lnTo>
                    <a:pt x="0" y="8"/>
                  </a:lnTo>
                  <a:lnTo>
                    <a:pt x="2" y="9"/>
                  </a:lnTo>
                  <a:lnTo>
                    <a:pt x="3" y="9"/>
                  </a:lnTo>
                  <a:lnTo>
                    <a:pt x="38" y="9"/>
                  </a:lnTo>
                  <a:lnTo>
                    <a:pt x="39" y="9"/>
                  </a:lnTo>
                  <a:lnTo>
                    <a:pt x="41" y="9"/>
                  </a:lnTo>
                  <a:lnTo>
                    <a:pt x="42" y="8"/>
                  </a:lnTo>
                  <a:lnTo>
                    <a:pt x="44" y="6"/>
                  </a:lnTo>
                  <a:lnTo>
                    <a:pt x="44" y="5"/>
                  </a:lnTo>
                  <a:lnTo>
                    <a:pt x="42" y="3"/>
                  </a:lnTo>
                  <a:lnTo>
                    <a:pt x="41" y="2"/>
                  </a:lnTo>
                  <a:lnTo>
                    <a:pt x="39" y="0"/>
                  </a:lnTo>
                  <a:lnTo>
                    <a:pt x="5" y="0"/>
                  </a:lnTo>
                  <a:close/>
                </a:path>
              </a:pathLst>
            </a:custGeom>
            <a:solidFill>
              <a:srgbClr val="000000">
                <a:alpha val="100000"/>
              </a:srgbClr>
            </a:solidFill>
            <a:ln w="9525">
              <a:noFill/>
            </a:ln>
          </p:spPr>
          <p:txBody>
            <a:bodyPr/>
            <a:p>
              <a:endParaRPr lang="zh-CN" altLang="en-US"/>
            </a:p>
          </p:txBody>
        </p:sp>
        <p:sp>
          <p:nvSpPr>
            <p:cNvPr id="86141" name="Freeform 206"/>
            <p:cNvSpPr/>
            <p:nvPr/>
          </p:nvSpPr>
          <p:spPr>
            <a:xfrm>
              <a:off x="1397" y="2832"/>
              <a:ext cx="26"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22" y="9"/>
                </a:cxn>
                <a:cxn ang="0">
                  <a:pos x="23" y="8"/>
                </a:cxn>
                <a:cxn ang="0">
                  <a:pos x="25" y="6"/>
                </a:cxn>
                <a:cxn ang="0">
                  <a:pos x="26" y="5"/>
                </a:cxn>
                <a:cxn ang="0">
                  <a:pos x="25" y="3"/>
                </a:cxn>
                <a:cxn ang="0">
                  <a:pos x="23" y="2"/>
                </a:cxn>
                <a:cxn ang="0">
                  <a:pos x="23" y="0"/>
                </a:cxn>
                <a:cxn ang="0">
                  <a:pos x="4" y="0"/>
                </a:cxn>
              </a:cxnLst>
              <a:pathLst>
                <a:path w="26" h="9">
                  <a:moveTo>
                    <a:pt x="4" y="0"/>
                  </a:moveTo>
                  <a:lnTo>
                    <a:pt x="3" y="0"/>
                  </a:lnTo>
                  <a:lnTo>
                    <a:pt x="1" y="2"/>
                  </a:lnTo>
                  <a:lnTo>
                    <a:pt x="0" y="3"/>
                  </a:lnTo>
                  <a:lnTo>
                    <a:pt x="0" y="5"/>
                  </a:lnTo>
                  <a:lnTo>
                    <a:pt x="0" y="6"/>
                  </a:lnTo>
                  <a:lnTo>
                    <a:pt x="0" y="8"/>
                  </a:lnTo>
                  <a:lnTo>
                    <a:pt x="1" y="9"/>
                  </a:lnTo>
                  <a:lnTo>
                    <a:pt x="3" y="9"/>
                  </a:lnTo>
                  <a:lnTo>
                    <a:pt x="22" y="9"/>
                  </a:lnTo>
                  <a:lnTo>
                    <a:pt x="23" y="8"/>
                  </a:lnTo>
                  <a:lnTo>
                    <a:pt x="25" y="6"/>
                  </a:lnTo>
                  <a:lnTo>
                    <a:pt x="26" y="5"/>
                  </a:lnTo>
                  <a:lnTo>
                    <a:pt x="25" y="3"/>
                  </a:lnTo>
                  <a:lnTo>
                    <a:pt x="23" y="2"/>
                  </a:lnTo>
                  <a:lnTo>
                    <a:pt x="23" y="0"/>
                  </a:lnTo>
                  <a:lnTo>
                    <a:pt x="4" y="0"/>
                  </a:lnTo>
                  <a:close/>
                </a:path>
              </a:pathLst>
            </a:custGeom>
            <a:solidFill>
              <a:srgbClr val="000000">
                <a:alpha val="100000"/>
              </a:srgbClr>
            </a:solidFill>
            <a:ln w="9525">
              <a:noFill/>
            </a:ln>
          </p:spPr>
          <p:txBody>
            <a:bodyPr/>
            <a:p>
              <a:endParaRPr lang="zh-CN" altLang="en-US"/>
            </a:p>
          </p:txBody>
        </p:sp>
      </p:grpSp>
      <p:grpSp>
        <p:nvGrpSpPr>
          <p:cNvPr id="86082" name="Group 207"/>
          <p:cNvGrpSpPr/>
          <p:nvPr/>
        </p:nvGrpSpPr>
        <p:grpSpPr>
          <a:xfrm>
            <a:off x="1743075" y="3509963"/>
            <a:ext cx="114300" cy="330200"/>
            <a:chOff x="1414" y="2633"/>
            <a:chExt cx="72" cy="208"/>
          </a:xfrm>
        </p:grpSpPr>
        <p:sp>
          <p:nvSpPr>
            <p:cNvPr id="86130" name="Freeform 208"/>
            <p:cNvSpPr/>
            <p:nvPr/>
          </p:nvSpPr>
          <p:spPr>
            <a:xfrm>
              <a:off x="1414" y="2799"/>
              <a:ext cx="19" cy="42"/>
            </a:xfrm>
            <a:custGeom>
              <a:avLst/>
              <a:gdLst/>
              <a:ahLst/>
              <a:cxnLst>
                <a:cxn ang="0">
                  <a:pos x="0" y="38"/>
                </a:cxn>
                <a:cxn ang="0">
                  <a:pos x="0" y="38"/>
                </a:cxn>
                <a:cxn ang="0">
                  <a:pos x="2" y="39"/>
                </a:cxn>
                <a:cxn ang="0">
                  <a:pos x="3" y="41"/>
                </a:cxn>
                <a:cxn ang="0">
                  <a:pos x="5" y="42"/>
                </a:cxn>
                <a:cxn ang="0">
                  <a:pos x="6" y="41"/>
                </a:cxn>
                <a:cxn ang="0">
                  <a:pos x="8" y="39"/>
                </a:cxn>
                <a:cxn ang="0">
                  <a:pos x="9" y="39"/>
                </a:cxn>
                <a:cxn ang="0">
                  <a:pos x="19" y="6"/>
                </a:cxn>
                <a:cxn ang="0">
                  <a:pos x="19" y="5"/>
                </a:cxn>
                <a:cxn ang="0">
                  <a:pos x="19" y="3"/>
                </a:cxn>
                <a:cxn ang="0">
                  <a:pos x="18" y="2"/>
                </a:cxn>
                <a:cxn ang="0">
                  <a:pos x="16" y="0"/>
                </a:cxn>
                <a:cxn ang="0">
                  <a:pos x="15" y="0"/>
                </a:cxn>
                <a:cxn ang="0">
                  <a:pos x="13" y="2"/>
                </a:cxn>
                <a:cxn ang="0">
                  <a:pos x="12" y="3"/>
                </a:cxn>
                <a:cxn ang="0">
                  <a:pos x="10" y="5"/>
                </a:cxn>
                <a:cxn ang="0">
                  <a:pos x="0" y="38"/>
                </a:cxn>
              </a:cxnLst>
              <a:pathLst>
                <a:path w="19" h="42">
                  <a:moveTo>
                    <a:pt x="0" y="38"/>
                  </a:moveTo>
                  <a:lnTo>
                    <a:pt x="0" y="38"/>
                  </a:lnTo>
                  <a:lnTo>
                    <a:pt x="2" y="39"/>
                  </a:lnTo>
                  <a:lnTo>
                    <a:pt x="3" y="41"/>
                  </a:lnTo>
                  <a:lnTo>
                    <a:pt x="5" y="42"/>
                  </a:lnTo>
                  <a:lnTo>
                    <a:pt x="6" y="41"/>
                  </a:lnTo>
                  <a:lnTo>
                    <a:pt x="8" y="39"/>
                  </a:lnTo>
                  <a:lnTo>
                    <a:pt x="9" y="39"/>
                  </a:lnTo>
                  <a:lnTo>
                    <a:pt x="19" y="6"/>
                  </a:lnTo>
                  <a:lnTo>
                    <a:pt x="19" y="5"/>
                  </a:lnTo>
                  <a:lnTo>
                    <a:pt x="19" y="3"/>
                  </a:lnTo>
                  <a:lnTo>
                    <a:pt x="18" y="2"/>
                  </a:lnTo>
                  <a:lnTo>
                    <a:pt x="16" y="0"/>
                  </a:lnTo>
                  <a:lnTo>
                    <a:pt x="15" y="0"/>
                  </a:lnTo>
                  <a:lnTo>
                    <a:pt x="13" y="2"/>
                  </a:lnTo>
                  <a:lnTo>
                    <a:pt x="12" y="3"/>
                  </a:lnTo>
                  <a:lnTo>
                    <a:pt x="10" y="5"/>
                  </a:lnTo>
                  <a:lnTo>
                    <a:pt x="0" y="38"/>
                  </a:lnTo>
                  <a:close/>
                </a:path>
              </a:pathLst>
            </a:custGeom>
            <a:solidFill>
              <a:srgbClr val="000000">
                <a:alpha val="100000"/>
              </a:srgbClr>
            </a:solidFill>
            <a:ln w="9525">
              <a:noFill/>
            </a:ln>
          </p:spPr>
          <p:txBody>
            <a:bodyPr/>
            <a:p>
              <a:endParaRPr lang="zh-CN" altLang="en-US"/>
            </a:p>
          </p:txBody>
        </p:sp>
        <p:sp>
          <p:nvSpPr>
            <p:cNvPr id="86131" name="Freeform 209"/>
            <p:cNvSpPr/>
            <p:nvPr/>
          </p:nvSpPr>
          <p:spPr>
            <a:xfrm>
              <a:off x="1433" y="2741"/>
              <a:ext cx="19" cy="42"/>
            </a:xfrm>
            <a:custGeom>
              <a:avLst/>
              <a:gdLst/>
              <a:ahLst/>
              <a:cxnLst>
                <a:cxn ang="0">
                  <a:pos x="0" y="36"/>
                </a:cxn>
                <a:cxn ang="0">
                  <a:pos x="0" y="38"/>
                </a:cxn>
                <a:cxn ang="0">
                  <a:pos x="0" y="39"/>
                </a:cxn>
                <a:cxn ang="0">
                  <a:pos x="2" y="41"/>
                </a:cxn>
                <a:cxn ang="0">
                  <a:pos x="3" y="42"/>
                </a:cxn>
                <a:cxn ang="0">
                  <a:pos x="4" y="42"/>
                </a:cxn>
                <a:cxn ang="0">
                  <a:pos x="6" y="41"/>
                </a:cxn>
                <a:cxn ang="0">
                  <a:pos x="7" y="39"/>
                </a:cxn>
                <a:cxn ang="0">
                  <a:pos x="9" y="38"/>
                </a:cxn>
                <a:cxn ang="0">
                  <a:pos x="19" y="6"/>
                </a:cxn>
                <a:cxn ang="0">
                  <a:pos x="19" y="5"/>
                </a:cxn>
                <a:cxn ang="0">
                  <a:pos x="19" y="3"/>
                </a:cxn>
                <a:cxn ang="0">
                  <a:pos x="17" y="2"/>
                </a:cxn>
                <a:cxn ang="0">
                  <a:pos x="16" y="0"/>
                </a:cxn>
                <a:cxn ang="0">
                  <a:pos x="14" y="0"/>
                </a:cxn>
                <a:cxn ang="0">
                  <a:pos x="13" y="2"/>
                </a:cxn>
                <a:cxn ang="0">
                  <a:pos x="12" y="3"/>
                </a:cxn>
                <a:cxn ang="0">
                  <a:pos x="10" y="5"/>
                </a:cxn>
                <a:cxn ang="0">
                  <a:pos x="0" y="36"/>
                </a:cxn>
              </a:cxnLst>
              <a:pathLst>
                <a:path w="19" h="42">
                  <a:moveTo>
                    <a:pt x="0" y="36"/>
                  </a:moveTo>
                  <a:lnTo>
                    <a:pt x="0" y="38"/>
                  </a:lnTo>
                  <a:lnTo>
                    <a:pt x="0" y="39"/>
                  </a:lnTo>
                  <a:lnTo>
                    <a:pt x="2" y="41"/>
                  </a:lnTo>
                  <a:lnTo>
                    <a:pt x="3" y="42"/>
                  </a:lnTo>
                  <a:lnTo>
                    <a:pt x="4" y="42"/>
                  </a:lnTo>
                  <a:lnTo>
                    <a:pt x="6" y="41"/>
                  </a:lnTo>
                  <a:lnTo>
                    <a:pt x="7" y="39"/>
                  </a:lnTo>
                  <a:lnTo>
                    <a:pt x="9" y="38"/>
                  </a:lnTo>
                  <a:lnTo>
                    <a:pt x="19" y="6"/>
                  </a:lnTo>
                  <a:lnTo>
                    <a:pt x="19" y="5"/>
                  </a:lnTo>
                  <a:lnTo>
                    <a:pt x="19" y="3"/>
                  </a:lnTo>
                  <a:lnTo>
                    <a:pt x="17" y="2"/>
                  </a:lnTo>
                  <a:lnTo>
                    <a:pt x="16" y="0"/>
                  </a:lnTo>
                  <a:lnTo>
                    <a:pt x="14" y="0"/>
                  </a:lnTo>
                  <a:lnTo>
                    <a:pt x="13" y="2"/>
                  </a:lnTo>
                  <a:lnTo>
                    <a:pt x="12" y="3"/>
                  </a:lnTo>
                  <a:lnTo>
                    <a:pt x="10" y="5"/>
                  </a:lnTo>
                  <a:lnTo>
                    <a:pt x="0" y="36"/>
                  </a:lnTo>
                  <a:close/>
                </a:path>
              </a:pathLst>
            </a:custGeom>
            <a:solidFill>
              <a:srgbClr val="000000">
                <a:alpha val="100000"/>
              </a:srgbClr>
            </a:solidFill>
            <a:ln w="9525">
              <a:noFill/>
            </a:ln>
          </p:spPr>
          <p:txBody>
            <a:bodyPr/>
            <a:p>
              <a:endParaRPr lang="zh-CN" altLang="en-US"/>
            </a:p>
          </p:txBody>
        </p:sp>
        <p:sp>
          <p:nvSpPr>
            <p:cNvPr id="86132" name="Freeform 210"/>
            <p:cNvSpPr/>
            <p:nvPr/>
          </p:nvSpPr>
          <p:spPr>
            <a:xfrm>
              <a:off x="1452" y="2684"/>
              <a:ext cx="19" cy="41"/>
            </a:xfrm>
            <a:custGeom>
              <a:avLst/>
              <a:gdLst/>
              <a:ahLst/>
              <a:cxnLst>
                <a:cxn ang="0">
                  <a:pos x="0" y="36"/>
                </a:cxn>
                <a:cxn ang="0">
                  <a:pos x="0" y="37"/>
                </a:cxn>
                <a:cxn ang="0">
                  <a:pos x="0" y="39"/>
                </a:cxn>
                <a:cxn ang="0">
                  <a:pos x="1" y="40"/>
                </a:cxn>
                <a:cxn ang="0">
                  <a:pos x="3" y="41"/>
                </a:cxn>
                <a:cxn ang="0">
                  <a:pos x="4" y="41"/>
                </a:cxn>
                <a:cxn ang="0">
                  <a:pos x="6" y="40"/>
                </a:cxn>
                <a:cxn ang="0">
                  <a:pos x="7" y="39"/>
                </a:cxn>
                <a:cxn ang="0">
                  <a:pos x="8" y="37"/>
                </a:cxn>
                <a:cxn ang="0">
                  <a:pos x="19" y="5"/>
                </a:cxn>
                <a:cxn ang="0">
                  <a:pos x="19" y="4"/>
                </a:cxn>
                <a:cxn ang="0">
                  <a:pos x="17" y="2"/>
                </a:cxn>
                <a:cxn ang="0">
                  <a:pos x="16" y="1"/>
                </a:cxn>
                <a:cxn ang="0">
                  <a:pos x="14" y="0"/>
                </a:cxn>
                <a:cxn ang="0">
                  <a:pos x="13" y="0"/>
                </a:cxn>
                <a:cxn ang="0">
                  <a:pos x="11" y="1"/>
                </a:cxn>
                <a:cxn ang="0">
                  <a:pos x="10" y="2"/>
                </a:cxn>
                <a:cxn ang="0">
                  <a:pos x="10" y="4"/>
                </a:cxn>
                <a:cxn ang="0">
                  <a:pos x="0" y="36"/>
                </a:cxn>
              </a:cxnLst>
              <a:pathLst>
                <a:path w="19" h="41">
                  <a:moveTo>
                    <a:pt x="0" y="36"/>
                  </a:moveTo>
                  <a:lnTo>
                    <a:pt x="0" y="37"/>
                  </a:lnTo>
                  <a:lnTo>
                    <a:pt x="0" y="39"/>
                  </a:lnTo>
                  <a:lnTo>
                    <a:pt x="1" y="40"/>
                  </a:lnTo>
                  <a:lnTo>
                    <a:pt x="3" y="41"/>
                  </a:lnTo>
                  <a:lnTo>
                    <a:pt x="4" y="41"/>
                  </a:lnTo>
                  <a:lnTo>
                    <a:pt x="6" y="40"/>
                  </a:lnTo>
                  <a:lnTo>
                    <a:pt x="7" y="39"/>
                  </a:lnTo>
                  <a:lnTo>
                    <a:pt x="8" y="37"/>
                  </a:lnTo>
                  <a:lnTo>
                    <a:pt x="19" y="5"/>
                  </a:lnTo>
                  <a:lnTo>
                    <a:pt x="19" y="4"/>
                  </a:lnTo>
                  <a:lnTo>
                    <a:pt x="17" y="2"/>
                  </a:lnTo>
                  <a:lnTo>
                    <a:pt x="16" y="1"/>
                  </a:lnTo>
                  <a:lnTo>
                    <a:pt x="14" y="0"/>
                  </a:lnTo>
                  <a:lnTo>
                    <a:pt x="13" y="0"/>
                  </a:lnTo>
                  <a:lnTo>
                    <a:pt x="11" y="1"/>
                  </a:lnTo>
                  <a:lnTo>
                    <a:pt x="10" y="2"/>
                  </a:lnTo>
                  <a:lnTo>
                    <a:pt x="10" y="4"/>
                  </a:lnTo>
                  <a:lnTo>
                    <a:pt x="0" y="36"/>
                  </a:lnTo>
                  <a:close/>
                </a:path>
              </a:pathLst>
            </a:custGeom>
            <a:solidFill>
              <a:srgbClr val="000000">
                <a:alpha val="100000"/>
              </a:srgbClr>
            </a:solidFill>
            <a:ln w="9525">
              <a:noFill/>
            </a:ln>
          </p:spPr>
          <p:txBody>
            <a:bodyPr/>
            <a:p>
              <a:endParaRPr lang="zh-CN" altLang="en-US"/>
            </a:p>
          </p:txBody>
        </p:sp>
        <p:sp>
          <p:nvSpPr>
            <p:cNvPr id="86133" name="Freeform 211"/>
            <p:cNvSpPr/>
            <p:nvPr/>
          </p:nvSpPr>
          <p:spPr>
            <a:xfrm>
              <a:off x="1469" y="2633"/>
              <a:ext cx="17" cy="35"/>
            </a:xfrm>
            <a:custGeom>
              <a:avLst/>
              <a:gdLst/>
              <a:ahLst/>
              <a:cxnLst>
                <a:cxn ang="0">
                  <a:pos x="0" y="29"/>
                </a:cxn>
                <a:cxn ang="0">
                  <a:pos x="0" y="30"/>
                </a:cxn>
                <a:cxn ang="0">
                  <a:pos x="2" y="32"/>
                </a:cxn>
                <a:cxn ang="0">
                  <a:pos x="3" y="33"/>
                </a:cxn>
                <a:cxn ang="0">
                  <a:pos x="4" y="35"/>
                </a:cxn>
                <a:cxn ang="0">
                  <a:pos x="6" y="35"/>
                </a:cxn>
                <a:cxn ang="0">
                  <a:pos x="7" y="33"/>
                </a:cxn>
                <a:cxn ang="0">
                  <a:pos x="9" y="32"/>
                </a:cxn>
                <a:cxn ang="0">
                  <a:pos x="9" y="30"/>
                </a:cxn>
                <a:cxn ang="0">
                  <a:pos x="17" y="6"/>
                </a:cxn>
                <a:cxn ang="0">
                  <a:pos x="17" y="4"/>
                </a:cxn>
                <a:cxn ang="0">
                  <a:pos x="16" y="3"/>
                </a:cxn>
                <a:cxn ang="0">
                  <a:pos x="15" y="1"/>
                </a:cxn>
                <a:cxn ang="0">
                  <a:pos x="13" y="0"/>
                </a:cxn>
                <a:cxn ang="0">
                  <a:pos x="12" y="1"/>
                </a:cxn>
                <a:cxn ang="0">
                  <a:pos x="10" y="3"/>
                </a:cxn>
                <a:cxn ang="0">
                  <a:pos x="9" y="4"/>
                </a:cxn>
                <a:cxn ang="0">
                  <a:pos x="0" y="29"/>
                </a:cxn>
              </a:cxnLst>
              <a:pathLst>
                <a:path w="17" h="35">
                  <a:moveTo>
                    <a:pt x="0" y="29"/>
                  </a:moveTo>
                  <a:lnTo>
                    <a:pt x="0" y="30"/>
                  </a:lnTo>
                  <a:lnTo>
                    <a:pt x="2" y="32"/>
                  </a:lnTo>
                  <a:lnTo>
                    <a:pt x="3" y="33"/>
                  </a:lnTo>
                  <a:lnTo>
                    <a:pt x="4" y="35"/>
                  </a:lnTo>
                  <a:lnTo>
                    <a:pt x="6" y="35"/>
                  </a:lnTo>
                  <a:lnTo>
                    <a:pt x="7" y="33"/>
                  </a:lnTo>
                  <a:lnTo>
                    <a:pt x="9" y="32"/>
                  </a:lnTo>
                  <a:lnTo>
                    <a:pt x="9" y="30"/>
                  </a:lnTo>
                  <a:lnTo>
                    <a:pt x="17" y="6"/>
                  </a:lnTo>
                  <a:lnTo>
                    <a:pt x="17" y="4"/>
                  </a:lnTo>
                  <a:lnTo>
                    <a:pt x="16" y="3"/>
                  </a:lnTo>
                  <a:lnTo>
                    <a:pt x="15" y="1"/>
                  </a:lnTo>
                  <a:lnTo>
                    <a:pt x="13" y="0"/>
                  </a:lnTo>
                  <a:lnTo>
                    <a:pt x="12" y="1"/>
                  </a:lnTo>
                  <a:lnTo>
                    <a:pt x="10" y="3"/>
                  </a:lnTo>
                  <a:lnTo>
                    <a:pt x="9" y="4"/>
                  </a:lnTo>
                  <a:lnTo>
                    <a:pt x="0" y="29"/>
                  </a:lnTo>
                  <a:close/>
                </a:path>
              </a:pathLst>
            </a:custGeom>
            <a:solidFill>
              <a:srgbClr val="000000">
                <a:alpha val="100000"/>
              </a:srgbClr>
            </a:solidFill>
            <a:ln w="9525">
              <a:noFill/>
            </a:ln>
          </p:spPr>
          <p:txBody>
            <a:bodyPr/>
            <a:p>
              <a:endParaRPr lang="zh-CN" altLang="en-US"/>
            </a:p>
          </p:txBody>
        </p:sp>
      </p:grpSp>
      <p:sp>
        <p:nvSpPr>
          <p:cNvPr id="86083" name="Line 212"/>
          <p:cNvSpPr/>
          <p:nvPr/>
        </p:nvSpPr>
        <p:spPr>
          <a:xfrm>
            <a:off x="3962400" y="3516313"/>
            <a:ext cx="1588" cy="158750"/>
          </a:xfrm>
          <a:prstGeom prst="line">
            <a:avLst/>
          </a:prstGeom>
          <a:ln w="14288" cap="flat" cmpd="sng">
            <a:solidFill>
              <a:srgbClr val="000000"/>
            </a:solidFill>
            <a:prstDash val="solid"/>
            <a:headEnd type="none" w="med" len="med"/>
            <a:tailEnd type="none" w="med" len="med"/>
          </a:ln>
        </p:spPr>
      </p:sp>
      <p:sp>
        <p:nvSpPr>
          <p:cNvPr id="86084" name="Line 213"/>
          <p:cNvSpPr/>
          <p:nvPr/>
        </p:nvSpPr>
        <p:spPr>
          <a:xfrm>
            <a:off x="4584700" y="3516313"/>
            <a:ext cx="101600" cy="317500"/>
          </a:xfrm>
          <a:prstGeom prst="line">
            <a:avLst/>
          </a:prstGeom>
          <a:ln w="14288" cap="flat" cmpd="sng">
            <a:solidFill>
              <a:srgbClr val="000000"/>
            </a:solidFill>
            <a:prstDash val="solid"/>
            <a:headEnd type="none" w="med" len="med"/>
            <a:tailEnd type="none" w="med" len="med"/>
          </a:ln>
        </p:spPr>
      </p:sp>
      <p:sp>
        <p:nvSpPr>
          <p:cNvPr id="86085" name="Line 214"/>
          <p:cNvSpPr/>
          <p:nvPr/>
        </p:nvSpPr>
        <p:spPr>
          <a:xfrm>
            <a:off x="4699000" y="3833813"/>
            <a:ext cx="1046163" cy="1587"/>
          </a:xfrm>
          <a:prstGeom prst="line">
            <a:avLst/>
          </a:prstGeom>
          <a:ln w="14288" cap="flat" cmpd="sng">
            <a:solidFill>
              <a:srgbClr val="000000"/>
            </a:solidFill>
            <a:prstDash val="solid"/>
            <a:headEnd type="none" w="med" len="med"/>
            <a:tailEnd type="none" w="med" len="med"/>
          </a:ln>
        </p:spPr>
      </p:sp>
      <p:sp>
        <p:nvSpPr>
          <p:cNvPr id="86086" name="Line 215"/>
          <p:cNvSpPr/>
          <p:nvPr/>
        </p:nvSpPr>
        <p:spPr>
          <a:xfrm flipV="1">
            <a:off x="5767388" y="3516313"/>
            <a:ext cx="101600" cy="317500"/>
          </a:xfrm>
          <a:prstGeom prst="line">
            <a:avLst/>
          </a:prstGeom>
          <a:ln w="14288" cap="flat" cmpd="sng">
            <a:solidFill>
              <a:srgbClr val="000000"/>
            </a:solidFill>
            <a:prstDash val="solid"/>
            <a:headEnd type="none" w="med" len="med"/>
            <a:tailEnd type="none" w="med" len="med"/>
          </a:ln>
        </p:spPr>
      </p:sp>
      <p:sp>
        <p:nvSpPr>
          <p:cNvPr id="86087" name="Line 216"/>
          <p:cNvSpPr/>
          <p:nvPr/>
        </p:nvSpPr>
        <p:spPr>
          <a:xfrm>
            <a:off x="5881688" y="3530600"/>
            <a:ext cx="1017587" cy="1588"/>
          </a:xfrm>
          <a:prstGeom prst="line">
            <a:avLst/>
          </a:prstGeom>
          <a:ln w="14288" cap="flat" cmpd="sng">
            <a:solidFill>
              <a:srgbClr val="000000"/>
            </a:solidFill>
            <a:prstDash val="solid"/>
            <a:headEnd type="none" w="med" len="med"/>
            <a:tailEnd type="none" w="med" len="med"/>
          </a:ln>
        </p:spPr>
      </p:sp>
      <p:sp>
        <p:nvSpPr>
          <p:cNvPr id="86088" name="Line 217"/>
          <p:cNvSpPr/>
          <p:nvPr/>
        </p:nvSpPr>
        <p:spPr>
          <a:xfrm>
            <a:off x="4579938" y="3524250"/>
            <a:ext cx="1587" cy="119063"/>
          </a:xfrm>
          <a:prstGeom prst="line">
            <a:avLst/>
          </a:prstGeom>
          <a:ln w="14288" cap="flat" cmpd="sng">
            <a:solidFill>
              <a:srgbClr val="000000"/>
            </a:solidFill>
            <a:prstDash val="solid"/>
            <a:headEnd type="none" w="med" len="med"/>
            <a:tailEnd type="none" w="med" len="med"/>
          </a:ln>
        </p:spPr>
      </p:sp>
      <p:sp>
        <p:nvSpPr>
          <p:cNvPr id="86089" name="Line 218"/>
          <p:cNvSpPr/>
          <p:nvPr/>
        </p:nvSpPr>
        <p:spPr>
          <a:xfrm>
            <a:off x="6918325" y="3530600"/>
            <a:ext cx="100013" cy="315913"/>
          </a:xfrm>
          <a:prstGeom prst="line">
            <a:avLst/>
          </a:prstGeom>
          <a:ln w="14288" cap="flat" cmpd="sng">
            <a:solidFill>
              <a:srgbClr val="000000"/>
            </a:solidFill>
            <a:prstDash val="solid"/>
            <a:headEnd type="none" w="med" len="med"/>
            <a:tailEnd type="none" w="med" len="med"/>
          </a:ln>
        </p:spPr>
      </p:sp>
      <p:sp>
        <p:nvSpPr>
          <p:cNvPr id="86090" name="Line 219"/>
          <p:cNvSpPr/>
          <p:nvPr/>
        </p:nvSpPr>
        <p:spPr>
          <a:xfrm>
            <a:off x="7007225" y="3833813"/>
            <a:ext cx="1085850" cy="1587"/>
          </a:xfrm>
          <a:prstGeom prst="line">
            <a:avLst/>
          </a:prstGeom>
          <a:ln w="14288" cap="flat" cmpd="sng">
            <a:solidFill>
              <a:srgbClr val="000000"/>
            </a:solidFill>
            <a:prstDash val="solid"/>
            <a:headEnd type="none" w="med" len="med"/>
            <a:tailEnd type="none" w="med" len="med"/>
          </a:ln>
        </p:spPr>
      </p:sp>
      <p:grpSp>
        <p:nvGrpSpPr>
          <p:cNvPr id="86091" name="Group 220"/>
          <p:cNvGrpSpPr/>
          <p:nvPr/>
        </p:nvGrpSpPr>
        <p:grpSpPr>
          <a:xfrm>
            <a:off x="5756275" y="1211263"/>
            <a:ext cx="14288" cy="2647950"/>
            <a:chOff x="3623" y="1264"/>
            <a:chExt cx="9" cy="1668"/>
          </a:xfrm>
        </p:grpSpPr>
        <p:sp>
          <p:nvSpPr>
            <p:cNvPr id="86102" name="Freeform 221"/>
            <p:cNvSpPr/>
            <p:nvPr/>
          </p:nvSpPr>
          <p:spPr>
            <a:xfrm>
              <a:off x="3623" y="2889"/>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03" name="Freeform 222"/>
            <p:cNvSpPr/>
            <p:nvPr/>
          </p:nvSpPr>
          <p:spPr>
            <a:xfrm>
              <a:off x="3623" y="2828"/>
              <a:ext cx="9" cy="43"/>
            </a:xfrm>
            <a:custGeom>
              <a:avLst/>
              <a:gdLst/>
              <a:ahLst/>
              <a:cxnLst>
                <a:cxn ang="0">
                  <a:pos x="0" y="41"/>
                </a:cxn>
                <a:cxn ang="0">
                  <a:pos x="1" y="41"/>
                </a:cxn>
                <a:cxn ang="0">
                  <a:pos x="3" y="42"/>
                </a:cxn>
                <a:cxn ang="0">
                  <a:pos x="4" y="43"/>
                </a:cxn>
                <a:cxn ang="0">
                  <a:pos x="6" y="42"/>
                </a:cxn>
                <a:cxn ang="0">
                  <a:pos x="7" y="41"/>
                </a:cxn>
                <a:cxn ang="0">
                  <a:pos x="9" y="39"/>
                </a:cxn>
                <a:cxn ang="0">
                  <a:pos x="9" y="4"/>
                </a:cxn>
                <a:cxn ang="0">
                  <a:pos x="7" y="3"/>
                </a:cxn>
                <a:cxn ang="0">
                  <a:pos x="6" y="2"/>
                </a:cxn>
                <a:cxn ang="0">
                  <a:pos x="4" y="0"/>
                </a:cxn>
                <a:cxn ang="0">
                  <a:pos x="3" y="2"/>
                </a:cxn>
                <a:cxn ang="0">
                  <a:pos x="1" y="3"/>
                </a:cxn>
                <a:cxn ang="0">
                  <a:pos x="0" y="4"/>
                </a:cxn>
                <a:cxn ang="0">
                  <a:pos x="0" y="6"/>
                </a:cxn>
                <a:cxn ang="0">
                  <a:pos x="0" y="41"/>
                </a:cxn>
              </a:cxnLst>
              <a:pathLst>
                <a:path w="9" h="43">
                  <a:moveTo>
                    <a:pt x="0" y="41"/>
                  </a:moveTo>
                  <a:lnTo>
                    <a:pt x="1" y="41"/>
                  </a:lnTo>
                  <a:lnTo>
                    <a:pt x="3" y="42"/>
                  </a:lnTo>
                  <a:lnTo>
                    <a:pt x="4" y="43"/>
                  </a:lnTo>
                  <a:lnTo>
                    <a:pt x="6" y="42"/>
                  </a:lnTo>
                  <a:lnTo>
                    <a:pt x="7" y="41"/>
                  </a:lnTo>
                  <a:lnTo>
                    <a:pt x="9" y="39"/>
                  </a:lnTo>
                  <a:lnTo>
                    <a:pt x="9" y="4"/>
                  </a:lnTo>
                  <a:lnTo>
                    <a:pt x="7" y="3"/>
                  </a:lnTo>
                  <a:lnTo>
                    <a:pt x="6" y="2"/>
                  </a:lnTo>
                  <a:lnTo>
                    <a:pt x="4" y="0"/>
                  </a:lnTo>
                  <a:lnTo>
                    <a:pt x="3" y="2"/>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6104" name="Freeform 223"/>
            <p:cNvSpPr/>
            <p:nvPr/>
          </p:nvSpPr>
          <p:spPr>
            <a:xfrm>
              <a:off x="3623" y="2767"/>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05" name="Freeform 224"/>
            <p:cNvSpPr/>
            <p:nvPr/>
          </p:nvSpPr>
          <p:spPr>
            <a:xfrm>
              <a:off x="3623" y="2707"/>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5"/>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6106" name="Freeform 225"/>
            <p:cNvSpPr/>
            <p:nvPr/>
          </p:nvSpPr>
          <p:spPr>
            <a:xfrm>
              <a:off x="3623" y="2646"/>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07" name="Freeform 226"/>
            <p:cNvSpPr/>
            <p:nvPr/>
          </p:nvSpPr>
          <p:spPr>
            <a:xfrm>
              <a:off x="3623" y="2585"/>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08" name="Freeform 227"/>
            <p:cNvSpPr/>
            <p:nvPr/>
          </p:nvSpPr>
          <p:spPr>
            <a:xfrm>
              <a:off x="3623" y="2524"/>
              <a:ext cx="9" cy="44"/>
            </a:xfrm>
            <a:custGeom>
              <a:avLst/>
              <a:gdLst/>
              <a:ahLst/>
              <a:cxnLst>
                <a:cxn ang="0">
                  <a:pos x="0" y="41"/>
                </a:cxn>
                <a:cxn ang="0">
                  <a:pos x="1" y="41"/>
                </a:cxn>
                <a:cxn ang="0">
                  <a:pos x="3" y="42"/>
                </a:cxn>
                <a:cxn ang="0">
                  <a:pos x="4" y="44"/>
                </a:cxn>
                <a:cxn ang="0">
                  <a:pos x="6" y="42"/>
                </a:cxn>
                <a:cxn ang="0">
                  <a:pos x="7" y="41"/>
                </a:cxn>
                <a:cxn ang="0">
                  <a:pos x="9" y="40"/>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40"/>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09" name="Freeform 228"/>
            <p:cNvSpPr/>
            <p:nvPr/>
          </p:nvSpPr>
          <p:spPr>
            <a:xfrm>
              <a:off x="3623" y="2464"/>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10" name="Freeform 229"/>
            <p:cNvSpPr/>
            <p:nvPr/>
          </p:nvSpPr>
          <p:spPr>
            <a:xfrm>
              <a:off x="3623" y="2403"/>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11" name="Freeform 230"/>
            <p:cNvSpPr/>
            <p:nvPr/>
          </p:nvSpPr>
          <p:spPr>
            <a:xfrm>
              <a:off x="3623" y="2342"/>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12" name="Freeform 231"/>
            <p:cNvSpPr/>
            <p:nvPr/>
          </p:nvSpPr>
          <p:spPr>
            <a:xfrm>
              <a:off x="3623" y="2282"/>
              <a:ext cx="9" cy="43"/>
            </a:xfrm>
            <a:custGeom>
              <a:avLst/>
              <a:gdLst/>
              <a:ahLst/>
              <a:cxnLst>
                <a:cxn ang="0">
                  <a:pos x="0" y="40"/>
                </a:cxn>
                <a:cxn ang="0">
                  <a:pos x="1" y="40"/>
                </a:cxn>
                <a:cxn ang="0">
                  <a:pos x="3" y="41"/>
                </a:cxn>
                <a:cxn ang="0">
                  <a:pos x="4" y="43"/>
                </a:cxn>
                <a:cxn ang="0">
                  <a:pos x="6" y="41"/>
                </a:cxn>
                <a:cxn ang="0">
                  <a:pos x="7" y="40"/>
                </a:cxn>
                <a:cxn ang="0">
                  <a:pos x="9" y="39"/>
                </a:cxn>
                <a:cxn ang="0">
                  <a:pos x="9" y="4"/>
                </a:cxn>
                <a:cxn ang="0">
                  <a:pos x="7" y="2"/>
                </a:cxn>
                <a:cxn ang="0">
                  <a:pos x="6" y="1"/>
                </a:cxn>
                <a:cxn ang="0">
                  <a:pos x="4" y="0"/>
                </a:cxn>
                <a:cxn ang="0">
                  <a:pos x="3" y="1"/>
                </a:cxn>
                <a:cxn ang="0">
                  <a:pos x="1" y="2"/>
                </a:cxn>
                <a:cxn ang="0">
                  <a:pos x="0" y="4"/>
                </a:cxn>
                <a:cxn ang="0">
                  <a:pos x="0" y="5"/>
                </a:cxn>
                <a:cxn ang="0">
                  <a:pos x="0" y="40"/>
                </a:cxn>
              </a:cxnLst>
              <a:pathLst>
                <a:path w="9" h="43">
                  <a:moveTo>
                    <a:pt x="0" y="40"/>
                  </a:moveTo>
                  <a:lnTo>
                    <a:pt x="1" y="40"/>
                  </a:lnTo>
                  <a:lnTo>
                    <a:pt x="3" y="41"/>
                  </a:lnTo>
                  <a:lnTo>
                    <a:pt x="4" y="43"/>
                  </a:lnTo>
                  <a:lnTo>
                    <a:pt x="6" y="41"/>
                  </a:lnTo>
                  <a:lnTo>
                    <a:pt x="7" y="40"/>
                  </a:lnTo>
                  <a:lnTo>
                    <a:pt x="9" y="39"/>
                  </a:lnTo>
                  <a:lnTo>
                    <a:pt x="9" y="4"/>
                  </a:lnTo>
                  <a:lnTo>
                    <a:pt x="7" y="2"/>
                  </a:lnTo>
                  <a:lnTo>
                    <a:pt x="6" y="1"/>
                  </a:lnTo>
                  <a:lnTo>
                    <a:pt x="4" y="0"/>
                  </a:lnTo>
                  <a:lnTo>
                    <a:pt x="3" y="1"/>
                  </a:lnTo>
                  <a:lnTo>
                    <a:pt x="1" y="2"/>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6113" name="Freeform 232"/>
            <p:cNvSpPr/>
            <p:nvPr/>
          </p:nvSpPr>
          <p:spPr>
            <a:xfrm>
              <a:off x="3623" y="2221"/>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14" name="Freeform 233"/>
            <p:cNvSpPr/>
            <p:nvPr/>
          </p:nvSpPr>
          <p:spPr>
            <a:xfrm>
              <a:off x="3623" y="2160"/>
              <a:ext cx="9" cy="43"/>
            </a:xfrm>
            <a:custGeom>
              <a:avLst/>
              <a:gdLst/>
              <a:ahLst/>
              <a:cxnLst>
                <a:cxn ang="0">
                  <a:pos x="0" y="41"/>
                </a:cxn>
                <a:cxn ang="0">
                  <a:pos x="1" y="41"/>
                </a:cxn>
                <a:cxn ang="0">
                  <a:pos x="3" y="42"/>
                </a:cxn>
                <a:cxn ang="0">
                  <a:pos x="4" y="43"/>
                </a:cxn>
                <a:cxn ang="0">
                  <a:pos x="6" y="42"/>
                </a:cxn>
                <a:cxn ang="0">
                  <a:pos x="7" y="41"/>
                </a:cxn>
                <a:cxn ang="0">
                  <a:pos x="9" y="39"/>
                </a:cxn>
                <a:cxn ang="0">
                  <a:pos x="9" y="4"/>
                </a:cxn>
                <a:cxn ang="0">
                  <a:pos x="7" y="3"/>
                </a:cxn>
                <a:cxn ang="0">
                  <a:pos x="6" y="2"/>
                </a:cxn>
                <a:cxn ang="0">
                  <a:pos x="4" y="0"/>
                </a:cxn>
                <a:cxn ang="0">
                  <a:pos x="3" y="2"/>
                </a:cxn>
                <a:cxn ang="0">
                  <a:pos x="1" y="3"/>
                </a:cxn>
                <a:cxn ang="0">
                  <a:pos x="0" y="4"/>
                </a:cxn>
                <a:cxn ang="0">
                  <a:pos x="0" y="6"/>
                </a:cxn>
                <a:cxn ang="0">
                  <a:pos x="0" y="41"/>
                </a:cxn>
              </a:cxnLst>
              <a:pathLst>
                <a:path w="9" h="43">
                  <a:moveTo>
                    <a:pt x="0" y="41"/>
                  </a:moveTo>
                  <a:lnTo>
                    <a:pt x="1" y="41"/>
                  </a:lnTo>
                  <a:lnTo>
                    <a:pt x="3" y="42"/>
                  </a:lnTo>
                  <a:lnTo>
                    <a:pt x="4" y="43"/>
                  </a:lnTo>
                  <a:lnTo>
                    <a:pt x="6" y="42"/>
                  </a:lnTo>
                  <a:lnTo>
                    <a:pt x="7" y="41"/>
                  </a:lnTo>
                  <a:lnTo>
                    <a:pt x="9" y="39"/>
                  </a:lnTo>
                  <a:lnTo>
                    <a:pt x="9" y="4"/>
                  </a:lnTo>
                  <a:lnTo>
                    <a:pt x="7" y="3"/>
                  </a:lnTo>
                  <a:lnTo>
                    <a:pt x="6" y="2"/>
                  </a:lnTo>
                  <a:lnTo>
                    <a:pt x="4" y="0"/>
                  </a:lnTo>
                  <a:lnTo>
                    <a:pt x="3" y="2"/>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6115" name="Freeform 234"/>
            <p:cNvSpPr/>
            <p:nvPr/>
          </p:nvSpPr>
          <p:spPr>
            <a:xfrm>
              <a:off x="3623" y="2099"/>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16" name="Freeform 235"/>
            <p:cNvSpPr/>
            <p:nvPr/>
          </p:nvSpPr>
          <p:spPr>
            <a:xfrm>
              <a:off x="3623" y="2039"/>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5"/>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6117" name="Freeform 236"/>
            <p:cNvSpPr/>
            <p:nvPr/>
          </p:nvSpPr>
          <p:spPr>
            <a:xfrm>
              <a:off x="3623" y="1978"/>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18" name="Freeform 237"/>
            <p:cNvSpPr/>
            <p:nvPr/>
          </p:nvSpPr>
          <p:spPr>
            <a:xfrm>
              <a:off x="3623" y="1917"/>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19" name="Freeform 238"/>
            <p:cNvSpPr/>
            <p:nvPr/>
          </p:nvSpPr>
          <p:spPr>
            <a:xfrm>
              <a:off x="3623" y="1856"/>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20" name="Freeform 239"/>
            <p:cNvSpPr/>
            <p:nvPr/>
          </p:nvSpPr>
          <p:spPr>
            <a:xfrm>
              <a:off x="3623" y="1796"/>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21" name="Freeform 240"/>
            <p:cNvSpPr/>
            <p:nvPr/>
          </p:nvSpPr>
          <p:spPr>
            <a:xfrm>
              <a:off x="3623" y="1735"/>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22" name="Freeform 241"/>
            <p:cNvSpPr/>
            <p:nvPr/>
          </p:nvSpPr>
          <p:spPr>
            <a:xfrm>
              <a:off x="3623" y="1674"/>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23" name="Freeform 242"/>
            <p:cNvSpPr/>
            <p:nvPr/>
          </p:nvSpPr>
          <p:spPr>
            <a:xfrm>
              <a:off x="3623" y="1614"/>
              <a:ext cx="9" cy="43"/>
            </a:xfrm>
            <a:custGeom>
              <a:avLst/>
              <a:gdLst/>
              <a:ahLst/>
              <a:cxnLst>
                <a:cxn ang="0">
                  <a:pos x="0" y="40"/>
                </a:cxn>
                <a:cxn ang="0">
                  <a:pos x="1" y="40"/>
                </a:cxn>
                <a:cxn ang="0">
                  <a:pos x="3" y="41"/>
                </a:cxn>
                <a:cxn ang="0">
                  <a:pos x="4" y="43"/>
                </a:cxn>
                <a:cxn ang="0">
                  <a:pos x="6" y="41"/>
                </a:cxn>
                <a:cxn ang="0">
                  <a:pos x="7" y="40"/>
                </a:cxn>
                <a:cxn ang="0">
                  <a:pos x="9" y="39"/>
                </a:cxn>
                <a:cxn ang="0">
                  <a:pos x="9" y="4"/>
                </a:cxn>
                <a:cxn ang="0">
                  <a:pos x="7" y="2"/>
                </a:cxn>
                <a:cxn ang="0">
                  <a:pos x="6" y="1"/>
                </a:cxn>
                <a:cxn ang="0">
                  <a:pos x="4" y="0"/>
                </a:cxn>
                <a:cxn ang="0">
                  <a:pos x="3" y="1"/>
                </a:cxn>
                <a:cxn ang="0">
                  <a:pos x="1" y="2"/>
                </a:cxn>
                <a:cxn ang="0">
                  <a:pos x="0" y="4"/>
                </a:cxn>
                <a:cxn ang="0">
                  <a:pos x="0" y="5"/>
                </a:cxn>
                <a:cxn ang="0">
                  <a:pos x="0" y="40"/>
                </a:cxn>
              </a:cxnLst>
              <a:pathLst>
                <a:path w="9" h="43">
                  <a:moveTo>
                    <a:pt x="0" y="40"/>
                  </a:moveTo>
                  <a:lnTo>
                    <a:pt x="1" y="40"/>
                  </a:lnTo>
                  <a:lnTo>
                    <a:pt x="3" y="41"/>
                  </a:lnTo>
                  <a:lnTo>
                    <a:pt x="4" y="43"/>
                  </a:lnTo>
                  <a:lnTo>
                    <a:pt x="6" y="41"/>
                  </a:lnTo>
                  <a:lnTo>
                    <a:pt x="7" y="40"/>
                  </a:lnTo>
                  <a:lnTo>
                    <a:pt x="9" y="39"/>
                  </a:lnTo>
                  <a:lnTo>
                    <a:pt x="9" y="4"/>
                  </a:lnTo>
                  <a:lnTo>
                    <a:pt x="7" y="2"/>
                  </a:lnTo>
                  <a:lnTo>
                    <a:pt x="6" y="1"/>
                  </a:lnTo>
                  <a:lnTo>
                    <a:pt x="4" y="0"/>
                  </a:lnTo>
                  <a:lnTo>
                    <a:pt x="3" y="1"/>
                  </a:lnTo>
                  <a:lnTo>
                    <a:pt x="1" y="2"/>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6124" name="Freeform 243"/>
            <p:cNvSpPr/>
            <p:nvPr/>
          </p:nvSpPr>
          <p:spPr>
            <a:xfrm>
              <a:off x="3623" y="1553"/>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25" name="Freeform 244"/>
            <p:cNvSpPr/>
            <p:nvPr/>
          </p:nvSpPr>
          <p:spPr>
            <a:xfrm>
              <a:off x="3623" y="1492"/>
              <a:ext cx="9" cy="43"/>
            </a:xfrm>
            <a:custGeom>
              <a:avLst/>
              <a:gdLst/>
              <a:ahLst/>
              <a:cxnLst>
                <a:cxn ang="0">
                  <a:pos x="0" y="41"/>
                </a:cxn>
                <a:cxn ang="0">
                  <a:pos x="1" y="41"/>
                </a:cxn>
                <a:cxn ang="0">
                  <a:pos x="3" y="42"/>
                </a:cxn>
                <a:cxn ang="0">
                  <a:pos x="4" y="43"/>
                </a:cxn>
                <a:cxn ang="0">
                  <a:pos x="6" y="42"/>
                </a:cxn>
                <a:cxn ang="0">
                  <a:pos x="7" y="41"/>
                </a:cxn>
                <a:cxn ang="0">
                  <a:pos x="9" y="39"/>
                </a:cxn>
                <a:cxn ang="0">
                  <a:pos x="9" y="4"/>
                </a:cxn>
                <a:cxn ang="0">
                  <a:pos x="7" y="3"/>
                </a:cxn>
                <a:cxn ang="0">
                  <a:pos x="6" y="2"/>
                </a:cxn>
                <a:cxn ang="0">
                  <a:pos x="4" y="0"/>
                </a:cxn>
                <a:cxn ang="0">
                  <a:pos x="3" y="2"/>
                </a:cxn>
                <a:cxn ang="0">
                  <a:pos x="1" y="3"/>
                </a:cxn>
                <a:cxn ang="0">
                  <a:pos x="0" y="4"/>
                </a:cxn>
                <a:cxn ang="0">
                  <a:pos x="0" y="6"/>
                </a:cxn>
                <a:cxn ang="0">
                  <a:pos x="0" y="41"/>
                </a:cxn>
              </a:cxnLst>
              <a:pathLst>
                <a:path w="9" h="43">
                  <a:moveTo>
                    <a:pt x="0" y="41"/>
                  </a:moveTo>
                  <a:lnTo>
                    <a:pt x="1" y="41"/>
                  </a:lnTo>
                  <a:lnTo>
                    <a:pt x="3" y="42"/>
                  </a:lnTo>
                  <a:lnTo>
                    <a:pt x="4" y="43"/>
                  </a:lnTo>
                  <a:lnTo>
                    <a:pt x="6" y="42"/>
                  </a:lnTo>
                  <a:lnTo>
                    <a:pt x="7" y="41"/>
                  </a:lnTo>
                  <a:lnTo>
                    <a:pt x="9" y="39"/>
                  </a:lnTo>
                  <a:lnTo>
                    <a:pt x="9" y="4"/>
                  </a:lnTo>
                  <a:lnTo>
                    <a:pt x="7" y="3"/>
                  </a:lnTo>
                  <a:lnTo>
                    <a:pt x="6" y="2"/>
                  </a:lnTo>
                  <a:lnTo>
                    <a:pt x="4" y="0"/>
                  </a:lnTo>
                  <a:lnTo>
                    <a:pt x="3" y="2"/>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6126" name="Freeform 245"/>
            <p:cNvSpPr/>
            <p:nvPr/>
          </p:nvSpPr>
          <p:spPr>
            <a:xfrm>
              <a:off x="3623" y="1431"/>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6127" name="Freeform 246"/>
            <p:cNvSpPr/>
            <p:nvPr/>
          </p:nvSpPr>
          <p:spPr>
            <a:xfrm>
              <a:off x="3623" y="1371"/>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5"/>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6128" name="Freeform 247"/>
            <p:cNvSpPr/>
            <p:nvPr/>
          </p:nvSpPr>
          <p:spPr>
            <a:xfrm>
              <a:off x="3623" y="1310"/>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6129" name="Freeform 248"/>
            <p:cNvSpPr/>
            <p:nvPr/>
          </p:nvSpPr>
          <p:spPr>
            <a:xfrm>
              <a:off x="3623" y="1264"/>
              <a:ext cx="9" cy="29"/>
            </a:xfrm>
            <a:custGeom>
              <a:avLst/>
              <a:gdLst/>
              <a:ahLst/>
              <a:cxnLst>
                <a:cxn ang="0">
                  <a:pos x="0" y="26"/>
                </a:cxn>
                <a:cxn ang="0">
                  <a:pos x="1" y="26"/>
                </a:cxn>
                <a:cxn ang="0">
                  <a:pos x="3" y="27"/>
                </a:cxn>
                <a:cxn ang="0">
                  <a:pos x="4" y="29"/>
                </a:cxn>
                <a:cxn ang="0">
                  <a:pos x="6" y="27"/>
                </a:cxn>
                <a:cxn ang="0">
                  <a:pos x="7" y="26"/>
                </a:cxn>
                <a:cxn ang="0">
                  <a:pos x="9" y="24"/>
                </a:cxn>
                <a:cxn ang="0">
                  <a:pos x="9" y="4"/>
                </a:cxn>
                <a:cxn ang="0">
                  <a:pos x="7" y="3"/>
                </a:cxn>
                <a:cxn ang="0">
                  <a:pos x="6" y="1"/>
                </a:cxn>
                <a:cxn ang="0">
                  <a:pos x="4" y="0"/>
                </a:cxn>
                <a:cxn ang="0">
                  <a:pos x="3" y="1"/>
                </a:cxn>
                <a:cxn ang="0">
                  <a:pos x="1" y="3"/>
                </a:cxn>
                <a:cxn ang="0">
                  <a:pos x="0" y="4"/>
                </a:cxn>
                <a:cxn ang="0">
                  <a:pos x="0" y="5"/>
                </a:cxn>
                <a:cxn ang="0">
                  <a:pos x="0" y="26"/>
                </a:cxn>
              </a:cxnLst>
              <a:pathLst>
                <a:path w="9" h="29">
                  <a:moveTo>
                    <a:pt x="0" y="26"/>
                  </a:moveTo>
                  <a:lnTo>
                    <a:pt x="1" y="26"/>
                  </a:lnTo>
                  <a:lnTo>
                    <a:pt x="3" y="27"/>
                  </a:lnTo>
                  <a:lnTo>
                    <a:pt x="4" y="29"/>
                  </a:lnTo>
                  <a:lnTo>
                    <a:pt x="6" y="27"/>
                  </a:lnTo>
                  <a:lnTo>
                    <a:pt x="7" y="26"/>
                  </a:lnTo>
                  <a:lnTo>
                    <a:pt x="9" y="24"/>
                  </a:lnTo>
                  <a:lnTo>
                    <a:pt x="9" y="4"/>
                  </a:lnTo>
                  <a:lnTo>
                    <a:pt x="7" y="3"/>
                  </a:lnTo>
                  <a:lnTo>
                    <a:pt x="6" y="1"/>
                  </a:lnTo>
                  <a:lnTo>
                    <a:pt x="4" y="0"/>
                  </a:lnTo>
                  <a:lnTo>
                    <a:pt x="3" y="1"/>
                  </a:lnTo>
                  <a:lnTo>
                    <a:pt x="1" y="3"/>
                  </a:lnTo>
                  <a:lnTo>
                    <a:pt x="0" y="4"/>
                  </a:lnTo>
                  <a:lnTo>
                    <a:pt x="0" y="5"/>
                  </a:lnTo>
                  <a:lnTo>
                    <a:pt x="0" y="26"/>
                  </a:lnTo>
                  <a:close/>
                </a:path>
              </a:pathLst>
            </a:custGeom>
            <a:solidFill>
              <a:srgbClr val="000000">
                <a:alpha val="100000"/>
              </a:srgbClr>
            </a:solidFill>
            <a:ln w="9525">
              <a:noFill/>
            </a:ln>
          </p:spPr>
          <p:txBody>
            <a:bodyPr/>
            <a:p>
              <a:endParaRPr lang="zh-CN" altLang="en-US"/>
            </a:p>
          </p:txBody>
        </p:sp>
      </p:grpSp>
      <p:grpSp>
        <p:nvGrpSpPr>
          <p:cNvPr id="86092" name="Group 249"/>
          <p:cNvGrpSpPr/>
          <p:nvPr/>
        </p:nvGrpSpPr>
        <p:grpSpPr>
          <a:xfrm flipV="1">
            <a:off x="5800725" y="3335338"/>
            <a:ext cx="935038" cy="360362"/>
            <a:chOff x="3634" y="2302"/>
            <a:chExt cx="529" cy="118"/>
          </a:xfrm>
        </p:grpSpPr>
        <p:sp>
          <p:nvSpPr>
            <p:cNvPr id="86100" name="Line 250"/>
            <p:cNvSpPr/>
            <p:nvPr/>
          </p:nvSpPr>
          <p:spPr>
            <a:xfrm>
              <a:off x="3724" y="2334"/>
              <a:ext cx="439" cy="86"/>
            </a:xfrm>
            <a:prstGeom prst="line">
              <a:avLst/>
            </a:prstGeom>
            <a:ln w="14288" cap="flat" cmpd="sng">
              <a:solidFill>
                <a:srgbClr val="000000"/>
              </a:solidFill>
              <a:prstDash val="solid"/>
              <a:headEnd type="none" w="med" len="med"/>
              <a:tailEnd type="none" w="med" len="med"/>
            </a:ln>
          </p:spPr>
        </p:sp>
        <p:sp>
          <p:nvSpPr>
            <p:cNvPr id="86101" name="Freeform 251"/>
            <p:cNvSpPr/>
            <p:nvPr/>
          </p:nvSpPr>
          <p:spPr>
            <a:xfrm>
              <a:off x="3634" y="2302"/>
              <a:ext cx="99" cy="62"/>
            </a:xfrm>
            <a:custGeom>
              <a:avLst/>
              <a:gdLst/>
              <a:ahLst/>
              <a:cxnLst>
                <a:cxn ang="0">
                  <a:pos x="99" y="0"/>
                </a:cxn>
                <a:cxn ang="0">
                  <a:pos x="0" y="13"/>
                </a:cxn>
                <a:cxn ang="0">
                  <a:pos x="87" y="62"/>
                </a:cxn>
                <a:cxn ang="0">
                  <a:pos x="99" y="0"/>
                </a:cxn>
              </a:cxnLst>
              <a:pathLst>
                <a:path w="99" h="62">
                  <a:moveTo>
                    <a:pt x="99" y="0"/>
                  </a:moveTo>
                  <a:lnTo>
                    <a:pt x="0" y="13"/>
                  </a:lnTo>
                  <a:lnTo>
                    <a:pt x="87" y="62"/>
                  </a:lnTo>
                  <a:lnTo>
                    <a:pt x="99" y="0"/>
                  </a:lnTo>
                  <a:close/>
                </a:path>
              </a:pathLst>
            </a:custGeom>
            <a:solidFill>
              <a:srgbClr val="000000">
                <a:alpha val="100000"/>
              </a:srgbClr>
            </a:solidFill>
            <a:ln w="9525">
              <a:noFill/>
            </a:ln>
          </p:spPr>
          <p:txBody>
            <a:bodyPr/>
            <a:p>
              <a:endParaRPr lang="zh-CN" altLang="en-US"/>
            </a:p>
          </p:txBody>
        </p:sp>
      </p:grpSp>
      <p:sp>
        <p:nvSpPr>
          <p:cNvPr id="86093" name="Line 252"/>
          <p:cNvSpPr/>
          <p:nvPr/>
        </p:nvSpPr>
        <p:spPr>
          <a:xfrm>
            <a:off x="4589463" y="2697163"/>
            <a:ext cx="1587" cy="171450"/>
          </a:xfrm>
          <a:prstGeom prst="line">
            <a:avLst/>
          </a:prstGeom>
          <a:ln w="14288" cap="flat" cmpd="sng">
            <a:solidFill>
              <a:srgbClr val="000000"/>
            </a:solidFill>
            <a:prstDash val="solid"/>
            <a:headEnd type="none" w="med" len="med"/>
            <a:tailEnd type="none" w="med" len="med"/>
          </a:ln>
        </p:spPr>
      </p:sp>
      <p:sp>
        <p:nvSpPr>
          <p:cNvPr id="86094" name="Rectangle 254"/>
          <p:cNvSpPr/>
          <p:nvPr/>
        </p:nvSpPr>
        <p:spPr>
          <a:xfrm>
            <a:off x="1835150" y="2708275"/>
            <a:ext cx="901700" cy="3667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Arial" panose="020B0604020202020204" pitchFamily="34" charset="0"/>
              </a:rPr>
              <a:t>初值</a:t>
            </a:r>
            <a:r>
              <a:rPr lang="en-US" altLang="zh-CN" sz="1800" b="0" dirty="0">
                <a:solidFill>
                  <a:srgbClr val="000000"/>
                </a:solidFill>
                <a:latin typeface="Arial" panose="020B0604020202020204" pitchFamily="34" charset="0"/>
              </a:rPr>
              <a:t>=5</a:t>
            </a:r>
            <a:endParaRPr lang="en-US" altLang="zh-CN" sz="1800" b="0" dirty="0">
              <a:solidFill>
                <a:srgbClr val="000000"/>
              </a:solidFill>
              <a:latin typeface="Arial" panose="020B0604020202020204" pitchFamily="34" charset="0"/>
            </a:endParaRPr>
          </a:p>
        </p:txBody>
      </p:sp>
      <p:sp>
        <p:nvSpPr>
          <p:cNvPr id="279809" name="Rectangle 257"/>
          <p:cNvSpPr>
            <a:spLocks noChangeArrowheads="1"/>
          </p:cNvSpPr>
          <p:nvPr/>
        </p:nvSpPr>
        <p:spPr bwMode="auto">
          <a:xfrm>
            <a:off x="552450" y="327025"/>
            <a:ext cx="6103938" cy="708025"/>
          </a:xfrm>
          <a:prstGeom prst="rect">
            <a:avLst/>
          </a:prstGeom>
          <a:noFill/>
          <a:ln>
            <a:noFill/>
          </a:ln>
          <a:effectLst/>
        </p:spPr>
        <p:txBody>
          <a:bodyPr wrap="none">
            <a:spAutoFit/>
          </a:body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1" lang="zh-CN" altLang="en-US" sz="4000" b="1" i="0" u="none" strike="noStrike" kern="1200" cap="none" spc="0" normalizeH="0" baseline="0" noProof="0" dirty="0">
                <a:ln>
                  <a:noFill/>
                </a:ln>
                <a:solidFill>
                  <a:srgbClr val="C00000"/>
                </a:solidFill>
                <a:effectLst/>
                <a:uLnTx/>
                <a:uFillTx/>
                <a:latin typeface="+mj-ea"/>
                <a:ea typeface="+mj-ea"/>
                <a:cs typeface="+mn-cs"/>
              </a:rPr>
              <a:t>（</a:t>
            </a:r>
            <a:r>
              <a:rPr kumimoji="1" lang="en-US" altLang="zh-CN" sz="4000" b="1" i="0" u="none" strike="noStrike" kern="1200" cap="none" spc="0" normalizeH="0" baseline="0" noProof="0" dirty="0">
                <a:ln>
                  <a:noFill/>
                </a:ln>
                <a:solidFill>
                  <a:srgbClr val="C00000"/>
                </a:solidFill>
                <a:effectLst/>
                <a:uLnTx/>
                <a:uFillTx/>
                <a:latin typeface="+mj-ea"/>
                <a:ea typeface="+mj-ea"/>
                <a:cs typeface="+mn-cs"/>
              </a:rPr>
              <a:t>4</a:t>
            </a:r>
            <a:r>
              <a:rPr kumimoji="1" lang="zh-CN" altLang="en-US" sz="4000" b="1" i="0" u="none" strike="noStrike" kern="1200" cap="none" spc="0" normalizeH="0" baseline="0" noProof="0" dirty="0">
                <a:ln>
                  <a:noFill/>
                </a:ln>
                <a:solidFill>
                  <a:srgbClr val="C00000"/>
                </a:solidFill>
                <a:effectLst/>
                <a:uLnTx/>
                <a:uFillTx/>
                <a:latin typeface="+mj-ea"/>
                <a:ea typeface="+mj-ea"/>
                <a:cs typeface="+mn-cs"/>
              </a:rPr>
              <a:t>）方式</a:t>
            </a:r>
            <a:r>
              <a:rPr kumimoji="1" lang="en-US" altLang="zh-CN" sz="4000" b="1" i="0" u="none" strike="noStrike" kern="1200" cap="none" spc="0" normalizeH="0" baseline="0" noProof="0" dirty="0">
                <a:ln>
                  <a:noFill/>
                </a:ln>
                <a:solidFill>
                  <a:srgbClr val="C00000"/>
                </a:solidFill>
                <a:effectLst/>
                <a:uLnTx/>
                <a:uFillTx/>
                <a:latin typeface="+mj-ea"/>
                <a:ea typeface="+mj-ea"/>
                <a:cs typeface="+mn-cs"/>
              </a:rPr>
              <a:t>3—</a:t>
            </a:r>
            <a:r>
              <a:rPr kumimoji="1" lang="zh-CN" altLang="en-US" sz="4000" b="1" i="0" u="none" strike="noStrike" kern="1200" cap="none" spc="0" normalizeH="0" baseline="0" noProof="0" dirty="0">
                <a:ln>
                  <a:noFill/>
                </a:ln>
                <a:solidFill>
                  <a:srgbClr val="C00000"/>
                </a:solidFill>
                <a:effectLst/>
                <a:uLnTx/>
                <a:uFillTx/>
                <a:latin typeface="+mj-ea"/>
                <a:ea typeface="+mj-ea"/>
                <a:cs typeface="+mn-cs"/>
              </a:rPr>
              <a:t>方波发生器</a:t>
            </a:r>
            <a:r>
              <a:rPr kumimoji="1" lang="zh-CN" altLang="en-US" sz="4000" b="0" i="0" u="none" strike="noStrike" kern="1200" cap="none" spc="0" normalizeH="0" baseline="0" noProof="0" dirty="0">
                <a:ln>
                  <a:noFill/>
                </a:ln>
                <a:solidFill>
                  <a:srgbClr val="C00000"/>
                </a:solidFill>
                <a:effectLst/>
                <a:uLnTx/>
                <a:uFillTx/>
                <a:latin typeface="+mj-ea"/>
                <a:ea typeface="+mj-ea"/>
                <a:cs typeface="+mn-cs"/>
              </a:rPr>
              <a:t> </a:t>
            </a:r>
            <a:endParaRPr kumimoji="1" lang="zh-CN" altLang="en-US" sz="4000" b="0" i="0" u="none" strike="noStrike" kern="1200" cap="none" spc="0" normalizeH="0" baseline="0" noProof="0" dirty="0">
              <a:ln>
                <a:noFill/>
              </a:ln>
              <a:solidFill>
                <a:srgbClr val="C00000"/>
              </a:solidFill>
              <a:effectLst/>
              <a:uLnTx/>
              <a:uFillTx/>
              <a:latin typeface="+mj-ea"/>
              <a:ea typeface="+mj-ea"/>
              <a:cs typeface="+mn-cs"/>
            </a:endParaRPr>
          </a:p>
        </p:txBody>
      </p:sp>
      <p:sp>
        <p:nvSpPr>
          <p:cNvPr id="86096" name="Arc 258"/>
          <p:cNvSpPr/>
          <p:nvPr/>
        </p:nvSpPr>
        <p:spPr>
          <a:xfrm rot="3406797" flipH="1" flipV="1">
            <a:off x="2451100" y="1468438"/>
            <a:ext cx="285750" cy="571500"/>
          </a:xfrm>
          <a:custGeom>
            <a:avLst/>
            <a:gdLst/>
            <a:ahLst/>
            <a:cxnLst>
              <a:cxn ang="0">
                <a:pos x="0" y="0"/>
              </a:cxn>
              <a:cxn ang="0">
                <a:pos x="2147483646" y="2147483646"/>
              </a:cxn>
              <a:cxn ang="0">
                <a:pos x="2147483646" y="2147483646"/>
              </a:cxn>
              <a:cxn ang="0">
                <a:pos x="0" y="0"/>
              </a:cxn>
              <a:cxn ang="0">
                <a:pos x="2147483646" y="2147483646"/>
              </a:cxn>
              <a:cxn ang="0">
                <a:pos x="2147483646" y="2147483646"/>
              </a:cxn>
              <a:cxn ang="0">
                <a:pos x="0" y="2147483646"/>
              </a:cxn>
              <a:cxn ang="0">
                <a:pos x="0" y="0"/>
              </a:cxn>
            </a:cxnLst>
            <a:pathLst>
              <a:path w="21600" h="24327" fill="none">
                <a:moveTo>
                  <a:pt x="0" y="0"/>
                </a:moveTo>
                <a:cubicBezTo>
                  <a:pt x="11929" y="0"/>
                  <a:pt x="21600" y="9670"/>
                  <a:pt x="21600" y="21600"/>
                </a:cubicBezTo>
                <a:cubicBezTo>
                  <a:pt x="21600" y="22511"/>
                  <a:pt x="21542" y="23422"/>
                  <a:pt x="21427" y="24327"/>
                </a:cubicBezTo>
              </a:path>
              <a:path w="21600" h="24327" stroke="0">
                <a:moveTo>
                  <a:pt x="0" y="0"/>
                </a:moveTo>
                <a:cubicBezTo>
                  <a:pt x="11929" y="0"/>
                  <a:pt x="21600" y="9670"/>
                  <a:pt x="21600" y="21600"/>
                </a:cubicBezTo>
                <a:cubicBezTo>
                  <a:pt x="21600" y="22511"/>
                  <a:pt x="21542" y="23422"/>
                  <a:pt x="21427" y="24327"/>
                </a:cubicBezTo>
                <a:lnTo>
                  <a:pt x="0" y="21600"/>
                </a:lnTo>
                <a:lnTo>
                  <a:pt x="0" y="0"/>
                </a:lnTo>
                <a:close/>
              </a:path>
            </a:pathLst>
          </a:custGeom>
          <a:noFill/>
          <a:ln w="9525" cap="flat" cmpd="sng">
            <a:solidFill>
              <a:srgbClr val="0000FF">
                <a:alpha val="100000"/>
              </a:srgbClr>
            </a:solidFill>
            <a:prstDash val="solid"/>
            <a:round/>
            <a:headEnd type="none" w="med" len="med"/>
            <a:tailEnd type="triangle" w="med" len="med"/>
          </a:ln>
        </p:spPr>
        <p:txBody>
          <a:bodyPr/>
          <a:p>
            <a:endParaRPr lang="zh-CN" altLang="en-US"/>
          </a:p>
        </p:txBody>
      </p:sp>
      <p:sp>
        <p:nvSpPr>
          <p:cNvPr id="86097" name="Arc 259"/>
          <p:cNvSpPr/>
          <p:nvPr/>
        </p:nvSpPr>
        <p:spPr>
          <a:xfrm>
            <a:off x="3348038" y="1411288"/>
            <a:ext cx="144462" cy="1152525"/>
          </a:xfrm>
          <a:custGeom>
            <a:avLst/>
            <a:gdLst/>
            <a:ahLst/>
            <a:cxnLst>
              <a:cxn ang="0">
                <a:pos x="0" y="0"/>
              </a:cxn>
              <a:cxn ang="0">
                <a:pos x="1933094403" y="2147483646"/>
              </a:cxn>
              <a:cxn ang="0">
                <a:pos x="0" y="0"/>
              </a:cxn>
              <a:cxn ang="0">
                <a:pos x="1933094403" y="2147483646"/>
              </a:cxn>
              <a:cxn ang="0">
                <a:pos x="0" y="2147483646"/>
              </a:cxn>
              <a:cxn ang="0">
                <a:pos x="0" y="0"/>
              </a:cxn>
            </a:cxnLst>
            <a:pathLst>
              <a:path w="21600" h="21600" fill="none">
                <a:moveTo>
                  <a:pt x="0" y="0"/>
                </a:moveTo>
                <a:cubicBezTo>
                  <a:pt x="11929" y="0"/>
                  <a:pt x="21600" y="9670"/>
                  <a:pt x="21600" y="21600"/>
                </a:cubicBezTo>
              </a:path>
              <a:path w="21600" h="21600" stroke="0">
                <a:moveTo>
                  <a:pt x="0" y="0"/>
                </a:moveTo>
                <a:cubicBezTo>
                  <a:pt x="11929" y="0"/>
                  <a:pt x="21600" y="9670"/>
                  <a:pt x="21600" y="21600"/>
                </a:cubicBezTo>
                <a:lnTo>
                  <a:pt x="0" y="21600"/>
                </a:lnTo>
                <a:lnTo>
                  <a:pt x="0" y="0"/>
                </a:lnTo>
                <a:close/>
              </a:path>
            </a:pathLst>
          </a:custGeom>
          <a:noFill/>
          <a:ln w="9525" cap="flat" cmpd="sng">
            <a:solidFill>
              <a:srgbClr val="0000FF">
                <a:alpha val="100000"/>
              </a:srgbClr>
            </a:solidFill>
            <a:prstDash val="solid"/>
            <a:round/>
            <a:headEnd type="none" w="med" len="med"/>
            <a:tailEnd type="triangle" w="med" len="med"/>
          </a:ln>
        </p:spPr>
        <p:txBody>
          <a:bodyPr/>
          <a:p>
            <a:endParaRPr lang="zh-CN" altLang="en-US"/>
          </a:p>
        </p:txBody>
      </p:sp>
      <p:sp>
        <p:nvSpPr>
          <p:cNvPr id="86098" name="Rectangle 3"/>
          <p:cNvSpPr>
            <a:spLocks noGrp="1"/>
          </p:cNvSpPr>
          <p:nvPr/>
        </p:nvSpPr>
        <p:spPr>
          <a:xfrm>
            <a:off x="293688" y="4114800"/>
            <a:ext cx="8785225" cy="2205038"/>
          </a:xfrm>
          <a:prstGeom prst="rect">
            <a:avLst/>
          </a:prstGeom>
          <a:solidFill>
            <a:srgbClr val="FF00FF">
              <a:alpha val="10980"/>
            </a:srgbClr>
          </a:solidFill>
          <a:ln w="9525" cap="flat" cmpd="sng">
            <a:solidFill>
              <a:srgbClr val="00CC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50000"/>
              </a:lnSpc>
              <a:buFont typeface="Arial" panose="020B0604020202020204" pitchFamily="34" charset="0"/>
              <a:buNone/>
            </a:pPr>
            <a:r>
              <a:rPr lang="zh-CN" altLang="en-US" sz="2400" dirty="0">
                <a:solidFill>
                  <a:srgbClr val="FF00FF"/>
                </a:solidFill>
                <a:latin typeface="楷体_GB2312" pitchFamily="1" charset="-122"/>
              </a:rPr>
              <a:t>方式</a:t>
            </a:r>
            <a:r>
              <a:rPr lang="en-US" altLang="zh-CN" sz="2400" dirty="0">
                <a:solidFill>
                  <a:srgbClr val="FF00FF"/>
                </a:solidFill>
                <a:latin typeface="楷体_GB2312" pitchFamily="1" charset="-122"/>
              </a:rPr>
              <a:t>3</a:t>
            </a:r>
            <a:r>
              <a:rPr lang="zh-CN" altLang="en-US" sz="2400" dirty="0">
                <a:solidFill>
                  <a:srgbClr val="FF00FF"/>
                </a:solidFill>
                <a:latin typeface="楷体_GB2312" pitchFamily="1" charset="-122"/>
              </a:rPr>
              <a:t>的特点① ：</a:t>
            </a:r>
            <a:r>
              <a:rPr lang="zh-CN" altLang="en-US" sz="2400" dirty="0">
                <a:latin typeface="楷体_GB2312" pitchFamily="1" charset="-122"/>
              </a:rPr>
              <a:t>可以软件启动或者硬件启动。写入控制字后，输出为高电平。</a:t>
            </a:r>
            <a:r>
              <a:rPr lang="en-US" altLang="zh-CN" sz="2400" dirty="0">
                <a:latin typeface="楷体_GB2312" pitchFamily="1" charset="-122"/>
              </a:rPr>
              <a:t>GATE</a:t>
            </a:r>
            <a:r>
              <a:rPr lang="zh-CN" altLang="en-US" sz="2400" dirty="0">
                <a:latin typeface="楷体_GB2312" pitchFamily="1" charset="-122"/>
              </a:rPr>
              <a:t>为高电平时</a:t>
            </a:r>
            <a:r>
              <a:rPr lang="en-US" altLang="zh-CN" sz="2400" dirty="0">
                <a:latin typeface="楷体_GB2312" pitchFamily="1" charset="-122"/>
              </a:rPr>
              <a:t>(</a:t>
            </a:r>
            <a:r>
              <a:rPr lang="zh-CN" altLang="en-US" sz="2400" dirty="0">
                <a:solidFill>
                  <a:srgbClr val="FF3300"/>
                </a:solidFill>
                <a:latin typeface="楷体_GB2312" pitchFamily="1" charset="-122"/>
              </a:rPr>
              <a:t>电平触发</a:t>
            </a:r>
            <a:r>
              <a:rPr lang="en-US" altLang="zh-CN" sz="2400" dirty="0">
                <a:latin typeface="楷体_GB2312" pitchFamily="1" charset="-122"/>
              </a:rPr>
              <a:t>),</a:t>
            </a:r>
            <a:r>
              <a:rPr lang="zh-CN" altLang="en-US" sz="2400" dirty="0">
                <a:latin typeface="楷体_GB2312" pitchFamily="1" charset="-122"/>
              </a:rPr>
              <a:t>在写入计数初值后就开始计数，输出保持为高。当计数到一半计数初值时，输出变为低，直至计数到</a:t>
            </a:r>
            <a:r>
              <a:rPr lang="en-US" altLang="zh-CN" sz="2400" dirty="0">
                <a:latin typeface="楷体_GB2312" pitchFamily="1" charset="-122"/>
              </a:rPr>
              <a:t>0</a:t>
            </a:r>
            <a:r>
              <a:rPr lang="zh-CN" altLang="en-US" sz="2400" dirty="0">
                <a:latin typeface="楷体_GB2312" pitchFamily="1" charset="-122"/>
              </a:rPr>
              <a:t>，输出又变为高，重新开始计数。 </a:t>
            </a:r>
            <a:endParaRPr lang="zh-CN" altLang="en-US" sz="2400" dirty="0">
              <a:latin typeface="楷体_GB2312" pitchFamily="1" charset="-122"/>
            </a:endParaRPr>
          </a:p>
        </p:txBody>
      </p:sp>
      <p:sp>
        <p:nvSpPr>
          <p:cNvPr id="86099" name="Rectangle 254"/>
          <p:cNvSpPr/>
          <p:nvPr/>
        </p:nvSpPr>
        <p:spPr>
          <a:xfrm>
            <a:off x="1835150" y="3500438"/>
            <a:ext cx="909638" cy="369887"/>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800" b="0" dirty="0">
                <a:solidFill>
                  <a:srgbClr val="000000"/>
                </a:solidFill>
                <a:latin typeface="Arial" panose="020B0604020202020204" pitchFamily="34" charset="0"/>
              </a:rPr>
              <a:t>初值</a:t>
            </a:r>
            <a:r>
              <a:rPr lang="en-US" altLang="zh-CN" sz="1800" b="0" dirty="0">
                <a:solidFill>
                  <a:srgbClr val="000000"/>
                </a:solidFill>
                <a:latin typeface="Arial" panose="020B0604020202020204" pitchFamily="34" charset="0"/>
              </a:rPr>
              <a:t>=4</a:t>
            </a:r>
            <a:endParaRPr lang="en-US" altLang="zh-CN" sz="1800" b="0" dirty="0">
              <a:solidFill>
                <a:srgbClr val="000000"/>
              </a:solidFill>
              <a:latin typeface="Arial" panose="020B0604020202020204" pitchFamily="34" charset="0"/>
            </a:endParaRPr>
          </a:p>
        </p:txBody>
      </p:sp>
    </p:spTree>
  </p:cSld>
  <p:clrMapOvr>
    <a:masterClrMapping/>
  </p:clrMapOvr>
  <p:transition spd="slow">
    <p:zoom/>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81603" name="Rectangle 3"/>
          <p:cNvSpPr>
            <a:spLocks noGrp="1" noChangeArrowheads="1"/>
          </p:cNvSpPr>
          <p:nvPr>
            <p:ph idx="1"/>
          </p:nvPr>
        </p:nvSpPr>
        <p:spPr>
          <a:xfrm>
            <a:off x="449263" y="3573463"/>
            <a:ext cx="8229600" cy="2016125"/>
          </a:xfrm>
          <a:solidFill>
            <a:srgbClr val="FFCC99">
              <a:alpha val="34000"/>
            </a:srgbClr>
          </a:solidFill>
          <a:ln>
            <a:solidFill>
              <a:srgbClr val="0000FF"/>
            </a:solidFill>
            <a:miter/>
          </a:ln>
        </p:spPr>
        <p:txBody>
          <a:bodyPr vert="horz" wrap="square" lIns="91440" tIns="45720" rIns="91440" bIns="45720" numCol="1" anchor="t" anchorCtr="0" compatLnSpc="1"/>
          <a:lstStyle/>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方式</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3</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的特点②：</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如果写入初值时</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GATE</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为</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0</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，则写完初值后并不开始计数，而是等到</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GATE</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由低变高，才启动计数。</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87043" name="Rectangle 6"/>
          <p:cNvSpPr/>
          <p:nvPr/>
        </p:nvSpPr>
        <p:spPr>
          <a:xfrm>
            <a:off x="817563" y="1270000"/>
            <a:ext cx="34607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CLK</a:t>
            </a:r>
            <a:endParaRPr lang="en-US" altLang="zh-CN" sz="1800" b="0" dirty="0">
              <a:solidFill>
                <a:schemeClr val="tx1"/>
              </a:solidFill>
              <a:latin typeface="Arial" panose="020B0604020202020204" pitchFamily="34" charset="0"/>
            </a:endParaRPr>
          </a:p>
        </p:txBody>
      </p:sp>
      <p:sp>
        <p:nvSpPr>
          <p:cNvPr id="87044" name="Rectangle 7"/>
          <p:cNvSpPr/>
          <p:nvPr/>
        </p:nvSpPr>
        <p:spPr>
          <a:xfrm>
            <a:off x="860425" y="1568450"/>
            <a:ext cx="296863"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87045" name="Line 16"/>
          <p:cNvSpPr/>
          <p:nvPr/>
        </p:nvSpPr>
        <p:spPr>
          <a:xfrm>
            <a:off x="896938" y="1568450"/>
            <a:ext cx="215900" cy="1588"/>
          </a:xfrm>
          <a:prstGeom prst="line">
            <a:avLst/>
          </a:prstGeom>
          <a:ln w="14288" cap="flat" cmpd="sng">
            <a:solidFill>
              <a:srgbClr val="000000"/>
            </a:solidFill>
            <a:prstDash val="solid"/>
            <a:headEnd type="none" w="med" len="med"/>
            <a:tailEnd type="none" w="med" len="med"/>
          </a:ln>
        </p:spPr>
      </p:sp>
      <p:grpSp>
        <p:nvGrpSpPr>
          <p:cNvPr id="87046" name="Group 64"/>
          <p:cNvGrpSpPr/>
          <p:nvPr/>
        </p:nvGrpSpPr>
        <p:grpSpPr>
          <a:xfrm>
            <a:off x="1155700" y="1485900"/>
            <a:ext cx="6918325" cy="315913"/>
            <a:chOff x="906" y="1618"/>
            <a:chExt cx="4358" cy="199"/>
          </a:xfrm>
        </p:grpSpPr>
        <p:grpSp>
          <p:nvGrpSpPr>
            <p:cNvPr id="87146" name="Group 65"/>
            <p:cNvGrpSpPr/>
            <p:nvPr/>
          </p:nvGrpSpPr>
          <p:grpSpPr>
            <a:xfrm>
              <a:off x="1159" y="1618"/>
              <a:ext cx="505" cy="199"/>
              <a:chOff x="1159" y="1618"/>
              <a:chExt cx="505" cy="199"/>
            </a:xfrm>
          </p:grpSpPr>
          <p:sp>
            <p:nvSpPr>
              <p:cNvPr id="87154" name="Line 66"/>
              <p:cNvSpPr/>
              <p:nvPr/>
            </p:nvSpPr>
            <p:spPr>
              <a:xfrm>
                <a:off x="1222" y="1816"/>
                <a:ext cx="253" cy="1"/>
              </a:xfrm>
              <a:prstGeom prst="line">
                <a:avLst/>
              </a:prstGeom>
              <a:ln w="14288" cap="flat" cmpd="sng">
                <a:solidFill>
                  <a:srgbClr val="000000"/>
                </a:solidFill>
                <a:prstDash val="solid"/>
                <a:headEnd type="none" w="med" len="med"/>
                <a:tailEnd type="none" w="med" len="med"/>
              </a:ln>
            </p:spPr>
          </p:sp>
          <p:sp>
            <p:nvSpPr>
              <p:cNvPr id="87155" name="Line 67"/>
              <p:cNvSpPr/>
              <p:nvPr/>
            </p:nvSpPr>
            <p:spPr>
              <a:xfrm flipH="1" flipV="1">
                <a:off x="1159" y="1618"/>
                <a:ext cx="63" cy="198"/>
              </a:xfrm>
              <a:prstGeom prst="line">
                <a:avLst/>
              </a:prstGeom>
              <a:ln w="14288" cap="flat" cmpd="sng">
                <a:solidFill>
                  <a:srgbClr val="000000"/>
                </a:solidFill>
                <a:prstDash val="solid"/>
                <a:headEnd type="none" w="med" len="med"/>
                <a:tailEnd type="none" w="med" len="med"/>
              </a:ln>
            </p:spPr>
          </p:sp>
          <p:sp>
            <p:nvSpPr>
              <p:cNvPr id="87156" name="Line 68"/>
              <p:cNvSpPr/>
              <p:nvPr/>
            </p:nvSpPr>
            <p:spPr>
              <a:xfrm flipV="1">
                <a:off x="1475" y="1618"/>
                <a:ext cx="62" cy="198"/>
              </a:xfrm>
              <a:prstGeom prst="line">
                <a:avLst/>
              </a:prstGeom>
              <a:ln w="14288" cap="flat" cmpd="sng">
                <a:solidFill>
                  <a:srgbClr val="000000"/>
                </a:solidFill>
                <a:prstDash val="solid"/>
                <a:headEnd type="none" w="med" len="med"/>
                <a:tailEnd type="none" w="med" len="med"/>
              </a:ln>
            </p:spPr>
          </p:sp>
          <p:sp>
            <p:nvSpPr>
              <p:cNvPr id="87157" name="Line 69"/>
              <p:cNvSpPr/>
              <p:nvPr/>
            </p:nvSpPr>
            <p:spPr>
              <a:xfrm>
                <a:off x="1537" y="1618"/>
                <a:ext cx="127" cy="1"/>
              </a:xfrm>
              <a:prstGeom prst="line">
                <a:avLst/>
              </a:prstGeom>
              <a:ln w="14288" cap="flat" cmpd="sng">
                <a:solidFill>
                  <a:srgbClr val="000000"/>
                </a:solidFill>
                <a:prstDash val="solid"/>
                <a:headEnd type="none" w="med" len="med"/>
                <a:tailEnd type="none" w="med" len="med"/>
              </a:ln>
            </p:spPr>
          </p:sp>
        </p:grpSp>
        <p:grpSp>
          <p:nvGrpSpPr>
            <p:cNvPr id="87147" name="Group 70"/>
            <p:cNvGrpSpPr/>
            <p:nvPr/>
          </p:nvGrpSpPr>
          <p:grpSpPr>
            <a:xfrm>
              <a:off x="1664" y="1618"/>
              <a:ext cx="505" cy="199"/>
              <a:chOff x="1664" y="1618"/>
              <a:chExt cx="505" cy="199"/>
            </a:xfrm>
          </p:grpSpPr>
          <p:sp>
            <p:nvSpPr>
              <p:cNvPr id="87150" name="Line 71"/>
              <p:cNvSpPr/>
              <p:nvPr/>
            </p:nvSpPr>
            <p:spPr>
              <a:xfrm>
                <a:off x="1728" y="1816"/>
                <a:ext cx="252" cy="1"/>
              </a:xfrm>
              <a:prstGeom prst="line">
                <a:avLst/>
              </a:prstGeom>
              <a:ln w="14288" cap="flat" cmpd="sng">
                <a:solidFill>
                  <a:srgbClr val="000000"/>
                </a:solidFill>
                <a:prstDash val="solid"/>
                <a:headEnd type="none" w="med" len="med"/>
                <a:tailEnd type="none" w="med" len="med"/>
              </a:ln>
            </p:spPr>
          </p:sp>
          <p:sp>
            <p:nvSpPr>
              <p:cNvPr id="87151" name="Line 72"/>
              <p:cNvSpPr/>
              <p:nvPr/>
            </p:nvSpPr>
            <p:spPr>
              <a:xfrm flipH="1" flipV="1">
                <a:off x="1664" y="1618"/>
                <a:ext cx="64" cy="198"/>
              </a:xfrm>
              <a:prstGeom prst="line">
                <a:avLst/>
              </a:prstGeom>
              <a:ln w="14288" cap="flat" cmpd="sng">
                <a:solidFill>
                  <a:srgbClr val="000000"/>
                </a:solidFill>
                <a:prstDash val="solid"/>
                <a:headEnd type="none" w="med" len="med"/>
                <a:tailEnd type="none" w="med" len="med"/>
              </a:ln>
            </p:spPr>
          </p:sp>
          <p:sp>
            <p:nvSpPr>
              <p:cNvPr id="87152" name="Line 73"/>
              <p:cNvSpPr/>
              <p:nvPr/>
            </p:nvSpPr>
            <p:spPr>
              <a:xfrm flipV="1">
                <a:off x="1980" y="1618"/>
                <a:ext cx="62" cy="198"/>
              </a:xfrm>
              <a:prstGeom prst="line">
                <a:avLst/>
              </a:prstGeom>
              <a:ln w="14288" cap="flat" cmpd="sng">
                <a:solidFill>
                  <a:srgbClr val="000000"/>
                </a:solidFill>
                <a:prstDash val="solid"/>
                <a:headEnd type="none" w="med" len="med"/>
                <a:tailEnd type="none" w="med" len="med"/>
              </a:ln>
            </p:spPr>
          </p:sp>
          <p:sp>
            <p:nvSpPr>
              <p:cNvPr id="87153" name="Line 74"/>
              <p:cNvSpPr/>
              <p:nvPr/>
            </p:nvSpPr>
            <p:spPr>
              <a:xfrm>
                <a:off x="2042" y="1618"/>
                <a:ext cx="127" cy="1"/>
              </a:xfrm>
              <a:prstGeom prst="line">
                <a:avLst/>
              </a:prstGeom>
              <a:ln w="14288" cap="flat" cmpd="sng">
                <a:solidFill>
                  <a:srgbClr val="000000"/>
                </a:solidFill>
                <a:prstDash val="solid"/>
                <a:headEnd type="none" w="med" len="med"/>
                <a:tailEnd type="none" w="med" len="med"/>
              </a:ln>
            </p:spPr>
          </p:sp>
        </p:grpSp>
        <p:sp>
          <p:nvSpPr>
            <p:cNvPr id="87148" name="Line 75"/>
            <p:cNvSpPr/>
            <p:nvPr/>
          </p:nvSpPr>
          <p:spPr>
            <a:xfrm flipH="1">
              <a:off x="906" y="1618"/>
              <a:ext cx="253" cy="1"/>
            </a:xfrm>
            <a:prstGeom prst="line">
              <a:avLst/>
            </a:prstGeom>
            <a:ln w="14288" cap="flat" cmpd="sng">
              <a:solidFill>
                <a:srgbClr val="000000"/>
              </a:solidFill>
              <a:prstDash val="solid"/>
              <a:headEnd type="none" w="med" len="med"/>
              <a:tailEnd type="none" w="med" len="med"/>
            </a:ln>
          </p:spPr>
        </p:sp>
        <p:sp>
          <p:nvSpPr>
            <p:cNvPr id="87149" name="Line 76"/>
            <p:cNvSpPr/>
            <p:nvPr/>
          </p:nvSpPr>
          <p:spPr>
            <a:xfrm>
              <a:off x="2169" y="1618"/>
              <a:ext cx="3095" cy="1"/>
            </a:xfrm>
            <a:prstGeom prst="line">
              <a:avLst/>
            </a:prstGeom>
            <a:ln w="14288" cap="flat" cmpd="sng">
              <a:solidFill>
                <a:srgbClr val="000000"/>
              </a:solidFill>
              <a:prstDash val="solid"/>
              <a:headEnd type="none" w="med" len="med"/>
              <a:tailEnd type="none" w="med" len="med"/>
            </a:ln>
          </p:spPr>
        </p:sp>
      </p:grpSp>
      <p:sp>
        <p:nvSpPr>
          <p:cNvPr id="87047" name="Rectangle 77"/>
          <p:cNvSpPr/>
          <p:nvPr/>
        </p:nvSpPr>
        <p:spPr>
          <a:xfrm>
            <a:off x="1657350" y="1327150"/>
            <a:ext cx="403225" cy="319088"/>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7048" name="Rectangle 78"/>
          <p:cNvSpPr/>
          <p:nvPr/>
        </p:nvSpPr>
        <p:spPr>
          <a:xfrm>
            <a:off x="1666875" y="1439863"/>
            <a:ext cx="296863"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CW</a:t>
            </a:r>
            <a:endParaRPr lang="en-US" altLang="zh-CN" sz="1800" b="0" dirty="0">
              <a:solidFill>
                <a:schemeClr val="tx1"/>
              </a:solidFill>
              <a:latin typeface="Arial" panose="020B0604020202020204" pitchFamily="34" charset="0"/>
            </a:endParaRPr>
          </a:p>
        </p:txBody>
      </p:sp>
      <p:sp>
        <p:nvSpPr>
          <p:cNvPr id="87049" name="Rectangle 79"/>
          <p:cNvSpPr/>
          <p:nvPr/>
        </p:nvSpPr>
        <p:spPr>
          <a:xfrm>
            <a:off x="2460625" y="1327150"/>
            <a:ext cx="403225" cy="319088"/>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7050" name="Rectangle 80"/>
          <p:cNvSpPr/>
          <p:nvPr/>
        </p:nvSpPr>
        <p:spPr>
          <a:xfrm>
            <a:off x="2468563" y="1439863"/>
            <a:ext cx="3365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LSB</a:t>
            </a:r>
            <a:endParaRPr lang="en-US" altLang="zh-CN" sz="1800" b="0" dirty="0">
              <a:solidFill>
                <a:schemeClr val="tx1"/>
              </a:solidFill>
              <a:latin typeface="Arial" panose="020B0604020202020204" pitchFamily="34" charset="0"/>
            </a:endParaRPr>
          </a:p>
        </p:txBody>
      </p:sp>
      <p:grpSp>
        <p:nvGrpSpPr>
          <p:cNvPr id="87051" name="Group 81"/>
          <p:cNvGrpSpPr/>
          <p:nvPr/>
        </p:nvGrpSpPr>
        <p:grpSpPr>
          <a:xfrm>
            <a:off x="1155700" y="1012825"/>
            <a:ext cx="6918325" cy="315913"/>
            <a:chOff x="906" y="1320"/>
            <a:chExt cx="4358" cy="199"/>
          </a:xfrm>
        </p:grpSpPr>
        <p:grpSp>
          <p:nvGrpSpPr>
            <p:cNvPr id="87090" name="Group 82"/>
            <p:cNvGrpSpPr/>
            <p:nvPr/>
          </p:nvGrpSpPr>
          <p:grpSpPr>
            <a:xfrm>
              <a:off x="1095" y="1320"/>
              <a:ext cx="380" cy="199"/>
              <a:chOff x="1095" y="1320"/>
              <a:chExt cx="380" cy="199"/>
            </a:xfrm>
          </p:grpSpPr>
          <p:sp>
            <p:nvSpPr>
              <p:cNvPr id="87142" name="Line 83"/>
              <p:cNvSpPr/>
              <p:nvPr/>
            </p:nvSpPr>
            <p:spPr>
              <a:xfrm>
                <a:off x="1159" y="1320"/>
                <a:ext cx="125" cy="1"/>
              </a:xfrm>
              <a:prstGeom prst="line">
                <a:avLst/>
              </a:prstGeom>
              <a:ln w="14288" cap="flat" cmpd="sng">
                <a:solidFill>
                  <a:srgbClr val="000000"/>
                </a:solidFill>
                <a:prstDash val="solid"/>
                <a:headEnd type="none" w="med" len="med"/>
                <a:tailEnd type="none" w="med" len="med"/>
              </a:ln>
            </p:spPr>
          </p:sp>
          <p:sp>
            <p:nvSpPr>
              <p:cNvPr id="87143" name="Line 84"/>
              <p:cNvSpPr/>
              <p:nvPr/>
            </p:nvSpPr>
            <p:spPr>
              <a:xfrm flipH="1">
                <a:off x="1095" y="1320"/>
                <a:ext cx="64" cy="198"/>
              </a:xfrm>
              <a:prstGeom prst="line">
                <a:avLst/>
              </a:prstGeom>
              <a:ln w="14288" cap="flat" cmpd="sng">
                <a:solidFill>
                  <a:srgbClr val="000000"/>
                </a:solidFill>
                <a:prstDash val="solid"/>
                <a:headEnd type="none" w="med" len="med"/>
                <a:tailEnd type="none" w="med" len="med"/>
              </a:ln>
            </p:spPr>
          </p:sp>
          <p:sp>
            <p:nvSpPr>
              <p:cNvPr id="87144" name="Line 85"/>
              <p:cNvSpPr/>
              <p:nvPr/>
            </p:nvSpPr>
            <p:spPr>
              <a:xfrm>
                <a:off x="1284" y="1320"/>
                <a:ext cx="64" cy="198"/>
              </a:xfrm>
              <a:prstGeom prst="line">
                <a:avLst/>
              </a:prstGeom>
              <a:ln w="14288" cap="flat" cmpd="sng">
                <a:solidFill>
                  <a:srgbClr val="000000"/>
                </a:solidFill>
                <a:prstDash val="solid"/>
                <a:headEnd type="none" w="med" len="med"/>
                <a:tailEnd type="none" w="med" len="med"/>
              </a:ln>
            </p:spPr>
          </p:sp>
          <p:sp>
            <p:nvSpPr>
              <p:cNvPr id="87145" name="Line 86"/>
              <p:cNvSpPr/>
              <p:nvPr/>
            </p:nvSpPr>
            <p:spPr>
              <a:xfrm>
                <a:off x="1348" y="1518"/>
                <a:ext cx="127" cy="1"/>
              </a:xfrm>
              <a:prstGeom prst="line">
                <a:avLst/>
              </a:prstGeom>
              <a:ln w="14288" cap="flat" cmpd="sng">
                <a:solidFill>
                  <a:srgbClr val="000000"/>
                </a:solidFill>
                <a:prstDash val="solid"/>
                <a:headEnd type="none" w="med" len="med"/>
                <a:tailEnd type="none" w="med" len="med"/>
              </a:ln>
            </p:spPr>
          </p:sp>
        </p:grpSp>
        <p:grpSp>
          <p:nvGrpSpPr>
            <p:cNvPr id="87091" name="Group 87"/>
            <p:cNvGrpSpPr/>
            <p:nvPr/>
          </p:nvGrpSpPr>
          <p:grpSpPr>
            <a:xfrm>
              <a:off x="1475" y="1320"/>
              <a:ext cx="378" cy="199"/>
              <a:chOff x="1475" y="1320"/>
              <a:chExt cx="378" cy="199"/>
            </a:xfrm>
          </p:grpSpPr>
          <p:sp>
            <p:nvSpPr>
              <p:cNvPr id="87138" name="Line 88"/>
              <p:cNvSpPr/>
              <p:nvPr/>
            </p:nvSpPr>
            <p:spPr>
              <a:xfrm>
                <a:off x="1537" y="1320"/>
                <a:ext cx="127" cy="1"/>
              </a:xfrm>
              <a:prstGeom prst="line">
                <a:avLst/>
              </a:prstGeom>
              <a:ln w="14288" cap="flat" cmpd="sng">
                <a:solidFill>
                  <a:srgbClr val="000000"/>
                </a:solidFill>
                <a:prstDash val="solid"/>
                <a:headEnd type="none" w="med" len="med"/>
                <a:tailEnd type="none" w="med" len="med"/>
              </a:ln>
            </p:spPr>
          </p:sp>
          <p:sp>
            <p:nvSpPr>
              <p:cNvPr id="87139" name="Line 89"/>
              <p:cNvSpPr/>
              <p:nvPr/>
            </p:nvSpPr>
            <p:spPr>
              <a:xfrm flipH="1">
                <a:off x="1475" y="1320"/>
                <a:ext cx="62" cy="198"/>
              </a:xfrm>
              <a:prstGeom prst="line">
                <a:avLst/>
              </a:prstGeom>
              <a:ln w="14288" cap="flat" cmpd="sng">
                <a:solidFill>
                  <a:srgbClr val="000000"/>
                </a:solidFill>
                <a:prstDash val="solid"/>
                <a:headEnd type="none" w="med" len="med"/>
                <a:tailEnd type="none" w="med" len="med"/>
              </a:ln>
            </p:spPr>
          </p:sp>
          <p:sp>
            <p:nvSpPr>
              <p:cNvPr id="87140" name="Line 90"/>
              <p:cNvSpPr/>
              <p:nvPr/>
            </p:nvSpPr>
            <p:spPr>
              <a:xfrm>
                <a:off x="1664" y="1320"/>
                <a:ext cx="64" cy="198"/>
              </a:xfrm>
              <a:prstGeom prst="line">
                <a:avLst/>
              </a:prstGeom>
              <a:ln w="14288" cap="flat" cmpd="sng">
                <a:solidFill>
                  <a:srgbClr val="000000"/>
                </a:solidFill>
                <a:prstDash val="solid"/>
                <a:headEnd type="none" w="med" len="med"/>
                <a:tailEnd type="none" w="med" len="med"/>
              </a:ln>
            </p:spPr>
          </p:sp>
          <p:sp>
            <p:nvSpPr>
              <p:cNvPr id="87141" name="Line 91"/>
              <p:cNvSpPr/>
              <p:nvPr/>
            </p:nvSpPr>
            <p:spPr>
              <a:xfrm>
                <a:off x="1728" y="1518"/>
                <a:ext cx="125" cy="1"/>
              </a:xfrm>
              <a:prstGeom prst="line">
                <a:avLst/>
              </a:prstGeom>
              <a:ln w="14288" cap="flat" cmpd="sng">
                <a:solidFill>
                  <a:srgbClr val="000000"/>
                </a:solidFill>
                <a:prstDash val="solid"/>
                <a:headEnd type="none" w="med" len="med"/>
                <a:tailEnd type="none" w="med" len="med"/>
              </a:ln>
            </p:spPr>
          </p:sp>
        </p:grpSp>
        <p:grpSp>
          <p:nvGrpSpPr>
            <p:cNvPr id="87092" name="Group 92"/>
            <p:cNvGrpSpPr/>
            <p:nvPr/>
          </p:nvGrpSpPr>
          <p:grpSpPr>
            <a:xfrm>
              <a:off x="1853" y="1320"/>
              <a:ext cx="380" cy="199"/>
              <a:chOff x="1853" y="1320"/>
              <a:chExt cx="380" cy="199"/>
            </a:xfrm>
          </p:grpSpPr>
          <p:sp>
            <p:nvSpPr>
              <p:cNvPr id="87134" name="Line 93"/>
              <p:cNvSpPr/>
              <p:nvPr/>
            </p:nvSpPr>
            <p:spPr>
              <a:xfrm>
                <a:off x="1917" y="1320"/>
                <a:ext cx="125" cy="1"/>
              </a:xfrm>
              <a:prstGeom prst="line">
                <a:avLst/>
              </a:prstGeom>
              <a:ln w="14288" cap="flat" cmpd="sng">
                <a:solidFill>
                  <a:srgbClr val="000000"/>
                </a:solidFill>
                <a:prstDash val="solid"/>
                <a:headEnd type="none" w="med" len="med"/>
                <a:tailEnd type="none" w="med" len="med"/>
              </a:ln>
            </p:spPr>
          </p:sp>
          <p:sp>
            <p:nvSpPr>
              <p:cNvPr id="87135" name="Line 94"/>
              <p:cNvSpPr/>
              <p:nvPr/>
            </p:nvSpPr>
            <p:spPr>
              <a:xfrm flipH="1">
                <a:off x="1853" y="1320"/>
                <a:ext cx="64" cy="198"/>
              </a:xfrm>
              <a:prstGeom prst="line">
                <a:avLst/>
              </a:prstGeom>
              <a:ln w="14288" cap="flat" cmpd="sng">
                <a:solidFill>
                  <a:srgbClr val="000000"/>
                </a:solidFill>
                <a:prstDash val="solid"/>
                <a:headEnd type="none" w="med" len="med"/>
                <a:tailEnd type="none" w="med" len="med"/>
              </a:ln>
            </p:spPr>
          </p:sp>
          <p:sp>
            <p:nvSpPr>
              <p:cNvPr id="87136" name="Line 95"/>
              <p:cNvSpPr/>
              <p:nvPr/>
            </p:nvSpPr>
            <p:spPr>
              <a:xfrm>
                <a:off x="2042" y="1320"/>
                <a:ext cx="64" cy="198"/>
              </a:xfrm>
              <a:prstGeom prst="line">
                <a:avLst/>
              </a:prstGeom>
              <a:ln w="14288" cap="flat" cmpd="sng">
                <a:solidFill>
                  <a:srgbClr val="000000"/>
                </a:solidFill>
                <a:prstDash val="solid"/>
                <a:headEnd type="none" w="med" len="med"/>
                <a:tailEnd type="none" w="med" len="med"/>
              </a:ln>
            </p:spPr>
          </p:sp>
          <p:sp>
            <p:nvSpPr>
              <p:cNvPr id="87137" name="Line 96"/>
              <p:cNvSpPr/>
              <p:nvPr/>
            </p:nvSpPr>
            <p:spPr>
              <a:xfrm>
                <a:off x="2106" y="1518"/>
                <a:ext cx="127" cy="1"/>
              </a:xfrm>
              <a:prstGeom prst="line">
                <a:avLst/>
              </a:prstGeom>
              <a:ln w="14288" cap="flat" cmpd="sng">
                <a:solidFill>
                  <a:srgbClr val="000000"/>
                </a:solidFill>
                <a:prstDash val="solid"/>
                <a:headEnd type="none" w="med" len="med"/>
                <a:tailEnd type="none" w="med" len="med"/>
              </a:ln>
            </p:spPr>
          </p:sp>
        </p:grpSp>
        <p:grpSp>
          <p:nvGrpSpPr>
            <p:cNvPr id="87093" name="Group 97"/>
            <p:cNvGrpSpPr/>
            <p:nvPr/>
          </p:nvGrpSpPr>
          <p:grpSpPr>
            <a:xfrm>
              <a:off x="2233" y="1320"/>
              <a:ext cx="378" cy="199"/>
              <a:chOff x="2233" y="1320"/>
              <a:chExt cx="378" cy="199"/>
            </a:xfrm>
          </p:grpSpPr>
          <p:sp>
            <p:nvSpPr>
              <p:cNvPr id="87130" name="Line 98"/>
              <p:cNvSpPr/>
              <p:nvPr/>
            </p:nvSpPr>
            <p:spPr>
              <a:xfrm>
                <a:off x="2295" y="1320"/>
                <a:ext cx="127" cy="1"/>
              </a:xfrm>
              <a:prstGeom prst="line">
                <a:avLst/>
              </a:prstGeom>
              <a:ln w="14288" cap="flat" cmpd="sng">
                <a:solidFill>
                  <a:srgbClr val="000000"/>
                </a:solidFill>
                <a:prstDash val="solid"/>
                <a:headEnd type="none" w="med" len="med"/>
                <a:tailEnd type="none" w="med" len="med"/>
              </a:ln>
            </p:spPr>
          </p:sp>
          <p:sp>
            <p:nvSpPr>
              <p:cNvPr id="87131" name="Line 99"/>
              <p:cNvSpPr/>
              <p:nvPr/>
            </p:nvSpPr>
            <p:spPr>
              <a:xfrm flipH="1">
                <a:off x="2233" y="1320"/>
                <a:ext cx="62" cy="198"/>
              </a:xfrm>
              <a:prstGeom prst="line">
                <a:avLst/>
              </a:prstGeom>
              <a:ln w="14288" cap="flat" cmpd="sng">
                <a:solidFill>
                  <a:srgbClr val="000000"/>
                </a:solidFill>
                <a:prstDash val="solid"/>
                <a:headEnd type="none" w="med" len="med"/>
                <a:tailEnd type="none" w="med" len="med"/>
              </a:ln>
            </p:spPr>
          </p:sp>
          <p:sp>
            <p:nvSpPr>
              <p:cNvPr id="87132" name="Line 100"/>
              <p:cNvSpPr/>
              <p:nvPr/>
            </p:nvSpPr>
            <p:spPr>
              <a:xfrm>
                <a:off x="2422" y="1320"/>
                <a:ext cx="63" cy="198"/>
              </a:xfrm>
              <a:prstGeom prst="line">
                <a:avLst/>
              </a:prstGeom>
              <a:ln w="14288" cap="flat" cmpd="sng">
                <a:solidFill>
                  <a:srgbClr val="000000"/>
                </a:solidFill>
                <a:prstDash val="solid"/>
                <a:headEnd type="none" w="med" len="med"/>
                <a:tailEnd type="none" w="med" len="med"/>
              </a:ln>
            </p:spPr>
          </p:sp>
          <p:sp>
            <p:nvSpPr>
              <p:cNvPr id="87133" name="Line 101"/>
              <p:cNvSpPr/>
              <p:nvPr/>
            </p:nvSpPr>
            <p:spPr>
              <a:xfrm>
                <a:off x="2485" y="1518"/>
                <a:ext cx="126" cy="1"/>
              </a:xfrm>
              <a:prstGeom prst="line">
                <a:avLst/>
              </a:prstGeom>
              <a:ln w="14288" cap="flat" cmpd="sng">
                <a:solidFill>
                  <a:srgbClr val="000000"/>
                </a:solidFill>
                <a:prstDash val="solid"/>
                <a:headEnd type="none" w="med" len="med"/>
                <a:tailEnd type="none" w="med" len="med"/>
              </a:ln>
            </p:spPr>
          </p:sp>
        </p:grpSp>
        <p:grpSp>
          <p:nvGrpSpPr>
            <p:cNvPr id="87094" name="Group 102"/>
            <p:cNvGrpSpPr/>
            <p:nvPr/>
          </p:nvGrpSpPr>
          <p:grpSpPr>
            <a:xfrm>
              <a:off x="2611" y="1320"/>
              <a:ext cx="380" cy="199"/>
              <a:chOff x="2611" y="1320"/>
              <a:chExt cx="380" cy="199"/>
            </a:xfrm>
          </p:grpSpPr>
          <p:sp>
            <p:nvSpPr>
              <p:cNvPr id="87126" name="Line 103"/>
              <p:cNvSpPr/>
              <p:nvPr/>
            </p:nvSpPr>
            <p:spPr>
              <a:xfrm>
                <a:off x="2674" y="1320"/>
                <a:ext cx="126" cy="1"/>
              </a:xfrm>
              <a:prstGeom prst="line">
                <a:avLst/>
              </a:prstGeom>
              <a:ln w="14288" cap="flat" cmpd="sng">
                <a:solidFill>
                  <a:srgbClr val="000000"/>
                </a:solidFill>
                <a:prstDash val="solid"/>
                <a:headEnd type="none" w="med" len="med"/>
                <a:tailEnd type="none" w="med" len="med"/>
              </a:ln>
            </p:spPr>
          </p:sp>
          <p:sp>
            <p:nvSpPr>
              <p:cNvPr id="87127" name="Line 104"/>
              <p:cNvSpPr/>
              <p:nvPr/>
            </p:nvSpPr>
            <p:spPr>
              <a:xfrm flipH="1">
                <a:off x="2611" y="1320"/>
                <a:ext cx="63" cy="198"/>
              </a:xfrm>
              <a:prstGeom prst="line">
                <a:avLst/>
              </a:prstGeom>
              <a:ln w="14288" cap="flat" cmpd="sng">
                <a:solidFill>
                  <a:srgbClr val="000000"/>
                </a:solidFill>
                <a:prstDash val="solid"/>
                <a:headEnd type="none" w="med" len="med"/>
                <a:tailEnd type="none" w="med" len="med"/>
              </a:ln>
            </p:spPr>
          </p:sp>
          <p:sp>
            <p:nvSpPr>
              <p:cNvPr id="87128" name="Line 105"/>
              <p:cNvSpPr/>
              <p:nvPr/>
            </p:nvSpPr>
            <p:spPr>
              <a:xfrm>
                <a:off x="2800" y="1320"/>
                <a:ext cx="64" cy="198"/>
              </a:xfrm>
              <a:prstGeom prst="line">
                <a:avLst/>
              </a:prstGeom>
              <a:ln w="14288" cap="flat" cmpd="sng">
                <a:solidFill>
                  <a:srgbClr val="000000"/>
                </a:solidFill>
                <a:prstDash val="solid"/>
                <a:headEnd type="none" w="med" len="med"/>
                <a:tailEnd type="none" w="med" len="med"/>
              </a:ln>
            </p:spPr>
          </p:sp>
          <p:sp>
            <p:nvSpPr>
              <p:cNvPr id="87129" name="Line 106"/>
              <p:cNvSpPr/>
              <p:nvPr/>
            </p:nvSpPr>
            <p:spPr>
              <a:xfrm>
                <a:off x="2864" y="1518"/>
                <a:ext cx="127" cy="1"/>
              </a:xfrm>
              <a:prstGeom prst="line">
                <a:avLst/>
              </a:prstGeom>
              <a:ln w="14288" cap="flat" cmpd="sng">
                <a:solidFill>
                  <a:srgbClr val="000000"/>
                </a:solidFill>
                <a:prstDash val="solid"/>
                <a:headEnd type="none" w="med" len="med"/>
                <a:tailEnd type="none" w="med" len="med"/>
              </a:ln>
            </p:spPr>
          </p:sp>
        </p:grpSp>
        <p:grpSp>
          <p:nvGrpSpPr>
            <p:cNvPr id="87095" name="Group 107"/>
            <p:cNvGrpSpPr/>
            <p:nvPr/>
          </p:nvGrpSpPr>
          <p:grpSpPr>
            <a:xfrm>
              <a:off x="2991" y="1320"/>
              <a:ext cx="378" cy="199"/>
              <a:chOff x="2991" y="1320"/>
              <a:chExt cx="378" cy="199"/>
            </a:xfrm>
          </p:grpSpPr>
          <p:sp>
            <p:nvSpPr>
              <p:cNvPr id="87122" name="Line 108"/>
              <p:cNvSpPr/>
              <p:nvPr/>
            </p:nvSpPr>
            <p:spPr>
              <a:xfrm>
                <a:off x="3053" y="1320"/>
                <a:ext cx="127" cy="1"/>
              </a:xfrm>
              <a:prstGeom prst="line">
                <a:avLst/>
              </a:prstGeom>
              <a:ln w="14288" cap="flat" cmpd="sng">
                <a:solidFill>
                  <a:srgbClr val="000000"/>
                </a:solidFill>
                <a:prstDash val="solid"/>
                <a:headEnd type="none" w="med" len="med"/>
                <a:tailEnd type="none" w="med" len="med"/>
              </a:ln>
            </p:spPr>
          </p:sp>
          <p:sp>
            <p:nvSpPr>
              <p:cNvPr id="87123" name="Line 109"/>
              <p:cNvSpPr/>
              <p:nvPr/>
            </p:nvSpPr>
            <p:spPr>
              <a:xfrm flipH="1">
                <a:off x="2991" y="1320"/>
                <a:ext cx="62" cy="198"/>
              </a:xfrm>
              <a:prstGeom prst="line">
                <a:avLst/>
              </a:prstGeom>
              <a:ln w="14288" cap="flat" cmpd="sng">
                <a:solidFill>
                  <a:srgbClr val="000000"/>
                </a:solidFill>
                <a:prstDash val="solid"/>
                <a:headEnd type="none" w="med" len="med"/>
                <a:tailEnd type="none" w="med" len="med"/>
              </a:ln>
            </p:spPr>
          </p:sp>
          <p:sp>
            <p:nvSpPr>
              <p:cNvPr id="87124" name="Line 110"/>
              <p:cNvSpPr/>
              <p:nvPr/>
            </p:nvSpPr>
            <p:spPr>
              <a:xfrm>
                <a:off x="3180" y="1320"/>
                <a:ext cx="63" cy="198"/>
              </a:xfrm>
              <a:prstGeom prst="line">
                <a:avLst/>
              </a:prstGeom>
              <a:ln w="14288" cap="flat" cmpd="sng">
                <a:solidFill>
                  <a:srgbClr val="000000"/>
                </a:solidFill>
                <a:prstDash val="solid"/>
                <a:headEnd type="none" w="med" len="med"/>
                <a:tailEnd type="none" w="med" len="med"/>
              </a:ln>
            </p:spPr>
          </p:sp>
          <p:sp>
            <p:nvSpPr>
              <p:cNvPr id="87125" name="Line 111"/>
              <p:cNvSpPr/>
              <p:nvPr/>
            </p:nvSpPr>
            <p:spPr>
              <a:xfrm>
                <a:off x="3243" y="1518"/>
                <a:ext cx="126" cy="1"/>
              </a:xfrm>
              <a:prstGeom prst="line">
                <a:avLst/>
              </a:prstGeom>
              <a:ln w="14288" cap="flat" cmpd="sng">
                <a:solidFill>
                  <a:srgbClr val="000000"/>
                </a:solidFill>
                <a:prstDash val="solid"/>
                <a:headEnd type="none" w="med" len="med"/>
                <a:tailEnd type="none" w="med" len="med"/>
              </a:ln>
            </p:spPr>
          </p:sp>
        </p:grpSp>
        <p:grpSp>
          <p:nvGrpSpPr>
            <p:cNvPr id="87096" name="Group 112"/>
            <p:cNvGrpSpPr/>
            <p:nvPr/>
          </p:nvGrpSpPr>
          <p:grpSpPr>
            <a:xfrm>
              <a:off x="3369" y="1320"/>
              <a:ext cx="379" cy="199"/>
              <a:chOff x="3369" y="1320"/>
              <a:chExt cx="379" cy="199"/>
            </a:xfrm>
          </p:grpSpPr>
          <p:sp>
            <p:nvSpPr>
              <p:cNvPr id="87118" name="Line 113"/>
              <p:cNvSpPr/>
              <p:nvPr/>
            </p:nvSpPr>
            <p:spPr>
              <a:xfrm>
                <a:off x="3432" y="1320"/>
                <a:ext cx="126" cy="1"/>
              </a:xfrm>
              <a:prstGeom prst="line">
                <a:avLst/>
              </a:prstGeom>
              <a:ln w="14288" cap="flat" cmpd="sng">
                <a:solidFill>
                  <a:srgbClr val="000000"/>
                </a:solidFill>
                <a:prstDash val="solid"/>
                <a:headEnd type="none" w="med" len="med"/>
                <a:tailEnd type="none" w="med" len="med"/>
              </a:ln>
            </p:spPr>
          </p:sp>
          <p:sp>
            <p:nvSpPr>
              <p:cNvPr id="87119" name="Line 114"/>
              <p:cNvSpPr/>
              <p:nvPr/>
            </p:nvSpPr>
            <p:spPr>
              <a:xfrm flipH="1">
                <a:off x="3369" y="1320"/>
                <a:ext cx="63" cy="198"/>
              </a:xfrm>
              <a:prstGeom prst="line">
                <a:avLst/>
              </a:prstGeom>
              <a:ln w="14288" cap="flat" cmpd="sng">
                <a:solidFill>
                  <a:srgbClr val="000000"/>
                </a:solidFill>
                <a:prstDash val="solid"/>
                <a:headEnd type="none" w="med" len="med"/>
                <a:tailEnd type="none" w="med" len="med"/>
              </a:ln>
            </p:spPr>
          </p:sp>
          <p:sp>
            <p:nvSpPr>
              <p:cNvPr id="87120" name="Line 115"/>
              <p:cNvSpPr/>
              <p:nvPr/>
            </p:nvSpPr>
            <p:spPr>
              <a:xfrm>
                <a:off x="3558" y="1320"/>
                <a:ext cx="63" cy="198"/>
              </a:xfrm>
              <a:prstGeom prst="line">
                <a:avLst/>
              </a:prstGeom>
              <a:ln w="14288" cap="flat" cmpd="sng">
                <a:solidFill>
                  <a:srgbClr val="000000"/>
                </a:solidFill>
                <a:prstDash val="solid"/>
                <a:headEnd type="none" w="med" len="med"/>
                <a:tailEnd type="none" w="med" len="med"/>
              </a:ln>
            </p:spPr>
          </p:sp>
          <p:sp>
            <p:nvSpPr>
              <p:cNvPr id="87121" name="Line 116"/>
              <p:cNvSpPr/>
              <p:nvPr/>
            </p:nvSpPr>
            <p:spPr>
              <a:xfrm>
                <a:off x="3621" y="1518"/>
                <a:ext cx="127" cy="1"/>
              </a:xfrm>
              <a:prstGeom prst="line">
                <a:avLst/>
              </a:prstGeom>
              <a:ln w="14288" cap="flat" cmpd="sng">
                <a:solidFill>
                  <a:srgbClr val="000000"/>
                </a:solidFill>
                <a:prstDash val="solid"/>
                <a:headEnd type="none" w="med" len="med"/>
                <a:tailEnd type="none" w="med" len="med"/>
              </a:ln>
            </p:spPr>
          </p:sp>
        </p:grpSp>
        <p:grpSp>
          <p:nvGrpSpPr>
            <p:cNvPr id="87097" name="Group 117"/>
            <p:cNvGrpSpPr/>
            <p:nvPr/>
          </p:nvGrpSpPr>
          <p:grpSpPr>
            <a:xfrm>
              <a:off x="3748" y="1320"/>
              <a:ext cx="379" cy="199"/>
              <a:chOff x="3748" y="1320"/>
              <a:chExt cx="379" cy="199"/>
            </a:xfrm>
          </p:grpSpPr>
          <p:sp>
            <p:nvSpPr>
              <p:cNvPr id="87114" name="Line 118"/>
              <p:cNvSpPr/>
              <p:nvPr/>
            </p:nvSpPr>
            <p:spPr>
              <a:xfrm>
                <a:off x="3811" y="1320"/>
                <a:ext cx="127" cy="1"/>
              </a:xfrm>
              <a:prstGeom prst="line">
                <a:avLst/>
              </a:prstGeom>
              <a:ln w="14288" cap="flat" cmpd="sng">
                <a:solidFill>
                  <a:srgbClr val="000000"/>
                </a:solidFill>
                <a:prstDash val="solid"/>
                <a:headEnd type="none" w="med" len="med"/>
                <a:tailEnd type="none" w="med" len="med"/>
              </a:ln>
            </p:spPr>
          </p:sp>
          <p:sp>
            <p:nvSpPr>
              <p:cNvPr id="87115" name="Line 119"/>
              <p:cNvSpPr/>
              <p:nvPr/>
            </p:nvSpPr>
            <p:spPr>
              <a:xfrm flipH="1">
                <a:off x="3748" y="1320"/>
                <a:ext cx="63" cy="198"/>
              </a:xfrm>
              <a:prstGeom prst="line">
                <a:avLst/>
              </a:prstGeom>
              <a:ln w="14288" cap="flat" cmpd="sng">
                <a:solidFill>
                  <a:srgbClr val="000000"/>
                </a:solidFill>
                <a:prstDash val="solid"/>
                <a:headEnd type="none" w="med" len="med"/>
                <a:tailEnd type="none" w="med" len="med"/>
              </a:ln>
            </p:spPr>
          </p:sp>
          <p:sp>
            <p:nvSpPr>
              <p:cNvPr id="87116" name="Line 120"/>
              <p:cNvSpPr/>
              <p:nvPr/>
            </p:nvSpPr>
            <p:spPr>
              <a:xfrm>
                <a:off x="3938" y="1320"/>
                <a:ext cx="63" cy="198"/>
              </a:xfrm>
              <a:prstGeom prst="line">
                <a:avLst/>
              </a:prstGeom>
              <a:ln w="14288" cap="flat" cmpd="sng">
                <a:solidFill>
                  <a:srgbClr val="000000"/>
                </a:solidFill>
                <a:prstDash val="solid"/>
                <a:headEnd type="none" w="med" len="med"/>
                <a:tailEnd type="none" w="med" len="med"/>
              </a:ln>
            </p:spPr>
          </p:sp>
          <p:sp>
            <p:nvSpPr>
              <p:cNvPr id="87117" name="Line 121"/>
              <p:cNvSpPr/>
              <p:nvPr/>
            </p:nvSpPr>
            <p:spPr>
              <a:xfrm>
                <a:off x="4001" y="1518"/>
                <a:ext cx="126" cy="1"/>
              </a:xfrm>
              <a:prstGeom prst="line">
                <a:avLst/>
              </a:prstGeom>
              <a:ln w="14288" cap="flat" cmpd="sng">
                <a:solidFill>
                  <a:srgbClr val="000000"/>
                </a:solidFill>
                <a:prstDash val="solid"/>
                <a:headEnd type="none" w="med" len="med"/>
                <a:tailEnd type="none" w="med" len="med"/>
              </a:ln>
            </p:spPr>
          </p:sp>
        </p:grpSp>
        <p:grpSp>
          <p:nvGrpSpPr>
            <p:cNvPr id="87098" name="Group 122"/>
            <p:cNvGrpSpPr/>
            <p:nvPr/>
          </p:nvGrpSpPr>
          <p:grpSpPr>
            <a:xfrm>
              <a:off x="4127" y="1320"/>
              <a:ext cx="379" cy="199"/>
              <a:chOff x="4127" y="1320"/>
              <a:chExt cx="379" cy="199"/>
            </a:xfrm>
          </p:grpSpPr>
          <p:sp>
            <p:nvSpPr>
              <p:cNvPr id="87110" name="Line 123"/>
              <p:cNvSpPr/>
              <p:nvPr/>
            </p:nvSpPr>
            <p:spPr>
              <a:xfrm>
                <a:off x="4190" y="1320"/>
                <a:ext cx="126" cy="1"/>
              </a:xfrm>
              <a:prstGeom prst="line">
                <a:avLst/>
              </a:prstGeom>
              <a:ln w="14288" cap="flat" cmpd="sng">
                <a:solidFill>
                  <a:srgbClr val="000000"/>
                </a:solidFill>
                <a:prstDash val="solid"/>
                <a:headEnd type="none" w="med" len="med"/>
                <a:tailEnd type="none" w="med" len="med"/>
              </a:ln>
            </p:spPr>
          </p:sp>
          <p:sp>
            <p:nvSpPr>
              <p:cNvPr id="87111" name="Line 124"/>
              <p:cNvSpPr/>
              <p:nvPr/>
            </p:nvSpPr>
            <p:spPr>
              <a:xfrm flipH="1">
                <a:off x="4127" y="1320"/>
                <a:ext cx="63" cy="198"/>
              </a:xfrm>
              <a:prstGeom prst="line">
                <a:avLst/>
              </a:prstGeom>
              <a:ln w="14288" cap="flat" cmpd="sng">
                <a:solidFill>
                  <a:srgbClr val="000000"/>
                </a:solidFill>
                <a:prstDash val="solid"/>
                <a:headEnd type="none" w="med" len="med"/>
                <a:tailEnd type="none" w="med" len="med"/>
              </a:ln>
            </p:spPr>
          </p:sp>
          <p:sp>
            <p:nvSpPr>
              <p:cNvPr id="87112" name="Line 125"/>
              <p:cNvSpPr/>
              <p:nvPr/>
            </p:nvSpPr>
            <p:spPr>
              <a:xfrm>
                <a:off x="4316" y="1320"/>
                <a:ext cx="63" cy="198"/>
              </a:xfrm>
              <a:prstGeom prst="line">
                <a:avLst/>
              </a:prstGeom>
              <a:ln w="14288" cap="flat" cmpd="sng">
                <a:solidFill>
                  <a:srgbClr val="000000"/>
                </a:solidFill>
                <a:prstDash val="solid"/>
                <a:headEnd type="none" w="med" len="med"/>
                <a:tailEnd type="none" w="med" len="med"/>
              </a:ln>
            </p:spPr>
          </p:sp>
          <p:sp>
            <p:nvSpPr>
              <p:cNvPr id="87113" name="Line 126"/>
              <p:cNvSpPr/>
              <p:nvPr/>
            </p:nvSpPr>
            <p:spPr>
              <a:xfrm>
                <a:off x="4379" y="1518"/>
                <a:ext cx="127" cy="1"/>
              </a:xfrm>
              <a:prstGeom prst="line">
                <a:avLst/>
              </a:prstGeom>
              <a:ln w="14288" cap="flat" cmpd="sng">
                <a:solidFill>
                  <a:srgbClr val="000000"/>
                </a:solidFill>
                <a:prstDash val="solid"/>
                <a:headEnd type="none" w="med" len="med"/>
                <a:tailEnd type="none" w="med" len="med"/>
              </a:ln>
            </p:spPr>
          </p:sp>
        </p:grpSp>
        <p:grpSp>
          <p:nvGrpSpPr>
            <p:cNvPr id="87099" name="Group 127"/>
            <p:cNvGrpSpPr/>
            <p:nvPr/>
          </p:nvGrpSpPr>
          <p:grpSpPr>
            <a:xfrm>
              <a:off x="4506" y="1320"/>
              <a:ext cx="378" cy="199"/>
              <a:chOff x="4506" y="1320"/>
              <a:chExt cx="378" cy="199"/>
            </a:xfrm>
          </p:grpSpPr>
          <p:sp>
            <p:nvSpPr>
              <p:cNvPr id="87106" name="Line 128"/>
              <p:cNvSpPr/>
              <p:nvPr/>
            </p:nvSpPr>
            <p:spPr>
              <a:xfrm>
                <a:off x="4568" y="1320"/>
                <a:ext cx="127" cy="1"/>
              </a:xfrm>
              <a:prstGeom prst="line">
                <a:avLst/>
              </a:prstGeom>
              <a:ln w="14288" cap="flat" cmpd="sng">
                <a:solidFill>
                  <a:srgbClr val="000000"/>
                </a:solidFill>
                <a:prstDash val="solid"/>
                <a:headEnd type="none" w="med" len="med"/>
                <a:tailEnd type="none" w="med" len="med"/>
              </a:ln>
            </p:spPr>
          </p:sp>
          <p:sp>
            <p:nvSpPr>
              <p:cNvPr id="87107" name="Line 129"/>
              <p:cNvSpPr/>
              <p:nvPr/>
            </p:nvSpPr>
            <p:spPr>
              <a:xfrm flipH="1">
                <a:off x="4506" y="1320"/>
                <a:ext cx="62" cy="198"/>
              </a:xfrm>
              <a:prstGeom prst="line">
                <a:avLst/>
              </a:prstGeom>
              <a:ln w="14288" cap="flat" cmpd="sng">
                <a:solidFill>
                  <a:srgbClr val="000000"/>
                </a:solidFill>
                <a:prstDash val="solid"/>
                <a:headEnd type="none" w="med" len="med"/>
                <a:tailEnd type="none" w="med" len="med"/>
              </a:ln>
            </p:spPr>
          </p:sp>
          <p:sp>
            <p:nvSpPr>
              <p:cNvPr id="87108" name="Line 130"/>
              <p:cNvSpPr/>
              <p:nvPr/>
            </p:nvSpPr>
            <p:spPr>
              <a:xfrm>
                <a:off x="4695" y="1320"/>
                <a:ext cx="64" cy="198"/>
              </a:xfrm>
              <a:prstGeom prst="line">
                <a:avLst/>
              </a:prstGeom>
              <a:ln w="14288" cap="flat" cmpd="sng">
                <a:solidFill>
                  <a:srgbClr val="000000"/>
                </a:solidFill>
                <a:prstDash val="solid"/>
                <a:headEnd type="none" w="med" len="med"/>
                <a:tailEnd type="none" w="med" len="med"/>
              </a:ln>
            </p:spPr>
          </p:sp>
          <p:sp>
            <p:nvSpPr>
              <p:cNvPr id="87109" name="Line 131"/>
              <p:cNvSpPr/>
              <p:nvPr/>
            </p:nvSpPr>
            <p:spPr>
              <a:xfrm>
                <a:off x="4759" y="1518"/>
                <a:ext cx="125" cy="1"/>
              </a:xfrm>
              <a:prstGeom prst="line">
                <a:avLst/>
              </a:prstGeom>
              <a:ln w="14288" cap="flat" cmpd="sng">
                <a:solidFill>
                  <a:srgbClr val="000000"/>
                </a:solidFill>
                <a:prstDash val="solid"/>
                <a:headEnd type="none" w="med" len="med"/>
                <a:tailEnd type="none" w="med" len="med"/>
              </a:ln>
            </p:spPr>
          </p:sp>
        </p:grpSp>
        <p:grpSp>
          <p:nvGrpSpPr>
            <p:cNvPr id="87100" name="Group 132"/>
            <p:cNvGrpSpPr/>
            <p:nvPr/>
          </p:nvGrpSpPr>
          <p:grpSpPr>
            <a:xfrm>
              <a:off x="4884" y="1320"/>
              <a:ext cx="380" cy="199"/>
              <a:chOff x="4884" y="1320"/>
              <a:chExt cx="380" cy="199"/>
            </a:xfrm>
          </p:grpSpPr>
          <p:sp>
            <p:nvSpPr>
              <p:cNvPr id="87102" name="Line 133"/>
              <p:cNvSpPr/>
              <p:nvPr/>
            </p:nvSpPr>
            <p:spPr>
              <a:xfrm>
                <a:off x="4948" y="1320"/>
                <a:ext cx="126" cy="1"/>
              </a:xfrm>
              <a:prstGeom prst="line">
                <a:avLst/>
              </a:prstGeom>
              <a:ln w="14288" cap="flat" cmpd="sng">
                <a:solidFill>
                  <a:srgbClr val="000000"/>
                </a:solidFill>
                <a:prstDash val="solid"/>
                <a:headEnd type="none" w="med" len="med"/>
                <a:tailEnd type="none" w="med" len="med"/>
              </a:ln>
            </p:spPr>
          </p:sp>
          <p:sp>
            <p:nvSpPr>
              <p:cNvPr id="87103" name="Line 134"/>
              <p:cNvSpPr/>
              <p:nvPr/>
            </p:nvSpPr>
            <p:spPr>
              <a:xfrm flipH="1">
                <a:off x="4884" y="1320"/>
                <a:ext cx="64" cy="198"/>
              </a:xfrm>
              <a:prstGeom prst="line">
                <a:avLst/>
              </a:prstGeom>
              <a:ln w="14288" cap="flat" cmpd="sng">
                <a:solidFill>
                  <a:srgbClr val="000000"/>
                </a:solidFill>
                <a:prstDash val="solid"/>
                <a:headEnd type="none" w="med" len="med"/>
                <a:tailEnd type="none" w="med" len="med"/>
              </a:ln>
            </p:spPr>
          </p:sp>
          <p:sp>
            <p:nvSpPr>
              <p:cNvPr id="87104" name="Line 135"/>
              <p:cNvSpPr/>
              <p:nvPr/>
            </p:nvSpPr>
            <p:spPr>
              <a:xfrm>
                <a:off x="5074" y="1320"/>
                <a:ext cx="63" cy="198"/>
              </a:xfrm>
              <a:prstGeom prst="line">
                <a:avLst/>
              </a:prstGeom>
              <a:ln w="14288" cap="flat" cmpd="sng">
                <a:solidFill>
                  <a:srgbClr val="000000"/>
                </a:solidFill>
                <a:prstDash val="solid"/>
                <a:headEnd type="none" w="med" len="med"/>
                <a:tailEnd type="none" w="med" len="med"/>
              </a:ln>
            </p:spPr>
          </p:sp>
          <p:sp>
            <p:nvSpPr>
              <p:cNvPr id="87105" name="Line 136"/>
              <p:cNvSpPr/>
              <p:nvPr/>
            </p:nvSpPr>
            <p:spPr>
              <a:xfrm>
                <a:off x="5137" y="1518"/>
                <a:ext cx="127" cy="1"/>
              </a:xfrm>
              <a:prstGeom prst="line">
                <a:avLst/>
              </a:prstGeom>
              <a:ln w="14288" cap="flat" cmpd="sng">
                <a:solidFill>
                  <a:srgbClr val="000000"/>
                </a:solidFill>
                <a:prstDash val="solid"/>
                <a:headEnd type="none" w="med" len="med"/>
                <a:tailEnd type="none" w="med" len="med"/>
              </a:ln>
            </p:spPr>
          </p:sp>
        </p:grpSp>
        <p:sp>
          <p:nvSpPr>
            <p:cNvPr id="87101" name="Line 137"/>
            <p:cNvSpPr/>
            <p:nvPr/>
          </p:nvSpPr>
          <p:spPr>
            <a:xfrm flipH="1">
              <a:off x="906" y="1518"/>
              <a:ext cx="189" cy="1"/>
            </a:xfrm>
            <a:prstGeom prst="line">
              <a:avLst/>
            </a:prstGeom>
            <a:ln w="14288" cap="flat" cmpd="sng">
              <a:solidFill>
                <a:srgbClr val="000000"/>
              </a:solidFill>
              <a:prstDash val="solid"/>
              <a:headEnd type="none" w="med" len="med"/>
              <a:tailEnd type="none" w="med" len="med"/>
            </a:ln>
          </p:spPr>
        </p:sp>
      </p:grpSp>
      <p:sp>
        <p:nvSpPr>
          <p:cNvPr id="87052" name="Line 255"/>
          <p:cNvSpPr/>
          <p:nvPr/>
        </p:nvSpPr>
        <p:spPr>
          <a:xfrm flipV="1">
            <a:off x="2987675" y="981075"/>
            <a:ext cx="0" cy="1944688"/>
          </a:xfrm>
          <a:prstGeom prst="line">
            <a:avLst/>
          </a:prstGeom>
          <a:ln w="9525" cap="flat" cmpd="sng">
            <a:solidFill>
              <a:schemeClr val="tx1"/>
            </a:solidFill>
            <a:prstDash val="dash"/>
            <a:headEnd type="none" w="med" len="med"/>
            <a:tailEnd type="none" w="med" len="med"/>
          </a:ln>
        </p:spPr>
      </p:sp>
      <p:sp>
        <p:nvSpPr>
          <p:cNvPr id="87053" name="Line 256"/>
          <p:cNvSpPr/>
          <p:nvPr/>
        </p:nvSpPr>
        <p:spPr>
          <a:xfrm flipV="1">
            <a:off x="3563938" y="981075"/>
            <a:ext cx="0" cy="1944688"/>
          </a:xfrm>
          <a:prstGeom prst="line">
            <a:avLst/>
          </a:prstGeom>
          <a:ln w="9525" cap="flat" cmpd="sng">
            <a:solidFill>
              <a:schemeClr val="tx1"/>
            </a:solidFill>
            <a:prstDash val="dash"/>
            <a:headEnd type="none" w="med" len="med"/>
            <a:tailEnd type="none" w="med" len="med"/>
          </a:ln>
        </p:spPr>
      </p:sp>
      <p:sp>
        <p:nvSpPr>
          <p:cNvPr id="87054" name="Line 257"/>
          <p:cNvSpPr/>
          <p:nvPr/>
        </p:nvSpPr>
        <p:spPr>
          <a:xfrm flipV="1">
            <a:off x="4211638" y="981075"/>
            <a:ext cx="0" cy="1944688"/>
          </a:xfrm>
          <a:prstGeom prst="line">
            <a:avLst/>
          </a:prstGeom>
          <a:ln w="9525" cap="flat" cmpd="sng">
            <a:solidFill>
              <a:schemeClr val="tx1"/>
            </a:solidFill>
            <a:prstDash val="dash"/>
            <a:headEnd type="none" w="med" len="med"/>
            <a:tailEnd type="none" w="med" len="med"/>
          </a:ln>
        </p:spPr>
      </p:sp>
      <p:sp>
        <p:nvSpPr>
          <p:cNvPr id="87055" name="Line 258"/>
          <p:cNvSpPr/>
          <p:nvPr/>
        </p:nvSpPr>
        <p:spPr>
          <a:xfrm flipV="1">
            <a:off x="4787900" y="981075"/>
            <a:ext cx="0" cy="1944688"/>
          </a:xfrm>
          <a:prstGeom prst="line">
            <a:avLst/>
          </a:prstGeom>
          <a:ln w="9525" cap="flat" cmpd="sng">
            <a:solidFill>
              <a:schemeClr val="tx1"/>
            </a:solidFill>
            <a:prstDash val="dash"/>
            <a:headEnd type="none" w="med" len="med"/>
            <a:tailEnd type="none" w="med" len="med"/>
          </a:ln>
        </p:spPr>
      </p:sp>
      <p:sp>
        <p:nvSpPr>
          <p:cNvPr id="87056" name="Line 259"/>
          <p:cNvSpPr/>
          <p:nvPr/>
        </p:nvSpPr>
        <p:spPr>
          <a:xfrm flipV="1">
            <a:off x="5435600" y="981075"/>
            <a:ext cx="0" cy="2016125"/>
          </a:xfrm>
          <a:prstGeom prst="line">
            <a:avLst/>
          </a:prstGeom>
          <a:ln w="9525" cap="flat" cmpd="sng">
            <a:solidFill>
              <a:schemeClr val="tx1"/>
            </a:solidFill>
            <a:prstDash val="dash"/>
            <a:headEnd type="none" w="med" len="med"/>
            <a:tailEnd type="none" w="med" len="med"/>
          </a:ln>
        </p:spPr>
      </p:sp>
      <p:sp>
        <p:nvSpPr>
          <p:cNvPr id="87057" name="Line 261"/>
          <p:cNvSpPr/>
          <p:nvPr/>
        </p:nvSpPr>
        <p:spPr>
          <a:xfrm flipV="1">
            <a:off x="4021138" y="1958975"/>
            <a:ext cx="98425" cy="328613"/>
          </a:xfrm>
          <a:prstGeom prst="line">
            <a:avLst/>
          </a:prstGeom>
          <a:ln w="9525" cap="flat" cmpd="sng">
            <a:solidFill>
              <a:srgbClr val="FF3300"/>
            </a:solidFill>
            <a:prstDash val="solid"/>
            <a:headEnd type="none" w="med" len="med"/>
            <a:tailEnd type="none" w="med" len="med"/>
          </a:ln>
        </p:spPr>
      </p:sp>
      <p:sp>
        <p:nvSpPr>
          <p:cNvPr id="87058" name="Line 262"/>
          <p:cNvSpPr/>
          <p:nvPr/>
        </p:nvSpPr>
        <p:spPr>
          <a:xfrm>
            <a:off x="4092575" y="1970088"/>
            <a:ext cx="4008438" cy="19050"/>
          </a:xfrm>
          <a:prstGeom prst="line">
            <a:avLst/>
          </a:prstGeom>
          <a:ln w="9525" cap="flat" cmpd="sng">
            <a:solidFill>
              <a:srgbClr val="FF3300"/>
            </a:solidFill>
            <a:prstDash val="solid"/>
            <a:headEnd type="none" w="med" len="med"/>
            <a:tailEnd type="none" w="med" len="med"/>
          </a:ln>
        </p:spPr>
      </p:sp>
      <p:sp>
        <p:nvSpPr>
          <p:cNvPr id="87059" name="Rectangle 263"/>
          <p:cNvSpPr/>
          <p:nvPr/>
        </p:nvSpPr>
        <p:spPr>
          <a:xfrm>
            <a:off x="755650" y="2387600"/>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87060" name="Rectangle 267"/>
          <p:cNvSpPr/>
          <p:nvPr/>
        </p:nvSpPr>
        <p:spPr>
          <a:xfrm>
            <a:off x="7308850" y="24939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87061" name="Rectangle 268"/>
          <p:cNvSpPr/>
          <p:nvPr/>
        </p:nvSpPr>
        <p:spPr>
          <a:xfrm>
            <a:off x="5434013" y="256857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7062" name="Rectangle 271"/>
          <p:cNvSpPr/>
          <p:nvPr/>
        </p:nvSpPr>
        <p:spPr>
          <a:xfrm>
            <a:off x="4859338" y="25654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87063" name="Rectangle 273"/>
          <p:cNvSpPr/>
          <p:nvPr/>
        </p:nvSpPr>
        <p:spPr>
          <a:xfrm>
            <a:off x="6083300" y="25654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87064" name="Rectangle 274"/>
          <p:cNvSpPr/>
          <p:nvPr/>
        </p:nvSpPr>
        <p:spPr>
          <a:xfrm>
            <a:off x="6731000" y="25654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7065" name="Line 275"/>
          <p:cNvSpPr/>
          <p:nvPr/>
        </p:nvSpPr>
        <p:spPr>
          <a:xfrm flipV="1">
            <a:off x="1330325" y="2493963"/>
            <a:ext cx="4610100" cy="14287"/>
          </a:xfrm>
          <a:prstGeom prst="line">
            <a:avLst/>
          </a:prstGeom>
          <a:ln w="14288" cap="flat" cmpd="sng">
            <a:solidFill>
              <a:srgbClr val="FF3300"/>
            </a:solidFill>
            <a:prstDash val="solid"/>
            <a:headEnd type="none" w="med" len="med"/>
            <a:tailEnd type="none" w="med" len="med"/>
          </a:ln>
        </p:spPr>
      </p:sp>
      <p:grpSp>
        <p:nvGrpSpPr>
          <p:cNvPr id="87066" name="Group 276"/>
          <p:cNvGrpSpPr/>
          <p:nvPr/>
        </p:nvGrpSpPr>
        <p:grpSpPr>
          <a:xfrm>
            <a:off x="1323975" y="2817813"/>
            <a:ext cx="714375" cy="14287"/>
            <a:chOff x="973" y="2832"/>
            <a:chExt cx="450" cy="9"/>
          </a:xfrm>
        </p:grpSpPr>
        <p:sp>
          <p:nvSpPr>
            <p:cNvPr id="87082" name="Freeform 277"/>
            <p:cNvSpPr/>
            <p:nvPr/>
          </p:nvSpPr>
          <p:spPr>
            <a:xfrm>
              <a:off x="973" y="2832"/>
              <a:ext cx="43" cy="9"/>
            </a:xfrm>
            <a:custGeom>
              <a:avLst/>
              <a:gdLst/>
              <a:ahLst/>
              <a:cxnLst>
                <a:cxn ang="0">
                  <a:pos x="5" y="0"/>
                </a:cxn>
                <a:cxn ang="0">
                  <a:pos x="4" y="0"/>
                </a:cxn>
                <a:cxn ang="0">
                  <a:pos x="2" y="2"/>
                </a:cxn>
                <a:cxn ang="0">
                  <a:pos x="1" y="3"/>
                </a:cxn>
                <a:cxn ang="0">
                  <a:pos x="0" y="5"/>
                </a:cxn>
                <a:cxn ang="0">
                  <a:pos x="1" y="6"/>
                </a:cxn>
                <a:cxn ang="0">
                  <a:pos x="2" y="8"/>
                </a:cxn>
                <a:cxn ang="0">
                  <a:pos x="4" y="9"/>
                </a:cxn>
                <a:cxn ang="0">
                  <a:pos x="37" y="9"/>
                </a:cxn>
                <a:cxn ang="0">
                  <a:pos x="39" y="9"/>
                </a:cxn>
                <a:cxn ang="0">
                  <a:pos x="40" y="9"/>
                </a:cxn>
                <a:cxn ang="0">
                  <a:pos x="41" y="8"/>
                </a:cxn>
                <a:cxn ang="0">
                  <a:pos x="43" y="6"/>
                </a:cxn>
                <a:cxn ang="0">
                  <a:pos x="43" y="5"/>
                </a:cxn>
                <a:cxn ang="0">
                  <a:pos x="41" y="3"/>
                </a:cxn>
                <a:cxn ang="0">
                  <a:pos x="40" y="2"/>
                </a:cxn>
                <a:cxn ang="0">
                  <a:pos x="39" y="0"/>
                </a:cxn>
                <a:cxn ang="0">
                  <a:pos x="5" y="0"/>
                </a:cxn>
              </a:cxnLst>
              <a:pathLst>
                <a:path w="43" h="9">
                  <a:moveTo>
                    <a:pt x="5" y="0"/>
                  </a:moveTo>
                  <a:lnTo>
                    <a:pt x="4" y="0"/>
                  </a:lnTo>
                  <a:lnTo>
                    <a:pt x="2" y="2"/>
                  </a:lnTo>
                  <a:lnTo>
                    <a:pt x="1" y="3"/>
                  </a:lnTo>
                  <a:lnTo>
                    <a:pt x="0" y="5"/>
                  </a:lnTo>
                  <a:lnTo>
                    <a:pt x="1" y="6"/>
                  </a:lnTo>
                  <a:lnTo>
                    <a:pt x="2" y="8"/>
                  </a:lnTo>
                  <a:lnTo>
                    <a:pt x="4" y="9"/>
                  </a:lnTo>
                  <a:lnTo>
                    <a:pt x="37" y="9"/>
                  </a:lnTo>
                  <a:lnTo>
                    <a:pt x="39" y="9"/>
                  </a:lnTo>
                  <a:lnTo>
                    <a:pt x="40" y="9"/>
                  </a:lnTo>
                  <a:lnTo>
                    <a:pt x="41" y="8"/>
                  </a:lnTo>
                  <a:lnTo>
                    <a:pt x="43" y="6"/>
                  </a:lnTo>
                  <a:lnTo>
                    <a:pt x="43" y="5"/>
                  </a:lnTo>
                  <a:lnTo>
                    <a:pt x="41" y="3"/>
                  </a:lnTo>
                  <a:lnTo>
                    <a:pt x="40" y="2"/>
                  </a:lnTo>
                  <a:lnTo>
                    <a:pt x="39" y="0"/>
                  </a:lnTo>
                  <a:lnTo>
                    <a:pt x="5" y="0"/>
                  </a:lnTo>
                  <a:close/>
                </a:path>
              </a:pathLst>
            </a:custGeom>
            <a:solidFill>
              <a:srgbClr val="000000">
                <a:alpha val="100000"/>
              </a:srgbClr>
            </a:solidFill>
            <a:ln w="9525" cap="flat" cmpd="sng">
              <a:solidFill>
                <a:srgbClr val="FF3300">
                  <a:alpha val="100000"/>
                </a:srgbClr>
              </a:solidFill>
              <a:prstDash val="solid"/>
              <a:round/>
              <a:headEnd type="none" w="med" len="med"/>
              <a:tailEnd type="none" w="med" len="med"/>
            </a:ln>
          </p:spPr>
          <p:txBody>
            <a:bodyPr/>
            <a:p>
              <a:endParaRPr lang="zh-CN" altLang="en-US"/>
            </a:p>
          </p:txBody>
        </p:sp>
        <p:sp>
          <p:nvSpPr>
            <p:cNvPr id="87083" name="Freeform 278"/>
            <p:cNvSpPr/>
            <p:nvPr/>
          </p:nvSpPr>
          <p:spPr>
            <a:xfrm>
              <a:off x="1033" y="2832"/>
              <a:ext cx="44"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8" y="9"/>
                </a:cxn>
                <a:cxn ang="0">
                  <a:pos x="39" y="9"/>
                </a:cxn>
                <a:cxn ang="0">
                  <a:pos x="41" y="9"/>
                </a:cxn>
                <a:cxn ang="0">
                  <a:pos x="42" y="8"/>
                </a:cxn>
                <a:cxn ang="0">
                  <a:pos x="44" y="6"/>
                </a:cxn>
                <a:cxn ang="0">
                  <a:pos x="44" y="5"/>
                </a:cxn>
                <a:cxn ang="0">
                  <a:pos x="42" y="3"/>
                </a:cxn>
                <a:cxn ang="0">
                  <a:pos x="41" y="2"/>
                </a:cxn>
                <a:cxn ang="0">
                  <a:pos x="39" y="0"/>
                </a:cxn>
                <a:cxn ang="0">
                  <a:pos x="5" y="0"/>
                </a:cxn>
              </a:cxnLst>
              <a:pathLst>
                <a:path w="44" h="9">
                  <a:moveTo>
                    <a:pt x="5" y="0"/>
                  </a:moveTo>
                  <a:lnTo>
                    <a:pt x="3" y="0"/>
                  </a:lnTo>
                  <a:lnTo>
                    <a:pt x="2" y="2"/>
                  </a:lnTo>
                  <a:lnTo>
                    <a:pt x="0" y="3"/>
                  </a:lnTo>
                  <a:lnTo>
                    <a:pt x="0" y="5"/>
                  </a:lnTo>
                  <a:lnTo>
                    <a:pt x="0" y="6"/>
                  </a:lnTo>
                  <a:lnTo>
                    <a:pt x="0" y="8"/>
                  </a:lnTo>
                  <a:lnTo>
                    <a:pt x="2" y="9"/>
                  </a:lnTo>
                  <a:lnTo>
                    <a:pt x="3" y="9"/>
                  </a:lnTo>
                  <a:lnTo>
                    <a:pt x="38" y="9"/>
                  </a:lnTo>
                  <a:lnTo>
                    <a:pt x="39" y="9"/>
                  </a:lnTo>
                  <a:lnTo>
                    <a:pt x="41" y="9"/>
                  </a:lnTo>
                  <a:lnTo>
                    <a:pt x="42" y="8"/>
                  </a:lnTo>
                  <a:lnTo>
                    <a:pt x="44" y="6"/>
                  </a:lnTo>
                  <a:lnTo>
                    <a:pt x="44" y="5"/>
                  </a:lnTo>
                  <a:lnTo>
                    <a:pt x="42" y="3"/>
                  </a:lnTo>
                  <a:lnTo>
                    <a:pt x="41" y="2"/>
                  </a:lnTo>
                  <a:lnTo>
                    <a:pt x="39" y="0"/>
                  </a:lnTo>
                  <a:lnTo>
                    <a:pt x="5" y="0"/>
                  </a:lnTo>
                  <a:close/>
                </a:path>
              </a:pathLst>
            </a:custGeom>
            <a:solidFill>
              <a:srgbClr val="000000">
                <a:alpha val="100000"/>
              </a:srgbClr>
            </a:solidFill>
            <a:ln w="9525" cap="flat" cmpd="sng">
              <a:solidFill>
                <a:srgbClr val="FF3300">
                  <a:alpha val="100000"/>
                </a:srgbClr>
              </a:solidFill>
              <a:prstDash val="solid"/>
              <a:round/>
              <a:headEnd type="none" w="med" len="med"/>
              <a:tailEnd type="none" w="med" len="med"/>
            </a:ln>
          </p:spPr>
          <p:txBody>
            <a:bodyPr/>
            <a:p>
              <a:endParaRPr lang="zh-CN" altLang="en-US"/>
            </a:p>
          </p:txBody>
        </p:sp>
        <p:sp>
          <p:nvSpPr>
            <p:cNvPr id="87084" name="Freeform 279"/>
            <p:cNvSpPr/>
            <p:nvPr/>
          </p:nvSpPr>
          <p:spPr>
            <a:xfrm>
              <a:off x="1094" y="2832"/>
              <a:ext cx="43"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7" y="9"/>
                </a:cxn>
                <a:cxn ang="0">
                  <a:pos x="39" y="9"/>
                </a:cxn>
                <a:cxn ang="0">
                  <a:pos x="40" y="9"/>
                </a:cxn>
                <a:cxn ang="0">
                  <a:pos x="42" y="8"/>
                </a:cxn>
                <a:cxn ang="0">
                  <a:pos x="43" y="6"/>
                </a:cxn>
                <a:cxn ang="0">
                  <a:pos x="43" y="5"/>
                </a:cxn>
                <a:cxn ang="0">
                  <a:pos x="42" y="3"/>
                </a:cxn>
                <a:cxn ang="0">
                  <a:pos x="40" y="2"/>
                </a:cxn>
                <a:cxn ang="0">
                  <a:pos x="39" y="0"/>
                </a:cxn>
                <a:cxn ang="0">
                  <a:pos x="4" y="0"/>
                </a:cxn>
              </a:cxnLst>
              <a:pathLst>
                <a:path w="43" h="9">
                  <a:moveTo>
                    <a:pt x="4" y="0"/>
                  </a:moveTo>
                  <a:lnTo>
                    <a:pt x="3" y="0"/>
                  </a:lnTo>
                  <a:lnTo>
                    <a:pt x="1" y="2"/>
                  </a:lnTo>
                  <a:lnTo>
                    <a:pt x="0" y="3"/>
                  </a:lnTo>
                  <a:lnTo>
                    <a:pt x="0" y="5"/>
                  </a:lnTo>
                  <a:lnTo>
                    <a:pt x="0" y="6"/>
                  </a:lnTo>
                  <a:lnTo>
                    <a:pt x="0" y="8"/>
                  </a:lnTo>
                  <a:lnTo>
                    <a:pt x="1" y="9"/>
                  </a:lnTo>
                  <a:lnTo>
                    <a:pt x="3" y="9"/>
                  </a:lnTo>
                  <a:lnTo>
                    <a:pt x="37" y="9"/>
                  </a:lnTo>
                  <a:lnTo>
                    <a:pt x="39" y="9"/>
                  </a:lnTo>
                  <a:lnTo>
                    <a:pt x="40" y="9"/>
                  </a:lnTo>
                  <a:lnTo>
                    <a:pt x="42" y="8"/>
                  </a:lnTo>
                  <a:lnTo>
                    <a:pt x="43" y="6"/>
                  </a:lnTo>
                  <a:lnTo>
                    <a:pt x="43" y="5"/>
                  </a:lnTo>
                  <a:lnTo>
                    <a:pt x="42" y="3"/>
                  </a:lnTo>
                  <a:lnTo>
                    <a:pt x="40" y="2"/>
                  </a:lnTo>
                  <a:lnTo>
                    <a:pt x="39" y="0"/>
                  </a:lnTo>
                  <a:lnTo>
                    <a:pt x="4" y="0"/>
                  </a:lnTo>
                  <a:close/>
                </a:path>
              </a:pathLst>
            </a:custGeom>
            <a:solidFill>
              <a:srgbClr val="000000">
                <a:alpha val="100000"/>
              </a:srgbClr>
            </a:solidFill>
            <a:ln w="9525" cap="flat" cmpd="sng">
              <a:solidFill>
                <a:srgbClr val="FF3300">
                  <a:alpha val="100000"/>
                </a:srgbClr>
              </a:solidFill>
              <a:prstDash val="solid"/>
              <a:round/>
              <a:headEnd type="none" w="med" len="med"/>
              <a:tailEnd type="none" w="med" len="med"/>
            </a:ln>
          </p:spPr>
          <p:txBody>
            <a:bodyPr/>
            <a:p>
              <a:endParaRPr lang="zh-CN" altLang="en-US"/>
            </a:p>
          </p:txBody>
        </p:sp>
        <p:sp>
          <p:nvSpPr>
            <p:cNvPr id="87085" name="Freeform 280"/>
            <p:cNvSpPr/>
            <p:nvPr/>
          </p:nvSpPr>
          <p:spPr>
            <a:xfrm>
              <a:off x="1154" y="2832"/>
              <a:ext cx="44"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8" y="9"/>
                </a:cxn>
                <a:cxn ang="0">
                  <a:pos x="39" y="9"/>
                </a:cxn>
                <a:cxn ang="0">
                  <a:pos x="41" y="9"/>
                </a:cxn>
                <a:cxn ang="0">
                  <a:pos x="42" y="8"/>
                </a:cxn>
                <a:cxn ang="0">
                  <a:pos x="44" y="6"/>
                </a:cxn>
                <a:cxn ang="0">
                  <a:pos x="44" y="5"/>
                </a:cxn>
                <a:cxn ang="0">
                  <a:pos x="42" y="3"/>
                </a:cxn>
                <a:cxn ang="0">
                  <a:pos x="41" y="2"/>
                </a:cxn>
                <a:cxn ang="0">
                  <a:pos x="39" y="0"/>
                </a:cxn>
                <a:cxn ang="0">
                  <a:pos x="5" y="0"/>
                </a:cxn>
              </a:cxnLst>
              <a:pathLst>
                <a:path w="44" h="9">
                  <a:moveTo>
                    <a:pt x="5" y="0"/>
                  </a:moveTo>
                  <a:lnTo>
                    <a:pt x="3" y="0"/>
                  </a:lnTo>
                  <a:lnTo>
                    <a:pt x="2" y="2"/>
                  </a:lnTo>
                  <a:lnTo>
                    <a:pt x="0" y="3"/>
                  </a:lnTo>
                  <a:lnTo>
                    <a:pt x="0" y="5"/>
                  </a:lnTo>
                  <a:lnTo>
                    <a:pt x="0" y="6"/>
                  </a:lnTo>
                  <a:lnTo>
                    <a:pt x="0" y="8"/>
                  </a:lnTo>
                  <a:lnTo>
                    <a:pt x="2" y="9"/>
                  </a:lnTo>
                  <a:lnTo>
                    <a:pt x="3" y="9"/>
                  </a:lnTo>
                  <a:lnTo>
                    <a:pt x="38" y="9"/>
                  </a:lnTo>
                  <a:lnTo>
                    <a:pt x="39" y="9"/>
                  </a:lnTo>
                  <a:lnTo>
                    <a:pt x="41" y="9"/>
                  </a:lnTo>
                  <a:lnTo>
                    <a:pt x="42" y="8"/>
                  </a:lnTo>
                  <a:lnTo>
                    <a:pt x="44" y="6"/>
                  </a:lnTo>
                  <a:lnTo>
                    <a:pt x="44" y="5"/>
                  </a:lnTo>
                  <a:lnTo>
                    <a:pt x="42" y="3"/>
                  </a:lnTo>
                  <a:lnTo>
                    <a:pt x="41" y="2"/>
                  </a:lnTo>
                  <a:lnTo>
                    <a:pt x="39" y="0"/>
                  </a:lnTo>
                  <a:lnTo>
                    <a:pt x="5" y="0"/>
                  </a:lnTo>
                  <a:close/>
                </a:path>
              </a:pathLst>
            </a:custGeom>
            <a:solidFill>
              <a:srgbClr val="000000">
                <a:alpha val="100000"/>
              </a:srgbClr>
            </a:solidFill>
            <a:ln w="9525" cap="flat" cmpd="sng">
              <a:solidFill>
                <a:srgbClr val="FF3300">
                  <a:alpha val="100000"/>
                </a:srgbClr>
              </a:solidFill>
              <a:prstDash val="solid"/>
              <a:round/>
              <a:headEnd type="none" w="med" len="med"/>
              <a:tailEnd type="none" w="med" len="med"/>
            </a:ln>
          </p:spPr>
          <p:txBody>
            <a:bodyPr/>
            <a:p>
              <a:endParaRPr lang="zh-CN" altLang="en-US"/>
            </a:p>
          </p:txBody>
        </p:sp>
        <p:sp>
          <p:nvSpPr>
            <p:cNvPr id="87086" name="Freeform 281"/>
            <p:cNvSpPr/>
            <p:nvPr/>
          </p:nvSpPr>
          <p:spPr>
            <a:xfrm>
              <a:off x="1215" y="2832"/>
              <a:ext cx="43" cy="9"/>
            </a:xfrm>
            <a:custGeom>
              <a:avLst/>
              <a:gdLst/>
              <a:ahLst/>
              <a:cxnLst>
                <a:cxn ang="0">
                  <a:pos x="4" y="0"/>
                </a:cxn>
                <a:cxn ang="0">
                  <a:pos x="3" y="0"/>
                </a:cxn>
                <a:cxn ang="0">
                  <a:pos x="2" y="2"/>
                </a:cxn>
                <a:cxn ang="0">
                  <a:pos x="0" y="3"/>
                </a:cxn>
                <a:cxn ang="0">
                  <a:pos x="0" y="5"/>
                </a:cxn>
                <a:cxn ang="0">
                  <a:pos x="0" y="6"/>
                </a:cxn>
                <a:cxn ang="0">
                  <a:pos x="0" y="8"/>
                </a:cxn>
                <a:cxn ang="0">
                  <a:pos x="2" y="9"/>
                </a:cxn>
                <a:cxn ang="0">
                  <a:pos x="3" y="9"/>
                </a:cxn>
                <a:cxn ang="0">
                  <a:pos x="38" y="9"/>
                </a:cxn>
                <a:cxn ang="0">
                  <a:pos x="39" y="9"/>
                </a:cxn>
                <a:cxn ang="0">
                  <a:pos x="41" y="9"/>
                </a:cxn>
                <a:cxn ang="0">
                  <a:pos x="42" y="8"/>
                </a:cxn>
                <a:cxn ang="0">
                  <a:pos x="43" y="6"/>
                </a:cxn>
                <a:cxn ang="0">
                  <a:pos x="43" y="5"/>
                </a:cxn>
                <a:cxn ang="0">
                  <a:pos x="42" y="3"/>
                </a:cxn>
                <a:cxn ang="0">
                  <a:pos x="41" y="2"/>
                </a:cxn>
                <a:cxn ang="0">
                  <a:pos x="39" y="0"/>
                </a:cxn>
                <a:cxn ang="0">
                  <a:pos x="4" y="0"/>
                </a:cxn>
              </a:cxnLst>
              <a:pathLst>
                <a:path w="43" h="9">
                  <a:moveTo>
                    <a:pt x="4" y="0"/>
                  </a:moveTo>
                  <a:lnTo>
                    <a:pt x="3" y="0"/>
                  </a:lnTo>
                  <a:lnTo>
                    <a:pt x="2" y="2"/>
                  </a:lnTo>
                  <a:lnTo>
                    <a:pt x="0" y="3"/>
                  </a:lnTo>
                  <a:lnTo>
                    <a:pt x="0" y="5"/>
                  </a:lnTo>
                  <a:lnTo>
                    <a:pt x="0" y="6"/>
                  </a:lnTo>
                  <a:lnTo>
                    <a:pt x="0" y="8"/>
                  </a:lnTo>
                  <a:lnTo>
                    <a:pt x="2" y="9"/>
                  </a:lnTo>
                  <a:lnTo>
                    <a:pt x="3" y="9"/>
                  </a:lnTo>
                  <a:lnTo>
                    <a:pt x="38" y="9"/>
                  </a:lnTo>
                  <a:lnTo>
                    <a:pt x="39" y="9"/>
                  </a:lnTo>
                  <a:lnTo>
                    <a:pt x="41" y="9"/>
                  </a:lnTo>
                  <a:lnTo>
                    <a:pt x="42" y="8"/>
                  </a:lnTo>
                  <a:lnTo>
                    <a:pt x="43" y="6"/>
                  </a:lnTo>
                  <a:lnTo>
                    <a:pt x="43" y="5"/>
                  </a:lnTo>
                  <a:lnTo>
                    <a:pt x="42" y="3"/>
                  </a:lnTo>
                  <a:lnTo>
                    <a:pt x="41" y="2"/>
                  </a:lnTo>
                  <a:lnTo>
                    <a:pt x="39" y="0"/>
                  </a:lnTo>
                  <a:lnTo>
                    <a:pt x="4" y="0"/>
                  </a:lnTo>
                  <a:close/>
                </a:path>
              </a:pathLst>
            </a:custGeom>
            <a:solidFill>
              <a:srgbClr val="000000">
                <a:alpha val="100000"/>
              </a:srgbClr>
            </a:solidFill>
            <a:ln w="9525" cap="flat" cmpd="sng">
              <a:solidFill>
                <a:srgbClr val="FF3300">
                  <a:alpha val="100000"/>
                </a:srgbClr>
              </a:solidFill>
              <a:prstDash val="solid"/>
              <a:round/>
              <a:headEnd type="none" w="med" len="med"/>
              <a:tailEnd type="none" w="med" len="med"/>
            </a:ln>
          </p:spPr>
          <p:txBody>
            <a:bodyPr/>
            <a:p>
              <a:endParaRPr lang="zh-CN" altLang="en-US"/>
            </a:p>
          </p:txBody>
        </p:sp>
        <p:sp>
          <p:nvSpPr>
            <p:cNvPr id="87087" name="Freeform 282"/>
            <p:cNvSpPr/>
            <p:nvPr/>
          </p:nvSpPr>
          <p:spPr>
            <a:xfrm>
              <a:off x="1276" y="2832"/>
              <a:ext cx="43"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7" y="9"/>
                </a:cxn>
                <a:cxn ang="0">
                  <a:pos x="39" y="9"/>
                </a:cxn>
                <a:cxn ang="0">
                  <a:pos x="40" y="9"/>
                </a:cxn>
                <a:cxn ang="0">
                  <a:pos x="42" y="8"/>
                </a:cxn>
                <a:cxn ang="0">
                  <a:pos x="43" y="6"/>
                </a:cxn>
                <a:cxn ang="0">
                  <a:pos x="43" y="5"/>
                </a:cxn>
                <a:cxn ang="0">
                  <a:pos x="42" y="3"/>
                </a:cxn>
                <a:cxn ang="0">
                  <a:pos x="40" y="2"/>
                </a:cxn>
                <a:cxn ang="0">
                  <a:pos x="39" y="0"/>
                </a:cxn>
                <a:cxn ang="0">
                  <a:pos x="4" y="0"/>
                </a:cxn>
              </a:cxnLst>
              <a:pathLst>
                <a:path w="43" h="9">
                  <a:moveTo>
                    <a:pt x="4" y="0"/>
                  </a:moveTo>
                  <a:lnTo>
                    <a:pt x="3" y="0"/>
                  </a:lnTo>
                  <a:lnTo>
                    <a:pt x="1" y="2"/>
                  </a:lnTo>
                  <a:lnTo>
                    <a:pt x="0" y="3"/>
                  </a:lnTo>
                  <a:lnTo>
                    <a:pt x="0" y="5"/>
                  </a:lnTo>
                  <a:lnTo>
                    <a:pt x="0" y="6"/>
                  </a:lnTo>
                  <a:lnTo>
                    <a:pt x="0" y="8"/>
                  </a:lnTo>
                  <a:lnTo>
                    <a:pt x="1" y="9"/>
                  </a:lnTo>
                  <a:lnTo>
                    <a:pt x="3" y="9"/>
                  </a:lnTo>
                  <a:lnTo>
                    <a:pt x="37" y="9"/>
                  </a:lnTo>
                  <a:lnTo>
                    <a:pt x="39" y="9"/>
                  </a:lnTo>
                  <a:lnTo>
                    <a:pt x="40" y="9"/>
                  </a:lnTo>
                  <a:lnTo>
                    <a:pt x="42" y="8"/>
                  </a:lnTo>
                  <a:lnTo>
                    <a:pt x="43" y="6"/>
                  </a:lnTo>
                  <a:lnTo>
                    <a:pt x="43" y="5"/>
                  </a:lnTo>
                  <a:lnTo>
                    <a:pt x="42" y="3"/>
                  </a:lnTo>
                  <a:lnTo>
                    <a:pt x="40" y="2"/>
                  </a:lnTo>
                  <a:lnTo>
                    <a:pt x="39" y="0"/>
                  </a:lnTo>
                  <a:lnTo>
                    <a:pt x="4" y="0"/>
                  </a:lnTo>
                  <a:close/>
                </a:path>
              </a:pathLst>
            </a:custGeom>
            <a:solidFill>
              <a:srgbClr val="000000">
                <a:alpha val="100000"/>
              </a:srgbClr>
            </a:solidFill>
            <a:ln w="9525" cap="flat" cmpd="sng">
              <a:solidFill>
                <a:srgbClr val="FF3300">
                  <a:alpha val="100000"/>
                </a:srgbClr>
              </a:solidFill>
              <a:prstDash val="solid"/>
              <a:round/>
              <a:headEnd type="none" w="med" len="med"/>
              <a:tailEnd type="none" w="med" len="med"/>
            </a:ln>
          </p:spPr>
          <p:txBody>
            <a:bodyPr/>
            <a:p>
              <a:endParaRPr lang="zh-CN" altLang="en-US"/>
            </a:p>
          </p:txBody>
        </p:sp>
        <p:sp>
          <p:nvSpPr>
            <p:cNvPr id="87088" name="Freeform 283"/>
            <p:cNvSpPr/>
            <p:nvPr/>
          </p:nvSpPr>
          <p:spPr>
            <a:xfrm>
              <a:off x="1336" y="2832"/>
              <a:ext cx="44"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8" y="9"/>
                </a:cxn>
                <a:cxn ang="0">
                  <a:pos x="39" y="9"/>
                </a:cxn>
                <a:cxn ang="0">
                  <a:pos x="41" y="9"/>
                </a:cxn>
                <a:cxn ang="0">
                  <a:pos x="42" y="8"/>
                </a:cxn>
                <a:cxn ang="0">
                  <a:pos x="44" y="6"/>
                </a:cxn>
                <a:cxn ang="0">
                  <a:pos x="44" y="5"/>
                </a:cxn>
                <a:cxn ang="0">
                  <a:pos x="42" y="3"/>
                </a:cxn>
                <a:cxn ang="0">
                  <a:pos x="41" y="2"/>
                </a:cxn>
                <a:cxn ang="0">
                  <a:pos x="39" y="0"/>
                </a:cxn>
                <a:cxn ang="0">
                  <a:pos x="5" y="0"/>
                </a:cxn>
              </a:cxnLst>
              <a:pathLst>
                <a:path w="44" h="9">
                  <a:moveTo>
                    <a:pt x="5" y="0"/>
                  </a:moveTo>
                  <a:lnTo>
                    <a:pt x="3" y="0"/>
                  </a:lnTo>
                  <a:lnTo>
                    <a:pt x="2" y="2"/>
                  </a:lnTo>
                  <a:lnTo>
                    <a:pt x="0" y="3"/>
                  </a:lnTo>
                  <a:lnTo>
                    <a:pt x="0" y="5"/>
                  </a:lnTo>
                  <a:lnTo>
                    <a:pt x="0" y="6"/>
                  </a:lnTo>
                  <a:lnTo>
                    <a:pt x="0" y="8"/>
                  </a:lnTo>
                  <a:lnTo>
                    <a:pt x="2" y="9"/>
                  </a:lnTo>
                  <a:lnTo>
                    <a:pt x="3" y="9"/>
                  </a:lnTo>
                  <a:lnTo>
                    <a:pt x="38" y="9"/>
                  </a:lnTo>
                  <a:lnTo>
                    <a:pt x="39" y="9"/>
                  </a:lnTo>
                  <a:lnTo>
                    <a:pt x="41" y="9"/>
                  </a:lnTo>
                  <a:lnTo>
                    <a:pt x="42" y="8"/>
                  </a:lnTo>
                  <a:lnTo>
                    <a:pt x="44" y="6"/>
                  </a:lnTo>
                  <a:lnTo>
                    <a:pt x="44" y="5"/>
                  </a:lnTo>
                  <a:lnTo>
                    <a:pt x="42" y="3"/>
                  </a:lnTo>
                  <a:lnTo>
                    <a:pt x="41" y="2"/>
                  </a:lnTo>
                  <a:lnTo>
                    <a:pt x="39" y="0"/>
                  </a:lnTo>
                  <a:lnTo>
                    <a:pt x="5" y="0"/>
                  </a:lnTo>
                  <a:close/>
                </a:path>
              </a:pathLst>
            </a:custGeom>
            <a:solidFill>
              <a:srgbClr val="000000">
                <a:alpha val="100000"/>
              </a:srgbClr>
            </a:solidFill>
            <a:ln w="9525" cap="flat" cmpd="sng">
              <a:solidFill>
                <a:srgbClr val="FF3300">
                  <a:alpha val="100000"/>
                </a:srgbClr>
              </a:solidFill>
              <a:prstDash val="solid"/>
              <a:round/>
              <a:headEnd type="none" w="med" len="med"/>
              <a:tailEnd type="none" w="med" len="med"/>
            </a:ln>
          </p:spPr>
          <p:txBody>
            <a:bodyPr/>
            <a:p>
              <a:endParaRPr lang="zh-CN" altLang="en-US"/>
            </a:p>
          </p:txBody>
        </p:sp>
        <p:sp>
          <p:nvSpPr>
            <p:cNvPr id="87089" name="Freeform 284"/>
            <p:cNvSpPr/>
            <p:nvPr/>
          </p:nvSpPr>
          <p:spPr>
            <a:xfrm>
              <a:off x="1397" y="2832"/>
              <a:ext cx="26"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22" y="9"/>
                </a:cxn>
                <a:cxn ang="0">
                  <a:pos x="23" y="8"/>
                </a:cxn>
                <a:cxn ang="0">
                  <a:pos x="25" y="6"/>
                </a:cxn>
                <a:cxn ang="0">
                  <a:pos x="26" y="5"/>
                </a:cxn>
                <a:cxn ang="0">
                  <a:pos x="25" y="3"/>
                </a:cxn>
                <a:cxn ang="0">
                  <a:pos x="23" y="2"/>
                </a:cxn>
                <a:cxn ang="0">
                  <a:pos x="23" y="0"/>
                </a:cxn>
                <a:cxn ang="0">
                  <a:pos x="4" y="0"/>
                </a:cxn>
              </a:cxnLst>
              <a:pathLst>
                <a:path w="26" h="9">
                  <a:moveTo>
                    <a:pt x="4" y="0"/>
                  </a:moveTo>
                  <a:lnTo>
                    <a:pt x="3" y="0"/>
                  </a:lnTo>
                  <a:lnTo>
                    <a:pt x="1" y="2"/>
                  </a:lnTo>
                  <a:lnTo>
                    <a:pt x="0" y="3"/>
                  </a:lnTo>
                  <a:lnTo>
                    <a:pt x="0" y="5"/>
                  </a:lnTo>
                  <a:lnTo>
                    <a:pt x="0" y="6"/>
                  </a:lnTo>
                  <a:lnTo>
                    <a:pt x="0" y="8"/>
                  </a:lnTo>
                  <a:lnTo>
                    <a:pt x="1" y="9"/>
                  </a:lnTo>
                  <a:lnTo>
                    <a:pt x="3" y="9"/>
                  </a:lnTo>
                  <a:lnTo>
                    <a:pt x="22" y="9"/>
                  </a:lnTo>
                  <a:lnTo>
                    <a:pt x="23" y="8"/>
                  </a:lnTo>
                  <a:lnTo>
                    <a:pt x="25" y="6"/>
                  </a:lnTo>
                  <a:lnTo>
                    <a:pt x="26" y="5"/>
                  </a:lnTo>
                  <a:lnTo>
                    <a:pt x="25" y="3"/>
                  </a:lnTo>
                  <a:lnTo>
                    <a:pt x="23" y="2"/>
                  </a:lnTo>
                  <a:lnTo>
                    <a:pt x="23" y="0"/>
                  </a:lnTo>
                  <a:lnTo>
                    <a:pt x="4" y="0"/>
                  </a:lnTo>
                  <a:close/>
                </a:path>
              </a:pathLst>
            </a:custGeom>
            <a:solidFill>
              <a:srgbClr val="000000">
                <a:alpha val="100000"/>
              </a:srgbClr>
            </a:solidFill>
            <a:ln w="9525" cap="flat" cmpd="sng">
              <a:solidFill>
                <a:srgbClr val="FF3300">
                  <a:alpha val="100000"/>
                </a:srgbClr>
              </a:solidFill>
              <a:prstDash val="solid"/>
              <a:round/>
              <a:headEnd type="none" w="med" len="med"/>
              <a:tailEnd type="none" w="med" len="med"/>
            </a:ln>
          </p:spPr>
          <p:txBody>
            <a:bodyPr/>
            <a:p>
              <a:endParaRPr lang="zh-CN" altLang="en-US"/>
            </a:p>
          </p:txBody>
        </p:sp>
      </p:grpSp>
      <p:grpSp>
        <p:nvGrpSpPr>
          <p:cNvPr id="87067" name="Group 285"/>
          <p:cNvGrpSpPr/>
          <p:nvPr/>
        </p:nvGrpSpPr>
        <p:grpSpPr>
          <a:xfrm>
            <a:off x="2024063" y="2501900"/>
            <a:ext cx="114300" cy="330200"/>
            <a:chOff x="1414" y="2633"/>
            <a:chExt cx="72" cy="208"/>
          </a:xfrm>
        </p:grpSpPr>
        <p:sp>
          <p:nvSpPr>
            <p:cNvPr id="87078" name="Freeform 286"/>
            <p:cNvSpPr/>
            <p:nvPr/>
          </p:nvSpPr>
          <p:spPr>
            <a:xfrm>
              <a:off x="1414" y="2799"/>
              <a:ext cx="19" cy="42"/>
            </a:xfrm>
            <a:custGeom>
              <a:avLst/>
              <a:gdLst/>
              <a:ahLst/>
              <a:cxnLst>
                <a:cxn ang="0">
                  <a:pos x="0" y="38"/>
                </a:cxn>
                <a:cxn ang="0">
                  <a:pos x="0" y="38"/>
                </a:cxn>
                <a:cxn ang="0">
                  <a:pos x="2" y="39"/>
                </a:cxn>
                <a:cxn ang="0">
                  <a:pos x="3" y="41"/>
                </a:cxn>
                <a:cxn ang="0">
                  <a:pos x="5" y="42"/>
                </a:cxn>
                <a:cxn ang="0">
                  <a:pos x="6" y="41"/>
                </a:cxn>
                <a:cxn ang="0">
                  <a:pos x="8" y="39"/>
                </a:cxn>
                <a:cxn ang="0">
                  <a:pos x="9" y="39"/>
                </a:cxn>
                <a:cxn ang="0">
                  <a:pos x="19" y="6"/>
                </a:cxn>
                <a:cxn ang="0">
                  <a:pos x="19" y="5"/>
                </a:cxn>
                <a:cxn ang="0">
                  <a:pos x="19" y="3"/>
                </a:cxn>
                <a:cxn ang="0">
                  <a:pos x="18" y="2"/>
                </a:cxn>
                <a:cxn ang="0">
                  <a:pos x="16" y="0"/>
                </a:cxn>
                <a:cxn ang="0">
                  <a:pos x="15" y="0"/>
                </a:cxn>
                <a:cxn ang="0">
                  <a:pos x="13" y="2"/>
                </a:cxn>
                <a:cxn ang="0">
                  <a:pos x="12" y="3"/>
                </a:cxn>
                <a:cxn ang="0">
                  <a:pos x="10" y="5"/>
                </a:cxn>
                <a:cxn ang="0">
                  <a:pos x="0" y="38"/>
                </a:cxn>
              </a:cxnLst>
              <a:pathLst>
                <a:path w="19" h="42">
                  <a:moveTo>
                    <a:pt x="0" y="38"/>
                  </a:moveTo>
                  <a:lnTo>
                    <a:pt x="0" y="38"/>
                  </a:lnTo>
                  <a:lnTo>
                    <a:pt x="2" y="39"/>
                  </a:lnTo>
                  <a:lnTo>
                    <a:pt x="3" y="41"/>
                  </a:lnTo>
                  <a:lnTo>
                    <a:pt x="5" y="42"/>
                  </a:lnTo>
                  <a:lnTo>
                    <a:pt x="6" y="41"/>
                  </a:lnTo>
                  <a:lnTo>
                    <a:pt x="8" y="39"/>
                  </a:lnTo>
                  <a:lnTo>
                    <a:pt x="9" y="39"/>
                  </a:lnTo>
                  <a:lnTo>
                    <a:pt x="19" y="6"/>
                  </a:lnTo>
                  <a:lnTo>
                    <a:pt x="19" y="5"/>
                  </a:lnTo>
                  <a:lnTo>
                    <a:pt x="19" y="3"/>
                  </a:lnTo>
                  <a:lnTo>
                    <a:pt x="18" y="2"/>
                  </a:lnTo>
                  <a:lnTo>
                    <a:pt x="16" y="0"/>
                  </a:lnTo>
                  <a:lnTo>
                    <a:pt x="15" y="0"/>
                  </a:lnTo>
                  <a:lnTo>
                    <a:pt x="13" y="2"/>
                  </a:lnTo>
                  <a:lnTo>
                    <a:pt x="12" y="3"/>
                  </a:lnTo>
                  <a:lnTo>
                    <a:pt x="10" y="5"/>
                  </a:lnTo>
                  <a:lnTo>
                    <a:pt x="0" y="38"/>
                  </a:lnTo>
                  <a:close/>
                </a:path>
              </a:pathLst>
            </a:custGeom>
            <a:solidFill>
              <a:srgbClr val="000000">
                <a:alpha val="100000"/>
              </a:srgbClr>
            </a:solidFill>
            <a:ln w="9525" cap="flat" cmpd="sng">
              <a:solidFill>
                <a:srgbClr val="FF3300">
                  <a:alpha val="100000"/>
                </a:srgbClr>
              </a:solidFill>
              <a:prstDash val="solid"/>
              <a:round/>
              <a:headEnd type="none" w="med" len="med"/>
              <a:tailEnd type="none" w="med" len="med"/>
            </a:ln>
          </p:spPr>
          <p:txBody>
            <a:bodyPr/>
            <a:p>
              <a:endParaRPr lang="zh-CN" altLang="en-US"/>
            </a:p>
          </p:txBody>
        </p:sp>
        <p:sp>
          <p:nvSpPr>
            <p:cNvPr id="87079" name="Freeform 287"/>
            <p:cNvSpPr/>
            <p:nvPr/>
          </p:nvSpPr>
          <p:spPr>
            <a:xfrm>
              <a:off x="1433" y="2741"/>
              <a:ext cx="19" cy="42"/>
            </a:xfrm>
            <a:custGeom>
              <a:avLst/>
              <a:gdLst/>
              <a:ahLst/>
              <a:cxnLst>
                <a:cxn ang="0">
                  <a:pos x="0" y="36"/>
                </a:cxn>
                <a:cxn ang="0">
                  <a:pos x="0" y="38"/>
                </a:cxn>
                <a:cxn ang="0">
                  <a:pos x="0" y="39"/>
                </a:cxn>
                <a:cxn ang="0">
                  <a:pos x="2" y="41"/>
                </a:cxn>
                <a:cxn ang="0">
                  <a:pos x="3" y="42"/>
                </a:cxn>
                <a:cxn ang="0">
                  <a:pos x="4" y="42"/>
                </a:cxn>
                <a:cxn ang="0">
                  <a:pos x="6" y="41"/>
                </a:cxn>
                <a:cxn ang="0">
                  <a:pos x="7" y="39"/>
                </a:cxn>
                <a:cxn ang="0">
                  <a:pos x="9" y="38"/>
                </a:cxn>
                <a:cxn ang="0">
                  <a:pos x="19" y="6"/>
                </a:cxn>
                <a:cxn ang="0">
                  <a:pos x="19" y="5"/>
                </a:cxn>
                <a:cxn ang="0">
                  <a:pos x="19" y="3"/>
                </a:cxn>
                <a:cxn ang="0">
                  <a:pos x="17" y="2"/>
                </a:cxn>
                <a:cxn ang="0">
                  <a:pos x="16" y="0"/>
                </a:cxn>
                <a:cxn ang="0">
                  <a:pos x="14" y="0"/>
                </a:cxn>
                <a:cxn ang="0">
                  <a:pos x="13" y="2"/>
                </a:cxn>
                <a:cxn ang="0">
                  <a:pos x="12" y="3"/>
                </a:cxn>
                <a:cxn ang="0">
                  <a:pos x="10" y="5"/>
                </a:cxn>
                <a:cxn ang="0">
                  <a:pos x="0" y="36"/>
                </a:cxn>
              </a:cxnLst>
              <a:pathLst>
                <a:path w="19" h="42">
                  <a:moveTo>
                    <a:pt x="0" y="36"/>
                  </a:moveTo>
                  <a:lnTo>
                    <a:pt x="0" y="38"/>
                  </a:lnTo>
                  <a:lnTo>
                    <a:pt x="0" y="39"/>
                  </a:lnTo>
                  <a:lnTo>
                    <a:pt x="2" y="41"/>
                  </a:lnTo>
                  <a:lnTo>
                    <a:pt x="3" y="42"/>
                  </a:lnTo>
                  <a:lnTo>
                    <a:pt x="4" y="42"/>
                  </a:lnTo>
                  <a:lnTo>
                    <a:pt x="6" y="41"/>
                  </a:lnTo>
                  <a:lnTo>
                    <a:pt x="7" y="39"/>
                  </a:lnTo>
                  <a:lnTo>
                    <a:pt x="9" y="38"/>
                  </a:lnTo>
                  <a:lnTo>
                    <a:pt x="19" y="6"/>
                  </a:lnTo>
                  <a:lnTo>
                    <a:pt x="19" y="5"/>
                  </a:lnTo>
                  <a:lnTo>
                    <a:pt x="19" y="3"/>
                  </a:lnTo>
                  <a:lnTo>
                    <a:pt x="17" y="2"/>
                  </a:lnTo>
                  <a:lnTo>
                    <a:pt x="16" y="0"/>
                  </a:lnTo>
                  <a:lnTo>
                    <a:pt x="14" y="0"/>
                  </a:lnTo>
                  <a:lnTo>
                    <a:pt x="13" y="2"/>
                  </a:lnTo>
                  <a:lnTo>
                    <a:pt x="12" y="3"/>
                  </a:lnTo>
                  <a:lnTo>
                    <a:pt x="10" y="5"/>
                  </a:lnTo>
                  <a:lnTo>
                    <a:pt x="0" y="36"/>
                  </a:lnTo>
                  <a:close/>
                </a:path>
              </a:pathLst>
            </a:custGeom>
            <a:solidFill>
              <a:srgbClr val="000000">
                <a:alpha val="100000"/>
              </a:srgbClr>
            </a:solidFill>
            <a:ln w="9525" cap="flat" cmpd="sng">
              <a:solidFill>
                <a:srgbClr val="FF3300">
                  <a:alpha val="100000"/>
                </a:srgbClr>
              </a:solidFill>
              <a:prstDash val="solid"/>
              <a:round/>
              <a:headEnd type="none" w="med" len="med"/>
              <a:tailEnd type="none" w="med" len="med"/>
            </a:ln>
          </p:spPr>
          <p:txBody>
            <a:bodyPr/>
            <a:p>
              <a:endParaRPr lang="zh-CN" altLang="en-US"/>
            </a:p>
          </p:txBody>
        </p:sp>
        <p:sp>
          <p:nvSpPr>
            <p:cNvPr id="87080" name="Freeform 288"/>
            <p:cNvSpPr/>
            <p:nvPr/>
          </p:nvSpPr>
          <p:spPr>
            <a:xfrm>
              <a:off x="1452" y="2684"/>
              <a:ext cx="19" cy="41"/>
            </a:xfrm>
            <a:custGeom>
              <a:avLst/>
              <a:gdLst/>
              <a:ahLst/>
              <a:cxnLst>
                <a:cxn ang="0">
                  <a:pos x="0" y="36"/>
                </a:cxn>
                <a:cxn ang="0">
                  <a:pos x="0" y="37"/>
                </a:cxn>
                <a:cxn ang="0">
                  <a:pos x="0" y="39"/>
                </a:cxn>
                <a:cxn ang="0">
                  <a:pos x="1" y="40"/>
                </a:cxn>
                <a:cxn ang="0">
                  <a:pos x="3" y="41"/>
                </a:cxn>
                <a:cxn ang="0">
                  <a:pos x="4" y="41"/>
                </a:cxn>
                <a:cxn ang="0">
                  <a:pos x="6" y="40"/>
                </a:cxn>
                <a:cxn ang="0">
                  <a:pos x="7" y="39"/>
                </a:cxn>
                <a:cxn ang="0">
                  <a:pos x="8" y="37"/>
                </a:cxn>
                <a:cxn ang="0">
                  <a:pos x="19" y="5"/>
                </a:cxn>
                <a:cxn ang="0">
                  <a:pos x="19" y="4"/>
                </a:cxn>
                <a:cxn ang="0">
                  <a:pos x="17" y="2"/>
                </a:cxn>
                <a:cxn ang="0">
                  <a:pos x="16" y="1"/>
                </a:cxn>
                <a:cxn ang="0">
                  <a:pos x="14" y="0"/>
                </a:cxn>
                <a:cxn ang="0">
                  <a:pos x="13" y="0"/>
                </a:cxn>
                <a:cxn ang="0">
                  <a:pos x="11" y="1"/>
                </a:cxn>
                <a:cxn ang="0">
                  <a:pos x="10" y="2"/>
                </a:cxn>
                <a:cxn ang="0">
                  <a:pos x="10" y="4"/>
                </a:cxn>
                <a:cxn ang="0">
                  <a:pos x="0" y="36"/>
                </a:cxn>
              </a:cxnLst>
              <a:pathLst>
                <a:path w="19" h="41">
                  <a:moveTo>
                    <a:pt x="0" y="36"/>
                  </a:moveTo>
                  <a:lnTo>
                    <a:pt x="0" y="37"/>
                  </a:lnTo>
                  <a:lnTo>
                    <a:pt x="0" y="39"/>
                  </a:lnTo>
                  <a:lnTo>
                    <a:pt x="1" y="40"/>
                  </a:lnTo>
                  <a:lnTo>
                    <a:pt x="3" y="41"/>
                  </a:lnTo>
                  <a:lnTo>
                    <a:pt x="4" y="41"/>
                  </a:lnTo>
                  <a:lnTo>
                    <a:pt x="6" y="40"/>
                  </a:lnTo>
                  <a:lnTo>
                    <a:pt x="7" y="39"/>
                  </a:lnTo>
                  <a:lnTo>
                    <a:pt x="8" y="37"/>
                  </a:lnTo>
                  <a:lnTo>
                    <a:pt x="19" y="5"/>
                  </a:lnTo>
                  <a:lnTo>
                    <a:pt x="19" y="4"/>
                  </a:lnTo>
                  <a:lnTo>
                    <a:pt x="17" y="2"/>
                  </a:lnTo>
                  <a:lnTo>
                    <a:pt x="16" y="1"/>
                  </a:lnTo>
                  <a:lnTo>
                    <a:pt x="14" y="0"/>
                  </a:lnTo>
                  <a:lnTo>
                    <a:pt x="13" y="0"/>
                  </a:lnTo>
                  <a:lnTo>
                    <a:pt x="11" y="1"/>
                  </a:lnTo>
                  <a:lnTo>
                    <a:pt x="10" y="2"/>
                  </a:lnTo>
                  <a:lnTo>
                    <a:pt x="10" y="4"/>
                  </a:lnTo>
                  <a:lnTo>
                    <a:pt x="0" y="36"/>
                  </a:lnTo>
                  <a:close/>
                </a:path>
              </a:pathLst>
            </a:custGeom>
            <a:solidFill>
              <a:srgbClr val="000000">
                <a:alpha val="100000"/>
              </a:srgbClr>
            </a:solidFill>
            <a:ln w="9525" cap="flat" cmpd="sng">
              <a:solidFill>
                <a:srgbClr val="FF3300">
                  <a:alpha val="100000"/>
                </a:srgbClr>
              </a:solidFill>
              <a:prstDash val="solid"/>
              <a:round/>
              <a:headEnd type="none" w="med" len="med"/>
              <a:tailEnd type="none" w="med" len="med"/>
            </a:ln>
          </p:spPr>
          <p:txBody>
            <a:bodyPr/>
            <a:p>
              <a:endParaRPr lang="zh-CN" altLang="en-US"/>
            </a:p>
          </p:txBody>
        </p:sp>
        <p:sp>
          <p:nvSpPr>
            <p:cNvPr id="87081" name="Freeform 289"/>
            <p:cNvSpPr/>
            <p:nvPr/>
          </p:nvSpPr>
          <p:spPr>
            <a:xfrm>
              <a:off x="1469" y="2633"/>
              <a:ext cx="17" cy="35"/>
            </a:xfrm>
            <a:custGeom>
              <a:avLst/>
              <a:gdLst/>
              <a:ahLst/>
              <a:cxnLst>
                <a:cxn ang="0">
                  <a:pos x="0" y="29"/>
                </a:cxn>
                <a:cxn ang="0">
                  <a:pos x="0" y="30"/>
                </a:cxn>
                <a:cxn ang="0">
                  <a:pos x="2" y="32"/>
                </a:cxn>
                <a:cxn ang="0">
                  <a:pos x="3" y="33"/>
                </a:cxn>
                <a:cxn ang="0">
                  <a:pos x="4" y="35"/>
                </a:cxn>
                <a:cxn ang="0">
                  <a:pos x="6" y="35"/>
                </a:cxn>
                <a:cxn ang="0">
                  <a:pos x="7" y="33"/>
                </a:cxn>
                <a:cxn ang="0">
                  <a:pos x="9" y="32"/>
                </a:cxn>
                <a:cxn ang="0">
                  <a:pos x="9" y="30"/>
                </a:cxn>
                <a:cxn ang="0">
                  <a:pos x="17" y="6"/>
                </a:cxn>
                <a:cxn ang="0">
                  <a:pos x="17" y="4"/>
                </a:cxn>
                <a:cxn ang="0">
                  <a:pos x="16" y="3"/>
                </a:cxn>
                <a:cxn ang="0">
                  <a:pos x="15" y="1"/>
                </a:cxn>
                <a:cxn ang="0">
                  <a:pos x="13" y="0"/>
                </a:cxn>
                <a:cxn ang="0">
                  <a:pos x="12" y="1"/>
                </a:cxn>
                <a:cxn ang="0">
                  <a:pos x="10" y="3"/>
                </a:cxn>
                <a:cxn ang="0">
                  <a:pos x="9" y="4"/>
                </a:cxn>
                <a:cxn ang="0">
                  <a:pos x="0" y="29"/>
                </a:cxn>
              </a:cxnLst>
              <a:pathLst>
                <a:path w="17" h="35">
                  <a:moveTo>
                    <a:pt x="0" y="29"/>
                  </a:moveTo>
                  <a:lnTo>
                    <a:pt x="0" y="30"/>
                  </a:lnTo>
                  <a:lnTo>
                    <a:pt x="2" y="32"/>
                  </a:lnTo>
                  <a:lnTo>
                    <a:pt x="3" y="33"/>
                  </a:lnTo>
                  <a:lnTo>
                    <a:pt x="4" y="35"/>
                  </a:lnTo>
                  <a:lnTo>
                    <a:pt x="6" y="35"/>
                  </a:lnTo>
                  <a:lnTo>
                    <a:pt x="7" y="33"/>
                  </a:lnTo>
                  <a:lnTo>
                    <a:pt x="9" y="32"/>
                  </a:lnTo>
                  <a:lnTo>
                    <a:pt x="9" y="30"/>
                  </a:lnTo>
                  <a:lnTo>
                    <a:pt x="17" y="6"/>
                  </a:lnTo>
                  <a:lnTo>
                    <a:pt x="17" y="4"/>
                  </a:lnTo>
                  <a:lnTo>
                    <a:pt x="16" y="3"/>
                  </a:lnTo>
                  <a:lnTo>
                    <a:pt x="15" y="1"/>
                  </a:lnTo>
                  <a:lnTo>
                    <a:pt x="13" y="0"/>
                  </a:lnTo>
                  <a:lnTo>
                    <a:pt x="12" y="1"/>
                  </a:lnTo>
                  <a:lnTo>
                    <a:pt x="10" y="3"/>
                  </a:lnTo>
                  <a:lnTo>
                    <a:pt x="9" y="4"/>
                  </a:lnTo>
                  <a:lnTo>
                    <a:pt x="0" y="29"/>
                  </a:lnTo>
                  <a:close/>
                </a:path>
              </a:pathLst>
            </a:custGeom>
            <a:solidFill>
              <a:srgbClr val="000000">
                <a:alpha val="100000"/>
              </a:srgbClr>
            </a:solidFill>
            <a:ln w="9525" cap="flat" cmpd="sng">
              <a:solidFill>
                <a:srgbClr val="FF3300">
                  <a:alpha val="100000"/>
                </a:srgbClr>
              </a:solidFill>
              <a:prstDash val="solid"/>
              <a:round/>
              <a:headEnd type="none" w="med" len="med"/>
              <a:tailEnd type="none" w="med" len="med"/>
            </a:ln>
          </p:spPr>
          <p:txBody>
            <a:bodyPr/>
            <a:p>
              <a:endParaRPr lang="zh-CN" altLang="en-US"/>
            </a:p>
          </p:txBody>
        </p:sp>
      </p:grpSp>
      <p:sp>
        <p:nvSpPr>
          <p:cNvPr id="87068" name="Line 290"/>
          <p:cNvSpPr/>
          <p:nvPr/>
        </p:nvSpPr>
        <p:spPr>
          <a:xfrm>
            <a:off x="5910263" y="2493963"/>
            <a:ext cx="101600" cy="317500"/>
          </a:xfrm>
          <a:prstGeom prst="line">
            <a:avLst/>
          </a:prstGeom>
          <a:ln w="14288" cap="flat" cmpd="sng">
            <a:solidFill>
              <a:srgbClr val="FF3300"/>
            </a:solidFill>
            <a:prstDash val="solid"/>
            <a:headEnd type="none" w="med" len="med"/>
            <a:tailEnd type="none" w="med" len="med"/>
          </a:ln>
        </p:spPr>
      </p:sp>
      <p:sp>
        <p:nvSpPr>
          <p:cNvPr id="87069" name="Line 292"/>
          <p:cNvSpPr/>
          <p:nvPr/>
        </p:nvSpPr>
        <p:spPr>
          <a:xfrm flipV="1">
            <a:off x="7091363" y="2420938"/>
            <a:ext cx="73025" cy="360362"/>
          </a:xfrm>
          <a:prstGeom prst="line">
            <a:avLst/>
          </a:prstGeom>
          <a:ln w="14288" cap="flat" cmpd="sng">
            <a:solidFill>
              <a:srgbClr val="FF3300"/>
            </a:solidFill>
            <a:prstDash val="solid"/>
            <a:headEnd type="none" w="med" len="med"/>
            <a:tailEnd type="none" w="med" len="med"/>
          </a:ln>
        </p:spPr>
      </p:sp>
      <p:sp>
        <p:nvSpPr>
          <p:cNvPr id="87070" name="Line 293"/>
          <p:cNvSpPr/>
          <p:nvPr/>
        </p:nvSpPr>
        <p:spPr>
          <a:xfrm>
            <a:off x="7164388" y="2420938"/>
            <a:ext cx="1150937" cy="0"/>
          </a:xfrm>
          <a:prstGeom prst="line">
            <a:avLst/>
          </a:prstGeom>
          <a:ln w="14288" cap="flat" cmpd="sng">
            <a:solidFill>
              <a:srgbClr val="FF3300"/>
            </a:solidFill>
            <a:prstDash val="solid"/>
            <a:headEnd type="none" w="med" len="med"/>
            <a:tailEnd type="none" w="med" len="med"/>
          </a:ln>
        </p:spPr>
      </p:sp>
      <p:sp>
        <p:nvSpPr>
          <p:cNvPr id="87071" name="Line 296"/>
          <p:cNvSpPr/>
          <p:nvPr/>
        </p:nvSpPr>
        <p:spPr>
          <a:xfrm>
            <a:off x="1331913" y="2276475"/>
            <a:ext cx="2689225" cy="30163"/>
          </a:xfrm>
          <a:prstGeom prst="line">
            <a:avLst/>
          </a:prstGeom>
          <a:ln w="9525" cap="flat" cmpd="sng">
            <a:solidFill>
              <a:srgbClr val="FF3300"/>
            </a:solidFill>
            <a:prstDash val="solid"/>
            <a:headEnd type="none" w="med" len="med"/>
            <a:tailEnd type="none" w="med" len="med"/>
          </a:ln>
        </p:spPr>
      </p:sp>
      <p:sp>
        <p:nvSpPr>
          <p:cNvPr id="87072" name="Line 297"/>
          <p:cNvSpPr/>
          <p:nvPr/>
        </p:nvSpPr>
        <p:spPr>
          <a:xfrm>
            <a:off x="6011863" y="2781300"/>
            <a:ext cx="1079500" cy="0"/>
          </a:xfrm>
          <a:prstGeom prst="line">
            <a:avLst/>
          </a:prstGeom>
          <a:ln w="9525" cap="flat" cmpd="sng">
            <a:solidFill>
              <a:srgbClr val="FF3300"/>
            </a:solidFill>
            <a:prstDash val="solid"/>
            <a:headEnd type="none" w="med" len="med"/>
            <a:tailEnd type="none" w="med" len="med"/>
          </a:ln>
        </p:spPr>
      </p:sp>
      <p:sp>
        <p:nvSpPr>
          <p:cNvPr id="87073" name="Line 298"/>
          <p:cNvSpPr/>
          <p:nvPr/>
        </p:nvSpPr>
        <p:spPr>
          <a:xfrm flipV="1">
            <a:off x="6011863" y="981075"/>
            <a:ext cx="0" cy="2016125"/>
          </a:xfrm>
          <a:prstGeom prst="line">
            <a:avLst/>
          </a:prstGeom>
          <a:ln w="9525" cap="flat" cmpd="sng">
            <a:solidFill>
              <a:schemeClr val="tx1"/>
            </a:solidFill>
            <a:prstDash val="dash"/>
            <a:headEnd type="none" w="med" len="med"/>
            <a:tailEnd type="none" w="med" len="med"/>
          </a:ln>
        </p:spPr>
      </p:sp>
      <p:sp>
        <p:nvSpPr>
          <p:cNvPr id="87074" name="Line 299"/>
          <p:cNvSpPr/>
          <p:nvPr/>
        </p:nvSpPr>
        <p:spPr>
          <a:xfrm flipV="1">
            <a:off x="6659563" y="1054100"/>
            <a:ext cx="0" cy="1943100"/>
          </a:xfrm>
          <a:prstGeom prst="line">
            <a:avLst/>
          </a:prstGeom>
          <a:ln w="9525" cap="flat" cmpd="sng">
            <a:solidFill>
              <a:schemeClr val="tx1"/>
            </a:solidFill>
            <a:prstDash val="dash"/>
            <a:headEnd type="none" w="med" len="med"/>
            <a:tailEnd type="none" w="med" len="med"/>
          </a:ln>
        </p:spPr>
      </p:sp>
      <p:sp>
        <p:nvSpPr>
          <p:cNvPr id="87075" name="Rectangle 300"/>
          <p:cNvSpPr/>
          <p:nvPr/>
        </p:nvSpPr>
        <p:spPr>
          <a:xfrm>
            <a:off x="900113" y="1989138"/>
            <a:ext cx="484187"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87076" name="Line 301"/>
          <p:cNvSpPr/>
          <p:nvPr/>
        </p:nvSpPr>
        <p:spPr>
          <a:xfrm flipV="1">
            <a:off x="4140200" y="1125538"/>
            <a:ext cx="352425" cy="790575"/>
          </a:xfrm>
          <a:prstGeom prst="line">
            <a:avLst/>
          </a:prstGeom>
          <a:ln w="9525" cap="flat" cmpd="sng">
            <a:solidFill>
              <a:srgbClr val="FF00FF"/>
            </a:solidFill>
            <a:prstDash val="solid"/>
            <a:headEnd type="none" w="med" len="med"/>
            <a:tailEnd type="triangle" w="med" len="med"/>
          </a:ln>
        </p:spPr>
      </p:sp>
      <p:sp>
        <p:nvSpPr>
          <p:cNvPr id="87077" name="Line 302"/>
          <p:cNvSpPr/>
          <p:nvPr/>
        </p:nvSpPr>
        <p:spPr>
          <a:xfrm>
            <a:off x="4859338" y="1196975"/>
            <a:ext cx="73025" cy="1223963"/>
          </a:xfrm>
          <a:prstGeom prst="line">
            <a:avLst/>
          </a:prstGeom>
          <a:ln w="9525" cap="flat" cmpd="sng">
            <a:solidFill>
              <a:srgbClr val="FF00FF"/>
            </a:solidFill>
            <a:prstDash val="solid"/>
            <a:headEnd type="none" w="med" len="med"/>
            <a:tailEnd type="triangle" w="med" len="med"/>
          </a:ln>
        </p:spPr>
      </p:sp>
    </p:spTree>
  </p:cSld>
  <p:clrMapOvr>
    <a:masterClrMapping/>
  </p:clrMapOvr>
  <p:transition spd="slow">
    <p:zoom/>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82627" name="Rectangle 3"/>
          <p:cNvSpPr>
            <a:spLocks noGrp="1" noChangeArrowheads="1"/>
          </p:cNvSpPr>
          <p:nvPr>
            <p:ph idx="1"/>
          </p:nvPr>
        </p:nvSpPr>
        <p:spPr>
          <a:xfrm>
            <a:off x="350838" y="4133850"/>
            <a:ext cx="8229600" cy="2305050"/>
          </a:xfrm>
          <a:solidFill>
            <a:srgbClr val="00FF00">
              <a:alpha val="17000"/>
            </a:srgbClr>
          </a:solidFill>
          <a:ln>
            <a:solidFill>
              <a:srgbClr val="0000FF"/>
            </a:solidFill>
            <a:miter/>
          </a:ln>
        </p:spPr>
        <p:txBody>
          <a:bodyPr vert="horz" wrap="square" lIns="91440" tIns="45720" rIns="91440" bIns="45720" numCol="1" anchor="t" anchorCtr="0" compatLnSpc="1"/>
          <a:lstStyle/>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方式</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3</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的特点③ ：</a:t>
            </a:r>
            <a:endParaRPr kumimoji="1" lang="zh-CN" altLang="en-US" sz="2400" b="1" i="0" u="none" strike="noStrike" kern="1200" cap="none" spc="0" normalizeH="0" baseline="0" noProof="0" dirty="0">
              <a:ln>
                <a:noFill/>
              </a:ln>
              <a:solidFill>
                <a:srgbClr val="FF00FF"/>
              </a:solidFill>
              <a:effectLst/>
              <a:uLnTx/>
              <a:uFillTx/>
              <a:latin typeface="+mn-ea"/>
              <a:ea typeface="+mn-ea"/>
              <a:cs typeface="+mn-cs"/>
            </a:endParaRPr>
          </a:p>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如果</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GATE</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信号一直为高电平，在</a:t>
            </a:r>
            <a:r>
              <a:rPr kumimoji="1" lang="zh-CN" altLang="en-US" sz="2400" b="1" i="0" u="none" strike="noStrike" kern="1200" cap="none" spc="0" normalizeH="0" baseline="0" noProof="0" dirty="0">
                <a:ln>
                  <a:noFill/>
                </a:ln>
                <a:solidFill>
                  <a:srgbClr val="FF3300"/>
                </a:solidFill>
                <a:effectLst/>
                <a:uLnTx/>
                <a:uFillTx/>
                <a:latin typeface="+mn-ea"/>
                <a:ea typeface="+mn-ea"/>
                <a:cs typeface="+mn-cs"/>
              </a:rPr>
              <a:t>写入控制字和计数值后</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，将在下一个</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CLK</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脉冲来到时装入计数初值并开始计数。</a:t>
            </a:r>
            <a:endParaRPr kumimoji="1" lang="zh-CN" altLang="en-US" sz="2800" b="1" i="0" u="none" strike="noStrike" kern="1200" cap="none" spc="0" normalizeH="0" baseline="0" noProof="0" dirty="0">
              <a:ln>
                <a:noFill/>
              </a:ln>
              <a:solidFill>
                <a:schemeClr val="tx2"/>
              </a:solidFill>
              <a:effectLst/>
              <a:uLnTx/>
              <a:uFillTx/>
              <a:latin typeface="+mn-lt"/>
              <a:ea typeface="+mn-ea"/>
              <a:cs typeface="+mn-cs"/>
            </a:endParaRPr>
          </a:p>
        </p:txBody>
      </p:sp>
      <p:grpSp>
        <p:nvGrpSpPr>
          <p:cNvPr id="88067" name="组合 255"/>
          <p:cNvGrpSpPr/>
          <p:nvPr/>
        </p:nvGrpSpPr>
        <p:grpSpPr>
          <a:xfrm>
            <a:off x="493713" y="765175"/>
            <a:ext cx="8110537" cy="2876550"/>
            <a:chOff x="493911" y="765175"/>
            <a:chExt cx="8110537" cy="2876551"/>
          </a:xfrm>
        </p:grpSpPr>
        <p:sp>
          <p:nvSpPr>
            <p:cNvPr id="88068" name="Rectangle 5"/>
            <p:cNvSpPr/>
            <p:nvPr/>
          </p:nvSpPr>
          <p:spPr>
            <a:xfrm>
              <a:off x="798289" y="1196975"/>
              <a:ext cx="34607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CLK</a:t>
              </a:r>
              <a:endParaRPr lang="en-US" altLang="zh-CN" sz="1800" b="0" dirty="0">
                <a:solidFill>
                  <a:schemeClr val="tx1"/>
                </a:solidFill>
                <a:latin typeface="Arial" panose="020B0604020202020204" pitchFamily="34" charset="0"/>
              </a:endParaRPr>
            </a:p>
          </p:txBody>
        </p:sp>
        <p:sp>
          <p:nvSpPr>
            <p:cNvPr id="88069" name="Rectangle 6"/>
            <p:cNvSpPr/>
            <p:nvPr/>
          </p:nvSpPr>
          <p:spPr>
            <a:xfrm>
              <a:off x="841151" y="1495425"/>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88070" name="Rectangle 7"/>
            <p:cNvSpPr/>
            <p:nvPr/>
          </p:nvSpPr>
          <p:spPr>
            <a:xfrm>
              <a:off x="652661" y="1793875"/>
              <a:ext cx="484187"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88071" name="Rectangle 8"/>
            <p:cNvSpPr/>
            <p:nvPr/>
          </p:nvSpPr>
          <p:spPr>
            <a:xfrm>
              <a:off x="779661" y="2189163"/>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88072" name="Rectangle 9"/>
            <p:cNvSpPr/>
            <p:nvPr/>
          </p:nvSpPr>
          <p:spPr>
            <a:xfrm>
              <a:off x="493911" y="2505075"/>
              <a:ext cx="29051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a:t>
              </a:r>
              <a:endParaRPr lang="en-US" altLang="zh-CN" sz="1800" b="0" dirty="0">
                <a:solidFill>
                  <a:schemeClr val="tx1"/>
                </a:solidFill>
                <a:latin typeface="Arial" panose="020B0604020202020204" pitchFamily="34" charset="0"/>
              </a:endParaRPr>
            </a:p>
          </p:txBody>
        </p:sp>
        <p:sp>
          <p:nvSpPr>
            <p:cNvPr id="88073" name="Rectangle 10"/>
            <p:cNvSpPr/>
            <p:nvPr/>
          </p:nvSpPr>
          <p:spPr>
            <a:xfrm>
              <a:off x="776486" y="2511425"/>
              <a:ext cx="3556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奇数</a:t>
              </a:r>
              <a:endParaRPr lang="zh-CN" altLang="en-US" sz="1800" b="0" dirty="0">
                <a:solidFill>
                  <a:schemeClr val="tx1"/>
                </a:solidFill>
                <a:latin typeface="Arial" panose="020B0604020202020204" pitchFamily="34" charset="0"/>
              </a:endParaRPr>
            </a:p>
          </p:txBody>
        </p:sp>
        <p:sp>
          <p:nvSpPr>
            <p:cNvPr id="88074" name="Rectangle 11"/>
            <p:cNvSpPr/>
            <p:nvPr/>
          </p:nvSpPr>
          <p:spPr>
            <a:xfrm>
              <a:off x="1119386" y="2505075"/>
              <a:ext cx="58737"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a:t>
              </a:r>
              <a:endParaRPr lang="en-US" altLang="zh-CN" sz="1800" b="0" dirty="0">
                <a:solidFill>
                  <a:schemeClr val="tx1"/>
                </a:solidFill>
                <a:latin typeface="Arial" panose="020B0604020202020204" pitchFamily="34" charset="0"/>
              </a:endParaRPr>
            </a:p>
          </p:txBody>
        </p:sp>
        <p:sp>
          <p:nvSpPr>
            <p:cNvPr id="88075" name="Rectangle 12"/>
            <p:cNvSpPr/>
            <p:nvPr/>
          </p:nvSpPr>
          <p:spPr>
            <a:xfrm>
              <a:off x="719336" y="2814638"/>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88076" name="Rectangle 13"/>
            <p:cNvSpPr/>
            <p:nvPr/>
          </p:nvSpPr>
          <p:spPr>
            <a:xfrm>
              <a:off x="493911" y="3101975"/>
              <a:ext cx="29051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a:t>
              </a:r>
              <a:endParaRPr lang="en-US" altLang="zh-CN" sz="1800" b="0" dirty="0">
                <a:solidFill>
                  <a:schemeClr val="tx1"/>
                </a:solidFill>
                <a:latin typeface="Arial" panose="020B0604020202020204" pitchFamily="34" charset="0"/>
              </a:endParaRPr>
            </a:p>
          </p:txBody>
        </p:sp>
        <p:sp>
          <p:nvSpPr>
            <p:cNvPr id="88077" name="Rectangle 14"/>
            <p:cNvSpPr/>
            <p:nvPr/>
          </p:nvSpPr>
          <p:spPr>
            <a:xfrm>
              <a:off x="776486" y="3108325"/>
              <a:ext cx="3556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偶数</a:t>
              </a:r>
              <a:endParaRPr lang="zh-CN" altLang="en-US" sz="1800" b="0" dirty="0">
                <a:solidFill>
                  <a:schemeClr val="tx1"/>
                </a:solidFill>
                <a:latin typeface="Arial" panose="020B0604020202020204" pitchFamily="34" charset="0"/>
              </a:endParaRPr>
            </a:p>
          </p:txBody>
        </p:sp>
        <p:sp>
          <p:nvSpPr>
            <p:cNvPr id="88078" name="Line 15"/>
            <p:cNvSpPr/>
            <p:nvPr/>
          </p:nvSpPr>
          <p:spPr>
            <a:xfrm>
              <a:off x="877664" y="1495425"/>
              <a:ext cx="215900" cy="1588"/>
            </a:xfrm>
            <a:prstGeom prst="line">
              <a:avLst/>
            </a:prstGeom>
            <a:ln w="14288" cap="flat" cmpd="sng">
              <a:solidFill>
                <a:srgbClr val="000000"/>
              </a:solidFill>
              <a:prstDash val="solid"/>
              <a:headEnd type="none" w="med" len="med"/>
              <a:tailEnd type="none" w="med" len="med"/>
            </a:ln>
          </p:spPr>
        </p:sp>
        <p:sp>
          <p:nvSpPr>
            <p:cNvPr id="88079" name="Rectangle 16"/>
            <p:cNvSpPr/>
            <p:nvPr/>
          </p:nvSpPr>
          <p:spPr>
            <a:xfrm>
              <a:off x="1787723" y="1885950"/>
              <a:ext cx="1003300" cy="4762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8080" name="Rectangle 17"/>
            <p:cNvSpPr/>
            <p:nvPr/>
          </p:nvSpPr>
          <p:spPr>
            <a:xfrm>
              <a:off x="1213991" y="1920131"/>
              <a:ext cx="5334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高电平</a:t>
              </a:r>
              <a:endParaRPr lang="zh-CN" altLang="en-US" sz="1800" b="0" dirty="0">
                <a:solidFill>
                  <a:schemeClr val="tx1"/>
                </a:solidFill>
                <a:latin typeface="Arial" panose="020B0604020202020204" pitchFamily="34" charset="0"/>
              </a:endParaRPr>
            </a:p>
          </p:txBody>
        </p:sp>
        <p:sp>
          <p:nvSpPr>
            <p:cNvPr id="88081" name="Rectangle 18"/>
            <p:cNvSpPr/>
            <p:nvPr/>
          </p:nvSpPr>
          <p:spPr>
            <a:xfrm>
              <a:off x="1772791" y="1913781"/>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8082" name="Line 19"/>
            <p:cNvSpPr/>
            <p:nvPr/>
          </p:nvSpPr>
          <p:spPr>
            <a:xfrm>
              <a:off x="1141983" y="1885950"/>
              <a:ext cx="7200000" cy="1588"/>
            </a:xfrm>
            <a:prstGeom prst="line">
              <a:avLst/>
            </a:prstGeom>
            <a:ln w="14288" cap="flat" cmpd="sng">
              <a:solidFill>
                <a:srgbClr val="000000"/>
              </a:solidFill>
              <a:prstDash val="solid"/>
              <a:headEnd type="none" w="med" len="med"/>
              <a:tailEnd type="none" w="med" len="med"/>
            </a:ln>
          </p:spPr>
        </p:sp>
        <p:sp>
          <p:nvSpPr>
            <p:cNvPr id="88083" name="Rectangle 20"/>
            <p:cNvSpPr/>
            <p:nvPr/>
          </p:nvSpPr>
          <p:spPr>
            <a:xfrm>
              <a:off x="3691136" y="2043113"/>
              <a:ext cx="1808162" cy="4762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8084" name="Rectangle 21"/>
            <p:cNvSpPr/>
            <p:nvPr/>
          </p:nvSpPr>
          <p:spPr>
            <a:xfrm>
              <a:off x="3838773" y="234791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5</a:t>
              </a:r>
              <a:endParaRPr lang="en-US" altLang="zh-CN" sz="1800" b="0" dirty="0">
                <a:solidFill>
                  <a:schemeClr val="tx1"/>
                </a:solidFill>
                <a:latin typeface="Arial" panose="020B0604020202020204" pitchFamily="34" charset="0"/>
              </a:endParaRPr>
            </a:p>
          </p:txBody>
        </p:sp>
        <p:sp>
          <p:nvSpPr>
            <p:cNvPr id="88085" name="Rectangle 22"/>
            <p:cNvSpPr/>
            <p:nvPr/>
          </p:nvSpPr>
          <p:spPr>
            <a:xfrm>
              <a:off x="4440436" y="234791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88086" name="Rectangle 23"/>
            <p:cNvSpPr/>
            <p:nvPr/>
          </p:nvSpPr>
          <p:spPr>
            <a:xfrm>
              <a:off x="5040511" y="234791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8087" name="Rectangle 24"/>
            <p:cNvSpPr/>
            <p:nvPr/>
          </p:nvSpPr>
          <p:spPr>
            <a:xfrm>
              <a:off x="6662936" y="2605088"/>
              <a:ext cx="1506537" cy="4762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8088" name="Rectangle 25"/>
            <p:cNvSpPr/>
            <p:nvPr/>
          </p:nvSpPr>
          <p:spPr>
            <a:xfrm>
              <a:off x="6807398" y="2779713"/>
              <a:ext cx="10668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自动重复计数</a:t>
              </a:r>
              <a:endParaRPr lang="zh-CN" altLang="en-US" sz="1800" b="0" dirty="0">
                <a:solidFill>
                  <a:schemeClr val="tx1"/>
                </a:solidFill>
                <a:latin typeface="Arial" panose="020B0604020202020204" pitchFamily="34" charset="0"/>
              </a:endParaRPr>
            </a:p>
          </p:txBody>
        </p:sp>
        <p:sp>
          <p:nvSpPr>
            <p:cNvPr id="88089" name="Rectangle 26"/>
            <p:cNvSpPr/>
            <p:nvPr/>
          </p:nvSpPr>
          <p:spPr>
            <a:xfrm>
              <a:off x="5497711" y="2043113"/>
              <a:ext cx="3035300" cy="4762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8090" name="Rectangle 27"/>
            <p:cNvSpPr/>
            <p:nvPr/>
          </p:nvSpPr>
          <p:spPr>
            <a:xfrm>
              <a:off x="5642173" y="23368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88091" name="Rectangle 28"/>
            <p:cNvSpPr/>
            <p:nvPr/>
          </p:nvSpPr>
          <p:spPr>
            <a:xfrm>
              <a:off x="6243836" y="23368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8092" name="Rectangle 29"/>
            <p:cNvSpPr/>
            <p:nvPr/>
          </p:nvSpPr>
          <p:spPr>
            <a:xfrm>
              <a:off x="6723261" y="23368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5</a:t>
              </a:r>
              <a:endParaRPr lang="en-US" altLang="zh-CN" sz="1800" b="0" dirty="0">
                <a:solidFill>
                  <a:schemeClr val="tx1"/>
                </a:solidFill>
                <a:latin typeface="Arial" panose="020B0604020202020204" pitchFamily="34" charset="0"/>
              </a:endParaRPr>
            </a:p>
          </p:txBody>
        </p:sp>
        <p:sp>
          <p:nvSpPr>
            <p:cNvPr id="88093" name="Rectangle 30"/>
            <p:cNvSpPr/>
            <p:nvPr/>
          </p:nvSpPr>
          <p:spPr>
            <a:xfrm>
              <a:off x="6820098" y="2343150"/>
              <a:ext cx="1778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a:t>
              </a:r>
              <a:endParaRPr lang="zh-CN" altLang="en-US" sz="1800" b="0" dirty="0">
                <a:solidFill>
                  <a:schemeClr val="tx1"/>
                </a:solidFill>
                <a:latin typeface="Arial" panose="020B0604020202020204" pitchFamily="34" charset="0"/>
              </a:endParaRPr>
            </a:p>
          </p:txBody>
        </p:sp>
        <p:sp>
          <p:nvSpPr>
            <p:cNvPr id="88094" name="Rectangle 31"/>
            <p:cNvSpPr/>
            <p:nvPr/>
          </p:nvSpPr>
          <p:spPr>
            <a:xfrm>
              <a:off x="6991548" y="23368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88095" name="Rectangle 32"/>
            <p:cNvSpPr/>
            <p:nvPr/>
          </p:nvSpPr>
          <p:spPr>
            <a:xfrm>
              <a:off x="7088386" y="2343150"/>
              <a:ext cx="1778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a:t>
              </a:r>
              <a:endParaRPr lang="zh-CN" altLang="en-US" sz="1800" b="0" dirty="0">
                <a:solidFill>
                  <a:schemeClr val="tx1"/>
                </a:solidFill>
                <a:latin typeface="Arial" panose="020B0604020202020204" pitchFamily="34" charset="0"/>
              </a:endParaRPr>
            </a:p>
          </p:txBody>
        </p:sp>
        <p:sp>
          <p:nvSpPr>
            <p:cNvPr id="88096" name="Rectangle 33"/>
            <p:cNvSpPr/>
            <p:nvPr/>
          </p:nvSpPr>
          <p:spPr>
            <a:xfrm>
              <a:off x="7401123" y="23368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88097" name="Rectangle 34"/>
            <p:cNvSpPr/>
            <p:nvPr/>
          </p:nvSpPr>
          <p:spPr>
            <a:xfrm>
              <a:off x="7942461" y="23368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8098" name="Line 35"/>
            <p:cNvSpPr/>
            <p:nvPr/>
          </p:nvSpPr>
          <p:spPr>
            <a:xfrm>
              <a:off x="1250455" y="2327275"/>
              <a:ext cx="4140000" cy="1588"/>
            </a:xfrm>
            <a:prstGeom prst="line">
              <a:avLst/>
            </a:prstGeom>
            <a:ln w="14288" cap="flat" cmpd="sng">
              <a:solidFill>
                <a:srgbClr val="000000"/>
              </a:solidFill>
              <a:prstDash val="solid"/>
              <a:headEnd type="none" w="med" len="med"/>
              <a:tailEnd type="none" w="med" len="med"/>
            </a:ln>
          </p:spPr>
        </p:sp>
        <p:grpSp>
          <p:nvGrpSpPr>
            <p:cNvPr id="88099" name="Group 36"/>
            <p:cNvGrpSpPr/>
            <p:nvPr/>
          </p:nvGrpSpPr>
          <p:grpSpPr>
            <a:xfrm>
              <a:off x="1395016" y="2635250"/>
              <a:ext cx="614362" cy="14288"/>
              <a:chOff x="965" y="2309"/>
              <a:chExt cx="387" cy="9"/>
            </a:xfrm>
          </p:grpSpPr>
          <p:sp>
            <p:nvSpPr>
              <p:cNvPr id="88312" name="Freeform 37"/>
              <p:cNvSpPr/>
              <p:nvPr/>
            </p:nvSpPr>
            <p:spPr>
              <a:xfrm>
                <a:off x="965" y="2309"/>
                <a:ext cx="44" cy="9"/>
              </a:xfrm>
              <a:custGeom>
                <a:avLst/>
                <a:gdLst/>
                <a:ahLst/>
                <a:cxnLst>
                  <a:cxn ang="0">
                    <a:pos x="6" y="0"/>
                  </a:cxn>
                  <a:cxn ang="0">
                    <a:pos x="5" y="0"/>
                  </a:cxn>
                  <a:cxn ang="0">
                    <a:pos x="3" y="1"/>
                  </a:cxn>
                  <a:cxn ang="0">
                    <a:pos x="2" y="3"/>
                  </a:cxn>
                  <a:cxn ang="0">
                    <a:pos x="0" y="4"/>
                  </a:cxn>
                  <a:cxn ang="0">
                    <a:pos x="2" y="6"/>
                  </a:cxn>
                  <a:cxn ang="0">
                    <a:pos x="3" y="7"/>
                  </a:cxn>
                  <a:cxn ang="0">
                    <a:pos x="5" y="9"/>
                  </a:cxn>
                  <a:cxn ang="0">
                    <a:pos x="38" y="9"/>
                  </a:cxn>
                  <a:cxn ang="0">
                    <a:pos x="39" y="9"/>
                  </a:cxn>
                  <a:cxn ang="0">
                    <a:pos x="41" y="9"/>
                  </a:cxn>
                  <a:cxn ang="0">
                    <a:pos x="42" y="7"/>
                  </a:cxn>
                  <a:cxn ang="0">
                    <a:pos x="44" y="6"/>
                  </a:cxn>
                  <a:cxn ang="0">
                    <a:pos x="44" y="4"/>
                  </a:cxn>
                  <a:cxn ang="0">
                    <a:pos x="42" y="3"/>
                  </a:cxn>
                  <a:cxn ang="0">
                    <a:pos x="41" y="1"/>
                  </a:cxn>
                  <a:cxn ang="0">
                    <a:pos x="39" y="0"/>
                  </a:cxn>
                  <a:cxn ang="0">
                    <a:pos x="6" y="0"/>
                  </a:cxn>
                </a:cxnLst>
                <a:pathLst>
                  <a:path w="44" h="9">
                    <a:moveTo>
                      <a:pt x="6" y="0"/>
                    </a:moveTo>
                    <a:lnTo>
                      <a:pt x="5" y="0"/>
                    </a:lnTo>
                    <a:lnTo>
                      <a:pt x="3" y="1"/>
                    </a:lnTo>
                    <a:lnTo>
                      <a:pt x="2" y="3"/>
                    </a:lnTo>
                    <a:lnTo>
                      <a:pt x="0" y="4"/>
                    </a:lnTo>
                    <a:lnTo>
                      <a:pt x="2" y="6"/>
                    </a:lnTo>
                    <a:lnTo>
                      <a:pt x="3" y="7"/>
                    </a:lnTo>
                    <a:lnTo>
                      <a:pt x="5" y="9"/>
                    </a:lnTo>
                    <a:lnTo>
                      <a:pt x="38" y="9"/>
                    </a:lnTo>
                    <a:lnTo>
                      <a:pt x="39" y="9"/>
                    </a:lnTo>
                    <a:lnTo>
                      <a:pt x="41" y="9"/>
                    </a:lnTo>
                    <a:lnTo>
                      <a:pt x="42" y="7"/>
                    </a:lnTo>
                    <a:lnTo>
                      <a:pt x="44" y="6"/>
                    </a:lnTo>
                    <a:lnTo>
                      <a:pt x="44" y="4"/>
                    </a:lnTo>
                    <a:lnTo>
                      <a:pt x="42" y="3"/>
                    </a:lnTo>
                    <a:lnTo>
                      <a:pt x="41" y="1"/>
                    </a:lnTo>
                    <a:lnTo>
                      <a:pt x="39" y="0"/>
                    </a:lnTo>
                    <a:lnTo>
                      <a:pt x="6" y="0"/>
                    </a:lnTo>
                    <a:close/>
                  </a:path>
                </a:pathLst>
              </a:custGeom>
              <a:solidFill>
                <a:srgbClr val="000000">
                  <a:alpha val="100000"/>
                </a:srgbClr>
              </a:solidFill>
              <a:ln w="9525">
                <a:noFill/>
              </a:ln>
            </p:spPr>
            <p:txBody>
              <a:bodyPr/>
              <a:p>
                <a:endParaRPr lang="zh-CN" altLang="en-US"/>
              </a:p>
            </p:txBody>
          </p:sp>
          <p:sp>
            <p:nvSpPr>
              <p:cNvPr id="88313" name="Freeform 38"/>
              <p:cNvSpPr/>
              <p:nvPr/>
            </p:nvSpPr>
            <p:spPr>
              <a:xfrm>
                <a:off x="1026" y="2309"/>
                <a:ext cx="43"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8" y="9"/>
                  </a:cxn>
                  <a:cxn ang="0">
                    <a:pos x="39" y="9"/>
                  </a:cxn>
                  <a:cxn ang="0">
                    <a:pos x="40" y="9"/>
                  </a:cxn>
                  <a:cxn ang="0">
                    <a:pos x="42" y="7"/>
                  </a:cxn>
                  <a:cxn ang="0">
                    <a:pos x="43" y="6"/>
                  </a:cxn>
                  <a:cxn ang="0">
                    <a:pos x="43" y="4"/>
                  </a:cxn>
                  <a:cxn ang="0">
                    <a:pos x="42" y="3"/>
                  </a:cxn>
                  <a:cxn ang="0">
                    <a:pos x="40" y="1"/>
                  </a:cxn>
                  <a:cxn ang="0">
                    <a:pos x="39" y="0"/>
                  </a:cxn>
                  <a:cxn ang="0">
                    <a:pos x="4" y="0"/>
                  </a:cxn>
                </a:cxnLst>
                <a:pathLst>
                  <a:path w="43" h="9">
                    <a:moveTo>
                      <a:pt x="4" y="0"/>
                    </a:moveTo>
                    <a:lnTo>
                      <a:pt x="3" y="0"/>
                    </a:lnTo>
                    <a:lnTo>
                      <a:pt x="1" y="1"/>
                    </a:lnTo>
                    <a:lnTo>
                      <a:pt x="0" y="3"/>
                    </a:lnTo>
                    <a:lnTo>
                      <a:pt x="0" y="4"/>
                    </a:lnTo>
                    <a:lnTo>
                      <a:pt x="0" y="6"/>
                    </a:lnTo>
                    <a:lnTo>
                      <a:pt x="0" y="7"/>
                    </a:lnTo>
                    <a:lnTo>
                      <a:pt x="1" y="9"/>
                    </a:lnTo>
                    <a:lnTo>
                      <a:pt x="3" y="9"/>
                    </a:lnTo>
                    <a:lnTo>
                      <a:pt x="38" y="9"/>
                    </a:lnTo>
                    <a:lnTo>
                      <a:pt x="39" y="9"/>
                    </a:lnTo>
                    <a:lnTo>
                      <a:pt x="40" y="9"/>
                    </a:lnTo>
                    <a:lnTo>
                      <a:pt x="42" y="7"/>
                    </a:lnTo>
                    <a:lnTo>
                      <a:pt x="43" y="6"/>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8314" name="Freeform 39"/>
              <p:cNvSpPr/>
              <p:nvPr/>
            </p:nvSpPr>
            <p:spPr>
              <a:xfrm>
                <a:off x="1087" y="2309"/>
                <a:ext cx="43"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7" y="9"/>
                  </a:cxn>
                  <a:cxn ang="0">
                    <a:pos x="39" y="9"/>
                  </a:cxn>
                  <a:cxn ang="0">
                    <a:pos x="40" y="9"/>
                  </a:cxn>
                  <a:cxn ang="0">
                    <a:pos x="41" y="7"/>
                  </a:cxn>
                  <a:cxn ang="0">
                    <a:pos x="43" y="6"/>
                  </a:cxn>
                  <a:cxn ang="0">
                    <a:pos x="43" y="4"/>
                  </a:cxn>
                  <a:cxn ang="0">
                    <a:pos x="41" y="3"/>
                  </a:cxn>
                  <a:cxn ang="0">
                    <a:pos x="40" y="1"/>
                  </a:cxn>
                  <a:cxn ang="0">
                    <a:pos x="39" y="0"/>
                  </a:cxn>
                  <a:cxn ang="0">
                    <a:pos x="4" y="0"/>
                  </a:cxn>
                </a:cxnLst>
                <a:pathLst>
                  <a:path w="43" h="9">
                    <a:moveTo>
                      <a:pt x="4" y="0"/>
                    </a:moveTo>
                    <a:lnTo>
                      <a:pt x="3" y="0"/>
                    </a:lnTo>
                    <a:lnTo>
                      <a:pt x="1" y="1"/>
                    </a:lnTo>
                    <a:lnTo>
                      <a:pt x="0" y="3"/>
                    </a:lnTo>
                    <a:lnTo>
                      <a:pt x="0" y="4"/>
                    </a:lnTo>
                    <a:lnTo>
                      <a:pt x="0" y="6"/>
                    </a:lnTo>
                    <a:lnTo>
                      <a:pt x="0" y="7"/>
                    </a:lnTo>
                    <a:lnTo>
                      <a:pt x="1" y="9"/>
                    </a:lnTo>
                    <a:lnTo>
                      <a:pt x="3" y="9"/>
                    </a:lnTo>
                    <a:lnTo>
                      <a:pt x="37" y="9"/>
                    </a:lnTo>
                    <a:lnTo>
                      <a:pt x="39" y="9"/>
                    </a:lnTo>
                    <a:lnTo>
                      <a:pt x="40" y="9"/>
                    </a:lnTo>
                    <a:lnTo>
                      <a:pt x="41" y="7"/>
                    </a:lnTo>
                    <a:lnTo>
                      <a:pt x="43" y="6"/>
                    </a:lnTo>
                    <a:lnTo>
                      <a:pt x="43" y="4"/>
                    </a:lnTo>
                    <a:lnTo>
                      <a:pt x="41"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8315" name="Freeform 40"/>
              <p:cNvSpPr/>
              <p:nvPr/>
            </p:nvSpPr>
            <p:spPr>
              <a:xfrm>
                <a:off x="1147" y="2309"/>
                <a:ext cx="44" cy="9"/>
              </a:xfrm>
              <a:custGeom>
                <a:avLst/>
                <a:gdLst/>
                <a:ahLst/>
                <a:cxnLst>
                  <a:cxn ang="0">
                    <a:pos x="5" y="0"/>
                  </a:cxn>
                  <a:cxn ang="0">
                    <a:pos x="3" y="0"/>
                  </a:cxn>
                  <a:cxn ang="0">
                    <a:pos x="2" y="1"/>
                  </a:cxn>
                  <a:cxn ang="0">
                    <a:pos x="0" y="3"/>
                  </a:cxn>
                  <a:cxn ang="0">
                    <a:pos x="0" y="4"/>
                  </a:cxn>
                  <a:cxn ang="0">
                    <a:pos x="0" y="6"/>
                  </a:cxn>
                  <a:cxn ang="0">
                    <a:pos x="0" y="7"/>
                  </a:cxn>
                  <a:cxn ang="0">
                    <a:pos x="2" y="9"/>
                  </a:cxn>
                  <a:cxn ang="0">
                    <a:pos x="3" y="9"/>
                  </a:cxn>
                  <a:cxn ang="0">
                    <a:pos x="38" y="9"/>
                  </a:cxn>
                  <a:cxn ang="0">
                    <a:pos x="39" y="9"/>
                  </a:cxn>
                  <a:cxn ang="0">
                    <a:pos x="41" y="9"/>
                  </a:cxn>
                  <a:cxn ang="0">
                    <a:pos x="42" y="7"/>
                  </a:cxn>
                  <a:cxn ang="0">
                    <a:pos x="44" y="6"/>
                  </a:cxn>
                  <a:cxn ang="0">
                    <a:pos x="44" y="4"/>
                  </a:cxn>
                  <a:cxn ang="0">
                    <a:pos x="42" y="3"/>
                  </a:cxn>
                  <a:cxn ang="0">
                    <a:pos x="41" y="1"/>
                  </a:cxn>
                  <a:cxn ang="0">
                    <a:pos x="39" y="0"/>
                  </a:cxn>
                  <a:cxn ang="0">
                    <a:pos x="5" y="0"/>
                  </a:cxn>
                </a:cxnLst>
                <a:pathLst>
                  <a:path w="44" h="9">
                    <a:moveTo>
                      <a:pt x="5" y="0"/>
                    </a:moveTo>
                    <a:lnTo>
                      <a:pt x="3" y="0"/>
                    </a:lnTo>
                    <a:lnTo>
                      <a:pt x="2" y="1"/>
                    </a:lnTo>
                    <a:lnTo>
                      <a:pt x="0" y="3"/>
                    </a:lnTo>
                    <a:lnTo>
                      <a:pt x="0" y="4"/>
                    </a:lnTo>
                    <a:lnTo>
                      <a:pt x="0" y="6"/>
                    </a:lnTo>
                    <a:lnTo>
                      <a:pt x="0" y="7"/>
                    </a:lnTo>
                    <a:lnTo>
                      <a:pt x="2" y="9"/>
                    </a:lnTo>
                    <a:lnTo>
                      <a:pt x="3" y="9"/>
                    </a:lnTo>
                    <a:lnTo>
                      <a:pt x="38" y="9"/>
                    </a:lnTo>
                    <a:lnTo>
                      <a:pt x="39" y="9"/>
                    </a:lnTo>
                    <a:lnTo>
                      <a:pt x="41" y="9"/>
                    </a:lnTo>
                    <a:lnTo>
                      <a:pt x="42" y="7"/>
                    </a:lnTo>
                    <a:lnTo>
                      <a:pt x="44" y="6"/>
                    </a:lnTo>
                    <a:lnTo>
                      <a:pt x="44" y="4"/>
                    </a:lnTo>
                    <a:lnTo>
                      <a:pt x="42" y="3"/>
                    </a:lnTo>
                    <a:lnTo>
                      <a:pt x="41" y="1"/>
                    </a:lnTo>
                    <a:lnTo>
                      <a:pt x="39" y="0"/>
                    </a:lnTo>
                    <a:lnTo>
                      <a:pt x="5" y="0"/>
                    </a:lnTo>
                    <a:close/>
                  </a:path>
                </a:pathLst>
              </a:custGeom>
              <a:solidFill>
                <a:srgbClr val="000000">
                  <a:alpha val="100000"/>
                </a:srgbClr>
              </a:solidFill>
              <a:ln w="9525">
                <a:noFill/>
              </a:ln>
            </p:spPr>
            <p:txBody>
              <a:bodyPr/>
              <a:p>
                <a:endParaRPr lang="zh-CN" altLang="en-US"/>
              </a:p>
            </p:txBody>
          </p:sp>
          <p:sp>
            <p:nvSpPr>
              <p:cNvPr id="88316" name="Freeform 41"/>
              <p:cNvSpPr/>
              <p:nvPr/>
            </p:nvSpPr>
            <p:spPr>
              <a:xfrm>
                <a:off x="1208" y="2309"/>
                <a:ext cx="43"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7" y="9"/>
                  </a:cxn>
                  <a:cxn ang="0">
                    <a:pos x="39" y="9"/>
                  </a:cxn>
                  <a:cxn ang="0">
                    <a:pos x="40" y="9"/>
                  </a:cxn>
                  <a:cxn ang="0">
                    <a:pos x="42" y="7"/>
                  </a:cxn>
                  <a:cxn ang="0">
                    <a:pos x="43" y="6"/>
                  </a:cxn>
                  <a:cxn ang="0">
                    <a:pos x="43" y="4"/>
                  </a:cxn>
                  <a:cxn ang="0">
                    <a:pos x="42" y="3"/>
                  </a:cxn>
                  <a:cxn ang="0">
                    <a:pos x="40" y="1"/>
                  </a:cxn>
                  <a:cxn ang="0">
                    <a:pos x="39" y="0"/>
                  </a:cxn>
                  <a:cxn ang="0">
                    <a:pos x="4" y="0"/>
                  </a:cxn>
                </a:cxnLst>
                <a:pathLst>
                  <a:path w="43" h="9">
                    <a:moveTo>
                      <a:pt x="4" y="0"/>
                    </a:moveTo>
                    <a:lnTo>
                      <a:pt x="3" y="0"/>
                    </a:lnTo>
                    <a:lnTo>
                      <a:pt x="1" y="1"/>
                    </a:lnTo>
                    <a:lnTo>
                      <a:pt x="0" y="3"/>
                    </a:lnTo>
                    <a:lnTo>
                      <a:pt x="0" y="4"/>
                    </a:lnTo>
                    <a:lnTo>
                      <a:pt x="0" y="6"/>
                    </a:lnTo>
                    <a:lnTo>
                      <a:pt x="0" y="7"/>
                    </a:lnTo>
                    <a:lnTo>
                      <a:pt x="1" y="9"/>
                    </a:lnTo>
                    <a:lnTo>
                      <a:pt x="3" y="9"/>
                    </a:lnTo>
                    <a:lnTo>
                      <a:pt x="37" y="9"/>
                    </a:lnTo>
                    <a:lnTo>
                      <a:pt x="39" y="9"/>
                    </a:lnTo>
                    <a:lnTo>
                      <a:pt x="40" y="9"/>
                    </a:lnTo>
                    <a:lnTo>
                      <a:pt x="42" y="7"/>
                    </a:lnTo>
                    <a:lnTo>
                      <a:pt x="43" y="6"/>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8317" name="Freeform 42"/>
              <p:cNvSpPr/>
              <p:nvPr/>
            </p:nvSpPr>
            <p:spPr>
              <a:xfrm>
                <a:off x="1269" y="2309"/>
                <a:ext cx="43" cy="9"/>
              </a:xfrm>
              <a:custGeom>
                <a:avLst/>
                <a:gdLst/>
                <a:ahLst/>
                <a:cxnLst>
                  <a:cxn ang="0">
                    <a:pos x="4" y="0"/>
                  </a:cxn>
                  <a:cxn ang="0">
                    <a:pos x="2" y="0"/>
                  </a:cxn>
                  <a:cxn ang="0">
                    <a:pos x="1" y="1"/>
                  </a:cxn>
                  <a:cxn ang="0">
                    <a:pos x="0" y="3"/>
                  </a:cxn>
                  <a:cxn ang="0">
                    <a:pos x="0" y="4"/>
                  </a:cxn>
                  <a:cxn ang="0">
                    <a:pos x="0" y="6"/>
                  </a:cxn>
                  <a:cxn ang="0">
                    <a:pos x="0" y="7"/>
                  </a:cxn>
                  <a:cxn ang="0">
                    <a:pos x="1" y="9"/>
                  </a:cxn>
                  <a:cxn ang="0">
                    <a:pos x="2" y="9"/>
                  </a:cxn>
                  <a:cxn ang="0">
                    <a:pos x="37" y="9"/>
                  </a:cxn>
                  <a:cxn ang="0">
                    <a:pos x="38" y="9"/>
                  </a:cxn>
                  <a:cxn ang="0">
                    <a:pos x="40" y="9"/>
                  </a:cxn>
                  <a:cxn ang="0">
                    <a:pos x="41" y="7"/>
                  </a:cxn>
                  <a:cxn ang="0">
                    <a:pos x="43" y="6"/>
                  </a:cxn>
                  <a:cxn ang="0">
                    <a:pos x="43" y="4"/>
                  </a:cxn>
                  <a:cxn ang="0">
                    <a:pos x="41" y="3"/>
                  </a:cxn>
                  <a:cxn ang="0">
                    <a:pos x="40" y="1"/>
                  </a:cxn>
                  <a:cxn ang="0">
                    <a:pos x="38" y="0"/>
                  </a:cxn>
                  <a:cxn ang="0">
                    <a:pos x="4" y="0"/>
                  </a:cxn>
                </a:cxnLst>
                <a:pathLst>
                  <a:path w="43" h="9">
                    <a:moveTo>
                      <a:pt x="4" y="0"/>
                    </a:moveTo>
                    <a:lnTo>
                      <a:pt x="2" y="0"/>
                    </a:lnTo>
                    <a:lnTo>
                      <a:pt x="1" y="1"/>
                    </a:lnTo>
                    <a:lnTo>
                      <a:pt x="0" y="3"/>
                    </a:lnTo>
                    <a:lnTo>
                      <a:pt x="0" y="4"/>
                    </a:lnTo>
                    <a:lnTo>
                      <a:pt x="0" y="6"/>
                    </a:lnTo>
                    <a:lnTo>
                      <a:pt x="0" y="7"/>
                    </a:lnTo>
                    <a:lnTo>
                      <a:pt x="1" y="9"/>
                    </a:lnTo>
                    <a:lnTo>
                      <a:pt x="2" y="9"/>
                    </a:lnTo>
                    <a:lnTo>
                      <a:pt x="37" y="9"/>
                    </a:lnTo>
                    <a:lnTo>
                      <a:pt x="38" y="9"/>
                    </a:lnTo>
                    <a:lnTo>
                      <a:pt x="40" y="9"/>
                    </a:lnTo>
                    <a:lnTo>
                      <a:pt x="41" y="7"/>
                    </a:lnTo>
                    <a:lnTo>
                      <a:pt x="43" y="6"/>
                    </a:lnTo>
                    <a:lnTo>
                      <a:pt x="43" y="4"/>
                    </a:lnTo>
                    <a:lnTo>
                      <a:pt x="41" y="3"/>
                    </a:lnTo>
                    <a:lnTo>
                      <a:pt x="40" y="1"/>
                    </a:lnTo>
                    <a:lnTo>
                      <a:pt x="38" y="0"/>
                    </a:lnTo>
                    <a:lnTo>
                      <a:pt x="4" y="0"/>
                    </a:lnTo>
                    <a:close/>
                  </a:path>
                </a:pathLst>
              </a:custGeom>
              <a:solidFill>
                <a:srgbClr val="000000">
                  <a:alpha val="100000"/>
                </a:srgbClr>
              </a:solidFill>
              <a:ln w="9525">
                <a:noFill/>
              </a:ln>
            </p:spPr>
            <p:txBody>
              <a:bodyPr/>
              <a:p>
                <a:endParaRPr lang="zh-CN" altLang="en-US"/>
              </a:p>
            </p:txBody>
          </p:sp>
          <p:sp>
            <p:nvSpPr>
              <p:cNvPr id="88318" name="Freeform 43"/>
              <p:cNvSpPr/>
              <p:nvPr/>
            </p:nvSpPr>
            <p:spPr>
              <a:xfrm>
                <a:off x="1329" y="2309"/>
                <a:ext cx="23" cy="9"/>
              </a:xfrm>
              <a:custGeom>
                <a:avLst/>
                <a:gdLst/>
                <a:ahLst/>
                <a:cxnLst>
                  <a:cxn ang="0">
                    <a:pos x="4" y="0"/>
                  </a:cxn>
                  <a:cxn ang="0">
                    <a:pos x="3" y="0"/>
                  </a:cxn>
                  <a:cxn ang="0">
                    <a:pos x="2" y="1"/>
                  </a:cxn>
                  <a:cxn ang="0">
                    <a:pos x="0" y="3"/>
                  </a:cxn>
                  <a:cxn ang="0">
                    <a:pos x="0" y="4"/>
                  </a:cxn>
                  <a:cxn ang="0">
                    <a:pos x="0" y="6"/>
                  </a:cxn>
                  <a:cxn ang="0">
                    <a:pos x="0" y="7"/>
                  </a:cxn>
                  <a:cxn ang="0">
                    <a:pos x="2" y="9"/>
                  </a:cxn>
                  <a:cxn ang="0">
                    <a:pos x="3" y="9"/>
                  </a:cxn>
                  <a:cxn ang="0">
                    <a:pos x="19" y="9"/>
                  </a:cxn>
                  <a:cxn ang="0">
                    <a:pos x="20" y="7"/>
                  </a:cxn>
                  <a:cxn ang="0">
                    <a:pos x="22" y="6"/>
                  </a:cxn>
                  <a:cxn ang="0">
                    <a:pos x="23" y="4"/>
                  </a:cxn>
                  <a:cxn ang="0">
                    <a:pos x="22" y="3"/>
                  </a:cxn>
                  <a:cxn ang="0">
                    <a:pos x="20" y="1"/>
                  </a:cxn>
                  <a:cxn ang="0">
                    <a:pos x="20" y="0"/>
                  </a:cxn>
                  <a:cxn ang="0">
                    <a:pos x="4" y="0"/>
                  </a:cxn>
                </a:cxnLst>
                <a:pathLst>
                  <a:path w="23" h="9">
                    <a:moveTo>
                      <a:pt x="4" y="0"/>
                    </a:moveTo>
                    <a:lnTo>
                      <a:pt x="3" y="0"/>
                    </a:lnTo>
                    <a:lnTo>
                      <a:pt x="2" y="1"/>
                    </a:lnTo>
                    <a:lnTo>
                      <a:pt x="0" y="3"/>
                    </a:lnTo>
                    <a:lnTo>
                      <a:pt x="0" y="4"/>
                    </a:lnTo>
                    <a:lnTo>
                      <a:pt x="0" y="6"/>
                    </a:lnTo>
                    <a:lnTo>
                      <a:pt x="0" y="7"/>
                    </a:lnTo>
                    <a:lnTo>
                      <a:pt x="2" y="9"/>
                    </a:lnTo>
                    <a:lnTo>
                      <a:pt x="3" y="9"/>
                    </a:lnTo>
                    <a:lnTo>
                      <a:pt x="19" y="9"/>
                    </a:lnTo>
                    <a:lnTo>
                      <a:pt x="20" y="7"/>
                    </a:lnTo>
                    <a:lnTo>
                      <a:pt x="22" y="6"/>
                    </a:lnTo>
                    <a:lnTo>
                      <a:pt x="23" y="4"/>
                    </a:lnTo>
                    <a:lnTo>
                      <a:pt x="22" y="3"/>
                    </a:lnTo>
                    <a:lnTo>
                      <a:pt x="20" y="1"/>
                    </a:lnTo>
                    <a:lnTo>
                      <a:pt x="20" y="0"/>
                    </a:lnTo>
                    <a:lnTo>
                      <a:pt x="4" y="0"/>
                    </a:lnTo>
                    <a:close/>
                  </a:path>
                </a:pathLst>
              </a:custGeom>
              <a:solidFill>
                <a:srgbClr val="000000">
                  <a:alpha val="100000"/>
                </a:srgbClr>
              </a:solidFill>
              <a:ln w="9525">
                <a:noFill/>
              </a:ln>
            </p:spPr>
            <p:txBody>
              <a:bodyPr/>
              <a:p>
                <a:endParaRPr lang="zh-CN" altLang="en-US"/>
              </a:p>
            </p:txBody>
          </p:sp>
        </p:grpSp>
        <p:grpSp>
          <p:nvGrpSpPr>
            <p:cNvPr id="88100" name="Group 44"/>
            <p:cNvGrpSpPr/>
            <p:nvPr/>
          </p:nvGrpSpPr>
          <p:grpSpPr>
            <a:xfrm>
              <a:off x="1996678" y="2320925"/>
              <a:ext cx="114300" cy="328613"/>
              <a:chOff x="1344" y="2111"/>
              <a:chExt cx="72" cy="207"/>
            </a:xfrm>
          </p:grpSpPr>
          <p:sp>
            <p:nvSpPr>
              <p:cNvPr id="88308" name="Freeform 45"/>
              <p:cNvSpPr/>
              <p:nvPr/>
            </p:nvSpPr>
            <p:spPr>
              <a:xfrm>
                <a:off x="1344" y="2276"/>
                <a:ext cx="18" cy="42"/>
              </a:xfrm>
              <a:custGeom>
                <a:avLst/>
                <a:gdLst/>
                <a:ahLst/>
                <a:cxnLst>
                  <a:cxn ang="0">
                    <a:pos x="0" y="37"/>
                  </a:cxn>
                  <a:cxn ang="0">
                    <a:pos x="0" y="37"/>
                  </a:cxn>
                  <a:cxn ang="0">
                    <a:pos x="1" y="39"/>
                  </a:cxn>
                  <a:cxn ang="0">
                    <a:pos x="2" y="40"/>
                  </a:cxn>
                  <a:cxn ang="0">
                    <a:pos x="4" y="42"/>
                  </a:cxn>
                  <a:cxn ang="0">
                    <a:pos x="5" y="40"/>
                  </a:cxn>
                  <a:cxn ang="0">
                    <a:pos x="7" y="39"/>
                  </a:cxn>
                  <a:cxn ang="0">
                    <a:pos x="8" y="39"/>
                  </a:cxn>
                  <a:cxn ang="0">
                    <a:pos x="18" y="6"/>
                  </a:cxn>
                  <a:cxn ang="0">
                    <a:pos x="18" y="4"/>
                  </a:cxn>
                  <a:cxn ang="0">
                    <a:pos x="18" y="3"/>
                  </a:cxn>
                  <a:cxn ang="0">
                    <a:pos x="17" y="1"/>
                  </a:cxn>
                  <a:cxn ang="0">
                    <a:pos x="15" y="0"/>
                  </a:cxn>
                  <a:cxn ang="0">
                    <a:pos x="14" y="0"/>
                  </a:cxn>
                  <a:cxn ang="0">
                    <a:pos x="13" y="1"/>
                  </a:cxn>
                  <a:cxn ang="0">
                    <a:pos x="11" y="3"/>
                  </a:cxn>
                  <a:cxn ang="0">
                    <a:pos x="10" y="4"/>
                  </a:cxn>
                  <a:cxn ang="0">
                    <a:pos x="0" y="37"/>
                  </a:cxn>
                </a:cxnLst>
                <a:pathLst>
                  <a:path w="18" h="42">
                    <a:moveTo>
                      <a:pt x="0" y="37"/>
                    </a:moveTo>
                    <a:lnTo>
                      <a:pt x="0" y="37"/>
                    </a:lnTo>
                    <a:lnTo>
                      <a:pt x="1" y="39"/>
                    </a:lnTo>
                    <a:lnTo>
                      <a:pt x="2" y="40"/>
                    </a:lnTo>
                    <a:lnTo>
                      <a:pt x="4" y="42"/>
                    </a:lnTo>
                    <a:lnTo>
                      <a:pt x="5" y="40"/>
                    </a:lnTo>
                    <a:lnTo>
                      <a:pt x="7" y="39"/>
                    </a:lnTo>
                    <a:lnTo>
                      <a:pt x="8" y="39"/>
                    </a:lnTo>
                    <a:lnTo>
                      <a:pt x="18" y="6"/>
                    </a:lnTo>
                    <a:lnTo>
                      <a:pt x="18" y="4"/>
                    </a:lnTo>
                    <a:lnTo>
                      <a:pt x="18" y="3"/>
                    </a:lnTo>
                    <a:lnTo>
                      <a:pt x="17" y="1"/>
                    </a:lnTo>
                    <a:lnTo>
                      <a:pt x="15" y="0"/>
                    </a:lnTo>
                    <a:lnTo>
                      <a:pt x="14" y="0"/>
                    </a:lnTo>
                    <a:lnTo>
                      <a:pt x="13" y="1"/>
                    </a:lnTo>
                    <a:lnTo>
                      <a:pt x="11" y="3"/>
                    </a:lnTo>
                    <a:lnTo>
                      <a:pt x="10" y="4"/>
                    </a:lnTo>
                    <a:lnTo>
                      <a:pt x="0" y="37"/>
                    </a:lnTo>
                    <a:close/>
                  </a:path>
                </a:pathLst>
              </a:custGeom>
              <a:solidFill>
                <a:srgbClr val="000000">
                  <a:alpha val="100000"/>
                </a:srgbClr>
              </a:solidFill>
              <a:ln w="9525">
                <a:noFill/>
              </a:ln>
            </p:spPr>
            <p:txBody>
              <a:bodyPr/>
              <a:p>
                <a:endParaRPr lang="zh-CN" altLang="en-US"/>
              </a:p>
            </p:txBody>
          </p:sp>
          <p:sp>
            <p:nvSpPr>
              <p:cNvPr id="88309" name="Freeform 46"/>
              <p:cNvSpPr/>
              <p:nvPr/>
            </p:nvSpPr>
            <p:spPr>
              <a:xfrm>
                <a:off x="1362" y="2218"/>
                <a:ext cx="19" cy="42"/>
              </a:xfrm>
              <a:custGeom>
                <a:avLst/>
                <a:gdLst/>
                <a:ahLst/>
                <a:cxnLst>
                  <a:cxn ang="0">
                    <a:pos x="0" y="38"/>
                  </a:cxn>
                  <a:cxn ang="0">
                    <a:pos x="0" y="39"/>
                  </a:cxn>
                  <a:cxn ang="0">
                    <a:pos x="0" y="40"/>
                  </a:cxn>
                  <a:cxn ang="0">
                    <a:pos x="2" y="42"/>
                  </a:cxn>
                  <a:cxn ang="0">
                    <a:pos x="3" y="42"/>
                  </a:cxn>
                  <a:cxn ang="0">
                    <a:pos x="5" y="42"/>
                  </a:cxn>
                  <a:cxn ang="0">
                    <a:pos x="6" y="42"/>
                  </a:cxn>
                  <a:cxn ang="0">
                    <a:pos x="8" y="40"/>
                  </a:cxn>
                  <a:cxn ang="0">
                    <a:pos x="9" y="39"/>
                  </a:cxn>
                  <a:cxn ang="0">
                    <a:pos x="19" y="6"/>
                  </a:cxn>
                  <a:cxn ang="0">
                    <a:pos x="19" y="4"/>
                  </a:cxn>
                  <a:cxn ang="0">
                    <a:pos x="19" y="3"/>
                  </a:cxn>
                  <a:cxn ang="0">
                    <a:pos x="18" y="1"/>
                  </a:cxn>
                  <a:cxn ang="0">
                    <a:pos x="16" y="0"/>
                  </a:cxn>
                  <a:cxn ang="0">
                    <a:pos x="15" y="0"/>
                  </a:cxn>
                  <a:cxn ang="0">
                    <a:pos x="13" y="1"/>
                  </a:cxn>
                  <a:cxn ang="0">
                    <a:pos x="12" y="3"/>
                  </a:cxn>
                  <a:cxn ang="0">
                    <a:pos x="10" y="4"/>
                  </a:cxn>
                  <a:cxn ang="0">
                    <a:pos x="0" y="38"/>
                  </a:cxn>
                </a:cxnLst>
                <a:pathLst>
                  <a:path w="19" h="42">
                    <a:moveTo>
                      <a:pt x="0" y="38"/>
                    </a:moveTo>
                    <a:lnTo>
                      <a:pt x="0" y="39"/>
                    </a:lnTo>
                    <a:lnTo>
                      <a:pt x="0" y="40"/>
                    </a:lnTo>
                    <a:lnTo>
                      <a:pt x="2" y="42"/>
                    </a:lnTo>
                    <a:lnTo>
                      <a:pt x="3" y="42"/>
                    </a:lnTo>
                    <a:lnTo>
                      <a:pt x="5" y="42"/>
                    </a:lnTo>
                    <a:lnTo>
                      <a:pt x="6" y="42"/>
                    </a:lnTo>
                    <a:lnTo>
                      <a:pt x="8" y="40"/>
                    </a:lnTo>
                    <a:lnTo>
                      <a:pt x="9" y="39"/>
                    </a:lnTo>
                    <a:lnTo>
                      <a:pt x="19" y="6"/>
                    </a:lnTo>
                    <a:lnTo>
                      <a:pt x="19" y="4"/>
                    </a:lnTo>
                    <a:lnTo>
                      <a:pt x="19" y="3"/>
                    </a:lnTo>
                    <a:lnTo>
                      <a:pt x="18" y="1"/>
                    </a:lnTo>
                    <a:lnTo>
                      <a:pt x="16" y="0"/>
                    </a:lnTo>
                    <a:lnTo>
                      <a:pt x="15" y="0"/>
                    </a:lnTo>
                    <a:lnTo>
                      <a:pt x="13" y="1"/>
                    </a:lnTo>
                    <a:lnTo>
                      <a:pt x="12" y="3"/>
                    </a:lnTo>
                    <a:lnTo>
                      <a:pt x="10" y="4"/>
                    </a:lnTo>
                    <a:lnTo>
                      <a:pt x="0" y="38"/>
                    </a:lnTo>
                    <a:close/>
                  </a:path>
                </a:pathLst>
              </a:custGeom>
              <a:solidFill>
                <a:srgbClr val="000000">
                  <a:alpha val="100000"/>
                </a:srgbClr>
              </a:solidFill>
              <a:ln w="9525">
                <a:noFill/>
              </a:ln>
            </p:spPr>
            <p:txBody>
              <a:bodyPr/>
              <a:p>
                <a:endParaRPr lang="zh-CN" altLang="en-US"/>
              </a:p>
            </p:txBody>
          </p:sp>
          <p:sp>
            <p:nvSpPr>
              <p:cNvPr id="88310" name="Freeform 47"/>
              <p:cNvSpPr/>
              <p:nvPr/>
            </p:nvSpPr>
            <p:spPr>
              <a:xfrm>
                <a:off x="1381" y="2160"/>
                <a:ext cx="19" cy="42"/>
              </a:xfrm>
              <a:custGeom>
                <a:avLst/>
                <a:gdLst/>
                <a:ahLst/>
                <a:cxnLst>
                  <a:cxn ang="0">
                    <a:pos x="0" y="38"/>
                  </a:cxn>
                  <a:cxn ang="0">
                    <a:pos x="0" y="39"/>
                  </a:cxn>
                  <a:cxn ang="0">
                    <a:pos x="0" y="41"/>
                  </a:cxn>
                  <a:cxn ang="0">
                    <a:pos x="2" y="42"/>
                  </a:cxn>
                  <a:cxn ang="0">
                    <a:pos x="3" y="42"/>
                  </a:cxn>
                  <a:cxn ang="0">
                    <a:pos x="4" y="42"/>
                  </a:cxn>
                  <a:cxn ang="0">
                    <a:pos x="6" y="42"/>
                  </a:cxn>
                  <a:cxn ang="0">
                    <a:pos x="7" y="41"/>
                  </a:cxn>
                  <a:cxn ang="0">
                    <a:pos x="9" y="39"/>
                  </a:cxn>
                  <a:cxn ang="0">
                    <a:pos x="19" y="6"/>
                  </a:cxn>
                  <a:cxn ang="0">
                    <a:pos x="19" y="4"/>
                  </a:cxn>
                  <a:cxn ang="0">
                    <a:pos x="19" y="3"/>
                  </a:cxn>
                  <a:cxn ang="0">
                    <a:pos x="17" y="2"/>
                  </a:cxn>
                  <a:cxn ang="0">
                    <a:pos x="16" y="0"/>
                  </a:cxn>
                  <a:cxn ang="0">
                    <a:pos x="15" y="0"/>
                  </a:cxn>
                  <a:cxn ang="0">
                    <a:pos x="13" y="2"/>
                  </a:cxn>
                  <a:cxn ang="0">
                    <a:pos x="12" y="3"/>
                  </a:cxn>
                  <a:cxn ang="0">
                    <a:pos x="10" y="4"/>
                  </a:cxn>
                  <a:cxn ang="0">
                    <a:pos x="0" y="38"/>
                  </a:cxn>
                </a:cxnLst>
                <a:pathLst>
                  <a:path w="19" h="42">
                    <a:moveTo>
                      <a:pt x="0" y="38"/>
                    </a:moveTo>
                    <a:lnTo>
                      <a:pt x="0" y="39"/>
                    </a:lnTo>
                    <a:lnTo>
                      <a:pt x="0" y="41"/>
                    </a:lnTo>
                    <a:lnTo>
                      <a:pt x="2" y="42"/>
                    </a:lnTo>
                    <a:lnTo>
                      <a:pt x="3" y="42"/>
                    </a:lnTo>
                    <a:lnTo>
                      <a:pt x="4" y="42"/>
                    </a:lnTo>
                    <a:lnTo>
                      <a:pt x="6" y="42"/>
                    </a:lnTo>
                    <a:lnTo>
                      <a:pt x="7" y="41"/>
                    </a:lnTo>
                    <a:lnTo>
                      <a:pt x="9" y="39"/>
                    </a:lnTo>
                    <a:lnTo>
                      <a:pt x="19" y="6"/>
                    </a:lnTo>
                    <a:lnTo>
                      <a:pt x="19" y="4"/>
                    </a:lnTo>
                    <a:lnTo>
                      <a:pt x="19" y="3"/>
                    </a:lnTo>
                    <a:lnTo>
                      <a:pt x="17" y="2"/>
                    </a:lnTo>
                    <a:lnTo>
                      <a:pt x="16" y="0"/>
                    </a:lnTo>
                    <a:lnTo>
                      <a:pt x="15" y="0"/>
                    </a:lnTo>
                    <a:lnTo>
                      <a:pt x="13" y="2"/>
                    </a:lnTo>
                    <a:lnTo>
                      <a:pt x="12" y="3"/>
                    </a:lnTo>
                    <a:lnTo>
                      <a:pt x="10" y="4"/>
                    </a:lnTo>
                    <a:lnTo>
                      <a:pt x="0" y="38"/>
                    </a:lnTo>
                    <a:close/>
                  </a:path>
                </a:pathLst>
              </a:custGeom>
              <a:solidFill>
                <a:srgbClr val="000000">
                  <a:alpha val="100000"/>
                </a:srgbClr>
              </a:solidFill>
              <a:ln w="9525">
                <a:noFill/>
              </a:ln>
            </p:spPr>
            <p:txBody>
              <a:bodyPr/>
              <a:p>
                <a:endParaRPr lang="zh-CN" altLang="en-US"/>
              </a:p>
            </p:txBody>
          </p:sp>
          <p:sp>
            <p:nvSpPr>
              <p:cNvPr id="88311" name="Freeform 48"/>
              <p:cNvSpPr/>
              <p:nvPr/>
            </p:nvSpPr>
            <p:spPr>
              <a:xfrm>
                <a:off x="1400" y="2111"/>
                <a:ext cx="16" cy="33"/>
              </a:xfrm>
              <a:custGeom>
                <a:avLst/>
                <a:gdLst/>
                <a:ahLst/>
                <a:cxnLst>
                  <a:cxn ang="0">
                    <a:pos x="0" y="29"/>
                  </a:cxn>
                  <a:cxn ang="0">
                    <a:pos x="0" y="30"/>
                  </a:cxn>
                  <a:cxn ang="0">
                    <a:pos x="0" y="32"/>
                  </a:cxn>
                  <a:cxn ang="0">
                    <a:pos x="1" y="33"/>
                  </a:cxn>
                  <a:cxn ang="0">
                    <a:pos x="3" y="33"/>
                  </a:cxn>
                  <a:cxn ang="0">
                    <a:pos x="4" y="33"/>
                  </a:cxn>
                  <a:cxn ang="0">
                    <a:pos x="6" y="33"/>
                  </a:cxn>
                  <a:cxn ang="0">
                    <a:pos x="7" y="32"/>
                  </a:cxn>
                  <a:cxn ang="0">
                    <a:pos x="9" y="30"/>
                  </a:cxn>
                  <a:cxn ang="0">
                    <a:pos x="16" y="6"/>
                  </a:cxn>
                  <a:cxn ang="0">
                    <a:pos x="16" y="4"/>
                  </a:cxn>
                  <a:cxn ang="0">
                    <a:pos x="14" y="3"/>
                  </a:cxn>
                  <a:cxn ang="0">
                    <a:pos x="13" y="1"/>
                  </a:cxn>
                  <a:cxn ang="0">
                    <a:pos x="11" y="0"/>
                  </a:cxn>
                  <a:cxn ang="0">
                    <a:pos x="10" y="1"/>
                  </a:cxn>
                  <a:cxn ang="0">
                    <a:pos x="9" y="3"/>
                  </a:cxn>
                  <a:cxn ang="0">
                    <a:pos x="7" y="4"/>
                  </a:cxn>
                  <a:cxn ang="0">
                    <a:pos x="0" y="29"/>
                  </a:cxn>
                </a:cxnLst>
                <a:pathLst>
                  <a:path w="16" h="33">
                    <a:moveTo>
                      <a:pt x="0" y="29"/>
                    </a:moveTo>
                    <a:lnTo>
                      <a:pt x="0" y="30"/>
                    </a:lnTo>
                    <a:lnTo>
                      <a:pt x="0" y="32"/>
                    </a:lnTo>
                    <a:lnTo>
                      <a:pt x="1" y="33"/>
                    </a:lnTo>
                    <a:lnTo>
                      <a:pt x="3" y="33"/>
                    </a:lnTo>
                    <a:lnTo>
                      <a:pt x="4" y="33"/>
                    </a:lnTo>
                    <a:lnTo>
                      <a:pt x="6" y="33"/>
                    </a:lnTo>
                    <a:lnTo>
                      <a:pt x="7" y="32"/>
                    </a:lnTo>
                    <a:lnTo>
                      <a:pt x="9" y="30"/>
                    </a:lnTo>
                    <a:lnTo>
                      <a:pt x="16" y="6"/>
                    </a:lnTo>
                    <a:lnTo>
                      <a:pt x="16" y="4"/>
                    </a:lnTo>
                    <a:lnTo>
                      <a:pt x="14" y="3"/>
                    </a:lnTo>
                    <a:lnTo>
                      <a:pt x="13" y="1"/>
                    </a:lnTo>
                    <a:lnTo>
                      <a:pt x="11" y="0"/>
                    </a:lnTo>
                    <a:lnTo>
                      <a:pt x="10" y="1"/>
                    </a:lnTo>
                    <a:lnTo>
                      <a:pt x="9" y="3"/>
                    </a:lnTo>
                    <a:lnTo>
                      <a:pt x="7" y="4"/>
                    </a:lnTo>
                    <a:lnTo>
                      <a:pt x="0" y="29"/>
                    </a:lnTo>
                    <a:close/>
                  </a:path>
                </a:pathLst>
              </a:custGeom>
              <a:solidFill>
                <a:srgbClr val="000000">
                  <a:alpha val="100000"/>
                </a:srgbClr>
              </a:solidFill>
              <a:ln w="9525">
                <a:noFill/>
              </a:ln>
            </p:spPr>
            <p:txBody>
              <a:bodyPr/>
              <a:p>
                <a:endParaRPr lang="zh-CN" altLang="en-US"/>
              </a:p>
            </p:txBody>
          </p:sp>
        </p:grpSp>
        <p:sp>
          <p:nvSpPr>
            <p:cNvPr id="88101" name="Line 49"/>
            <p:cNvSpPr/>
            <p:nvPr/>
          </p:nvSpPr>
          <p:spPr>
            <a:xfrm>
              <a:off x="4192786" y="2327275"/>
              <a:ext cx="1587" cy="158750"/>
            </a:xfrm>
            <a:prstGeom prst="line">
              <a:avLst/>
            </a:prstGeom>
            <a:ln w="14288" cap="flat" cmpd="sng">
              <a:solidFill>
                <a:srgbClr val="000000"/>
              </a:solidFill>
              <a:prstDash val="solid"/>
              <a:headEnd type="none" w="med" len="med"/>
              <a:tailEnd type="none" w="med" len="med"/>
            </a:ln>
          </p:spPr>
        </p:sp>
        <p:sp>
          <p:nvSpPr>
            <p:cNvPr id="88102" name="Line 50"/>
            <p:cNvSpPr/>
            <p:nvPr/>
          </p:nvSpPr>
          <p:spPr>
            <a:xfrm>
              <a:off x="5396111" y="2327275"/>
              <a:ext cx="98425" cy="314325"/>
            </a:xfrm>
            <a:prstGeom prst="line">
              <a:avLst/>
            </a:prstGeom>
            <a:ln w="14288" cap="flat" cmpd="sng">
              <a:solidFill>
                <a:srgbClr val="000000"/>
              </a:solidFill>
              <a:prstDash val="solid"/>
              <a:headEnd type="none" w="med" len="med"/>
              <a:tailEnd type="none" w="med" len="med"/>
            </a:ln>
          </p:spPr>
        </p:sp>
        <p:sp>
          <p:nvSpPr>
            <p:cNvPr id="88103" name="Line 51"/>
            <p:cNvSpPr/>
            <p:nvPr/>
          </p:nvSpPr>
          <p:spPr>
            <a:xfrm>
              <a:off x="5504061" y="2630488"/>
              <a:ext cx="1117600" cy="1588"/>
            </a:xfrm>
            <a:prstGeom prst="line">
              <a:avLst/>
            </a:prstGeom>
            <a:ln w="14288" cap="flat" cmpd="sng">
              <a:solidFill>
                <a:srgbClr val="000000"/>
              </a:solidFill>
              <a:prstDash val="solid"/>
              <a:headEnd type="none" w="med" len="med"/>
              <a:tailEnd type="none" w="med" len="med"/>
            </a:ln>
          </p:spPr>
        </p:sp>
        <p:sp>
          <p:nvSpPr>
            <p:cNvPr id="88104" name="Line 52"/>
            <p:cNvSpPr/>
            <p:nvPr/>
          </p:nvSpPr>
          <p:spPr>
            <a:xfrm flipV="1">
              <a:off x="6601023" y="2327275"/>
              <a:ext cx="101600" cy="314325"/>
            </a:xfrm>
            <a:prstGeom prst="line">
              <a:avLst/>
            </a:prstGeom>
            <a:ln w="14288" cap="flat" cmpd="sng">
              <a:solidFill>
                <a:srgbClr val="000000"/>
              </a:solidFill>
              <a:prstDash val="solid"/>
              <a:headEnd type="none" w="med" len="med"/>
              <a:tailEnd type="none" w="med" len="med"/>
            </a:ln>
          </p:spPr>
        </p:sp>
        <p:sp>
          <p:nvSpPr>
            <p:cNvPr id="88105" name="Line 53"/>
            <p:cNvSpPr/>
            <p:nvPr/>
          </p:nvSpPr>
          <p:spPr>
            <a:xfrm>
              <a:off x="6702623" y="2327275"/>
              <a:ext cx="1203325" cy="1588"/>
            </a:xfrm>
            <a:prstGeom prst="line">
              <a:avLst/>
            </a:prstGeom>
            <a:ln w="14288" cap="flat" cmpd="sng">
              <a:solidFill>
                <a:srgbClr val="000000"/>
              </a:solidFill>
              <a:prstDash val="solid"/>
              <a:headEnd type="none" w="med" len="med"/>
              <a:tailEnd type="none" w="med" len="med"/>
            </a:ln>
          </p:spPr>
        </p:sp>
        <p:sp>
          <p:nvSpPr>
            <p:cNvPr id="88106" name="Line 54"/>
            <p:cNvSpPr/>
            <p:nvPr/>
          </p:nvSpPr>
          <p:spPr>
            <a:xfrm>
              <a:off x="5996186" y="2327275"/>
              <a:ext cx="1587" cy="158750"/>
            </a:xfrm>
            <a:prstGeom prst="line">
              <a:avLst/>
            </a:prstGeom>
            <a:ln w="14288" cap="flat" cmpd="sng">
              <a:solidFill>
                <a:srgbClr val="000000"/>
              </a:solidFill>
              <a:prstDash val="solid"/>
              <a:headEnd type="none" w="med" len="med"/>
              <a:tailEnd type="none" w="med" len="med"/>
            </a:ln>
          </p:spPr>
        </p:sp>
        <p:sp>
          <p:nvSpPr>
            <p:cNvPr id="88107" name="Line 55"/>
            <p:cNvSpPr/>
            <p:nvPr/>
          </p:nvSpPr>
          <p:spPr>
            <a:xfrm>
              <a:off x="7199511" y="2327275"/>
              <a:ext cx="1103312" cy="1588"/>
            </a:xfrm>
            <a:prstGeom prst="line">
              <a:avLst/>
            </a:prstGeom>
            <a:ln w="14288" cap="flat" cmpd="sng">
              <a:solidFill>
                <a:srgbClr val="000000"/>
              </a:solidFill>
              <a:prstDash val="solid"/>
              <a:headEnd type="none" w="med" len="med"/>
              <a:tailEnd type="none" w="med" len="med"/>
            </a:ln>
          </p:spPr>
        </p:sp>
        <p:sp>
          <p:nvSpPr>
            <p:cNvPr id="88108" name="Line 56"/>
            <p:cNvSpPr/>
            <p:nvPr/>
          </p:nvSpPr>
          <p:spPr>
            <a:xfrm>
              <a:off x="8302823" y="2327275"/>
              <a:ext cx="100012" cy="314325"/>
            </a:xfrm>
            <a:prstGeom prst="line">
              <a:avLst/>
            </a:prstGeom>
            <a:ln w="14288" cap="flat" cmpd="sng">
              <a:solidFill>
                <a:srgbClr val="000000"/>
              </a:solidFill>
              <a:prstDash val="solid"/>
              <a:headEnd type="none" w="med" len="med"/>
              <a:tailEnd type="none" w="med" len="med"/>
            </a:ln>
          </p:spPr>
        </p:sp>
        <p:sp>
          <p:nvSpPr>
            <p:cNvPr id="88109" name="Line 57"/>
            <p:cNvSpPr/>
            <p:nvPr/>
          </p:nvSpPr>
          <p:spPr>
            <a:xfrm>
              <a:off x="8402836" y="2641600"/>
              <a:ext cx="201612" cy="1588"/>
            </a:xfrm>
            <a:prstGeom prst="line">
              <a:avLst/>
            </a:prstGeom>
            <a:ln w="14288" cap="flat" cmpd="sng">
              <a:solidFill>
                <a:srgbClr val="000000"/>
              </a:solidFill>
              <a:prstDash val="solid"/>
              <a:headEnd type="none" w="med" len="med"/>
              <a:tailEnd type="none" w="med" len="med"/>
            </a:ln>
          </p:spPr>
        </p:sp>
        <p:grpSp>
          <p:nvGrpSpPr>
            <p:cNvPr id="88110" name="Group 58"/>
            <p:cNvGrpSpPr/>
            <p:nvPr/>
          </p:nvGrpSpPr>
          <p:grpSpPr>
            <a:xfrm>
              <a:off x="6662936" y="2446338"/>
              <a:ext cx="200025" cy="315913"/>
              <a:chOff x="4041" y="2190"/>
              <a:chExt cx="126" cy="199"/>
            </a:xfrm>
          </p:grpSpPr>
          <p:sp>
            <p:nvSpPr>
              <p:cNvPr id="88306" name="Line 59"/>
              <p:cNvSpPr/>
              <p:nvPr/>
            </p:nvSpPr>
            <p:spPr>
              <a:xfrm flipH="1" flipV="1">
                <a:off x="4089" y="2267"/>
                <a:ext cx="78" cy="122"/>
              </a:xfrm>
              <a:prstGeom prst="line">
                <a:avLst/>
              </a:prstGeom>
              <a:ln w="14288" cap="flat" cmpd="sng">
                <a:solidFill>
                  <a:srgbClr val="000000"/>
                </a:solidFill>
                <a:prstDash val="solid"/>
                <a:headEnd type="none" w="med" len="med"/>
                <a:tailEnd type="none" w="med" len="med"/>
              </a:ln>
            </p:spPr>
          </p:sp>
          <p:sp>
            <p:nvSpPr>
              <p:cNvPr id="88307" name="Freeform 60"/>
              <p:cNvSpPr/>
              <p:nvPr/>
            </p:nvSpPr>
            <p:spPr>
              <a:xfrm>
                <a:off x="4041" y="2190"/>
                <a:ext cx="77" cy="96"/>
              </a:xfrm>
              <a:custGeom>
                <a:avLst/>
                <a:gdLst/>
                <a:ahLst/>
                <a:cxnLst>
                  <a:cxn ang="0">
                    <a:pos x="77" y="63"/>
                  </a:cxn>
                  <a:cxn ang="0">
                    <a:pos x="0" y="0"/>
                  </a:cxn>
                  <a:cxn ang="0">
                    <a:pos x="25" y="96"/>
                  </a:cxn>
                  <a:cxn ang="0">
                    <a:pos x="77" y="63"/>
                  </a:cxn>
                </a:cxnLst>
                <a:pathLst>
                  <a:path w="77" h="96">
                    <a:moveTo>
                      <a:pt x="77" y="63"/>
                    </a:moveTo>
                    <a:lnTo>
                      <a:pt x="0" y="0"/>
                    </a:lnTo>
                    <a:lnTo>
                      <a:pt x="25" y="96"/>
                    </a:lnTo>
                    <a:lnTo>
                      <a:pt x="77" y="63"/>
                    </a:lnTo>
                    <a:close/>
                  </a:path>
                </a:pathLst>
              </a:custGeom>
              <a:solidFill>
                <a:srgbClr val="000000">
                  <a:alpha val="100000"/>
                </a:srgbClr>
              </a:solidFill>
              <a:ln w="9525">
                <a:noFill/>
              </a:ln>
            </p:spPr>
            <p:txBody>
              <a:bodyPr/>
              <a:p>
                <a:endParaRPr lang="zh-CN" altLang="en-US"/>
              </a:p>
            </p:txBody>
          </p:sp>
        </p:grpSp>
        <p:sp>
          <p:nvSpPr>
            <p:cNvPr id="88111" name="Line 61"/>
            <p:cNvSpPr/>
            <p:nvPr/>
          </p:nvSpPr>
          <p:spPr>
            <a:xfrm>
              <a:off x="7153473" y="2325688"/>
              <a:ext cx="1587" cy="119063"/>
            </a:xfrm>
            <a:prstGeom prst="line">
              <a:avLst/>
            </a:prstGeom>
            <a:ln w="14288" cap="flat" cmpd="sng">
              <a:solidFill>
                <a:srgbClr val="000000"/>
              </a:solidFill>
              <a:prstDash val="solid"/>
              <a:headEnd type="none" w="med" len="med"/>
              <a:tailEnd type="none" w="med" len="med"/>
            </a:ln>
          </p:spPr>
        </p:sp>
        <p:sp>
          <p:nvSpPr>
            <p:cNvPr id="88112" name="Line 62"/>
            <p:cNvSpPr/>
            <p:nvPr/>
          </p:nvSpPr>
          <p:spPr>
            <a:xfrm>
              <a:off x="7704336" y="2325688"/>
              <a:ext cx="1587" cy="93663"/>
            </a:xfrm>
            <a:prstGeom prst="line">
              <a:avLst/>
            </a:prstGeom>
            <a:ln w="14288" cap="flat" cmpd="sng">
              <a:solidFill>
                <a:srgbClr val="000000"/>
              </a:solidFill>
              <a:prstDash val="solid"/>
              <a:headEnd type="none" w="med" len="med"/>
              <a:tailEnd type="none" w="med" len="med"/>
            </a:ln>
          </p:spPr>
        </p:sp>
        <p:grpSp>
          <p:nvGrpSpPr>
            <p:cNvPr id="88113" name="Group 63"/>
            <p:cNvGrpSpPr/>
            <p:nvPr/>
          </p:nvGrpSpPr>
          <p:grpSpPr>
            <a:xfrm>
              <a:off x="1136426" y="1412875"/>
              <a:ext cx="6918325" cy="315913"/>
              <a:chOff x="906" y="1618"/>
              <a:chExt cx="4358" cy="199"/>
            </a:xfrm>
          </p:grpSpPr>
          <p:grpSp>
            <p:nvGrpSpPr>
              <p:cNvPr id="88294" name="Group 64"/>
              <p:cNvGrpSpPr/>
              <p:nvPr/>
            </p:nvGrpSpPr>
            <p:grpSpPr>
              <a:xfrm>
                <a:off x="1159" y="1618"/>
                <a:ext cx="505" cy="199"/>
                <a:chOff x="1159" y="1618"/>
                <a:chExt cx="505" cy="199"/>
              </a:xfrm>
            </p:grpSpPr>
            <p:sp>
              <p:nvSpPr>
                <p:cNvPr id="88302" name="Line 65"/>
                <p:cNvSpPr/>
                <p:nvPr/>
              </p:nvSpPr>
              <p:spPr>
                <a:xfrm>
                  <a:off x="1222" y="1816"/>
                  <a:ext cx="253" cy="1"/>
                </a:xfrm>
                <a:prstGeom prst="line">
                  <a:avLst/>
                </a:prstGeom>
                <a:ln w="14288" cap="flat" cmpd="sng">
                  <a:solidFill>
                    <a:srgbClr val="000000"/>
                  </a:solidFill>
                  <a:prstDash val="solid"/>
                  <a:headEnd type="none" w="med" len="med"/>
                  <a:tailEnd type="none" w="med" len="med"/>
                </a:ln>
              </p:spPr>
            </p:sp>
            <p:sp>
              <p:nvSpPr>
                <p:cNvPr id="88303" name="Line 66"/>
                <p:cNvSpPr/>
                <p:nvPr/>
              </p:nvSpPr>
              <p:spPr>
                <a:xfrm flipH="1" flipV="1">
                  <a:off x="1159" y="1618"/>
                  <a:ext cx="63" cy="198"/>
                </a:xfrm>
                <a:prstGeom prst="line">
                  <a:avLst/>
                </a:prstGeom>
                <a:ln w="14288" cap="flat" cmpd="sng">
                  <a:solidFill>
                    <a:srgbClr val="000000"/>
                  </a:solidFill>
                  <a:prstDash val="solid"/>
                  <a:headEnd type="none" w="med" len="med"/>
                  <a:tailEnd type="none" w="med" len="med"/>
                </a:ln>
              </p:spPr>
            </p:sp>
            <p:sp>
              <p:nvSpPr>
                <p:cNvPr id="88304" name="Line 67"/>
                <p:cNvSpPr/>
                <p:nvPr/>
              </p:nvSpPr>
              <p:spPr>
                <a:xfrm flipV="1">
                  <a:off x="1475" y="1618"/>
                  <a:ext cx="62" cy="198"/>
                </a:xfrm>
                <a:prstGeom prst="line">
                  <a:avLst/>
                </a:prstGeom>
                <a:ln w="14288" cap="flat" cmpd="sng">
                  <a:solidFill>
                    <a:srgbClr val="000000"/>
                  </a:solidFill>
                  <a:prstDash val="solid"/>
                  <a:headEnd type="none" w="med" len="med"/>
                  <a:tailEnd type="none" w="med" len="med"/>
                </a:ln>
              </p:spPr>
            </p:sp>
            <p:sp>
              <p:nvSpPr>
                <p:cNvPr id="88305" name="Line 68"/>
                <p:cNvSpPr/>
                <p:nvPr/>
              </p:nvSpPr>
              <p:spPr>
                <a:xfrm>
                  <a:off x="1537" y="1618"/>
                  <a:ext cx="127" cy="1"/>
                </a:xfrm>
                <a:prstGeom prst="line">
                  <a:avLst/>
                </a:prstGeom>
                <a:ln w="14288" cap="flat" cmpd="sng">
                  <a:solidFill>
                    <a:srgbClr val="000000"/>
                  </a:solidFill>
                  <a:prstDash val="solid"/>
                  <a:headEnd type="none" w="med" len="med"/>
                  <a:tailEnd type="none" w="med" len="med"/>
                </a:ln>
              </p:spPr>
            </p:sp>
          </p:grpSp>
          <p:grpSp>
            <p:nvGrpSpPr>
              <p:cNvPr id="88295" name="Group 69"/>
              <p:cNvGrpSpPr/>
              <p:nvPr/>
            </p:nvGrpSpPr>
            <p:grpSpPr>
              <a:xfrm>
                <a:off x="1664" y="1618"/>
                <a:ext cx="505" cy="199"/>
                <a:chOff x="1664" y="1618"/>
                <a:chExt cx="505" cy="199"/>
              </a:xfrm>
            </p:grpSpPr>
            <p:sp>
              <p:nvSpPr>
                <p:cNvPr id="88298" name="Line 70"/>
                <p:cNvSpPr/>
                <p:nvPr/>
              </p:nvSpPr>
              <p:spPr>
                <a:xfrm>
                  <a:off x="1728" y="1816"/>
                  <a:ext cx="252" cy="1"/>
                </a:xfrm>
                <a:prstGeom prst="line">
                  <a:avLst/>
                </a:prstGeom>
                <a:ln w="14288" cap="flat" cmpd="sng">
                  <a:solidFill>
                    <a:srgbClr val="000000"/>
                  </a:solidFill>
                  <a:prstDash val="solid"/>
                  <a:headEnd type="none" w="med" len="med"/>
                  <a:tailEnd type="none" w="med" len="med"/>
                </a:ln>
              </p:spPr>
            </p:sp>
            <p:sp>
              <p:nvSpPr>
                <p:cNvPr id="88299" name="Line 71"/>
                <p:cNvSpPr/>
                <p:nvPr/>
              </p:nvSpPr>
              <p:spPr>
                <a:xfrm flipH="1" flipV="1">
                  <a:off x="1664" y="1618"/>
                  <a:ext cx="64" cy="198"/>
                </a:xfrm>
                <a:prstGeom prst="line">
                  <a:avLst/>
                </a:prstGeom>
                <a:ln w="14288" cap="flat" cmpd="sng">
                  <a:solidFill>
                    <a:srgbClr val="000000"/>
                  </a:solidFill>
                  <a:prstDash val="solid"/>
                  <a:headEnd type="none" w="med" len="med"/>
                  <a:tailEnd type="none" w="med" len="med"/>
                </a:ln>
              </p:spPr>
            </p:sp>
            <p:sp>
              <p:nvSpPr>
                <p:cNvPr id="88300" name="Line 72"/>
                <p:cNvSpPr/>
                <p:nvPr/>
              </p:nvSpPr>
              <p:spPr>
                <a:xfrm flipV="1">
                  <a:off x="1980" y="1618"/>
                  <a:ext cx="62" cy="198"/>
                </a:xfrm>
                <a:prstGeom prst="line">
                  <a:avLst/>
                </a:prstGeom>
                <a:ln w="14288" cap="flat" cmpd="sng">
                  <a:solidFill>
                    <a:srgbClr val="000000"/>
                  </a:solidFill>
                  <a:prstDash val="solid"/>
                  <a:headEnd type="none" w="med" len="med"/>
                  <a:tailEnd type="none" w="med" len="med"/>
                </a:ln>
              </p:spPr>
            </p:sp>
            <p:sp>
              <p:nvSpPr>
                <p:cNvPr id="88301" name="Line 73"/>
                <p:cNvSpPr/>
                <p:nvPr/>
              </p:nvSpPr>
              <p:spPr>
                <a:xfrm>
                  <a:off x="2042" y="1618"/>
                  <a:ext cx="127" cy="1"/>
                </a:xfrm>
                <a:prstGeom prst="line">
                  <a:avLst/>
                </a:prstGeom>
                <a:ln w="14288" cap="flat" cmpd="sng">
                  <a:solidFill>
                    <a:srgbClr val="000000"/>
                  </a:solidFill>
                  <a:prstDash val="solid"/>
                  <a:headEnd type="none" w="med" len="med"/>
                  <a:tailEnd type="none" w="med" len="med"/>
                </a:ln>
              </p:spPr>
            </p:sp>
          </p:grpSp>
          <p:sp>
            <p:nvSpPr>
              <p:cNvPr id="88296" name="Line 74"/>
              <p:cNvSpPr/>
              <p:nvPr/>
            </p:nvSpPr>
            <p:spPr>
              <a:xfrm flipH="1">
                <a:off x="906" y="1618"/>
                <a:ext cx="253" cy="1"/>
              </a:xfrm>
              <a:prstGeom prst="line">
                <a:avLst/>
              </a:prstGeom>
              <a:ln w="14288" cap="flat" cmpd="sng">
                <a:solidFill>
                  <a:srgbClr val="000000"/>
                </a:solidFill>
                <a:prstDash val="solid"/>
                <a:headEnd type="none" w="med" len="med"/>
                <a:tailEnd type="none" w="med" len="med"/>
              </a:ln>
            </p:spPr>
          </p:sp>
          <p:sp>
            <p:nvSpPr>
              <p:cNvPr id="88297" name="Line 75"/>
              <p:cNvSpPr/>
              <p:nvPr/>
            </p:nvSpPr>
            <p:spPr>
              <a:xfrm>
                <a:off x="2169" y="1618"/>
                <a:ext cx="3095" cy="1"/>
              </a:xfrm>
              <a:prstGeom prst="line">
                <a:avLst/>
              </a:prstGeom>
              <a:ln w="14288" cap="flat" cmpd="sng">
                <a:solidFill>
                  <a:srgbClr val="000000"/>
                </a:solidFill>
                <a:prstDash val="solid"/>
                <a:headEnd type="none" w="med" len="med"/>
                <a:tailEnd type="none" w="med" len="med"/>
              </a:ln>
            </p:spPr>
          </p:sp>
        </p:grpSp>
        <p:sp>
          <p:nvSpPr>
            <p:cNvPr id="88114" name="Rectangle 76"/>
            <p:cNvSpPr/>
            <p:nvPr/>
          </p:nvSpPr>
          <p:spPr>
            <a:xfrm>
              <a:off x="1638076" y="1254125"/>
              <a:ext cx="403225" cy="319088"/>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8115" name="Rectangle 77"/>
            <p:cNvSpPr/>
            <p:nvPr/>
          </p:nvSpPr>
          <p:spPr>
            <a:xfrm>
              <a:off x="1647601" y="1366838"/>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CW</a:t>
              </a:r>
              <a:endParaRPr lang="en-US" altLang="zh-CN" sz="1800" b="0" dirty="0">
                <a:solidFill>
                  <a:schemeClr val="tx1"/>
                </a:solidFill>
                <a:latin typeface="Arial" panose="020B0604020202020204" pitchFamily="34" charset="0"/>
              </a:endParaRPr>
            </a:p>
          </p:txBody>
        </p:sp>
        <p:sp>
          <p:nvSpPr>
            <p:cNvPr id="88116" name="Rectangle 78"/>
            <p:cNvSpPr/>
            <p:nvPr/>
          </p:nvSpPr>
          <p:spPr>
            <a:xfrm>
              <a:off x="2441351" y="1254125"/>
              <a:ext cx="403225" cy="319088"/>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8117" name="Rectangle 79"/>
            <p:cNvSpPr/>
            <p:nvPr/>
          </p:nvSpPr>
          <p:spPr>
            <a:xfrm>
              <a:off x="2449289" y="1366838"/>
              <a:ext cx="3365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LSB</a:t>
              </a:r>
              <a:endParaRPr lang="en-US" altLang="zh-CN" sz="1800" b="0" dirty="0">
                <a:solidFill>
                  <a:schemeClr val="tx1"/>
                </a:solidFill>
                <a:latin typeface="Arial" panose="020B0604020202020204" pitchFamily="34" charset="0"/>
              </a:endParaRPr>
            </a:p>
          </p:txBody>
        </p:sp>
        <p:grpSp>
          <p:nvGrpSpPr>
            <p:cNvPr id="88118" name="Group 80"/>
            <p:cNvGrpSpPr/>
            <p:nvPr/>
          </p:nvGrpSpPr>
          <p:grpSpPr>
            <a:xfrm>
              <a:off x="1136426" y="939800"/>
              <a:ext cx="6918325" cy="315913"/>
              <a:chOff x="906" y="1320"/>
              <a:chExt cx="4358" cy="199"/>
            </a:xfrm>
          </p:grpSpPr>
          <p:grpSp>
            <p:nvGrpSpPr>
              <p:cNvPr id="88238" name="Group 81"/>
              <p:cNvGrpSpPr/>
              <p:nvPr/>
            </p:nvGrpSpPr>
            <p:grpSpPr>
              <a:xfrm>
                <a:off x="1095" y="1320"/>
                <a:ext cx="380" cy="199"/>
                <a:chOff x="1095" y="1320"/>
                <a:chExt cx="380" cy="199"/>
              </a:xfrm>
            </p:grpSpPr>
            <p:sp>
              <p:nvSpPr>
                <p:cNvPr id="88290" name="Line 82"/>
                <p:cNvSpPr/>
                <p:nvPr/>
              </p:nvSpPr>
              <p:spPr>
                <a:xfrm>
                  <a:off x="1159" y="1320"/>
                  <a:ext cx="125" cy="1"/>
                </a:xfrm>
                <a:prstGeom prst="line">
                  <a:avLst/>
                </a:prstGeom>
                <a:ln w="14288" cap="flat" cmpd="sng">
                  <a:solidFill>
                    <a:srgbClr val="000000"/>
                  </a:solidFill>
                  <a:prstDash val="solid"/>
                  <a:headEnd type="none" w="med" len="med"/>
                  <a:tailEnd type="none" w="med" len="med"/>
                </a:ln>
              </p:spPr>
            </p:sp>
            <p:sp>
              <p:nvSpPr>
                <p:cNvPr id="88291" name="Line 83"/>
                <p:cNvSpPr/>
                <p:nvPr/>
              </p:nvSpPr>
              <p:spPr>
                <a:xfrm flipH="1">
                  <a:off x="1095" y="1320"/>
                  <a:ext cx="64" cy="198"/>
                </a:xfrm>
                <a:prstGeom prst="line">
                  <a:avLst/>
                </a:prstGeom>
                <a:ln w="14288" cap="flat" cmpd="sng">
                  <a:solidFill>
                    <a:srgbClr val="000000"/>
                  </a:solidFill>
                  <a:prstDash val="solid"/>
                  <a:headEnd type="none" w="med" len="med"/>
                  <a:tailEnd type="none" w="med" len="med"/>
                </a:ln>
              </p:spPr>
            </p:sp>
            <p:sp>
              <p:nvSpPr>
                <p:cNvPr id="88292" name="Line 84"/>
                <p:cNvSpPr/>
                <p:nvPr/>
              </p:nvSpPr>
              <p:spPr>
                <a:xfrm>
                  <a:off x="1284" y="1320"/>
                  <a:ext cx="64" cy="198"/>
                </a:xfrm>
                <a:prstGeom prst="line">
                  <a:avLst/>
                </a:prstGeom>
                <a:ln w="14288" cap="flat" cmpd="sng">
                  <a:solidFill>
                    <a:srgbClr val="000000"/>
                  </a:solidFill>
                  <a:prstDash val="solid"/>
                  <a:headEnd type="none" w="med" len="med"/>
                  <a:tailEnd type="none" w="med" len="med"/>
                </a:ln>
              </p:spPr>
            </p:sp>
            <p:sp>
              <p:nvSpPr>
                <p:cNvPr id="88293" name="Line 85"/>
                <p:cNvSpPr/>
                <p:nvPr/>
              </p:nvSpPr>
              <p:spPr>
                <a:xfrm>
                  <a:off x="1348" y="1518"/>
                  <a:ext cx="127" cy="1"/>
                </a:xfrm>
                <a:prstGeom prst="line">
                  <a:avLst/>
                </a:prstGeom>
                <a:ln w="14288" cap="flat" cmpd="sng">
                  <a:solidFill>
                    <a:srgbClr val="000000"/>
                  </a:solidFill>
                  <a:prstDash val="solid"/>
                  <a:headEnd type="none" w="med" len="med"/>
                  <a:tailEnd type="none" w="med" len="med"/>
                </a:ln>
              </p:spPr>
            </p:sp>
          </p:grpSp>
          <p:grpSp>
            <p:nvGrpSpPr>
              <p:cNvPr id="88239" name="Group 86"/>
              <p:cNvGrpSpPr/>
              <p:nvPr/>
            </p:nvGrpSpPr>
            <p:grpSpPr>
              <a:xfrm>
                <a:off x="1475" y="1320"/>
                <a:ext cx="378" cy="199"/>
                <a:chOff x="1475" y="1320"/>
                <a:chExt cx="378" cy="199"/>
              </a:xfrm>
            </p:grpSpPr>
            <p:sp>
              <p:nvSpPr>
                <p:cNvPr id="88286" name="Line 87"/>
                <p:cNvSpPr/>
                <p:nvPr/>
              </p:nvSpPr>
              <p:spPr>
                <a:xfrm>
                  <a:off x="1537" y="1320"/>
                  <a:ext cx="127" cy="1"/>
                </a:xfrm>
                <a:prstGeom prst="line">
                  <a:avLst/>
                </a:prstGeom>
                <a:ln w="14288" cap="flat" cmpd="sng">
                  <a:solidFill>
                    <a:srgbClr val="000000"/>
                  </a:solidFill>
                  <a:prstDash val="solid"/>
                  <a:headEnd type="none" w="med" len="med"/>
                  <a:tailEnd type="none" w="med" len="med"/>
                </a:ln>
              </p:spPr>
            </p:sp>
            <p:sp>
              <p:nvSpPr>
                <p:cNvPr id="88287" name="Line 88"/>
                <p:cNvSpPr/>
                <p:nvPr/>
              </p:nvSpPr>
              <p:spPr>
                <a:xfrm flipH="1">
                  <a:off x="1475" y="1320"/>
                  <a:ext cx="62" cy="198"/>
                </a:xfrm>
                <a:prstGeom prst="line">
                  <a:avLst/>
                </a:prstGeom>
                <a:ln w="14288" cap="flat" cmpd="sng">
                  <a:solidFill>
                    <a:srgbClr val="000000"/>
                  </a:solidFill>
                  <a:prstDash val="solid"/>
                  <a:headEnd type="none" w="med" len="med"/>
                  <a:tailEnd type="none" w="med" len="med"/>
                </a:ln>
              </p:spPr>
            </p:sp>
            <p:sp>
              <p:nvSpPr>
                <p:cNvPr id="88288" name="Line 89"/>
                <p:cNvSpPr/>
                <p:nvPr/>
              </p:nvSpPr>
              <p:spPr>
                <a:xfrm>
                  <a:off x="1664" y="1320"/>
                  <a:ext cx="64" cy="198"/>
                </a:xfrm>
                <a:prstGeom prst="line">
                  <a:avLst/>
                </a:prstGeom>
                <a:ln w="14288" cap="flat" cmpd="sng">
                  <a:solidFill>
                    <a:srgbClr val="000000"/>
                  </a:solidFill>
                  <a:prstDash val="solid"/>
                  <a:headEnd type="none" w="med" len="med"/>
                  <a:tailEnd type="none" w="med" len="med"/>
                </a:ln>
              </p:spPr>
            </p:sp>
            <p:sp>
              <p:nvSpPr>
                <p:cNvPr id="88289" name="Line 90"/>
                <p:cNvSpPr/>
                <p:nvPr/>
              </p:nvSpPr>
              <p:spPr>
                <a:xfrm>
                  <a:off x="1728" y="1518"/>
                  <a:ext cx="125" cy="1"/>
                </a:xfrm>
                <a:prstGeom prst="line">
                  <a:avLst/>
                </a:prstGeom>
                <a:ln w="14288" cap="flat" cmpd="sng">
                  <a:solidFill>
                    <a:srgbClr val="000000"/>
                  </a:solidFill>
                  <a:prstDash val="solid"/>
                  <a:headEnd type="none" w="med" len="med"/>
                  <a:tailEnd type="none" w="med" len="med"/>
                </a:ln>
              </p:spPr>
            </p:sp>
          </p:grpSp>
          <p:grpSp>
            <p:nvGrpSpPr>
              <p:cNvPr id="88240" name="Group 91"/>
              <p:cNvGrpSpPr/>
              <p:nvPr/>
            </p:nvGrpSpPr>
            <p:grpSpPr>
              <a:xfrm>
                <a:off x="1853" y="1320"/>
                <a:ext cx="380" cy="199"/>
                <a:chOff x="1853" y="1320"/>
                <a:chExt cx="380" cy="199"/>
              </a:xfrm>
            </p:grpSpPr>
            <p:sp>
              <p:nvSpPr>
                <p:cNvPr id="88282" name="Line 92"/>
                <p:cNvSpPr/>
                <p:nvPr/>
              </p:nvSpPr>
              <p:spPr>
                <a:xfrm>
                  <a:off x="1917" y="1320"/>
                  <a:ext cx="125" cy="1"/>
                </a:xfrm>
                <a:prstGeom prst="line">
                  <a:avLst/>
                </a:prstGeom>
                <a:ln w="14288" cap="flat" cmpd="sng">
                  <a:solidFill>
                    <a:srgbClr val="000000"/>
                  </a:solidFill>
                  <a:prstDash val="solid"/>
                  <a:headEnd type="none" w="med" len="med"/>
                  <a:tailEnd type="none" w="med" len="med"/>
                </a:ln>
              </p:spPr>
            </p:sp>
            <p:sp>
              <p:nvSpPr>
                <p:cNvPr id="88283" name="Line 93"/>
                <p:cNvSpPr/>
                <p:nvPr/>
              </p:nvSpPr>
              <p:spPr>
                <a:xfrm flipH="1">
                  <a:off x="1853" y="1320"/>
                  <a:ext cx="64" cy="198"/>
                </a:xfrm>
                <a:prstGeom prst="line">
                  <a:avLst/>
                </a:prstGeom>
                <a:ln w="14288" cap="flat" cmpd="sng">
                  <a:solidFill>
                    <a:srgbClr val="000000"/>
                  </a:solidFill>
                  <a:prstDash val="solid"/>
                  <a:headEnd type="none" w="med" len="med"/>
                  <a:tailEnd type="none" w="med" len="med"/>
                </a:ln>
              </p:spPr>
            </p:sp>
            <p:sp>
              <p:nvSpPr>
                <p:cNvPr id="88284" name="Line 94"/>
                <p:cNvSpPr/>
                <p:nvPr/>
              </p:nvSpPr>
              <p:spPr>
                <a:xfrm>
                  <a:off x="2042" y="1320"/>
                  <a:ext cx="64" cy="198"/>
                </a:xfrm>
                <a:prstGeom prst="line">
                  <a:avLst/>
                </a:prstGeom>
                <a:ln w="14288" cap="flat" cmpd="sng">
                  <a:solidFill>
                    <a:srgbClr val="000000"/>
                  </a:solidFill>
                  <a:prstDash val="solid"/>
                  <a:headEnd type="none" w="med" len="med"/>
                  <a:tailEnd type="none" w="med" len="med"/>
                </a:ln>
              </p:spPr>
            </p:sp>
            <p:sp>
              <p:nvSpPr>
                <p:cNvPr id="88285" name="Line 95"/>
                <p:cNvSpPr/>
                <p:nvPr/>
              </p:nvSpPr>
              <p:spPr>
                <a:xfrm>
                  <a:off x="2106" y="1518"/>
                  <a:ext cx="127" cy="1"/>
                </a:xfrm>
                <a:prstGeom prst="line">
                  <a:avLst/>
                </a:prstGeom>
                <a:ln w="14288" cap="flat" cmpd="sng">
                  <a:solidFill>
                    <a:srgbClr val="000000"/>
                  </a:solidFill>
                  <a:prstDash val="solid"/>
                  <a:headEnd type="none" w="med" len="med"/>
                  <a:tailEnd type="none" w="med" len="med"/>
                </a:ln>
              </p:spPr>
            </p:sp>
          </p:grpSp>
          <p:grpSp>
            <p:nvGrpSpPr>
              <p:cNvPr id="88241" name="Group 96"/>
              <p:cNvGrpSpPr/>
              <p:nvPr/>
            </p:nvGrpSpPr>
            <p:grpSpPr>
              <a:xfrm>
                <a:off x="2233" y="1320"/>
                <a:ext cx="378" cy="199"/>
                <a:chOff x="2233" y="1320"/>
                <a:chExt cx="378" cy="199"/>
              </a:xfrm>
            </p:grpSpPr>
            <p:sp>
              <p:nvSpPr>
                <p:cNvPr id="88278" name="Line 97"/>
                <p:cNvSpPr/>
                <p:nvPr/>
              </p:nvSpPr>
              <p:spPr>
                <a:xfrm>
                  <a:off x="2295" y="1320"/>
                  <a:ext cx="127" cy="1"/>
                </a:xfrm>
                <a:prstGeom prst="line">
                  <a:avLst/>
                </a:prstGeom>
                <a:ln w="14288" cap="flat" cmpd="sng">
                  <a:solidFill>
                    <a:srgbClr val="000000"/>
                  </a:solidFill>
                  <a:prstDash val="solid"/>
                  <a:headEnd type="none" w="med" len="med"/>
                  <a:tailEnd type="none" w="med" len="med"/>
                </a:ln>
              </p:spPr>
            </p:sp>
            <p:sp>
              <p:nvSpPr>
                <p:cNvPr id="88279" name="Line 98"/>
                <p:cNvSpPr/>
                <p:nvPr/>
              </p:nvSpPr>
              <p:spPr>
                <a:xfrm flipH="1">
                  <a:off x="2233" y="1320"/>
                  <a:ext cx="62" cy="198"/>
                </a:xfrm>
                <a:prstGeom prst="line">
                  <a:avLst/>
                </a:prstGeom>
                <a:ln w="14288" cap="flat" cmpd="sng">
                  <a:solidFill>
                    <a:srgbClr val="000000"/>
                  </a:solidFill>
                  <a:prstDash val="solid"/>
                  <a:headEnd type="none" w="med" len="med"/>
                  <a:tailEnd type="none" w="med" len="med"/>
                </a:ln>
              </p:spPr>
            </p:sp>
            <p:sp>
              <p:nvSpPr>
                <p:cNvPr id="88280" name="Line 99"/>
                <p:cNvSpPr/>
                <p:nvPr/>
              </p:nvSpPr>
              <p:spPr>
                <a:xfrm>
                  <a:off x="2422" y="1320"/>
                  <a:ext cx="63" cy="198"/>
                </a:xfrm>
                <a:prstGeom prst="line">
                  <a:avLst/>
                </a:prstGeom>
                <a:ln w="14288" cap="flat" cmpd="sng">
                  <a:solidFill>
                    <a:srgbClr val="000000"/>
                  </a:solidFill>
                  <a:prstDash val="solid"/>
                  <a:headEnd type="none" w="med" len="med"/>
                  <a:tailEnd type="none" w="med" len="med"/>
                </a:ln>
              </p:spPr>
            </p:sp>
            <p:sp>
              <p:nvSpPr>
                <p:cNvPr id="88281" name="Line 100"/>
                <p:cNvSpPr/>
                <p:nvPr/>
              </p:nvSpPr>
              <p:spPr>
                <a:xfrm>
                  <a:off x="2485" y="1518"/>
                  <a:ext cx="126" cy="1"/>
                </a:xfrm>
                <a:prstGeom prst="line">
                  <a:avLst/>
                </a:prstGeom>
                <a:ln w="14288" cap="flat" cmpd="sng">
                  <a:solidFill>
                    <a:srgbClr val="000000"/>
                  </a:solidFill>
                  <a:prstDash val="solid"/>
                  <a:headEnd type="none" w="med" len="med"/>
                  <a:tailEnd type="none" w="med" len="med"/>
                </a:ln>
              </p:spPr>
            </p:sp>
          </p:grpSp>
          <p:grpSp>
            <p:nvGrpSpPr>
              <p:cNvPr id="88242" name="Group 101"/>
              <p:cNvGrpSpPr/>
              <p:nvPr/>
            </p:nvGrpSpPr>
            <p:grpSpPr>
              <a:xfrm>
                <a:off x="2611" y="1320"/>
                <a:ext cx="380" cy="199"/>
                <a:chOff x="2611" y="1320"/>
                <a:chExt cx="380" cy="199"/>
              </a:xfrm>
            </p:grpSpPr>
            <p:sp>
              <p:nvSpPr>
                <p:cNvPr id="88274" name="Line 102"/>
                <p:cNvSpPr/>
                <p:nvPr/>
              </p:nvSpPr>
              <p:spPr>
                <a:xfrm>
                  <a:off x="2674" y="1320"/>
                  <a:ext cx="126" cy="1"/>
                </a:xfrm>
                <a:prstGeom prst="line">
                  <a:avLst/>
                </a:prstGeom>
                <a:ln w="14288" cap="flat" cmpd="sng">
                  <a:solidFill>
                    <a:srgbClr val="000000"/>
                  </a:solidFill>
                  <a:prstDash val="solid"/>
                  <a:headEnd type="none" w="med" len="med"/>
                  <a:tailEnd type="none" w="med" len="med"/>
                </a:ln>
              </p:spPr>
            </p:sp>
            <p:sp>
              <p:nvSpPr>
                <p:cNvPr id="88275" name="Line 103"/>
                <p:cNvSpPr/>
                <p:nvPr/>
              </p:nvSpPr>
              <p:spPr>
                <a:xfrm flipH="1">
                  <a:off x="2611" y="1320"/>
                  <a:ext cx="63" cy="198"/>
                </a:xfrm>
                <a:prstGeom prst="line">
                  <a:avLst/>
                </a:prstGeom>
                <a:ln w="14288" cap="flat" cmpd="sng">
                  <a:solidFill>
                    <a:srgbClr val="000000"/>
                  </a:solidFill>
                  <a:prstDash val="solid"/>
                  <a:headEnd type="none" w="med" len="med"/>
                  <a:tailEnd type="none" w="med" len="med"/>
                </a:ln>
              </p:spPr>
            </p:sp>
            <p:sp>
              <p:nvSpPr>
                <p:cNvPr id="88276" name="Line 104"/>
                <p:cNvSpPr/>
                <p:nvPr/>
              </p:nvSpPr>
              <p:spPr>
                <a:xfrm>
                  <a:off x="2800" y="1320"/>
                  <a:ext cx="64" cy="198"/>
                </a:xfrm>
                <a:prstGeom prst="line">
                  <a:avLst/>
                </a:prstGeom>
                <a:ln w="14288" cap="flat" cmpd="sng">
                  <a:solidFill>
                    <a:srgbClr val="000000"/>
                  </a:solidFill>
                  <a:prstDash val="solid"/>
                  <a:headEnd type="none" w="med" len="med"/>
                  <a:tailEnd type="none" w="med" len="med"/>
                </a:ln>
              </p:spPr>
            </p:sp>
            <p:sp>
              <p:nvSpPr>
                <p:cNvPr id="88277" name="Line 105"/>
                <p:cNvSpPr/>
                <p:nvPr/>
              </p:nvSpPr>
              <p:spPr>
                <a:xfrm>
                  <a:off x="2864" y="1518"/>
                  <a:ext cx="127" cy="1"/>
                </a:xfrm>
                <a:prstGeom prst="line">
                  <a:avLst/>
                </a:prstGeom>
                <a:ln w="14288" cap="flat" cmpd="sng">
                  <a:solidFill>
                    <a:srgbClr val="000000"/>
                  </a:solidFill>
                  <a:prstDash val="solid"/>
                  <a:headEnd type="none" w="med" len="med"/>
                  <a:tailEnd type="none" w="med" len="med"/>
                </a:ln>
              </p:spPr>
            </p:sp>
          </p:grpSp>
          <p:grpSp>
            <p:nvGrpSpPr>
              <p:cNvPr id="88243" name="Group 106"/>
              <p:cNvGrpSpPr/>
              <p:nvPr/>
            </p:nvGrpSpPr>
            <p:grpSpPr>
              <a:xfrm>
                <a:off x="2991" y="1320"/>
                <a:ext cx="378" cy="199"/>
                <a:chOff x="2991" y="1320"/>
                <a:chExt cx="378" cy="199"/>
              </a:xfrm>
            </p:grpSpPr>
            <p:sp>
              <p:nvSpPr>
                <p:cNvPr id="88270" name="Line 107"/>
                <p:cNvSpPr/>
                <p:nvPr/>
              </p:nvSpPr>
              <p:spPr>
                <a:xfrm>
                  <a:off x="3053" y="1320"/>
                  <a:ext cx="127" cy="1"/>
                </a:xfrm>
                <a:prstGeom prst="line">
                  <a:avLst/>
                </a:prstGeom>
                <a:ln w="14288" cap="flat" cmpd="sng">
                  <a:solidFill>
                    <a:srgbClr val="000000"/>
                  </a:solidFill>
                  <a:prstDash val="solid"/>
                  <a:headEnd type="none" w="med" len="med"/>
                  <a:tailEnd type="none" w="med" len="med"/>
                </a:ln>
              </p:spPr>
            </p:sp>
            <p:sp>
              <p:nvSpPr>
                <p:cNvPr id="88271" name="Line 108"/>
                <p:cNvSpPr/>
                <p:nvPr/>
              </p:nvSpPr>
              <p:spPr>
                <a:xfrm flipH="1">
                  <a:off x="2991" y="1320"/>
                  <a:ext cx="62" cy="198"/>
                </a:xfrm>
                <a:prstGeom prst="line">
                  <a:avLst/>
                </a:prstGeom>
                <a:ln w="14288" cap="flat" cmpd="sng">
                  <a:solidFill>
                    <a:srgbClr val="000000"/>
                  </a:solidFill>
                  <a:prstDash val="solid"/>
                  <a:headEnd type="none" w="med" len="med"/>
                  <a:tailEnd type="none" w="med" len="med"/>
                </a:ln>
              </p:spPr>
            </p:sp>
            <p:sp>
              <p:nvSpPr>
                <p:cNvPr id="88272" name="Line 109"/>
                <p:cNvSpPr/>
                <p:nvPr/>
              </p:nvSpPr>
              <p:spPr>
                <a:xfrm>
                  <a:off x="3180" y="1320"/>
                  <a:ext cx="63" cy="198"/>
                </a:xfrm>
                <a:prstGeom prst="line">
                  <a:avLst/>
                </a:prstGeom>
                <a:ln w="14288" cap="flat" cmpd="sng">
                  <a:solidFill>
                    <a:srgbClr val="000000"/>
                  </a:solidFill>
                  <a:prstDash val="solid"/>
                  <a:headEnd type="none" w="med" len="med"/>
                  <a:tailEnd type="none" w="med" len="med"/>
                </a:ln>
              </p:spPr>
            </p:sp>
            <p:sp>
              <p:nvSpPr>
                <p:cNvPr id="88273" name="Line 110"/>
                <p:cNvSpPr/>
                <p:nvPr/>
              </p:nvSpPr>
              <p:spPr>
                <a:xfrm>
                  <a:off x="3243" y="1518"/>
                  <a:ext cx="126" cy="1"/>
                </a:xfrm>
                <a:prstGeom prst="line">
                  <a:avLst/>
                </a:prstGeom>
                <a:ln w="14288" cap="flat" cmpd="sng">
                  <a:solidFill>
                    <a:srgbClr val="000000"/>
                  </a:solidFill>
                  <a:prstDash val="solid"/>
                  <a:headEnd type="none" w="med" len="med"/>
                  <a:tailEnd type="none" w="med" len="med"/>
                </a:ln>
              </p:spPr>
            </p:sp>
          </p:grpSp>
          <p:grpSp>
            <p:nvGrpSpPr>
              <p:cNvPr id="88244" name="Group 111"/>
              <p:cNvGrpSpPr/>
              <p:nvPr/>
            </p:nvGrpSpPr>
            <p:grpSpPr>
              <a:xfrm>
                <a:off x="3369" y="1320"/>
                <a:ext cx="379" cy="199"/>
                <a:chOff x="3369" y="1320"/>
                <a:chExt cx="379" cy="199"/>
              </a:xfrm>
            </p:grpSpPr>
            <p:sp>
              <p:nvSpPr>
                <p:cNvPr id="88266" name="Line 112"/>
                <p:cNvSpPr/>
                <p:nvPr/>
              </p:nvSpPr>
              <p:spPr>
                <a:xfrm>
                  <a:off x="3432" y="1320"/>
                  <a:ext cx="126" cy="1"/>
                </a:xfrm>
                <a:prstGeom prst="line">
                  <a:avLst/>
                </a:prstGeom>
                <a:ln w="14288" cap="flat" cmpd="sng">
                  <a:solidFill>
                    <a:srgbClr val="000000"/>
                  </a:solidFill>
                  <a:prstDash val="solid"/>
                  <a:headEnd type="none" w="med" len="med"/>
                  <a:tailEnd type="none" w="med" len="med"/>
                </a:ln>
              </p:spPr>
            </p:sp>
            <p:sp>
              <p:nvSpPr>
                <p:cNvPr id="88267" name="Line 113"/>
                <p:cNvSpPr/>
                <p:nvPr/>
              </p:nvSpPr>
              <p:spPr>
                <a:xfrm flipH="1">
                  <a:off x="3369" y="1320"/>
                  <a:ext cx="63" cy="198"/>
                </a:xfrm>
                <a:prstGeom prst="line">
                  <a:avLst/>
                </a:prstGeom>
                <a:ln w="14288" cap="flat" cmpd="sng">
                  <a:solidFill>
                    <a:srgbClr val="000000"/>
                  </a:solidFill>
                  <a:prstDash val="solid"/>
                  <a:headEnd type="none" w="med" len="med"/>
                  <a:tailEnd type="none" w="med" len="med"/>
                </a:ln>
              </p:spPr>
            </p:sp>
            <p:sp>
              <p:nvSpPr>
                <p:cNvPr id="88268" name="Line 114"/>
                <p:cNvSpPr/>
                <p:nvPr/>
              </p:nvSpPr>
              <p:spPr>
                <a:xfrm>
                  <a:off x="3558" y="1320"/>
                  <a:ext cx="63" cy="198"/>
                </a:xfrm>
                <a:prstGeom prst="line">
                  <a:avLst/>
                </a:prstGeom>
                <a:ln w="14288" cap="flat" cmpd="sng">
                  <a:solidFill>
                    <a:srgbClr val="000000"/>
                  </a:solidFill>
                  <a:prstDash val="solid"/>
                  <a:headEnd type="none" w="med" len="med"/>
                  <a:tailEnd type="none" w="med" len="med"/>
                </a:ln>
              </p:spPr>
            </p:sp>
            <p:sp>
              <p:nvSpPr>
                <p:cNvPr id="88269" name="Line 115"/>
                <p:cNvSpPr/>
                <p:nvPr/>
              </p:nvSpPr>
              <p:spPr>
                <a:xfrm>
                  <a:off x="3621" y="1518"/>
                  <a:ext cx="127" cy="1"/>
                </a:xfrm>
                <a:prstGeom prst="line">
                  <a:avLst/>
                </a:prstGeom>
                <a:ln w="14288" cap="flat" cmpd="sng">
                  <a:solidFill>
                    <a:srgbClr val="000000"/>
                  </a:solidFill>
                  <a:prstDash val="solid"/>
                  <a:headEnd type="none" w="med" len="med"/>
                  <a:tailEnd type="none" w="med" len="med"/>
                </a:ln>
              </p:spPr>
            </p:sp>
          </p:grpSp>
          <p:grpSp>
            <p:nvGrpSpPr>
              <p:cNvPr id="88245" name="Group 116"/>
              <p:cNvGrpSpPr/>
              <p:nvPr/>
            </p:nvGrpSpPr>
            <p:grpSpPr>
              <a:xfrm>
                <a:off x="3748" y="1320"/>
                <a:ext cx="379" cy="199"/>
                <a:chOff x="3748" y="1320"/>
                <a:chExt cx="379" cy="199"/>
              </a:xfrm>
            </p:grpSpPr>
            <p:sp>
              <p:nvSpPr>
                <p:cNvPr id="88262" name="Line 117"/>
                <p:cNvSpPr/>
                <p:nvPr/>
              </p:nvSpPr>
              <p:spPr>
                <a:xfrm>
                  <a:off x="3811" y="1320"/>
                  <a:ext cx="127" cy="1"/>
                </a:xfrm>
                <a:prstGeom prst="line">
                  <a:avLst/>
                </a:prstGeom>
                <a:ln w="14288" cap="flat" cmpd="sng">
                  <a:solidFill>
                    <a:srgbClr val="000000"/>
                  </a:solidFill>
                  <a:prstDash val="solid"/>
                  <a:headEnd type="none" w="med" len="med"/>
                  <a:tailEnd type="none" w="med" len="med"/>
                </a:ln>
              </p:spPr>
            </p:sp>
            <p:sp>
              <p:nvSpPr>
                <p:cNvPr id="88263" name="Line 118"/>
                <p:cNvSpPr/>
                <p:nvPr/>
              </p:nvSpPr>
              <p:spPr>
                <a:xfrm flipH="1">
                  <a:off x="3748" y="1320"/>
                  <a:ext cx="63" cy="198"/>
                </a:xfrm>
                <a:prstGeom prst="line">
                  <a:avLst/>
                </a:prstGeom>
                <a:ln w="14288" cap="flat" cmpd="sng">
                  <a:solidFill>
                    <a:srgbClr val="000000"/>
                  </a:solidFill>
                  <a:prstDash val="solid"/>
                  <a:headEnd type="none" w="med" len="med"/>
                  <a:tailEnd type="none" w="med" len="med"/>
                </a:ln>
              </p:spPr>
            </p:sp>
            <p:sp>
              <p:nvSpPr>
                <p:cNvPr id="88264" name="Line 119"/>
                <p:cNvSpPr/>
                <p:nvPr/>
              </p:nvSpPr>
              <p:spPr>
                <a:xfrm>
                  <a:off x="3938" y="1320"/>
                  <a:ext cx="63" cy="198"/>
                </a:xfrm>
                <a:prstGeom prst="line">
                  <a:avLst/>
                </a:prstGeom>
                <a:ln w="14288" cap="flat" cmpd="sng">
                  <a:solidFill>
                    <a:srgbClr val="000000"/>
                  </a:solidFill>
                  <a:prstDash val="solid"/>
                  <a:headEnd type="none" w="med" len="med"/>
                  <a:tailEnd type="none" w="med" len="med"/>
                </a:ln>
              </p:spPr>
            </p:sp>
            <p:sp>
              <p:nvSpPr>
                <p:cNvPr id="88265" name="Line 120"/>
                <p:cNvSpPr/>
                <p:nvPr/>
              </p:nvSpPr>
              <p:spPr>
                <a:xfrm>
                  <a:off x="4001" y="1518"/>
                  <a:ext cx="126" cy="1"/>
                </a:xfrm>
                <a:prstGeom prst="line">
                  <a:avLst/>
                </a:prstGeom>
                <a:ln w="14288" cap="flat" cmpd="sng">
                  <a:solidFill>
                    <a:srgbClr val="000000"/>
                  </a:solidFill>
                  <a:prstDash val="solid"/>
                  <a:headEnd type="none" w="med" len="med"/>
                  <a:tailEnd type="none" w="med" len="med"/>
                </a:ln>
              </p:spPr>
            </p:sp>
          </p:grpSp>
          <p:grpSp>
            <p:nvGrpSpPr>
              <p:cNvPr id="88246" name="Group 121"/>
              <p:cNvGrpSpPr/>
              <p:nvPr/>
            </p:nvGrpSpPr>
            <p:grpSpPr>
              <a:xfrm>
                <a:off x="4127" y="1320"/>
                <a:ext cx="379" cy="199"/>
                <a:chOff x="4127" y="1320"/>
                <a:chExt cx="379" cy="199"/>
              </a:xfrm>
            </p:grpSpPr>
            <p:sp>
              <p:nvSpPr>
                <p:cNvPr id="88258" name="Line 122"/>
                <p:cNvSpPr/>
                <p:nvPr/>
              </p:nvSpPr>
              <p:spPr>
                <a:xfrm>
                  <a:off x="4190" y="1320"/>
                  <a:ext cx="126" cy="1"/>
                </a:xfrm>
                <a:prstGeom prst="line">
                  <a:avLst/>
                </a:prstGeom>
                <a:ln w="14288" cap="flat" cmpd="sng">
                  <a:solidFill>
                    <a:srgbClr val="000000"/>
                  </a:solidFill>
                  <a:prstDash val="solid"/>
                  <a:headEnd type="none" w="med" len="med"/>
                  <a:tailEnd type="none" w="med" len="med"/>
                </a:ln>
              </p:spPr>
            </p:sp>
            <p:sp>
              <p:nvSpPr>
                <p:cNvPr id="88259" name="Line 123"/>
                <p:cNvSpPr/>
                <p:nvPr/>
              </p:nvSpPr>
              <p:spPr>
                <a:xfrm flipH="1">
                  <a:off x="4127" y="1320"/>
                  <a:ext cx="63" cy="198"/>
                </a:xfrm>
                <a:prstGeom prst="line">
                  <a:avLst/>
                </a:prstGeom>
                <a:ln w="14288" cap="flat" cmpd="sng">
                  <a:solidFill>
                    <a:srgbClr val="000000"/>
                  </a:solidFill>
                  <a:prstDash val="solid"/>
                  <a:headEnd type="none" w="med" len="med"/>
                  <a:tailEnd type="none" w="med" len="med"/>
                </a:ln>
              </p:spPr>
            </p:sp>
            <p:sp>
              <p:nvSpPr>
                <p:cNvPr id="88260" name="Line 124"/>
                <p:cNvSpPr/>
                <p:nvPr/>
              </p:nvSpPr>
              <p:spPr>
                <a:xfrm>
                  <a:off x="4316" y="1320"/>
                  <a:ext cx="63" cy="198"/>
                </a:xfrm>
                <a:prstGeom prst="line">
                  <a:avLst/>
                </a:prstGeom>
                <a:ln w="14288" cap="flat" cmpd="sng">
                  <a:solidFill>
                    <a:srgbClr val="000000"/>
                  </a:solidFill>
                  <a:prstDash val="solid"/>
                  <a:headEnd type="none" w="med" len="med"/>
                  <a:tailEnd type="none" w="med" len="med"/>
                </a:ln>
              </p:spPr>
            </p:sp>
            <p:sp>
              <p:nvSpPr>
                <p:cNvPr id="88261" name="Line 125"/>
                <p:cNvSpPr/>
                <p:nvPr/>
              </p:nvSpPr>
              <p:spPr>
                <a:xfrm>
                  <a:off x="4379" y="1518"/>
                  <a:ext cx="127" cy="1"/>
                </a:xfrm>
                <a:prstGeom prst="line">
                  <a:avLst/>
                </a:prstGeom>
                <a:ln w="14288" cap="flat" cmpd="sng">
                  <a:solidFill>
                    <a:srgbClr val="000000"/>
                  </a:solidFill>
                  <a:prstDash val="solid"/>
                  <a:headEnd type="none" w="med" len="med"/>
                  <a:tailEnd type="none" w="med" len="med"/>
                </a:ln>
              </p:spPr>
            </p:sp>
          </p:grpSp>
          <p:grpSp>
            <p:nvGrpSpPr>
              <p:cNvPr id="88247" name="Group 126"/>
              <p:cNvGrpSpPr/>
              <p:nvPr/>
            </p:nvGrpSpPr>
            <p:grpSpPr>
              <a:xfrm>
                <a:off x="4506" y="1320"/>
                <a:ext cx="378" cy="199"/>
                <a:chOff x="4506" y="1320"/>
                <a:chExt cx="378" cy="199"/>
              </a:xfrm>
            </p:grpSpPr>
            <p:sp>
              <p:nvSpPr>
                <p:cNvPr id="88254" name="Line 127"/>
                <p:cNvSpPr/>
                <p:nvPr/>
              </p:nvSpPr>
              <p:spPr>
                <a:xfrm>
                  <a:off x="4568" y="1320"/>
                  <a:ext cx="127" cy="1"/>
                </a:xfrm>
                <a:prstGeom prst="line">
                  <a:avLst/>
                </a:prstGeom>
                <a:ln w="14288" cap="flat" cmpd="sng">
                  <a:solidFill>
                    <a:srgbClr val="000000"/>
                  </a:solidFill>
                  <a:prstDash val="solid"/>
                  <a:headEnd type="none" w="med" len="med"/>
                  <a:tailEnd type="none" w="med" len="med"/>
                </a:ln>
              </p:spPr>
            </p:sp>
            <p:sp>
              <p:nvSpPr>
                <p:cNvPr id="88255" name="Line 128"/>
                <p:cNvSpPr/>
                <p:nvPr/>
              </p:nvSpPr>
              <p:spPr>
                <a:xfrm flipH="1">
                  <a:off x="4506" y="1320"/>
                  <a:ext cx="62" cy="198"/>
                </a:xfrm>
                <a:prstGeom prst="line">
                  <a:avLst/>
                </a:prstGeom>
                <a:ln w="14288" cap="flat" cmpd="sng">
                  <a:solidFill>
                    <a:srgbClr val="000000"/>
                  </a:solidFill>
                  <a:prstDash val="solid"/>
                  <a:headEnd type="none" w="med" len="med"/>
                  <a:tailEnd type="none" w="med" len="med"/>
                </a:ln>
              </p:spPr>
            </p:sp>
            <p:sp>
              <p:nvSpPr>
                <p:cNvPr id="88256" name="Line 129"/>
                <p:cNvSpPr/>
                <p:nvPr/>
              </p:nvSpPr>
              <p:spPr>
                <a:xfrm>
                  <a:off x="4695" y="1320"/>
                  <a:ext cx="64" cy="198"/>
                </a:xfrm>
                <a:prstGeom prst="line">
                  <a:avLst/>
                </a:prstGeom>
                <a:ln w="14288" cap="flat" cmpd="sng">
                  <a:solidFill>
                    <a:srgbClr val="000000"/>
                  </a:solidFill>
                  <a:prstDash val="solid"/>
                  <a:headEnd type="none" w="med" len="med"/>
                  <a:tailEnd type="none" w="med" len="med"/>
                </a:ln>
              </p:spPr>
            </p:sp>
            <p:sp>
              <p:nvSpPr>
                <p:cNvPr id="88257" name="Line 130"/>
                <p:cNvSpPr/>
                <p:nvPr/>
              </p:nvSpPr>
              <p:spPr>
                <a:xfrm>
                  <a:off x="4759" y="1518"/>
                  <a:ext cx="125" cy="1"/>
                </a:xfrm>
                <a:prstGeom prst="line">
                  <a:avLst/>
                </a:prstGeom>
                <a:ln w="14288" cap="flat" cmpd="sng">
                  <a:solidFill>
                    <a:srgbClr val="000000"/>
                  </a:solidFill>
                  <a:prstDash val="solid"/>
                  <a:headEnd type="none" w="med" len="med"/>
                  <a:tailEnd type="none" w="med" len="med"/>
                </a:ln>
              </p:spPr>
            </p:sp>
          </p:grpSp>
          <p:grpSp>
            <p:nvGrpSpPr>
              <p:cNvPr id="88248" name="Group 131"/>
              <p:cNvGrpSpPr/>
              <p:nvPr/>
            </p:nvGrpSpPr>
            <p:grpSpPr>
              <a:xfrm>
                <a:off x="4884" y="1320"/>
                <a:ext cx="380" cy="199"/>
                <a:chOff x="4884" y="1320"/>
                <a:chExt cx="380" cy="199"/>
              </a:xfrm>
            </p:grpSpPr>
            <p:sp>
              <p:nvSpPr>
                <p:cNvPr id="88250" name="Line 132"/>
                <p:cNvSpPr/>
                <p:nvPr/>
              </p:nvSpPr>
              <p:spPr>
                <a:xfrm>
                  <a:off x="4948" y="1320"/>
                  <a:ext cx="126" cy="1"/>
                </a:xfrm>
                <a:prstGeom prst="line">
                  <a:avLst/>
                </a:prstGeom>
                <a:ln w="14288" cap="flat" cmpd="sng">
                  <a:solidFill>
                    <a:srgbClr val="000000"/>
                  </a:solidFill>
                  <a:prstDash val="solid"/>
                  <a:headEnd type="none" w="med" len="med"/>
                  <a:tailEnd type="none" w="med" len="med"/>
                </a:ln>
              </p:spPr>
            </p:sp>
            <p:sp>
              <p:nvSpPr>
                <p:cNvPr id="88251" name="Line 133"/>
                <p:cNvSpPr/>
                <p:nvPr/>
              </p:nvSpPr>
              <p:spPr>
                <a:xfrm flipH="1">
                  <a:off x="4884" y="1320"/>
                  <a:ext cx="64" cy="198"/>
                </a:xfrm>
                <a:prstGeom prst="line">
                  <a:avLst/>
                </a:prstGeom>
                <a:ln w="14288" cap="flat" cmpd="sng">
                  <a:solidFill>
                    <a:srgbClr val="000000"/>
                  </a:solidFill>
                  <a:prstDash val="solid"/>
                  <a:headEnd type="none" w="med" len="med"/>
                  <a:tailEnd type="none" w="med" len="med"/>
                </a:ln>
              </p:spPr>
            </p:sp>
            <p:sp>
              <p:nvSpPr>
                <p:cNvPr id="88252" name="Line 134"/>
                <p:cNvSpPr/>
                <p:nvPr/>
              </p:nvSpPr>
              <p:spPr>
                <a:xfrm>
                  <a:off x="5074" y="1320"/>
                  <a:ext cx="63" cy="198"/>
                </a:xfrm>
                <a:prstGeom prst="line">
                  <a:avLst/>
                </a:prstGeom>
                <a:ln w="14288" cap="flat" cmpd="sng">
                  <a:solidFill>
                    <a:srgbClr val="000000"/>
                  </a:solidFill>
                  <a:prstDash val="solid"/>
                  <a:headEnd type="none" w="med" len="med"/>
                  <a:tailEnd type="none" w="med" len="med"/>
                </a:ln>
              </p:spPr>
            </p:sp>
            <p:sp>
              <p:nvSpPr>
                <p:cNvPr id="88253" name="Line 135"/>
                <p:cNvSpPr/>
                <p:nvPr/>
              </p:nvSpPr>
              <p:spPr>
                <a:xfrm>
                  <a:off x="5137" y="1518"/>
                  <a:ext cx="127" cy="1"/>
                </a:xfrm>
                <a:prstGeom prst="line">
                  <a:avLst/>
                </a:prstGeom>
                <a:ln w="14288" cap="flat" cmpd="sng">
                  <a:solidFill>
                    <a:srgbClr val="000000"/>
                  </a:solidFill>
                  <a:prstDash val="solid"/>
                  <a:headEnd type="none" w="med" len="med"/>
                  <a:tailEnd type="none" w="med" len="med"/>
                </a:ln>
              </p:spPr>
            </p:sp>
          </p:grpSp>
          <p:sp>
            <p:nvSpPr>
              <p:cNvPr id="88249" name="Line 136"/>
              <p:cNvSpPr/>
              <p:nvPr/>
            </p:nvSpPr>
            <p:spPr>
              <a:xfrm flipH="1">
                <a:off x="906" y="1518"/>
                <a:ext cx="189" cy="1"/>
              </a:xfrm>
              <a:prstGeom prst="line">
                <a:avLst/>
              </a:prstGeom>
              <a:ln w="14288" cap="flat" cmpd="sng">
                <a:solidFill>
                  <a:srgbClr val="000000"/>
                </a:solidFill>
                <a:prstDash val="solid"/>
                <a:headEnd type="none" w="med" len="med"/>
                <a:tailEnd type="none" w="med" len="med"/>
              </a:ln>
            </p:spPr>
          </p:sp>
        </p:grpSp>
        <p:grpSp>
          <p:nvGrpSpPr>
            <p:cNvPr id="88119" name="Group 137"/>
            <p:cNvGrpSpPr/>
            <p:nvPr/>
          </p:nvGrpSpPr>
          <p:grpSpPr>
            <a:xfrm>
              <a:off x="3583186" y="765175"/>
              <a:ext cx="14287" cy="2851150"/>
              <a:chOff x="2101" y="1210"/>
              <a:chExt cx="9" cy="1796"/>
            </a:xfrm>
          </p:grpSpPr>
          <p:sp>
            <p:nvSpPr>
              <p:cNvPr id="88219" name="Freeform 138"/>
              <p:cNvSpPr/>
              <p:nvPr/>
            </p:nvSpPr>
            <p:spPr>
              <a:xfrm>
                <a:off x="2101" y="2928"/>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8220" name="Freeform 139"/>
              <p:cNvSpPr/>
              <p:nvPr/>
            </p:nvSpPr>
            <p:spPr>
              <a:xfrm>
                <a:off x="2101" y="2832"/>
                <a:ext cx="9" cy="79"/>
              </a:xfrm>
              <a:custGeom>
                <a:avLst/>
                <a:gdLst/>
                <a:ahLst/>
                <a:cxnLst>
                  <a:cxn ang="0">
                    <a:pos x="0" y="76"/>
                  </a:cxn>
                  <a:cxn ang="0">
                    <a:pos x="2" y="76"/>
                  </a:cxn>
                  <a:cxn ang="0">
                    <a:pos x="3" y="77"/>
                  </a:cxn>
                  <a:cxn ang="0">
                    <a:pos x="5" y="79"/>
                  </a:cxn>
                  <a:cxn ang="0">
                    <a:pos x="6" y="77"/>
                  </a:cxn>
                  <a:cxn ang="0">
                    <a:pos x="8" y="76"/>
                  </a:cxn>
                  <a:cxn ang="0">
                    <a:pos x="9" y="74"/>
                  </a:cxn>
                  <a:cxn ang="0">
                    <a:pos x="9" y="5"/>
                  </a:cxn>
                  <a:cxn ang="0">
                    <a:pos x="8" y="3"/>
                  </a:cxn>
                  <a:cxn ang="0">
                    <a:pos x="6" y="2"/>
                  </a:cxn>
                  <a:cxn ang="0">
                    <a:pos x="5" y="0"/>
                  </a:cxn>
                  <a:cxn ang="0">
                    <a:pos x="3" y="2"/>
                  </a:cxn>
                  <a:cxn ang="0">
                    <a:pos x="2" y="3"/>
                  </a:cxn>
                  <a:cxn ang="0">
                    <a:pos x="0" y="5"/>
                  </a:cxn>
                  <a:cxn ang="0">
                    <a:pos x="0" y="6"/>
                  </a:cxn>
                  <a:cxn ang="0">
                    <a:pos x="0" y="76"/>
                  </a:cxn>
                </a:cxnLst>
                <a:pathLst>
                  <a:path w="9" h="79">
                    <a:moveTo>
                      <a:pt x="0" y="76"/>
                    </a:moveTo>
                    <a:lnTo>
                      <a:pt x="2" y="76"/>
                    </a:lnTo>
                    <a:lnTo>
                      <a:pt x="3" y="77"/>
                    </a:lnTo>
                    <a:lnTo>
                      <a:pt x="5" y="79"/>
                    </a:lnTo>
                    <a:lnTo>
                      <a:pt x="6" y="77"/>
                    </a:lnTo>
                    <a:lnTo>
                      <a:pt x="8" y="76"/>
                    </a:lnTo>
                    <a:lnTo>
                      <a:pt x="9" y="74"/>
                    </a:lnTo>
                    <a:lnTo>
                      <a:pt x="9" y="5"/>
                    </a:lnTo>
                    <a:lnTo>
                      <a:pt x="8" y="3"/>
                    </a:lnTo>
                    <a:lnTo>
                      <a:pt x="6" y="2"/>
                    </a:lnTo>
                    <a:lnTo>
                      <a:pt x="5" y="0"/>
                    </a:lnTo>
                    <a:lnTo>
                      <a:pt x="3" y="2"/>
                    </a:lnTo>
                    <a:lnTo>
                      <a:pt x="2"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8221" name="Freeform 140"/>
              <p:cNvSpPr/>
              <p:nvPr/>
            </p:nvSpPr>
            <p:spPr>
              <a:xfrm>
                <a:off x="2101" y="2737"/>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8222" name="Freeform 141"/>
              <p:cNvSpPr/>
              <p:nvPr/>
            </p:nvSpPr>
            <p:spPr>
              <a:xfrm>
                <a:off x="2101" y="2642"/>
                <a:ext cx="9" cy="78"/>
              </a:xfrm>
              <a:custGeom>
                <a:avLst/>
                <a:gdLst/>
                <a:ahLst/>
                <a:cxnLst>
                  <a:cxn ang="0">
                    <a:pos x="0" y="75"/>
                  </a:cxn>
                  <a:cxn ang="0">
                    <a:pos x="2" y="75"/>
                  </a:cxn>
                  <a:cxn ang="0">
                    <a:pos x="3" y="76"/>
                  </a:cxn>
                  <a:cxn ang="0">
                    <a:pos x="5" y="78"/>
                  </a:cxn>
                  <a:cxn ang="0">
                    <a:pos x="6" y="76"/>
                  </a:cxn>
                  <a:cxn ang="0">
                    <a:pos x="8" y="75"/>
                  </a:cxn>
                  <a:cxn ang="0">
                    <a:pos x="9" y="73"/>
                  </a:cxn>
                  <a:cxn ang="0">
                    <a:pos x="9" y="4"/>
                  </a:cxn>
                  <a:cxn ang="0">
                    <a:pos x="8" y="2"/>
                  </a:cxn>
                  <a:cxn ang="0">
                    <a:pos x="6" y="1"/>
                  </a:cxn>
                  <a:cxn ang="0">
                    <a:pos x="5" y="0"/>
                  </a:cxn>
                  <a:cxn ang="0">
                    <a:pos x="3" y="1"/>
                  </a:cxn>
                  <a:cxn ang="0">
                    <a:pos x="2" y="2"/>
                  </a:cxn>
                  <a:cxn ang="0">
                    <a:pos x="0" y="4"/>
                  </a:cxn>
                  <a:cxn ang="0">
                    <a:pos x="0" y="5"/>
                  </a:cxn>
                  <a:cxn ang="0">
                    <a:pos x="0" y="75"/>
                  </a:cxn>
                </a:cxnLst>
                <a:pathLst>
                  <a:path w="9" h="78">
                    <a:moveTo>
                      <a:pt x="0" y="75"/>
                    </a:moveTo>
                    <a:lnTo>
                      <a:pt x="2" y="75"/>
                    </a:lnTo>
                    <a:lnTo>
                      <a:pt x="3" y="76"/>
                    </a:lnTo>
                    <a:lnTo>
                      <a:pt x="5" y="78"/>
                    </a:lnTo>
                    <a:lnTo>
                      <a:pt x="6" y="76"/>
                    </a:lnTo>
                    <a:lnTo>
                      <a:pt x="8" y="75"/>
                    </a:lnTo>
                    <a:lnTo>
                      <a:pt x="9" y="73"/>
                    </a:lnTo>
                    <a:lnTo>
                      <a:pt x="9" y="4"/>
                    </a:lnTo>
                    <a:lnTo>
                      <a:pt x="8" y="2"/>
                    </a:lnTo>
                    <a:lnTo>
                      <a:pt x="6" y="1"/>
                    </a:lnTo>
                    <a:lnTo>
                      <a:pt x="5" y="0"/>
                    </a:lnTo>
                    <a:lnTo>
                      <a:pt x="3" y="1"/>
                    </a:lnTo>
                    <a:lnTo>
                      <a:pt x="2" y="2"/>
                    </a:lnTo>
                    <a:lnTo>
                      <a:pt x="0" y="4"/>
                    </a:lnTo>
                    <a:lnTo>
                      <a:pt x="0" y="5"/>
                    </a:lnTo>
                    <a:lnTo>
                      <a:pt x="0" y="75"/>
                    </a:lnTo>
                    <a:close/>
                  </a:path>
                </a:pathLst>
              </a:custGeom>
              <a:solidFill>
                <a:srgbClr val="000000">
                  <a:alpha val="100000"/>
                </a:srgbClr>
              </a:solidFill>
              <a:ln w="9525">
                <a:noFill/>
              </a:ln>
            </p:spPr>
            <p:txBody>
              <a:bodyPr/>
              <a:p>
                <a:endParaRPr lang="zh-CN" altLang="en-US"/>
              </a:p>
            </p:txBody>
          </p:sp>
          <p:sp>
            <p:nvSpPr>
              <p:cNvPr id="88223" name="Freeform 142"/>
              <p:cNvSpPr/>
              <p:nvPr/>
            </p:nvSpPr>
            <p:spPr>
              <a:xfrm>
                <a:off x="2101" y="2546"/>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2"/>
                  </a:cxn>
                  <a:cxn ang="0">
                    <a:pos x="5" y="0"/>
                  </a:cxn>
                  <a:cxn ang="0">
                    <a:pos x="3" y="2"/>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2"/>
                    </a:lnTo>
                    <a:lnTo>
                      <a:pt x="5" y="0"/>
                    </a:lnTo>
                    <a:lnTo>
                      <a:pt x="3" y="2"/>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8224" name="Freeform 143"/>
              <p:cNvSpPr/>
              <p:nvPr/>
            </p:nvSpPr>
            <p:spPr>
              <a:xfrm>
                <a:off x="2101" y="2451"/>
                <a:ext cx="9" cy="78"/>
              </a:xfrm>
              <a:custGeom>
                <a:avLst/>
                <a:gdLst/>
                <a:ahLst/>
                <a:cxnLst>
                  <a:cxn ang="0">
                    <a:pos x="0" y="75"/>
                  </a:cxn>
                  <a:cxn ang="0">
                    <a:pos x="2" y="75"/>
                  </a:cxn>
                  <a:cxn ang="0">
                    <a:pos x="3" y="76"/>
                  </a:cxn>
                  <a:cxn ang="0">
                    <a:pos x="5" y="78"/>
                  </a:cxn>
                  <a:cxn ang="0">
                    <a:pos x="6" y="76"/>
                  </a:cxn>
                  <a:cxn ang="0">
                    <a:pos x="8" y="75"/>
                  </a:cxn>
                  <a:cxn ang="0">
                    <a:pos x="9" y="73"/>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6"/>
                    </a:lnTo>
                    <a:lnTo>
                      <a:pt x="5" y="78"/>
                    </a:lnTo>
                    <a:lnTo>
                      <a:pt x="6" y="76"/>
                    </a:lnTo>
                    <a:lnTo>
                      <a:pt x="8" y="75"/>
                    </a:lnTo>
                    <a:lnTo>
                      <a:pt x="9" y="73"/>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8225" name="Freeform 144"/>
              <p:cNvSpPr/>
              <p:nvPr/>
            </p:nvSpPr>
            <p:spPr>
              <a:xfrm>
                <a:off x="2101" y="2355"/>
                <a:ext cx="9" cy="78"/>
              </a:xfrm>
              <a:custGeom>
                <a:avLst/>
                <a:gdLst/>
                <a:ahLst/>
                <a:cxnLst>
                  <a:cxn ang="0">
                    <a:pos x="0" y="75"/>
                  </a:cxn>
                  <a:cxn ang="0">
                    <a:pos x="2" y="75"/>
                  </a:cxn>
                  <a:cxn ang="0">
                    <a:pos x="3" y="77"/>
                  </a:cxn>
                  <a:cxn ang="0">
                    <a:pos x="5" y="78"/>
                  </a:cxn>
                  <a:cxn ang="0">
                    <a:pos x="6" y="77"/>
                  </a:cxn>
                  <a:cxn ang="0">
                    <a:pos x="8" y="75"/>
                  </a:cxn>
                  <a:cxn ang="0">
                    <a:pos x="9" y="74"/>
                  </a:cxn>
                  <a:cxn ang="0">
                    <a:pos x="9" y="5"/>
                  </a:cxn>
                  <a:cxn ang="0">
                    <a:pos x="8" y="3"/>
                  </a:cxn>
                  <a:cxn ang="0">
                    <a:pos x="6" y="2"/>
                  </a:cxn>
                  <a:cxn ang="0">
                    <a:pos x="5" y="0"/>
                  </a:cxn>
                  <a:cxn ang="0">
                    <a:pos x="3" y="2"/>
                  </a:cxn>
                  <a:cxn ang="0">
                    <a:pos x="2" y="3"/>
                  </a:cxn>
                  <a:cxn ang="0">
                    <a:pos x="0" y="5"/>
                  </a:cxn>
                  <a:cxn ang="0">
                    <a:pos x="0" y="6"/>
                  </a:cxn>
                  <a:cxn ang="0">
                    <a:pos x="0" y="75"/>
                  </a:cxn>
                </a:cxnLst>
                <a:pathLst>
                  <a:path w="9" h="78">
                    <a:moveTo>
                      <a:pt x="0" y="75"/>
                    </a:moveTo>
                    <a:lnTo>
                      <a:pt x="2" y="75"/>
                    </a:lnTo>
                    <a:lnTo>
                      <a:pt x="3" y="77"/>
                    </a:lnTo>
                    <a:lnTo>
                      <a:pt x="5" y="78"/>
                    </a:lnTo>
                    <a:lnTo>
                      <a:pt x="6" y="77"/>
                    </a:lnTo>
                    <a:lnTo>
                      <a:pt x="8" y="75"/>
                    </a:lnTo>
                    <a:lnTo>
                      <a:pt x="9" y="74"/>
                    </a:lnTo>
                    <a:lnTo>
                      <a:pt x="9" y="5"/>
                    </a:lnTo>
                    <a:lnTo>
                      <a:pt x="8" y="3"/>
                    </a:lnTo>
                    <a:lnTo>
                      <a:pt x="6" y="2"/>
                    </a:lnTo>
                    <a:lnTo>
                      <a:pt x="5" y="0"/>
                    </a:lnTo>
                    <a:lnTo>
                      <a:pt x="3" y="2"/>
                    </a:lnTo>
                    <a:lnTo>
                      <a:pt x="2" y="3"/>
                    </a:lnTo>
                    <a:lnTo>
                      <a:pt x="0" y="5"/>
                    </a:lnTo>
                    <a:lnTo>
                      <a:pt x="0" y="6"/>
                    </a:lnTo>
                    <a:lnTo>
                      <a:pt x="0" y="75"/>
                    </a:lnTo>
                    <a:close/>
                  </a:path>
                </a:pathLst>
              </a:custGeom>
              <a:solidFill>
                <a:srgbClr val="000000">
                  <a:alpha val="100000"/>
                </a:srgbClr>
              </a:solidFill>
              <a:ln w="9525">
                <a:noFill/>
              </a:ln>
            </p:spPr>
            <p:txBody>
              <a:bodyPr/>
              <a:p>
                <a:endParaRPr lang="zh-CN" altLang="en-US"/>
              </a:p>
            </p:txBody>
          </p:sp>
          <p:sp>
            <p:nvSpPr>
              <p:cNvPr id="88226" name="Freeform 145"/>
              <p:cNvSpPr/>
              <p:nvPr/>
            </p:nvSpPr>
            <p:spPr>
              <a:xfrm>
                <a:off x="2101" y="2260"/>
                <a:ext cx="9" cy="78"/>
              </a:xfrm>
              <a:custGeom>
                <a:avLst/>
                <a:gdLst/>
                <a:ahLst/>
                <a:cxnLst>
                  <a:cxn ang="0">
                    <a:pos x="0" y="75"/>
                  </a:cxn>
                  <a:cxn ang="0">
                    <a:pos x="2" y="75"/>
                  </a:cxn>
                  <a:cxn ang="0">
                    <a:pos x="3" y="76"/>
                  </a:cxn>
                  <a:cxn ang="0">
                    <a:pos x="5" y="78"/>
                  </a:cxn>
                  <a:cxn ang="0">
                    <a:pos x="6" y="76"/>
                  </a:cxn>
                  <a:cxn ang="0">
                    <a:pos x="8" y="75"/>
                  </a:cxn>
                  <a:cxn ang="0">
                    <a:pos x="9" y="74"/>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6"/>
                    </a:lnTo>
                    <a:lnTo>
                      <a:pt x="5" y="78"/>
                    </a:lnTo>
                    <a:lnTo>
                      <a:pt x="6" y="76"/>
                    </a:lnTo>
                    <a:lnTo>
                      <a:pt x="8" y="75"/>
                    </a:lnTo>
                    <a:lnTo>
                      <a:pt x="9" y="74"/>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8227" name="Freeform 146"/>
              <p:cNvSpPr/>
              <p:nvPr/>
            </p:nvSpPr>
            <p:spPr>
              <a:xfrm>
                <a:off x="2101" y="2164"/>
                <a:ext cx="9" cy="79"/>
              </a:xfrm>
              <a:custGeom>
                <a:avLst/>
                <a:gdLst/>
                <a:ahLst/>
                <a:cxnLst>
                  <a:cxn ang="0">
                    <a:pos x="0" y="76"/>
                  </a:cxn>
                  <a:cxn ang="0">
                    <a:pos x="2" y="76"/>
                  </a:cxn>
                  <a:cxn ang="0">
                    <a:pos x="3" y="77"/>
                  </a:cxn>
                  <a:cxn ang="0">
                    <a:pos x="5" y="79"/>
                  </a:cxn>
                  <a:cxn ang="0">
                    <a:pos x="6" y="77"/>
                  </a:cxn>
                  <a:cxn ang="0">
                    <a:pos x="8" y="76"/>
                  </a:cxn>
                  <a:cxn ang="0">
                    <a:pos x="9" y="74"/>
                  </a:cxn>
                  <a:cxn ang="0">
                    <a:pos x="9" y="5"/>
                  </a:cxn>
                  <a:cxn ang="0">
                    <a:pos x="8" y="3"/>
                  </a:cxn>
                  <a:cxn ang="0">
                    <a:pos x="6" y="2"/>
                  </a:cxn>
                  <a:cxn ang="0">
                    <a:pos x="5" y="0"/>
                  </a:cxn>
                  <a:cxn ang="0">
                    <a:pos x="3" y="2"/>
                  </a:cxn>
                  <a:cxn ang="0">
                    <a:pos x="2" y="3"/>
                  </a:cxn>
                  <a:cxn ang="0">
                    <a:pos x="0" y="5"/>
                  </a:cxn>
                  <a:cxn ang="0">
                    <a:pos x="0" y="6"/>
                  </a:cxn>
                  <a:cxn ang="0">
                    <a:pos x="0" y="76"/>
                  </a:cxn>
                </a:cxnLst>
                <a:pathLst>
                  <a:path w="9" h="79">
                    <a:moveTo>
                      <a:pt x="0" y="76"/>
                    </a:moveTo>
                    <a:lnTo>
                      <a:pt x="2" y="76"/>
                    </a:lnTo>
                    <a:lnTo>
                      <a:pt x="3" y="77"/>
                    </a:lnTo>
                    <a:lnTo>
                      <a:pt x="5" y="79"/>
                    </a:lnTo>
                    <a:lnTo>
                      <a:pt x="6" y="77"/>
                    </a:lnTo>
                    <a:lnTo>
                      <a:pt x="8" y="76"/>
                    </a:lnTo>
                    <a:lnTo>
                      <a:pt x="9" y="74"/>
                    </a:lnTo>
                    <a:lnTo>
                      <a:pt x="9" y="5"/>
                    </a:lnTo>
                    <a:lnTo>
                      <a:pt x="8" y="3"/>
                    </a:lnTo>
                    <a:lnTo>
                      <a:pt x="6" y="2"/>
                    </a:lnTo>
                    <a:lnTo>
                      <a:pt x="5" y="0"/>
                    </a:lnTo>
                    <a:lnTo>
                      <a:pt x="3" y="2"/>
                    </a:lnTo>
                    <a:lnTo>
                      <a:pt x="2"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8228" name="Freeform 147"/>
              <p:cNvSpPr/>
              <p:nvPr/>
            </p:nvSpPr>
            <p:spPr>
              <a:xfrm>
                <a:off x="2101" y="2069"/>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8229" name="Freeform 148"/>
              <p:cNvSpPr/>
              <p:nvPr/>
            </p:nvSpPr>
            <p:spPr>
              <a:xfrm>
                <a:off x="2101" y="1974"/>
                <a:ext cx="9" cy="78"/>
              </a:xfrm>
              <a:custGeom>
                <a:avLst/>
                <a:gdLst/>
                <a:ahLst/>
                <a:cxnLst>
                  <a:cxn ang="0">
                    <a:pos x="0" y="75"/>
                  </a:cxn>
                  <a:cxn ang="0">
                    <a:pos x="2" y="75"/>
                  </a:cxn>
                  <a:cxn ang="0">
                    <a:pos x="3" y="76"/>
                  </a:cxn>
                  <a:cxn ang="0">
                    <a:pos x="5" y="78"/>
                  </a:cxn>
                  <a:cxn ang="0">
                    <a:pos x="6" y="76"/>
                  </a:cxn>
                  <a:cxn ang="0">
                    <a:pos x="8" y="75"/>
                  </a:cxn>
                  <a:cxn ang="0">
                    <a:pos x="9" y="73"/>
                  </a:cxn>
                  <a:cxn ang="0">
                    <a:pos x="9" y="4"/>
                  </a:cxn>
                  <a:cxn ang="0">
                    <a:pos x="8" y="2"/>
                  </a:cxn>
                  <a:cxn ang="0">
                    <a:pos x="6" y="1"/>
                  </a:cxn>
                  <a:cxn ang="0">
                    <a:pos x="5" y="0"/>
                  </a:cxn>
                  <a:cxn ang="0">
                    <a:pos x="3" y="1"/>
                  </a:cxn>
                  <a:cxn ang="0">
                    <a:pos x="2" y="2"/>
                  </a:cxn>
                  <a:cxn ang="0">
                    <a:pos x="0" y="4"/>
                  </a:cxn>
                  <a:cxn ang="0">
                    <a:pos x="0" y="5"/>
                  </a:cxn>
                  <a:cxn ang="0">
                    <a:pos x="0" y="75"/>
                  </a:cxn>
                </a:cxnLst>
                <a:pathLst>
                  <a:path w="9" h="78">
                    <a:moveTo>
                      <a:pt x="0" y="75"/>
                    </a:moveTo>
                    <a:lnTo>
                      <a:pt x="2" y="75"/>
                    </a:lnTo>
                    <a:lnTo>
                      <a:pt x="3" y="76"/>
                    </a:lnTo>
                    <a:lnTo>
                      <a:pt x="5" y="78"/>
                    </a:lnTo>
                    <a:lnTo>
                      <a:pt x="6" y="76"/>
                    </a:lnTo>
                    <a:lnTo>
                      <a:pt x="8" y="75"/>
                    </a:lnTo>
                    <a:lnTo>
                      <a:pt x="9" y="73"/>
                    </a:lnTo>
                    <a:lnTo>
                      <a:pt x="9" y="4"/>
                    </a:lnTo>
                    <a:lnTo>
                      <a:pt x="8" y="2"/>
                    </a:lnTo>
                    <a:lnTo>
                      <a:pt x="6" y="1"/>
                    </a:lnTo>
                    <a:lnTo>
                      <a:pt x="5" y="0"/>
                    </a:lnTo>
                    <a:lnTo>
                      <a:pt x="3" y="1"/>
                    </a:lnTo>
                    <a:lnTo>
                      <a:pt x="2" y="2"/>
                    </a:lnTo>
                    <a:lnTo>
                      <a:pt x="0" y="4"/>
                    </a:lnTo>
                    <a:lnTo>
                      <a:pt x="0" y="5"/>
                    </a:lnTo>
                    <a:lnTo>
                      <a:pt x="0" y="75"/>
                    </a:lnTo>
                    <a:close/>
                  </a:path>
                </a:pathLst>
              </a:custGeom>
              <a:solidFill>
                <a:srgbClr val="000000">
                  <a:alpha val="100000"/>
                </a:srgbClr>
              </a:solidFill>
              <a:ln w="9525">
                <a:noFill/>
              </a:ln>
            </p:spPr>
            <p:txBody>
              <a:bodyPr/>
              <a:p>
                <a:endParaRPr lang="zh-CN" altLang="en-US"/>
              </a:p>
            </p:txBody>
          </p:sp>
          <p:sp>
            <p:nvSpPr>
              <p:cNvPr id="88230" name="Freeform 149"/>
              <p:cNvSpPr/>
              <p:nvPr/>
            </p:nvSpPr>
            <p:spPr>
              <a:xfrm>
                <a:off x="2101" y="1878"/>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2"/>
                  </a:cxn>
                  <a:cxn ang="0">
                    <a:pos x="5" y="0"/>
                  </a:cxn>
                  <a:cxn ang="0">
                    <a:pos x="3" y="2"/>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2"/>
                    </a:lnTo>
                    <a:lnTo>
                      <a:pt x="5" y="0"/>
                    </a:lnTo>
                    <a:lnTo>
                      <a:pt x="3" y="2"/>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8231" name="Freeform 150"/>
              <p:cNvSpPr/>
              <p:nvPr/>
            </p:nvSpPr>
            <p:spPr>
              <a:xfrm>
                <a:off x="2101" y="1783"/>
                <a:ext cx="9" cy="78"/>
              </a:xfrm>
              <a:custGeom>
                <a:avLst/>
                <a:gdLst/>
                <a:ahLst/>
                <a:cxnLst>
                  <a:cxn ang="0">
                    <a:pos x="0" y="75"/>
                  </a:cxn>
                  <a:cxn ang="0">
                    <a:pos x="2" y="75"/>
                  </a:cxn>
                  <a:cxn ang="0">
                    <a:pos x="3" y="76"/>
                  </a:cxn>
                  <a:cxn ang="0">
                    <a:pos x="5" y="78"/>
                  </a:cxn>
                  <a:cxn ang="0">
                    <a:pos x="6" y="76"/>
                  </a:cxn>
                  <a:cxn ang="0">
                    <a:pos x="8" y="75"/>
                  </a:cxn>
                  <a:cxn ang="0">
                    <a:pos x="9" y="73"/>
                  </a:cxn>
                  <a:cxn ang="0">
                    <a:pos x="9" y="4"/>
                  </a:cxn>
                  <a:cxn ang="0">
                    <a:pos x="8" y="3"/>
                  </a:cxn>
                  <a:cxn ang="0">
                    <a:pos x="6" y="1"/>
                  </a:cxn>
                  <a:cxn ang="0">
                    <a:pos x="5" y="0"/>
                  </a:cxn>
                  <a:cxn ang="0">
                    <a:pos x="3" y="1"/>
                  </a:cxn>
                  <a:cxn ang="0">
                    <a:pos x="2" y="3"/>
                  </a:cxn>
                  <a:cxn ang="0">
                    <a:pos x="0" y="4"/>
                  </a:cxn>
                  <a:cxn ang="0">
                    <a:pos x="0" y="5"/>
                  </a:cxn>
                  <a:cxn ang="0">
                    <a:pos x="0" y="75"/>
                  </a:cxn>
                </a:cxnLst>
                <a:pathLst>
                  <a:path w="9" h="78">
                    <a:moveTo>
                      <a:pt x="0" y="75"/>
                    </a:moveTo>
                    <a:lnTo>
                      <a:pt x="2" y="75"/>
                    </a:lnTo>
                    <a:lnTo>
                      <a:pt x="3" y="76"/>
                    </a:lnTo>
                    <a:lnTo>
                      <a:pt x="5" y="78"/>
                    </a:lnTo>
                    <a:lnTo>
                      <a:pt x="6" y="76"/>
                    </a:lnTo>
                    <a:lnTo>
                      <a:pt x="8" y="75"/>
                    </a:lnTo>
                    <a:lnTo>
                      <a:pt x="9" y="73"/>
                    </a:lnTo>
                    <a:lnTo>
                      <a:pt x="9" y="4"/>
                    </a:lnTo>
                    <a:lnTo>
                      <a:pt x="8" y="3"/>
                    </a:lnTo>
                    <a:lnTo>
                      <a:pt x="6" y="1"/>
                    </a:lnTo>
                    <a:lnTo>
                      <a:pt x="5" y="0"/>
                    </a:lnTo>
                    <a:lnTo>
                      <a:pt x="3" y="1"/>
                    </a:lnTo>
                    <a:lnTo>
                      <a:pt x="2" y="3"/>
                    </a:lnTo>
                    <a:lnTo>
                      <a:pt x="0" y="4"/>
                    </a:lnTo>
                    <a:lnTo>
                      <a:pt x="0" y="5"/>
                    </a:lnTo>
                    <a:lnTo>
                      <a:pt x="0" y="75"/>
                    </a:lnTo>
                    <a:close/>
                  </a:path>
                </a:pathLst>
              </a:custGeom>
              <a:solidFill>
                <a:srgbClr val="000000">
                  <a:alpha val="100000"/>
                </a:srgbClr>
              </a:solidFill>
              <a:ln w="9525">
                <a:noFill/>
              </a:ln>
            </p:spPr>
            <p:txBody>
              <a:bodyPr/>
              <a:p>
                <a:endParaRPr lang="zh-CN" altLang="en-US"/>
              </a:p>
            </p:txBody>
          </p:sp>
          <p:sp>
            <p:nvSpPr>
              <p:cNvPr id="88232" name="Freeform 151"/>
              <p:cNvSpPr/>
              <p:nvPr/>
            </p:nvSpPr>
            <p:spPr>
              <a:xfrm>
                <a:off x="2101" y="1687"/>
                <a:ext cx="9" cy="78"/>
              </a:xfrm>
              <a:custGeom>
                <a:avLst/>
                <a:gdLst/>
                <a:ahLst/>
                <a:cxnLst>
                  <a:cxn ang="0">
                    <a:pos x="0" y="75"/>
                  </a:cxn>
                  <a:cxn ang="0">
                    <a:pos x="2" y="75"/>
                  </a:cxn>
                  <a:cxn ang="0">
                    <a:pos x="3" y="77"/>
                  </a:cxn>
                  <a:cxn ang="0">
                    <a:pos x="5" y="78"/>
                  </a:cxn>
                  <a:cxn ang="0">
                    <a:pos x="6" y="77"/>
                  </a:cxn>
                  <a:cxn ang="0">
                    <a:pos x="8" y="75"/>
                  </a:cxn>
                  <a:cxn ang="0">
                    <a:pos x="9" y="74"/>
                  </a:cxn>
                  <a:cxn ang="0">
                    <a:pos x="9" y="5"/>
                  </a:cxn>
                  <a:cxn ang="0">
                    <a:pos x="8" y="3"/>
                  </a:cxn>
                  <a:cxn ang="0">
                    <a:pos x="6" y="2"/>
                  </a:cxn>
                  <a:cxn ang="0">
                    <a:pos x="5" y="0"/>
                  </a:cxn>
                  <a:cxn ang="0">
                    <a:pos x="3" y="2"/>
                  </a:cxn>
                  <a:cxn ang="0">
                    <a:pos x="2" y="3"/>
                  </a:cxn>
                  <a:cxn ang="0">
                    <a:pos x="0" y="5"/>
                  </a:cxn>
                  <a:cxn ang="0">
                    <a:pos x="0" y="6"/>
                  </a:cxn>
                  <a:cxn ang="0">
                    <a:pos x="0" y="75"/>
                  </a:cxn>
                </a:cxnLst>
                <a:pathLst>
                  <a:path w="9" h="78">
                    <a:moveTo>
                      <a:pt x="0" y="75"/>
                    </a:moveTo>
                    <a:lnTo>
                      <a:pt x="2" y="75"/>
                    </a:lnTo>
                    <a:lnTo>
                      <a:pt x="3" y="77"/>
                    </a:lnTo>
                    <a:lnTo>
                      <a:pt x="5" y="78"/>
                    </a:lnTo>
                    <a:lnTo>
                      <a:pt x="6" y="77"/>
                    </a:lnTo>
                    <a:lnTo>
                      <a:pt x="8" y="75"/>
                    </a:lnTo>
                    <a:lnTo>
                      <a:pt x="9" y="74"/>
                    </a:lnTo>
                    <a:lnTo>
                      <a:pt x="9" y="5"/>
                    </a:lnTo>
                    <a:lnTo>
                      <a:pt x="8" y="3"/>
                    </a:lnTo>
                    <a:lnTo>
                      <a:pt x="6" y="2"/>
                    </a:lnTo>
                    <a:lnTo>
                      <a:pt x="5" y="0"/>
                    </a:lnTo>
                    <a:lnTo>
                      <a:pt x="3" y="2"/>
                    </a:lnTo>
                    <a:lnTo>
                      <a:pt x="2" y="3"/>
                    </a:lnTo>
                    <a:lnTo>
                      <a:pt x="0" y="5"/>
                    </a:lnTo>
                    <a:lnTo>
                      <a:pt x="0" y="6"/>
                    </a:lnTo>
                    <a:lnTo>
                      <a:pt x="0" y="75"/>
                    </a:lnTo>
                    <a:close/>
                  </a:path>
                </a:pathLst>
              </a:custGeom>
              <a:solidFill>
                <a:srgbClr val="000000">
                  <a:alpha val="100000"/>
                </a:srgbClr>
              </a:solidFill>
              <a:ln w="9525">
                <a:noFill/>
              </a:ln>
            </p:spPr>
            <p:txBody>
              <a:bodyPr/>
              <a:p>
                <a:endParaRPr lang="zh-CN" altLang="en-US"/>
              </a:p>
            </p:txBody>
          </p:sp>
          <p:sp>
            <p:nvSpPr>
              <p:cNvPr id="88233" name="Freeform 152"/>
              <p:cNvSpPr/>
              <p:nvPr/>
            </p:nvSpPr>
            <p:spPr>
              <a:xfrm>
                <a:off x="2101" y="1592"/>
                <a:ext cx="9" cy="78"/>
              </a:xfrm>
              <a:custGeom>
                <a:avLst/>
                <a:gdLst/>
                <a:ahLst/>
                <a:cxnLst>
                  <a:cxn ang="0">
                    <a:pos x="0" y="75"/>
                  </a:cxn>
                  <a:cxn ang="0">
                    <a:pos x="2" y="75"/>
                  </a:cxn>
                  <a:cxn ang="0">
                    <a:pos x="3" y="76"/>
                  </a:cxn>
                  <a:cxn ang="0">
                    <a:pos x="5" y="78"/>
                  </a:cxn>
                  <a:cxn ang="0">
                    <a:pos x="6" y="76"/>
                  </a:cxn>
                  <a:cxn ang="0">
                    <a:pos x="8" y="75"/>
                  </a:cxn>
                  <a:cxn ang="0">
                    <a:pos x="9" y="74"/>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6"/>
                    </a:lnTo>
                    <a:lnTo>
                      <a:pt x="5" y="78"/>
                    </a:lnTo>
                    <a:lnTo>
                      <a:pt x="6" y="76"/>
                    </a:lnTo>
                    <a:lnTo>
                      <a:pt x="8" y="75"/>
                    </a:lnTo>
                    <a:lnTo>
                      <a:pt x="9" y="74"/>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8234" name="Freeform 153"/>
              <p:cNvSpPr/>
              <p:nvPr/>
            </p:nvSpPr>
            <p:spPr>
              <a:xfrm>
                <a:off x="2101" y="1496"/>
                <a:ext cx="9" cy="78"/>
              </a:xfrm>
              <a:custGeom>
                <a:avLst/>
                <a:gdLst/>
                <a:ahLst/>
                <a:cxnLst>
                  <a:cxn ang="0">
                    <a:pos x="0" y="76"/>
                  </a:cxn>
                  <a:cxn ang="0">
                    <a:pos x="2" y="76"/>
                  </a:cxn>
                  <a:cxn ang="0">
                    <a:pos x="3" y="77"/>
                  </a:cxn>
                  <a:cxn ang="0">
                    <a:pos x="5" y="78"/>
                  </a:cxn>
                  <a:cxn ang="0">
                    <a:pos x="6" y="77"/>
                  </a:cxn>
                  <a:cxn ang="0">
                    <a:pos x="8" y="76"/>
                  </a:cxn>
                  <a:cxn ang="0">
                    <a:pos x="9" y="74"/>
                  </a:cxn>
                  <a:cxn ang="0">
                    <a:pos x="9" y="5"/>
                  </a:cxn>
                  <a:cxn ang="0">
                    <a:pos x="8" y="3"/>
                  </a:cxn>
                  <a:cxn ang="0">
                    <a:pos x="6" y="2"/>
                  </a:cxn>
                  <a:cxn ang="0">
                    <a:pos x="5" y="0"/>
                  </a:cxn>
                  <a:cxn ang="0">
                    <a:pos x="3" y="2"/>
                  </a:cxn>
                  <a:cxn ang="0">
                    <a:pos x="2" y="3"/>
                  </a:cxn>
                  <a:cxn ang="0">
                    <a:pos x="0" y="5"/>
                  </a:cxn>
                  <a:cxn ang="0">
                    <a:pos x="0" y="6"/>
                  </a:cxn>
                  <a:cxn ang="0">
                    <a:pos x="0" y="76"/>
                  </a:cxn>
                </a:cxnLst>
                <a:pathLst>
                  <a:path w="9" h="78">
                    <a:moveTo>
                      <a:pt x="0" y="76"/>
                    </a:moveTo>
                    <a:lnTo>
                      <a:pt x="2" y="76"/>
                    </a:lnTo>
                    <a:lnTo>
                      <a:pt x="3" y="77"/>
                    </a:lnTo>
                    <a:lnTo>
                      <a:pt x="5" y="78"/>
                    </a:lnTo>
                    <a:lnTo>
                      <a:pt x="6" y="77"/>
                    </a:lnTo>
                    <a:lnTo>
                      <a:pt x="8" y="76"/>
                    </a:lnTo>
                    <a:lnTo>
                      <a:pt x="9" y="74"/>
                    </a:lnTo>
                    <a:lnTo>
                      <a:pt x="9" y="5"/>
                    </a:lnTo>
                    <a:lnTo>
                      <a:pt x="8" y="3"/>
                    </a:lnTo>
                    <a:lnTo>
                      <a:pt x="6" y="2"/>
                    </a:lnTo>
                    <a:lnTo>
                      <a:pt x="5" y="0"/>
                    </a:lnTo>
                    <a:lnTo>
                      <a:pt x="3" y="2"/>
                    </a:lnTo>
                    <a:lnTo>
                      <a:pt x="2"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8235" name="Freeform 154"/>
              <p:cNvSpPr/>
              <p:nvPr/>
            </p:nvSpPr>
            <p:spPr>
              <a:xfrm>
                <a:off x="2101" y="1401"/>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8236" name="Freeform 155"/>
              <p:cNvSpPr/>
              <p:nvPr/>
            </p:nvSpPr>
            <p:spPr>
              <a:xfrm>
                <a:off x="2101" y="1306"/>
                <a:ext cx="9" cy="78"/>
              </a:xfrm>
              <a:custGeom>
                <a:avLst/>
                <a:gdLst/>
                <a:ahLst/>
                <a:cxnLst>
                  <a:cxn ang="0">
                    <a:pos x="0" y="75"/>
                  </a:cxn>
                  <a:cxn ang="0">
                    <a:pos x="2" y="75"/>
                  </a:cxn>
                  <a:cxn ang="0">
                    <a:pos x="3" y="76"/>
                  </a:cxn>
                  <a:cxn ang="0">
                    <a:pos x="5" y="78"/>
                  </a:cxn>
                  <a:cxn ang="0">
                    <a:pos x="6" y="76"/>
                  </a:cxn>
                  <a:cxn ang="0">
                    <a:pos x="8" y="75"/>
                  </a:cxn>
                  <a:cxn ang="0">
                    <a:pos x="9" y="73"/>
                  </a:cxn>
                  <a:cxn ang="0">
                    <a:pos x="9" y="4"/>
                  </a:cxn>
                  <a:cxn ang="0">
                    <a:pos x="8" y="2"/>
                  </a:cxn>
                  <a:cxn ang="0">
                    <a:pos x="6" y="1"/>
                  </a:cxn>
                  <a:cxn ang="0">
                    <a:pos x="5" y="0"/>
                  </a:cxn>
                  <a:cxn ang="0">
                    <a:pos x="3" y="1"/>
                  </a:cxn>
                  <a:cxn ang="0">
                    <a:pos x="2" y="2"/>
                  </a:cxn>
                  <a:cxn ang="0">
                    <a:pos x="0" y="4"/>
                  </a:cxn>
                  <a:cxn ang="0">
                    <a:pos x="0" y="5"/>
                  </a:cxn>
                  <a:cxn ang="0">
                    <a:pos x="0" y="75"/>
                  </a:cxn>
                </a:cxnLst>
                <a:pathLst>
                  <a:path w="9" h="78">
                    <a:moveTo>
                      <a:pt x="0" y="75"/>
                    </a:moveTo>
                    <a:lnTo>
                      <a:pt x="2" y="75"/>
                    </a:lnTo>
                    <a:lnTo>
                      <a:pt x="3" y="76"/>
                    </a:lnTo>
                    <a:lnTo>
                      <a:pt x="5" y="78"/>
                    </a:lnTo>
                    <a:lnTo>
                      <a:pt x="6" y="76"/>
                    </a:lnTo>
                    <a:lnTo>
                      <a:pt x="8" y="75"/>
                    </a:lnTo>
                    <a:lnTo>
                      <a:pt x="9" y="73"/>
                    </a:lnTo>
                    <a:lnTo>
                      <a:pt x="9" y="4"/>
                    </a:lnTo>
                    <a:lnTo>
                      <a:pt x="8" y="2"/>
                    </a:lnTo>
                    <a:lnTo>
                      <a:pt x="6" y="1"/>
                    </a:lnTo>
                    <a:lnTo>
                      <a:pt x="5" y="0"/>
                    </a:lnTo>
                    <a:lnTo>
                      <a:pt x="3" y="1"/>
                    </a:lnTo>
                    <a:lnTo>
                      <a:pt x="2" y="2"/>
                    </a:lnTo>
                    <a:lnTo>
                      <a:pt x="0" y="4"/>
                    </a:lnTo>
                    <a:lnTo>
                      <a:pt x="0" y="5"/>
                    </a:lnTo>
                    <a:lnTo>
                      <a:pt x="0" y="75"/>
                    </a:lnTo>
                    <a:close/>
                  </a:path>
                </a:pathLst>
              </a:custGeom>
              <a:solidFill>
                <a:srgbClr val="000000">
                  <a:alpha val="100000"/>
                </a:srgbClr>
              </a:solidFill>
              <a:ln w="9525">
                <a:noFill/>
              </a:ln>
            </p:spPr>
            <p:txBody>
              <a:bodyPr/>
              <a:p>
                <a:endParaRPr lang="zh-CN" altLang="en-US"/>
              </a:p>
            </p:txBody>
          </p:sp>
          <p:sp>
            <p:nvSpPr>
              <p:cNvPr id="88237" name="Freeform 156"/>
              <p:cNvSpPr/>
              <p:nvPr/>
            </p:nvSpPr>
            <p:spPr>
              <a:xfrm>
                <a:off x="2101" y="1210"/>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2"/>
                  </a:cxn>
                  <a:cxn ang="0">
                    <a:pos x="5" y="0"/>
                  </a:cxn>
                  <a:cxn ang="0">
                    <a:pos x="3" y="2"/>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2"/>
                    </a:lnTo>
                    <a:lnTo>
                      <a:pt x="5" y="0"/>
                    </a:lnTo>
                    <a:lnTo>
                      <a:pt x="3" y="2"/>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grpSp>
        <p:grpSp>
          <p:nvGrpSpPr>
            <p:cNvPr id="88120" name="Group 157"/>
            <p:cNvGrpSpPr/>
            <p:nvPr/>
          </p:nvGrpSpPr>
          <p:grpSpPr>
            <a:xfrm>
              <a:off x="6642298" y="785813"/>
              <a:ext cx="14287" cy="2855913"/>
              <a:chOff x="4028" y="1223"/>
              <a:chExt cx="9" cy="1799"/>
            </a:xfrm>
          </p:grpSpPr>
          <p:sp>
            <p:nvSpPr>
              <p:cNvPr id="88189" name="Freeform 158"/>
              <p:cNvSpPr/>
              <p:nvPr/>
            </p:nvSpPr>
            <p:spPr>
              <a:xfrm>
                <a:off x="4028" y="2978"/>
                <a:ext cx="9" cy="44"/>
              </a:xfrm>
              <a:custGeom>
                <a:avLst/>
                <a:gdLst/>
                <a:ahLst/>
                <a:cxnLst>
                  <a:cxn ang="0">
                    <a:pos x="0" y="41"/>
                  </a:cxn>
                  <a:cxn ang="0">
                    <a:pos x="2" y="41"/>
                  </a:cxn>
                  <a:cxn ang="0">
                    <a:pos x="3" y="42"/>
                  </a:cxn>
                  <a:cxn ang="0">
                    <a:pos x="5" y="44"/>
                  </a:cxn>
                  <a:cxn ang="0">
                    <a:pos x="6" y="42"/>
                  </a:cxn>
                  <a:cxn ang="0">
                    <a:pos x="8" y="41"/>
                  </a:cxn>
                  <a:cxn ang="0">
                    <a:pos x="9" y="40"/>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40"/>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190" name="Freeform 159"/>
              <p:cNvSpPr/>
              <p:nvPr/>
            </p:nvSpPr>
            <p:spPr>
              <a:xfrm>
                <a:off x="4028" y="2918"/>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191" name="Freeform 160"/>
              <p:cNvSpPr/>
              <p:nvPr/>
            </p:nvSpPr>
            <p:spPr>
              <a:xfrm>
                <a:off x="4028" y="2857"/>
                <a:ext cx="9" cy="43"/>
              </a:xfrm>
              <a:custGeom>
                <a:avLst/>
                <a:gdLst/>
                <a:ahLst/>
                <a:cxnLst>
                  <a:cxn ang="0">
                    <a:pos x="0" y="41"/>
                  </a:cxn>
                  <a:cxn ang="0">
                    <a:pos x="2" y="41"/>
                  </a:cxn>
                  <a:cxn ang="0">
                    <a:pos x="3" y="42"/>
                  </a:cxn>
                  <a:cxn ang="0">
                    <a:pos x="5" y="43"/>
                  </a:cxn>
                  <a:cxn ang="0">
                    <a:pos x="6" y="42"/>
                  </a:cxn>
                  <a:cxn ang="0">
                    <a:pos x="8" y="41"/>
                  </a:cxn>
                  <a:cxn ang="0">
                    <a:pos x="9" y="39"/>
                  </a:cxn>
                  <a:cxn ang="0">
                    <a:pos x="9" y="4"/>
                  </a:cxn>
                  <a:cxn ang="0">
                    <a:pos x="8" y="3"/>
                  </a:cxn>
                  <a:cxn ang="0">
                    <a:pos x="6" y="1"/>
                  </a:cxn>
                  <a:cxn ang="0">
                    <a:pos x="5" y="0"/>
                  </a:cxn>
                  <a:cxn ang="0">
                    <a:pos x="3" y="1"/>
                  </a:cxn>
                  <a:cxn ang="0">
                    <a:pos x="2" y="3"/>
                  </a:cxn>
                  <a:cxn ang="0">
                    <a:pos x="0" y="4"/>
                  </a:cxn>
                  <a:cxn ang="0">
                    <a:pos x="0" y="6"/>
                  </a:cxn>
                  <a:cxn ang="0">
                    <a:pos x="0" y="41"/>
                  </a:cxn>
                </a:cxnLst>
                <a:pathLst>
                  <a:path w="9" h="43">
                    <a:moveTo>
                      <a:pt x="0" y="41"/>
                    </a:moveTo>
                    <a:lnTo>
                      <a:pt x="2" y="41"/>
                    </a:lnTo>
                    <a:lnTo>
                      <a:pt x="3" y="42"/>
                    </a:lnTo>
                    <a:lnTo>
                      <a:pt x="5" y="43"/>
                    </a:lnTo>
                    <a:lnTo>
                      <a:pt x="6" y="42"/>
                    </a:lnTo>
                    <a:lnTo>
                      <a:pt x="8" y="41"/>
                    </a:lnTo>
                    <a:lnTo>
                      <a:pt x="9" y="39"/>
                    </a:lnTo>
                    <a:lnTo>
                      <a:pt x="9" y="4"/>
                    </a:lnTo>
                    <a:lnTo>
                      <a:pt x="8" y="3"/>
                    </a:lnTo>
                    <a:lnTo>
                      <a:pt x="6" y="1"/>
                    </a:lnTo>
                    <a:lnTo>
                      <a:pt x="5" y="0"/>
                    </a:lnTo>
                    <a:lnTo>
                      <a:pt x="3" y="1"/>
                    </a:lnTo>
                    <a:lnTo>
                      <a:pt x="2"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8192" name="Freeform 161"/>
              <p:cNvSpPr/>
              <p:nvPr/>
            </p:nvSpPr>
            <p:spPr>
              <a:xfrm>
                <a:off x="4028" y="2796"/>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193" name="Freeform 162"/>
              <p:cNvSpPr/>
              <p:nvPr/>
            </p:nvSpPr>
            <p:spPr>
              <a:xfrm>
                <a:off x="4028" y="2736"/>
                <a:ext cx="9" cy="43"/>
              </a:xfrm>
              <a:custGeom>
                <a:avLst/>
                <a:gdLst/>
                <a:ahLst/>
                <a:cxnLst>
                  <a:cxn ang="0">
                    <a:pos x="0" y="40"/>
                  </a:cxn>
                  <a:cxn ang="0">
                    <a:pos x="2" y="40"/>
                  </a:cxn>
                  <a:cxn ang="0">
                    <a:pos x="3" y="41"/>
                  </a:cxn>
                  <a:cxn ang="0">
                    <a:pos x="5" y="43"/>
                  </a:cxn>
                  <a:cxn ang="0">
                    <a:pos x="6" y="41"/>
                  </a:cxn>
                  <a:cxn ang="0">
                    <a:pos x="8" y="40"/>
                  </a:cxn>
                  <a:cxn ang="0">
                    <a:pos x="9" y="39"/>
                  </a:cxn>
                  <a:cxn ang="0">
                    <a:pos x="9" y="4"/>
                  </a:cxn>
                  <a:cxn ang="0">
                    <a:pos x="8" y="2"/>
                  </a:cxn>
                  <a:cxn ang="0">
                    <a:pos x="6" y="1"/>
                  </a:cxn>
                  <a:cxn ang="0">
                    <a:pos x="5" y="0"/>
                  </a:cxn>
                  <a:cxn ang="0">
                    <a:pos x="3" y="1"/>
                  </a:cxn>
                  <a:cxn ang="0">
                    <a:pos x="2" y="2"/>
                  </a:cxn>
                  <a:cxn ang="0">
                    <a:pos x="0" y="4"/>
                  </a:cxn>
                  <a:cxn ang="0">
                    <a:pos x="0" y="5"/>
                  </a:cxn>
                  <a:cxn ang="0">
                    <a:pos x="0" y="40"/>
                  </a:cxn>
                </a:cxnLst>
                <a:pathLst>
                  <a:path w="9" h="43">
                    <a:moveTo>
                      <a:pt x="0" y="40"/>
                    </a:moveTo>
                    <a:lnTo>
                      <a:pt x="2" y="40"/>
                    </a:lnTo>
                    <a:lnTo>
                      <a:pt x="3" y="41"/>
                    </a:lnTo>
                    <a:lnTo>
                      <a:pt x="5" y="43"/>
                    </a:lnTo>
                    <a:lnTo>
                      <a:pt x="6" y="41"/>
                    </a:lnTo>
                    <a:lnTo>
                      <a:pt x="8" y="40"/>
                    </a:lnTo>
                    <a:lnTo>
                      <a:pt x="9" y="39"/>
                    </a:lnTo>
                    <a:lnTo>
                      <a:pt x="9" y="4"/>
                    </a:lnTo>
                    <a:lnTo>
                      <a:pt x="8" y="2"/>
                    </a:lnTo>
                    <a:lnTo>
                      <a:pt x="6" y="1"/>
                    </a:lnTo>
                    <a:lnTo>
                      <a:pt x="5" y="0"/>
                    </a:lnTo>
                    <a:lnTo>
                      <a:pt x="3" y="1"/>
                    </a:lnTo>
                    <a:lnTo>
                      <a:pt x="2" y="2"/>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8194" name="Freeform 163"/>
              <p:cNvSpPr/>
              <p:nvPr/>
            </p:nvSpPr>
            <p:spPr>
              <a:xfrm>
                <a:off x="4028" y="2675"/>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195" name="Freeform 164"/>
              <p:cNvSpPr/>
              <p:nvPr/>
            </p:nvSpPr>
            <p:spPr>
              <a:xfrm>
                <a:off x="4028" y="2614"/>
                <a:ext cx="9" cy="43"/>
              </a:xfrm>
              <a:custGeom>
                <a:avLst/>
                <a:gdLst/>
                <a:ahLst/>
                <a:cxnLst>
                  <a:cxn ang="0">
                    <a:pos x="0" y="41"/>
                  </a:cxn>
                  <a:cxn ang="0">
                    <a:pos x="2" y="41"/>
                  </a:cxn>
                  <a:cxn ang="0">
                    <a:pos x="3" y="42"/>
                  </a:cxn>
                  <a:cxn ang="0">
                    <a:pos x="5" y="43"/>
                  </a:cxn>
                  <a:cxn ang="0">
                    <a:pos x="6" y="42"/>
                  </a:cxn>
                  <a:cxn ang="0">
                    <a:pos x="8" y="41"/>
                  </a:cxn>
                  <a:cxn ang="0">
                    <a:pos x="9" y="39"/>
                  </a:cxn>
                  <a:cxn ang="0">
                    <a:pos x="9" y="4"/>
                  </a:cxn>
                  <a:cxn ang="0">
                    <a:pos x="8" y="3"/>
                  </a:cxn>
                  <a:cxn ang="0">
                    <a:pos x="6" y="2"/>
                  </a:cxn>
                  <a:cxn ang="0">
                    <a:pos x="5" y="0"/>
                  </a:cxn>
                  <a:cxn ang="0">
                    <a:pos x="3" y="2"/>
                  </a:cxn>
                  <a:cxn ang="0">
                    <a:pos x="2" y="3"/>
                  </a:cxn>
                  <a:cxn ang="0">
                    <a:pos x="0" y="4"/>
                  </a:cxn>
                  <a:cxn ang="0">
                    <a:pos x="0" y="6"/>
                  </a:cxn>
                  <a:cxn ang="0">
                    <a:pos x="0" y="41"/>
                  </a:cxn>
                </a:cxnLst>
                <a:pathLst>
                  <a:path w="9" h="43">
                    <a:moveTo>
                      <a:pt x="0" y="41"/>
                    </a:moveTo>
                    <a:lnTo>
                      <a:pt x="2" y="41"/>
                    </a:lnTo>
                    <a:lnTo>
                      <a:pt x="3" y="42"/>
                    </a:lnTo>
                    <a:lnTo>
                      <a:pt x="5" y="43"/>
                    </a:lnTo>
                    <a:lnTo>
                      <a:pt x="6" y="42"/>
                    </a:lnTo>
                    <a:lnTo>
                      <a:pt x="8" y="41"/>
                    </a:lnTo>
                    <a:lnTo>
                      <a:pt x="9" y="39"/>
                    </a:lnTo>
                    <a:lnTo>
                      <a:pt x="9" y="4"/>
                    </a:lnTo>
                    <a:lnTo>
                      <a:pt x="8" y="3"/>
                    </a:lnTo>
                    <a:lnTo>
                      <a:pt x="6" y="2"/>
                    </a:lnTo>
                    <a:lnTo>
                      <a:pt x="5" y="0"/>
                    </a:lnTo>
                    <a:lnTo>
                      <a:pt x="3" y="2"/>
                    </a:lnTo>
                    <a:lnTo>
                      <a:pt x="2"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8196" name="Freeform 165"/>
              <p:cNvSpPr/>
              <p:nvPr/>
            </p:nvSpPr>
            <p:spPr>
              <a:xfrm>
                <a:off x="4028" y="2553"/>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197" name="Freeform 166"/>
              <p:cNvSpPr/>
              <p:nvPr/>
            </p:nvSpPr>
            <p:spPr>
              <a:xfrm>
                <a:off x="4028" y="2493"/>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5"/>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8198" name="Freeform 167"/>
              <p:cNvSpPr/>
              <p:nvPr/>
            </p:nvSpPr>
            <p:spPr>
              <a:xfrm>
                <a:off x="4028" y="2432"/>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199" name="Freeform 168"/>
              <p:cNvSpPr/>
              <p:nvPr/>
            </p:nvSpPr>
            <p:spPr>
              <a:xfrm>
                <a:off x="4028" y="2371"/>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200" name="Freeform 169"/>
              <p:cNvSpPr/>
              <p:nvPr/>
            </p:nvSpPr>
            <p:spPr>
              <a:xfrm>
                <a:off x="4028" y="2310"/>
                <a:ext cx="9" cy="44"/>
              </a:xfrm>
              <a:custGeom>
                <a:avLst/>
                <a:gdLst/>
                <a:ahLst/>
                <a:cxnLst>
                  <a:cxn ang="0">
                    <a:pos x="0" y="41"/>
                  </a:cxn>
                  <a:cxn ang="0">
                    <a:pos x="2" y="41"/>
                  </a:cxn>
                  <a:cxn ang="0">
                    <a:pos x="3" y="42"/>
                  </a:cxn>
                  <a:cxn ang="0">
                    <a:pos x="5" y="44"/>
                  </a:cxn>
                  <a:cxn ang="0">
                    <a:pos x="6" y="42"/>
                  </a:cxn>
                  <a:cxn ang="0">
                    <a:pos x="8" y="41"/>
                  </a:cxn>
                  <a:cxn ang="0">
                    <a:pos x="9" y="40"/>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40"/>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201" name="Freeform 170"/>
              <p:cNvSpPr/>
              <p:nvPr/>
            </p:nvSpPr>
            <p:spPr>
              <a:xfrm>
                <a:off x="4028" y="2250"/>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202" name="Freeform 171"/>
              <p:cNvSpPr/>
              <p:nvPr/>
            </p:nvSpPr>
            <p:spPr>
              <a:xfrm>
                <a:off x="4028" y="2189"/>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203" name="Freeform 172"/>
              <p:cNvSpPr/>
              <p:nvPr/>
            </p:nvSpPr>
            <p:spPr>
              <a:xfrm>
                <a:off x="4028" y="2128"/>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204" name="Freeform 173"/>
              <p:cNvSpPr/>
              <p:nvPr/>
            </p:nvSpPr>
            <p:spPr>
              <a:xfrm>
                <a:off x="4028" y="2068"/>
                <a:ext cx="9" cy="43"/>
              </a:xfrm>
              <a:custGeom>
                <a:avLst/>
                <a:gdLst/>
                <a:ahLst/>
                <a:cxnLst>
                  <a:cxn ang="0">
                    <a:pos x="0" y="40"/>
                  </a:cxn>
                  <a:cxn ang="0">
                    <a:pos x="2" y="40"/>
                  </a:cxn>
                  <a:cxn ang="0">
                    <a:pos x="3" y="41"/>
                  </a:cxn>
                  <a:cxn ang="0">
                    <a:pos x="5" y="43"/>
                  </a:cxn>
                  <a:cxn ang="0">
                    <a:pos x="6" y="41"/>
                  </a:cxn>
                  <a:cxn ang="0">
                    <a:pos x="8" y="40"/>
                  </a:cxn>
                  <a:cxn ang="0">
                    <a:pos x="9" y="39"/>
                  </a:cxn>
                  <a:cxn ang="0">
                    <a:pos x="9" y="4"/>
                  </a:cxn>
                  <a:cxn ang="0">
                    <a:pos x="8" y="2"/>
                  </a:cxn>
                  <a:cxn ang="0">
                    <a:pos x="6" y="1"/>
                  </a:cxn>
                  <a:cxn ang="0">
                    <a:pos x="5" y="0"/>
                  </a:cxn>
                  <a:cxn ang="0">
                    <a:pos x="3" y="1"/>
                  </a:cxn>
                  <a:cxn ang="0">
                    <a:pos x="2" y="2"/>
                  </a:cxn>
                  <a:cxn ang="0">
                    <a:pos x="0" y="4"/>
                  </a:cxn>
                  <a:cxn ang="0">
                    <a:pos x="0" y="5"/>
                  </a:cxn>
                  <a:cxn ang="0">
                    <a:pos x="0" y="40"/>
                  </a:cxn>
                </a:cxnLst>
                <a:pathLst>
                  <a:path w="9" h="43">
                    <a:moveTo>
                      <a:pt x="0" y="40"/>
                    </a:moveTo>
                    <a:lnTo>
                      <a:pt x="2" y="40"/>
                    </a:lnTo>
                    <a:lnTo>
                      <a:pt x="3" y="41"/>
                    </a:lnTo>
                    <a:lnTo>
                      <a:pt x="5" y="43"/>
                    </a:lnTo>
                    <a:lnTo>
                      <a:pt x="6" y="41"/>
                    </a:lnTo>
                    <a:lnTo>
                      <a:pt x="8" y="40"/>
                    </a:lnTo>
                    <a:lnTo>
                      <a:pt x="9" y="39"/>
                    </a:lnTo>
                    <a:lnTo>
                      <a:pt x="9" y="4"/>
                    </a:lnTo>
                    <a:lnTo>
                      <a:pt x="8" y="2"/>
                    </a:lnTo>
                    <a:lnTo>
                      <a:pt x="6" y="1"/>
                    </a:lnTo>
                    <a:lnTo>
                      <a:pt x="5" y="0"/>
                    </a:lnTo>
                    <a:lnTo>
                      <a:pt x="3" y="1"/>
                    </a:lnTo>
                    <a:lnTo>
                      <a:pt x="2" y="2"/>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8205" name="Freeform 174"/>
              <p:cNvSpPr/>
              <p:nvPr/>
            </p:nvSpPr>
            <p:spPr>
              <a:xfrm>
                <a:off x="4028" y="2007"/>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206" name="Freeform 175"/>
              <p:cNvSpPr/>
              <p:nvPr/>
            </p:nvSpPr>
            <p:spPr>
              <a:xfrm>
                <a:off x="4028" y="1946"/>
                <a:ext cx="9" cy="43"/>
              </a:xfrm>
              <a:custGeom>
                <a:avLst/>
                <a:gdLst/>
                <a:ahLst/>
                <a:cxnLst>
                  <a:cxn ang="0">
                    <a:pos x="0" y="41"/>
                  </a:cxn>
                  <a:cxn ang="0">
                    <a:pos x="2" y="41"/>
                  </a:cxn>
                  <a:cxn ang="0">
                    <a:pos x="3" y="42"/>
                  </a:cxn>
                  <a:cxn ang="0">
                    <a:pos x="5" y="43"/>
                  </a:cxn>
                  <a:cxn ang="0">
                    <a:pos x="6" y="42"/>
                  </a:cxn>
                  <a:cxn ang="0">
                    <a:pos x="8" y="41"/>
                  </a:cxn>
                  <a:cxn ang="0">
                    <a:pos x="9" y="39"/>
                  </a:cxn>
                  <a:cxn ang="0">
                    <a:pos x="9" y="4"/>
                  </a:cxn>
                  <a:cxn ang="0">
                    <a:pos x="8" y="3"/>
                  </a:cxn>
                  <a:cxn ang="0">
                    <a:pos x="6" y="2"/>
                  </a:cxn>
                  <a:cxn ang="0">
                    <a:pos x="5" y="0"/>
                  </a:cxn>
                  <a:cxn ang="0">
                    <a:pos x="3" y="2"/>
                  </a:cxn>
                  <a:cxn ang="0">
                    <a:pos x="2" y="3"/>
                  </a:cxn>
                  <a:cxn ang="0">
                    <a:pos x="0" y="4"/>
                  </a:cxn>
                  <a:cxn ang="0">
                    <a:pos x="0" y="6"/>
                  </a:cxn>
                  <a:cxn ang="0">
                    <a:pos x="0" y="41"/>
                  </a:cxn>
                </a:cxnLst>
                <a:pathLst>
                  <a:path w="9" h="43">
                    <a:moveTo>
                      <a:pt x="0" y="41"/>
                    </a:moveTo>
                    <a:lnTo>
                      <a:pt x="2" y="41"/>
                    </a:lnTo>
                    <a:lnTo>
                      <a:pt x="3" y="42"/>
                    </a:lnTo>
                    <a:lnTo>
                      <a:pt x="5" y="43"/>
                    </a:lnTo>
                    <a:lnTo>
                      <a:pt x="6" y="42"/>
                    </a:lnTo>
                    <a:lnTo>
                      <a:pt x="8" y="41"/>
                    </a:lnTo>
                    <a:lnTo>
                      <a:pt x="9" y="39"/>
                    </a:lnTo>
                    <a:lnTo>
                      <a:pt x="9" y="4"/>
                    </a:lnTo>
                    <a:lnTo>
                      <a:pt x="8" y="3"/>
                    </a:lnTo>
                    <a:lnTo>
                      <a:pt x="6" y="2"/>
                    </a:lnTo>
                    <a:lnTo>
                      <a:pt x="5" y="0"/>
                    </a:lnTo>
                    <a:lnTo>
                      <a:pt x="3" y="2"/>
                    </a:lnTo>
                    <a:lnTo>
                      <a:pt x="2"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8207" name="Freeform 176"/>
              <p:cNvSpPr/>
              <p:nvPr/>
            </p:nvSpPr>
            <p:spPr>
              <a:xfrm>
                <a:off x="4028" y="1885"/>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208" name="Freeform 177"/>
              <p:cNvSpPr/>
              <p:nvPr/>
            </p:nvSpPr>
            <p:spPr>
              <a:xfrm>
                <a:off x="4028" y="1825"/>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5"/>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8209" name="Freeform 178"/>
              <p:cNvSpPr/>
              <p:nvPr/>
            </p:nvSpPr>
            <p:spPr>
              <a:xfrm>
                <a:off x="4028" y="1764"/>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210" name="Freeform 179"/>
              <p:cNvSpPr/>
              <p:nvPr/>
            </p:nvSpPr>
            <p:spPr>
              <a:xfrm>
                <a:off x="4028" y="1703"/>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211" name="Freeform 180"/>
              <p:cNvSpPr/>
              <p:nvPr/>
            </p:nvSpPr>
            <p:spPr>
              <a:xfrm>
                <a:off x="4028" y="1642"/>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212" name="Freeform 181"/>
              <p:cNvSpPr/>
              <p:nvPr/>
            </p:nvSpPr>
            <p:spPr>
              <a:xfrm>
                <a:off x="4028" y="1582"/>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213" name="Freeform 182"/>
              <p:cNvSpPr/>
              <p:nvPr/>
            </p:nvSpPr>
            <p:spPr>
              <a:xfrm>
                <a:off x="4028" y="1521"/>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214" name="Freeform 183"/>
              <p:cNvSpPr/>
              <p:nvPr/>
            </p:nvSpPr>
            <p:spPr>
              <a:xfrm>
                <a:off x="4028" y="1460"/>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215" name="Freeform 184"/>
              <p:cNvSpPr/>
              <p:nvPr/>
            </p:nvSpPr>
            <p:spPr>
              <a:xfrm>
                <a:off x="4028" y="1400"/>
                <a:ext cx="9" cy="43"/>
              </a:xfrm>
              <a:custGeom>
                <a:avLst/>
                <a:gdLst/>
                <a:ahLst/>
                <a:cxnLst>
                  <a:cxn ang="0">
                    <a:pos x="0" y="40"/>
                  </a:cxn>
                  <a:cxn ang="0">
                    <a:pos x="2" y="40"/>
                  </a:cxn>
                  <a:cxn ang="0">
                    <a:pos x="3" y="41"/>
                  </a:cxn>
                  <a:cxn ang="0">
                    <a:pos x="5" y="43"/>
                  </a:cxn>
                  <a:cxn ang="0">
                    <a:pos x="6" y="41"/>
                  </a:cxn>
                  <a:cxn ang="0">
                    <a:pos x="8" y="40"/>
                  </a:cxn>
                  <a:cxn ang="0">
                    <a:pos x="9" y="39"/>
                  </a:cxn>
                  <a:cxn ang="0">
                    <a:pos x="9" y="4"/>
                  </a:cxn>
                  <a:cxn ang="0">
                    <a:pos x="8" y="2"/>
                  </a:cxn>
                  <a:cxn ang="0">
                    <a:pos x="6" y="1"/>
                  </a:cxn>
                  <a:cxn ang="0">
                    <a:pos x="5" y="0"/>
                  </a:cxn>
                  <a:cxn ang="0">
                    <a:pos x="3" y="1"/>
                  </a:cxn>
                  <a:cxn ang="0">
                    <a:pos x="2" y="2"/>
                  </a:cxn>
                  <a:cxn ang="0">
                    <a:pos x="0" y="4"/>
                  </a:cxn>
                  <a:cxn ang="0">
                    <a:pos x="0" y="5"/>
                  </a:cxn>
                  <a:cxn ang="0">
                    <a:pos x="0" y="40"/>
                  </a:cxn>
                </a:cxnLst>
                <a:pathLst>
                  <a:path w="9" h="43">
                    <a:moveTo>
                      <a:pt x="0" y="40"/>
                    </a:moveTo>
                    <a:lnTo>
                      <a:pt x="2" y="40"/>
                    </a:lnTo>
                    <a:lnTo>
                      <a:pt x="3" y="41"/>
                    </a:lnTo>
                    <a:lnTo>
                      <a:pt x="5" y="43"/>
                    </a:lnTo>
                    <a:lnTo>
                      <a:pt x="6" y="41"/>
                    </a:lnTo>
                    <a:lnTo>
                      <a:pt x="8" y="40"/>
                    </a:lnTo>
                    <a:lnTo>
                      <a:pt x="9" y="39"/>
                    </a:lnTo>
                    <a:lnTo>
                      <a:pt x="9" y="4"/>
                    </a:lnTo>
                    <a:lnTo>
                      <a:pt x="8" y="2"/>
                    </a:lnTo>
                    <a:lnTo>
                      <a:pt x="6" y="1"/>
                    </a:lnTo>
                    <a:lnTo>
                      <a:pt x="5" y="0"/>
                    </a:lnTo>
                    <a:lnTo>
                      <a:pt x="3" y="1"/>
                    </a:lnTo>
                    <a:lnTo>
                      <a:pt x="2" y="2"/>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8216" name="Freeform 185"/>
              <p:cNvSpPr/>
              <p:nvPr/>
            </p:nvSpPr>
            <p:spPr>
              <a:xfrm>
                <a:off x="4028" y="1339"/>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217" name="Freeform 186"/>
              <p:cNvSpPr/>
              <p:nvPr/>
            </p:nvSpPr>
            <p:spPr>
              <a:xfrm>
                <a:off x="4028" y="1278"/>
                <a:ext cx="9" cy="43"/>
              </a:xfrm>
              <a:custGeom>
                <a:avLst/>
                <a:gdLst/>
                <a:ahLst/>
                <a:cxnLst>
                  <a:cxn ang="0">
                    <a:pos x="0" y="41"/>
                  </a:cxn>
                  <a:cxn ang="0">
                    <a:pos x="2" y="41"/>
                  </a:cxn>
                  <a:cxn ang="0">
                    <a:pos x="3" y="42"/>
                  </a:cxn>
                  <a:cxn ang="0">
                    <a:pos x="5" y="43"/>
                  </a:cxn>
                  <a:cxn ang="0">
                    <a:pos x="6" y="42"/>
                  </a:cxn>
                  <a:cxn ang="0">
                    <a:pos x="8" y="41"/>
                  </a:cxn>
                  <a:cxn ang="0">
                    <a:pos x="9" y="39"/>
                  </a:cxn>
                  <a:cxn ang="0">
                    <a:pos x="9" y="4"/>
                  </a:cxn>
                  <a:cxn ang="0">
                    <a:pos x="8" y="3"/>
                  </a:cxn>
                  <a:cxn ang="0">
                    <a:pos x="6" y="2"/>
                  </a:cxn>
                  <a:cxn ang="0">
                    <a:pos x="5" y="0"/>
                  </a:cxn>
                  <a:cxn ang="0">
                    <a:pos x="3" y="2"/>
                  </a:cxn>
                  <a:cxn ang="0">
                    <a:pos x="2" y="3"/>
                  </a:cxn>
                  <a:cxn ang="0">
                    <a:pos x="0" y="4"/>
                  </a:cxn>
                  <a:cxn ang="0">
                    <a:pos x="0" y="6"/>
                  </a:cxn>
                  <a:cxn ang="0">
                    <a:pos x="0" y="41"/>
                  </a:cxn>
                </a:cxnLst>
                <a:pathLst>
                  <a:path w="9" h="43">
                    <a:moveTo>
                      <a:pt x="0" y="41"/>
                    </a:moveTo>
                    <a:lnTo>
                      <a:pt x="2" y="41"/>
                    </a:lnTo>
                    <a:lnTo>
                      <a:pt x="3" y="42"/>
                    </a:lnTo>
                    <a:lnTo>
                      <a:pt x="5" y="43"/>
                    </a:lnTo>
                    <a:lnTo>
                      <a:pt x="6" y="42"/>
                    </a:lnTo>
                    <a:lnTo>
                      <a:pt x="8" y="41"/>
                    </a:lnTo>
                    <a:lnTo>
                      <a:pt x="9" y="39"/>
                    </a:lnTo>
                    <a:lnTo>
                      <a:pt x="9" y="4"/>
                    </a:lnTo>
                    <a:lnTo>
                      <a:pt x="8" y="3"/>
                    </a:lnTo>
                    <a:lnTo>
                      <a:pt x="6" y="2"/>
                    </a:lnTo>
                    <a:lnTo>
                      <a:pt x="5" y="0"/>
                    </a:lnTo>
                    <a:lnTo>
                      <a:pt x="3" y="2"/>
                    </a:lnTo>
                    <a:lnTo>
                      <a:pt x="2"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8218" name="Freeform 187"/>
              <p:cNvSpPr/>
              <p:nvPr/>
            </p:nvSpPr>
            <p:spPr>
              <a:xfrm>
                <a:off x="4028" y="1223"/>
                <a:ext cx="9" cy="38"/>
              </a:xfrm>
              <a:custGeom>
                <a:avLst/>
                <a:gdLst/>
                <a:ahLst/>
                <a:cxnLst>
                  <a:cxn ang="0">
                    <a:pos x="0" y="35"/>
                  </a:cxn>
                  <a:cxn ang="0">
                    <a:pos x="2" y="35"/>
                  </a:cxn>
                  <a:cxn ang="0">
                    <a:pos x="3" y="36"/>
                  </a:cxn>
                  <a:cxn ang="0">
                    <a:pos x="5" y="38"/>
                  </a:cxn>
                  <a:cxn ang="0">
                    <a:pos x="6" y="36"/>
                  </a:cxn>
                  <a:cxn ang="0">
                    <a:pos x="8" y="35"/>
                  </a:cxn>
                  <a:cxn ang="0">
                    <a:pos x="9" y="33"/>
                  </a:cxn>
                  <a:cxn ang="0">
                    <a:pos x="9" y="4"/>
                  </a:cxn>
                  <a:cxn ang="0">
                    <a:pos x="8" y="3"/>
                  </a:cxn>
                  <a:cxn ang="0">
                    <a:pos x="6" y="2"/>
                  </a:cxn>
                  <a:cxn ang="0">
                    <a:pos x="5" y="0"/>
                  </a:cxn>
                  <a:cxn ang="0">
                    <a:pos x="3" y="2"/>
                  </a:cxn>
                  <a:cxn ang="0">
                    <a:pos x="2" y="3"/>
                  </a:cxn>
                  <a:cxn ang="0">
                    <a:pos x="0" y="4"/>
                  </a:cxn>
                  <a:cxn ang="0">
                    <a:pos x="0" y="6"/>
                  </a:cxn>
                  <a:cxn ang="0">
                    <a:pos x="0" y="35"/>
                  </a:cxn>
                </a:cxnLst>
                <a:pathLst>
                  <a:path w="9" h="38">
                    <a:moveTo>
                      <a:pt x="0" y="35"/>
                    </a:moveTo>
                    <a:lnTo>
                      <a:pt x="2" y="35"/>
                    </a:lnTo>
                    <a:lnTo>
                      <a:pt x="3" y="36"/>
                    </a:lnTo>
                    <a:lnTo>
                      <a:pt x="5" y="38"/>
                    </a:lnTo>
                    <a:lnTo>
                      <a:pt x="6" y="36"/>
                    </a:lnTo>
                    <a:lnTo>
                      <a:pt x="8" y="35"/>
                    </a:lnTo>
                    <a:lnTo>
                      <a:pt x="9" y="33"/>
                    </a:lnTo>
                    <a:lnTo>
                      <a:pt x="9" y="4"/>
                    </a:lnTo>
                    <a:lnTo>
                      <a:pt x="8" y="3"/>
                    </a:lnTo>
                    <a:lnTo>
                      <a:pt x="6" y="2"/>
                    </a:lnTo>
                    <a:lnTo>
                      <a:pt x="5" y="0"/>
                    </a:lnTo>
                    <a:lnTo>
                      <a:pt x="3" y="2"/>
                    </a:lnTo>
                    <a:lnTo>
                      <a:pt x="2" y="3"/>
                    </a:lnTo>
                    <a:lnTo>
                      <a:pt x="0" y="4"/>
                    </a:lnTo>
                    <a:lnTo>
                      <a:pt x="0" y="6"/>
                    </a:lnTo>
                    <a:lnTo>
                      <a:pt x="0" y="35"/>
                    </a:lnTo>
                    <a:close/>
                  </a:path>
                </a:pathLst>
              </a:custGeom>
              <a:solidFill>
                <a:srgbClr val="000000">
                  <a:alpha val="100000"/>
                </a:srgbClr>
              </a:solidFill>
              <a:ln w="9525">
                <a:noFill/>
              </a:ln>
            </p:spPr>
            <p:txBody>
              <a:bodyPr/>
              <a:p>
                <a:endParaRPr lang="zh-CN" altLang="en-US"/>
              </a:p>
            </p:txBody>
          </p:sp>
        </p:grpSp>
        <p:sp>
          <p:nvSpPr>
            <p:cNvPr id="88121" name="Rectangle 188"/>
            <p:cNvSpPr/>
            <p:nvPr/>
          </p:nvSpPr>
          <p:spPr>
            <a:xfrm>
              <a:off x="3702248" y="2997200"/>
              <a:ext cx="4641850" cy="477838"/>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8122" name="Rectangle 189"/>
            <p:cNvSpPr/>
            <p:nvPr/>
          </p:nvSpPr>
          <p:spPr>
            <a:xfrm>
              <a:off x="3849886" y="31797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88123" name="Rectangle 190"/>
            <p:cNvSpPr/>
            <p:nvPr/>
          </p:nvSpPr>
          <p:spPr>
            <a:xfrm>
              <a:off x="4451548" y="31797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8124" name="Rectangle 191"/>
            <p:cNvSpPr/>
            <p:nvPr/>
          </p:nvSpPr>
          <p:spPr>
            <a:xfrm>
              <a:off x="5053211" y="31797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88125" name="Rectangle 192"/>
            <p:cNvSpPr/>
            <p:nvPr/>
          </p:nvSpPr>
          <p:spPr>
            <a:xfrm>
              <a:off x="5745361" y="31797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8126" name="Rectangle 193"/>
            <p:cNvSpPr/>
            <p:nvPr/>
          </p:nvSpPr>
          <p:spPr>
            <a:xfrm>
              <a:off x="6285111" y="31797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88127" name="Rectangle 194"/>
            <p:cNvSpPr/>
            <p:nvPr/>
          </p:nvSpPr>
          <p:spPr>
            <a:xfrm>
              <a:off x="6828036" y="31797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8128" name="Rectangle 195"/>
            <p:cNvSpPr/>
            <p:nvPr/>
          </p:nvSpPr>
          <p:spPr>
            <a:xfrm>
              <a:off x="7369373" y="31797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88129" name="Rectangle 196"/>
            <p:cNvSpPr/>
            <p:nvPr/>
          </p:nvSpPr>
          <p:spPr>
            <a:xfrm>
              <a:off x="7910711" y="31797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8130" name="Line 197"/>
            <p:cNvSpPr/>
            <p:nvPr/>
          </p:nvSpPr>
          <p:spPr>
            <a:xfrm>
              <a:off x="1213991" y="3155950"/>
              <a:ext cx="3600000" cy="1588"/>
            </a:xfrm>
            <a:prstGeom prst="line">
              <a:avLst/>
            </a:prstGeom>
            <a:ln w="14288" cap="flat" cmpd="sng">
              <a:solidFill>
                <a:srgbClr val="000000"/>
              </a:solidFill>
              <a:prstDash val="solid"/>
              <a:headEnd type="none" w="med" len="med"/>
              <a:tailEnd type="none" w="med" len="med"/>
            </a:ln>
          </p:spPr>
        </p:sp>
        <p:grpSp>
          <p:nvGrpSpPr>
            <p:cNvPr id="88131" name="Group 198"/>
            <p:cNvGrpSpPr/>
            <p:nvPr/>
          </p:nvGrpSpPr>
          <p:grpSpPr>
            <a:xfrm>
              <a:off x="1407716" y="3465513"/>
              <a:ext cx="714375" cy="14288"/>
              <a:chOff x="973" y="2832"/>
              <a:chExt cx="450" cy="9"/>
            </a:xfrm>
          </p:grpSpPr>
          <p:sp>
            <p:nvSpPr>
              <p:cNvPr id="88181" name="Freeform 199"/>
              <p:cNvSpPr/>
              <p:nvPr/>
            </p:nvSpPr>
            <p:spPr>
              <a:xfrm>
                <a:off x="973" y="2832"/>
                <a:ext cx="43" cy="9"/>
              </a:xfrm>
              <a:custGeom>
                <a:avLst/>
                <a:gdLst/>
                <a:ahLst/>
                <a:cxnLst>
                  <a:cxn ang="0">
                    <a:pos x="5" y="0"/>
                  </a:cxn>
                  <a:cxn ang="0">
                    <a:pos x="4" y="0"/>
                  </a:cxn>
                  <a:cxn ang="0">
                    <a:pos x="2" y="2"/>
                  </a:cxn>
                  <a:cxn ang="0">
                    <a:pos x="1" y="3"/>
                  </a:cxn>
                  <a:cxn ang="0">
                    <a:pos x="0" y="5"/>
                  </a:cxn>
                  <a:cxn ang="0">
                    <a:pos x="1" y="6"/>
                  </a:cxn>
                  <a:cxn ang="0">
                    <a:pos x="2" y="8"/>
                  </a:cxn>
                  <a:cxn ang="0">
                    <a:pos x="4" y="9"/>
                  </a:cxn>
                  <a:cxn ang="0">
                    <a:pos x="37" y="9"/>
                  </a:cxn>
                  <a:cxn ang="0">
                    <a:pos x="39" y="9"/>
                  </a:cxn>
                  <a:cxn ang="0">
                    <a:pos x="40" y="9"/>
                  </a:cxn>
                  <a:cxn ang="0">
                    <a:pos x="41" y="8"/>
                  </a:cxn>
                  <a:cxn ang="0">
                    <a:pos x="43" y="6"/>
                  </a:cxn>
                  <a:cxn ang="0">
                    <a:pos x="43" y="5"/>
                  </a:cxn>
                  <a:cxn ang="0">
                    <a:pos x="41" y="3"/>
                  </a:cxn>
                  <a:cxn ang="0">
                    <a:pos x="40" y="2"/>
                  </a:cxn>
                  <a:cxn ang="0">
                    <a:pos x="39" y="0"/>
                  </a:cxn>
                  <a:cxn ang="0">
                    <a:pos x="5" y="0"/>
                  </a:cxn>
                </a:cxnLst>
                <a:pathLst>
                  <a:path w="43" h="9">
                    <a:moveTo>
                      <a:pt x="5" y="0"/>
                    </a:moveTo>
                    <a:lnTo>
                      <a:pt x="4" y="0"/>
                    </a:lnTo>
                    <a:lnTo>
                      <a:pt x="2" y="2"/>
                    </a:lnTo>
                    <a:lnTo>
                      <a:pt x="1" y="3"/>
                    </a:lnTo>
                    <a:lnTo>
                      <a:pt x="0" y="5"/>
                    </a:lnTo>
                    <a:lnTo>
                      <a:pt x="1" y="6"/>
                    </a:lnTo>
                    <a:lnTo>
                      <a:pt x="2" y="8"/>
                    </a:lnTo>
                    <a:lnTo>
                      <a:pt x="4" y="9"/>
                    </a:lnTo>
                    <a:lnTo>
                      <a:pt x="37" y="9"/>
                    </a:lnTo>
                    <a:lnTo>
                      <a:pt x="39" y="9"/>
                    </a:lnTo>
                    <a:lnTo>
                      <a:pt x="40" y="9"/>
                    </a:lnTo>
                    <a:lnTo>
                      <a:pt x="41" y="8"/>
                    </a:lnTo>
                    <a:lnTo>
                      <a:pt x="43" y="6"/>
                    </a:lnTo>
                    <a:lnTo>
                      <a:pt x="43" y="5"/>
                    </a:lnTo>
                    <a:lnTo>
                      <a:pt x="41" y="3"/>
                    </a:lnTo>
                    <a:lnTo>
                      <a:pt x="40" y="2"/>
                    </a:lnTo>
                    <a:lnTo>
                      <a:pt x="39" y="0"/>
                    </a:lnTo>
                    <a:lnTo>
                      <a:pt x="5" y="0"/>
                    </a:lnTo>
                    <a:close/>
                  </a:path>
                </a:pathLst>
              </a:custGeom>
              <a:solidFill>
                <a:srgbClr val="000000">
                  <a:alpha val="100000"/>
                </a:srgbClr>
              </a:solidFill>
              <a:ln w="9525">
                <a:noFill/>
              </a:ln>
            </p:spPr>
            <p:txBody>
              <a:bodyPr/>
              <a:p>
                <a:endParaRPr lang="zh-CN" altLang="en-US"/>
              </a:p>
            </p:txBody>
          </p:sp>
          <p:sp>
            <p:nvSpPr>
              <p:cNvPr id="88182" name="Freeform 200"/>
              <p:cNvSpPr/>
              <p:nvPr/>
            </p:nvSpPr>
            <p:spPr>
              <a:xfrm>
                <a:off x="1033" y="2832"/>
                <a:ext cx="44"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8" y="9"/>
                  </a:cxn>
                  <a:cxn ang="0">
                    <a:pos x="39" y="9"/>
                  </a:cxn>
                  <a:cxn ang="0">
                    <a:pos x="41" y="9"/>
                  </a:cxn>
                  <a:cxn ang="0">
                    <a:pos x="42" y="8"/>
                  </a:cxn>
                  <a:cxn ang="0">
                    <a:pos x="44" y="6"/>
                  </a:cxn>
                  <a:cxn ang="0">
                    <a:pos x="44" y="5"/>
                  </a:cxn>
                  <a:cxn ang="0">
                    <a:pos x="42" y="3"/>
                  </a:cxn>
                  <a:cxn ang="0">
                    <a:pos x="41" y="2"/>
                  </a:cxn>
                  <a:cxn ang="0">
                    <a:pos x="39" y="0"/>
                  </a:cxn>
                  <a:cxn ang="0">
                    <a:pos x="5" y="0"/>
                  </a:cxn>
                </a:cxnLst>
                <a:pathLst>
                  <a:path w="44" h="9">
                    <a:moveTo>
                      <a:pt x="5" y="0"/>
                    </a:moveTo>
                    <a:lnTo>
                      <a:pt x="3" y="0"/>
                    </a:lnTo>
                    <a:lnTo>
                      <a:pt x="2" y="2"/>
                    </a:lnTo>
                    <a:lnTo>
                      <a:pt x="0" y="3"/>
                    </a:lnTo>
                    <a:lnTo>
                      <a:pt x="0" y="5"/>
                    </a:lnTo>
                    <a:lnTo>
                      <a:pt x="0" y="6"/>
                    </a:lnTo>
                    <a:lnTo>
                      <a:pt x="0" y="8"/>
                    </a:lnTo>
                    <a:lnTo>
                      <a:pt x="2" y="9"/>
                    </a:lnTo>
                    <a:lnTo>
                      <a:pt x="3" y="9"/>
                    </a:lnTo>
                    <a:lnTo>
                      <a:pt x="38" y="9"/>
                    </a:lnTo>
                    <a:lnTo>
                      <a:pt x="39" y="9"/>
                    </a:lnTo>
                    <a:lnTo>
                      <a:pt x="41" y="9"/>
                    </a:lnTo>
                    <a:lnTo>
                      <a:pt x="42" y="8"/>
                    </a:lnTo>
                    <a:lnTo>
                      <a:pt x="44" y="6"/>
                    </a:lnTo>
                    <a:lnTo>
                      <a:pt x="44" y="5"/>
                    </a:lnTo>
                    <a:lnTo>
                      <a:pt x="42" y="3"/>
                    </a:lnTo>
                    <a:lnTo>
                      <a:pt x="41" y="2"/>
                    </a:lnTo>
                    <a:lnTo>
                      <a:pt x="39" y="0"/>
                    </a:lnTo>
                    <a:lnTo>
                      <a:pt x="5" y="0"/>
                    </a:lnTo>
                    <a:close/>
                  </a:path>
                </a:pathLst>
              </a:custGeom>
              <a:solidFill>
                <a:srgbClr val="000000">
                  <a:alpha val="100000"/>
                </a:srgbClr>
              </a:solidFill>
              <a:ln w="9525">
                <a:noFill/>
              </a:ln>
            </p:spPr>
            <p:txBody>
              <a:bodyPr/>
              <a:p>
                <a:endParaRPr lang="zh-CN" altLang="en-US"/>
              </a:p>
            </p:txBody>
          </p:sp>
          <p:sp>
            <p:nvSpPr>
              <p:cNvPr id="88183" name="Freeform 201"/>
              <p:cNvSpPr/>
              <p:nvPr/>
            </p:nvSpPr>
            <p:spPr>
              <a:xfrm>
                <a:off x="1094" y="2832"/>
                <a:ext cx="43"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7" y="9"/>
                  </a:cxn>
                  <a:cxn ang="0">
                    <a:pos x="39" y="9"/>
                  </a:cxn>
                  <a:cxn ang="0">
                    <a:pos x="40" y="9"/>
                  </a:cxn>
                  <a:cxn ang="0">
                    <a:pos x="42" y="8"/>
                  </a:cxn>
                  <a:cxn ang="0">
                    <a:pos x="43" y="6"/>
                  </a:cxn>
                  <a:cxn ang="0">
                    <a:pos x="43" y="5"/>
                  </a:cxn>
                  <a:cxn ang="0">
                    <a:pos x="42" y="3"/>
                  </a:cxn>
                  <a:cxn ang="0">
                    <a:pos x="40" y="2"/>
                  </a:cxn>
                  <a:cxn ang="0">
                    <a:pos x="39" y="0"/>
                  </a:cxn>
                  <a:cxn ang="0">
                    <a:pos x="4" y="0"/>
                  </a:cxn>
                </a:cxnLst>
                <a:pathLst>
                  <a:path w="43" h="9">
                    <a:moveTo>
                      <a:pt x="4" y="0"/>
                    </a:moveTo>
                    <a:lnTo>
                      <a:pt x="3" y="0"/>
                    </a:lnTo>
                    <a:lnTo>
                      <a:pt x="1" y="2"/>
                    </a:lnTo>
                    <a:lnTo>
                      <a:pt x="0" y="3"/>
                    </a:lnTo>
                    <a:lnTo>
                      <a:pt x="0" y="5"/>
                    </a:lnTo>
                    <a:lnTo>
                      <a:pt x="0" y="6"/>
                    </a:lnTo>
                    <a:lnTo>
                      <a:pt x="0" y="8"/>
                    </a:lnTo>
                    <a:lnTo>
                      <a:pt x="1" y="9"/>
                    </a:lnTo>
                    <a:lnTo>
                      <a:pt x="3" y="9"/>
                    </a:lnTo>
                    <a:lnTo>
                      <a:pt x="37" y="9"/>
                    </a:lnTo>
                    <a:lnTo>
                      <a:pt x="39" y="9"/>
                    </a:lnTo>
                    <a:lnTo>
                      <a:pt x="40" y="9"/>
                    </a:lnTo>
                    <a:lnTo>
                      <a:pt x="42" y="8"/>
                    </a:lnTo>
                    <a:lnTo>
                      <a:pt x="43" y="6"/>
                    </a:lnTo>
                    <a:lnTo>
                      <a:pt x="43" y="5"/>
                    </a:lnTo>
                    <a:lnTo>
                      <a:pt x="42" y="3"/>
                    </a:lnTo>
                    <a:lnTo>
                      <a:pt x="40" y="2"/>
                    </a:lnTo>
                    <a:lnTo>
                      <a:pt x="39" y="0"/>
                    </a:lnTo>
                    <a:lnTo>
                      <a:pt x="4" y="0"/>
                    </a:lnTo>
                    <a:close/>
                  </a:path>
                </a:pathLst>
              </a:custGeom>
              <a:solidFill>
                <a:srgbClr val="000000">
                  <a:alpha val="100000"/>
                </a:srgbClr>
              </a:solidFill>
              <a:ln w="9525">
                <a:noFill/>
              </a:ln>
            </p:spPr>
            <p:txBody>
              <a:bodyPr/>
              <a:p>
                <a:endParaRPr lang="zh-CN" altLang="en-US"/>
              </a:p>
            </p:txBody>
          </p:sp>
          <p:sp>
            <p:nvSpPr>
              <p:cNvPr id="88184" name="Freeform 202"/>
              <p:cNvSpPr/>
              <p:nvPr/>
            </p:nvSpPr>
            <p:spPr>
              <a:xfrm>
                <a:off x="1154" y="2832"/>
                <a:ext cx="44"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8" y="9"/>
                  </a:cxn>
                  <a:cxn ang="0">
                    <a:pos x="39" y="9"/>
                  </a:cxn>
                  <a:cxn ang="0">
                    <a:pos x="41" y="9"/>
                  </a:cxn>
                  <a:cxn ang="0">
                    <a:pos x="42" y="8"/>
                  </a:cxn>
                  <a:cxn ang="0">
                    <a:pos x="44" y="6"/>
                  </a:cxn>
                  <a:cxn ang="0">
                    <a:pos x="44" y="5"/>
                  </a:cxn>
                  <a:cxn ang="0">
                    <a:pos x="42" y="3"/>
                  </a:cxn>
                  <a:cxn ang="0">
                    <a:pos x="41" y="2"/>
                  </a:cxn>
                  <a:cxn ang="0">
                    <a:pos x="39" y="0"/>
                  </a:cxn>
                  <a:cxn ang="0">
                    <a:pos x="5" y="0"/>
                  </a:cxn>
                </a:cxnLst>
                <a:pathLst>
                  <a:path w="44" h="9">
                    <a:moveTo>
                      <a:pt x="5" y="0"/>
                    </a:moveTo>
                    <a:lnTo>
                      <a:pt x="3" y="0"/>
                    </a:lnTo>
                    <a:lnTo>
                      <a:pt x="2" y="2"/>
                    </a:lnTo>
                    <a:lnTo>
                      <a:pt x="0" y="3"/>
                    </a:lnTo>
                    <a:lnTo>
                      <a:pt x="0" y="5"/>
                    </a:lnTo>
                    <a:lnTo>
                      <a:pt x="0" y="6"/>
                    </a:lnTo>
                    <a:lnTo>
                      <a:pt x="0" y="8"/>
                    </a:lnTo>
                    <a:lnTo>
                      <a:pt x="2" y="9"/>
                    </a:lnTo>
                    <a:lnTo>
                      <a:pt x="3" y="9"/>
                    </a:lnTo>
                    <a:lnTo>
                      <a:pt x="38" y="9"/>
                    </a:lnTo>
                    <a:lnTo>
                      <a:pt x="39" y="9"/>
                    </a:lnTo>
                    <a:lnTo>
                      <a:pt x="41" y="9"/>
                    </a:lnTo>
                    <a:lnTo>
                      <a:pt x="42" y="8"/>
                    </a:lnTo>
                    <a:lnTo>
                      <a:pt x="44" y="6"/>
                    </a:lnTo>
                    <a:lnTo>
                      <a:pt x="44" y="5"/>
                    </a:lnTo>
                    <a:lnTo>
                      <a:pt x="42" y="3"/>
                    </a:lnTo>
                    <a:lnTo>
                      <a:pt x="41" y="2"/>
                    </a:lnTo>
                    <a:lnTo>
                      <a:pt x="39" y="0"/>
                    </a:lnTo>
                    <a:lnTo>
                      <a:pt x="5" y="0"/>
                    </a:lnTo>
                    <a:close/>
                  </a:path>
                </a:pathLst>
              </a:custGeom>
              <a:solidFill>
                <a:srgbClr val="000000">
                  <a:alpha val="100000"/>
                </a:srgbClr>
              </a:solidFill>
              <a:ln w="9525">
                <a:noFill/>
              </a:ln>
            </p:spPr>
            <p:txBody>
              <a:bodyPr/>
              <a:p>
                <a:endParaRPr lang="zh-CN" altLang="en-US"/>
              </a:p>
            </p:txBody>
          </p:sp>
          <p:sp>
            <p:nvSpPr>
              <p:cNvPr id="88185" name="Freeform 203"/>
              <p:cNvSpPr/>
              <p:nvPr/>
            </p:nvSpPr>
            <p:spPr>
              <a:xfrm>
                <a:off x="1215" y="2832"/>
                <a:ext cx="43" cy="9"/>
              </a:xfrm>
              <a:custGeom>
                <a:avLst/>
                <a:gdLst/>
                <a:ahLst/>
                <a:cxnLst>
                  <a:cxn ang="0">
                    <a:pos x="4" y="0"/>
                  </a:cxn>
                  <a:cxn ang="0">
                    <a:pos x="3" y="0"/>
                  </a:cxn>
                  <a:cxn ang="0">
                    <a:pos x="2" y="2"/>
                  </a:cxn>
                  <a:cxn ang="0">
                    <a:pos x="0" y="3"/>
                  </a:cxn>
                  <a:cxn ang="0">
                    <a:pos x="0" y="5"/>
                  </a:cxn>
                  <a:cxn ang="0">
                    <a:pos x="0" y="6"/>
                  </a:cxn>
                  <a:cxn ang="0">
                    <a:pos x="0" y="8"/>
                  </a:cxn>
                  <a:cxn ang="0">
                    <a:pos x="2" y="9"/>
                  </a:cxn>
                  <a:cxn ang="0">
                    <a:pos x="3" y="9"/>
                  </a:cxn>
                  <a:cxn ang="0">
                    <a:pos x="38" y="9"/>
                  </a:cxn>
                  <a:cxn ang="0">
                    <a:pos x="39" y="9"/>
                  </a:cxn>
                  <a:cxn ang="0">
                    <a:pos x="41" y="9"/>
                  </a:cxn>
                  <a:cxn ang="0">
                    <a:pos x="42" y="8"/>
                  </a:cxn>
                  <a:cxn ang="0">
                    <a:pos x="43" y="6"/>
                  </a:cxn>
                  <a:cxn ang="0">
                    <a:pos x="43" y="5"/>
                  </a:cxn>
                  <a:cxn ang="0">
                    <a:pos x="42" y="3"/>
                  </a:cxn>
                  <a:cxn ang="0">
                    <a:pos x="41" y="2"/>
                  </a:cxn>
                  <a:cxn ang="0">
                    <a:pos x="39" y="0"/>
                  </a:cxn>
                  <a:cxn ang="0">
                    <a:pos x="4" y="0"/>
                  </a:cxn>
                </a:cxnLst>
                <a:pathLst>
                  <a:path w="43" h="9">
                    <a:moveTo>
                      <a:pt x="4" y="0"/>
                    </a:moveTo>
                    <a:lnTo>
                      <a:pt x="3" y="0"/>
                    </a:lnTo>
                    <a:lnTo>
                      <a:pt x="2" y="2"/>
                    </a:lnTo>
                    <a:lnTo>
                      <a:pt x="0" y="3"/>
                    </a:lnTo>
                    <a:lnTo>
                      <a:pt x="0" y="5"/>
                    </a:lnTo>
                    <a:lnTo>
                      <a:pt x="0" y="6"/>
                    </a:lnTo>
                    <a:lnTo>
                      <a:pt x="0" y="8"/>
                    </a:lnTo>
                    <a:lnTo>
                      <a:pt x="2" y="9"/>
                    </a:lnTo>
                    <a:lnTo>
                      <a:pt x="3" y="9"/>
                    </a:lnTo>
                    <a:lnTo>
                      <a:pt x="38" y="9"/>
                    </a:lnTo>
                    <a:lnTo>
                      <a:pt x="39" y="9"/>
                    </a:lnTo>
                    <a:lnTo>
                      <a:pt x="41" y="9"/>
                    </a:lnTo>
                    <a:lnTo>
                      <a:pt x="42" y="8"/>
                    </a:lnTo>
                    <a:lnTo>
                      <a:pt x="43" y="6"/>
                    </a:lnTo>
                    <a:lnTo>
                      <a:pt x="43" y="5"/>
                    </a:lnTo>
                    <a:lnTo>
                      <a:pt x="42" y="3"/>
                    </a:lnTo>
                    <a:lnTo>
                      <a:pt x="41" y="2"/>
                    </a:lnTo>
                    <a:lnTo>
                      <a:pt x="39" y="0"/>
                    </a:lnTo>
                    <a:lnTo>
                      <a:pt x="4" y="0"/>
                    </a:lnTo>
                    <a:close/>
                  </a:path>
                </a:pathLst>
              </a:custGeom>
              <a:solidFill>
                <a:srgbClr val="000000">
                  <a:alpha val="100000"/>
                </a:srgbClr>
              </a:solidFill>
              <a:ln w="9525">
                <a:noFill/>
              </a:ln>
            </p:spPr>
            <p:txBody>
              <a:bodyPr/>
              <a:p>
                <a:endParaRPr lang="zh-CN" altLang="en-US"/>
              </a:p>
            </p:txBody>
          </p:sp>
          <p:sp>
            <p:nvSpPr>
              <p:cNvPr id="88186" name="Freeform 204"/>
              <p:cNvSpPr/>
              <p:nvPr/>
            </p:nvSpPr>
            <p:spPr>
              <a:xfrm>
                <a:off x="1276" y="2832"/>
                <a:ext cx="43"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7" y="9"/>
                  </a:cxn>
                  <a:cxn ang="0">
                    <a:pos x="39" y="9"/>
                  </a:cxn>
                  <a:cxn ang="0">
                    <a:pos x="40" y="9"/>
                  </a:cxn>
                  <a:cxn ang="0">
                    <a:pos x="42" y="8"/>
                  </a:cxn>
                  <a:cxn ang="0">
                    <a:pos x="43" y="6"/>
                  </a:cxn>
                  <a:cxn ang="0">
                    <a:pos x="43" y="5"/>
                  </a:cxn>
                  <a:cxn ang="0">
                    <a:pos x="42" y="3"/>
                  </a:cxn>
                  <a:cxn ang="0">
                    <a:pos x="40" y="2"/>
                  </a:cxn>
                  <a:cxn ang="0">
                    <a:pos x="39" y="0"/>
                  </a:cxn>
                  <a:cxn ang="0">
                    <a:pos x="4" y="0"/>
                  </a:cxn>
                </a:cxnLst>
                <a:pathLst>
                  <a:path w="43" h="9">
                    <a:moveTo>
                      <a:pt x="4" y="0"/>
                    </a:moveTo>
                    <a:lnTo>
                      <a:pt x="3" y="0"/>
                    </a:lnTo>
                    <a:lnTo>
                      <a:pt x="1" y="2"/>
                    </a:lnTo>
                    <a:lnTo>
                      <a:pt x="0" y="3"/>
                    </a:lnTo>
                    <a:lnTo>
                      <a:pt x="0" y="5"/>
                    </a:lnTo>
                    <a:lnTo>
                      <a:pt x="0" y="6"/>
                    </a:lnTo>
                    <a:lnTo>
                      <a:pt x="0" y="8"/>
                    </a:lnTo>
                    <a:lnTo>
                      <a:pt x="1" y="9"/>
                    </a:lnTo>
                    <a:lnTo>
                      <a:pt x="3" y="9"/>
                    </a:lnTo>
                    <a:lnTo>
                      <a:pt x="37" y="9"/>
                    </a:lnTo>
                    <a:lnTo>
                      <a:pt x="39" y="9"/>
                    </a:lnTo>
                    <a:lnTo>
                      <a:pt x="40" y="9"/>
                    </a:lnTo>
                    <a:lnTo>
                      <a:pt x="42" y="8"/>
                    </a:lnTo>
                    <a:lnTo>
                      <a:pt x="43" y="6"/>
                    </a:lnTo>
                    <a:lnTo>
                      <a:pt x="43" y="5"/>
                    </a:lnTo>
                    <a:lnTo>
                      <a:pt x="42" y="3"/>
                    </a:lnTo>
                    <a:lnTo>
                      <a:pt x="40" y="2"/>
                    </a:lnTo>
                    <a:lnTo>
                      <a:pt x="39" y="0"/>
                    </a:lnTo>
                    <a:lnTo>
                      <a:pt x="4" y="0"/>
                    </a:lnTo>
                    <a:close/>
                  </a:path>
                </a:pathLst>
              </a:custGeom>
              <a:solidFill>
                <a:srgbClr val="000000">
                  <a:alpha val="100000"/>
                </a:srgbClr>
              </a:solidFill>
              <a:ln w="9525">
                <a:noFill/>
              </a:ln>
            </p:spPr>
            <p:txBody>
              <a:bodyPr/>
              <a:p>
                <a:endParaRPr lang="zh-CN" altLang="en-US"/>
              </a:p>
            </p:txBody>
          </p:sp>
          <p:sp>
            <p:nvSpPr>
              <p:cNvPr id="88187" name="Freeform 205"/>
              <p:cNvSpPr/>
              <p:nvPr/>
            </p:nvSpPr>
            <p:spPr>
              <a:xfrm>
                <a:off x="1336" y="2832"/>
                <a:ext cx="44"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8" y="9"/>
                  </a:cxn>
                  <a:cxn ang="0">
                    <a:pos x="39" y="9"/>
                  </a:cxn>
                  <a:cxn ang="0">
                    <a:pos x="41" y="9"/>
                  </a:cxn>
                  <a:cxn ang="0">
                    <a:pos x="42" y="8"/>
                  </a:cxn>
                  <a:cxn ang="0">
                    <a:pos x="44" y="6"/>
                  </a:cxn>
                  <a:cxn ang="0">
                    <a:pos x="44" y="5"/>
                  </a:cxn>
                  <a:cxn ang="0">
                    <a:pos x="42" y="3"/>
                  </a:cxn>
                  <a:cxn ang="0">
                    <a:pos x="41" y="2"/>
                  </a:cxn>
                  <a:cxn ang="0">
                    <a:pos x="39" y="0"/>
                  </a:cxn>
                  <a:cxn ang="0">
                    <a:pos x="5" y="0"/>
                  </a:cxn>
                </a:cxnLst>
                <a:pathLst>
                  <a:path w="44" h="9">
                    <a:moveTo>
                      <a:pt x="5" y="0"/>
                    </a:moveTo>
                    <a:lnTo>
                      <a:pt x="3" y="0"/>
                    </a:lnTo>
                    <a:lnTo>
                      <a:pt x="2" y="2"/>
                    </a:lnTo>
                    <a:lnTo>
                      <a:pt x="0" y="3"/>
                    </a:lnTo>
                    <a:lnTo>
                      <a:pt x="0" y="5"/>
                    </a:lnTo>
                    <a:lnTo>
                      <a:pt x="0" y="6"/>
                    </a:lnTo>
                    <a:lnTo>
                      <a:pt x="0" y="8"/>
                    </a:lnTo>
                    <a:lnTo>
                      <a:pt x="2" y="9"/>
                    </a:lnTo>
                    <a:lnTo>
                      <a:pt x="3" y="9"/>
                    </a:lnTo>
                    <a:lnTo>
                      <a:pt x="38" y="9"/>
                    </a:lnTo>
                    <a:lnTo>
                      <a:pt x="39" y="9"/>
                    </a:lnTo>
                    <a:lnTo>
                      <a:pt x="41" y="9"/>
                    </a:lnTo>
                    <a:lnTo>
                      <a:pt x="42" y="8"/>
                    </a:lnTo>
                    <a:lnTo>
                      <a:pt x="44" y="6"/>
                    </a:lnTo>
                    <a:lnTo>
                      <a:pt x="44" y="5"/>
                    </a:lnTo>
                    <a:lnTo>
                      <a:pt x="42" y="3"/>
                    </a:lnTo>
                    <a:lnTo>
                      <a:pt x="41" y="2"/>
                    </a:lnTo>
                    <a:lnTo>
                      <a:pt x="39" y="0"/>
                    </a:lnTo>
                    <a:lnTo>
                      <a:pt x="5" y="0"/>
                    </a:lnTo>
                    <a:close/>
                  </a:path>
                </a:pathLst>
              </a:custGeom>
              <a:solidFill>
                <a:srgbClr val="000000">
                  <a:alpha val="100000"/>
                </a:srgbClr>
              </a:solidFill>
              <a:ln w="9525">
                <a:noFill/>
              </a:ln>
            </p:spPr>
            <p:txBody>
              <a:bodyPr/>
              <a:p>
                <a:endParaRPr lang="zh-CN" altLang="en-US"/>
              </a:p>
            </p:txBody>
          </p:sp>
          <p:sp>
            <p:nvSpPr>
              <p:cNvPr id="88188" name="Freeform 206"/>
              <p:cNvSpPr/>
              <p:nvPr/>
            </p:nvSpPr>
            <p:spPr>
              <a:xfrm>
                <a:off x="1397" y="2832"/>
                <a:ext cx="26"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22" y="9"/>
                  </a:cxn>
                  <a:cxn ang="0">
                    <a:pos x="23" y="8"/>
                  </a:cxn>
                  <a:cxn ang="0">
                    <a:pos x="25" y="6"/>
                  </a:cxn>
                  <a:cxn ang="0">
                    <a:pos x="26" y="5"/>
                  </a:cxn>
                  <a:cxn ang="0">
                    <a:pos x="25" y="3"/>
                  </a:cxn>
                  <a:cxn ang="0">
                    <a:pos x="23" y="2"/>
                  </a:cxn>
                  <a:cxn ang="0">
                    <a:pos x="23" y="0"/>
                  </a:cxn>
                  <a:cxn ang="0">
                    <a:pos x="4" y="0"/>
                  </a:cxn>
                </a:cxnLst>
                <a:pathLst>
                  <a:path w="26" h="9">
                    <a:moveTo>
                      <a:pt x="4" y="0"/>
                    </a:moveTo>
                    <a:lnTo>
                      <a:pt x="3" y="0"/>
                    </a:lnTo>
                    <a:lnTo>
                      <a:pt x="1" y="2"/>
                    </a:lnTo>
                    <a:lnTo>
                      <a:pt x="0" y="3"/>
                    </a:lnTo>
                    <a:lnTo>
                      <a:pt x="0" y="5"/>
                    </a:lnTo>
                    <a:lnTo>
                      <a:pt x="0" y="6"/>
                    </a:lnTo>
                    <a:lnTo>
                      <a:pt x="0" y="8"/>
                    </a:lnTo>
                    <a:lnTo>
                      <a:pt x="1" y="9"/>
                    </a:lnTo>
                    <a:lnTo>
                      <a:pt x="3" y="9"/>
                    </a:lnTo>
                    <a:lnTo>
                      <a:pt x="22" y="9"/>
                    </a:lnTo>
                    <a:lnTo>
                      <a:pt x="23" y="8"/>
                    </a:lnTo>
                    <a:lnTo>
                      <a:pt x="25" y="6"/>
                    </a:lnTo>
                    <a:lnTo>
                      <a:pt x="26" y="5"/>
                    </a:lnTo>
                    <a:lnTo>
                      <a:pt x="25" y="3"/>
                    </a:lnTo>
                    <a:lnTo>
                      <a:pt x="23" y="2"/>
                    </a:lnTo>
                    <a:lnTo>
                      <a:pt x="23" y="0"/>
                    </a:lnTo>
                    <a:lnTo>
                      <a:pt x="4" y="0"/>
                    </a:lnTo>
                    <a:close/>
                  </a:path>
                </a:pathLst>
              </a:custGeom>
              <a:solidFill>
                <a:srgbClr val="000000">
                  <a:alpha val="100000"/>
                </a:srgbClr>
              </a:solidFill>
              <a:ln w="9525">
                <a:noFill/>
              </a:ln>
            </p:spPr>
            <p:txBody>
              <a:bodyPr/>
              <a:p>
                <a:endParaRPr lang="zh-CN" altLang="en-US"/>
              </a:p>
            </p:txBody>
          </p:sp>
        </p:grpSp>
        <p:grpSp>
          <p:nvGrpSpPr>
            <p:cNvPr id="88132" name="Group 207"/>
            <p:cNvGrpSpPr/>
            <p:nvPr/>
          </p:nvGrpSpPr>
          <p:grpSpPr>
            <a:xfrm>
              <a:off x="2107803" y="3149600"/>
              <a:ext cx="114300" cy="330200"/>
              <a:chOff x="1414" y="2633"/>
              <a:chExt cx="72" cy="208"/>
            </a:xfrm>
          </p:grpSpPr>
          <p:sp>
            <p:nvSpPr>
              <p:cNvPr id="88177" name="Freeform 208"/>
              <p:cNvSpPr/>
              <p:nvPr/>
            </p:nvSpPr>
            <p:spPr>
              <a:xfrm>
                <a:off x="1414" y="2799"/>
                <a:ext cx="19" cy="42"/>
              </a:xfrm>
              <a:custGeom>
                <a:avLst/>
                <a:gdLst/>
                <a:ahLst/>
                <a:cxnLst>
                  <a:cxn ang="0">
                    <a:pos x="0" y="38"/>
                  </a:cxn>
                  <a:cxn ang="0">
                    <a:pos x="0" y="38"/>
                  </a:cxn>
                  <a:cxn ang="0">
                    <a:pos x="2" y="39"/>
                  </a:cxn>
                  <a:cxn ang="0">
                    <a:pos x="3" y="41"/>
                  </a:cxn>
                  <a:cxn ang="0">
                    <a:pos x="5" y="42"/>
                  </a:cxn>
                  <a:cxn ang="0">
                    <a:pos x="6" y="41"/>
                  </a:cxn>
                  <a:cxn ang="0">
                    <a:pos x="8" y="39"/>
                  </a:cxn>
                  <a:cxn ang="0">
                    <a:pos x="9" y="39"/>
                  </a:cxn>
                  <a:cxn ang="0">
                    <a:pos x="19" y="6"/>
                  </a:cxn>
                  <a:cxn ang="0">
                    <a:pos x="19" y="5"/>
                  </a:cxn>
                  <a:cxn ang="0">
                    <a:pos x="19" y="3"/>
                  </a:cxn>
                  <a:cxn ang="0">
                    <a:pos x="18" y="2"/>
                  </a:cxn>
                  <a:cxn ang="0">
                    <a:pos x="16" y="0"/>
                  </a:cxn>
                  <a:cxn ang="0">
                    <a:pos x="15" y="0"/>
                  </a:cxn>
                  <a:cxn ang="0">
                    <a:pos x="13" y="2"/>
                  </a:cxn>
                  <a:cxn ang="0">
                    <a:pos x="12" y="3"/>
                  </a:cxn>
                  <a:cxn ang="0">
                    <a:pos x="10" y="5"/>
                  </a:cxn>
                  <a:cxn ang="0">
                    <a:pos x="0" y="38"/>
                  </a:cxn>
                </a:cxnLst>
                <a:pathLst>
                  <a:path w="19" h="42">
                    <a:moveTo>
                      <a:pt x="0" y="38"/>
                    </a:moveTo>
                    <a:lnTo>
                      <a:pt x="0" y="38"/>
                    </a:lnTo>
                    <a:lnTo>
                      <a:pt x="2" y="39"/>
                    </a:lnTo>
                    <a:lnTo>
                      <a:pt x="3" y="41"/>
                    </a:lnTo>
                    <a:lnTo>
                      <a:pt x="5" y="42"/>
                    </a:lnTo>
                    <a:lnTo>
                      <a:pt x="6" y="41"/>
                    </a:lnTo>
                    <a:lnTo>
                      <a:pt x="8" y="39"/>
                    </a:lnTo>
                    <a:lnTo>
                      <a:pt x="9" y="39"/>
                    </a:lnTo>
                    <a:lnTo>
                      <a:pt x="19" y="6"/>
                    </a:lnTo>
                    <a:lnTo>
                      <a:pt x="19" y="5"/>
                    </a:lnTo>
                    <a:lnTo>
                      <a:pt x="19" y="3"/>
                    </a:lnTo>
                    <a:lnTo>
                      <a:pt x="18" y="2"/>
                    </a:lnTo>
                    <a:lnTo>
                      <a:pt x="16" y="0"/>
                    </a:lnTo>
                    <a:lnTo>
                      <a:pt x="15" y="0"/>
                    </a:lnTo>
                    <a:lnTo>
                      <a:pt x="13" y="2"/>
                    </a:lnTo>
                    <a:lnTo>
                      <a:pt x="12" y="3"/>
                    </a:lnTo>
                    <a:lnTo>
                      <a:pt x="10" y="5"/>
                    </a:lnTo>
                    <a:lnTo>
                      <a:pt x="0" y="38"/>
                    </a:lnTo>
                    <a:close/>
                  </a:path>
                </a:pathLst>
              </a:custGeom>
              <a:solidFill>
                <a:srgbClr val="000000">
                  <a:alpha val="100000"/>
                </a:srgbClr>
              </a:solidFill>
              <a:ln w="9525">
                <a:noFill/>
              </a:ln>
            </p:spPr>
            <p:txBody>
              <a:bodyPr/>
              <a:p>
                <a:endParaRPr lang="zh-CN" altLang="en-US"/>
              </a:p>
            </p:txBody>
          </p:sp>
          <p:sp>
            <p:nvSpPr>
              <p:cNvPr id="88178" name="Freeform 209"/>
              <p:cNvSpPr/>
              <p:nvPr/>
            </p:nvSpPr>
            <p:spPr>
              <a:xfrm>
                <a:off x="1433" y="2741"/>
                <a:ext cx="19" cy="42"/>
              </a:xfrm>
              <a:custGeom>
                <a:avLst/>
                <a:gdLst/>
                <a:ahLst/>
                <a:cxnLst>
                  <a:cxn ang="0">
                    <a:pos x="0" y="36"/>
                  </a:cxn>
                  <a:cxn ang="0">
                    <a:pos x="0" y="38"/>
                  </a:cxn>
                  <a:cxn ang="0">
                    <a:pos x="0" y="39"/>
                  </a:cxn>
                  <a:cxn ang="0">
                    <a:pos x="2" y="41"/>
                  </a:cxn>
                  <a:cxn ang="0">
                    <a:pos x="3" y="42"/>
                  </a:cxn>
                  <a:cxn ang="0">
                    <a:pos x="4" y="42"/>
                  </a:cxn>
                  <a:cxn ang="0">
                    <a:pos x="6" y="41"/>
                  </a:cxn>
                  <a:cxn ang="0">
                    <a:pos x="7" y="39"/>
                  </a:cxn>
                  <a:cxn ang="0">
                    <a:pos x="9" y="38"/>
                  </a:cxn>
                  <a:cxn ang="0">
                    <a:pos x="19" y="6"/>
                  </a:cxn>
                  <a:cxn ang="0">
                    <a:pos x="19" y="5"/>
                  </a:cxn>
                  <a:cxn ang="0">
                    <a:pos x="19" y="3"/>
                  </a:cxn>
                  <a:cxn ang="0">
                    <a:pos x="17" y="2"/>
                  </a:cxn>
                  <a:cxn ang="0">
                    <a:pos x="16" y="0"/>
                  </a:cxn>
                  <a:cxn ang="0">
                    <a:pos x="14" y="0"/>
                  </a:cxn>
                  <a:cxn ang="0">
                    <a:pos x="13" y="2"/>
                  </a:cxn>
                  <a:cxn ang="0">
                    <a:pos x="12" y="3"/>
                  </a:cxn>
                  <a:cxn ang="0">
                    <a:pos x="10" y="5"/>
                  </a:cxn>
                  <a:cxn ang="0">
                    <a:pos x="0" y="36"/>
                  </a:cxn>
                </a:cxnLst>
                <a:pathLst>
                  <a:path w="19" h="42">
                    <a:moveTo>
                      <a:pt x="0" y="36"/>
                    </a:moveTo>
                    <a:lnTo>
                      <a:pt x="0" y="38"/>
                    </a:lnTo>
                    <a:lnTo>
                      <a:pt x="0" y="39"/>
                    </a:lnTo>
                    <a:lnTo>
                      <a:pt x="2" y="41"/>
                    </a:lnTo>
                    <a:lnTo>
                      <a:pt x="3" y="42"/>
                    </a:lnTo>
                    <a:lnTo>
                      <a:pt x="4" y="42"/>
                    </a:lnTo>
                    <a:lnTo>
                      <a:pt x="6" y="41"/>
                    </a:lnTo>
                    <a:lnTo>
                      <a:pt x="7" y="39"/>
                    </a:lnTo>
                    <a:lnTo>
                      <a:pt x="9" y="38"/>
                    </a:lnTo>
                    <a:lnTo>
                      <a:pt x="19" y="6"/>
                    </a:lnTo>
                    <a:lnTo>
                      <a:pt x="19" y="5"/>
                    </a:lnTo>
                    <a:lnTo>
                      <a:pt x="19" y="3"/>
                    </a:lnTo>
                    <a:lnTo>
                      <a:pt x="17" y="2"/>
                    </a:lnTo>
                    <a:lnTo>
                      <a:pt x="16" y="0"/>
                    </a:lnTo>
                    <a:lnTo>
                      <a:pt x="14" y="0"/>
                    </a:lnTo>
                    <a:lnTo>
                      <a:pt x="13" y="2"/>
                    </a:lnTo>
                    <a:lnTo>
                      <a:pt x="12" y="3"/>
                    </a:lnTo>
                    <a:lnTo>
                      <a:pt x="10" y="5"/>
                    </a:lnTo>
                    <a:lnTo>
                      <a:pt x="0" y="36"/>
                    </a:lnTo>
                    <a:close/>
                  </a:path>
                </a:pathLst>
              </a:custGeom>
              <a:solidFill>
                <a:srgbClr val="000000">
                  <a:alpha val="100000"/>
                </a:srgbClr>
              </a:solidFill>
              <a:ln w="9525">
                <a:noFill/>
              </a:ln>
            </p:spPr>
            <p:txBody>
              <a:bodyPr/>
              <a:p>
                <a:endParaRPr lang="zh-CN" altLang="en-US"/>
              </a:p>
            </p:txBody>
          </p:sp>
          <p:sp>
            <p:nvSpPr>
              <p:cNvPr id="88179" name="Freeform 210"/>
              <p:cNvSpPr/>
              <p:nvPr/>
            </p:nvSpPr>
            <p:spPr>
              <a:xfrm>
                <a:off x="1452" y="2684"/>
                <a:ext cx="19" cy="41"/>
              </a:xfrm>
              <a:custGeom>
                <a:avLst/>
                <a:gdLst/>
                <a:ahLst/>
                <a:cxnLst>
                  <a:cxn ang="0">
                    <a:pos x="0" y="36"/>
                  </a:cxn>
                  <a:cxn ang="0">
                    <a:pos x="0" y="37"/>
                  </a:cxn>
                  <a:cxn ang="0">
                    <a:pos x="0" y="39"/>
                  </a:cxn>
                  <a:cxn ang="0">
                    <a:pos x="1" y="40"/>
                  </a:cxn>
                  <a:cxn ang="0">
                    <a:pos x="3" y="41"/>
                  </a:cxn>
                  <a:cxn ang="0">
                    <a:pos x="4" y="41"/>
                  </a:cxn>
                  <a:cxn ang="0">
                    <a:pos x="6" y="40"/>
                  </a:cxn>
                  <a:cxn ang="0">
                    <a:pos x="7" y="39"/>
                  </a:cxn>
                  <a:cxn ang="0">
                    <a:pos x="8" y="37"/>
                  </a:cxn>
                  <a:cxn ang="0">
                    <a:pos x="19" y="5"/>
                  </a:cxn>
                  <a:cxn ang="0">
                    <a:pos x="19" y="4"/>
                  </a:cxn>
                  <a:cxn ang="0">
                    <a:pos x="17" y="2"/>
                  </a:cxn>
                  <a:cxn ang="0">
                    <a:pos x="16" y="1"/>
                  </a:cxn>
                  <a:cxn ang="0">
                    <a:pos x="14" y="0"/>
                  </a:cxn>
                  <a:cxn ang="0">
                    <a:pos x="13" y="0"/>
                  </a:cxn>
                  <a:cxn ang="0">
                    <a:pos x="11" y="1"/>
                  </a:cxn>
                  <a:cxn ang="0">
                    <a:pos x="10" y="2"/>
                  </a:cxn>
                  <a:cxn ang="0">
                    <a:pos x="10" y="4"/>
                  </a:cxn>
                  <a:cxn ang="0">
                    <a:pos x="0" y="36"/>
                  </a:cxn>
                </a:cxnLst>
                <a:pathLst>
                  <a:path w="19" h="41">
                    <a:moveTo>
                      <a:pt x="0" y="36"/>
                    </a:moveTo>
                    <a:lnTo>
                      <a:pt x="0" y="37"/>
                    </a:lnTo>
                    <a:lnTo>
                      <a:pt x="0" y="39"/>
                    </a:lnTo>
                    <a:lnTo>
                      <a:pt x="1" y="40"/>
                    </a:lnTo>
                    <a:lnTo>
                      <a:pt x="3" y="41"/>
                    </a:lnTo>
                    <a:lnTo>
                      <a:pt x="4" y="41"/>
                    </a:lnTo>
                    <a:lnTo>
                      <a:pt x="6" y="40"/>
                    </a:lnTo>
                    <a:lnTo>
                      <a:pt x="7" y="39"/>
                    </a:lnTo>
                    <a:lnTo>
                      <a:pt x="8" y="37"/>
                    </a:lnTo>
                    <a:lnTo>
                      <a:pt x="19" y="5"/>
                    </a:lnTo>
                    <a:lnTo>
                      <a:pt x="19" y="4"/>
                    </a:lnTo>
                    <a:lnTo>
                      <a:pt x="17" y="2"/>
                    </a:lnTo>
                    <a:lnTo>
                      <a:pt x="16" y="1"/>
                    </a:lnTo>
                    <a:lnTo>
                      <a:pt x="14" y="0"/>
                    </a:lnTo>
                    <a:lnTo>
                      <a:pt x="13" y="0"/>
                    </a:lnTo>
                    <a:lnTo>
                      <a:pt x="11" y="1"/>
                    </a:lnTo>
                    <a:lnTo>
                      <a:pt x="10" y="2"/>
                    </a:lnTo>
                    <a:lnTo>
                      <a:pt x="10" y="4"/>
                    </a:lnTo>
                    <a:lnTo>
                      <a:pt x="0" y="36"/>
                    </a:lnTo>
                    <a:close/>
                  </a:path>
                </a:pathLst>
              </a:custGeom>
              <a:solidFill>
                <a:srgbClr val="000000">
                  <a:alpha val="100000"/>
                </a:srgbClr>
              </a:solidFill>
              <a:ln w="9525">
                <a:noFill/>
              </a:ln>
            </p:spPr>
            <p:txBody>
              <a:bodyPr/>
              <a:p>
                <a:endParaRPr lang="zh-CN" altLang="en-US"/>
              </a:p>
            </p:txBody>
          </p:sp>
          <p:sp>
            <p:nvSpPr>
              <p:cNvPr id="88180" name="Freeform 211"/>
              <p:cNvSpPr/>
              <p:nvPr/>
            </p:nvSpPr>
            <p:spPr>
              <a:xfrm>
                <a:off x="1469" y="2633"/>
                <a:ext cx="17" cy="35"/>
              </a:xfrm>
              <a:custGeom>
                <a:avLst/>
                <a:gdLst/>
                <a:ahLst/>
                <a:cxnLst>
                  <a:cxn ang="0">
                    <a:pos x="0" y="29"/>
                  </a:cxn>
                  <a:cxn ang="0">
                    <a:pos x="0" y="30"/>
                  </a:cxn>
                  <a:cxn ang="0">
                    <a:pos x="2" y="32"/>
                  </a:cxn>
                  <a:cxn ang="0">
                    <a:pos x="3" y="33"/>
                  </a:cxn>
                  <a:cxn ang="0">
                    <a:pos x="4" y="35"/>
                  </a:cxn>
                  <a:cxn ang="0">
                    <a:pos x="6" y="35"/>
                  </a:cxn>
                  <a:cxn ang="0">
                    <a:pos x="7" y="33"/>
                  </a:cxn>
                  <a:cxn ang="0">
                    <a:pos x="9" y="32"/>
                  </a:cxn>
                  <a:cxn ang="0">
                    <a:pos x="9" y="30"/>
                  </a:cxn>
                  <a:cxn ang="0">
                    <a:pos x="17" y="6"/>
                  </a:cxn>
                  <a:cxn ang="0">
                    <a:pos x="17" y="4"/>
                  </a:cxn>
                  <a:cxn ang="0">
                    <a:pos x="16" y="3"/>
                  </a:cxn>
                  <a:cxn ang="0">
                    <a:pos x="15" y="1"/>
                  </a:cxn>
                  <a:cxn ang="0">
                    <a:pos x="13" y="0"/>
                  </a:cxn>
                  <a:cxn ang="0">
                    <a:pos x="12" y="1"/>
                  </a:cxn>
                  <a:cxn ang="0">
                    <a:pos x="10" y="3"/>
                  </a:cxn>
                  <a:cxn ang="0">
                    <a:pos x="9" y="4"/>
                  </a:cxn>
                  <a:cxn ang="0">
                    <a:pos x="0" y="29"/>
                  </a:cxn>
                </a:cxnLst>
                <a:pathLst>
                  <a:path w="17" h="35">
                    <a:moveTo>
                      <a:pt x="0" y="29"/>
                    </a:moveTo>
                    <a:lnTo>
                      <a:pt x="0" y="30"/>
                    </a:lnTo>
                    <a:lnTo>
                      <a:pt x="2" y="32"/>
                    </a:lnTo>
                    <a:lnTo>
                      <a:pt x="3" y="33"/>
                    </a:lnTo>
                    <a:lnTo>
                      <a:pt x="4" y="35"/>
                    </a:lnTo>
                    <a:lnTo>
                      <a:pt x="6" y="35"/>
                    </a:lnTo>
                    <a:lnTo>
                      <a:pt x="7" y="33"/>
                    </a:lnTo>
                    <a:lnTo>
                      <a:pt x="9" y="32"/>
                    </a:lnTo>
                    <a:lnTo>
                      <a:pt x="9" y="30"/>
                    </a:lnTo>
                    <a:lnTo>
                      <a:pt x="17" y="6"/>
                    </a:lnTo>
                    <a:lnTo>
                      <a:pt x="17" y="4"/>
                    </a:lnTo>
                    <a:lnTo>
                      <a:pt x="16" y="3"/>
                    </a:lnTo>
                    <a:lnTo>
                      <a:pt x="15" y="1"/>
                    </a:lnTo>
                    <a:lnTo>
                      <a:pt x="13" y="0"/>
                    </a:lnTo>
                    <a:lnTo>
                      <a:pt x="12" y="1"/>
                    </a:lnTo>
                    <a:lnTo>
                      <a:pt x="10" y="3"/>
                    </a:lnTo>
                    <a:lnTo>
                      <a:pt x="9" y="4"/>
                    </a:lnTo>
                    <a:lnTo>
                      <a:pt x="0" y="29"/>
                    </a:lnTo>
                    <a:close/>
                  </a:path>
                </a:pathLst>
              </a:custGeom>
              <a:solidFill>
                <a:srgbClr val="000000">
                  <a:alpha val="100000"/>
                </a:srgbClr>
              </a:solidFill>
              <a:ln w="9525">
                <a:noFill/>
              </a:ln>
            </p:spPr>
            <p:txBody>
              <a:bodyPr/>
              <a:p>
                <a:endParaRPr lang="zh-CN" altLang="en-US"/>
              </a:p>
            </p:txBody>
          </p:sp>
        </p:grpSp>
        <p:sp>
          <p:nvSpPr>
            <p:cNvPr id="88133" name="Line 212"/>
            <p:cNvSpPr/>
            <p:nvPr/>
          </p:nvSpPr>
          <p:spPr>
            <a:xfrm>
              <a:off x="4205486" y="3155950"/>
              <a:ext cx="1587" cy="158750"/>
            </a:xfrm>
            <a:prstGeom prst="line">
              <a:avLst/>
            </a:prstGeom>
            <a:ln w="14288" cap="flat" cmpd="sng">
              <a:solidFill>
                <a:srgbClr val="000000"/>
              </a:solidFill>
              <a:prstDash val="solid"/>
              <a:headEnd type="none" w="med" len="med"/>
              <a:tailEnd type="none" w="med" len="med"/>
            </a:ln>
          </p:spPr>
        </p:sp>
        <p:sp>
          <p:nvSpPr>
            <p:cNvPr id="88134" name="Line 213"/>
            <p:cNvSpPr/>
            <p:nvPr/>
          </p:nvSpPr>
          <p:spPr>
            <a:xfrm>
              <a:off x="4827786" y="3155950"/>
              <a:ext cx="101600" cy="317500"/>
            </a:xfrm>
            <a:prstGeom prst="line">
              <a:avLst/>
            </a:prstGeom>
            <a:ln w="14288" cap="flat" cmpd="sng">
              <a:solidFill>
                <a:srgbClr val="000000"/>
              </a:solidFill>
              <a:prstDash val="solid"/>
              <a:headEnd type="none" w="med" len="med"/>
              <a:tailEnd type="none" w="med" len="med"/>
            </a:ln>
          </p:spPr>
        </p:sp>
        <p:sp>
          <p:nvSpPr>
            <p:cNvPr id="88135" name="Line 214"/>
            <p:cNvSpPr/>
            <p:nvPr/>
          </p:nvSpPr>
          <p:spPr>
            <a:xfrm>
              <a:off x="4942086" y="3473450"/>
              <a:ext cx="1046162" cy="1588"/>
            </a:xfrm>
            <a:prstGeom prst="line">
              <a:avLst/>
            </a:prstGeom>
            <a:ln w="14288" cap="flat" cmpd="sng">
              <a:solidFill>
                <a:srgbClr val="000000"/>
              </a:solidFill>
              <a:prstDash val="solid"/>
              <a:headEnd type="none" w="med" len="med"/>
              <a:tailEnd type="none" w="med" len="med"/>
            </a:ln>
          </p:spPr>
        </p:sp>
        <p:sp>
          <p:nvSpPr>
            <p:cNvPr id="88136" name="Line 215"/>
            <p:cNvSpPr/>
            <p:nvPr/>
          </p:nvSpPr>
          <p:spPr>
            <a:xfrm flipV="1">
              <a:off x="6010473" y="3155950"/>
              <a:ext cx="101600" cy="317500"/>
            </a:xfrm>
            <a:prstGeom prst="line">
              <a:avLst/>
            </a:prstGeom>
            <a:ln w="14288" cap="flat" cmpd="sng">
              <a:solidFill>
                <a:srgbClr val="000000"/>
              </a:solidFill>
              <a:prstDash val="solid"/>
              <a:headEnd type="none" w="med" len="med"/>
              <a:tailEnd type="none" w="med" len="med"/>
            </a:ln>
          </p:spPr>
        </p:sp>
        <p:sp>
          <p:nvSpPr>
            <p:cNvPr id="88137" name="Line 216"/>
            <p:cNvSpPr/>
            <p:nvPr/>
          </p:nvSpPr>
          <p:spPr>
            <a:xfrm>
              <a:off x="6124773" y="3170238"/>
              <a:ext cx="1017587" cy="1588"/>
            </a:xfrm>
            <a:prstGeom prst="line">
              <a:avLst/>
            </a:prstGeom>
            <a:ln w="14288" cap="flat" cmpd="sng">
              <a:solidFill>
                <a:srgbClr val="000000"/>
              </a:solidFill>
              <a:prstDash val="solid"/>
              <a:headEnd type="none" w="med" len="med"/>
              <a:tailEnd type="none" w="med" len="med"/>
            </a:ln>
          </p:spPr>
        </p:sp>
        <p:sp>
          <p:nvSpPr>
            <p:cNvPr id="88138" name="Line 217"/>
            <p:cNvSpPr/>
            <p:nvPr/>
          </p:nvSpPr>
          <p:spPr>
            <a:xfrm>
              <a:off x="4823023" y="3163888"/>
              <a:ext cx="1587" cy="119063"/>
            </a:xfrm>
            <a:prstGeom prst="line">
              <a:avLst/>
            </a:prstGeom>
            <a:ln w="14288" cap="flat" cmpd="sng">
              <a:solidFill>
                <a:srgbClr val="000000"/>
              </a:solidFill>
              <a:prstDash val="solid"/>
              <a:headEnd type="none" w="med" len="med"/>
              <a:tailEnd type="none" w="med" len="med"/>
            </a:ln>
          </p:spPr>
        </p:sp>
        <p:sp>
          <p:nvSpPr>
            <p:cNvPr id="88139" name="Line 218"/>
            <p:cNvSpPr/>
            <p:nvPr/>
          </p:nvSpPr>
          <p:spPr>
            <a:xfrm>
              <a:off x="7161411" y="3170238"/>
              <a:ext cx="100012" cy="315913"/>
            </a:xfrm>
            <a:prstGeom prst="line">
              <a:avLst/>
            </a:prstGeom>
            <a:ln w="14288" cap="flat" cmpd="sng">
              <a:solidFill>
                <a:srgbClr val="000000"/>
              </a:solidFill>
              <a:prstDash val="solid"/>
              <a:headEnd type="none" w="med" len="med"/>
              <a:tailEnd type="none" w="med" len="med"/>
            </a:ln>
          </p:spPr>
        </p:sp>
        <p:sp>
          <p:nvSpPr>
            <p:cNvPr id="88140" name="Line 219"/>
            <p:cNvSpPr/>
            <p:nvPr/>
          </p:nvSpPr>
          <p:spPr>
            <a:xfrm>
              <a:off x="7250311" y="3473450"/>
              <a:ext cx="1085850" cy="1588"/>
            </a:xfrm>
            <a:prstGeom prst="line">
              <a:avLst/>
            </a:prstGeom>
            <a:ln w="14288" cap="flat" cmpd="sng">
              <a:solidFill>
                <a:srgbClr val="000000"/>
              </a:solidFill>
              <a:prstDash val="solid"/>
              <a:headEnd type="none" w="med" len="med"/>
              <a:tailEnd type="none" w="med" len="med"/>
            </a:ln>
          </p:spPr>
        </p:sp>
        <p:grpSp>
          <p:nvGrpSpPr>
            <p:cNvPr id="88141" name="Group 220"/>
            <p:cNvGrpSpPr/>
            <p:nvPr/>
          </p:nvGrpSpPr>
          <p:grpSpPr>
            <a:xfrm>
              <a:off x="5999361" y="850900"/>
              <a:ext cx="14287" cy="2647950"/>
              <a:chOff x="3623" y="1264"/>
              <a:chExt cx="9" cy="1668"/>
            </a:xfrm>
          </p:grpSpPr>
          <p:sp>
            <p:nvSpPr>
              <p:cNvPr id="88149" name="Freeform 221"/>
              <p:cNvSpPr/>
              <p:nvPr/>
            </p:nvSpPr>
            <p:spPr>
              <a:xfrm>
                <a:off x="3623" y="2889"/>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150" name="Freeform 222"/>
              <p:cNvSpPr/>
              <p:nvPr/>
            </p:nvSpPr>
            <p:spPr>
              <a:xfrm>
                <a:off x="3623" y="2828"/>
                <a:ext cx="9" cy="43"/>
              </a:xfrm>
              <a:custGeom>
                <a:avLst/>
                <a:gdLst/>
                <a:ahLst/>
                <a:cxnLst>
                  <a:cxn ang="0">
                    <a:pos x="0" y="41"/>
                  </a:cxn>
                  <a:cxn ang="0">
                    <a:pos x="1" y="41"/>
                  </a:cxn>
                  <a:cxn ang="0">
                    <a:pos x="3" y="42"/>
                  </a:cxn>
                  <a:cxn ang="0">
                    <a:pos x="4" y="43"/>
                  </a:cxn>
                  <a:cxn ang="0">
                    <a:pos x="6" y="42"/>
                  </a:cxn>
                  <a:cxn ang="0">
                    <a:pos x="7" y="41"/>
                  </a:cxn>
                  <a:cxn ang="0">
                    <a:pos x="9" y="39"/>
                  </a:cxn>
                  <a:cxn ang="0">
                    <a:pos x="9" y="4"/>
                  </a:cxn>
                  <a:cxn ang="0">
                    <a:pos x="7" y="3"/>
                  </a:cxn>
                  <a:cxn ang="0">
                    <a:pos x="6" y="2"/>
                  </a:cxn>
                  <a:cxn ang="0">
                    <a:pos x="4" y="0"/>
                  </a:cxn>
                  <a:cxn ang="0">
                    <a:pos x="3" y="2"/>
                  </a:cxn>
                  <a:cxn ang="0">
                    <a:pos x="1" y="3"/>
                  </a:cxn>
                  <a:cxn ang="0">
                    <a:pos x="0" y="4"/>
                  </a:cxn>
                  <a:cxn ang="0">
                    <a:pos x="0" y="6"/>
                  </a:cxn>
                  <a:cxn ang="0">
                    <a:pos x="0" y="41"/>
                  </a:cxn>
                </a:cxnLst>
                <a:pathLst>
                  <a:path w="9" h="43">
                    <a:moveTo>
                      <a:pt x="0" y="41"/>
                    </a:moveTo>
                    <a:lnTo>
                      <a:pt x="1" y="41"/>
                    </a:lnTo>
                    <a:lnTo>
                      <a:pt x="3" y="42"/>
                    </a:lnTo>
                    <a:lnTo>
                      <a:pt x="4" y="43"/>
                    </a:lnTo>
                    <a:lnTo>
                      <a:pt x="6" y="42"/>
                    </a:lnTo>
                    <a:lnTo>
                      <a:pt x="7" y="41"/>
                    </a:lnTo>
                    <a:lnTo>
                      <a:pt x="9" y="39"/>
                    </a:lnTo>
                    <a:lnTo>
                      <a:pt x="9" y="4"/>
                    </a:lnTo>
                    <a:lnTo>
                      <a:pt x="7" y="3"/>
                    </a:lnTo>
                    <a:lnTo>
                      <a:pt x="6" y="2"/>
                    </a:lnTo>
                    <a:lnTo>
                      <a:pt x="4" y="0"/>
                    </a:lnTo>
                    <a:lnTo>
                      <a:pt x="3" y="2"/>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8151" name="Freeform 223"/>
              <p:cNvSpPr/>
              <p:nvPr/>
            </p:nvSpPr>
            <p:spPr>
              <a:xfrm>
                <a:off x="3623" y="2767"/>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152" name="Freeform 224"/>
              <p:cNvSpPr/>
              <p:nvPr/>
            </p:nvSpPr>
            <p:spPr>
              <a:xfrm>
                <a:off x="3623" y="2707"/>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5"/>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8153" name="Freeform 225"/>
              <p:cNvSpPr/>
              <p:nvPr/>
            </p:nvSpPr>
            <p:spPr>
              <a:xfrm>
                <a:off x="3623" y="2646"/>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154" name="Freeform 226"/>
              <p:cNvSpPr/>
              <p:nvPr/>
            </p:nvSpPr>
            <p:spPr>
              <a:xfrm>
                <a:off x="3623" y="2585"/>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155" name="Freeform 227"/>
              <p:cNvSpPr/>
              <p:nvPr/>
            </p:nvSpPr>
            <p:spPr>
              <a:xfrm>
                <a:off x="3623" y="2524"/>
                <a:ext cx="9" cy="44"/>
              </a:xfrm>
              <a:custGeom>
                <a:avLst/>
                <a:gdLst/>
                <a:ahLst/>
                <a:cxnLst>
                  <a:cxn ang="0">
                    <a:pos x="0" y="41"/>
                  </a:cxn>
                  <a:cxn ang="0">
                    <a:pos x="1" y="41"/>
                  </a:cxn>
                  <a:cxn ang="0">
                    <a:pos x="3" y="42"/>
                  </a:cxn>
                  <a:cxn ang="0">
                    <a:pos x="4" y="44"/>
                  </a:cxn>
                  <a:cxn ang="0">
                    <a:pos x="6" y="42"/>
                  </a:cxn>
                  <a:cxn ang="0">
                    <a:pos x="7" y="41"/>
                  </a:cxn>
                  <a:cxn ang="0">
                    <a:pos x="9" y="40"/>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40"/>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156" name="Freeform 228"/>
              <p:cNvSpPr/>
              <p:nvPr/>
            </p:nvSpPr>
            <p:spPr>
              <a:xfrm>
                <a:off x="3623" y="2464"/>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157" name="Freeform 229"/>
              <p:cNvSpPr/>
              <p:nvPr/>
            </p:nvSpPr>
            <p:spPr>
              <a:xfrm>
                <a:off x="3623" y="2403"/>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158" name="Freeform 230"/>
              <p:cNvSpPr/>
              <p:nvPr/>
            </p:nvSpPr>
            <p:spPr>
              <a:xfrm>
                <a:off x="3623" y="2342"/>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159" name="Freeform 231"/>
              <p:cNvSpPr/>
              <p:nvPr/>
            </p:nvSpPr>
            <p:spPr>
              <a:xfrm>
                <a:off x="3623" y="2282"/>
                <a:ext cx="9" cy="43"/>
              </a:xfrm>
              <a:custGeom>
                <a:avLst/>
                <a:gdLst/>
                <a:ahLst/>
                <a:cxnLst>
                  <a:cxn ang="0">
                    <a:pos x="0" y="40"/>
                  </a:cxn>
                  <a:cxn ang="0">
                    <a:pos x="1" y="40"/>
                  </a:cxn>
                  <a:cxn ang="0">
                    <a:pos x="3" y="41"/>
                  </a:cxn>
                  <a:cxn ang="0">
                    <a:pos x="4" y="43"/>
                  </a:cxn>
                  <a:cxn ang="0">
                    <a:pos x="6" y="41"/>
                  </a:cxn>
                  <a:cxn ang="0">
                    <a:pos x="7" y="40"/>
                  </a:cxn>
                  <a:cxn ang="0">
                    <a:pos x="9" y="39"/>
                  </a:cxn>
                  <a:cxn ang="0">
                    <a:pos x="9" y="4"/>
                  </a:cxn>
                  <a:cxn ang="0">
                    <a:pos x="7" y="2"/>
                  </a:cxn>
                  <a:cxn ang="0">
                    <a:pos x="6" y="1"/>
                  </a:cxn>
                  <a:cxn ang="0">
                    <a:pos x="4" y="0"/>
                  </a:cxn>
                  <a:cxn ang="0">
                    <a:pos x="3" y="1"/>
                  </a:cxn>
                  <a:cxn ang="0">
                    <a:pos x="1" y="2"/>
                  </a:cxn>
                  <a:cxn ang="0">
                    <a:pos x="0" y="4"/>
                  </a:cxn>
                  <a:cxn ang="0">
                    <a:pos x="0" y="5"/>
                  </a:cxn>
                  <a:cxn ang="0">
                    <a:pos x="0" y="40"/>
                  </a:cxn>
                </a:cxnLst>
                <a:pathLst>
                  <a:path w="9" h="43">
                    <a:moveTo>
                      <a:pt x="0" y="40"/>
                    </a:moveTo>
                    <a:lnTo>
                      <a:pt x="1" y="40"/>
                    </a:lnTo>
                    <a:lnTo>
                      <a:pt x="3" y="41"/>
                    </a:lnTo>
                    <a:lnTo>
                      <a:pt x="4" y="43"/>
                    </a:lnTo>
                    <a:lnTo>
                      <a:pt x="6" y="41"/>
                    </a:lnTo>
                    <a:lnTo>
                      <a:pt x="7" y="40"/>
                    </a:lnTo>
                    <a:lnTo>
                      <a:pt x="9" y="39"/>
                    </a:lnTo>
                    <a:lnTo>
                      <a:pt x="9" y="4"/>
                    </a:lnTo>
                    <a:lnTo>
                      <a:pt x="7" y="2"/>
                    </a:lnTo>
                    <a:lnTo>
                      <a:pt x="6" y="1"/>
                    </a:lnTo>
                    <a:lnTo>
                      <a:pt x="4" y="0"/>
                    </a:lnTo>
                    <a:lnTo>
                      <a:pt x="3" y="1"/>
                    </a:lnTo>
                    <a:lnTo>
                      <a:pt x="1" y="2"/>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8160" name="Freeform 232"/>
              <p:cNvSpPr/>
              <p:nvPr/>
            </p:nvSpPr>
            <p:spPr>
              <a:xfrm>
                <a:off x="3623" y="2221"/>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161" name="Freeform 233"/>
              <p:cNvSpPr/>
              <p:nvPr/>
            </p:nvSpPr>
            <p:spPr>
              <a:xfrm>
                <a:off x="3623" y="2160"/>
                <a:ext cx="9" cy="43"/>
              </a:xfrm>
              <a:custGeom>
                <a:avLst/>
                <a:gdLst/>
                <a:ahLst/>
                <a:cxnLst>
                  <a:cxn ang="0">
                    <a:pos x="0" y="41"/>
                  </a:cxn>
                  <a:cxn ang="0">
                    <a:pos x="1" y="41"/>
                  </a:cxn>
                  <a:cxn ang="0">
                    <a:pos x="3" y="42"/>
                  </a:cxn>
                  <a:cxn ang="0">
                    <a:pos x="4" y="43"/>
                  </a:cxn>
                  <a:cxn ang="0">
                    <a:pos x="6" y="42"/>
                  </a:cxn>
                  <a:cxn ang="0">
                    <a:pos x="7" y="41"/>
                  </a:cxn>
                  <a:cxn ang="0">
                    <a:pos x="9" y="39"/>
                  </a:cxn>
                  <a:cxn ang="0">
                    <a:pos x="9" y="4"/>
                  </a:cxn>
                  <a:cxn ang="0">
                    <a:pos x="7" y="3"/>
                  </a:cxn>
                  <a:cxn ang="0">
                    <a:pos x="6" y="2"/>
                  </a:cxn>
                  <a:cxn ang="0">
                    <a:pos x="4" y="0"/>
                  </a:cxn>
                  <a:cxn ang="0">
                    <a:pos x="3" y="2"/>
                  </a:cxn>
                  <a:cxn ang="0">
                    <a:pos x="1" y="3"/>
                  </a:cxn>
                  <a:cxn ang="0">
                    <a:pos x="0" y="4"/>
                  </a:cxn>
                  <a:cxn ang="0">
                    <a:pos x="0" y="6"/>
                  </a:cxn>
                  <a:cxn ang="0">
                    <a:pos x="0" y="41"/>
                  </a:cxn>
                </a:cxnLst>
                <a:pathLst>
                  <a:path w="9" h="43">
                    <a:moveTo>
                      <a:pt x="0" y="41"/>
                    </a:moveTo>
                    <a:lnTo>
                      <a:pt x="1" y="41"/>
                    </a:lnTo>
                    <a:lnTo>
                      <a:pt x="3" y="42"/>
                    </a:lnTo>
                    <a:lnTo>
                      <a:pt x="4" y="43"/>
                    </a:lnTo>
                    <a:lnTo>
                      <a:pt x="6" y="42"/>
                    </a:lnTo>
                    <a:lnTo>
                      <a:pt x="7" y="41"/>
                    </a:lnTo>
                    <a:lnTo>
                      <a:pt x="9" y="39"/>
                    </a:lnTo>
                    <a:lnTo>
                      <a:pt x="9" y="4"/>
                    </a:lnTo>
                    <a:lnTo>
                      <a:pt x="7" y="3"/>
                    </a:lnTo>
                    <a:lnTo>
                      <a:pt x="6" y="2"/>
                    </a:lnTo>
                    <a:lnTo>
                      <a:pt x="4" y="0"/>
                    </a:lnTo>
                    <a:lnTo>
                      <a:pt x="3" y="2"/>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8162" name="Freeform 234"/>
              <p:cNvSpPr/>
              <p:nvPr/>
            </p:nvSpPr>
            <p:spPr>
              <a:xfrm>
                <a:off x="3623" y="2099"/>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163" name="Freeform 235"/>
              <p:cNvSpPr/>
              <p:nvPr/>
            </p:nvSpPr>
            <p:spPr>
              <a:xfrm>
                <a:off x="3623" y="2039"/>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5"/>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8164" name="Freeform 236"/>
              <p:cNvSpPr/>
              <p:nvPr/>
            </p:nvSpPr>
            <p:spPr>
              <a:xfrm>
                <a:off x="3623" y="1978"/>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165" name="Freeform 237"/>
              <p:cNvSpPr/>
              <p:nvPr/>
            </p:nvSpPr>
            <p:spPr>
              <a:xfrm>
                <a:off x="3623" y="1917"/>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166" name="Freeform 238"/>
              <p:cNvSpPr/>
              <p:nvPr/>
            </p:nvSpPr>
            <p:spPr>
              <a:xfrm>
                <a:off x="3623" y="1856"/>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167" name="Freeform 239"/>
              <p:cNvSpPr/>
              <p:nvPr/>
            </p:nvSpPr>
            <p:spPr>
              <a:xfrm>
                <a:off x="3623" y="1796"/>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168" name="Freeform 240"/>
              <p:cNvSpPr/>
              <p:nvPr/>
            </p:nvSpPr>
            <p:spPr>
              <a:xfrm>
                <a:off x="3623" y="1735"/>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169" name="Freeform 241"/>
              <p:cNvSpPr/>
              <p:nvPr/>
            </p:nvSpPr>
            <p:spPr>
              <a:xfrm>
                <a:off x="3623" y="1674"/>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170" name="Freeform 242"/>
              <p:cNvSpPr/>
              <p:nvPr/>
            </p:nvSpPr>
            <p:spPr>
              <a:xfrm>
                <a:off x="3623" y="1614"/>
                <a:ext cx="9" cy="43"/>
              </a:xfrm>
              <a:custGeom>
                <a:avLst/>
                <a:gdLst/>
                <a:ahLst/>
                <a:cxnLst>
                  <a:cxn ang="0">
                    <a:pos x="0" y="40"/>
                  </a:cxn>
                  <a:cxn ang="0">
                    <a:pos x="1" y="40"/>
                  </a:cxn>
                  <a:cxn ang="0">
                    <a:pos x="3" y="41"/>
                  </a:cxn>
                  <a:cxn ang="0">
                    <a:pos x="4" y="43"/>
                  </a:cxn>
                  <a:cxn ang="0">
                    <a:pos x="6" y="41"/>
                  </a:cxn>
                  <a:cxn ang="0">
                    <a:pos x="7" y="40"/>
                  </a:cxn>
                  <a:cxn ang="0">
                    <a:pos x="9" y="39"/>
                  </a:cxn>
                  <a:cxn ang="0">
                    <a:pos x="9" y="4"/>
                  </a:cxn>
                  <a:cxn ang="0">
                    <a:pos x="7" y="2"/>
                  </a:cxn>
                  <a:cxn ang="0">
                    <a:pos x="6" y="1"/>
                  </a:cxn>
                  <a:cxn ang="0">
                    <a:pos x="4" y="0"/>
                  </a:cxn>
                  <a:cxn ang="0">
                    <a:pos x="3" y="1"/>
                  </a:cxn>
                  <a:cxn ang="0">
                    <a:pos x="1" y="2"/>
                  </a:cxn>
                  <a:cxn ang="0">
                    <a:pos x="0" y="4"/>
                  </a:cxn>
                  <a:cxn ang="0">
                    <a:pos x="0" y="5"/>
                  </a:cxn>
                  <a:cxn ang="0">
                    <a:pos x="0" y="40"/>
                  </a:cxn>
                </a:cxnLst>
                <a:pathLst>
                  <a:path w="9" h="43">
                    <a:moveTo>
                      <a:pt x="0" y="40"/>
                    </a:moveTo>
                    <a:lnTo>
                      <a:pt x="1" y="40"/>
                    </a:lnTo>
                    <a:lnTo>
                      <a:pt x="3" y="41"/>
                    </a:lnTo>
                    <a:lnTo>
                      <a:pt x="4" y="43"/>
                    </a:lnTo>
                    <a:lnTo>
                      <a:pt x="6" y="41"/>
                    </a:lnTo>
                    <a:lnTo>
                      <a:pt x="7" y="40"/>
                    </a:lnTo>
                    <a:lnTo>
                      <a:pt x="9" y="39"/>
                    </a:lnTo>
                    <a:lnTo>
                      <a:pt x="9" y="4"/>
                    </a:lnTo>
                    <a:lnTo>
                      <a:pt x="7" y="2"/>
                    </a:lnTo>
                    <a:lnTo>
                      <a:pt x="6" y="1"/>
                    </a:lnTo>
                    <a:lnTo>
                      <a:pt x="4" y="0"/>
                    </a:lnTo>
                    <a:lnTo>
                      <a:pt x="3" y="1"/>
                    </a:lnTo>
                    <a:lnTo>
                      <a:pt x="1" y="2"/>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8171" name="Freeform 243"/>
              <p:cNvSpPr/>
              <p:nvPr/>
            </p:nvSpPr>
            <p:spPr>
              <a:xfrm>
                <a:off x="3623" y="1553"/>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172" name="Freeform 244"/>
              <p:cNvSpPr/>
              <p:nvPr/>
            </p:nvSpPr>
            <p:spPr>
              <a:xfrm>
                <a:off x="3623" y="1492"/>
                <a:ext cx="9" cy="43"/>
              </a:xfrm>
              <a:custGeom>
                <a:avLst/>
                <a:gdLst/>
                <a:ahLst/>
                <a:cxnLst>
                  <a:cxn ang="0">
                    <a:pos x="0" y="41"/>
                  </a:cxn>
                  <a:cxn ang="0">
                    <a:pos x="1" y="41"/>
                  </a:cxn>
                  <a:cxn ang="0">
                    <a:pos x="3" y="42"/>
                  </a:cxn>
                  <a:cxn ang="0">
                    <a:pos x="4" y="43"/>
                  </a:cxn>
                  <a:cxn ang="0">
                    <a:pos x="6" y="42"/>
                  </a:cxn>
                  <a:cxn ang="0">
                    <a:pos x="7" y="41"/>
                  </a:cxn>
                  <a:cxn ang="0">
                    <a:pos x="9" y="39"/>
                  </a:cxn>
                  <a:cxn ang="0">
                    <a:pos x="9" y="4"/>
                  </a:cxn>
                  <a:cxn ang="0">
                    <a:pos x="7" y="3"/>
                  </a:cxn>
                  <a:cxn ang="0">
                    <a:pos x="6" y="2"/>
                  </a:cxn>
                  <a:cxn ang="0">
                    <a:pos x="4" y="0"/>
                  </a:cxn>
                  <a:cxn ang="0">
                    <a:pos x="3" y="2"/>
                  </a:cxn>
                  <a:cxn ang="0">
                    <a:pos x="1" y="3"/>
                  </a:cxn>
                  <a:cxn ang="0">
                    <a:pos x="0" y="4"/>
                  </a:cxn>
                  <a:cxn ang="0">
                    <a:pos x="0" y="6"/>
                  </a:cxn>
                  <a:cxn ang="0">
                    <a:pos x="0" y="41"/>
                  </a:cxn>
                </a:cxnLst>
                <a:pathLst>
                  <a:path w="9" h="43">
                    <a:moveTo>
                      <a:pt x="0" y="41"/>
                    </a:moveTo>
                    <a:lnTo>
                      <a:pt x="1" y="41"/>
                    </a:lnTo>
                    <a:lnTo>
                      <a:pt x="3" y="42"/>
                    </a:lnTo>
                    <a:lnTo>
                      <a:pt x="4" y="43"/>
                    </a:lnTo>
                    <a:lnTo>
                      <a:pt x="6" y="42"/>
                    </a:lnTo>
                    <a:lnTo>
                      <a:pt x="7" y="41"/>
                    </a:lnTo>
                    <a:lnTo>
                      <a:pt x="9" y="39"/>
                    </a:lnTo>
                    <a:lnTo>
                      <a:pt x="9" y="4"/>
                    </a:lnTo>
                    <a:lnTo>
                      <a:pt x="7" y="3"/>
                    </a:lnTo>
                    <a:lnTo>
                      <a:pt x="6" y="2"/>
                    </a:lnTo>
                    <a:lnTo>
                      <a:pt x="4" y="0"/>
                    </a:lnTo>
                    <a:lnTo>
                      <a:pt x="3" y="2"/>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8173" name="Freeform 245"/>
              <p:cNvSpPr/>
              <p:nvPr/>
            </p:nvSpPr>
            <p:spPr>
              <a:xfrm>
                <a:off x="3623" y="1431"/>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8174" name="Freeform 246"/>
              <p:cNvSpPr/>
              <p:nvPr/>
            </p:nvSpPr>
            <p:spPr>
              <a:xfrm>
                <a:off x="3623" y="1371"/>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5"/>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8175" name="Freeform 247"/>
              <p:cNvSpPr/>
              <p:nvPr/>
            </p:nvSpPr>
            <p:spPr>
              <a:xfrm>
                <a:off x="3623" y="1310"/>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8176" name="Freeform 248"/>
              <p:cNvSpPr/>
              <p:nvPr/>
            </p:nvSpPr>
            <p:spPr>
              <a:xfrm>
                <a:off x="3623" y="1264"/>
                <a:ext cx="9" cy="29"/>
              </a:xfrm>
              <a:custGeom>
                <a:avLst/>
                <a:gdLst/>
                <a:ahLst/>
                <a:cxnLst>
                  <a:cxn ang="0">
                    <a:pos x="0" y="26"/>
                  </a:cxn>
                  <a:cxn ang="0">
                    <a:pos x="1" y="26"/>
                  </a:cxn>
                  <a:cxn ang="0">
                    <a:pos x="3" y="27"/>
                  </a:cxn>
                  <a:cxn ang="0">
                    <a:pos x="4" y="29"/>
                  </a:cxn>
                  <a:cxn ang="0">
                    <a:pos x="6" y="27"/>
                  </a:cxn>
                  <a:cxn ang="0">
                    <a:pos x="7" y="26"/>
                  </a:cxn>
                  <a:cxn ang="0">
                    <a:pos x="9" y="24"/>
                  </a:cxn>
                  <a:cxn ang="0">
                    <a:pos x="9" y="4"/>
                  </a:cxn>
                  <a:cxn ang="0">
                    <a:pos x="7" y="3"/>
                  </a:cxn>
                  <a:cxn ang="0">
                    <a:pos x="6" y="1"/>
                  </a:cxn>
                  <a:cxn ang="0">
                    <a:pos x="4" y="0"/>
                  </a:cxn>
                  <a:cxn ang="0">
                    <a:pos x="3" y="1"/>
                  </a:cxn>
                  <a:cxn ang="0">
                    <a:pos x="1" y="3"/>
                  </a:cxn>
                  <a:cxn ang="0">
                    <a:pos x="0" y="4"/>
                  </a:cxn>
                  <a:cxn ang="0">
                    <a:pos x="0" y="5"/>
                  </a:cxn>
                  <a:cxn ang="0">
                    <a:pos x="0" y="26"/>
                  </a:cxn>
                </a:cxnLst>
                <a:pathLst>
                  <a:path w="9" h="29">
                    <a:moveTo>
                      <a:pt x="0" y="26"/>
                    </a:moveTo>
                    <a:lnTo>
                      <a:pt x="1" y="26"/>
                    </a:lnTo>
                    <a:lnTo>
                      <a:pt x="3" y="27"/>
                    </a:lnTo>
                    <a:lnTo>
                      <a:pt x="4" y="29"/>
                    </a:lnTo>
                    <a:lnTo>
                      <a:pt x="6" y="27"/>
                    </a:lnTo>
                    <a:lnTo>
                      <a:pt x="7" y="26"/>
                    </a:lnTo>
                    <a:lnTo>
                      <a:pt x="9" y="24"/>
                    </a:lnTo>
                    <a:lnTo>
                      <a:pt x="9" y="4"/>
                    </a:lnTo>
                    <a:lnTo>
                      <a:pt x="7" y="3"/>
                    </a:lnTo>
                    <a:lnTo>
                      <a:pt x="6" y="1"/>
                    </a:lnTo>
                    <a:lnTo>
                      <a:pt x="4" y="0"/>
                    </a:lnTo>
                    <a:lnTo>
                      <a:pt x="3" y="1"/>
                    </a:lnTo>
                    <a:lnTo>
                      <a:pt x="1" y="3"/>
                    </a:lnTo>
                    <a:lnTo>
                      <a:pt x="0" y="4"/>
                    </a:lnTo>
                    <a:lnTo>
                      <a:pt x="0" y="5"/>
                    </a:lnTo>
                    <a:lnTo>
                      <a:pt x="0" y="26"/>
                    </a:lnTo>
                    <a:close/>
                  </a:path>
                </a:pathLst>
              </a:custGeom>
              <a:solidFill>
                <a:srgbClr val="000000">
                  <a:alpha val="100000"/>
                </a:srgbClr>
              </a:solidFill>
              <a:ln w="9525">
                <a:noFill/>
              </a:ln>
            </p:spPr>
            <p:txBody>
              <a:bodyPr/>
              <a:p>
                <a:endParaRPr lang="zh-CN" altLang="en-US"/>
              </a:p>
            </p:txBody>
          </p:sp>
        </p:grpSp>
        <p:grpSp>
          <p:nvGrpSpPr>
            <p:cNvPr id="88142" name="Group 249"/>
            <p:cNvGrpSpPr/>
            <p:nvPr/>
          </p:nvGrpSpPr>
          <p:grpSpPr>
            <a:xfrm flipV="1">
              <a:off x="6043811" y="2974975"/>
              <a:ext cx="935037" cy="360363"/>
              <a:chOff x="3634" y="2302"/>
              <a:chExt cx="529" cy="118"/>
            </a:xfrm>
          </p:grpSpPr>
          <p:sp>
            <p:nvSpPr>
              <p:cNvPr id="88147" name="Line 250"/>
              <p:cNvSpPr/>
              <p:nvPr/>
            </p:nvSpPr>
            <p:spPr>
              <a:xfrm>
                <a:off x="3724" y="2334"/>
                <a:ext cx="439" cy="86"/>
              </a:xfrm>
              <a:prstGeom prst="line">
                <a:avLst/>
              </a:prstGeom>
              <a:ln w="14288" cap="flat" cmpd="sng">
                <a:solidFill>
                  <a:srgbClr val="000000"/>
                </a:solidFill>
                <a:prstDash val="solid"/>
                <a:headEnd type="none" w="med" len="med"/>
                <a:tailEnd type="none" w="med" len="med"/>
              </a:ln>
            </p:spPr>
          </p:sp>
          <p:sp>
            <p:nvSpPr>
              <p:cNvPr id="88148" name="Freeform 251"/>
              <p:cNvSpPr/>
              <p:nvPr/>
            </p:nvSpPr>
            <p:spPr>
              <a:xfrm>
                <a:off x="3634" y="2302"/>
                <a:ext cx="99" cy="62"/>
              </a:xfrm>
              <a:custGeom>
                <a:avLst/>
                <a:gdLst/>
                <a:ahLst/>
                <a:cxnLst>
                  <a:cxn ang="0">
                    <a:pos x="99" y="0"/>
                  </a:cxn>
                  <a:cxn ang="0">
                    <a:pos x="0" y="13"/>
                  </a:cxn>
                  <a:cxn ang="0">
                    <a:pos x="87" y="62"/>
                  </a:cxn>
                  <a:cxn ang="0">
                    <a:pos x="99" y="0"/>
                  </a:cxn>
                </a:cxnLst>
                <a:pathLst>
                  <a:path w="99" h="62">
                    <a:moveTo>
                      <a:pt x="99" y="0"/>
                    </a:moveTo>
                    <a:lnTo>
                      <a:pt x="0" y="13"/>
                    </a:lnTo>
                    <a:lnTo>
                      <a:pt x="87" y="62"/>
                    </a:lnTo>
                    <a:lnTo>
                      <a:pt x="99" y="0"/>
                    </a:lnTo>
                    <a:close/>
                  </a:path>
                </a:pathLst>
              </a:custGeom>
              <a:solidFill>
                <a:srgbClr val="000000">
                  <a:alpha val="100000"/>
                </a:srgbClr>
              </a:solidFill>
              <a:ln w="9525">
                <a:noFill/>
              </a:ln>
            </p:spPr>
            <p:txBody>
              <a:bodyPr/>
              <a:p>
                <a:endParaRPr lang="zh-CN" altLang="en-US"/>
              </a:p>
            </p:txBody>
          </p:sp>
        </p:grpSp>
        <p:sp>
          <p:nvSpPr>
            <p:cNvPr id="88143" name="Line 252"/>
            <p:cNvSpPr/>
            <p:nvPr/>
          </p:nvSpPr>
          <p:spPr>
            <a:xfrm>
              <a:off x="4832548" y="2336800"/>
              <a:ext cx="1587" cy="171450"/>
            </a:xfrm>
            <a:prstGeom prst="line">
              <a:avLst/>
            </a:prstGeom>
            <a:ln w="14288" cap="flat" cmpd="sng">
              <a:solidFill>
                <a:srgbClr val="000000"/>
              </a:solidFill>
              <a:prstDash val="solid"/>
              <a:headEnd type="none" w="med" len="med"/>
              <a:tailEnd type="none" w="med" len="med"/>
            </a:ln>
          </p:spPr>
        </p:sp>
        <p:sp>
          <p:nvSpPr>
            <p:cNvPr id="88144" name="Arc 253"/>
            <p:cNvSpPr/>
            <p:nvPr/>
          </p:nvSpPr>
          <p:spPr>
            <a:xfrm rot="1407841">
              <a:off x="2692068" y="1125538"/>
              <a:ext cx="1584325" cy="1946275"/>
            </a:xfrm>
            <a:custGeom>
              <a:avLst/>
              <a:gdLst/>
              <a:ahLst/>
              <a:cxnLst>
                <a:cxn ang="0">
                  <a:pos x="2147483646" y="0"/>
                </a:cxn>
                <a:cxn ang="0">
                  <a:pos x="2147483646" y="2147483646"/>
                </a:cxn>
                <a:cxn ang="0">
                  <a:pos x="2147483646" y="2147483646"/>
                </a:cxn>
                <a:cxn ang="0">
                  <a:pos x="2147483646" y="0"/>
                </a:cxn>
                <a:cxn ang="0">
                  <a:pos x="2147483646" y="2147483646"/>
                </a:cxn>
                <a:cxn ang="0">
                  <a:pos x="2147483646" y="2147483646"/>
                </a:cxn>
                <a:cxn ang="0">
                  <a:pos x="0" y="2147483646"/>
                </a:cxn>
                <a:cxn ang="0">
                  <a:pos x="2147483646" y="0"/>
                </a:cxn>
              </a:cxnLst>
              <a:pathLst>
                <a:path w="21600" h="30760" fill="none">
                  <a:moveTo>
                    <a:pt x="7394" y="0"/>
                  </a:moveTo>
                  <a:cubicBezTo>
                    <a:pt x="15924" y="3108"/>
                    <a:pt x="21600" y="11217"/>
                    <a:pt x="21600" y="20295"/>
                  </a:cubicBezTo>
                  <a:cubicBezTo>
                    <a:pt x="21600" y="23956"/>
                    <a:pt x="20669" y="27557"/>
                    <a:pt x="18895" y="30759"/>
                  </a:cubicBezTo>
                </a:path>
                <a:path w="21600" h="30760" stroke="0">
                  <a:moveTo>
                    <a:pt x="7394" y="0"/>
                  </a:moveTo>
                  <a:cubicBezTo>
                    <a:pt x="15924" y="3108"/>
                    <a:pt x="21600" y="11217"/>
                    <a:pt x="21600" y="20295"/>
                  </a:cubicBezTo>
                  <a:cubicBezTo>
                    <a:pt x="21600" y="23956"/>
                    <a:pt x="20669" y="27557"/>
                    <a:pt x="18895" y="30759"/>
                  </a:cubicBezTo>
                  <a:lnTo>
                    <a:pt x="0" y="20295"/>
                  </a:lnTo>
                  <a:lnTo>
                    <a:pt x="7394" y="0"/>
                  </a:lnTo>
                  <a:close/>
                </a:path>
              </a:pathLst>
            </a:custGeom>
            <a:noFill/>
            <a:ln w="9525" cap="flat" cmpd="sng">
              <a:solidFill>
                <a:srgbClr val="FF3300">
                  <a:alpha val="100000"/>
                </a:srgbClr>
              </a:solidFill>
              <a:prstDash val="solid"/>
              <a:round/>
              <a:headEnd type="none" w="med" len="med"/>
              <a:tailEnd type="triangle" w="med" len="med"/>
            </a:ln>
          </p:spPr>
          <p:txBody>
            <a:bodyPr/>
            <a:p>
              <a:endParaRPr lang="zh-CN" altLang="en-US"/>
            </a:p>
          </p:txBody>
        </p:sp>
        <p:sp>
          <p:nvSpPr>
            <p:cNvPr id="88145" name="Arc 254"/>
            <p:cNvSpPr/>
            <p:nvPr/>
          </p:nvSpPr>
          <p:spPr>
            <a:xfrm rot="1407841">
              <a:off x="2857857" y="1046163"/>
              <a:ext cx="1239837" cy="1325563"/>
            </a:xfrm>
            <a:custGeom>
              <a:avLst/>
              <a:gdLst/>
              <a:ahLst/>
              <a:cxnLst>
                <a:cxn ang="0">
                  <a:pos x="2147483646" y="0"/>
                </a:cxn>
                <a:cxn ang="0">
                  <a:pos x="2147483646" y="2147483646"/>
                </a:cxn>
                <a:cxn ang="0">
                  <a:pos x="2147483646" y="2147483646"/>
                </a:cxn>
                <a:cxn ang="0">
                  <a:pos x="2147483646" y="0"/>
                </a:cxn>
                <a:cxn ang="0">
                  <a:pos x="2147483646" y="2147483646"/>
                </a:cxn>
                <a:cxn ang="0">
                  <a:pos x="2147483646" y="2147483646"/>
                </a:cxn>
                <a:cxn ang="0">
                  <a:pos x="0" y="2147483646"/>
                </a:cxn>
                <a:cxn ang="0">
                  <a:pos x="2147483646" y="0"/>
                </a:cxn>
              </a:cxnLst>
              <a:pathLst>
                <a:path w="21600" h="29782" fill="none">
                  <a:moveTo>
                    <a:pt x="7394" y="0"/>
                  </a:moveTo>
                  <a:cubicBezTo>
                    <a:pt x="15924" y="3108"/>
                    <a:pt x="21600" y="11217"/>
                    <a:pt x="21600" y="20295"/>
                  </a:cubicBezTo>
                  <a:cubicBezTo>
                    <a:pt x="21600" y="23583"/>
                    <a:pt x="20849" y="26827"/>
                    <a:pt x="19405" y="29782"/>
                  </a:cubicBezTo>
                </a:path>
                <a:path w="21600" h="29782" stroke="0">
                  <a:moveTo>
                    <a:pt x="7394" y="0"/>
                  </a:moveTo>
                  <a:cubicBezTo>
                    <a:pt x="15924" y="3108"/>
                    <a:pt x="21600" y="11217"/>
                    <a:pt x="21600" y="20295"/>
                  </a:cubicBezTo>
                  <a:cubicBezTo>
                    <a:pt x="21600" y="23583"/>
                    <a:pt x="20849" y="26827"/>
                    <a:pt x="19405" y="29782"/>
                  </a:cubicBezTo>
                  <a:lnTo>
                    <a:pt x="0" y="20295"/>
                  </a:lnTo>
                  <a:lnTo>
                    <a:pt x="7394" y="0"/>
                  </a:lnTo>
                  <a:close/>
                </a:path>
              </a:pathLst>
            </a:custGeom>
            <a:noFill/>
            <a:ln w="9525" cap="flat" cmpd="sng">
              <a:solidFill>
                <a:srgbClr val="FF3300">
                  <a:alpha val="100000"/>
                </a:srgbClr>
              </a:solidFill>
              <a:prstDash val="solid"/>
              <a:round/>
              <a:headEnd type="none" w="med" len="med"/>
              <a:tailEnd type="triangle" w="med" len="med"/>
            </a:ln>
          </p:spPr>
          <p:txBody>
            <a:bodyPr/>
            <a:p>
              <a:endParaRPr lang="zh-CN" altLang="en-US"/>
            </a:p>
          </p:txBody>
        </p:sp>
        <p:sp>
          <p:nvSpPr>
            <p:cNvPr id="88146" name="Arc 255"/>
            <p:cNvSpPr/>
            <p:nvPr/>
          </p:nvSpPr>
          <p:spPr>
            <a:xfrm rot="1407841">
              <a:off x="1464242" y="1706563"/>
              <a:ext cx="1239837" cy="1514475"/>
            </a:xfrm>
            <a:custGeom>
              <a:avLst/>
              <a:gdLst/>
              <a:ahLst/>
              <a:cxnLst>
                <a:cxn ang="0">
                  <a:pos x="2147483646" y="0"/>
                </a:cxn>
                <a:cxn ang="0">
                  <a:pos x="2147483646" y="2147483646"/>
                </a:cxn>
                <a:cxn ang="0">
                  <a:pos x="2147483646" y="2147483646"/>
                </a:cxn>
                <a:cxn ang="0">
                  <a:pos x="2147483646" y="0"/>
                </a:cxn>
                <a:cxn ang="0">
                  <a:pos x="2147483646" y="2147483646"/>
                </a:cxn>
                <a:cxn ang="0">
                  <a:pos x="2147483646" y="2147483646"/>
                </a:cxn>
                <a:cxn ang="0">
                  <a:pos x="0" y="2147483646"/>
                </a:cxn>
                <a:cxn ang="0">
                  <a:pos x="2147483646" y="0"/>
                </a:cxn>
              </a:cxnLst>
              <a:pathLst>
                <a:path w="21600" h="30515" fill="none">
                  <a:moveTo>
                    <a:pt x="4938" y="0"/>
                  </a:moveTo>
                  <a:cubicBezTo>
                    <a:pt x="14700" y="2292"/>
                    <a:pt x="21600" y="11001"/>
                    <a:pt x="21600" y="21028"/>
                  </a:cubicBezTo>
                  <a:cubicBezTo>
                    <a:pt x="21600" y="24316"/>
                    <a:pt x="20849" y="27560"/>
                    <a:pt x="19405" y="30515"/>
                  </a:cubicBezTo>
                </a:path>
                <a:path w="21600" h="30515" stroke="0">
                  <a:moveTo>
                    <a:pt x="4938" y="0"/>
                  </a:moveTo>
                  <a:cubicBezTo>
                    <a:pt x="14700" y="2292"/>
                    <a:pt x="21600" y="11001"/>
                    <a:pt x="21600" y="21028"/>
                  </a:cubicBezTo>
                  <a:cubicBezTo>
                    <a:pt x="21600" y="24316"/>
                    <a:pt x="20849" y="27560"/>
                    <a:pt x="19405" y="30515"/>
                  </a:cubicBezTo>
                  <a:lnTo>
                    <a:pt x="0" y="21028"/>
                  </a:lnTo>
                  <a:lnTo>
                    <a:pt x="4938" y="0"/>
                  </a:lnTo>
                  <a:close/>
                </a:path>
              </a:pathLst>
            </a:custGeom>
            <a:noFill/>
            <a:ln w="9525" cap="flat" cmpd="sng">
              <a:solidFill>
                <a:srgbClr val="FF3300">
                  <a:alpha val="100000"/>
                </a:srgbClr>
              </a:solidFill>
              <a:prstDash val="solid"/>
              <a:round/>
              <a:headEnd type="none" w="med" len="med"/>
              <a:tailEnd type="triangle" w="med" len="med"/>
            </a:ln>
          </p:spPr>
          <p:txBody>
            <a:bodyPr/>
            <a:p>
              <a:endParaRPr lang="zh-CN" altLang="en-US"/>
            </a:p>
          </p:txBody>
        </p:sp>
      </p:grpSp>
    </p:spTree>
  </p:cSld>
  <p:clrMapOvr>
    <a:masterClrMapping/>
  </p:clrMapOvr>
  <p:transition spd="slow">
    <p:zoom/>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07452" name="Rectangle 252"/>
          <p:cNvSpPr>
            <a:spLocks noGrp="1" noChangeArrowheads="1"/>
          </p:cNvSpPr>
          <p:nvPr>
            <p:ph idx="1"/>
          </p:nvPr>
        </p:nvSpPr>
        <p:spPr>
          <a:xfrm>
            <a:off x="306388" y="3803650"/>
            <a:ext cx="8496300" cy="2952750"/>
          </a:xfrm>
          <a:solidFill>
            <a:srgbClr val="CCFFCC">
              <a:alpha val="58000"/>
            </a:srgbClr>
          </a:solidFill>
          <a:ln>
            <a:solidFill>
              <a:srgbClr val="0000FF"/>
            </a:solidFill>
            <a:miter/>
          </a:ln>
        </p:spPr>
        <p:txBody>
          <a:bodyPr vert="horz" wrap="square" lIns="91440" tIns="45720" rIns="91440" bIns="45720" numCol="1" anchor="t" anchorCtr="0" compatLnSpc="1"/>
          <a:lstStyle/>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方式</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3</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的特点④ ：</a:t>
            </a:r>
            <a:endParaRPr kumimoji="1" lang="zh-CN" altLang="en-US" sz="2400" b="1" i="0" u="none" strike="noStrike" kern="1200" cap="none" spc="0" normalizeH="0" baseline="0" noProof="0" dirty="0">
              <a:ln>
                <a:noFill/>
              </a:ln>
              <a:solidFill>
                <a:srgbClr val="FF00FF"/>
              </a:solidFill>
              <a:effectLst/>
              <a:uLnTx/>
              <a:uFillTx/>
              <a:latin typeface="+mn-ea"/>
              <a:ea typeface="+mn-ea"/>
              <a:cs typeface="+mn-cs"/>
            </a:endParaRPr>
          </a:p>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当计数初值</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N</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为偶数时，输出端的高低电平持续时间相等，各为</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N/2</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个</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CLK</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脉冲周期；当计数初值</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N</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为奇数时，输出端的高电平持续时间比低电平持续时间多一个脉冲周期，即高电平持续（</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N+1</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/2</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个脉冲周期。低电平持续（</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N-1</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/2</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个脉冲周期。</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grpSp>
        <p:nvGrpSpPr>
          <p:cNvPr id="89091" name="组合 251"/>
          <p:cNvGrpSpPr/>
          <p:nvPr/>
        </p:nvGrpSpPr>
        <p:grpSpPr>
          <a:xfrm>
            <a:off x="395288" y="476250"/>
            <a:ext cx="8110537" cy="2876550"/>
            <a:chOff x="493911" y="765175"/>
            <a:chExt cx="8110537" cy="2876551"/>
          </a:xfrm>
        </p:grpSpPr>
        <p:sp>
          <p:nvSpPr>
            <p:cNvPr id="89092" name="Rectangle 5"/>
            <p:cNvSpPr/>
            <p:nvPr/>
          </p:nvSpPr>
          <p:spPr>
            <a:xfrm>
              <a:off x="798289" y="1196975"/>
              <a:ext cx="34607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CLK</a:t>
              </a:r>
              <a:endParaRPr lang="en-US" altLang="zh-CN" sz="1800" b="0" dirty="0">
                <a:solidFill>
                  <a:schemeClr val="tx1"/>
                </a:solidFill>
                <a:latin typeface="Arial" panose="020B0604020202020204" pitchFamily="34" charset="0"/>
              </a:endParaRPr>
            </a:p>
          </p:txBody>
        </p:sp>
        <p:sp>
          <p:nvSpPr>
            <p:cNvPr id="89093" name="Rectangle 6"/>
            <p:cNvSpPr/>
            <p:nvPr/>
          </p:nvSpPr>
          <p:spPr>
            <a:xfrm>
              <a:off x="841151" y="1495425"/>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89094" name="Rectangle 7"/>
            <p:cNvSpPr/>
            <p:nvPr/>
          </p:nvSpPr>
          <p:spPr>
            <a:xfrm>
              <a:off x="652661" y="1793875"/>
              <a:ext cx="484187"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89095" name="Rectangle 8"/>
            <p:cNvSpPr/>
            <p:nvPr/>
          </p:nvSpPr>
          <p:spPr>
            <a:xfrm>
              <a:off x="779661" y="2189163"/>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89096" name="Rectangle 9"/>
            <p:cNvSpPr/>
            <p:nvPr/>
          </p:nvSpPr>
          <p:spPr>
            <a:xfrm>
              <a:off x="493911" y="2505075"/>
              <a:ext cx="29051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a:t>
              </a:r>
              <a:endParaRPr lang="en-US" altLang="zh-CN" sz="1800" b="0" dirty="0">
                <a:solidFill>
                  <a:schemeClr val="tx1"/>
                </a:solidFill>
                <a:latin typeface="Arial" panose="020B0604020202020204" pitchFamily="34" charset="0"/>
              </a:endParaRPr>
            </a:p>
          </p:txBody>
        </p:sp>
        <p:sp>
          <p:nvSpPr>
            <p:cNvPr id="89097" name="Rectangle 10"/>
            <p:cNvSpPr/>
            <p:nvPr/>
          </p:nvSpPr>
          <p:spPr>
            <a:xfrm>
              <a:off x="776486" y="2511425"/>
              <a:ext cx="3556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奇数</a:t>
              </a:r>
              <a:endParaRPr lang="zh-CN" altLang="en-US" sz="1800" b="0" dirty="0">
                <a:solidFill>
                  <a:schemeClr val="tx1"/>
                </a:solidFill>
                <a:latin typeface="Arial" panose="020B0604020202020204" pitchFamily="34" charset="0"/>
              </a:endParaRPr>
            </a:p>
          </p:txBody>
        </p:sp>
        <p:sp>
          <p:nvSpPr>
            <p:cNvPr id="89098" name="Rectangle 11"/>
            <p:cNvSpPr/>
            <p:nvPr/>
          </p:nvSpPr>
          <p:spPr>
            <a:xfrm>
              <a:off x="1119386" y="2505075"/>
              <a:ext cx="58737"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a:t>
              </a:r>
              <a:endParaRPr lang="en-US" altLang="zh-CN" sz="1800" b="0" dirty="0">
                <a:solidFill>
                  <a:schemeClr val="tx1"/>
                </a:solidFill>
                <a:latin typeface="Arial" panose="020B0604020202020204" pitchFamily="34" charset="0"/>
              </a:endParaRPr>
            </a:p>
          </p:txBody>
        </p:sp>
        <p:sp>
          <p:nvSpPr>
            <p:cNvPr id="89099" name="Rectangle 12"/>
            <p:cNvSpPr/>
            <p:nvPr/>
          </p:nvSpPr>
          <p:spPr>
            <a:xfrm>
              <a:off x="719336" y="2814638"/>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89100" name="Rectangle 13"/>
            <p:cNvSpPr/>
            <p:nvPr/>
          </p:nvSpPr>
          <p:spPr>
            <a:xfrm>
              <a:off x="493911" y="3101975"/>
              <a:ext cx="29051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a:t>
              </a:r>
              <a:endParaRPr lang="en-US" altLang="zh-CN" sz="1800" b="0" dirty="0">
                <a:solidFill>
                  <a:schemeClr val="tx1"/>
                </a:solidFill>
                <a:latin typeface="Arial" panose="020B0604020202020204" pitchFamily="34" charset="0"/>
              </a:endParaRPr>
            </a:p>
          </p:txBody>
        </p:sp>
        <p:sp>
          <p:nvSpPr>
            <p:cNvPr id="89101" name="Rectangle 14"/>
            <p:cNvSpPr/>
            <p:nvPr/>
          </p:nvSpPr>
          <p:spPr>
            <a:xfrm>
              <a:off x="776486" y="3108325"/>
              <a:ext cx="3556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偶数</a:t>
              </a:r>
              <a:endParaRPr lang="zh-CN" altLang="en-US" sz="1800" b="0" dirty="0">
                <a:solidFill>
                  <a:schemeClr val="tx1"/>
                </a:solidFill>
                <a:latin typeface="Arial" panose="020B0604020202020204" pitchFamily="34" charset="0"/>
              </a:endParaRPr>
            </a:p>
          </p:txBody>
        </p:sp>
        <p:sp>
          <p:nvSpPr>
            <p:cNvPr id="89102" name="Line 15"/>
            <p:cNvSpPr/>
            <p:nvPr/>
          </p:nvSpPr>
          <p:spPr>
            <a:xfrm>
              <a:off x="877664" y="1495425"/>
              <a:ext cx="215900" cy="1588"/>
            </a:xfrm>
            <a:prstGeom prst="line">
              <a:avLst/>
            </a:prstGeom>
            <a:ln w="14288" cap="flat" cmpd="sng">
              <a:solidFill>
                <a:srgbClr val="000000"/>
              </a:solidFill>
              <a:prstDash val="solid"/>
              <a:headEnd type="none" w="med" len="med"/>
              <a:tailEnd type="none" w="med" len="med"/>
            </a:ln>
          </p:spPr>
        </p:sp>
        <p:sp>
          <p:nvSpPr>
            <p:cNvPr id="89103" name="Rectangle 16"/>
            <p:cNvSpPr/>
            <p:nvPr/>
          </p:nvSpPr>
          <p:spPr>
            <a:xfrm>
              <a:off x="1787723" y="1885950"/>
              <a:ext cx="1003300" cy="4762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9104" name="Rectangle 17"/>
            <p:cNvSpPr/>
            <p:nvPr/>
          </p:nvSpPr>
          <p:spPr>
            <a:xfrm>
              <a:off x="1213991" y="1920131"/>
              <a:ext cx="5334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高电平</a:t>
              </a:r>
              <a:endParaRPr lang="zh-CN" altLang="en-US" sz="1800" b="0" dirty="0">
                <a:solidFill>
                  <a:schemeClr val="tx1"/>
                </a:solidFill>
                <a:latin typeface="Arial" panose="020B0604020202020204" pitchFamily="34" charset="0"/>
              </a:endParaRPr>
            </a:p>
          </p:txBody>
        </p:sp>
        <p:sp>
          <p:nvSpPr>
            <p:cNvPr id="89105" name="Rectangle 18"/>
            <p:cNvSpPr/>
            <p:nvPr/>
          </p:nvSpPr>
          <p:spPr>
            <a:xfrm>
              <a:off x="1772791" y="1913781"/>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9106" name="Line 19"/>
            <p:cNvSpPr/>
            <p:nvPr/>
          </p:nvSpPr>
          <p:spPr>
            <a:xfrm>
              <a:off x="1141983" y="1885950"/>
              <a:ext cx="7200000" cy="1588"/>
            </a:xfrm>
            <a:prstGeom prst="line">
              <a:avLst/>
            </a:prstGeom>
            <a:ln w="14288" cap="flat" cmpd="sng">
              <a:solidFill>
                <a:srgbClr val="000000"/>
              </a:solidFill>
              <a:prstDash val="solid"/>
              <a:headEnd type="none" w="med" len="med"/>
              <a:tailEnd type="none" w="med" len="med"/>
            </a:ln>
          </p:spPr>
        </p:sp>
        <p:sp>
          <p:nvSpPr>
            <p:cNvPr id="89107" name="Rectangle 20"/>
            <p:cNvSpPr/>
            <p:nvPr/>
          </p:nvSpPr>
          <p:spPr>
            <a:xfrm>
              <a:off x="3691136" y="2043113"/>
              <a:ext cx="1808162" cy="4762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9108" name="Rectangle 21"/>
            <p:cNvSpPr/>
            <p:nvPr/>
          </p:nvSpPr>
          <p:spPr>
            <a:xfrm>
              <a:off x="3679303" y="234791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5</a:t>
              </a:r>
              <a:endParaRPr lang="en-US" altLang="zh-CN" sz="1800" b="0" dirty="0">
                <a:solidFill>
                  <a:schemeClr val="tx1"/>
                </a:solidFill>
                <a:latin typeface="Arial" panose="020B0604020202020204" pitchFamily="34" charset="0"/>
              </a:endParaRPr>
            </a:p>
          </p:txBody>
        </p:sp>
        <p:sp>
          <p:nvSpPr>
            <p:cNvPr id="89109" name="Rectangle 22"/>
            <p:cNvSpPr/>
            <p:nvPr/>
          </p:nvSpPr>
          <p:spPr>
            <a:xfrm>
              <a:off x="4280966" y="234791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89110" name="Rectangle 23"/>
            <p:cNvSpPr/>
            <p:nvPr/>
          </p:nvSpPr>
          <p:spPr>
            <a:xfrm>
              <a:off x="4881041" y="234791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9111" name="Rectangle 24"/>
            <p:cNvSpPr/>
            <p:nvPr/>
          </p:nvSpPr>
          <p:spPr>
            <a:xfrm>
              <a:off x="6662936" y="2605088"/>
              <a:ext cx="1506537" cy="4762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9112" name="Rectangle 25"/>
            <p:cNvSpPr/>
            <p:nvPr/>
          </p:nvSpPr>
          <p:spPr>
            <a:xfrm>
              <a:off x="6807398" y="2779713"/>
              <a:ext cx="10668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自动重复计数</a:t>
              </a:r>
              <a:endParaRPr lang="zh-CN" altLang="en-US" sz="1800" b="0" dirty="0">
                <a:solidFill>
                  <a:schemeClr val="tx1"/>
                </a:solidFill>
                <a:latin typeface="Arial" panose="020B0604020202020204" pitchFamily="34" charset="0"/>
              </a:endParaRPr>
            </a:p>
          </p:txBody>
        </p:sp>
        <p:sp>
          <p:nvSpPr>
            <p:cNvPr id="89113" name="Rectangle 26"/>
            <p:cNvSpPr/>
            <p:nvPr/>
          </p:nvSpPr>
          <p:spPr>
            <a:xfrm>
              <a:off x="5497711" y="2043113"/>
              <a:ext cx="3035300" cy="4762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9114" name="Rectangle 27"/>
            <p:cNvSpPr/>
            <p:nvPr/>
          </p:nvSpPr>
          <p:spPr>
            <a:xfrm>
              <a:off x="5482703" y="23368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89115" name="Rectangle 28"/>
            <p:cNvSpPr/>
            <p:nvPr/>
          </p:nvSpPr>
          <p:spPr>
            <a:xfrm>
              <a:off x="6084366" y="23368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9116" name="Rectangle 29"/>
            <p:cNvSpPr/>
            <p:nvPr/>
          </p:nvSpPr>
          <p:spPr>
            <a:xfrm>
              <a:off x="6723261" y="23368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5</a:t>
              </a:r>
              <a:endParaRPr lang="en-US" altLang="zh-CN" sz="1800" b="0" dirty="0">
                <a:solidFill>
                  <a:schemeClr val="tx1"/>
                </a:solidFill>
                <a:latin typeface="Arial" panose="020B0604020202020204" pitchFamily="34" charset="0"/>
              </a:endParaRPr>
            </a:p>
          </p:txBody>
        </p:sp>
        <p:sp>
          <p:nvSpPr>
            <p:cNvPr id="89117" name="Rectangle 30"/>
            <p:cNvSpPr/>
            <p:nvPr/>
          </p:nvSpPr>
          <p:spPr>
            <a:xfrm>
              <a:off x="6820098" y="2343150"/>
              <a:ext cx="1778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a:t>
              </a:r>
              <a:endParaRPr lang="zh-CN" altLang="en-US" sz="1800" b="0" dirty="0">
                <a:solidFill>
                  <a:schemeClr val="tx1"/>
                </a:solidFill>
                <a:latin typeface="Arial" panose="020B0604020202020204" pitchFamily="34" charset="0"/>
              </a:endParaRPr>
            </a:p>
          </p:txBody>
        </p:sp>
        <p:sp>
          <p:nvSpPr>
            <p:cNvPr id="89118" name="Rectangle 31"/>
            <p:cNvSpPr/>
            <p:nvPr/>
          </p:nvSpPr>
          <p:spPr>
            <a:xfrm>
              <a:off x="6991548" y="23368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89119" name="Rectangle 32"/>
            <p:cNvSpPr/>
            <p:nvPr/>
          </p:nvSpPr>
          <p:spPr>
            <a:xfrm>
              <a:off x="7088386" y="2343150"/>
              <a:ext cx="1778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a:t>
              </a:r>
              <a:endParaRPr lang="zh-CN" altLang="en-US" sz="1800" b="0" dirty="0">
                <a:solidFill>
                  <a:schemeClr val="tx1"/>
                </a:solidFill>
                <a:latin typeface="Arial" panose="020B0604020202020204" pitchFamily="34" charset="0"/>
              </a:endParaRPr>
            </a:p>
          </p:txBody>
        </p:sp>
        <p:sp>
          <p:nvSpPr>
            <p:cNvPr id="89120" name="Rectangle 33"/>
            <p:cNvSpPr/>
            <p:nvPr/>
          </p:nvSpPr>
          <p:spPr>
            <a:xfrm>
              <a:off x="7401123" y="23368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89121" name="Rectangle 34"/>
            <p:cNvSpPr/>
            <p:nvPr/>
          </p:nvSpPr>
          <p:spPr>
            <a:xfrm>
              <a:off x="7942461" y="23368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9122" name="Line 35"/>
            <p:cNvSpPr/>
            <p:nvPr/>
          </p:nvSpPr>
          <p:spPr>
            <a:xfrm>
              <a:off x="1250455" y="2327275"/>
              <a:ext cx="4140000" cy="1588"/>
            </a:xfrm>
            <a:prstGeom prst="line">
              <a:avLst/>
            </a:prstGeom>
            <a:ln w="14288" cap="flat" cmpd="sng">
              <a:solidFill>
                <a:srgbClr val="000000"/>
              </a:solidFill>
              <a:prstDash val="solid"/>
              <a:headEnd type="none" w="med" len="med"/>
              <a:tailEnd type="none" w="med" len="med"/>
            </a:ln>
          </p:spPr>
        </p:sp>
        <p:grpSp>
          <p:nvGrpSpPr>
            <p:cNvPr id="89123" name="Group 36"/>
            <p:cNvGrpSpPr/>
            <p:nvPr/>
          </p:nvGrpSpPr>
          <p:grpSpPr>
            <a:xfrm>
              <a:off x="1395016" y="2635250"/>
              <a:ext cx="614362" cy="14288"/>
              <a:chOff x="965" y="2309"/>
              <a:chExt cx="387" cy="9"/>
            </a:xfrm>
          </p:grpSpPr>
          <p:sp>
            <p:nvSpPr>
              <p:cNvPr id="89333" name="Freeform 37"/>
              <p:cNvSpPr/>
              <p:nvPr/>
            </p:nvSpPr>
            <p:spPr>
              <a:xfrm>
                <a:off x="965" y="2309"/>
                <a:ext cx="44" cy="9"/>
              </a:xfrm>
              <a:custGeom>
                <a:avLst/>
                <a:gdLst/>
                <a:ahLst/>
                <a:cxnLst>
                  <a:cxn ang="0">
                    <a:pos x="6" y="0"/>
                  </a:cxn>
                  <a:cxn ang="0">
                    <a:pos x="5" y="0"/>
                  </a:cxn>
                  <a:cxn ang="0">
                    <a:pos x="3" y="1"/>
                  </a:cxn>
                  <a:cxn ang="0">
                    <a:pos x="2" y="3"/>
                  </a:cxn>
                  <a:cxn ang="0">
                    <a:pos x="0" y="4"/>
                  </a:cxn>
                  <a:cxn ang="0">
                    <a:pos x="2" y="6"/>
                  </a:cxn>
                  <a:cxn ang="0">
                    <a:pos x="3" y="7"/>
                  </a:cxn>
                  <a:cxn ang="0">
                    <a:pos x="5" y="9"/>
                  </a:cxn>
                  <a:cxn ang="0">
                    <a:pos x="38" y="9"/>
                  </a:cxn>
                  <a:cxn ang="0">
                    <a:pos x="39" y="9"/>
                  </a:cxn>
                  <a:cxn ang="0">
                    <a:pos x="41" y="9"/>
                  </a:cxn>
                  <a:cxn ang="0">
                    <a:pos x="42" y="7"/>
                  </a:cxn>
                  <a:cxn ang="0">
                    <a:pos x="44" y="6"/>
                  </a:cxn>
                  <a:cxn ang="0">
                    <a:pos x="44" y="4"/>
                  </a:cxn>
                  <a:cxn ang="0">
                    <a:pos x="42" y="3"/>
                  </a:cxn>
                  <a:cxn ang="0">
                    <a:pos x="41" y="1"/>
                  </a:cxn>
                  <a:cxn ang="0">
                    <a:pos x="39" y="0"/>
                  </a:cxn>
                  <a:cxn ang="0">
                    <a:pos x="6" y="0"/>
                  </a:cxn>
                </a:cxnLst>
                <a:pathLst>
                  <a:path w="44" h="9">
                    <a:moveTo>
                      <a:pt x="6" y="0"/>
                    </a:moveTo>
                    <a:lnTo>
                      <a:pt x="5" y="0"/>
                    </a:lnTo>
                    <a:lnTo>
                      <a:pt x="3" y="1"/>
                    </a:lnTo>
                    <a:lnTo>
                      <a:pt x="2" y="3"/>
                    </a:lnTo>
                    <a:lnTo>
                      <a:pt x="0" y="4"/>
                    </a:lnTo>
                    <a:lnTo>
                      <a:pt x="2" y="6"/>
                    </a:lnTo>
                    <a:lnTo>
                      <a:pt x="3" y="7"/>
                    </a:lnTo>
                    <a:lnTo>
                      <a:pt x="5" y="9"/>
                    </a:lnTo>
                    <a:lnTo>
                      <a:pt x="38" y="9"/>
                    </a:lnTo>
                    <a:lnTo>
                      <a:pt x="39" y="9"/>
                    </a:lnTo>
                    <a:lnTo>
                      <a:pt x="41" y="9"/>
                    </a:lnTo>
                    <a:lnTo>
                      <a:pt x="42" y="7"/>
                    </a:lnTo>
                    <a:lnTo>
                      <a:pt x="44" y="6"/>
                    </a:lnTo>
                    <a:lnTo>
                      <a:pt x="44" y="4"/>
                    </a:lnTo>
                    <a:lnTo>
                      <a:pt x="42" y="3"/>
                    </a:lnTo>
                    <a:lnTo>
                      <a:pt x="41" y="1"/>
                    </a:lnTo>
                    <a:lnTo>
                      <a:pt x="39" y="0"/>
                    </a:lnTo>
                    <a:lnTo>
                      <a:pt x="6" y="0"/>
                    </a:lnTo>
                    <a:close/>
                  </a:path>
                </a:pathLst>
              </a:custGeom>
              <a:solidFill>
                <a:srgbClr val="000000">
                  <a:alpha val="100000"/>
                </a:srgbClr>
              </a:solidFill>
              <a:ln w="9525">
                <a:noFill/>
              </a:ln>
            </p:spPr>
            <p:txBody>
              <a:bodyPr/>
              <a:p>
                <a:endParaRPr lang="zh-CN" altLang="en-US"/>
              </a:p>
            </p:txBody>
          </p:sp>
          <p:sp>
            <p:nvSpPr>
              <p:cNvPr id="89334" name="Freeform 38"/>
              <p:cNvSpPr/>
              <p:nvPr/>
            </p:nvSpPr>
            <p:spPr>
              <a:xfrm>
                <a:off x="1026" y="2309"/>
                <a:ext cx="43"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8" y="9"/>
                  </a:cxn>
                  <a:cxn ang="0">
                    <a:pos x="39" y="9"/>
                  </a:cxn>
                  <a:cxn ang="0">
                    <a:pos x="40" y="9"/>
                  </a:cxn>
                  <a:cxn ang="0">
                    <a:pos x="42" y="7"/>
                  </a:cxn>
                  <a:cxn ang="0">
                    <a:pos x="43" y="6"/>
                  </a:cxn>
                  <a:cxn ang="0">
                    <a:pos x="43" y="4"/>
                  </a:cxn>
                  <a:cxn ang="0">
                    <a:pos x="42" y="3"/>
                  </a:cxn>
                  <a:cxn ang="0">
                    <a:pos x="40" y="1"/>
                  </a:cxn>
                  <a:cxn ang="0">
                    <a:pos x="39" y="0"/>
                  </a:cxn>
                  <a:cxn ang="0">
                    <a:pos x="4" y="0"/>
                  </a:cxn>
                </a:cxnLst>
                <a:pathLst>
                  <a:path w="43" h="9">
                    <a:moveTo>
                      <a:pt x="4" y="0"/>
                    </a:moveTo>
                    <a:lnTo>
                      <a:pt x="3" y="0"/>
                    </a:lnTo>
                    <a:lnTo>
                      <a:pt x="1" y="1"/>
                    </a:lnTo>
                    <a:lnTo>
                      <a:pt x="0" y="3"/>
                    </a:lnTo>
                    <a:lnTo>
                      <a:pt x="0" y="4"/>
                    </a:lnTo>
                    <a:lnTo>
                      <a:pt x="0" y="6"/>
                    </a:lnTo>
                    <a:lnTo>
                      <a:pt x="0" y="7"/>
                    </a:lnTo>
                    <a:lnTo>
                      <a:pt x="1" y="9"/>
                    </a:lnTo>
                    <a:lnTo>
                      <a:pt x="3" y="9"/>
                    </a:lnTo>
                    <a:lnTo>
                      <a:pt x="38" y="9"/>
                    </a:lnTo>
                    <a:lnTo>
                      <a:pt x="39" y="9"/>
                    </a:lnTo>
                    <a:lnTo>
                      <a:pt x="40" y="9"/>
                    </a:lnTo>
                    <a:lnTo>
                      <a:pt x="42" y="7"/>
                    </a:lnTo>
                    <a:lnTo>
                      <a:pt x="43" y="6"/>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9335" name="Freeform 39"/>
              <p:cNvSpPr/>
              <p:nvPr/>
            </p:nvSpPr>
            <p:spPr>
              <a:xfrm>
                <a:off x="1087" y="2309"/>
                <a:ext cx="43"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7" y="9"/>
                  </a:cxn>
                  <a:cxn ang="0">
                    <a:pos x="39" y="9"/>
                  </a:cxn>
                  <a:cxn ang="0">
                    <a:pos x="40" y="9"/>
                  </a:cxn>
                  <a:cxn ang="0">
                    <a:pos x="41" y="7"/>
                  </a:cxn>
                  <a:cxn ang="0">
                    <a:pos x="43" y="6"/>
                  </a:cxn>
                  <a:cxn ang="0">
                    <a:pos x="43" y="4"/>
                  </a:cxn>
                  <a:cxn ang="0">
                    <a:pos x="41" y="3"/>
                  </a:cxn>
                  <a:cxn ang="0">
                    <a:pos x="40" y="1"/>
                  </a:cxn>
                  <a:cxn ang="0">
                    <a:pos x="39" y="0"/>
                  </a:cxn>
                  <a:cxn ang="0">
                    <a:pos x="4" y="0"/>
                  </a:cxn>
                </a:cxnLst>
                <a:pathLst>
                  <a:path w="43" h="9">
                    <a:moveTo>
                      <a:pt x="4" y="0"/>
                    </a:moveTo>
                    <a:lnTo>
                      <a:pt x="3" y="0"/>
                    </a:lnTo>
                    <a:lnTo>
                      <a:pt x="1" y="1"/>
                    </a:lnTo>
                    <a:lnTo>
                      <a:pt x="0" y="3"/>
                    </a:lnTo>
                    <a:lnTo>
                      <a:pt x="0" y="4"/>
                    </a:lnTo>
                    <a:lnTo>
                      <a:pt x="0" y="6"/>
                    </a:lnTo>
                    <a:lnTo>
                      <a:pt x="0" y="7"/>
                    </a:lnTo>
                    <a:lnTo>
                      <a:pt x="1" y="9"/>
                    </a:lnTo>
                    <a:lnTo>
                      <a:pt x="3" y="9"/>
                    </a:lnTo>
                    <a:lnTo>
                      <a:pt x="37" y="9"/>
                    </a:lnTo>
                    <a:lnTo>
                      <a:pt x="39" y="9"/>
                    </a:lnTo>
                    <a:lnTo>
                      <a:pt x="40" y="9"/>
                    </a:lnTo>
                    <a:lnTo>
                      <a:pt x="41" y="7"/>
                    </a:lnTo>
                    <a:lnTo>
                      <a:pt x="43" y="6"/>
                    </a:lnTo>
                    <a:lnTo>
                      <a:pt x="43" y="4"/>
                    </a:lnTo>
                    <a:lnTo>
                      <a:pt x="41"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9336" name="Freeform 40"/>
              <p:cNvSpPr/>
              <p:nvPr/>
            </p:nvSpPr>
            <p:spPr>
              <a:xfrm>
                <a:off x="1147" y="2309"/>
                <a:ext cx="44" cy="9"/>
              </a:xfrm>
              <a:custGeom>
                <a:avLst/>
                <a:gdLst/>
                <a:ahLst/>
                <a:cxnLst>
                  <a:cxn ang="0">
                    <a:pos x="5" y="0"/>
                  </a:cxn>
                  <a:cxn ang="0">
                    <a:pos x="3" y="0"/>
                  </a:cxn>
                  <a:cxn ang="0">
                    <a:pos x="2" y="1"/>
                  </a:cxn>
                  <a:cxn ang="0">
                    <a:pos x="0" y="3"/>
                  </a:cxn>
                  <a:cxn ang="0">
                    <a:pos x="0" y="4"/>
                  </a:cxn>
                  <a:cxn ang="0">
                    <a:pos x="0" y="6"/>
                  </a:cxn>
                  <a:cxn ang="0">
                    <a:pos x="0" y="7"/>
                  </a:cxn>
                  <a:cxn ang="0">
                    <a:pos x="2" y="9"/>
                  </a:cxn>
                  <a:cxn ang="0">
                    <a:pos x="3" y="9"/>
                  </a:cxn>
                  <a:cxn ang="0">
                    <a:pos x="38" y="9"/>
                  </a:cxn>
                  <a:cxn ang="0">
                    <a:pos x="39" y="9"/>
                  </a:cxn>
                  <a:cxn ang="0">
                    <a:pos x="41" y="9"/>
                  </a:cxn>
                  <a:cxn ang="0">
                    <a:pos x="42" y="7"/>
                  </a:cxn>
                  <a:cxn ang="0">
                    <a:pos x="44" y="6"/>
                  </a:cxn>
                  <a:cxn ang="0">
                    <a:pos x="44" y="4"/>
                  </a:cxn>
                  <a:cxn ang="0">
                    <a:pos x="42" y="3"/>
                  </a:cxn>
                  <a:cxn ang="0">
                    <a:pos x="41" y="1"/>
                  </a:cxn>
                  <a:cxn ang="0">
                    <a:pos x="39" y="0"/>
                  </a:cxn>
                  <a:cxn ang="0">
                    <a:pos x="5" y="0"/>
                  </a:cxn>
                </a:cxnLst>
                <a:pathLst>
                  <a:path w="44" h="9">
                    <a:moveTo>
                      <a:pt x="5" y="0"/>
                    </a:moveTo>
                    <a:lnTo>
                      <a:pt x="3" y="0"/>
                    </a:lnTo>
                    <a:lnTo>
                      <a:pt x="2" y="1"/>
                    </a:lnTo>
                    <a:lnTo>
                      <a:pt x="0" y="3"/>
                    </a:lnTo>
                    <a:lnTo>
                      <a:pt x="0" y="4"/>
                    </a:lnTo>
                    <a:lnTo>
                      <a:pt x="0" y="6"/>
                    </a:lnTo>
                    <a:lnTo>
                      <a:pt x="0" y="7"/>
                    </a:lnTo>
                    <a:lnTo>
                      <a:pt x="2" y="9"/>
                    </a:lnTo>
                    <a:lnTo>
                      <a:pt x="3" y="9"/>
                    </a:lnTo>
                    <a:lnTo>
                      <a:pt x="38" y="9"/>
                    </a:lnTo>
                    <a:lnTo>
                      <a:pt x="39" y="9"/>
                    </a:lnTo>
                    <a:lnTo>
                      <a:pt x="41" y="9"/>
                    </a:lnTo>
                    <a:lnTo>
                      <a:pt x="42" y="7"/>
                    </a:lnTo>
                    <a:lnTo>
                      <a:pt x="44" y="6"/>
                    </a:lnTo>
                    <a:lnTo>
                      <a:pt x="44" y="4"/>
                    </a:lnTo>
                    <a:lnTo>
                      <a:pt x="42" y="3"/>
                    </a:lnTo>
                    <a:lnTo>
                      <a:pt x="41" y="1"/>
                    </a:lnTo>
                    <a:lnTo>
                      <a:pt x="39" y="0"/>
                    </a:lnTo>
                    <a:lnTo>
                      <a:pt x="5" y="0"/>
                    </a:lnTo>
                    <a:close/>
                  </a:path>
                </a:pathLst>
              </a:custGeom>
              <a:solidFill>
                <a:srgbClr val="000000">
                  <a:alpha val="100000"/>
                </a:srgbClr>
              </a:solidFill>
              <a:ln w="9525">
                <a:noFill/>
              </a:ln>
            </p:spPr>
            <p:txBody>
              <a:bodyPr/>
              <a:p>
                <a:endParaRPr lang="zh-CN" altLang="en-US"/>
              </a:p>
            </p:txBody>
          </p:sp>
          <p:sp>
            <p:nvSpPr>
              <p:cNvPr id="89337" name="Freeform 41"/>
              <p:cNvSpPr/>
              <p:nvPr/>
            </p:nvSpPr>
            <p:spPr>
              <a:xfrm>
                <a:off x="1208" y="2309"/>
                <a:ext cx="43"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7" y="9"/>
                  </a:cxn>
                  <a:cxn ang="0">
                    <a:pos x="39" y="9"/>
                  </a:cxn>
                  <a:cxn ang="0">
                    <a:pos x="40" y="9"/>
                  </a:cxn>
                  <a:cxn ang="0">
                    <a:pos x="42" y="7"/>
                  </a:cxn>
                  <a:cxn ang="0">
                    <a:pos x="43" y="6"/>
                  </a:cxn>
                  <a:cxn ang="0">
                    <a:pos x="43" y="4"/>
                  </a:cxn>
                  <a:cxn ang="0">
                    <a:pos x="42" y="3"/>
                  </a:cxn>
                  <a:cxn ang="0">
                    <a:pos x="40" y="1"/>
                  </a:cxn>
                  <a:cxn ang="0">
                    <a:pos x="39" y="0"/>
                  </a:cxn>
                  <a:cxn ang="0">
                    <a:pos x="4" y="0"/>
                  </a:cxn>
                </a:cxnLst>
                <a:pathLst>
                  <a:path w="43" h="9">
                    <a:moveTo>
                      <a:pt x="4" y="0"/>
                    </a:moveTo>
                    <a:lnTo>
                      <a:pt x="3" y="0"/>
                    </a:lnTo>
                    <a:lnTo>
                      <a:pt x="1" y="1"/>
                    </a:lnTo>
                    <a:lnTo>
                      <a:pt x="0" y="3"/>
                    </a:lnTo>
                    <a:lnTo>
                      <a:pt x="0" y="4"/>
                    </a:lnTo>
                    <a:lnTo>
                      <a:pt x="0" y="6"/>
                    </a:lnTo>
                    <a:lnTo>
                      <a:pt x="0" y="7"/>
                    </a:lnTo>
                    <a:lnTo>
                      <a:pt x="1" y="9"/>
                    </a:lnTo>
                    <a:lnTo>
                      <a:pt x="3" y="9"/>
                    </a:lnTo>
                    <a:lnTo>
                      <a:pt x="37" y="9"/>
                    </a:lnTo>
                    <a:lnTo>
                      <a:pt x="39" y="9"/>
                    </a:lnTo>
                    <a:lnTo>
                      <a:pt x="40" y="9"/>
                    </a:lnTo>
                    <a:lnTo>
                      <a:pt x="42" y="7"/>
                    </a:lnTo>
                    <a:lnTo>
                      <a:pt x="43" y="6"/>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89338" name="Freeform 42"/>
              <p:cNvSpPr/>
              <p:nvPr/>
            </p:nvSpPr>
            <p:spPr>
              <a:xfrm>
                <a:off x="1269" y="2309"/>
                <a:ext cx="43" cy="9"/>
              </a:xfrm>
              <a:custGeom>
                <a:avLst/>
                <a:gdLst/>
                <a:ahLst/>
                <a:cxnLst>
                  <a:cxn ang="0">
                    <a:pos x="4" y="0"/>
                  </a:cxn>
                  <a:cxn ang="0">
                    <a:pos x="2" y="0"/>
                  </a:cxn>
                  <a:cxn ang="0">
                    <a:pos x="1" y="1"/>
                  </a:cxn>
                  <a:cxn ang="0">
                    <a:pos x="0" y="3"/>
                  </a:cxn>
                  <a:cxn ang="0">
                    <a:pos x="0" y="4"/>
                  </a:cxn>
                  <a:cxn ang="0">
                    <a:pos x="0" y="6"/>
                  </a:cxn>
                  <a:cxn ang="0">
                    <a:pos x="0" y="7"/>
                  </a:cxn>
                  <a:cxn ang="0">
                    <a:pos x="1" y="9"/>
                  </a:cxn>
                  <a:cxn ang="0">
                    <a:pos x="2" y="9"/>
                  </a:cxn>
                  <a:cxn ang="0">
                    <a:pos x="37" y="9"/>
                  </a:cxn>
                  <a:cxn ang="0">
                    <a:pos x="38" y="9"/>
                  </a:cxn>
                  <a:cxn ang="0">
                    <a:pos x="40" y="9"/>
                  </a:cxn>
                  <a:cxn ang="0">
                    <a:pos x="41" y="7"/>
                  </a:cxn>
                  <a:cxn ang="0">
                    <a:pos x="43" y="6"/>
                  </a:cxn>
                  <a:cxn ang="0">
                    <a:pos x="43" y="4"/>
                  </a:cxn>
                  <a:cxn ang="0">
                    <a:pos x="41" y="3"/>
                  </a:cxn>
                  <a:cxn ang="0">
                    <a:pos x="40" y="1"/>
                  </a:cxn>
                  <a:cxn ang="0">
                    <a:pos x="38" y="0"/>
                  </a:cxn>
                  <a:cxn ang="0">
                    <a:pos x="4" y="0"/>
                  </a:cxn>
                </a:cxnLst>
                <a:pathLst>
                  <a:path w="43" h="9">
                    <a:moveTo>
                      <a:pt x="4" y="0"/>
                    </a:moveTo>
                    <a:lnTo>
                      <a:pt x="2" y="0"/>
                    </a:lnTo>
                    <a:lnTo>
                      <a:pt x="1" y="1"/>
                    </a:lnTo>
                    <a:lnTo>
                      <a:pt x="0" y="3"/>
                    </a:lnTo>
                    <a:lnTo>
                      <a:pt x="0" y="4"/>
                    </a:lnTo>
                    <a:lnTo>
                      <a:pt x="0" y="6"/>
                    </a:lnTo>
                    <a:lnTo>
                      <a:pt x="0" y="7"/>
                    </a:lnTo>
                    <a:lnTo>
                      <a:pt x="1" y="9"/>
                    </a:lnTo>
                    <a:lnTo>
                      <a:pt x="2" y="9"/>
                    </a:lnTo>
                    <a:lnTo>
                      <a:pt x="37" y="9"/>
                    </a:lnTo>
                    <a:lnTo>
                      <a:pt x="38" y="9"/>
                    </a:lnTo>
                    <a:lnTo>
                      <a:pt x="40" y="9"/>
                    </a:lnTo>
                    <a:lnTo>
                      <a:pt x="41" y="7"/>
                    </a:lnTo>
                    <a:lnTo>
                      <a:pt x="43" y="6"/>
                    </a:lnTo>
                    <a:lnTo>
                      <a:pt x="43" y="4"/>
                    </a:lnTo>
                    <a:lnTo>
                      <a:pt x="41" y="3"/>
                    </a:lnTo>
                    <a:lnTo>
                      <a:pt x="40" y="1"/>
                    </a:lnTo>
                    <a:lnTo>
                      <a:pt x="38" y="0"/>
                    </a:lnTo>
                    <a:lnTo>
                      <a:pt x="4" y="0"/>
                    </a:lnTo>
                    <a:close/>
                  </a:path>
                </a:pathLst>
              </a:custGeom>
              <a:solidFill>
                <a:srgbClr val="000000">
                  <a:alpha val="100000"/>
                </a:srgbClr>
              </a:solidFill>
              <a:ln w="9525">
                <a:noFill/>
              </a:ln>
            </p:spPr>
            <p:txBody>
              <a:bodyPr/>
              <a:p>
                <a:endParaRPr lang="zh-CN" altLang="en-US"/>
              </a:p>
            </p:txBody>
          </p:sp>
          <p:sp>
            <p:nvSpPr>
              <p:cNvPr id="89339" name="Freeform 43"/>
              <p:cNvSpPr/>
              <p:nvPr/>
            </p:nvSpPr>
            <p:spPr>
              <a:xfrm>
                <a:off x="1329" y="2309"/>
                <a:ext cx="23" cy="9"/>
              </a:xfrm>
              <a:custGeom>
                <a:avLst/>
                <a:gdLst/>
                <a:ahLst/>
                <a:cxnLst>
                  <a:cxn ang="0">
                    <a:pos x="4" y="0"/>
                  </a:cxn>
                  <a:cxn ang="0">
                    <a:pos x="3" y="0"/>
                  </a:cxn>
                  <a:cxn ang="0">
                    <a:pos x="2" y="1"/>
                  </a:cxn>
                  <a:cxn ang="0">
                    <a:pos x="0" y="3"/>
                  </a:cxn>
                  <a:cxn ang="0">
                    <a:pos x="0" y="4"/>
                  </a:cxn>
                  <a:cxn ang="0">
                    <a:pos x="0" y="6"/>
                  </a:cxn>
                  <a:cxn ang="0">
                    <a:pos x="0" y="7"/>
                  </a:cxn>
                  <a:cxn ang="0">
                    <a:pos x="2" y="9"/>
                  </a:cxn>
                  <a:cxn ang="0">
                    <a:pos x="3" y="9"/>
                  </a:cxn>
                  <a:cxn ang="0">
                    <a:pos x="19" y="9"/>
                  </a:cxn>
                  <a:cxn ang="0">
                    <a:pos x="20" y="7"/>
                  </a:cxn>
                  <a:cxn ang="0">
                    <a:pos x="22" y="6"/>
                  </a:cxn>
                  <a:cxn ang="0">
                    <a:pos x="23" y="4"/>
                  </a:cxn>
                  <a:cxn ang="0">
                    <a:pos x="22" y="3"/>
                  </a:cxn>
                  <a:cxn ang="0">
                    <a:pos x="20" y="1"/>
                  </a:cxn>
                  <a:cxn ang="0">
                    <a:pos x="20" y="0"/>
                  </a:cxn>
                  <a:cxn ang="0">
                    <a:pos x="4" y="0"/>
                  </a:cxn>
                </a:cxnLst>
                <a:pathLst>
                  <a:path w="23" h="9">
                    <a:moveTo>
                      <a:pt x="4" y="0"/>
                    </a:moveTo>
                    <a:lnTo>
                      <a:pt x="3" y="0"/>
                    </a:lnTo>
                    <a:lnTo>
                      <a:pt x="2" y="1"/>
                    </a:lnTo>
                    <a:lnTo>
                      <a:pt x="0" y="3"/>
                    </a:lnTo>
                    <a:lnTo>
                      <a:pt x="0" y="4"/>
                    </a:lnTo>
                    <a:lnTo>
                      <a:pt x="0" y="6"/>
                    </a:lnTo>
                    <a:lnTo>
                      <a:pt x="0" y="7"/>
                    </a:lnTo>
                    <a:lnTo>
                      <a:pt x="2" y="9"/>
                    </a:lnTo>
                    <a:lnTo>
                      <a:pt x="3" y="9"/>
                    </a:lnTo>
                    <a:lnTo>
                      <a:pt x="19" y="9"/>
                    </a:lnTo>
                    <a:lnTo>
                      <a:pt x="20" y="7"/>
                    </a:lnTo>
                    <a:lnTo>
                      <a:pt x="22" y="6"/>
                    </a:lnTo>
                    <a:lnTo>
                      <a:pt x="23" y="4"/>
                    </a:lnTo>
                    <a:lnTo>
                      <a:pt x="22" y="3"/>
                    </a:lnTo>
                    <a:lnTo>
                      <a:pt x="20" y="1"/>
                    </a:lnTo>
                    <a:lnTo>
                      <a:pt x="20" y="0"/>
                    </a:lnTo>
                    <a:lnTo>
                      <a:pt x="4" y="0"/>
                    </a:lnTo>
                    <a:close/>
                  </a:path>
                </a:pathLst>
              </a:custGeom>
              <a:solidFill>
                <a:srgbClr val="000000">
                  <a:alpha val="100000"/>
                </a:srgbClr>
              </a:solidFill>
              <a:ln w="9525">
                <a:noFill/>
              </a:ln>
            </p:spPr>
            <p:txBody>
              <a:bodyPr/>
              <a:p>
                <a:endParaRPr lang="zh-CN" altLang="en-US"/>
              </a:p>
            </p:txBody>
          </p:sp>
        </p:grpSp>
        <p:grpSp>
          <p:nvGrpSpPr>
            <p:cNvPr id="89124" name="Group 44"/>
            <p:cNvGrpSpPr/>
            <p:nvPr/>
          </p:nvGrpSpPr>
          <p:grpSpPr>
            <a:xfrm>
              <a:off x="1996678" y="2320925"/>
              <a:ext cx="114300" cy="328613"/>
              <a:chOff x="1344" y="2111"/>
              <a:chExt cx="72" cy="207"/>
            </a:xfrm>
          </p:grpSpPr>
          <p:sp>
            <p:nvSpPr>
              <p:cNvPr id="89329" name="Freeform 45"/>
              <p:cNvSpPr/>
              <p:nvPr/>
            </p:nvSpPr>
            <p:spPr>
              <a:xfrm>
                <a:off x="1344" y="2276"/>
                <a:ext cx="18" cy="42"/>
              </a:xfrm>
              <a:custGeom>
                <a:avLst/>
                <a:gdLst/>
                <a:ahLst/>
                <a:cxnLst>
                  <a:cxn ang="0">
                    <a:pos x="0" y="37"/>
                  </a:cxn>
                  <a:cxn ang="0">
                    <a:pos x="0" y="37"/>
                  </a:cxn>
                  <a:cxn ang="0">
                    <a:pos x="1" y="39"/>
                  </a:cxn>
                  <a:cxn ang="0">
                    <a:pos x="2" y="40"/>
                  </a:cxn>
                  <a:cxn ang="0">
                    <a:pos x="4" y="42"/>
                  </a:cxn>
                  <a:cxn ang="0">
                    <a:pos x="5" y="40"/>
                  </a:cxn>
                  <a:cxn ang="0">
                    <a:pos x="7" y="39"/>
                  </a:cxn>
                  <a:cxn ang="0">
                    <a:pos x="8" y="39"/>
                  </a:cxn>
                  <a:cxn ang="0">
                    <a:pos x="18" y="6"/>
                  </a:cxn>
                  <a:cxn ang="0">
                    <a:pos x="18" y="4"/>
                  </a:cxn>
                  <a:cxn ang="0">
                    <a:pos x="18" y="3"/>
                  </a:cxn>
                  <a:cxn ang="0">
                    <a:pos x="17" y="1"/>
                  </a:cxn>
                  <a:cxn ang="0">
                    <a:pos x="15" y="0"/>
                  </a:cxn>
                  <a:cxn ang="0">
                    <a:pos x="14" y="0"/>
                  </a:cxn>
                  <a:cxn ang="0">
                    <a:pos x="13" y="1"/>
                  </a:cxn>
                  <a:cxn ang="0">
                    <a:pos x="11" y="3"/>
                  </a:cxn>
                  <a:cxn ang="0">
                    <a:pos x="10" y="4"/>
                  </a:cxn>
                  <a:cxn ang="0">
                    <a:pos x="0" y="37"/>
                  </a:cxn>
                </a:cxnLst>
                <a:pathLst>
                  <a:path w="18" h="42">
                    <a:moveTo>
                      <a:pt x="0" y="37"/>
                    </a:moveTo>
                    <a:lnTo>
                      <a:pt x="0" y="37"/>
                    </a:lnTo>
                    <a:lnTo>
                      <a:pt x="1" y="39"/>
                    </a:lnTo>
                    <a:lnTo>
                      <a:pt x="2" y="40"/>
                    </a:lnTo>
                    <a:lnTo>
                      <a:pt x="4" y="42"/>
                    </a:lnTo>
                    <a:lnTo>
                      <a:pt x="5" y="40"/>
                    </a:lnTo>
                    <a:lnTo>
                      <a:pt x="7" y="39"/>
                    </a:lnTo>
                    <a:lnTo>
                      <a:pt x="8" y="39"/>
                    </a:lnTo>
                    <a:lnTo>
                      <a:pt x="18" y="6"/>
                    </a:lnTo>
                    <a:lnTo>
                      <a:pt x="18" y="4"/>
                    </a:lnTo>
                    <a:lnTo>
                      <a:pt x="18" y="3"/>
                    </a:lnTo>
                    <a:lnTo>
                      <a:pt x="17" y="1"/>
                    </a:lnTo>
                    <a:lnTo>
                      <a:pt x="15" y="0"/>
                    </a:lnTo>
                    <a:lnTo>
                      <a:pt x="14" y="0"/>
                    </a:lnTo>
                    <a:lnTo>
                      <a:pt x="13" y="1"/>
                    </a:lnTo>
                    <a:lnTo>
                      <a:pt x="11" y="3"/>
                    </a:lnTo>
                    <a:lnTo>
                      <a:pt x="10" y="4"/>
                    </a:lnTo>
                    <a:lnTo>
                      <a:pt x="0" y="37"/>
                    </a:lnTo>
                    <a:close/>
                  </a:path>
                </a:pathLst>
              </a:custGeom>
              <a:solidFill>
                <a:srgbClr val="000000">
                  <a:alpha val="100000"/>
                </a:srgbClr>
              </a:solidFill>
              <a:ln w="9525">
                <a:noFill/>
              </a:ln>
            </p:spPr>
            <p:txBody>
              <a:bodyPr/>
              <a:p>
                <a:endParaRPr lang="zh-CN" altLang="en-US"/>
              </a:p>
            </p:txBody>
          </p:sp>
          <p:sp>
            <p:nvSpPr>
              <p:cNvPr id="89330" name="Freeform 46"/>
              <p:cNvSpPr/>
              <p:nvPr/>
            </p:nvSpPr>
            <p:spPr>
              <a:xfrm>
                <a:off x="1362" y="2218"/>
                <a:ext cx="19" cy="42"/>
              </a:xfrm>
              <a:custGeom>
                <a:avLst/>
                <a:gdLst/>
                <a:ahLst/>
                <a:cxnLst>
                  <a:cxn ang="0">
                    <a:pos x="0" y="38"/>
                  </a:cxn>
                  <a:cxn ang="0">
                    <a:pos x="0" y="39"/>
                  </a:cxn>
                  <a:cxn ang="0">
                    <a:pos x="0" y="40"/>
                  </a:cxn>
                  <a:cxn ang="0">
                    <a:pos x="2" y="42"/>
                  </a:cxn>
                  <a:cxn ang="0">
                    <a:pos x="3" y="42"/>
                  </a:cxn>
                  <a:cxn ang="0">
                    <a:pos x="5" y="42"/>
                  </a:cxn>
                  <a:cxn ang="0">
                    <a:pos x="6" y="42"/>
                  </a:cxn>
                  <a:cxn ang="0">
                    <a:pos x="8" y="40"/>
                  </a:cxn>
                  <a:cxn ang="0">
                    <a:pos x="9" y="39"/>
                  </a:cxn>
                  <a:cxn ang="0">
                    <a:pos x="19" y="6"/>
                  </a:cxn>
                  <a:cxn ang="0">
                    <a:pos x="19" y="4"/>
                  </a:cxn>
                  <a:cxn ang="0">
                    <a:pos x="19" y="3"/>
                  </a:cxn>
                  <a:cxn ang="0">
                    <a:pos x="18" y="1"/>
                  </a:cxn>
                  <a:cxn ang="0">
                    <a:pos x="16" y="0"/>
                  </a:cxn>
                  <a:cxn ang="0">
                    <a:pos x="15" y="0"/>
                  </a:cxn>
                  <a:cxn ang="0">
                    <a:pos x="13" y="1"/>
                  </a:cxn>
                  <a:cxn ang="0">
                    <a:pos x="12" y="3"/>
                  </a:cxn>
                  <a:cxn ang="0">
                    <a:pos x="10" y="4"/>
                  </a:cxn>
                  <a:cxn ang="0">
                    <a:pos x="0" y="38"/>
                  </a:cxn>
                </a:cxnLst>
                <a:pathLst>
                  <a:path w="19" h="42">
                    <a:moveTo>
                      <a:pt x="0" y="38"/>
                    </a:moveTo>
                    <a:lnTo>
                      <a:pt x="0" y="39"/>
                    </a:lnTo>
                    <a:lnTo>
                      <a:pt x="0" y="40"/>
                    </a:lnTo>
                    <a:lnTo>
                      <a:pt x="2" y="42"/>
                    </a:lnTo>
                    <a:lnTo>
                      <a:pt x="3" y="42"/>
                    </a:lnTo>
                    <a:lnTo>
                      <a:pt x="5" y="42"/>
                    </a:lnTo>
                    <a:lnTo>
                      <a:pt x="6" y="42"/>
                    </a:lnTo>
                    <a:lnTo>
                      <a:pt x="8" y="40"/>
                    </a:lnTo>
                    <a:lnTo>
                      <a:pt x="9" y="39"/>
                    </a:lnTo>
                    <a:lnTo>
                      <a:pt x="19" y="6"/>
                    </a:lnTo>
                    <a:lnTo>
                      <a:pt x="19" y="4"/>
                    </a:lnTo>
                    <a:lnTo>
                      <a:pt x="19" y="3"/>
                    </a:lnTo>
                    <a:lnTo>
                      <a:pt x="18" y="1"/>
                    </a:lnTo>
                    <a:lnTo>
                      <a:pt x="16" y="0"/>
                    </a:lnTo>
                    <a:lnTo>
                      <a:pt x="15" y="0"/>
                    </a:lnTo>
                    <a:lnTo>
                      <a:pt x="13" y="1"/>
                    </a:lnTo>
                    <a:lnTo>
                      <a:pt x="12" y="3"/>
                    </a:lnTo>
                    <a:lnTo>
                      <a:pt x="10" y="4"/>
                    </a:lnTo>
                    <a:lnTo>
                      <a:pt x="0" y="38"/>
                    </a:lnTo>
                    <a:close/>
                  </a:path>
                </a:pathLst>
              </a:custGeom>
              <a:solidFill>
                <a:srgbClr val="000000">
                  <a:alpha val="100000"/>
                </a:srgbClr>
              </a:solidFill>
              <a:ln w="9525">
                <a:noFill/>
              </a:ln>
            </p:spPr>
            <p:txBody>
              <a:bodyPr/>
              <a:p>
                <a:endParaRPr lang="zh-CN" altLang="en-US"/>
              </a:p>
            </p:txBody>
          </p:sp>
          <p:sp>
            <p:nvSpPr>
              <p:cNvPr id="89331" name="Freeform 47"/>
              <p:cNvSpPr/>
              <p:nvPr/>
            </p:nvSpPr>
            <p:spPr>
              <a:xfrm>
                <a:off x="1381" y="2160"/>
                <a:ext cx="19" cy="42"/>
              </a:xfrm>
              <a:custGeom>
                <a:avLst/>
                <a:gdLst/>
                <a:ahLst/>
                <a:cxnLst>
                  <a:cxn ang="0">
                    <a:pos x="0" y="38"/>
                  </a:cxn>
                  <a:cxn ang="0">
                    <a:pos x="0" y="39"/>
                  </a:cxn>
                  <a:cxn ang="0">
                    <a:pos x="0" y="41"/>
                  </a:cxn>
                  <a:cxn ang="0">
                    <a:pos x="2" y="42"/>
                  </a:cxn>
                  <a:cxn ang="0">
                    <a:pos x="3" y="42"/>
                  </a:cxn>
                  <a:cxn ang="0">
                    <a:pos x="4" y="42"/>
                  </a:cxn>
                  <a:cxn ang="0">
                    <a:pos x="6" y="42"/>
                  </a:cxn>
                  <a:cxn ang="0">
                    <a:pos x="7" y="41"/>
                  </a:cxn>
                  <a:cxn ang="0">
                    <a:pos x="9" y="39"/>
                  </a:cxn>
                  <a:cxn ang="0">
                    <a:pos x="19" y="6"/>
                  </a:cxn>
                  <a:cxn ang="0">
                    <a:pos x="19" y="4"/>
                  </a:cxn>
                  <a:cxn ang="0">
                    <a:pos x="19" y="3"/>
                  </a:cxn>
                  <a:cxn ang="0">
                    <a:pos x="17" y="2"/>
                  </a:cxn>
                  <a:cxn ang="0">
                    <a:pos x="16" y="0"/>
                  </a:cxn>
                  <a:cxn ang="0">
                    <a:pos x="15" y="0"/>
                  </a:cxn>
                  <a:cxn ang="0">
                    <a:pos x="13" y="2"/>
                  </a:cxn>
                  <a:cxn ang="0">
                    <a:pos x="12" y="3"/>
                  </a:cxn>
                  <a:cxn ang="0">
                    <a:pos x="10" y="4"/>
                  </a:cxn>
                  <a:cxn ang="0">
                    <a:pos x="0" y="38"/>
                  </a:cxn>
                </a:cxnLst>
                <a:pathLst>
                  <a:path w="19" h="42">
                    <a:moveTo>
                      <a:pt x="0" y="38"/>
                    </a:moveTo>
                    <a:lnTo>
                      <a:pt x="0" y="39"/>
                    </a:lnTo>
                    <a:lnTo>
                      <a:pt x="0" y="41"/>
                    </a:lnTo>
                    <a:lnTo>
                      <a:pt x="2" y="42"/>
                    </a:lnTo>
                    <a:lnTo>
                      <a:pt x="3" y="42"/>
                    </a:lnTo>
                    <a:lnTo>
                      <a:pt x="4" y="42"/>
                    </a:lnTo>
                    <a:lnTo>
                      <a:pt x="6" y="42"/>
                    </a:lnTo>
                    <a:lnTo>
                      <a:pt x="7" y="41"/>
                    </a:lnTo>
                    <a:lnTo>
                      <a:pt x="9" y="39"/>
                    </a:lnTo>
                    <a:lnTo>
                      <a:pt x="19" y="6"/>
                    </a:lnTo>
                    <a:lnTo>
                      <a:pt x="19" y="4"/>
                    </a:lnTo>
                    <a:lnTo>
                      <a:pt x="19" y="3"/>
                    </a:lnTo>
                    <a:lnTo>
                      <a:pt x="17" y="2"/>
                    </a:lnTo>
                    <a:lnTo>
                      <a:pt x="16" y="0"/>
                    </a:lnTo>
                    <a:lnTo>
                      <a:pt x="15" y="0"/>
                    </a:lnTo>
                    <a:lnTo>
                      <a:pt x="13" y="2"/>
                    </a:lnTo>
                    <a:lnTo>
                      <a:pt x="12" y="3"/>
                    </a:lnTo>
                    <a:lnTo>
                      <a:pt x="10" y="4"/>
                    </a:lnTo>
                    <a:lnTo>
                      <a:pt x="0" y="38"/>
                    </a:lnTo>
                    <a:close/>
                  </a:path>
                </a:pathLst>
              </a:custGeom>
              <a:solidFill>
                <a:srgbClr val="000000">
                  <a:alpha val="100000"/>
                </a:srgbClr>
              </a:solidFill>
              <a:ln w="9525">
                <a:noFill/>
              </a:ln>
            </p:spPr>
            <p:txBody>
              <a:bodyPr/>
              <a:p>
                <a:endParaRPr lang="zh-CN" altLang="en-US"/>
              </a:p>
            </p:txBody>
          </p:sp>
          <p:sp>
            <p:nvSpPr>
              <p:cNvPr id="89332" name="Freeform 48"/>
              <p:cNvSpPr/>
              <p:nvPr/>
            </p:nvSpPr>
            <p:spPr>
              <a:xfrm>
                <a:off x="1400" y="2111"/>
                <a:ext cx="16" cy="33"/>
              </a:xfrm>
              <a:custGeom>
                <a:avLst/>
                <a:gdLst/>
                <a:ahLst/>
                <a:cxnLst>
                  <a:cxn ang="0">
                    <a:pos x="0" y="29"/>
                  </a:cxn>
                  <a:cxn ang="0">
                    <a:pos x="0" y="30"/>
                  </a:cxn>
                  <a:cxn ang="0">
                    <a:pos x="0" y="32"/>
                  </a:cxn>
                  <a:cxn ang="0">
                    <a:pos x="1" y="33"/>
                  </a:cxn>
                  <a:cxn ang="0">
                    <a:pos x="3" y="33"/>
                  </a:cxn>
                  <a:cxn ang="0">
                    <a:pos x="4" y="33"/>
                  </a:cxn>
                  <a:cxn ang="0">
                    <a:pos x="6" y="33"/>
                  </a:cxn>
                  <a:cxn ang="0">
                    <a:pos x="7" y="32"/>
                  </a:cxn>
                  <a:cxn ang="0">
                    <a:pos x="9" y="30"/>
                  </a:cxn>
                  <a:cxn ang="0">
                    <a:pos x="16" y="6"/>
                  </a:cxn>
                  <a:cxn ang="0">
                    <a:pos x="16" y="4"/>
                  </a:cxn>
                  <a:cxn ang="0">
                    <a:pos x="14" y="3"/>
                  </a:cxn>
                  <a:cxn ang="0">
                    <a:pos x="13" y="1"/>
                  </a:cxn>
                  <a:cxn ang="0">
                    <a:pos x="11" y="0"/>
                  </a:cxn>
                  <a:cxn ang="0">
                    <a:pos x="10" y="1"/>
                  </a:cxn>
                  <a:cxn ang="0">
                    <a:pos x="9" y="3"/>
                  </a:cxn>
                  <a:cxn ang="0">
                    <a:pos x="7" y="4"/>
                  </a:cxn>
                  <a:cxn ang="0">
                    <a:pos x="0" y="29"/>
                  </a:cxn>
                </a:cxnLst>
                <a:pathLst>
                  <a:path w="16" h="33">
                    <a:moveTo>
                      <a:pt x="0" y="29"/>
                    </a:moveTo>
                    <a:lnTo>
                      <a:pt x="0" y="30"/>
                    </a:lnTo>
                    <a:lnTo>
                      <a:pt x="0" y="32"/>
                    </a:lnTo>
                    <a:lnTo>
                      <a:pt x="1" y="33"/>
                    </a:lnTo>
                    <a:lnTo>
                      <a:pt x="3" y="33"/>
                    </a:lnTo>
                    <a:lnTo>
                      <a:pt x="4" y="33"/>
                    </a:lnTo>
                    <a:lnTo>
                      <a:pt x="6" y="33"/>
                    </a:lnTo>
                    <a:lnTo>
                      <a:pt x="7" y="32"/>
                    </a:lnTo>
                    <a:lnTo>
                      <a:pt x="9" y="30"/>
                    </a:lnTo>
                    <a:lnTo>
                      <a:pt x="16" y="6"/>
                    </a:lnTo>
                    <a:lnTo>
                      <a:pt x="16" y="4"/>
                    </a:lnTo>
                    <a:lnTo>
                      <a:pt x="14" y="3"/>
                    </a:lnTo>
                    <a:lnTo>
                      <a:pt x="13" y="1"/>
                    </a:lnTo>
                    <a:lnTo>
                      <a:pt x="11" y="0"/>
                    </a:lnTo>
                    <a:lnTo>
                      <a:pt x="10" y="1"/>
                    </a:lnTo>
                    <a:lnTo>
                      <a:pt x="9" y="3"/>
                    </a:lnTo>
                    <a:lnTo>
                      <a:pt x="7" y="4"/>
                    </a:lnTo>
                    <a:lnTo>
                      <a:pt x="0" y="29"/>
                    </a:lnTo>
                    <a:close/>
                  </a:path>
                </a:pathLst>
              </a:custGeom>
              <a:solidFill>
                <a:srgbClr val="000000">
                  <a:alpha val="100000"/>
                </a:srgbClr>
              </a:solidFill>
              <a:ln w="9525">
                <a:noFill/>
              </a:ln>
            </p:spPr>
            <p:txBody>
              <a:bodyPr/>
              <a:p>
                <a:endParaRPr lang="zh-CN" altLang="en-US"/>
              </a:p>
            </p:txBody>
          </p:sp>
        </p:grpSp>
        <p:sp>
          <p:nvSpPr>
            <p:cNvPr id="89125" name="Line 49"/>
            <p:cNvSpPr/>
            <p:nvPr/>
          </p:nvSpPr>
          <p:spPr>
            <a:xfrm>
              <a:off x="4192786" y="2327275"/>
              <a:ext cx="1587" cy="158750"/>
            </a:xfrm>
            <a:prstGeom prst="line">
              <a:avLst/>
            </a:prstGeom>
            <a:ln w="14288" cap="flat" cmpd="sng">
              <a:solidFill>
                <a:srgbClr val="000000"/>
              </a:solidFill>
              <a:prstDash val="solid"/>
              <a:headEnd type="none" w="med" len="med"/>
              <a:tailEnd type="none" w="med" len="med"/>
            </a:ln>
          </p:spPr>
        </p:sp>
        <p:sp>
          <p:nvSpPr>
            <p:cNvPr id="89126" name="Line 50"/>
            <p:cNvSpPr/>
            <p:nvPr/>
          </p:nvSpPr>
          <p:spPr>
            <a:xfrm>
              <a:off x="5396111" y="2327275"/>
              <a:ext cx="98425" cy="314325"/>
            </a:xfrm>
            <a:prstGeom prst="line">
              <a:avLst/>
            </a:prstGeom>
            <a:ln w="14288" cap="flat" cmpd="sng">
              <a:solidFill>
                <a:srgbClr val="000000"/>
              </a:solidFill>
              <a:prstDash val="solid"/>
              <a:headEnd type="none" w="med" len="med"/>
              <a:tailEnd type="none" w="med" len="med"/>
            </a:ln>
          </p:spPr>
        </p:sp>
        <p:sp>
          <p:nvSpPr>
            <p:cNvPr id="89127" name="Line 51"/>
            <p:cNvSpPr/>
            <p:nvPr/>
          </p:nvSpPr>
          <p:spPr>
            <a:xfrm>
              <a:off x="5504061" y="2630488"/>
              <a:ext cx="1117600" cy="1588"/>
            </a:xfrm>
            <a:prstGeom prst="line">
              <a:avLst/>
            </a:prstGeom>
            <a:ln w="14288" cap="flat" cmpd="sng">
              <a:solidFill>
                <a:srgbClr val="000000"/>
              </a:solidFill>
              <a:prstDash val="solid"/>
              <a:headEnd type="none" w="med" len="med"/>
              <a:tailEnd type="none" w="med" len="med"/>
            </a:ln>
          </p:spPr>
        </p:sp>
        <p:sp>
          <p:nvSpPr>
            <p:cNvPr id="89128" name="Line 52"/>
            <p:cNvSpPr/>
            <p:nvPr/>
          </p:nvSpPr>
          <p:spPr>
            <a:xfrm flipV="1">
              <a:off x="6601023" y="2327275"/>
              <a:ext cx="101600" cy="314325"/>
            </a:xfrm>
            <a:prstGeom prst="line">
              <a:avLst/>
            </a:prstGeom>
            <a:ln w="14288" cap="flat" cmpd="sng">
              <a:solidFill>
                <a:srgbClr val="000000"/>
              </a:solidFill>
              <a:prstDash val="solid"/>
              <a:headEnd type="none" w="med" len="med"/>
              <a:tailEnd type="none" w="med" len="med"/>
            </a:ln>
          </p:spPr>
        </p:sp>
        <p:sp>
          <p:nvSpPr>
            <p:cNvPr id="89129" name="Line 53"/>
            <p:cNvSpPr/>
            <p:nvPr/>
          </p:nvSpPr>
          <p:spPr>
            <a:xfrm>
              <a:off x="6702623" y="2327275"/>
              <a:ext cx="1203325" cy="1588"/>
            </a:xfrm>
            <a:prstGeom prst="line">
              <a:avLst/>
            </a:prstGeom>
            <a:ln w="14288" cap="flat" cmpd="sng">
              <a:solidFill>
                <a:srgbClr val="000000"/>
              </a:solidFill>
              <a:prstDash val="solid"/>
              <a:headEnd type="none" w="med" len="med"/>
              <a:tailEnd type="none" w="med" len="med"/>
            </a:ln>
          </p:spPr>
        </p:sp>
        <p:sp>
          <p:nvSpPr>
            <p:cNvPr id="89130" name="Line 54"/>
            <p:cNvSpPr/>
            <p:nvPr/>
          </p:nvSpPr>
          <p:spPr>
            <a:xfrm>
              <a:off x="5996186" y="2327275"/>
              <a:ext cx="1587" cy="158750"/>
            </a:xfrm>
            <a:prstGeom prst="line">
              <a:avLst/>
            </a:prstGeom>
            <a:ln w="14288" cap="flat" cmpd="sng">
              <a:solidFill>
                <a:srgbClr val="000000"/>
              </a:solidFill>
              <a:prstDash val="solid"/>
              <a:headEnd type="none" w="med" len="med"/>
              <a:tailEnd type="none" w="med" len="med"/>
            </a:ln>
          </p:spPr>
        </p:sp>
        <p:sp>
          <p:nvSpPr>
            <p:cNvPr id="89131" name="Line 55"/>
            <p:cNvSpPr/>
            <p:nvPr/>
          </p:nvSpPr>
          <p:spPr>
            <a:xfrm>
              <a:off x="7199511" y="2327275"/>
              <a:ext cx="1103312" cy="1588"/>
            </a:xfrm>
            <a:prstGeom prst="line">
              <a:avLst/>
            </a:prstGeom>
            <a:ln w="14288" cap="flat" cmpd="sng">
              <a:solidFill>
                <a:srgbClr val="000000"/>
              </a:solidFill>
              <a:prstDash val="solid"/>
              <a:headEnd type="none" w="med" len="med"/>
              <a:tailEnd type="none" w="med" len="med"/>
            </a:ln>
          </p:spPr>
        </p:sp>
        <p:sp>
          <p:nvSpPr>
            <p:cNvPr id="89132" name="Line 56"/>
            <p:cNvSpPr/>
            <p:nvPr/>
          </p:nvSpPr>
          <p:spPr>
            <a:xfrm>
              <a:off x="8302823" y="2327275"/>
              <a:ext cx="100012" cy="314325"/>
            </a:xfrm>
            <a:prstGeom prst="line">
              <a:avLst/>
            </a:prstGeom>
            <a:ln w="14288" cap="flat" cmpd="sng">
              <a:solidFill>
                <a:srgbClr val="000000"/>
              </a:solidFill>
              <a:prstDash val="solid"/>
              <a:headEnd type="none" w="med" len="med"/>
              <a:tailEnd type="none" w="med" len="med"/>
            </a:ln>
          </p:spPr>
        </p:sp>
        <p:sp>
          <p:nvSpPr>
            <p:cNvPr id="89133" name="Line 57"/>
            <p:cNvSpPr/>
            <p:nvPr/>
          </p:nvSpPr>
          <p:spPr>
            <a:xfrm>
              <a:off x="8402836" y="2641600"/>
              <a:ext cx="201612" cy="1588"/>
            </a:xfrm>
            <a:prstGeom prst="line">
              <a:avLst/>
            </a:prstGeom>
            <a:ln w="14288" cap="flat" cmpd="sng">
              <a:solidFill>
                <a:srgbClr val="000000"/>
              </a:solidFill>
              <a:prstDash val="solid"/>
              <a:headEnd type="none" w="med" len="med"/>
              <a:tailEnd type="none" w="med" len="med"/>
            </a:ln>
          </p:spPr>
        </p:sp>
        <p:grpSp>
          <p:nvGrpSpPr>
            <p:cNvPr id="89134" name="Group 58"/>
            <p:cNvGrpSpPr/>
            <p:nvPr/>
          </p:nvGrpSpPr>
          <p:grpSpPr>
            <a:xfrm>
              <a:off x="6662936" y="2446338"/>
              <a:ext cx="200025" cy="315913"/>
              <a:chOff x="4041" y="2190"/>
              <a:chExt cx="126" cy="199"/>
            </a:xfrm>
          </p:grpSpPr>
          <p:sp>
            <p:nvSpPr>
              <p:cNvPr id="89327" name="Line 59"/>
              <p:cNvSpPr/>
              <p:nvPr/>
            </p:nvSpPr>
            <p:spPr>
              <a:xfrm flipH="1" flipV="1">
                <a:off x="4089" y="2267"/>
                <a:ext cx="78" cy="122"/>
              </a:xfrm>
              <a:prstGeom prst="line">
                <a:avLst/>
              </a:prstGeom>
              <a:ln w="14288" cap="flat" cmpd="sng">
                <a:solidFill>
                  <a:srgbClr val="000000"/>
                </a:solidFill>
                <a:prstDash val="solid"/>
                <a:headEnd type="none" w="med" len="med"/>
                <a:tailEnd type="none" w="med" len="med"/>
              </a:ln>
            </p:spPr>
          </p:sp>
          <p:sp>
            <p:nvSpPr>
              <p:cNvPr id="89328" name="Freeform 60"/>
              <p:cNvSpPr/>
              <p:nvPr/>
            </p:nvSpPr>
            <p:spPr>
              <a:xfrm>
                <a:off x="4041" y="2190"/>
                <a:ext cx="77" cy="96"/>
              </a:xfrm>
              <a:custGeom>
                <a:avLst/>
                <a:gdLst/>
                <a:ahLst/>
                <a:cxnLst>
                  <a:cxn ang="0">
                    <a:pos x="77" y="63"/>
                  </a:cxn>
                  <a:cxn ang="0">
                    <a:pos x="0" y="0"/>
                  </a:cxn>
                  <a:cxn ang="0">
                    <a:pos x="25" y="96"/>
                  </a:cxn>
                  <a:cxn ang="0">
                    <a:pos x="77" y="63"/>
                  </a:cxn>
                </a:cxnLst>
                <a:pathLst>
                  <a:path w="77" h="96">
                    <a:moveTo>
                      <a:pt x="77" y="63"/>
                    </a:moveTo>
                    <a:lnTo>
                      <a:pt x="0" y="0"/>
                    </a:lnTo>
                    <a:lnTo>
                      <a:pt x="25" y="96"/>
                    </a:lnTo>
                    <a:lnTo>
                      <a:pt x="77" y="63"/>
                    </a:lnTo>
                    <a:close/>
                  </a:path>
                </a:pathLst>
              </a:custGeom>
              <a:solidFill>
                <a:srgbClr val="000000">
                  <a:alpha val="100000"/>
                </a:srgbClr>
              </a:solidFill>
              <a:ln w="9525">
                <a:noFill/>
              </a:ln>
            </p:spPr>
            <p:txBody>
              <a:bodyPr/>
              <a:p>
                <a:endParaRPr lang="zh-CN" altLang="en-US"/>
              </a:p>
            </p:txBody>
          </p:sp>
        </p:grpSp>
        <p:sp>
          <p:nvSpPr>
            <p:cNvPr id="89135" name="Line 61"/>
            <p:cNvSpPr/>
            <p:nvPr/>
          </p:nvSpPr>
          <p:spPr>
            <a:xfrm>
              <a:off x="7153473" y="2325688"/>
              <a:ext cx="1587" cy="119063"/>
            </a:xfrm>
            <a:prstGeom prst="line">
              <a:avLst/>
            </a:prstGeom>
            <a:ln w="14288" cap="flat" cmpd="sng">
              <a:solidFill>
                <a:srgbClr val="000000"/>
              </a:solidFill>
              <a:prstDash val="solid"/>
              <a:headEnd type="none" w="med" len="med"/>
              <a:tailEnd type="none" w="med" len="med"/>
            </a:ln>
          </p:spPr>
        </p:sp>
        <p:sp>
          <p:nvSpPr>
            <p:cNvPr id="89136" name="Line 62"/>
            <p:cNvSpPr/>
            <p:nvPr/>
          </p:nvSpPr>
          <p:spPr>
            <a:xfrm>
              <a:off x="7704336" y="2325688"/>
              <a:ext cx="1587" cy="93663"/>
            </a:xfrm>
            <a:prstGeom prst="line">
              <a:avLst/>
            </a:prstGeom>
            <a:ln w="14288" cap="flat" cmpd="sng">
              <a:solidFill>
                <a:srgbClr val="000000"/>
              </a:solidFill>
              <a:prstDash val="solid"/>
              <a:headEnd type="none" w="med" len="med"/>
              <a:tailEnd type="none" w="med" len="med"/>
            </a:ln>
          </p:spPr>
        </p:sp>
        <p:grpSp>
          <p:nvGrpSpPr>
            <p:cNvPr id="89137" name="Group 63"/>
            <p:cNvGrpSpPr/>
            <p:nvPr/>
          </p:nvGrpSpPr>
          <p:grpSpPr>
            <a:xfrm>
              <a:off x="1136426" y="1412875"/>
              <a:ext cx="6918325" cy="315913"/>
              <a:chOff x="906" y="1618"/>
              <a:chExt cx="4358" cy="199"/>
            </a:xfrm>
          </p:grpSpPr>
          <p:grpSp>
            <p:nvGrpSpPr>
              <p:cNvPr id="89315" name="Group 64"/>
              <p:cNvGrpSpPr/>
              <p:nvPr/>
            </p:nvGrpSpPr>
            <p:grpSpPr>
              <a:xfrm>
                <a:off x="1159" y="1618"/>
                <a:ext cx="505" cy="199"/>
                <a:chOff x="1159" y="1618"/>
                <a:chExt cx="505" cy="199"/>
              </a:xfrm>
            </p:grpSpPr>
            <p:sp>
              <p:nvSpPr>
                <p:cNvPr id="89323" name="Line 65"/>
                <p:cNvSpPr/>
                <p:nvPr/>
              </p:nvSpPr>
              <p:spPr>
                <a:xfrm>
                  <a:off x="1222" y="1816"/>
                  <a:ext cx="253" cy="1"/>
                </a:xfrm>
                <a:prstGeom prst="line">
                  <a:avLst/>
                </a:prstGeom>
                <a:ln w="14288" cap="flat" cmpd="sng">
                  <a:solidFill>
                    <a:srgbClr val="000000"/>
                  </a:solidFill>
                  <a:prstDash val="solid"/>
                  <a:headEnd type="none" w="med" len="med"/>
                  <a:tailEnd type="none" w="med" len="med"/>
                </a:ln>
              </p:spPr>
            </p:sp>
            <p:sp>
              <p:nvSpPr>
                <p:cNvPr id="89324" name="Line 66"/>
                <p:cNvSpPr/>
                <p:nvPr/>
              </p:nvSpPr>
              <p:spPr>
                <a:xfrm flipH="1" flipV="1">
                  <a:off x="1159" y="1618"/>
                  <a:ext cx="63" cy="198"/>
                </a:xfrm>
                <a:prstGeom prst="line">
                  <a:avLst/>
                </a:prstGeom>
                <a:ln w="14288" cap="flat" cmpd="sng">
                  <a:solidFill>
                    <a:srgbClr val="000000"/>
                  </a:solidFill>
                  <a:prstDash val="solid"/>
                  <a:headEnd type="none" w="med" len="med"/>
                  <a:tailEnd type="none" w="med" len="med"/>
                </a:ln>
              </p:spPr>
            </p:sp>
            <p:sp>
              <p:nvSpPr>
                <p:cNvPr id="89325" name="Line 67"/>
                <p:cNvSpPr/>
                <p:nvPr/>
              </p:nvSpPr>
              <p:spPr>
                <a:xfrm flipV="1">
                  <a:off x="1475" y="1618"/>
                  <a:ext cx="62" cy="198"/>
                </a:xfrm>
                <a:prstGeom prst="line">
                  <a:avLst/>
                </a:prstGeom>
                <a:ln w="14288" cap="flat" cmpd="sng">
                  <a:solidFill>
                    <a:srgbClr val="000000"/>
                  </a:solidFill>
                  <a:prstDash val="solid"/>
                  <a:headEnd type="none" w="med" len="med"/>
                  <a:tailEnd type="none" w="med" len="med"/>
                </a:ln>
              </p:spPr>
            </p:sp>
            <p:sp>
              <p:nvSpPr>
                <p:cNvPr id="89326" name="Line 68"/>
                <p:cNvSpPr/>
                <p:nvPr/>
              </p:nvSpPr>
              <p:spPr>
                <a:xfrm>
                  <a:off x="1537" y="1618"/>
                  <a:ext cx="127" cy="1"/>
                </a:xfrm>
                <a:prstGeom prst="line">
                  <a:avLst/>
                </a:prstGeom>
                <a:ln w="14288" cap="flat" cmpd="sng">
                  <a:solidFill>
                    <a:srgbClr val="000000"/>
                  </a:solidFill>
                  <a:prstDash val="solid"/>
                  <a:headEnd type="none" w="med" len="med"/>
                  <a:tailEnd type="none" w="med" len="med"/>
                </a:ln>
              </p:spPr>
            </p:sp>
          </p:grpSp>
          <p:grpSp>
            <p:nvGrpSpPr>
              <p:cNvPr id="89316" name="Group 69"/>
              <p:cNvGrpSpPr/>
              <p:nvPr/>
            </p:nvGrpSpPr>
            <p:grpSpPr>
              <a:xfrm>
                <a:off x="1664" y="1618"/>
                <a:ext cx="505" cy="199"/>
                <a:chOff x="1664" y="1618"/>
                <a:chExt cx="505" cy="199"/>
              </a:xfrm>
            </p:grpSpPr>
            <p:sp>
              <p:nvSpPr>
                <p:cNvPr id="89319" name="Line 70"/>
                <p:cNvSpPr/>
                <p:nvPr/>
              </p:nvSpPr>
              <p:spPr>
                <a:xfrm>
                  <a:off x="1728" y="1816"/>
                  <a:ext cx="252" cy="1"/>
                </a:xfrm>
                <a:prstGeom prst="line">
                  <a:avLst/>
                </a:prstGeom>
                <a:ln w="14288" cap="flat" cmpd="sng">
                  <a:solidFill>
                    <a:srgbClr val="000000"/>
                  </a:solidFill>
                  <a:prstDash val="solid"/>
                  <a:headEnd type="none" w="med" len="med"/>
                  <a:tailEnd type="none" w="med" len="med"/>
                </a:ln>
              </p:spPr>
            </p:sp>
            <p:sp>
              <p:nvSpPr>
                <p:cNvPr id="89320" name="Line 71"/>
                <p:cNvSpPr/>
                <p:nvPr/>
              </p:nvSpPr>
              <p:spPr>
                <a:xfrm flipH="1" flipV="1">
                  <a:off x="1664" y="1618"/>
                  <a:ext cx="64" cy="198"/>
                </a:xfrm>
                <a:prstGeom prst="line">
                  <a:avLst/>
                </a:prstGeom>
                <a:ln w="14288" cap="flat" cmpd="sng">
                  <a:solidFill>
                    <a:srgbClr val="000000"/>
                  </a:solidFill>
                  <a:prstDash val="solid"/>
                  <a:headEnd type="none" w="med" len="med"/>
                  <a:tailEnd type="none" w="med" len="med"/>
                </a:ln>
              </p:spPr>
            </p:sp>
            <p:sp>
              <p:nvSpPr>
                <p:cNvPr id="89321" name="Line 72"/>
                <p:cNvSpPr/>
                <p:nvPr/>
              </p:nvSpPr>
              <p:spPr>
                <a:xfrm flipV="1">
                  <a:off x="1980" y="1618"/>
                  <a:ext cx="62" cy="198"/>
                </a:xfrm>
                <a:prstGeom prst="line">
                  <a:avLst/>
                </a:prstGeom>
                <a:ln w="14288" cap="flat" cmpd="sng">
                  <a:solidFill>
                    <a:srgbClr val="000000"/>
                  </a:solidFill>
                  <a:prstDash val="solid"/>
                  <a:headEnd type="none" w="med" len="med"/>
                  <a:tailEnd type="none" w="med" len="med"/>
                </a:ln>
              </p:spPr>
            </p:sp>
            <p:sp>
              <p:nvSpPr>
                <p:cNvPr id="89322" name="Line 73"/>
                <p:cNvSpPr/>
                <p:nvPr/>
              </p:nvSpPr>
              <p:spPr>
                <a:xfrm>
                  <a:off x="2042" y="1618"/>
                  <a:ext cx="127" cy="1"/>
                </a:xfrm>
                <a:prstGeom prst="line">
                  <a:avLst/>
                </a:prstGeom>
                <a:ln w="14288" cap="flat" cmpd="sng">
                  <a:solidFill>
                    <a:srgbClr val="000000"/>
                  </a:solidFill>
                  <a:prstDash val="solid"/>
                  <a:headEnd type="none" w="med" len="med"/>
                  <a:tailEnd type="none" w="med" len="med"/>
                </a:ln>
              </p:spPr>
            </p:sp>
          </p:grpSp>
          <p:sp>
            <p:nvSpPr>
              <p:cNvPr id="89317" name="Line 74"/>
              <p:cNvSpPr/>
              <p:nvPr/>
            </p:nvSpPr>
            <p:spPr>
              <a:xfrm flipH="1">
                <a:off x="906" y="1618"/>
                <a:ext cx="253" cy="1"/>
              </a:xfrm>
              <a:prstGeom prst="line">
                <a:avLst/>
              </a:prstGeom>
              <a:ln w="14288" cap="flat" cmpd="sng">
                <a:solidFill>
                  <a:srgbClr val="000000"/>
                </a:solidFill>
                <a:prstDash val="solid"/>
                <a:headEnd type="none" w="med" len="med"/>
                <a:tailEnd type="none" w="med" len="med"/>
              </a:ln>
            </p:spPr>
          </p:sp>
          <p:sp>
            <p:nvSpPr>
              <p:cNvPr id="89318" name="Line 75"/>
              <p:cNvSpPr/>
              <p:nvPr/>
            </p:nvSpPr>
            <p:spPr>
              <a:xfrm>
                <a:off x="2169" y="1618"/>
                <a:ext cx="3095" cy="1"/>
              </a:xfrm>
              <a:prstGeom prst="line">
                <a:avLst/>
              </a:prstGeom>
              <a:ln w="14288" cap="flat" cmpd="sng">
                <a:solidFill>
                  <a:srgbClr val="000000"/>
                </a:solidFill>
                <a:prstDash val="solid"/>
                <a:headEnd type="none" w="med" len="med"/>
                <a:tailEnd type="none" w="med" len="med"/>
              </a:ln>
            </p:spPr>
          </p:sp>
        </p:grpSp>
        <p:sp>
          <p:nvSpPr>
            <p:cNvPr id="89138" name="Rectangle 76"/>
            <p:cNvSpPr/>
            <p:nvPr/>
          </p:nvSpPr>
          <p:spPr>
            <a:xfrm>
              <a:off x="1638076" y="1254125"/>
              <a:ext cx="403225" cy="319088"/>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9139" name="Rectangle 77"/>
            <p:cNvSpPr/>
            <p:nvPr/>
          </p:nvSpPr>
          <p:spPr>
            <a:xfrm>
              <a:off x="1647601" y="1366838"/>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CW</a:t>
              </a:r>
              <a:endParaRPr lang="en-US" altLang="zh-CN" sz="1800" b="0" dirty="0">
                <a:solidFill>
                  <a:schemeClr val="tx1"/>
                </a:solidFill>
                <a:latin typeface="Arial" panose="020B0604020202020204" pitchFamily="34" charset="0"/>
              </a:endParaRPr>
            </a:p>
          </p:txBody>
        </p:sp>
        <p:sp>
          <p:nvSpPr>
            <p:cNvPr id="89140" name="Rectangle 78"/>
            <p:cNvSpPr/>
            <p:nvPr/>
          </p:nvSpPr>
          <p:spPr>
            <a:xfrm>
              <a:off x="2441351" y="1254125"/>
              <a:ext cx="403225" cy="319088"/>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9141" name="Rectangle 79"/>
            <p:cNvSpPr/>
            <p:nvPr/>
          </p:nvSpPr>
          <p:spPr>
            <a:xfrm>
              <a:off x="2449289" y="1366838"/>
              <a:ext cx="3365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LSB</a:t>
              </a:r>
              <a:endParaRPr lang="en-US" altLang="zh-CN" sz="1800" b="0" dirty="0">
                <a:solidFill>
                  <a:schemeClr val="tx1"/>
                </a:solidFill>
                <a:latin typeface="Arial" panose="020B0604020202020204" pitchFamily="34" charset="0"/>
              </a:endParaRPr>
            </a:p>
          </p:txBody>
        </p:sp>
        <p:grpSp>
          <p:nvGrpSpPr>
            <p:cNvPr id="89142" name="Group 80"/>
            <p:cNvGrpSpPr/>
            <p:nvPr/>
          </p:nvGrpSpPr>
          <p:grpSpPr>
            <a:xfrm>
              <a:off x="1136426" y="939800"/>
              <a:ext cx="6918325" cy="315913"/>
              <a:chOff x="906" y="1320"/>
              <a:chExt cx="4358" cy="199"/>
            </a:xfrm>
          </p:grpSpPr>
          <p:grpSp>
            <p:nvGrpSpPr>
              <p:cNvPr id="89259" name="Group 81"/>
              <p:cNvGrpSpPr/>
              <p:nvPr/>
            </p:nvGrpSpPr>
            <p:grpSpPr>
              <a:xfrm>
                <a:off x="1095" y="1320"/>
                <a:ext cx="380" cy="199"/>
                <a:chOff x="1095" y="1320"/>
                <a:chExt cx="380" cy="199"/>
              </a:xfrm>
            </p:grpSpPr>
            <p:sp>
              <p:nvSpPr>
                <p:cNvPr id="89311" name="Line 82"/>
                <p:cNvSpPr/>
                <p:nvPr/>
              </p:nvSpPr>
              <p:spPr>
                <a:xfrm>
                  <a:off x="1159" y="1320"/>
                  <a:ext cx="125" cy="1"/>
                </a:xfrm>
                <a:prstGeom prst="line">
                  <a:avLst/>
                </a:prstGeom>
                <a:ln w="14288" cap="flat" cmpd="sng">
                  <a:solidFill>
                    <a:srgbClr val="000000"/>
                  </a:solidFill>
                  <a:prstDash val="solid"/>
                  <a:headEnd type="none" w="med" len="med"/>
                  <a:tailEnd type="none" w="med" len="med"/>
                </a:ln>
              </p:spPr>
            </p:sp>
            <p:sp>
              <p:nvSpPr>
                <p:cNvPr id="89312" name="Line 83"/>
                <p:cNvSpPr/>
                <p:nvPr/>
              </p:nvSpPr>
              <p:spPr>
                <a:xfrm flipH="1">
                  <a:off x="1095" y="1320"/>
                  <a:ext cx="64" cy="198"/>
                </a:xfrm>
                <a:prstGeom prst="line">
                  <a:avLst/>
                </a:prstGeom>
                <a:ln w="14288" cap="flat" cmpd="sng">
                  <a:solidFill>
                    <a:srgbClr val="000000"/>
                  </a:solidFill>
                  <a:prstDash val="solid"/>
                  <a:headEnd type="none" w="med" len="med"/>
                  <a:tailEnd type="none" w="med" len="med"/>
                </a:ln>
              </p:spPr>
            </p:sp>
            <p:sp>
              <p:nvSpPr>
                <p:cNvPr id="89313" name="Line 84"/>
                <p:cNvSpPr/>
                <p:nvPr/>
              </p:nvSpPr>
              <p:spPr>
                <a:xfrm>
                  <a:off x="1284" y="1320"/>
                  <a:ext cx="64" cy="198"/>
                </a:xfrm>
                <a:prstGeom prst="line">
                  <a:avLst/>
                </a:prstGeom>
                <a:ln w="14288" cap="flat" cmpd="sng">
                  <a:solidFill>
                    <a:srgbClr val="000000"/>
                  </a:solidFill>
                  <a:prstDash val="solid"/>
                  <a:headEnd type="none" w="med" len="med"/>
                  <a:tailEnd type="none" w="med" len="med"/>
                </a:ln>
              </p:spPr>
            </p:sp>
            <p:sp>
              <p:nvSpPr>
                <p:cNvPr id="89314" name="Line 85"/>
                <p:cNvSpPr/>
                <p:nvPr/>
              </p:nvSpPr>
              <p:spPr>
                <a:xfrm>
                  <a:off x="1348" y="1518"/>
                  <a:ext cx="127" cy="1"/>
                </a:xfrm>
                <a:prstGeom prst="line">
                  <a:avLst/>
                </a:prstGeom>
                <a:ln w="14288" cap="flat" cmpd="sng">
                  <a:solidFill>
                    <a:srgbClr val="000000"/>
                  </a:solidFill>
                  <a:prstDash val="solid"/>
                  <a:headEnd type="none" w="med" len="med"/>
                  <a:tailEnd type="none" w="med" len="med"/>
                </a:ln>
              </p:spPr>
            </p:sp>
          </p:grpSp>
          <p:grpSp>
            <p:nvGrpSpPr>
              <p:cNvPr id="89260" name="Group 86"/>
              <p:cNvGrpSpPr/>
              <p:nvPr/>
            </p:nvGrpSpPr>
            <p:grpSpPr>
              <a:xfrm>
                <a:off x="1475" y="1320"/>
                <a:ext cx="378" cy="199"/>
                <a:chOff x="1475" y="1320"/>
                <a:chExt cx="378" cy="199"/>
              </a:xfrm>
            </p:grpSpPr>
            <p:sp>
              <p:nvSpPr>
                <p:cNvPr id="89307" name="Line 87"/>
                <p:cNvSpPr/>
                <p:nvPr/>
              </p:nvSpPr>
              <p:spPr>
                <a:xfrm>
                  <a:off x="1537" y="1320"/>
                  <a:ext cx="127" cy="1"/>
                </a:xfrm>
                <a:prstGeom prst="line">
                  <a:avLst/>
                </a:prstGeom>
                <a:ln w="14288" cap="flat" cmpd="sng">
                  <a:solidFill>
                    <a:srgbClr val="000000"/>
                  </a:solidFill>
                  <a:prstDash val="solid"/>
                  <a:headEnd type="none" w="med" len="med"/>
                  <a:tailEnd type="none" w="med" len="med"/>
                </a:ln>
              </p:spPr>
            </p:sp>
            <p:sp>
              <p:nvSpPr>
                <p:cNvPr id="89308" name="Line 88"/>
                <p:cNvSpPr/>
                <p:nvPr/>
              </p:nvSpPr>
              <p:spPr>
                <a:xfrm flipH="1">
                  <a:off x="1475" y="1320"/>
                  <a:ext cx="62" cy="198"/>
                </a:xfrm>
                <a:prstGeom prst="line">
                  <a:avLst/>
                </a:prstGeom>
                <a:ln w="14288" cap="flat" cmpd="sng">
                  <a:solidFill>
                    <a:srgbClr val="000000"/>
                  </a:solidFill>
                  <a:prstDash val="solid"/>
                  <a:headEnd type="none" w="med" len="med"/>
                  <a:tailEnd type="none" w="med" len="med"/>
                </a:ln>
              </p:spPr>
            </p:sp>
            <p:sp>
              <p:nvSpPr>
                <p:cNvPr id="89309" name="Line 89"/>
                <p:cNvSpPr/>
                <p:nvPr/>
              </p:nvSpPr>
              <p:spPr>
                <a:xfrm>
                  <a:off x="1664" y="1320"/>
                  <a:ext cx="64" cy="198"/>
                </a:xfrm>
                <a:prstGeom prst="line">
                  <a:avLst/>
                </a:prstGeom>
                <a:ln w="14288" cap="flat" cmpd="sng">
                  <a:solidFill>
                    <a:srgbClr val="000000"/>
                  </a:solidFill>
                  <a:prstDash val="solid"/>
                  <a:headEnd type="none" w="med" len="med"/>
                  <a:tailEnd type="none" w="med" len="med"/>
                </a:ln>
              </p:spPr>
            </p:sp>
            <p:sp>
              <p:nvSpPr>
                <p:cNvPr id="89310" name="Line 90"/>
                <p:cNvSpPr/>
                <p:nvPr/>
              </p:nvSpPr>
              <p:spPr>
                <a:xfrm>
                  <a:off x="1728" y="1518"/>
                  <a:ext cx="125" cy="1"/>
                </a:xfrm>
                <a:prstGeom prst="line">
                  <a:avLst/>
                </a:prstGeom>
                <a:ln w="14288" cap="flat" cmpd="sng">
                  <a:solidFill>
                    <a:srgbClr val="000000"/>
                  </a:solidFill>
                  <a:prstDash val="solid"/>
                  <a:headEnd type="none" w="med" len="med"/>
                  <a:tailEnd type="none" w="med" len="med"/>
                </a:ln>
              </p:spPr>
            </p:sp>
          </p:grpSp>
          <p:grpSp>
            <p:nvGrpSpPr>
              <p:cNvPr id="89261" name="Group 91"/>
              <p:cNvGrpSpPr/>
              <p:nvPr/>
            </p:nvGrpSpPr>
            <p:grpSpPr>
              <a:xfrm>
                <a:off x="1853" y="1320"/>
                <a:ext cx="380" cy="199"/>
                <a:chOff x="1853" y="1320"/>
                <a:chExt cx="380" cy="199"/>
              </a:xfrm>
            </p:grpSpPr>
            <p:sp>
              <p:nvSpPr>
                <p:cNvPr id="89303" name="Line 92"/>
                <p:cNvSpPr/>
                <p:nvPr/>
              </p:nvSpPr>
              <p:spPr>
                <a:xfrm>
                  <a:off x="1917" y="1320"/>
                  <a:ext cx="125" cy="1"/>
                </a:xfrm>
                <a:prstGeom prst="line">
                  <a:avLst/>
                </a:prstGeom>
                <a:ln w="14288" cap="flat" cmpd="sng">
                  <a:solidFill>
                    <a:srgbClr val="000000"/>
                  </a:solidFill>
                  <a:prstDash val="solid"/>
                  <a:headEnd type="none" w="med" len="med"/>
                  <a:tailEnd type="none" w="med" len="med"/>
                </a:ln>
              </p:spPr>
            </p:sp>
            <p:sp>
              <p:nvSpPr>
                <p:cNvPr id="89304" name="Line 93"/>
                <p:cNvSpPr/>
                <p:nvPr/>
              </p:nvSpPr>
              <p:spPr>
                <a:xfrm flipH="1">
                  <a:off x="1853" y="1320"/>
                  <a:ext cx="64" cy="198"/>
                </a:xfrm>
                <a:prstGeom prst="line">
                  <a:avLst/>
                </a:prstGeom>
                <a:ln w="14288" cap="flat" cmpd="sng">
                  <a:solidFill>
                    <a:srgbClr val="000000"/>
                  </a:solidFill>
                  <a:prstDash val="solid"/>
                  <a:headEnd type="none" w="med" len="med"/>
                  <a:tailEnd type="none" w="med" len="med"/>
                </a:ln>
              </p:spPr>
            </p:sp>
            <p:sp>
              <p:nvSpPr>
                <p:cNvPr id="89305" name="Line 94"/>
                <p:cNvSpPr/>
                <p:nvPr/>
              </p:nvSpPr>
              <p:spPr>
                <a:xfrm>
                  <a:off x="2042" y="1320"/>
                  <a:ext cx="64" cy="198"/>
                </a:xfrm>
                <a:prstGeom prst="line">
                  <a:avLst/>
                </a:prstGeom>
                <a:ln w="14288" cap="flat" cmpd="sng">
                  <a:solidFill>
                    <a:srgbClr val="000000"/>
                  </a:solidFill>
                  <a:prstDash val="solid"/>
                  <a:headEnd type="none" w="med" len="med"/>
                  <a:tailEnd type="none" w="med" len="med"/>
                </a:ln>
              </p:spPr>
            </p:sp>
            <p:sp>
              <p:nvSpPr>
                <p:cNvPr id="89306" name="Line 95"/>
                <p:cNvSpPr/>
                <p:nvPr/>
              </p:nvSpPr>
              <p:spPr>
                <a:xfrm>
                  <a:off x="2106" y="1518"/>
                  <a:ext cx="127" cy="1"/>
                </a:xfrm>
                <a:prstGeom prst="line">
                  <a:avLst/>
                </a:prstGeom>
                <a:ln w="14288" cap="flat" cmpd="sng">
                  <a:solidFill>
                    <a:srgbClr val="000000"/>
                  </a:solidFill>
                  <a:prstDash val="solid"/>
                  <a:headEnd type="none" w="med" len="med"/>
                  <a:tailEnd type="none" w="med" len="med"/>
                </a:ln>
              </p:spPr>
            </p:sp>
          </p:grpSp>
          <p:grpSp>
            <p:nvGrpSpPr>
              <p:cNvPr id="89262" name="Group 96"/>
              <p:cNvGrpSpPr/>
              <p:nvPr/>
            </p:nvGrpSpPr>
            <p:grpSpPr>
              <a:xfrm>
                <a:off x="2233" y="1320"/>
                <a:ext cx="378" cy="199"/>
                <a:chOff x="2233" y="1320"/>
                <a:chExt cx="378" cy="199"/>
              </a:xfrm>
            </p:grpSpPr>
            <p:sp>
              <p:nvSpPr>
                <p:cNvPr id="89299" name="Line 97"/>
                <p:cNvSpPr/>
                <p:nvPr/>
              </p:nvSpPr>
              <p:spPr>
                <a:xfrm>
                  <a:off x="2295" y="1320"/>
                  <a:ext cx="127" cy="1"/>
                </a:xfrm>
                <a:prstGeom prst="line">
                  <a:avLst/>
                </a:prstGeom>
                <a:ln w="14288" cap="flat" cmpd="sng">
                  <a:solidFill>
                    <a:srgbClr val="000000"/>
                  </a:solidFill>
                  <a:prstDash val="solid"/>
                  <a:headEnd type="none" w="med" len="med"/>
                  <a:tailEnd type="none" w="med" len="med"/>
                </a:ln>
              </p:spPr>
            </p:sp>
            <p:sp>
              <p:nvSpPr>
                <p:cNvPr id="89300" name="Line 98"/>
                <p:cNvSpPr/>
                <p:nvPr/>
              </p:nvSpPr>
              <p:spPr>
                <a:xfrm flipH="1">
                  <a:off x="2233" y="1320"/>
                  <a:ext cx="62" cy="198"/>
                </a:xfrm>
                <a:prstGeom prst="line">
                  <a:avLst/>
                </a:prstGeom>
                <a:ln w="14288" cap="flat" cmpd="sng">
                  <a:solidFill>
                    <a:srgbClr val="000000"/>
                  </a:solidFill>
                  <a:prstDash val="solid"/>
                  <a:headEnd type="none" w="med" len="med"/>
                  <a:tailEnd type="none" w="med" len="med"/>
                </a:ln>
              </p:spPr>
            </p:sp>
            <p:sp>
              <p:nvSpPr>
                <p:cNvPr id="89301" name="Line 99"/>
                <p:cNvSpPr/>
                <p:nvPr/>
              </p:nvSpPr>
              <p:spPr>
                <a:xfrm>
                  <a:off x="2422" y="1320"/>
                  <a:ext cx="63" cy="198"/>
                </a:xfrm>
                <a:prstGeom prst="line">
                  <a:avLst/>
                </a:prstGeom>
                <a:ln w="14288" cap="flat" cmpd="sng">
                  <a:solidFill>
                    <a:srgbClr val="000000"/>
                  </a:solidFill>
                  <a:prstDash val="solid"/>
                  <a:headEnd type="none" w="med" len="med"/>
                  <a:tailEnd type="none" w="med" len="med"/>
                </a:ln>
              </p:spPr>
            </p:sp>
            <p:sp>
              <p:nvSpPr>
                <p:cNvPr id="89302" name="Line 100"/>
                <p:cNvSpPr/>
                <p:nvPr/>
              </p:nvSpPr>
              <p:spPr>
                <a:xfrm>
                  <a:off x="2485" y="1518"/>
                  <a:ext cx="126" cy="1"/>
                </a:xfrm>
                <a:prstGeom prst="line">
                  <a:avLst/>
                </a:prstGeom>
                <a:ln w="14288" cap="flat" cmpd="sng">
                  <a:solidFill>
                    <a:srgbClr val="000000"/>
                  </a:solidFill>
                  <a:prstDash val="solid"/>
                  <a:headEnd type="none" w="med" len="med"/>
                  <a:tailEnd type="none" w="med" len="med"/>
                </a:ln>
              </p:spPr>
            </p:sp>
          </p:grpSp>
          <p:grpSp>
            <p:nvGrpSpPr>
              <p:cNvPr id="89263" name="Group 101"/>
              <p:cNvGrpSpPr/>
              <p:nvPr/>
            </p:nvGrpSpPr>
            <p:grpSpPr>
              <a:xfrm>
                <a:off x="2611" y="1320"/>
                <a:ext cx="380" cy="199"/>
                <a:chOff x="2611" y="1320"/>
                <a:chExt cx="380" cy="199"/>
              </a:xfrm>
            </p:grpSpPr>
            <p:sp>
              <p:nvSpPr>
                <p:cNvPr id="89295" name="Line 102"/>
                <p:cNvSpPr/>
                <p:nvPr/>
              </p:nvSpPr>
              <p:spPr>
                <a:xfrm>
                  <a:off x="2674" y="1320"/>
                  <a:ext cx="126" cy="1"/>
                </a:xfrm>
                <a:prstGeom prst="line">
                  <a:avLst/>
                </a:prstGeom>
                <a:ln w="14288" cap="flat" cmpd="sng">
                  <a:solidFill>
                    <a:srgbClr val="000000"/>
                  </a:solidFill>
                  <a:prstDash val="solid"/>
                  <a:headEnd type="none" w="med" len="med"/>
                  <a:tailEnd type="none" w="med" len="med"/>
                </a:ln>
              </p:spPr>
            </p:sp>
            <p:sp>
              <p:nvSpPr>
                <p:cNvPr id="89296" name="Line 103"/>
                <p:cNvSpPr/>
                <p:nvPr/>
              </p:nvSpPr>
              <p:spPr>
                <a:xfrm flipH="1">
                  <a:off x="2611" y="1320"/>
                  <a:ext cx="63" cy="198"/>
                </a:xfrm>
                <a:prstGeom prst="line">
                  <a:avLst/>
                </a:prstGeom>
                <a:ln w="14288" cap="flat" cmpd="sng">
                  <a:solidFill>
                    <a:srgbClr val="000000"/>
                  </a:solidFill>
                  <a:prstDash val="solid"/>
                  <a:headEnd type="none" w="med" len="med"/>
                  <a:tailEnd type="none" w="med" len="med"/>
                </a:ln>
              </p:spPr>
            </p:sp>
            <p:sp>
              <p:nvSpPr>
                <p:cNvPr id="89297" name="Line 104"/>
                <p:cNvSpPr/>
                <p:nvPr/>
              </p:nvSpPr>
              <p:spPr>
                <a:xfrm>
                  <a:off x="2800" y="1320"/>
                  <a:ext cx="64" cy="198"/>
                </a:xfrm>
                <a:prstGeom prst="line">
                  <a:avLst/>
                </a:prstGeom>
                <a:ln w="14288" cap="flat" cmpd="sng">
                  <a:solidFill>
                    <a:srgbClr val="000000"/>
                  </a:solidFill>
                  <a:prstDash val="solid"/>
                  <a:headEnd type="none" w="med" len="med"/>
                  <a:tailEnd type="none" w="med" len="med"/>
                </a:ln>
              </p:spPr>
            </p:sp>
            <p:sp>
              <p:nvSpPr>
                <p:cNvPr id="89298" name="Line 105"/>
                <p:cNvSpPr/>
                <p:nvPr/>
              </p:nvSpPr>
              <p:spPr>
                <a:xfrm>
                  <a:off x="2864" y="1518"/>
                  <a:ext cx="127" cy="1"/>
                </a:xfrm>
                <a:prstGeom prst="line">
                  <a:avLst/>
                </a:prstGeom>
                <a:ln w="14288" cap="flat" cmpd="sng">
                  <a:solidFill>
                    <a:srgbClr val="000000"/>
                  </a:solidFill>
                  <a:prstDash val="solid"/>
                  <a:headEnd type="none" w="med" len="med"/>
                  <a:tailEnd type="none" w="med" len="med"/>
                </a:ln>
              </p:spPr>
            </p:sp>
          </p:grpSp>
          <p:grpSp>
            <p:nvGrpSpPr>
              <p:cNvPr id="89264" name="Group 106"/>
              <p:cNvGrpSpPr/>
              <p:nvPr/>
            </p:nvGrpSpPr>
            <p:grpSpPr>
              <a:xfrm>
                <a:off x="2991" y="1320"/>
                <a:ext cx="378" cy="199"/>
                <a:chOff x="2991" y="1320"/>
                <a:chExt cx="378" cy="199"/>
              </a:xfrm>
            </p:grpSpPr>
            <p:sp>
              <p:nvSpPr>
                <p:cNvPr id="89291" name="Line 107"/>
                <p:cNvSpPr/>
                <p:nvPr/>
              </p:nvSpPr>
              <p:spPr>
                <a:xfrm>
                  <a:off x="3053" y="1320"/>
                  <a:ext cx="127" cy="1"/>
                </a:xfrm>
                <a:prstGeom prst="line">
                  <a:avLst/>
                </a:prstGeom>
                <a:ln w="14288" cap="flat" cmpd="sng">
                  <a:solidFill>
                    <a:srgbClr val="000000"/>
                  </a:solidFill>
                  <a:prstDash val="solid"/>
                  <a:headEnd type="none" w="med" len="med"/>
                  <a:tailEnd type="none" w="med" len="med"/>
                </a:ln>
              </p:spPr>
            </p:sp>
            <p:sp>
              <p:nvSpPr>
                <p:cNvPr id="89292" name="Line 108"/>
                <p:cNvSpPr/>
                <p:nvPr/>
              </p:nvSpPr>
              <p:spPr>
                <a:xfrm flipH="1">
                  <a:off x="2991" y="1320"/>
                  <a:ext cx="62" cy="198"/>
                </a:xfrm>
                <a:prstGeom prst="line">
                  <a:avLst/>
                </a:prstGeom>
                <a:ln w="14288" cap="flat" cmpd="sng">
                  <a:solidFill>
                    <a:srgbClr val="000000"/>
                  </a:solidFill>
                  <a:prstDash val="solid"/>
                  <a:headEnd type="none" w="med" len="med"/>
                  <a:tailEnd type="none" w="med" len="med"/>
                </a:ln>
              </p:spPr>
            </p:sp>
            <p:sp>
              <p:nvSpPr>
                <p:cNvPr id="89293" name="Line 109"/>
                <p:cNvSpPr/>
                <p:nvPr/>
              </p:nvSpPr>
              <p:spPr>
                <a:xfrm>
                  <a:off x="3180" y="1320"/>
                  <a:ext cx="63" cy="198"/>
                </a:xfrm>
                <a:prstGeom prst="line">
                  <a:avLst/>
                </a:prstGeom>
                <a:ln w="14288" cap="flat" cmpd="sng">
                  <a:solidFill>
                    <a:srgbClr val="000000"/>
                  </a:solidFill>
                  <a:prstDash val="solid"/>
                  <a:headEnd type="none" w="med" len="med"/>
                  <a:tailEnd type="none" w="med" len="med"/>
                </a:ln>
              </p:spPr>
            </p:sp>
            <p:sp>
              <p:nvSpPr>
                <p:cNvPr id="89294" name="Line 110"/>
                <p:cNvSpPr/>
                <p:nvPr/>
              </p:nvSpPr>
              <p:spPr>
                <a:xfrm>
                  <a:off x="3243" y="1518"/>
                  <a:ext cx="126" cy="1"/>
                </a:xfrm>
                <a:prstGeom prst="line">
                  <a:avLst/>
                </a:prstGeom>
                <a:ln w="14288" cap="flat" cmpd="sng">
                  <a:solidFill>
                    <a:srgbClr val="000000"/>
                  </a:solidFill>
                  <a:prstDash val="solid"/>
                  <a:headEnd type="none" w="med" len="med"/>
                  <a:tailEnd type="none" w="med" len="med"/>
                </a:ln>
              </p:spPr>
            </p:sp>
          </p:grpSp>
          <p:grpSp>
            <p:nvGrpSpPr>
              <p:cNvPr id="89265" name="Group 111"/>
              <p:cNvGrpSpPr/>
              <p:nvPr/>
            </p:nvGrpSpPr>
            <p:grpSpPr>
              <a:xfrm>
                <a:off x="3369" y="1320"/>
                <a:ext cx="379" cy="199"/>
                <a:chOff x="3369" y="1320"/>
                <a:chExt cx="379" cy="199"/>
              </a:xfrm>
            </p:grpSpPr>
            <p:sp>
              <p:nvSpPr>
                <p:cNvPr id="89287" name="Line 112"/>
                <p:cNvSpPr/>
                <p:nvPr/>
              </p:nvSpPr>
              <p:spPr>
                <a:xfrm>
                  <a:off x="3432" y="1320"/>
                  <a:ext cx="126" cy="1"/>
                </a:xfrm>
                <a:prstGeom prst="line">
                  <a:avLst/>
                </a:prstGeom>
                <a:ln w="14288" cap="flat" cmpd="sng">
                  <a:solidFill>
                    <a:srgbClr val="000000"/>
                  </a:solidFill>
                  <a:prstDash val="solid"/>
                  <a:headEnd type="none" w="med" len="med"/>
                  <a:tailEnd type="none" w="med" len="med"/>
                </a:ln>
              </p:spPr>
            </p:sp>
            <p:sp>
              <p:nvSpPr>
                <p:cNvPr id="89288" name="Line 113"/>
                <p:cNvSpPr/>
                <p:nvPr/>
              </p:nvSpPr>
              <p:spPr>
                <a:xfrm flipH="1">
                  <a:off x="3369" y="1320"/>
                  <a:ext cx="63" cy="198"/>
                </a:xfrm>
                <a:prstGeom prst="line">
                  <a:avLst/>
                </a:prstGeom>
                <a:ln w="14288" cap="flat" cmpd="sng">
                  <a:solidFill>
                    <a:srgbClr val="000000"/>
                  </a:solidFill>
                  <a:prstDash val="solid"/>
                  <a:headEnd type="none" w="med" len="med"/>
                  <a:tailEnd type="none" w="med" len="med"/>
                </a:ln>
              </p:spPr>
            </p:sp>
            <p:sp>
              <p:nvSpPr>
                <p:cNvPr id="89289" name="Line 114"/>
                <p:cNvSpPr/>
                <p:nvPr/>
              </p:nvSpPr>
              <p:spPr>
                <a:xfrm>
                  <a:off x="3558" y="1320"/>
                  <a:ext cx="63" cy="198"/>
                </a:xfrm>
                <a:prstGeom prst="line">
                  <a:avLst/>
                </a:prstGeom>
                <a:ln w="14288" cap="flat" cmpd="sng">
                  <a:solidFill>
                    <a:srgbClr val="000000"/>
                  </a:solidFill>
                  <a:prstDash val="solid"/>
                  <a:headEnd type="none" w="med" len="med"/>
                  <a:tailEnd type="none" w="med" len="med"/>
                </a:ln>
              </p:spPr>
            </p:sp>
            <p:sp>
              <p:nvSpPr>
                <p:cNvPr id="89290" name="Line 115"/>
                <p:cNvSpPr/>
                <p:nvPr/>
              </p:nvSpPr>
              <p:spPr>
                <a:xfrm>
                  <a:off x="3621" y="1518"/>
                  <a:ext cx="127" cy="1"/>
                </a:xfrm>
                <a:prstGeom prst="line">
                  <a:avLst/>
                </a:prstGeom>
                <a:ln w="14288" cap="flat" cmpd="sng">
                  <a:solidFill>
                    <a:srgbClr val="000000"/>
                  </a:solidFill>
                  <a:prstDash val="solid"/>
                  <a:headEnd type="none" w="med" len="med"/>
                  <a:tailEnd type="none" w="med" len="med"/>
                </a:ln>
              </p:spPr>
            </p:sp>
          </p:grpSp>
          <p:grpSp>
            <p:nvGrpSpPr>
              <p:cNvPr id="89266" name="Group 116"/>
              <p:cNvGrpSpPr/>
              <p:nvPr/>
            </p:nvGrpSpPr>
            <p:grpSpPr>
              <a:xfrm>
                <a:off x="3748" y="1320"/>
                <a:ext cx="379" cy="199"/>
                <a:chOff x="3748" y="1320"/>
                <a:chExt cx="379" cy="199"/>
              </a:xfrm>
            </p:grpSpPr>
            <p:sp>
              <p:nvSpPr>
                <p:cNvPr id="89283" name="Line 117"/>
                <p:cNvSpPr/>
                <p:nvPr/>
              </p:nvSpPr>
              <p:spPr>
                <a:xfrm>
                  <a:off x="3811" y="1320"/>
                  <a:ext cx="127" cy="1"/>
                </a:xfrm>
                <a:prstGeom prst="line">
                  <a:avLst/>
                </a:prstGeom>
                <a:ln w="14288" cap="flat" cmpd="sng">
                  <a:solidFill>
                    <a:srgbClr val="000000"/>
                  </a:solidFill>
                  <a:prstDash val="solid"/>
                  <a:headEnd type="none" w="med" len="med"/>
                  <a:tailEnd type="none" w="med" len="med"/>
                </a:ln>
              </p:spPr>
            </p:sp>
            <p:sp>
              <p:nvSpPr>
                <p:cNvPr id="89284" name="Line 118"/>
                <p:cNvSpPr/>
                <p:nvPr/>
              </p:nvSpPr>
              <p:spPr>
                <a:xfrm flipH="1">
                  <a:off x="3748" y="1320"/>
                  <a:ext cx="63" cy="198"/>
                </a:xfrm>
                <a:prstGeom prst="line">
                  <a:avLst/>
                </a:prstGeom>
                <a:ln w="14288" cap="flat" cmpd="sng">
                  <a:solidFill>
                    <a:srgbClr val="000000"/>
                  </a:solidFill>
                  <a:prstDash val="solid"/>
                  <a:headEnd type="none" w="med" len="med"/>
                  <a:tailEnd type="none" w="med" len="med"/>
                </a:ln>
              </p:spPr>
            </p:sp>
            <p:sp>
              <p:nvSpPr>
                <p:cNvPr id="89285" name="Line 119"/>
                <p:cNvSpPr/>
                <p:nvPr/>
              </p:nvSpPr>
              <p:spPr>
                <a:xfrm>
                  <a:off x="3938" y="1320"/>
                  <a:ext cx="63" cy="198"/>
                </a:xfrm>
                <a:prstGeom prst="line">
                  <a:avLst/>
                </a:prstGeom>
                <a:ln w="14288" cap="flat" cmpd="sng">
                  <a:solidFill>
                    <a:srgbClr val="000000"/>
                  </a:solidFill>
                  <a:prstDash val="solid"/>
                  <a:headEnd type="none" w="med" len="med"/>
                  <a:tailEnd type="none" w="med" len="med"/>
                </a:ln>
              </p:spPr>
            </p:sp>
            <p:sp>
              <p:nvSpPr>
                <p:cNvPr id="89286" name="Line 120"/>
                <p:cNvSpPr/>
                <p:nvPr/>
              </p:nvSpPr>
              <p:spPr>
                <a:xfrm>
                  <a:off x="4001" y="1518"/>
                  <a:ext cx="126" cy="1"/>
                </a:xfrm>
                <a:prstGeom prst="line">
                  <a:avLst/>
                </a:prstGeom>
                <a:ln w="14288" cap="flat" cmpd="sng">
                  <a:solidFill>
                    <a:srgbClr val="000000"/>
                  </a:solidFill>
                  <a:prstDash val="solid"/>
                  <a:headEnd type="none" w="med" len="med"/>
                  <a:tailEnd type="none" w="med" len="med"/>
                </a:ln>
              </p:spPr>
            </p:sp>
          </p:grpSp>
          <p:grpSp>
            <p:nvGrpSpPr>
              <p:cNvPr id="89267" name="Group 121"/>
              <p:cNvGrpSpPr/>
              <p:nvPr/>
            </p:nvGrpSpPr>
            <p:grpSpPr>
              <a:xfrm>
                <a:off x="4127" y="1320"/>
                <a:ext cx="379" cy="199"/>
                <a:chOff x="4127" y="1320"/>
                <a:chExt cx="379" cy="199"/>
              </a:xfrm>
            </p:grpSpPr>
            <p:sp>
              <p:nvSpPr>
                <p:cNvPr id="89279" name="Line 122"/>
                <p:cNvSpPr/>
                <p:nvPr/>
              </p:nvSpPr>
              <p:spPr>
                <a:xfrm>
                  <a:off x="4190" y="1320"/>
                  <a:ext cx="126" cy="1"/>
                </a:xfrm>
                <a:prstGeom prst="line">
                  <a:avLst/>
                </a:prstGeom>
                <a:ln w="14288" cap="flat" cmpd="sng">
                  <a:solidFill>
                    <a:srgbClr val="000000"/>
                  </a:solidFill>
                  <a:prstDash val="solid"/>
                  <a:headEnd type="none" w="med" len="med"/>
                  <a:tailEnd type="none" w="med" len="med"/>
                </a:ln>
              </p:spPr>
            </p:sp>
            <p:sp>
              <p:nvSpPr>
                <p:cNvPr id="89280" name="Line 123"/>
                <p:cNvSpPr/>
                <p:nvPr/>
              </p:nvSpPr>
              <p:spPr>
                <a:xfrm flipH="1">
                  <a:off x="4127" y="1320"/>
                  <a:ext cx="63" cy="198"/>
                </a:xfrm>
                <a:prstGeom prst="line">
                  <a:avLst/>
                </a:prstGeom>
                <a:ln w="14288" cap="flat" cmpd="sng">
                  <a:solidFill>
                    <a:srgbClr val="000000"/>
                  </a:solidFill>
                  <a:prstDash val="solid"/>
                  <a:headEnd type="none" w="med" len="med"/>
                  <a:tailEnd type="none" w="med" len="med"/>
                </a:ln>
              </p:spPr>
            </p:sp>
            <p:sp>
              <p:nvSpPr>
                <p:cNvPr id="89281" name="Line 124"/>
                <p:cNvSpPr/>
                <p:nvPr/>
              </p:nvSpPr>
              <p:spPr>
                <a:xfrm>
                  <a:off x="4316" y="1320"/>
                  <a:ext cx="63" cy="198"/>
                </a:xfrm>
                <a:prstGeom prst="line">
                  <a:avLst/>
                </a:prstGeom>
                <a:ln w="14288" cap="flat" cmpd="sng">
                  <a:solidFill>
                    <a:srgbClr val="000000"/>
                  </a:solidFill>
                  <a:prstDash val="solid"/>
                  <a:headEnd type="none" w="med" len="med"/>
                  <a:tailEnd type="none" w="med" len="med"/>
                </a:ln>
              </p:spPr>
            </p:sp>
            <p:sp>
              <p:nvSpPr>
                <p:cNvPr id="89282" name="Line 125"/>
                <p:cNvSpPr/>
                <p:nvPr/>
              </p:nvSpPr>
              <p:spPr>
                <a:xfrm>
                  <a:off x="4379" y="1518"/>
                  <a:ext cx="127" cy="1"/>
                </a:xfrm>
                <a:prstGeom prst="line">
                  <a:avLst/>
                </a:prstGeom>
                <a:ln w="14288" cap="flat" cmpd="sng">
                  <a:solidFill>
                    <a:srgbClr val="000000"/>
                  </a:solidFill>
                  <a:prstDash val="solid"/>
                  <a:headEnd type="none" w="med" len="med"/>
                  <a:tailEnd type="none" w="med" len="med"/>
                </a:ln>
              </p:spPr>
            </p:sp>
          </p:grpSp>
          <p:grpSp>
            <p:nvGrpSpPr>
              <p:cNvPr id="89268" name="Group 126"/>
              <p:cNvGrpSpPr/>
              <p:nvPr/>
            </p:nvGrpSpPr>
            <p:grpSpPr>
              <a:xfrm>
                <a:off x="4506" y="1320"/>
                <a:ext cx="378" cy="199"/>
                <a:chOff x="4506" y="1320"/>
                <a:chExt cx="378" cy="199"/>
              </a:xfrm>
            </p:grpSpPr>
            <p:sp>
              <p:nvSpPr>
                <p:cNvPr id="89275" name="Line 127"/>
                <p:cNvSpPr/>
                <p:nvPr/>
              </p:nvSpPr>
              <p:spPr>
                <a:xfrm>
                  <a:off x="4568" y="1320"/>
                  <a:ext cx="127" cy="1"/>
                </a:xfrm>
                <a:prstGeom prst="line">
                  <a:avLst/>
                </a:prstGeom>
                <a:ln w="14288" cap="flat" cmpd="sng">
                  <a:solidFill>
                    <a:srgbClr val="000000"/>
                  </a:solidFill>
                  <a:prstDash val="solid"/>
                  <a:headEnd type="none" w="med" len="med"/>
                  <a:tailEnd type="none" w="med" len="med"/>
                </a:ln>
              </p:spPr>
            </p:sp>
            <p:sp>
              <p:nvSpPr>
                <p:cNvPr id="89276" name="Line 128"/>
                <p:cNvSpPr/>
                <p:nvPr/>
              </p:nvSpPr>
              <p:spPr>
                <a:xfrm flipH="1">
                  <a:off x="4506" y="1320"/>
                  <a:ext cx="62" cy="198"/>
                </a:xfrm>
                <a:prstGeom prst="line">
                  <a:avLst/>
                </a:prstGeom>
                <a:ln w="14288" cap="flat" cmpd="sng">
                  <a:solidFill>
                    <a:srgbClr val="000000"/>
                  </a:solidFill>
                  <a:prstDash val="solid"/>
                  <a:headEnd type="none" w="med" len="med"/>
                  <a:tailEnd type="none" w="med" len="med"/>
                </a:ln>
              </p:spPr>
            </p:sp>
            <p:sp>
              <p:nvSpPr>
                <p:cNvPr id="89277" name="Line 129"/>
                <p:cNvSpPr/>
                <p:nvPr/>
              </p:nvSpPr>
              <p:spPr>
                <a:xfrm>
                  <a:off x="4695" y="1320"/>
                  <a:ext cx="64" cy="198"/>
                </a:xfrm>
                <a:prstGeom prst="line">
                  <a:avLst/>
                </a:prstGeom>
                <a:ln w="14288" cap="flat" cmpd="sng">
                  <a:solidFill>
                    <a:srgbClr val="000000"/>
                  </a:solidFill>
                  <a:prstDash val="solid"/>
                  <a:headEnd type="none" w="med" len="med"/>
                  <a:tailEnd type="none" w="med" len="med"/>
                </a:ln>
              </p:spPr>
            </p:sp>
            <p:sp>
              <p:nvSpPr>
                <p:cNvPr id="89278" name="Line 130"/>
                <p:cNvSpPr/>
                <p:nvPr/>
              </p:nvSpPr>
              <p:spPr>
                <a:xfrm>
                  <a:off x="4759" y="1518"/>
                  <a:ext cx="125" cy="1"/>
                </a:xfrm>
                <a:prstGeom prst="line">
                  <a:avLst/>
                </a:prstGeom>
                <a:ln w="14288" cap="flat" cmpd="sng">
                  <a:solidFill>
                    <a:srgbClr val="000000"/>
                  </a:solidFill>
                  <a:prstDash val="solid"/>
                  <a:headEnd type="none" w="med" len="med"/>
                  <a:tailEnd type="none" w="med" len="med"/>
                </a:ln>
              </p:spPr>
            </p:sp>
          </p:grpSp>
          <p:grpSp>
            <p:nvGrpSpPr>
              <p:cNvPr id="89269" name="Group 131"/>
              <p:cNvGrpSpPr/>
              <p:nvPr/>
            </p:nvGrpSpPr>
            <p:grpSpPr>
              <a:xfrm>
                <a:off x="4884" y="1320"/>
                <a:ext cx="380" cy="199"/>
                <a:chOff x="4884" y="1320"/>
                <a:chExt cx="380" cy="199"/>
              </a:xfrm>
            </p:grpSpPr>
            <p:sp>
              <p:nvSpPr>
                <p:cNvPr id="89271" name="Line 132"/>
                <p:cNvSpPr/>
                <p:nvPr/>
              </p:nvSpPr>
              <p:spPr>
                <a:xfrm>
                  <a:off x="4948" y="1320"/>
                  <a:ext cx="126" cy="1"/>
                </a:xfrm>
                <a:prstGeom prst="line">
                  <a:avLst/>
                </a:prstGeom>
                <a:ln w="14288" cap="flat" cmpd="sng">
                  <a:solidFill>
                    <a:srgbClr val="000000"/>
                  </a:solidFill>
                  <a:prstDash val="solid"/>
                  <a:headEnd type="none" w="med" len="med"/>
                  <a:tailEnd type="none" w="med" len="med"/>
                </a:ln>
              </p:spPr>
            </p:sp>
            <p:sp>
              <p:nvSpPr>
                <p:cNvPr id="89272" name="Line 133"/>
                <p:cNvSpPr/>
                <p:nvPr/>
              </p:nvSpPr>
              <p:spPr>
                <a:xfrm flipH="1">
                  <a:off x="4884" y="1320"/>
                  <a:ext cx="64" cy="198"/>
                </a:xfrm>
                <a:prstGeom prst="line">
                  <a:avLst/>
                </a:prstGeom>
                <a:ln w="14288" cap="flat" cmpd="sng">
                  <a:solidFill>
                    <a:srgbClr val="000000"/>
                  </a:solidFill>
                  <a:prstDash val="solid"/>
                  <a:headEnd type="none" w="med" len="med"/>
                  <a:tailEnd type="none" w="med" len="med"/>
                </a:ln>
              </p:spPr>
            </p:sp>
            <p:sp>
              <p:nvSpPr>
                <p:cNvPr id="89273" name="Line 134"/>
                <p:cNvSpPr/>
                <p:nvPr/>
              </p:nvSpPr>
              <p:spPr>
                <a:xfrm>
                  <a:off x="5074" y="1320"/>
                  <a:ext cx="63" cy="198"/>
                </a:xfrm>
                <a:prstGeom prst="line">
                  <a:avLst/>
                </a:prstGeom>
                <a:ln w="14288" cap="flat" cmpd="sng">
                  <a:solidFill>
                    <a:srgbClr val="000000"/>
                  </a:solidFill>
                  <a:prstDash val="solid"/>
                  <a:headEnd type="none" w="med" len="med"/>
                  <a:tailEnd type="none" w="med" len="med"/>
                </a:ln>
              </p:spPr>
            </p:sp>
            <p:sp>
              <p:nvSpPr>
                <p:cNvPr id="89274" name="Line 135"/>
                <p:cNvSpPr/>
                <p:nvPr/>
              </p:nvSpPr>
              <p:spPr>
                <a:xfrm>
                  <a:off x="5137" y="1518"/>
                  <a:ext cx="127" cy="1"/>
                </a:xfrm>
                <a:prstGeom prst="line">
                  <a:avLst/>
                </a:prstGeom>
                <a:ln w="14288" cap="flat" cmpd="sng">
                  <a:solidFill>
                    <a:srgbClr val="000000"/>
                  </a:solidFill>
                  <a:prstDash val="solid"/>
                  <a:headEnd type="none" w="med" len="med"/>
                  <a:tailEnd type="none" w="med" len="med"/>
                </a:ln>
              </p:spPr>
            </p:sp>
          </p:grpSp>
          <p:sp>
            <p:nvSpPr>
              <p:cNvPr id="89270" name="Line 136"/>
              <p:cNvSpPr/>
              <p:nvPr/>
            </p:nvSpPr>
            <p:spPr>
              <a:xfrm flipH="1">
                <a:off x="906" y="1518"/>
                <a:ext cx="189" cy="1"/>
              </a:xfrm>
              <a:prstGeom prst="line">
                <a:avLst/>
              </a:prstGeom>
              <a:ln w="14288" cap="flat" cmpd="sng">
                <a:solidFill>
                  <a:srgbClr val="000000"/>
                </a:solidFill>
                <a:prstDash val="solid"/>
                <a:headEnd type="none" w="med" len="med"/>
                <a:tailEnd type="none" w="med" len="med"/>
              </a:ln>
            </p:spPr>
          </p:sp>
        </p:grpSp>
        <p:grpSp>
          <p:nvGrpSpPr>
            <p:cNvPr id="89143" name="Group 137"/>
            <p:cNvGrpSpPr/>
            <p:nvPr/>
          </p:nvGrpSpPr>
          <p:grpSpPr>
            <a:xfrm>
              <a:off x="3583186" y="765175"/>
              <a:ext cx="14287" cy="2851150"/>
              <a:chOff x="2101" y="1210"/>
              <a:chExt cx="9" cy="1796"/>
            </a:xfrm>
          </p:grpSpPr>
          <p:sp>
            <p:nvSpPr>
              <p:cNvPr id="89240" name="Freeform 138"/>
              <p:cNvSpPr/>
              <p:nvPr/>
            </p:nvSpPr>
            <p:spPr>
              <a:xfrm>
                <a:off x="2101" y="2928"/>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9241" name="Freeform 139"/>
              <p:cNvSpPr/>
              <p:nvPr/>
            </p:nvSpPr>
            <p:spPr>
              <a:xfrm>
                <a:off x="2101" y="2832"/>
                <a:ext cx="9" cy="79"/>
              </a:xfrm>
              <a:custGeom>
                <a:avLst/>
                <a:gdLst/>
                <a:ahLst/>
                <a:cxnLst>
                  <a:cxn ang="0">
                    <a:pos x="0" y="76"/>
                  </a:cxn>
                  <a:cxn ang="0">
                    <a:pos x="2" y="76"/>
                  </a:cxn>
                  <a:cxn ang="0">
                    <a:pos x="3" y="77"/>
                  </a:cxn>
                  <a:cxn ang="0">
                    <a:pos x="5" y="79"/>
                  </a:cxn>
                  <a:cxn ang="0">
                    <a:pos x="6" y="77"/>
                  </a:cxn>
                  <a:cxn ang="0">
                    <a:pos x="8" y="76"/>
                  </a:cxn>
                  <a:cxn ang="0">
                    <a:pos x="9" y="74"/>
                  </a:cxn>
                  <a:cxn ang="0">
                    <a:pos x="9" y="5"/>
                  </a:cxn>
                  <a:cxn ang="0">
                    <a:pos x="8" y="3"/>
                  </a:cxn>
                  <a:cxn ang="0">
                    <a:pos x="6" y="2"/>
                  </a:cxn>
                  <a:cxn ang="0">
                    <a:pos x="5" y="0"/>
                  </a:cxn>
                  <a:cxn ang="0">
                    <a:pos x="3" y="2"/>
                  </a:cxn>
                  <a:cxn ang="0">
                    <a:pos x="2" y="3"/>
                  </a:cxn>
                  <a:cxn ang="0">
                    <a:pos x="0" y="5"/>
                  </a:cxn>
                  <a:cxn ang="0">
                    <a:pos x="0" y="6"/>
                  </a:cxn>
                  <a:cxn ang="0">
                    <a:pos x="0" y="76"/>
                  </a:cxn>
                </a:cxnLst>
                <a:pathLst>
                  <a:path w="9" h="79">
                    <a:moveTo>
                      <a:pt x="0" y="76"/>
                    </a:moveTo>
                    <a:lnTo>
                      <a:pt x="2" y="76"/>
                    </a:lnTo>
                    <a:lnTo>
                      <a:pt x="3" y="77"/>
                    </a:lnTo>
                    <a:lnTo>
                      <a:pt x="5" y="79"/>
                    </a:lnTo>
                    <a:lnTo>
                      <a:pt x="6" y="77"/>
                    </a:lnTo>
                    <a:lnTo>
                      <a:pt x="8" y="76"/>
                    </a:lnTo>
                    <a:lnTo>
                      <a:pt x="9" y="74"/>
                    </a:lnTo>
                    <a:lnTo>
                      <a:pt x="9" y="5"/>
                    </a:lnTo>
                    <a:lnTo>
                      <a:pt x="8" y="3"/>
                    </a:lnTo>
                    <a:lnTo>
                      <a:pt x="6" y="2"/>
                    </a:lnTo>
                    <a:lnTo>
                      <a:pt x="5" y="0"/>
                    </a:lnTo>
                    <a:lnTo>
                      <a:pt x="3" y="2"/>
                    </a:lnTo>
                    <a:lnTo>
                      <a:pt x="2"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9242" name="Freeform 140"/>
              <p:cNvSpPr/>
              <p:nvPr/>
            </p:nvSpPr>
            <p:spPr>
              <a:xfrm>
                <a:off x="2101" y="2737"/>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9243" name="Freeform 141"/>
              <p:cNvSpPr/>
              <p:nvPr/>
            </p:nvSpPr>
            <p:spPr>
              <a:xfrm>
                <a:off x="2101" y="2642"/>
                <a:ext cx="9" cy="78"/>
              </a:xfrm>
              <a:custGeom>
                <a:avLst/>
                <a:gdLst/>
                <a:ahLst/>
                <a:cxnLst>
                  <a:cxn ang="0">
                    <a:pos x="0" y="75"/>
                  </a:cxn>
                  <a:cxn ang="0">
                    <a:pos x="2" y="75"/>
                  </a:cxn>
                  <a:cxn ang="0">
                    <a:pos x="3" y="76"/>
                  </a:cxn>
                  <a:cxn ang="0">
                    <a:pos x="5" y="78"/>
                  </a:cxn>
                  <a:cxn ang="0">
                    <a:pos x="6" y="76"/>
                  </a:cxn>
                  <a:cxn ang="0">
                    <a:pos x="8" y="75"/>
                  </a:cxn>
                  <a:cxn ang="0">
                    <a:pos x="9" y="73"/>
                  </a:cxn>
                  <a:cxn ang="0">
                    <a:pos x="9" y="4"/>
                  </a:cxn>
                  <a:cxn ang="0">
                    <a:pos x="8" y="2"/>
                  </a:cxn>
                  <a:cxn ang="0">
                    <a:pos x="6" y="1"/>
                  </a:cxn>
                  <a:cxn ang="0">
                    <a:pos x="5" y="0"/>
                  </a:cxn>
                  <a:cxn ang="0">
                    <a:pos x="3" y="1"/>
                  </a:cxn>
                  <a:cxn ang="0">
                    <a:pos x="2" y="2"/>
                  </a:cxn>
                  <a:cxn ang="0">
                    <a:pos x="0" y="4"/>
                  </a:cxn>
                  <a:cxn ang="0">
                    <a:pos x="0" y="5"/>
                  </a:cxn>
                  <a:cxn ang="0">
                    <a:pos x="0" y="75"/>
                  </a:cxn>
                </a:cxnLst>
                <a:pathLst>
                  <a:path w="9" h="78">
                    <a:moveTo>
                      <a:pt x="0" y="75"/>
                    </a:moveTo>
                    <a:lnTo>
                      <a:pt x="2" y="75"/>
                    </a:lnTo>
                    <a:lnTo>
                      <a:pt x="3" y="76"/>
                    </a:lnTo>
                    <a:lnTo>
                      <a:pt x="5" y="78"/>
                    </a:lnTo>
                    <a:lnTo>
                      <a:pt x="6" y="76"/>
                    </a:lnTo>
                    <a:lnTo>
                      <a:pt x="8" y="75"/>
                    </a:lnTo>
                    <a:lnTo>
                      <a:pt x="9" y="73"/>
                    </a:lnTo>
                    <a:lnTo>
                      <a:pt x="9" y="4"/>
                    </a:lnTo>
                    <a:lnTo>
                      <a:pt x="8" y="2"/>
                    </a:lnTo>
                    <a:lnTo>
                      <a:pt x="6" y="1"/>
                    </a:lnTo>
                    <a:lnTo>
                      <a:pt x="5" y="0"/>
                    </a:lnTo>
                    <a:lnTo>
                      <a:pt x="3" y="1"/>
                    </a:lnTo>
                    <a:lnTo>
                      <a:pt x="2" y="2"/>
                    </a:lnTo>
                    <a:lnTo>
                      <a:pt x="0" y="4"/>
                    </a:lnTo>
                    <a:lnTo>
                      <a:pt x="0" y="5"/>
                    </a:lnTo>
                    <a:lnTo>
                      <a:pt x="0" y="75"/>
                    </a:lnTo>
                    <a:close/>
                  </a:path>
                </a:pathLst>
              </a:custGeom>
              <a:solidFill>
                <a:srgbClr val="000000">
                  <a:alpha val="100000"/>
                </a:srgbClr>
              </a:solidFill>
              <a:ln w="9525">
                <a:noFill/>
              </a:ln>
            </p:spPr>
            <p:txBody>
              <a:bodyPr/>
              <a:p>
                <a:endParaRPr lang="zh-CN" altLang="en-US"/>
              </a:p>
            </p:txBody>
          </p:sp>
          <p:sp>
            <p:nvSpPr>
              <p:cNvPr id="89244" name="Freeform 142"/>
              <p:cNvSpPr/>
              <p:nvPr/>
            </p:nvSpPr>
            <p:spPr>
              <a:xfrm>
                <a:off x="2101" y="2546"/>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2"/>
                  </a:cxn>
                  <a:cxn ang="0">
                    <a:pos x="5" y="0"/>
                  </a:cxn>
                  <a:cxn ang="0">
                    <a:pos x="3" y="2"/>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2"/>
                    </a:lnTo>
                    <a:lnTo>
                      <a:pt x="5" y="0"/>
                    </a:lnTo>
                    <a:lnTo>
                      <a:pt x="3" y="2"/>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9245" name="Freeform 143"/>
              <p:cNvSpPr/>
              <p:nvPr/>
            </p:nvSpPr>
            <p:spPr>
              <a:xfrm>
                <a:off x="2101" y="2451"/>
                <a:ext cx="9" cy="78"/>
              </a:xfrm>
              <a:custGeom>
                <a:avLst/>
                <a:gdLst/>
                <a:ahLst/>
                <a:cxnLst>
                  <a:cxn ang="0">
                    <a:pos x="0" y="75"/>
                  </a:cxn>
                  <a:cxn ang="0">
                    <a:pos x="2" y="75"/>
                  </a:cxn>
                  <a:cxn ang="0">
                    <a:pos x="3" y="76"/>
                  </a:cxn>
                  <a:cxn ang="0">
                    <a:pos x="5" y="78"/>
                  </a:cxn>
                  <a:cxn ang="0">
                    <a:pos x="6" y="76"/>
                  </a:cxn>
                  <a:cxn ang="0">
                    <a:pos x="8" y="75"/>
                  </a:cxn>
                  <a:cxn ang="0">
                    <a:pos x="9" y="73"/>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6"/>
                    </a:lnTo>
                    <a:lnTo>
                      <a:pt x="5" y="78"/>
                    </a:lnTo>
                    <a:lnTo>
                      <a:pt x="6" y="76"/>
                    </a:lnTo>
                    <a:lnTo>
                      <a:pt x="8" y="75"/>
                    </a:lnTo>
                    <a:lnTo>
                      <a:pt x="9" y="73"/>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9246" name="Freeform 144"/>
              <p:cNvSpPr/>
              <p:nvPr/>
            </p:nvSpPr>
            <p:spPr>
              <a:xfrm>
                <a:off x="2101" y="2355"/>
                <a:ext cx="9" cy="78"/>
              </a:xfrm>
              <a:custGeom>
                <a:avLst/>
                <a:gdLst/>
                <a:ahLst/>
                <a:cxnLst>
                  <a:cxn ang="0">
                    <a:pos x="0" y="75"/>
                  </a:cxn>
                  <a:cxn ang="0">
                    <a:pos x="2" y="75"/>
                  </a:cxn>
                  <a:cxn ang="0">
                    <a:pos x="3" y="77"/>
                  </a:cxn>
                  <a:cxn ang="0">
                    <a:pos x="5" y="78"/>
                  </a:cxn>
                  <a:cxn ang="0">
                    <a:pos x="6" y="77"/>
                  </a:cxn>
                  <a:cxn ang="0">
                    <a:pos x="8" y="75"/>
                  </a:cxn>
                  <a:cxn ang="0">
                    <a:pos x="9" y="74"/>
                  </a:cxn>
                  <a:cxn ang="0">
                    <a:pos x="9" y="5"/>
                  </a:cxn>
                  <a:cxn ang="0">
                    <a:pos x="8" y="3"/>
                  </a:cxn>
                  <a:cxn ang="0">
                    <a:pos x="6" y="2"/>
                  </a:cxn>
                  <a:cxn ang="0">
                    <a:pos x="5" y="0"/>
                  </a:cxn>
                  <a:cxn ang="0">
                    <a:pos x="3" y="2"/>
                  </a:cxn>
                  <a:cxn ang="0">
                    <a:pos x="2" y="3"/>
                  </a:cxn>
                  <a:cxn ang="0">
                    <a:pos x="0" y="5"/>
                  </a:cxn>
                  <a:cxn ang="0">
                    <a:pos x="0" y="6"/>
                  </a:cxn>
                  <a:cxn ang="0">
                    <a:pos x="0" y="75"/>
                  </a:cxn>
                </a:cxnLst>
                <a:pathLst>
                  <a:path w="9" h="78">
                    <a:moveTo>
                      <a:pt x="0" y="75"/>
                    </a:moveTo>
                    <a:lnTo>
                      <a:pt x="2" y="75"/>
                    </a:lnTo>
                    <a:lnTo>
                      <a:pt x="3" y="77"/>
                    </a:lnTo>
                    <a:lnTo>
                      <a:pt x="5" y="78"/>
                    </a:lnTo>
                    <a:lnTo>
                      <a:pt x="6" y="77"/>
                    </a:lnTo>
                    <a:lnTo>
                      <a:pt x="8" y="75"/>
                    </a:lnTo>
                    <a:lnTo>
                      <a:pt x="9" y="74"/>
                    </a:lnTo>
                    <a:lnTo>
                      <a:pt x="9" y="5"/>
                    </a:lnTo>
                    <a:lnTo>
                      <a:pt x="8" y="3"/>
                    </a:lnTo>
                    <a:lnTo>
                      <a:pt x="6" y="2"/>
                    </a:lnTo>
                    <a:lnTo>
                      <a:pt x="5" y="0"/>
                    </a:lnTo>
                    <a:lnTo>
                      <a:pt x="3" y="2"/>
                    </a:lnTo>
                    <a:lnTo>
                      <a:pt x="2" y="3"/>
                    </a:lnTo>
                    <a:lnTo>
                      <a:pt x="0" y="5"/>
                    </a:lnTo>
                    <a:lnTo>
                      <a:pt x="0" y="6"/>
                    </a:lnTo>
                    <a:lnTo>
                      <a:pt x="0" y="75"/>
                    </a:lnTo>
                    <a:close/>
                  </a:path>
                </a:pathLst>
              </a:custGeom>
              <a:solidFill>
                <a:srgbClr val="000000">
                  <a:alpha val="100000"/>
                </a:srgbClr>
              </a:solidFill>
              <a:ln w="9525">
                <a:noFill/>
              </a:ln>
            </p:spPr>
            <p:txBody>
              <a:bodyPr/>
              <a:p>
                <a:endParaRPr lang="zh-CN" altLang="en-US"/>
              </a:p>
            </p:txBody>
          </p:sp>
          <p:sp>
            <p:nvSpPr>
              <p:cNvPr id="89247" name="Freeform 145"/>
              <p:cNvSpPr/>
              <p:nvPr/>
            </p:nvSpPr>
            <p:spPr>
              <a:xfrm>
                <a:off x="2101" y="2260"/>
                <a:ext cx="9" cy="78"/>
              </a:xfrm>
              <a:custGeom>
                <a:avLst/>
                <a:gdLst/>
                <a:ahLst/>
                <a:cxnLst>
                  <a:cxn ang="0">
                    <a:pos x="0" y="75"/>
                  </a:cxn>
                  <a:cxn ang="0">
                    <a:pos x="2" y="75"/>
                  </a:cxn>
                  <a:cxn ang="0">
                    <a:pos x="3" y="76"/>
                  </a:cxn>
                  <a:cxn ang="0">
                    <a:pos x="5" y="78"/>
                  </a:cxn>
                  <a:cxn ang="0">
                    <a:pos x="6" y="76"/>
                  </a:cxn>
                  <a:cxn ang="0">
                    <a:pos x="8" y="75"/>
                  </a:cxn>
                  <a:cxn ang="0">
                    <a:pos x="9" y="74"/>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6"/>
                    </a:lnTo>
                    <a:lnTo>
                      <a:pt x="5" y="78"/>
                    </a:lnTo>
                    <a:lnTo>
                      <a:pt x="6" y="76"/>
                    </a:lnTo>
                    <a:lnTo>
                      <a:pt x="8" y="75"/>
                    </a:lnTo>
                    <a:lnTo>
                      <a:pt x="9" y="74"/>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9248" name="Freeform 146"/>
              <p:cNvSpPr/>
              <p:nvPr/>
            </p:nvSpPr>
            <p:spPr>
              <a:xfrm>
                <a:off x="2101" y="2164"/>
                <a:ext cx="9" cy="79"/>
              </a:xfrm>
              <a:custGeom>
                <a:avLst/>
                <a:gdLst/>
                <a:ahLst/>
                <a:cxnLst>
                  <a:cxn ang="0">
                    <a:pos x="0" y="76"/>
                  </a:cxn>
                  <a:cxn ang="0">
                    <a:pos x="2" y="76"/>
                  </a:cxn>
                  <a:cxn ang="0">
                    <a:pos x="3" y="77"/>
                  </a:cxn>
                  <a:cxn ang="0">
                    <a:pos x="5" y="79"/>
                  </a:cxn>
                  <a:cxn ang="0">
                    <a:pos x="6" y="77"/>
                  </a:cxn>
                  <a:cxn ang="0">
                    <a:pos x="8" y="76"/>
                  </a:cxn>
                  <a:cxn ang="0">
                    <a:pos x="9" y="74"/>
                  </a:cxn>
                  <a:cxn ang="0">
                    <a:pos x="9" y="5"/>
                  </a:cxn>
                  <a:cxn ang="0">
                    <a:pos x="8" y="3"/>
                  </a:cxn>
                  <a:cxn ang="0">
                    <a:pos x="6" y="2"/>
                  </a:cxn>
                  <a:cxn ang="0">
                    <a:pos x="5" y="0"/>
                  </a:cxn>
                  <a:cxn ang="0">
                    <a:pos x="3" y="2"/>
                  </a:cxn>
                  <a:cxn ang="0">
                    <a:pos x="2" y="3"/>
                  </a:cxn>
                  <a:cxn ang="0">
                    <a:pos x="0" y="5"/>
                  </a:cxn>
                  <a:cxn ang="0">
                    <a:pos x="0" y="6"/>
                  </a:cxn>
                  <a:cxn ang="0">
                    <a:pos x="0" y="76"/>
                  </a:cxn>
                </a:cxnLst>
                <a:pathLst>
                  <a:path w="9" h="79">
                    <a:moveTo>
                      <a:pt x="0" y="76"/>
                    </a:moveTo>
                    <a:lnTo>
                      <a:pt x="2" y="76"/>
                    </a:lnTo>
                    <a:lnTo>
                      <a:pt x="3" y="77"/>
                    </a:lnTo>
                    <a:lnTo>
                      <a:pt x="5" y="79"/>
                    </a:lnTo>
                    <a:lnTo>
                      <a:pt x="6" y="77"/>
                    </a:lnTo>
                    <a:lnTo>
                      <a:pt x="8" y="76"/>
                    </a:lnTo>
                    <a:lnTo>
                      <a:pt x="9" y="74"/>
                    </a:lnTo>
                    <a:lnTo>
                      <a:pt x="9" y="5"/>
                    </a:lnTo>
                    <a:lnTo>
                      <a:pt x="8" y="3"/>
                    </a:lnTo>
                    <a:lnTo>
                      <a:pt x="6" y="2"/>
                    </a:lnTo>
                    <a:lnTo>
                      <a:pt x="5" y="0"/>
                    </a:lnTo>
                    <a:lnTo>
                      <a:pt x="3" y="2"/>
                    </a:lnTo>
                    <a:lnTo>
                      <a:pt x="2"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9249" name="Freeform 147"/>
              <p:cNvSpPr/>
              <p:nvPr/>
            </p:nvSpPr>
            <p:spPr>
              <a:xfrm>
                <a:off x="2101" y="2069"/>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9250" name="Freeform 148"/>
              <p:cNvSpPr/>
              <p:nvPr/>
            </p:nvSpPr>
            <p:spPr>
              <a:xfrm>
                <a:off x="2101" y="1974"/>
                <a:ext cx="9" cy="78"/>
              </a:xfrm>
              <a:custGeom>
                <a:avLst/>
                <a:gdLst/>
                <a:ahLst/>
                <a:cxnLst>
                  <a:cxn ang="0">
                    <a:pos x="0" y="75"/>
                  </a:cxn>
                  <a:cxn ang="0">
                    <a:pos x="2" y="75"/>
                  </a:cxn>
                  <a:cxn ang="0">
                    <a:pos x="3" y="76"/>
                  </a:cxn>
                  <a:cxn ang="0">
                    <a:pos x="5" y="78"/>
                  </a:cxn>
                  <a:cxn ang="0">
                    <a:pos x="6" y="76"/>
                  </a:cxn>
                  <a:cxn ang="0">
                    <a:pos x="8" y="75"/>
                  </a:cxn>
                  <a:cxn ang="0">
                    <a:pos x="9" y="73"/>
                  </a:cxn>
                  <a:cxn ang="0">
                    <a:pos x="9" y="4"/>
                  </a:cxn>
                  <a:cxn ang="0">
                    <a:pos x="8" y="2"/>
                  </a:cxn>
                  <a:cxn ang="0">
                    <a:pos x="6" y="1"/>
                  </a:cxn>
                  <a:cxn ang="0">
                    <a:pos x="5" y="0"/>
                  </a:cxn>
                  <a:cxn ang="0">
                    <a:pos x="3" y="1"/>
                  </a:cxn>
                  <a:cxn ang="0">
                    <a:pos x="2" y="2"/>
                  </a:cxn>
                  <a:cxn ang="0">
                    <a:pos x="0" y="4"/>
                  </a:cxn>
                  <a:cxn ang="0">
                    <a:pos x="0" y="5"/>
                  </a:cxn>
                  <a:cxn ang="0">
                    <a:pos x="0" y="75"/>
                  </a:cxn>
                </a:cxnLst>
                <a:pathLst>
                  <a:path w="9" h="78">
                    <a:moveTo>
                      <a:pt x="0" y="75"/>
                    </a:moveTo>
                    <a:lnTo>
                      <a:pt x="2" y="75"/>
                    </a:lnTo>
                    <a:lnTo>
                      <a:pt x="3" y="76"/>
                    </a:lnTo>
                    <a:lnTo>
                      <a:pt x="5" y="78"/>
                    </a:lnTo>
                    <a:lnTo>
                      <a:pt x="6" y="76"/>
                    </a:lnTo>
                    <a:lnTo>
                      <a:pt x="8" y="75"/>
                    </a:lnTo>
                    <a:lnTo>
                      <a:pt x="9" y="73"/>
                    </a:lnTo>
                    <a:lnTo>
                      <a:pt x="9" y="4"/>
                    </a:lnTo>
                    <a:lnTo>
                      <a:pt x="8" y="2"/>
                    </a:lnTo>
                    <a:lnTo>
                      <a:pt x="6" y="1"/>
                    </a:lnTo>
                    <a:lnTo>
                      <a:pt x="5" y="0"/>
                    </a:lnTo>
                    <a:lnTo>
                      <a:pt x="3" y="1"/>
                    </a:lnTo>
                    <a:lnTo>
                      <a:pt x="2" y="2"/>
                    </a:lnTo>
                    <a:lnTo>
                      <a:pt x="0" y="4"/>
                    </a:lnTo>
                    <a:lnTo>
                      <a:pt x="0" y="5"/>
                    </a:lnTo>
                    <a:lnTo>
                      <a:pt x="0" y="75"/>
                    </a:lnTo>
                    <a:close/>
                  </a:path>
                </a:pathLst>
              </a:custGeom>
              <a:solidFill>
                <a:srgbClr val="000000">
                  <a:alpha val="100000"/>
                </a:srgbClr>
              </a:solidFill>
              <a:ln w="9525">
                <a:noFill/>
              </a:ln>
            </p:spPr>
            <p:txBody>
              <a:bodyPr/>
              <a:p>
                <a:endParaRPr lang="zh-CN" altLang="en-US"/>
              </a:p>
            </p:txBody>
          </p:sp>
          <p:sp>
            <p:nvSpPr>
              <p:cNvPr id="89251" name="Freeform 149"/>
              <p:cNvSpPr/>
              <p:nvPr/>
            </p:nvSpPr>
            <p:spPr>
              <a:xfrm>
                <a:off x="2101" y="1878"/>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2"/>
                  </a:cxn>
                  <a:cxn ang="0">
                    <a:pos x="5" y="0"/>
                  </a:cxn>
                  <a:cxn ang="0">
                    <a:pos x="3" y="2"/>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2"/>
                    </a:lnTo>
                    <a:lnTo>
                      <a:pt x="5" y="0"/>
                    </a:lnTo>
                    <a:lnTo>
                      <a:pt x="3" y="2"/>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9252" name="Freeform 150"/>
              <p:cNvSpPr/>
              <p:nvPr/>
            </p:nvSpPr>
            <p:spPr>
              <a:xfrm>
                <a:off x="2101" y="1783"/>
                <a:ext cx="9" cy="78"/>
              </a:xfrm>
              <a:custGeom>
                <a:avLst/>
                <a:gdLst/>
                <a:ahLst/>
                <a:cxnLst>
                  <a:cxn ang="0">
                    <a:pos x="0" y="75"/>
                  </a:cxn>
                  <a:cxn ang="0">
                    <a:pos x="2" y="75"/>
                  </a:cxn>
                  <a:cxn ang="0">
                    <a:pos x="3" y="76"/>
                  </a:cxn>
                  <a:cxn ang="0">
                    <a:pos x="5" y="78"/>
                  </a:cxn>
                  <a:cxn ang="0">
                    <a:pos x="6" y="76"/>
                  </a:cxn>
                  <a:cxn ang="0">
                    <a:pos x="8" y="75"/>
                  </a:cxn>
                  <a:cxn ang="0">
                    <a:pos x="9" y="73"/>
                  </a:cxn>
                  <a:cxn ang="0">
                    <a:pos x="9" y="4"/>
                  </a:cxn>
                  <a:cxn ang="0">
                    <a:pos x="8" y="3"/>
                  </a:cxn>
                  <a:cxn ang="0">
                    <a:pos x="6" y="1"/>
                  </a:cxn>
                  <a:cxn ang="0">
                    <a:pos x="5" y="0"/>
                  </a:cxn>
                  <a:cxn ang="0">
                    <a:pos x="3" y="1"/>
                  </a:cxn>
                  <a:cxn ang="0">
                    <a:pos x="2" y="3"/>
                  </a:cxn>
                  <a:cxn ang="0">
                    <a:pos x="0" y="4"/>
                  </a:cxn>
                  <a:cxn ang="0">
                    <a:pos x="0" y="5"/>
                  </a:cxn>
                  <a:cxn ang="0">
                    <a:pos x="0" y="75"/>
                  </a:cxn>
                </a:cxnLst>
                <a:pathLst>
                  <a:path w="9" h="78">
                    <a:moveTo>
                      <a:pt x="0" y="75"/>
                    </a:moveTo>
                    <a:lnTo>
                      <a:pt x="2" y="75"/>
                    </a:lnTo>
                    <a:lnTo>
                      <a:pt x="3" y="76"/>
                    </a:lnTo>
                    <a:lnTo>
                      <a:pt x="5" y="78"/>
                    </a:lnTo>
                    <a:lnTo>
                      <a:pt x="6" y="76"/>
                    </a:lnTo>
                    <a:lnTo>
                      <a:pt x="8" y="75"/>
                    </a:lnTo>
                    <a:lnTo>
                      <a:pt x="9" y="73"/>
                    </a:lnTo>
                    <a:lnTo>
                      <a:pt x="9" y="4"/>
                    </a:lnTo>
                    <a:lnTo>
                      <a:pt x="8" y="3"/>
                    </a:lnTo>
                    <a:lnTo>
                      <a:pt x="6" y="1"/>
                    </a:lnTo>
                    <a:lnTo>
                      <a:pt x="5" y="0"/>
                    </a:lnTo>
                    <a:lnTo>
                      <a:pt x="3" y="1"/>
                    </a:lnTo>
                    <a:lnTo>
                      <a:pt x="2" y="3"/>
                    </a:lnTo>
                    <a:lnTo>
                      <a:pt x="0" y="4"/>
                    </a:lnTo>
                    <a:lnTo>
                      <a:pt x="0" y="5"/>
                    </a:lnTo>
                    <a:lnTo>
                      <a:pt x="0" y="75"/>
                    </a:lnTo>
                    <a:close/>
                  </a:path>
                </a:pathLst>
              </a:custGeom>
              <a:solidFill>
                <a:srgbClr val="000000">
                  <a:alpha val="100000"/>
                </a:srgbClr>
              </a:solidFill>
              <a:ln w="9525">
                <a:noFill/>
              </a:ln>
            </p:spPr>
            <p:txBody>
              <a:bodyPr/>
              <a:p>
                <a:endParaRPr lang="zh-CN" altLang="en-US"/>
              </a:p>
            </p:txBody>
          </p:sp>
          <p:sp>
            <p:nvSpPr>
              <p:cNvPr id="89253" name="Freeform 151"/>
              <p:cNvSpPr/>
              <p:nvPr/>
            </p:nvSpPr>
            <p:spPr>
              <a:xfrm>
                <a:off x="2101" y="1687"/>
                <a:ext cx="9" cy="78"/>
              </a:xfrm>
              <a:custGeom>
                <a:avLst/>
                <a:gdLst/>
                <a:ahLst/>
                <a:cxnLst>
                  <a:cxn ang="0">
                    <a:pos x="0" y="75"/>
                  </a:cxn>
                  <a:cxn ang="0">
                    <a:pos x="2" y="75"/>
                  </a:cxn>
                  <a:cxn ang="0">
                    <a:pos x="3" y="77"/>
                  </a:cxn>
                  <a:cxn ang="0">
                    <a:pos x="5" y="78"/>
                  </a:cxn>
                  <a:cxn ang="0">
                    <a:pos x="6" y="77"/>
                  </a:cxn>
                  <a:cxn ang="0">
                    <a:pos x="8" y="75"/>
                  </a:cxn>
                  <a:cxn ang="0">
                    <a:pos x="9" y="74"/>
                  </a:cxn>
                  <a:cxn ang="0">
                    <a:pos x="9" y="5"/>
                  </a:cxn>
                  <a:cxn ang="0">
                    <a:pos x="8" y="3"/>
                  </a:cxn>
                  <a:cxn ang="0">
                    <a:pos x="6" y="2"/>
                  </a:cxn>
                  <a:cxn ang="0">
                    <a:pos x="5" y="0"/>
                  </a:cxn>
                  <a:cxn ang="0">
                    <a:pos x="3" y="2"/>
                  </a:cxn>
                  <a:cxn ang="0">
                    <a:pos x="2" y="3"/>
                  </a:cxn>
                  <a:cxn ang="0">
                    <a:pos x="0" y="5"/>
                  </a:cxn>
                  <a:cxn ang="0">
                    <a:pos x="0" y="6"/>
                  </a:cxn>
                  <a:cxn ang="0">
                    <a:pos x="0" y="75"/>
                  </a:cxn>
                </a:cxnLst>
                <a:pathLst>
                  <a:path w="9" h="78">
                    <a:moveTo>
                      <a:pt x="0" y="75"/>
                    </a:moveTo>
                    <a:lnTo>
                      <a:pt x="2" y="75"/>
                    </a:lnTo>
                    <a:lnTo>
                      <a:pt x="3" y="77"/>
                    </a:lnTo>
                    <a:lnTo>
                      <a:pt x="5" y="78"/>
                    </a:lnTo>
                    <a:lnTo>
                      <a:pt x="6" y="77"/>
                    </a:lnTo>
                    <a:lnTo>
                      <a:pt x="8" y="75"/>
                    </a:lnTo>
                    <a:lnTo>
                      <a:pt x="9" y="74"/>
                    </a:lnTo>
                    <a:lnTo>
                      <a:pt x="9" y="5"/>
                    </a:lnTo>
                    <a:lnTo>
                      <a:pt x="8" y="3"/>
                    </a:lnTo>
                    <a:lnTo>
                      <a:pt x="6" y="2"/>
                    </a:lnTo>
                    <a:lnTo>
                      <a:pt x="5" y="0"/>
                    </a:lnTo>
                    <a:lnTo>
                      <a:pt x="3" y="2"/>
                    </a:lnTo>
                    <a:lnTo>
                      <a:pt x="2" y="3"/>
                    </a:lnTo>
                    <a:lnTo>
                      <a:pt x="0" y="5"/>
                    </a:lnTo>
                    <a:lnTo>
                      <a:pt x="0" y="6"/>
                    </a:lnTo>
                    <a:lnTo>
                      <a:pt x="0" y="75"/>
                    </a:lnTo>
                    <a:close/>
                  </a:path>
                </a:pathLst>
              </a:custGeom>
              <a:solidFill>
                <a:srgbClr val="000000">
                  <a:alpha val="100000"/>
                </a:srgbClr>
              </a:solidFill>
              <a:ln w="9525">
                <a:noFill/>
              </a:ln>
            </p:spPr>
            <p:txBody>
              <a:bodyPr/>
              <a:p>
                <a:endParaRPr lang="zh-CN" altLang="en-US"/>
              </a:p>
            </p:txBody>
          </p:sp>
          <p:sp>
            <p:nvSpPr>
              <p:cNvPr id="89254" name="Freeform 152"/>
              <p:cNvSpPr/>
              <p:nvPr/>
            </p:nvSpPr>
            <p:spPr>
              <a:xfrm>
                <a:off x="2101" y="1592"/>
                <a:ext cx="9" cy="78"/>
              </a:xfrm>
              <a:custGeom>
                <a:avLst/>
                <a:gdLst/>
                <a:ahLst/>
                <a:cxnLst>
                  <a:cxn ang="0">
                    <a:pos x="0" y="75"/>
                  </a:cxn>
                  <a:cxn ang="0">
                    <a:pos x="2" y="75"/>
                  </a:cxn>
                  <a:cxn ang="0">
                    <a:pos x="3" y="76"/>
                  </a:cxn>
                  <a:cxn ang="0">
                    <a:pos x="5" y="78"/>
                  </a:cxn>
                  <a:cxn ang="0">
                    <a:pos x="6" y="76"/>
                  </a:cxn>
                  <a:cxn ang="0">
                    <a:pos x="8" y="75"/>
                  </a:cxn>
                  <a:cxn ang="0">
                    <a:pos x="9" y="74"/>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6"/>
                    </a:lnTo>
                    <a:lnTo>
                      <a:pt x="5" y="78"/>
                    </a:lnTo>
                    <a:lnTo>
                      <a:pt x="6" y="76"/>
                    </a:lnTo>
                    <a:lnTo>
                      <a:pt x="8" y="75"/>
                    </a:lnTo>
                    <a:lnTo>
                      <a:pt x="9" y="74"/>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9255" name="Freeform 153"/>
              <p:cNvSpPr/>
              <p:nvPr/>
            </p:nvSpPr>
            <p:spPr>
              <a:xfrm>
                <a:off x="2101" y="1496"/>
                <a:ext cx="9" cy="78"/>
              </a:xfrm>
              <a:custGeom>
                <a:avLst/>
                <a:gdLst/>
                <a:ahLst/>
                <a:cxnLst>
                  <a:cxn ang="0">
                    <a:pos x="0" y="76"/>
                  </a:cxn>
                  <a:cxn ang="0">
                    <a:pos x="2" y="76"/>
                  </a:cxn>
                  <a:cxn ang="0">
                    <a:pos x="3" y="77"/>
                  </a:cxn>
                  <a:cxn ang="0">
                    <a:pos x="5" y="78"/>
                  </a:cxn>
                  <a:cxn ang="0">
                    <a:pos x="6" y="77"/>
                  </a:cxn>
                  <a:cxn ang="0">
                    <a:pos x="8" y="76"/>
                  </a:cxn>
                  <a:cxn ang="0">
                    <a:pos x="9" y="74"/>
                  </a:cxn>
                  <a:cxn ang="0">
                    <a:pos x="9" y="5"/>
                  </a:cxn>
                  <a:cxn ang="0">
                    <a:pos x="8" y="3"/>
                  </a:cxn>
                  <a:cxn ang="0">
                    <a:pos x="6" y="2"/>
                  </a:cxn>
                  <a:cxn ang="0">
                    <a:pos x="5" y="0"/>
                  </a:cxn>
                  <a:cxn ang="0">
                    <a:pos x="3" y="2"/>
                  </a:cxn>
                  <a:cxn ang="0">
                    <a:pos x="2" y="3"/>
                  </a:cxn>
                  <a:cxn ang="0">
                    <a:pos x="0" y="5"/>
                  </a:cxn>
                  <a:cxn ang="0">
                    <a:pos x="0" y="6"/>
                  </a:cxn>
                  <a:cxn ang="0">
                    <a:pos x="0" y="76"/>
                  </a:cxn>
                </a:cxnLst>
                <a:pathLst>
                  <a:path w="9" h="78">
                    <a:moveTo>
                      <a:pt x="0" y="76"/>
                    </a:moveTo>
                    <a:lnTo>
                      <a:pt x="2" y="76"/>
                    </a:lnTo>
                    <a:lnTo>
                      <a:pt x="3" y="77"/>
                    </a:lnTo>
                    <a:lnTo>
                      <a:pt x="5" y="78"/>
                    </a:lnTo>
                    <a:lnTo>
                      <a:pt x="6" y="77"/>
                    </a:lnTo>
                    <a:lnTo>
                      <a:pt x="8" y="76"/>
                    </a:lnTo>
                    <a:lnTo>
                      <a:pt x="9" y="74"/>
                    </a:lnTo>
                    <a:lnTo>
                      <a:pt x="9" y="5"/>
                    </a:lnTo>
                    <a:lnTo>
                      <a:pt x="8" y="3"/>
                    </a:lnTo>
                    <a:lnTo>
                      <a:pt x="6" y="2"/>
                    </a:lnTo>
                    <a:lnTo>
                      <a:pt x="5" y="0"/>
                    </a:lnTo>
                    <a:lnTo>
                      <a:pt x="3" y="2"/>
                    </a:lnTo>
                    <a:lnTo>
                      <a:pt x="2" y="3"/>
                    </a:lnTo>
                    <a:lnTo>
                      <a:pt x="0" y="5"/>
                    </a:lnTo>
                    <a:lnTo>
                      <a:pt x="0" y="6"/>
                    </a:lnTo>
                    <a:lnTo>
                      <a:pt x="0" y="76"/>
                    </a:lnTo>
                    <a:close/>
                  </a:path>
                </a:pathLst>
              </a:custGeom>
              <a:solidFill>
                <a:srgbClr val="000000">
                  <a:alpha val="100000"/>
                </a:srgbClr>
              </a:solidFill>
              <a:ln w="9525">
                <a:noFill/>
              </a:ln>
            </p:spPr>
            <p:txBody>
              <a:bodyPr/>
              <a:p>
                <a:endParaRPr lang="zh-CN" altLang="en-US"/>
              </a:p>
            </p:txBody>
          </p:sp>
          <p:sp>
            <p:nvSpPr>
              <p:cNvPr id="89256" name="Freeform 154"/>
              <p:cNvSpPr/>
              <p:nvPr/>
            </p:nvSpPr>
            <p:spPr>
              <a:xfrm>
                <a:off x="2101" y="1401"/>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1"/>
                  </a:cxn>
                  <a:cxn ang="0">
                    <a:pos x="5" y="0"/>
                  </a:cxn>
                  <a:cxn ang="0">
                    <a:pos x="3" y="1"/>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1"/>
                    </a:lnTo>
                    <a:lnTo>
                      <a:pt x="5" y="0"/>
                    </a:lnTo>
                    <a:lnTo>
                      <a:pt x="3" y="1"/>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sp>
            <p:nvSpPr>
              <p:cNvPr id="89257" name="Freeform 155"/>
              <p:cNvSpPr/>
              <p:nvPr/>
            </p:nvSpPr>
            <p:spPr>
              <a:xfrm>
                <a:off x="2101" y="1306"/>
                <a:ext cx="9" cy="78"/>
              </a:xfrm>
              <a:custGeom>
                <a:avLst/>
                <a:gdLst/>
                <a:ahLst/>
                <a:cxnLst>
                  <a:cxn ang="0">
                    <a:pos x="0" y="75"/>
                  </a:cxn>
                  <a:cxn ang="0">
                    <a:pos x="2" y="75"/>
                  </a:cxn>
                  <a:cxn ang="0">
                    <a:pos x="3" y="76"/>
                  </a:cxn>
                  <a:cxn ang="0">
                    <a:pos x="5" y="78"/>
                  </a:cxn>
                  <a:cxn ang="0">
                    <a:pos x="6" y="76"/>
                  </a:cxn>
                  <a:cxn ang="0">
                    <a:pos x="8" y="75"/>
                  </a:cxn>
                  <a:cxn ang="0">
                    <a:pos x="9" y="73"/>
                  </a:cxn>
                  <a:cxn ang="0">
                    <a:pos x="9" y="4"/>
                  </a:cxn>
                  <a:cxn ang="0">
                    <a:pos x="8" y="2"/>
                  </a:cxn>
                  <a:cxn ang="0">
                    <a:pos x="6" y="1"/>
                  </a:cxn>
                  <a:cxn ang="0">
                    <a:pos x="5" y="0"/>
                  </a:cxn>
                  <a:cxn ang="0">
                    <a:pos x="3" y="1"/>
                  </a:cxn>
                  <a:cxn ang="0">
                    <a:pos x="2" y="2"/>
                  </a:cxn>
                  <a:cxn ang="0">
                    <a:pos x="0" y="4"/>
                  </a:cxn>
                  <a:cxn ang="0">
                    <a:pos x="0" y="5"/>
                  </a:cxn>
                  <a:cxn ang="0">
                    <a:pos x="0" y="75"/>
                  </a:cxn>
                </a:cxnLst>
                <a:pathLst>
                  <a:path w="9" h="78">
                    <a:moveTo>
                      <a:pt x="0" y="75"/>
                    </a:moveTo>
                    <a:lnTo>
                      <a:pt x="2" y="75"/>
                    </a:lnTo>
                    <a:lnTo>
                      <a:pt x="3" y="76"/>
                    </a:lnTo>
                    <a:lnTo>
                      <a:pt x="5" y="78"/>
                    </a:lnTo>
                    <a:lnTo>
                      <a:pt x="6" y="76"/>
                    </a:lnTo>
                    <a:lnTo>
                      <a:pt x="8" y="75"/>
                    </a:lnTo>
                    <a:lnTo>
                      <a:pt x="9" y="73"/>
                    </a:lnTo>
                    <a:lnTo>
                      <a:pt x="9" y="4"/>
                    </a:lnTo>
                    <a:lnTo>
                      <a:pt x="8" y="2"/>
                    </a:lnTo>
                    <a:lnTo>
                      <a:pt x="6" y="1"/>
                    </a:lnTo>
                    <a:lnTo>
                      <a:pt x="5" y="0"/>
                    </a:lnTo>
                    <a:lnTo>
                      <a:pt x="3" y="1"/>
                    </a:lnTo>
                    <a:lnTo>
                      <a:pt x="2" y="2"/>
                    </a:lnTo>
                    <a:lnTo>
                      <a:pt x="0" y="4"/>
                    </a:lnTo>
                    <a:lnTo>
                      <a:pt x="0" y="5"/>
                    </a:lnTo>
                    <a:lnTo>
                      <a:pt x="0" y="75"/>
                    </a:lnTo>
                    <a:close/>
                  </a:path>
                </a:pathLst>
              </a:custGeom>
              <a:solidFill>
                <a:srgbClr val="000000">
                  <a:alpha val="100000"/>
                </a:srgbClr>
              </a:solidFill>
              <a:ln w="9525">
                <a:noFill/>
              </a:ln>
            </p:spPr>
            <p:txBody>
              <a:bodyPr/>
              <a:p>
                <a:endParaRPr lang="zh-CN" altLang="en-US"/>
              </a:p>
            </p:txBody>
          </p:sp>
          <p:sp>
            <p:nvSpPr>
              <p:cNvPr id="89258" name="Freeform 156"/>
              <p:cNvSpPr/>
              <p:nvPr/>
            </p:nvSpPr>
            <p:spPr>
              <a:xfrm>
                <a:off x="2101" y="1210"/>
                <a:ext cx="9" cy="78"/>
              </a:xfrm>
              <a:custGeom>
                <a:avLst/>
                <a:gdLst/>
                <a:ahLst/>
                <a:cxnLst>
                  <a:cxn ang="0">
                    <a:pos x="0" y="75"/>
                  </a:cxn>
                  <a:cxn ang="0">
                    <a:pos x="2" y="75"/>
                  </a:cxn>
                  <a:cxn ang="0">
                    <a:pos x="3" y="77"/>
                  </a:cxn>
                  <a:cxn ang="0">
                    <a:pos x="5" y="78"/>
                  </a:cxn>
                  <a:cxn ang="0">
                    <a:pos x="6" y="77"/>
                  </a:cxn>
                  <a:cxn ang="0">
                    <a:pos x="8" y="75"/>
                  </a:cxn>
                  <a:cxn ang="0">
                    <a:pos x="9" y="74"/>
                  </a:cxn>
                  <a:cxn ang="0">
                    <a:pos x="9" y="4"/>
                  </a:cxn>
                  <a:cxn ang="0">
                    <a:pos x="8" y="3"/>
                  </a:cxn>
                  <a:cxn ang="0">
                    <a:pos x="6" y="2"/>
                  </a:cxn>
                  <a:cxn ang="0">
                    <a:pos x="5" y="0"/>
                  </a:cxn>
                  <a:cxn ang="0">
                    <a:pos x="3" y="2"/>
                  </a:cxn>
                  <a:cxn ang="0">
                    <a:pos x="2" y="3"/>
                  </a:cxn>
                  <a:cxn ang="0">
                    <a:pos x="0" y="4"/>
                  </a:cxn>
                  <a:cxn ang="0">
                    <a:pos x="0" y="6"/>
                  </a:cxn>
                  <a:cxn ang="0">
                    <a:pos x="0" y="75"/>
                  </a:cxn>
                </a:cxnLst>
                <a:pathLst>
                  <a:path w="9" h="78">
                    <a:moveTo>
                      <a:pt x="0" y="75"/>
                    </a:moveTo>
                    <a:lnTo>
                      <a:pt x="2" y="75"/>
                    </a:lnTo>
                    <a:lnTo>
                      <a:pt x="3" y="77"/>
                    </a:lnTo>
                    <a:lnTo>
                      <a:pt x="5" y="78"/>
                    </a:lnTo>
                    <a:lnTo>
                      <a:pt x="6" y="77"/>
                    </a:lnTo>
                    <a:lnTo>
                      <a:pt x="8" y="75"/>
                    </a:lnTo>
                    <a:lnTo>
                      <a:pt x="9" y="74"/>
                    </a:lnTo>
                    <a:lnTo>
                      <a:pt x="9" y="4"/>
                    </a:lnTo>
                    <a:lnTo>
                      <a:pt x="8" y="3"/>
                    </a:lnTo>
                    <a:lnTo>
                      <a:pt x="6" y="2"/>
                    </a:lnTo>
                    <a:lnTo>
                      <a:pt x="5" y="0"/>
                    </a:lnTo>
                    <a:lnTo>
                      <a:pt x="3" y="2"/>
                    </a:lnTo>
                    <a:lnTo>
                      <a:pt x="2" y="3"/>
                    </a:lnTo>
                    <a:lnTo>
                      <a:pt x="0" y="4"/>
                    </a:lnTo>
                    <a:lnTo>
                      <a:pt x="0" y="6"/>
                    </a:lnTo>
                    <a:lnTo>
                      <a:pt x="0" y="75"/>
                    </a:lnTo>
                    <a:close/>
                  </a:path>
                </a:pathLst>
              </a:custGeom>
              <a:solidFill>
                <a:srgbClr val="000000">
                  <a:alpha val="100000"/>
                </a:srgbClr>
              </a:solidFill>
              <a:ln w="9525">
                <a:noFill/>
              </a:ln>
            </p:spPr>
            <p:txBody>
              <a:bodyPr/>
              <a:p>
                <a:endParaRPr lang="zh-CN" altLang="en-US"/>
              </a:p>
            </p:txBody>
          </p:sp>
        </p:grpSp>
        <p:grpSp>
          <p:nvGrpSpPr>
            <p:cNvPr id="89144" name="Group 157"/>
            <p:cNvGrpSpPr/>
            <p:nvPr/>
          </p:nvGrpSpPr>
          <p:grpSpPr>
            <a:xfrm>
              <a:off x="6642298" y="785813"/>
              <a:ext cx="14287" cy="2855913"/>
              <a:chOff x="4028" y="1223"/>
              <a:chExt cx="9" cy="1799"/>
            </a:xfrm>
          </p:grpSpPr>
          <p:sp>
            <p:nvSpPr>
              <p:cNvPr id="89210" name="Freeform 158"/>
              <p:cNvSpPr/>
              <p:nvPr/>
            </p:nvSpPr>
            <p:spPr>
              <a:xfrm>
                <a:off x="4028" y="2978"/>
                <a:ext cx="9" cy="44"/>
              </a:xfrm>
              <a:custGeom>
                <a:avLst/>
                <a:gdLst/>
                <a:ahLst/>
                <a:cxnLst>
                  <a:cxn ang="0">
                    <a:pos x="0" y="41"/>
                  </a:cxn>
                  <a:cxn ang="0">
                    <a:pos x="2" y="41"/>
                  </a:cxn>
                  <a:cxn ang="0">
                    <a:pos x="3" y="42"/>
                  </a:cxn>
                  <a:cxn ang="0">
                    <a:pos x="5" y="44"/>
                  </a:cxn>
                  <a:cxn ang="0">
                    <a:pos x="6" y="42"/>
                  </a:cxn>
                  <a:cxn ang="0">
                    <a:pos x="8" y="41"/>
                  </a:cxn>
                  <a:cxn ang="0">
                    <a:pos x="9" y="40"/>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40"/>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211" name="Freeform 159"/>
              <p:cNvSpPr/>
              <p:nvPr/>
            </p:nvSpPr>
            <p:spPr>
              <a:xfrm>
                <a:off x="4028" y="2918"/>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212" name="Freeform 160"/>
              <p:cNvSpPr/>
              <p:nvPr/>
            </p:nvSpPr>
            <p:spPr>
              <a:xfrm>
                <a:off x="4028" y="2857"/>
                <a:ext cx="9" cy="43"/>
              </a:xfrm>
              <a:custGeom>
                <a:avLst/>
                <a:gdLst/>
                <a:ahLst/>
                <a:cxnLst>
                  <a:cxn ang="0">
                    <a:pos x="0" y="41"/>
                  </a:cxn>
                  <a:cxn ang="0">
                    <a:pos x="2" y="41"/>
                  </a:cxn>
                  <a:cxn ang="0">
                    <a:pos x="3" y="42"/>
                  </a:cxn>
                  <a:cxn ang="0">
                    <a:pos x="5" y="43"/>
                  </a:cxn>
                  <a:cxn ang="0">
                    <a:pos x="6" y="42"/>
                  </a:cxn>
                  <a:cxn ang="0">
                    <a:pos x="8" y="41"/>
                  </a:cxn>
                  <a:cxn ang="0">
                    <a:pos x="9" y="39"/>
                  </a:cxn>
                  <a:cxn ang="0">
                    <a:pos x="9" y="4"/>
                  </a:cxn>
                  <a:cxn ang="0">
                    <a:pos x="8" y="3"/>
                  </a:cxn>
                  <a:cxn ang="0">
                    <a:pos x="6" y="1"/>
                  </a:cxn>
                  <a:cxn ang="0">
                    <a:pos x="5" y="0"/>
                  </a:cxn>
                  <a:cxn ang="0">
                    <a:pos x="3" y="1"/>
                  </a:cxn>
                  <a:cxn ang="0">
                    <a:pos x="2" y="3"/>
                  </a:cxn>
                  <a:cxn ang="0">
                    <a:pos x="0" y="4"/>
                  </a:cxn>
                  <a:cxn ang="0">
                    <a:pos x="0" y="6"/>
                  </a:cxn>
                  <a:cxn ang="0">
                    <a:pos x="0" y="41"/>
                  </a:cxn>
                </a:cxnLst>
                <a:pathLst>
                  <a:path w="9" h="43">
                    <a:moveTo>
                      <a:pt x="0" y="41"/>
                    </a:moveTo>
                    <a:lnTo>
                      <a:pt x="2" y="41"/>
                    </a:lnTo>
                    <a:lnTo>
                      <a:pt x="3" y="42"/>
                    </a:lnTo>
                    <a:lnTo>
                      <a:pt x="5" y="43"/>
                    </a:lnTo>
                    <a:lnTo>
                      <a:pt x="6" y="42"/>
                    </a:lnTo>
                    <a:lnTo>
                      <a:pt x="8" y="41"/>
                    </a:lnTo>
                    <a:lnTo>
                      <a:pt x="9" y="39"/>
                    </a:lnTo>
                    <a:lnTo>
                      <a:pt x="9" y="4"/>
                    </a:lnTo>
                    <a:lnTo>
                      <a:pt x="8" y="3"/>
                    </a:lnTo>
                    <a:lnTo>
                      <a:pt x="6" y="1"/>
                    </a:lnTo>
                    <a:lnTo>
                      <a:pt x="5" y="0"/>
                    </a:lnTo>
                    <a:lnTo>
                      <a:pt x="3" y="1"/>
                    </a:lnTo>
                    <a:lnTo>
                      <a:pt x="2"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9213" name="Freeform 161"/>
              <p:cNvSpPr/>
              <p:nvPr/>
            </p:nvSpPr>
            <p:spPr>
              <a:xfrm>
                <a:off x="4028" y="2796"/>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214" name="Freeform 162"/>
              <p:cNvSpPr/>
              <p:nvPr/>
            </p:nvSpPr>
            <p:spPr>
              <a:xfrm>
                <a:off x="4028" y="2736"/>
                <a:ext cx="9" cy="43"/>
              </a:xfrm>
              <a:custGeom>
                <a:avLst/>
                <a:gdLst/>
                <a:ahLst/>
                <a:cxnLst>
                  <a:cxn ang="0">
                    <a:pos x="0" y="40"/>
                  </a:cxn>
                  <a:cxn ang="0">
                    <a:pos x="2" y="40"/>
                  </a:cxn>
                  <a:cxn ang="0">
                    <a:pos x="3" y="41"/>
                  </a:cxn>
                  <a:cxn ang="0">
                    <a:pos x="5" y="43"/>
                  </a:cxn>
                  <a:cxn ang="0">
                    <a:pos x="6" y="41"/>
                  </a:cxn>
                  <a:cxn ang="0">
                    <a:pos x="8" y="40"/>
                  </a:cxn>
                  <a:cxn ang="0">
                    <a:pos x="9" y="39"/>
                  </a:cxn>
                  <a:cxn ang="0">
                    <a:pos x="9" y="4"/>
                  </a:cxn>
                  <a:cxn ang="0">
                    <a:pos x="8" y="2"/>
                  </a:cxn>
                  <a:cxn ang="0">
                    <a:pos x="6" y="1"/>
                  </a:cxn>
                  <a:cxn ang="0">
                    <a:pos x="5" y="0"/>
                  </a:cxn>
                  <a:cxn ang="0">
                    <a:pos x="3" y="1"/>
                  </a:cxn>
                  <a:cxn ang="0">
                    <a:pos x="2" y="2"/>
                  </a:cxn>
                  <a:cxn ang="0">
                    <a:pos x="0" y="4"/>
                  </a:cxn>
                  <a:cxn ang="0">
                    <a:pos x="0" y="5"/>
                  </a:cxn>
                  <a:cxn ang="0">
                    <a:pos x="0" y="40"/>
                  </a:cxn>
                </a:cxnLst>
                <a:pathLst>
                  <a:path w="9" h="43">
                    <a:moveTo>
                      <a:pt x="0" y="40"/>
                    </a:moveTo>
                    <a:lnTo>
                      <a:pt x="2" y="40"/>
                    </a:lnTo>
                    <a:lnTo>
                      <a:pt x="3" y="41"/>
                    </a:lnTo>
                    <a:lnTo>
                      <a:pt x="5" y="43"/>
                    </a:lnTo>
                    <a:lnTo>
                      <a:pt x="6" y="41"/>
                    </a:lnTo>
                    <a:lnTo>
                      <a:pt x="8" y="40"/>
                    </a:lnTo>
                    <a:lnTo>
                      <a:pt x="9" y="39"/>
                    </a:lnTo>
                    <a:lnTo>
                      <a:pt x="9" y="4"/>
                    </a:lnTo>
                    <a:lnTo>
                      <a:pt x="8" y="2"/>
                    </a:lnTo>
                    <a:lnTo>
                      <a:pt x="6" y="1"/>
                    </a:lnTo>
                    <a:lnTo>
                      <a:pt x="5" y="0"/>
                    </a:lnTo>
                    <a:lnTo>
                      <a:pt x="3" y="1"/>
                    </a:lnTo>
                    <a:lnTo>
                      <a:pt x="2" y="2"/>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9215" name="Freeform 163"/>
              <p:cNvSpPr/>
              <p:nvPr/>
            </p:nvSpPr>
            <p:spPr>
              <a:xfrm>
                <a:off x="4028" y="2675"/>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216" name="Freeform 164"/>
              <p:cNvSpPr/>
              <p:nvPr/>
            </p:nvSpPr>
            <p:spPr>
              <a:xfrm>
                <a:off x="4028" y="2614"/>
                <a:ext cx="9" cy="43"/>
              </a:xfrm>
              <a:custGeom>
                <a:avLst/>
                <a:gdLst/>
                <a:ahLst/>
                <a:cxnLst>
                  <a:cxn ang="0">
                    <a:pos x="0" y="41"/>
                  </a:cxn>
                  <a:cxn ang="0">
                    <a:pos x="2" y="41"/>
                  </a:cxn>
                  <a:cxn ang="0">
                    <a:pos x="3" y="42"/>
                  </a:cxn>
                  <a:cxn ang="0">
                    <a:pos x="5" y="43"/>
                  </a:cxn>
                  <a:cxn ang="0">
                    <a:pos x="6" y="42"/>
                  </a:cxn>
                  <a:cxn ang="0">
                    <a:pos x="8" y="41"/>
                  </a:cxn>
                  <a:cxn ang="0">
                    <a:pos x="9" y="39"/>
                  </a:cxn>
                  <a:cxn ang="0">
                    <a:pos x="9" y="4"/>
                  </a:cxn>
                  <a:cxn ang="0">
                    <a:pos x="8" y="3"/>
                  </a:cxn>
                  <a:cxn ang="0">
                    <a:pos x="6" y="2"/>
                  </a:cxn>
                  <a:cxn ang="0">
                    <a:pos x="5" y="0"/>
                  </a:cxn>
                  <a:cxn ang="0">
                    <a:pos x="3" y="2"/>
                  </a:cxn>
                  <a:cxn ang="0">
                    <a:pos x="2" y="3"/>
                  </a:cxn>
                  <a:cxn ang="0">
                    <a:pos x="0" y="4"/>
                  </a:cxn>
                  <a:cxn ang="0">
                    <a:pos x="0" y="6"/>
                  </a:cxn>
                  <a:cxn ang="0">
                    <a:pos x="0" y="41"/>
                  </a:cxn>
                </a:cxnLst>
                <a:pathLst>
                  <a:path w="9" h="43">
                    <a:moveTo>
                      <a:pt x="0" y="41"/>
                    </a:moveTo>
                    <a:lnTo>
                      <a:pt x="2" y="41"/>
                    </a:lnTo>
                    <a:lnTo>
                      <a:pt x="3" y="42"/>
                    </a:lnTo>
                    <a:lnTo>
                      <a:pt x="5" y="43"/>
                    </a:lnTo>
                    <a:lnTo>
                      <a:pt x="6" y="42"/>
                    </a:lnTo>
                    <a:lnTo>
                      <a:pt x="8" y="41"/>
                    </a:lnTo>
                    <a:lnTo>
                      <a:pt x="9" y="39"/>
                    </a:lnTo>
                    <a:lnTo>
                      <a:pt x="9" y="4"/>
                    </a:lnTo>
                    <a:lnTo>
                      <a:pt x="8" y="3"/>
                    </a:lnTo>
                    <a:lnTo>
                      <a:pt x="6" y="2"/>
                    </a:lnTo>
                    <a:lnTo>
                      <a:pt x="5" y="0"/>
                    </a:lnTo>
                    <a:lnTo>
                      <a:pt x="3" y="2"/>
                    </a:lnTo>
                    <a:lnTo>
                      <a:pt x="2"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9217" name="Freeform 165"/>
              <p:cNvSpPr/>
              <p:nvPr/>
            </p:nvSpPr>
            <p:spPr>
              <a:xfrm>
                <a:off x="4028" y="2553"/>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218" name="Freeform 166"/>
              <p:cNvSpPr/>
              <p:nvPr/>
            </p:nvSpPr>
            <p:spPr>
              <a:xfrm>
                <a:off x="4028" y="2493"/>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5"/>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9219" name="Freeform 167"/>
              <p:cNvSpPr/>
              <p:nvPr/>
            </p:nvSpPr>
            <p:spPr>
              <a:xfrm>
                <a:off x="4028" y="2432"/>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220" name="Freeform 168"/>
              <p:cNvSpPr/>
              <p:nvPr/>
            </p:nvSpPr>
            <p:spPr>
              <a:xfrm>
                <a:off x="4028" y="2371"/>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221" name="Freeform 169"/>
              <p:cNvSpPr/>
              <p:nvPr/>
            </p:nvSpPr>
            <p:spPr>
              <a:xfrm>
                <a:off x="4028" y="2310"/>
                <a:ext cx="9" cy="44"/>
              </a:xfrm>
              <a:custGeom>
                <a:avLst/>
                <a:gdLst/>
                <a:ahLst/>
                <a:cxnLst>
                  <a:cxn ang="0">
                    <a:pos x="0" y="41"/>
                  </a:cxn>
                  <a:cxn ang="0">
                    <a:pos x="2" y="41"/>
                  </a:cxn>
                  <a:cxn ang="0">
                    <a:pos x="3" y="42"/>
                  </a:cxn>
                  <a:cxn ang="0">
                    <a:pos x="5" y="44"/>
                  </a:cxn>
                  <a:cxn ang="0">
                    <a:pos x="6" y="42"/>
                  </a:cxn>
                  <a:cxn ang="0">
                    <a:pos x="8" y="41"/>
                  </a:cxn>
                  <a:cxn ang="0">
                    <a:pos x="9" y="40"/>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40"/>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222" name="Freeform 170"/>
              <p:cNvSpPr/>
              <p:nvPr/>
            </p:nvSpPr>
            <p:spPr>
              <a:xfrm>
                <a:off x="4028" y="2250"/>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223" name="Freeform 171"/>
              <p:cNvSpPr/>
              <p:nvPr/>
            </p:nvSpPr>
            <p:spPr>
              <a:xfrm>
                <a:off x="4028" y="2189"/>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224" name="Freeform 172"/>
              <p:cNvSpPr/>
              <p:nvPr/>
            </p:nvSpPr>
            <p:spPr>
              <a:xfrm>
                <a:off x="4028" y="2128"/>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225" name="Freeform 173"/>
              <p:cNvSpPr/>
              <p:nvPr/>
            </p:nvSpPr>
            <p:spPr>
              <a:xfrm>
                <a:off x="4028" y="2068"/>
                <a:ext cx="9" cy="43"/>
              </a:xfrm>
              <a:custGeom>
                <a:avLst/>
                <a:gdLst/>
                <a:ahLst/>
                <a:cxnLst>
                  <a:cxn ang="0">
                    <a:pos x="0" y="40"/>
                  </a:cxn>
                  <a:cxn ang="0">
                    <a:pos x="2" y="40"/>
                  </a:cxn>
                  <a:cxn ang="0">
                    <a:pos x="3" y="41"/>
                  </a:cxn>
                  <a:cxn ang="0">
                    <a:pos x="5" y="43"/>
                  </a:cxn>
                  <a:cxn ang="0">
                    <a:pos x="6" y="41"/>
                  </a:cxn>
                  <a:cxn ang="0">
                    <a:pos x="8" y="40"/>
                  </a:cxn>
                  <a:cxn ang="0">
                    <a:pos x="9" y="39"/>
                  </a:cxn>
                  <a:cxn ang="0">
                    <a:pos x="9" y="4"/>
                  </a:cxn>
                  <a:cxn ang="0">
                    <a:pos x="8" y="2"/>
                  </a:cxn>
                  <a:cxn ang="0">
                    <a:pos x="6" y="1"/>
                  </a:cxn>
                  <a:cxn ang="0">
                    <a:pos x="5" y="0"/>
                  </a:cxn>
                  <a:cxn ang="0">
                    <a:pos x="3" y="1"/>
                  </a:cxn>
                  <a:cxn ang="0">
                    <a:pos x="2" y="2"/>
                  </a:cxn>
                  <a:cxn ang="0">
                    <a:pos x="0" y="4"/>
                  </a:cxn>
                  <a:cxn ang="0">
                    <a:pos x="0" y="5"/>
                  </a:cxn>
                  <a:cxn ang="0">
                    <a:pos x="0" y="40"/>
                  </a:cxn>
                </a:cxnLst>
                <a:pathLst>
                  <a:path w="9" h="43">
                    <a:moveTo>
                      <a:pt x="0" y="40"/>
                    </a:moveTo>
                    <a:lnTo>
                      <a:pt x="2" y="40"/>
                    </a:lnTo>
                    <a:lnTo>
                      <a:pt x="3" y="41"/>
                    </a:lnTo>
                    <a:lnTo>
                      <a:pt x="5" y="43"/>
                    </a:lnTo>
                    <a:lnTo>
                      <a:pt x="6" y="41"/>
                    </a:lnTo>
                    <a:lnTo>
                      <a:pt x="8" y="40"/>
                    </a:lnTo>
                    <a:lnTo>
                      <a:pt x="9" y="39"/>
                    </a:lnTo>
                    <a:lnTo>
                      <a:pt x="9" y="4"/>
                    </a:lnTo>
                    <a:lnTo>
                      <a:pt x="8" y="2"/>
                    </a:lnTo>
                    <a:lnTo>
                      <a:pt x="6" y="1"/>
                    </a:lnTo>
                    <a:lnTo>
                      <a:pt x="5" y="0"/>
                    </a:lnTo>
                    <a:lnTo>
                      <a:pt x="3" y="1"/>
                    </a:lnTo>
                    <a:lnTo>
                      <a:pt x="2" y="2"/>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9226" name="Freeform 174"/>
              <p:cNvSpPr/>
              <p:nvPr/>
            </p:nvSpPr>
            <p:spPr>
              <a:xfrm>
                <a:off x="4028" y="2007"/>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227" name="Freeform 175"/>
              <p:cNvSpPr/>
              <p:nvPr/>
            </p:nvSpPr>
            <p:spPr>
              <a:xfrm>
                <a:off x="4028" y="1946"/>
                <a:ext cx="9" cy="43"/>
              </a:xfrm>
              <a:custGeom>
                <a:avLst/>
                <a:gdLst/>
                <a:ahLst/>
                <a:cxnLst>
                  <a:cxn ang="0">
                    <a:pos x="0" y="41"/>
                  </a:cxn>
                  <a:cxn ang="0">
                    <a:pos x="2" y="41"/>
                  </a:cxn>
                  <a:cxn ang="0">
                    <a:pos x="3" y="42"/>
                  </a:cxn>
                  <a:cxn ang="0">
                    <a:pos x="5" y="43"/>
                  </a:cxn>
                  <a:cxn ang="0">
                    <a:pos x="6" y="42"/>
                  </a:cxn>
                  <a:cxn ang="0">
                    <a:pos x="8" y="41"/>
                  </a:cxn>
                  <a:cxn ang="0">
                    <a:pos x="9" y="39"/>
                  </a:cxn>
                  <a:cxn ang="0">
                    <a:pos x="9" y="4"/>
                  </a:cxn>
                  <a:cxn ang="0">
                    <a:pos x="8" y="3"/>
                  </a:cxn>
                  <a:cxn ang="0">
                    <a:pos x="6" y="2"/>
                  </a:cxn>
                  <a:cxn ang="0">
                    <a:pos x="5" y="0"/>
                  </a:cxn>
                  <a:cxn ang="0">
                    <a:pos x="3" y="2"/>
                  </a:cxn>
                  <a:cxn ang="0">
                    <a:pos x="2" y="3"/>
                  </a:cxn>
                  <a:cxn ang="0">
                    <a:pos x="0" y="4"/>
                  </a:cxn>
                  <a:cxn ang="0">
                    <a:pos x="0" y="6"/>
                  </a:cxn>
                  <a:cxn ang="0">
                    <a:pos x="0" y="41"/>
                  </a:cxn>
                </a:cxnLst>
                <a:pathLst>
                  <a:path w="9" h="43">
                    <a:moveTo>
                      <a:pt x="0" y="41"/>
                    </a:moveTo>
                    <a:lnTo>
                      <a:pt x="2" y="41"/>
                    </a:lnTo>
                    <a:lnTo>
                      <a:pt x="3" y="42"/>
                    </a:lnTo>
                    <a:lnTo>
                      <a:pt x="5" y="43"/>
                    </a:lnTo>
                    <a:lnTo>
                      <a:pt x="6" y="42"/>
                    </a:lnTo>
                    <a:lnTo>
                      <a:pt x="8" y="41"/>
                    </a:lnTo>
                    <a:lnTo>
                      <a:pt x="9" y="39"/>
                    </a:lnTo>
                    <a:lnTo>
                      <a:pt x="9" y="4"/>
                    </a:lnTo>
                    <a:lnTo>
                      <a:pt x="8" y="3"/>
                    </a:lnTo>
                    <a:lnTo>
                      <a:pt x="6" y="2"/>
                    </a:lnTo>
                    <a:lnTo>
                      <a:pt x="5" y="0"/>
                    </a:lnTo>
                    <a:lnTo>
                      <a:pt x="3" y="2"/>
                    </a:lnTo>
                    <a:lnTo>
                      <a:pt x="2"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9228" name="Freeform 176"/>
              <p:cNvSpPr/>
              <p:nvPr/>
            </p:nvSpPr>
            <p:spPr>
              <a:xfrm>
                <a:off x="4028" y="1885"/>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229" name="Freeform 177"/>
              <p:cNvSpPr/>
              <p:nvPr/>
            </p:nvSpPr>
            <p:spPr>
              <a:xfrm>
                <a:off x="4028" y="1825"/>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5"/>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9230" name="Freeform 178"/>
              <p:cNvSpPr/>
              <p:nvPr/>
            </p:nvSpPr>
            <p:spPr>
              <a:xfrm>
                <a:off x="4028" y="1764"/>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231" name="Freeform 179"/>
              <p:cNvSpPr/>
              <p:nvPr/>
            </p:nvSpPr>
            <p:spPr>
              <a:xfrm>
                <a:off x="4028" y="1703"/>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232" name="Freeform 180"/>
              <p:cNvSpPr/>
              <p:nvPr/>
            </p:nvSpPr>
            <p:spPr>
              <a:xfrm>
                <a:off x="4028" y="1642"/>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233" name="Freeform 181"/>
              <p:cNvSpPr/>
              <p:nvPr/>
            </p:nvSpPr>
            <p:spPr>
              <a:xfrm>
                <a:off x="4028" y="1582"/>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234" name="Freeform 182"/>
              <p:cNvSpPr/>
              <p:nvPr/>
            </p:nvSpPr>
            <p:spPr>
              <a:xfrm>
                <a:off x="4028" y="1521"/>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235" name="Freeform 183"/>
              <p:cNvSpPr/>
              <p:nvPr/>
            </p:nvSpPr>
            <p:spPr>
              <a:xfrm>
                <a:off x="4028" y="1460"/>
                <a:ext cx="9" cy="44"/>
              </a:xfrm>
              <a:custGeom>
                <a:avLst/>
                <a:gdLst/>
                <a:ahLst/>
                <a:cxnLst>
                  <a:cxn ang="0">
                    <a:pos x="0" y="41"/>
                  </a:cxn>
                  <a:cxn ang="0">
                    <a:pos x="2" y="41"/>
                  </a:cxn>
                  <a:cxn ang="0">
                    <a:pos x="3" y="42"/>
                  </a:cxn>
                  <a:cxn ang="0">
                    <a:pos x="5" y="44"/>
                  </a:cxn>
                  <a:cxn ang="0">
                    <a:pos x="6" y="42"/>
                  </a:cxn>
                  <a:cxn ang="0">
                    <a:pos x="8" y="41"/>
                  </a:cxn>
                  <a:cxn ang="0">
                    <a:pos x="9" y="39"/>
                  </a:cxn>
                  <a:cxn ang="0">
                    <a:pos x="9" y="5"/>
                  </a:cxn>
                  <a:cxn ang="0">
                    <a:pos x="8" y="3"/>
                  </a:cxn>
                  <a:cxn ang="0">
                    <a:pos x="6" y="2"/>
                  </a:cxn>
                  <a:cxn ang="0">
                    <a:pos x="5" y="0"/>
                  </a:cxn>
                  <a:cxn ang="0">
                    <a:pos x="3" y="2"/>
                  </a:cxn>
                  <a:cxn ang="0">
                    <a:pos x="2" y="3"/>
                  </a:cxn>
                  <a:cxn ang="0">
                    <a:pos x="0" y="5"/>
                  </a:cxn>
                  <a:cxn ang="0">
                    <a:pos x="0" y="6"/>
                  </a:cxn>
                  <a:cxn ang="0">
                    <a:pos x="0" y="41"/>
                  </a:cxn>
                </a:cxnLst>
                <a:pathLst>
                  <a:path w="9" h="44">
                    <a:moveTo>
                      <a:pt x="0" y="41"/>
                    </a:moveTo>
                    <a:lnTo>
                      <a:pt x="2" y="41"/>
                    </a:lnTo>
                    <a:lnTo>
                      <a:pt x="3" y="42"/>
                    </a:lnTo>
                    <a:lnTo>
                      <a:pt x="5" y="44"/>
                    </a:lnTo>
                    <a:lnTo>
                      <a:pt x="6" y="42"/>
                    </a:lnTo>
                    <a:lnTo>
                      <a:pt x="8" y="41"/>
                    </a:lnTo>
                    <a:lnTo>
                      <a:pt x="9" y="39"/>
                    </a:lnTo>
                    <a:lnTo>
                      <a:pt x="9" y="5"/>
                    </a:lnTo>
                    <a:lnTo>
                      <a:pt x="8" y="3"/>
                    </a:lnTo>
                    <a:lnTo>
                      <a:pt x="6" y="2"/>
                    </a:lnTo>
                    <a:lnTo>
                      <a:pt x="5" y="0"/>
                    </a:lnTo>
                    <a:lnTo>
                      <a:pt x="3" y="2"/>
                    </a:lnTo>
                    <a:lnTo>
                      <a:pt x="2"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236" name="Freeform 184"/>
              <p:cNvSpPr/>
              <p:nvPr/>
            </p:nvSpPr>
            <p:spPr>
              <a:xfrm>
                <a:off x="4028" y="1400"/>
                <a:ext cx="9" cy="43"/>
              </a:xfrm>
              <a:custGeom>
                <a:avLst/>
                <a:gdLst/>
                <a:ahLst/>
                <a:cxnLst>
                  <a:cxn ang="0">
                    <a:pos x="0" y="40"/>
                  </a:cxn>
                  <a:cxn ang="0">
                    <a:pos x="2" y="40"/>
                  </a:cxn>
                  <a:cxn ang="0">
                    <a:pos x="3" y="41"/>
                  </a:cxn>
                  <a:cxn ang="0">
                    <a:pos x="5" y="43"/>
                  </a:cxn>
                  <a:cxn ang="0">
                    <a:pos x="6" y="41"/>
                  </a:cxn>
                  <a:cxn ang="0">
                    <a:pos x="8" y="40"/>
                  </a:cxn>
                  <a:cxn ang="0">
                    <a:pos x="9" y="39"/>
                  </a:cxn>
                  <a:cxn ang="0">
                    <a:pos x="9" y="4"/>
                  </a:cxn>
                  <a:cxn ang="0">
                    <a:pos x="8" y="2"/>
                  </a:cxn>
                  <a:cxn ang="0">
                    <a:pos x="6" y="1"/>
                  </a:cxn>
                  <a:cxn ang="0">
                    <a:pos x="5" y="0"/>
                  </a:cxn>
                  <a:cxn ang="0">
                    <a:pos x="3" y="1"/>
                  </a:cxn>
                  <a:cxn ang="0">
                    <a:pos x="2" y="2"/>
                  </a:cxn>
                  <a:cxn ang="0">
                    <a:pos x="0" y="4"/>
                  </a:cxn>
                  <a:cxn ang="0">
                    <a:pos x="0" y="5"/>
                  </a:cxn>
                  <a:cxn ang="0">
                    <a:pos x="0" y="40"/>
                  </a:cxn>
                </a:cxnLst>
                <a:pathLst>
                  <a:path w="9" h="43">
                    <a:moveTo>
                      <a:pt x="0" y="40"/>
                    </a:moveTo>
                    <a:lnTo>
                      <a:pt x="2" y="40"/>
                    </a:lnTo>
                    <a:lnTo>
                      <a:pt x="3" y="41"/>
                    </a:lnTo>
                    <a:lnTo>
                      <a:pt x="5" y="43"/>
                    </a:lnTo>
                    <a:lnTo>
                      <a:pt x="6" y="41"/>
                    </a:lnTo>
                    <a:lnTo>
                      <a:pt x="8" y="40"/>
                    </a:lnTo>
                    <a:lnTo>
                      <a:pt x="9" y="39"/>
                    </a:lnTo>
                    <a:lnTo>
                      <a:pt x="9" y="4"/>
                    </a:lnTo>
                    <a:lnTo>
                      <a:pt x="8" y="2"/>
                    </a:lnTo>
                    <a:lnTo>
                      <a:pt x="6" y="1"/>
                    </a:lnTo>
                    <a:lnTo>
                      <a:pt x="5" y="0"/>
                    </a:lnTo>
                    <a:lnTo>
                      <a:pt x="3" y="1"/>
                    </a:lnTo>
                    <a:lnTo>
                      <a:pt x="2" y="2"/>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9237" name="Freeform 185"/>
              <p:cNvSpPr/>
              <p:nvPr/>
            </p:nvSpPr>
            <p:spPr>
              <a:xfrm>
                <a:off x="4028" y="1339"/>
                <a:ext cx="9" cy="43"/>
              </a:xfrm>
              <a:custGeom>
                <a:avLst/>
                <a:gdLst/>
                <a:ahLst/>
                <a:cxnLst>
                  <a:cxn ang="0">
                    <a:pos x="0" y="40"/>
                  </a:cxn>
                  <a:cxn ang="0">
                    <a:pos x="2" y="40"/>
                  </a:cxn>
                  <a:cxn ang="0">
                    <a:pos x="3" y="42"/>
                  </a:cxn>
                  <a:cxn ang="0">
                    <a:pos x="5" y="43"/>
                  </a:cxn>
                  <a:cxn ang="0">
                    <a:pos x="6" y="42"/>
                  </a:cxn>
                  <a:cxn ang="0">
                    <a:pos x="8" y="40"/>
                  </a:cxn>
                  <a:cxn ang="0">
                    <a:pos x="9" y="39"/>
                  </a:cxn>
                  <a:cxn ang="0">
                    <a:pos x="9" y="4"/>
                  </a:cxn>
                  <a:cxn ang="0">
                    <a:pos x="8" y="3"/>
                  </a:cxn>
                  <a:cxn ang="0">
                    <a:pos x="6" y="1"/>
                  </a:cxn>
                  <a:cxn ang="0">
                    <a:pos x="5" y="0"/>
                  </a:cxn>
                  <a:cxn ang="0">
                    <a:pos x="3" y="1"/>
                  </a:cxn>
                  <a:cxn ang="0">
                    <a:pos x="2" y="3"/>
                  </a:cxn>
                  <a:cxn ang="0">
                    <a:pos x="0" y="4"/>
                  </a:cxn>
                  <a:cxn ang="0">
                    <a:pos x="0" y="6"/>
                  </a:cxn>
                  <a:cxn ang="0">
                    <a:pos x="0" y="40"/>
                  </a:cxn>
                </a:cxnLst>
                <a:pathLst>
                  <a:path w="9" h="43">
                    <a:moveTo>
                      <a:pt x="0" y="40"/>
                    </a:moveTo>
                    <a:lnTo>
                      <a:pt x="2" y="40"/>
                    </a:lnTo>
                    <a:lnTo>
                      <a:pt x="3" y="42"/>
                    </a:lnTo>
                    <a:lnTo>
                      <a:pt x="5" y="43"/>
                    </a:lnTo>
                    <a:lnTo>
                      <a:pt x="6" y="42"/>
                    </a:lnTo>
                    <a:lnTo>
                      <a:pt x="8" y="40"/>
                    </a:lnTo>
                    <a:lnTo>
                      <a:pt x="9" y="39"/>
                    </a:lnTo>
                    <a:lnTo>
                      <a:pt x="9" y="4"/>
                    </a:lnTo>
                    <a:lnTo>
                      <a:pt x="8" y="3"/>
                    </a:lnTo>
                    <a:lnTo>
                      <a:pt x="6" y="1"/>
                    </a:lnTo>
                    <a:lnTo>
                      <a:pt x="5" y="0"/>
                    </a:lnTo>
                    <a:lnTo>
                      <a:pt x="3" y="1"/>
                    </a:lnTo>
                    <a:lnTo>
                      <a:pt x="2"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238" name="Freeform 186"/>
              <p:cNvSpPr/>
              <p:nvPr/>
            </p:nvSpPr>
            <p:spPr>
              <a:xfrm>
                <a:off x="4028" y="1278"/>
                <a:ext cx="9" cy="43"/>
              </a:xfrm>
              <a:custGeom>
                <a:avLst/>
                <a:gdLst/>
                <a:ahLst/>
                <a:cxnLst>
                  <a:cxn ang="0">
                    <a:pos x="0" y="41"/>
                  </a:cxn>
                  <a:cxn ang="0">
                    <a:pos x="2" y="41"/>
                  </a:cxn>
                  <a:cxn ang="0">
                    <a:pos x="3" y="42"/>
                  </a:cxn>
                  <a:cxn ang="0">
                    <a:pos x="5" y="43"/>
                  </a:cxn>
                  <a:cxn ang="0">
                    <a:pos x="6" y="42"/>
                  </a:cxn>
                  <a:cxn ang="0">
                    <a:pos x="8" y="41"/>
                  </a:cxn>
                  <a:cxn ang="0">
                    <a:pos x="9" y="39"/>
                  </a:cxn>
                  <a:cxn ang="0">
                    <a:pos x="9" y="4"/>
                  </a:cxn>
                  <a:cxn ang="0">
                    <a:pos x="8" y="3"/>
                  </a:cxn>
                  <a:cxn ang="0">
                    <a:pos x="6" y="2"/>
                  </a:cxn>
                  <a:cxn ang="0">
                    <a:pos x="5" y="0"/>
                  </a:cxn>
                  <a:cxn ang="0">
                    <a:pos x="3" y="2"/>
                  </a:cxn>
                  <a:cxn ang="0">
                    <a:pos x="2" y="3"/>
                  </a:cxn>
                  <a:cxn ang="0">
                    <a:pos x="0" y="4"/>
                  </a:cxn>
                  <a:cxn ang="0">
                    <a:pos x="0" y="6"/>
                  </a:cxn>
                  <a:cxn ang="0">
                    <a:pos x="0" y="41"/>
                  </a:cxn>
                </a:cxnLst>
                <a:pathLst>
                  <a:path w="9" h="43">
                    <a:moveTo>
                      <a:pt x="0" y="41"/>
                    </a:moveTo>
                    <a:lnTo>
                      <a:pt x="2" y="41"/>
                    </a:lnTo>
                    <a:lnTo>
                      <a:pt x="3" y="42"/>
                    </a:lnTo>
                    <a:lnTo>
                      <a:pt x="5" y="43"/>
                    </a:lnTo>
                    <a:lnTo>
                      <a:pt x="6" y="42"/>
                    </a:lnTo>
                    <a:lnTo>
                      <a:pt x="8" y="41"/>
                    </a:lnTo>
                    <a:lnTo>
                      <a:pt x="9" y="39"/>
                    </a:lnTo>
                    <a:lnTo>
                      <a:pt x="9" y="4"/>
                    </a:lnTo>
                    <a:lnTo>
                      <a:pt x="8" y="3"/>
                    </a:lnTo>
                    <a:lnTo>
                      <a:pt x="6" y="2"/>
                    </a:lnTo>
                    <a:lnTo>
                      <a:pt x="5" y="0"/>
                    </a:lnTo>
                    <a:lnTo>
                      <a:pt x="3" y="2"/>
                    </a:lnTo>
                    <a:lnTo>
                      <a:pt x="2"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9239" name="Freeform 187"/>
              <p:cNvSpPr/>
              <p:nvPr/>
            </p:nvSpPr>
            <p:spPr>
              <a:xfrm>
                <a:off x="4028" y="1223"/>
                <a:ext cx="9" cy="38"/>
              </a:xfrm>
              <a:custGeom>
                <a:avLst/>
                <a:gdLst/>
                <a:ahLst/>
                <a:cxnLst>
                  <a:cxn ang="0">
                    <a:pos x="0" y="35"/>
                  </a:cxn>
                  <a:cxn ang="0">
                    <a:pos x="2" y="35"/>
                  </a:cxn>
                  <a:cxn ang="0">
                    <a:pos x="3" y="36"/>
                  </a:cxn>
                  <a:cxn ang="0">
                    <a:pos x="5" y="38"/>
                  </a:cxn>
                  <a:cxn ang="0">
                    <a:pos x="6" y="36"/>
                  </a:cxn>
                  <a:cxn ang="0">
                    <a:pos x="8" y="35"/>
                  </a:cxn>
                  <a:cxn ang="0">
                    <a:pos x="9" y="33"/>
                  </a:cxn>
                  <a:cxn ang="0">
                    <a:pos x="9" y="4"/>
                  </a:cxn>
                  <a:cxn ang="0">
                    <a:pos x="8" y="3"/>
                  </a:cxn>
                  <a:cxn ang="0">
                    <a:pos x="6" y="2"/>
                  </a:cxn>
                  <a:cxn ang="0">
                    <a:pos x="5" y="0"/>
                  </a:cxn>
                  <a:cxn ang="0">
                    <a:pos x="3" y="2"/>
                  </a:cxn>
                  <a:cxn ang="0">
                    <a:pos x="2" y="3"/>
                  </a:cxn>
                  <a:cxn ang="0">
                    <a:pos x="0" y="4"/>
                  </a:cxn>
                  <a:cxn ang="0">
                    <a:pos x="0" y="6"/>
                  </a:cxn>
                  <a:cxn ang="0">
                    <a:pos x="0" y="35"/>
                  </a:cxn>
                </a:cxnLst>
                <a:pathLst>
                  <a:path w="9" h="38">
                    <a:moveTo>
                      <a:pt x="0" y="35"/>
                    </a:moveTo>
                    <a:lnTo>
                      <a:pt x="2" y="35"/>
                    </a:lnTo>
                    <a:lnTo>
                      <a:pt x="3" y="36"/>
                    </a:lnTo>
                    <a:lnTo>
                      <a:pt x="5" y="38"/>
                    </a:lnTo>
                    <a:lnTo>
                      <a:pt x="6" y="36"/>
                    </a:lnTo>
                    <a:lnTo>
                      <a:pt x="8" y="35"/>
                    </a:lnTo>
                    <a:lnTo>
                      <a:pt x="9" y="33"/>
                    </a:lnTo>
                    <a:lnTo>
                      <a:pt x="9" y="4"/>
                    </a:lnTo>
                    <a:lnTo>
                      <a:pt x="8" y="3"/>
                    </a:lnTo>
                    <a:lnTo>
                      <a:pt x="6" y="2"/>
                    </a:lnTo>
                    <a:lnTo>
                      <a:pt x="5" y="0"/>
                    </a:lnTo>
                    <a:lnTo>
                      <a:pt x="3" y="2"/>
                    </a:lnTo>
                    <a:lnTo>
                      <a:pt x="2" y="3"/>
                    </a:lnTo>
                    <a:lnTo>
                      <a:pt x="0" y="4"/>
                    </a:lnTo>
                    <a:lnTo>
                      <a:pt x="0" y="6"/>
                    </a:lnTo>
                    <a:lnTo>
                      <a:pt x="0" y="35"/>
                    </a:lnTo>
                    <a:close/>
                  </a:path>
                </a:pathLst>
              </a:custGeom>
              <a:solidFill>
                <a:srgbClr val="000000">
                  <a:alpha val="100000"/>
                </a:srgbClr>
              </a:solidFill>
              <a:ln w="9525">
                <a:noFill/>
              </a:ln>
            </p:spPr>
            <p:txBody>
              <a:bodyPr/>
              <a:p>
                <a:endParaRPr lang="zh-CN" altLang="en-US"/>
              </a:p>
            </p:txBody>
          </p:sp>
        </p:grpSp>
        <p:sp>
          <p:nvSpPr>
            <p:cNvPr id="89145" name="Rectangle 188"/>
            <p:cNvSpPr/>
            <p:nvPr/>
          </p:nvSpPr>
          <p:spPr>
            <a:xfrm>
              <a:off x="3702248" y="2997200"/>
              <a:ext cx="4641850" cy="477838"/>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89146" name="Rectangle 189"/>
            <p:cNvSpPr/>
            <p:nvPr/>
          </p:nvSpPr>
          <p:spPr>
            <a:xfrm>
              <a:off x="3690416" y="31797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89147" name="Rectangle 190"/>
            <p:cNvSpPr/>
            <p:nvPr/>
          </p:nvSpPr>
          <p:spPr>
            <a:xfrm>
              <a:off x="4292078" y="31797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9148" name="Rectangle 191"/>
            <p:cNvSpPr/>
            <p:nvPr/>
          </p:nvSpPr>
          <p:spPr>
            <a:xfrm>
              <a:off x="4932238" y="31797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89149" name="Rectangle 192"/>
            <p:cNvSpPr/>
            <p:nvPr/>
          </p:nvSpPr>
          <p:spPr>
            <a:xfrm>
              <a:off x="5585891" y="31797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9150" name="Rectangle 193"/>
            <p:cNvSpPr/>
            <p:nvPr/>
          </p:nvSpPr>
          <p:spPr>
            <a:xfrm>
              <a:off x="6285111" y="31797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89151" name="Rectangle 194"/>
            <p:cNvSpPr/>
            <p:nvPr/>
          </p:nvSpPr>
          <p:spPr>
            <a:xfrm>
              <a:off x="6828036" y="31797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89152" name="Rectangle 195"/>
            <p:cNvSpPr/>
            <p:nvPr/>
          </p:nvSpPr>
          <p:spPr>
            <a:xfrm>
              <a:off x="7369373" y="31797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89153" name="Rectangle 196"/>
            <p:cNvSpPr/>
            <p:nvPr/>
          </p:nvSpPr>
          <p:spPr>
            <a:xfrm>
              <a:off x="7910711" y="31797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89154" name="Line 197"/>
            <p:cNvSpPr/>
            <p:nvPr/>
          </p:nvSpPr>
          <p:spPr>
            <a:xfrm>
              <a:off x="1213991" y="3155950"/>
              <a:ext cx="3600000" cy="1588"/>
            </a:xfrm>
            <a:prstGeom prst="line">
              <a:avLst/>
            </a:prstGeom>
            <a:ln w="14288" cap="flat" cmpd="sng">
              <a:solidFill>
                <a:srgbClr val="000000"/>
              </a:solidFill>
              <a:prstDash val="solid"/>
              <a:headEnd type="none" w="med" len="med"/>
              <a:tailEnd type="none" w="med" len="med"/>
            </a:ln>
          </p:spPr>
        </p:sp>
        <p:grpSp>
          <p:nvGrpSpPr>
            <p:cNvPr id="89155" name="Group 198"/>
            <p:cNvGrpSpPr/>
            <p:nvPr/>
          </p:nvGrpSpPr>
          <p:grpSpPr>
            <a:xfrm>
              <a:off x="1407716" y="3465513"/>
              <a:ext cx="714375" cy="14288"/>
              <a:chOff x="973" y="2832"/>
              <a:chExt cx="450" cy="9"/>
            </a:xfrm>
          </p:grpSpPr>
          <p:sp>
            <p:nvSpPr>
              <p:cNvPr id="89202" name="Freeform 199"/>
              <p:cNvSpPr/>
              <p:nvPr/>
            </p:nvSpPr>
            <p:spPr>
              <a:xfrm>
                <a:off x="973" y="2832"/>
                <a:ext cx="43" cy="9"/>
              </a:xfrm>
              <a:custGeom>
                <a:avLst/>
                <a:gdLst/>
                <a:ahLst/>
                <a:cxnLst>
                  <a:cxn ang="0">
                    <a:pos x="5" y="0"/>
                  </a:cxn>
                  <a:cxn ang="0">
                    <a:pos x="4" y="0"/>
                  </a:cxn>
                  <a:cxn ang="0">
                    <a:pos x="2" y="2"/>
                  </a:cxn>
                  <a:cxn ang="0">
                    <a:pos x="1" y="3"/>
                  </a:cxn>
                  <a:cxn ang="0">
                    <a:pos x="0" y="5"/>
                  </a:cxn>
                  <a:cxn ang="0">
                    <a:pos x="1" y="6"/>
                  </a:cxn>
                  <a:cxn ang="0">
                    <a:pos x="2" y="8"/>
                  </a:cxn>
                  <a:cxn ang="0">
                    <a:pos x="4" y="9"/>
                  </a:cxn>
                  <a:cxn ang="0">
                    <a:pos x="37" y="9"/>
                  </a:cxn>
                  <a:cxn ang="0">
                    <a:pos x="39" y="9"/>
                  </a:cxn>
                  <a:cxn ang="0">
                    <a:pos x="40" y="9"/>
                  </a:cxn>
                  <a:cxn ang="0">
                    <a:pos x="41" y="8"/>
                  </a:cxn>
                  <a:cxn ang="0">
                    <a:pos x="43" y="6"/>
                  </a:cxn>
                  <a:cxn ang="0">
                    <a:pos x="43" y="5"/>
                  </a:cxn>
                  <a:cxn ang="0">
                    <a:pos x="41" y="3"/>
                  </a:cxn>
                  <a:cxn ang="0">
                    <a:pos x="40" y="2"/>
                  </a:cxn>
                  <a:cxn ang="0">
                    <a:pos x="39" y="0"/>
                  </a:cxn>
                  <a:cxn ang="0">
                    <a:pos x="5" y="0"/>
                  </a:cxn>
                </a:cxnLst>
                <a:pathLst>
                  <a:path w="43" h="9">
                    <a:moveTo>
                      <a:pt x="5" y="0"/>
                    </a:moveTo>
                    <a:lnTo>
                      <a:pt x="4" y="0"/>
                    </a:lnTo>
                    <a:lnTo>
                      <a:pt x="2" y="2"/>
                    </a:lnTo>
                    <a:lnTo>
                      <a:pt x="1" y="3"/>
                    </a:lnTo>
                    <a:lnTo>
                      <a:pt x="0" y="5"/>
                    </a:lnTo>
                    <a:lnTo>
                      <a:pt x="1" y="6"/>
                    </a:lnTo>
                    <a:lnTo>
                      <a:pt x="2" y="8"/>
                    </a:lnTo>
                    <a:lnTo>
                      <a:pt x="4" y="9"/>
                    </a:lnTo>
                    <a:lnTo>
                      <a:pt x="37" y="9"/>
                    </a:lnTo>
                    <a:lnTo>
                      <a:pt x="39" y="9"/>
                    </a:lnTo>
                    <a:lnTo>
                      <a:pt x="40" y="9"/>
                    </a:lnTo>
                    <a:lnTo>
                      <a:pt x="41" y="8"/>
                    </a:lnTo>
                    <a:lnTo>
                      <a:pt x="43" y="6"/>
                    </a:lnTo>
                    <a:lnTo>
                      <a:pt x="43" y="5"/>
                    </a:lnTo>
                    <a:lnTo>
                      <a:pt x="41" y="3"/>
                    </a:lnTo>
                    <a:lnTo>
                      <a:pt x="40" y="2"/>
                    </a:lnTo>
                    <a:lnTo>
                      <a:pt x="39" y="0"/>
                    </a:lnTo>
                    <a:lnTo>
                      <a:pt x="5" y="0"/>
                    </a:lnTo>
                    <a:close/>
                  </a:path>
                </a:pathLst>
              </a:custGeom>
              <a:solidFill>
                <a:srgbClr val="000000">
                  <a:alpha val="100000"/>
                </a:srgbClr>
              </a:solidFill>
              <a:ln w="9525">
                <a:noFill/>
              </a:ln>
            </p:spPr>
            <p:txBody>
              <a:bodyPr/>
              <a:p>
                <a:endParaRPr lang="zh-CN" altLang="en-US"/>
              </a:p>
            </p:txBody>
          </p:sp>
          <p:sp>
            <p:nvSpPr>
              <p:cNvPr id="89203" name="Freeform 200"/>
              <p:cNvSpPr/>
              <p:nvPr/>
            </p:nvSpPr>
            <p:spPr>
              <a:xfrm>
                <a:off x="1033" y="2832"/>
                <a:ext cx="44"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8" y="9"/>
                  </a:cxn>
                  <a:cxn ang="0">
                    <a:pos x="39" y="9"/>
                  </a:cxn>
                  <a:cxn ang="0">
                    <a:pos x="41" y="9"/>
                  </a:cxn>
                  <a:cxn ang="0">
                    <a:pos x="42" y="8"/>
                  </a:cxn>
                  <a:cxn ang="0">
                    <a:pos x="44" y="6"/>
                  </a:cxn>
                  <a:cxn ang="0">
                    <a:pos x="44" y="5"/>
                  </a:cxn>
                  <a:cxn ang="0">
                    <a:pos x="42" y="3"/>
                  </a:cxn>
                  <a:cxn ang="0">
                    <a:pos x="41" y="2"/>
                  </a:cxn>
                  <a:cxn ang="0">
                    <a:pos x="39" y="0"/>
                  </a:cxn>
                  <a:cxn ang="0">
                    <a:pos x="5" y="0"/>
                  </a:cxn>
                </a:cxnLst>
                <a:pathLst>
                  <a:path w="44" h="9">
                    <a:moveTo>
                      <a:pt x="5" y="0"/>
                    </a:moveTo>
                    <a:lnTo>
                      <a:pt x="3" y="0"/>
                    </a:lnTo>
                    <a:lnTo>
                      <a:pt x="2" y="2"/>
                    </a:lnTo>
                    <a:lnTo>
                      <a:pt x="0" y="3"/>
                    </a:lnTo>
                    <a:lnTo>
                      <a:pt x="0" y="5"/>
                    </a:lnTo>
                    <a:lnTo>
                      <a:pt x="0" y="6"/>
                    </a:lnTo>
                    <a:lnTo>
                      <a:pt x="0" y="8"/>
                    </a:lnTo>
                    <a:lnTo>
                      <a:pt x="2" y="9"/>
                    </a:lnTo>
                    <a:lnTo>
                      <a:pt x="3" y="9"/>
                    </a:lnTo>
                    <a:lnTo>
                      <a:pt x="38" y="9"/>
                    </a:lnTo>
                    <a:lnTo>
                      <a:pt x="39" y="9"/>
                    </a:lnTo>
                    <a:lnTo>
                      <a:pt x="41" y="9"/>
                    </a:lnTo>
                    <a:lnTo>
                      <a:pt x="42" y="8"/>
                    </a:lnTo>
                    <a:lnTo>
                      <a:pt x="44" y="6"/>
                    </a:lnTo>
                    <a:lnTo>
                      <a:pt x="44" y="5"/>
                    </a:lnTo>
                    <a:lnTo>
                      <a:pt x="42" y="3"/>
                    </a:lnTo>
                    <a:lnTo>
                      <a:pt x="41" y="2"/>
                    </a:lnTo>
                    <a:lnTo>
                      <a:pt x="39" y="0"/>
                    </a:lnTo>
                    <a:lnTo>
                      <a:pt x="5" y="0"/>
                    </a:lnTo>
                    <a:close/>
                  </a:path>
                </a:pathLst>
              </a:custGeom>
              <a:solidFill>
                <a:srgbClr val="000000">
                  <a:alpha val="100000"/>
                </a:srgbClr>
              </a:solidFill>
              <a:ln w="9525">
                <a:noFill/>
              </a:ln>
            </p:spPr>
            <p:txBody>
              <a:bodyPr/>
              <a:p>
                <a:endParaRPr lang="zh-CN" altLang="en-US"/>
              </a:p>
            </p:txBody>
          </p:sp>
          <p:sp>
            <p:nvSpPr>
              <p:cNvPr id="89204" name="Freeform 201"/>
              <p:cNvSpPr/>
              <p:nvPr/>
            </p:nvSpPr>
            <p:spPr>
              <a:xfrm>
                <a:off x="1094" y="2832"/>
                <a:ext cx="43"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7" y="9"/>
                  </a:cxn>
                  <a:cxn ang="0">
                    <a:pos x="39" y="9"/>
                  </a:cxn>
                  <a:cxn ang="0">
                    <a:pos x="40" y="9"/>
                  </a:cxn>
                  <a:cxn ang="0">
                    <a:pos x="42" y="8"/>
                  </a:cxn>
                  <a:cxn ang="0">
                    <a:pos x="43" y="6"/>
                  </a:cxn>
                  <a:cxn ang="0">
                    <a:pos x="43" y="5"/>
                  </a:cxn>
                  <a:cxn ang="0">
                    <a:pos x="42" y="3"/>
                  </a:cxn>
                  <a:cxn ang="0">
                    <a:pos x="40" y="2"/>
                  </a:cxn>
                  <a:cxn ang="0">
                    <a:pos x="39" y="0"/>
                  </a:cxn>
                  <a:cxn ang="0">
                    <a:pos x="4" y="0"/>
                  </a:cxn>
                </a:cxnLst>
                <a:pathLst>
                  <a:path w="43" h="9">
                    <a:moveTo>
                      <a:pt x="4" y="0"/>
                    </a:moveTo>
                    <a:lnTo>
                      <a:pt x="3" y="0"/>
                    </a:lnTo>
                    <a:lnTo>
                      <a:pt x="1" y="2"/>
                    </a:lnTo>
                    <a:lnTo>
                      <a:pt x="0" y="3"/>
                    </a:lnTo>
                    <a:lnTo>
                      <a:pt x="0" y="5"/>
                    </a:lnTo>
                    <a:lnTo>
                      <a:pt x="0" y="6"/>
                    </a:lnTo>
                    <a:lnTo>
                      <a:pt x="0" y="8"/>
                    </a:lnTo>
                    <a:lnTo>
                      <a:pt x="1" y="9"/>
                    </a:lnTo>
                    <a:lnTo>
                      <a:pt x="3" y="9"/>
                    </a:lnTo>
                    <a:lnTo>
                      <a:pt x="37" y="9"/>
                    </a:lnTo>
                    <a:lnTo>
                      <a:pt x="39" y="9"/>
                    </a:lnTo>
                    <a:lnTo>
                      <a:pt x="40" y="9"/>
                    </a:lnTo>
                    <a:lnTo>
                      <a:pt x="42" y="8"/>
                    </a:lnTo>
                    <a:lnTo>
                      <a:pt x="43" y="6"/>
                    </a:lnTo>
                    <a:lnTo>
                      <a:pt x="43" y="5"/>
                    </a:lnTo>
                    <a:lnTo>
                      <a:pt x="42" y="3"/>
                    </a:lnTo>
                    <a:lnTo>
                      <a:pt x="40" y="2"/>
                    </a:lnTo>
                    <a:lnTo>
                      <a:pt x="39" y="0"/>
                    </a:lnTo>
                    <a:lnTo>
                      <a:pt x="4" y="0"/>
                    </a:lnTo>
                    <a:close/>
                  </a:path>
                </a:pathLst>
              </a:custGeom>
              <a:solidFill>
                <a:srgbClr val="000000">
                  <a:alpha val="100000"/>
                </a:srgbClr>
              </a:solidFill>
              <a:ln w="9525">
                <a:noFill/>
              </a:ln>
            </p:spPr>
            <p:txBody>
              <a:bodyPr/>
              <a:p>
                <a:endParaRPr lang="zh-CN" altLang="en-US"/>
              </a:p>
            </p:txBody>
          </p:sp>
          <p:sp>
            <p:nvSpPr>
              <p:cNvPr id="89205" name="Freeform 202"/>
              <p:cNvSpPr/>
              <p:nvPr/>
            </p:nvSpPr>
            <p:spPr>
              <a:xfrm>
                <a:off x="1154" y="2832"/>
                <a:ext cx="44"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8" y="9"/>
                  </a:cxn>
                  <a:cxn ang="0">
                    <a:pos x="39" y="9"/>
                  </a:cxn>
                  <a:cxn ang="0">
                    <a:pos x="41" y="9"/>
                  </a:cxn>
                  <a:cxn ang="0">
                    <a:pos x="42" y="8"/>
                  </a:cxn>
                  <a:cxn ang="0">
                    <a:pos x="44" y="6"/>
                  </a:cxn>
                  <a:cxn ang="0">
                    <a:pos x="44" y="5"/>
                  </a:cxn>
                  <a:cxn ang="0">
                    <a:pos x="42" y="3"/>
                  </a:cxn>
                  <a:cxn ang="0">
                    <a:pos x="41" y="2"/>
                  </a:cxn>
                  <a:cxn ang="0">
                    <a:pos x="39" y="0"/>
                  </a:cxn>
                  <a:cxn ang="0">
                    <a:pos x="5" y="0"/>
                  </a:cxn>
                </a:cxnLst>
                <a:pathLst>
                  <a:path w="44" h="9">
                    <a:moveTo>
                      <a:pt x="5" y="0"/>
                    </a:moveTo>
                    <a:lnTo>
                      <a:pt x="3" y="0"/>
                    </a:lnTo>
                    <a:lnTo>
                      <a:pt x="2" y="2"/>
                    </a:lnTo>
                    <a:lnTo>
                      <a:pt x="0" y="3"/>
                    </a:lnTo>
                    <a:lnTo>
                      <a:pt x="0" y="5"/>
                    </a:lnTo>
                    <a:lnTo>
                      <a:pt x="0" y="6"/>
                    </a:lnTo>
                    <a:lnTo>
                      <a:pt x="0" y="8"/>
                    </a:lnTo>
                    <a:lnTo>
                      <a:pt x="2" y="9"/>
                    </a:lnTo>
                    <a:lnTo>
                      <a:pt x="3" y="9"/>
                    </a:lnTo>
                    <a:lnTo>
                      <a:pt x="38" y="9"/>
                    </a:lnTo>
                    <a:lnTo>
                      <a:pt x="39" y="9"/>
                    </a:lnTo>
                    <a:lnTo>
                      <a:pt x="41" y="9"/>
                    </a:lnTo>
                    <a:lnTo>
                      <a:pt x="42" y="8"/>
                    </a:lnTo>
                    <a:lnTo>
                      <a:pt x="44" y="6"/>
                    </a:lnTo>
                    <a:lnTo>
                      <a:pt x="44" y="5"/>
                    </a:lnTo>
                    <a:lnTo>
                      <a:pt x="42" y="3"/>
                    </a:lnTo>
                    <a:lnTo>
                      <a:pt x="41" y="2"/>
                    </a:lnTo>
                    <a:lnTo>
                      <a:pt x="39" y="0"/>
                    </a:lnTo>
                    <a:lnTo>
                      <a:pt x="5" y="0"/>
                    </a:lnTo>
                    <a:close/>
                  </a:path>
                </a:pathLst>
              </a:custGeom>
              <a:solidFill>
                <a:srgbClr val="000000">
                  <a:alpha val="100000"/>
                </a:srgbClr>
              </a:solidFill>
              <a:ln w="9525">
                <a:noFill/>
              </a:ln>
            </p:spPr>
            <p:txBody>
              <a:bodyPr/>
              <a:p>
                <a:endParaRPr lang="zh-CN" altLang="en-US"/>
              </a:p>
            </p:txBody>
          </p:sp>
          <p:sp>
            <p:nvSpPr>
              <p:cNvPr id="89206" name="Freeform 203"/>
              <p:cNvSpPr/>
              <p:nvPr/>
            </p:nvSpPr>
            <p:spPr>
              <a:xfrm>
                <a:off x="1215" y="2832"/>
                <a:ext cx="43" cy="9"/>
              </a:xfrm>
              <a:custGeom>
                <a:avLst/>
                <a:gdLst/>
                <a:ahLst/>
                <a:cxnLst>
                  <a:cxn ang="0">
                    <a:pos x="4" y="0"/>
                  </a:cxn>
                  <a:cxn ang="0">
                    <a:pos x="3" y="0"/>
                  </a:cxn>
                  <a:cxn ang="0">
                    <a:pos x="2" y="2"/>
                  </a:cxn>
                  <a:cxn ang="0">
                    <a:pos x="0" y="3"/>
                  </a:cxn>
                  <a:cxn ang="0">
                    <a:pos x="0" y="5"/>
                  </a:cxn>
                  <a:cxn ang="0">
                    <a:pos x="0" y="6"/>
                  </a:cxn>
                  <a:cxn ang="0">
                    <a:pos x="0" y="8"/>
                  </a:cxn>
                  <a:cxn ang="0">
                    <a:pos x="2" y="9"/>
                  </a:cxn>
                  <a:cxn ang="0">
                    <a:pos x="3" y="9"/>
                  </a:cxn>
                  <a:cxn ang="0">
                    <a:pos x="38" y="9"/>
                  </a:cxn>
                  <a:cxn ang="0">
                    <a:pos x="39" y="9"/>
                  </a:cxn>
                  <a:cxn ang="0">
                    <a:pos x="41" y="9"/>
                  </a:cxn>
                  <a:cxn ang="0">
                    <a:pos x="42" y="8"/>
                  </a:cxn>
                  <a:cxn ang="0">
                    <a:pos x="43" y="6"/>
                  </a:cxn>
                  <a:cxn ang="0">
                    <a:pos x="43" y="5"/>
                  </a:cxn>
                  <a:cxn ang="0">
                    <a:pos x="42" y="3"/>
                  </a:cxn>
                  <a:cxn ang="0">
                    <a:pos x="41" y="2"/>
                  </a:cxn>
                  <a:cxn ang="0">
                    <a:pos x="39" y="0"/>
                  </a:cxn>
                  <a:cxn ang="0">
                    <a:pos x="4" y="0"/>
                  </a:cxn>
                </a:cxnLst>
                <a:pathLst>
                  <a:path w="43" h="9">
                    <a:moveTo>
                      <a:pt x="4" y="0"/>
                    </a:moveTo>
                    <a:lnTo>
                      <a:pt x="3" y="0"/>
                    </a:lnTo>
                    <a:lnTo>
                      <a:pt x="2" y="2"/>
                    </a:lnTo>
                    <a:lnTo>
                      <a:pt x="0" y="3"/>
                    </a:lnTo>
                    <a:lnTo>
                      <a:pt x="0" y="5"/>
                    </a:lnTo>
                    <a:lnTo>
                      <a:pt x="0" y="6"/>
                    </a:lnTo>
                    <a:lnTo>
                      <a:pt x="0" y="8"/>
                    </a:lnTo>
                    <a:lnTo>
                      <a:pt x="2" y="9"/>
                    </a:lnTo>
                    <a:lnTo>
                      <a:pt x="3" y="9"/>
                    </a:lnTo>
                    <a:lnTo>
                      <a:pt x="38" y="9"/>
                    </a:lnTo>
                    <a:lnTo>
                      <a:pt x="39" y="9"/>
                    </a:lnTo>
                    <a:lnTo>
                      <a:pt x="41" y="9"/>
                    </a:lnTo>
                    <a:lnTo>
                      <a:pt x="42" y="8"/>
                    </a:lnTo>
                    <a:lnTo>
                      <a:pt x="43" y="6"/>
                    </a:lnTo>
                    <a:lnTo>
                      <a:pt x="43" y="5"/>
                    </a:lnTo>
                    <a:lnTo>
                      <a:pt x="42" y="3"/>
                    </a:lnTo>
                    <a:lnTo>
                      <a:pt x="41" y="2"/>
                    </a:lnTo>
                    <a:lnTo>
                      <a:pt x="39" y="0"/>
                    </a:lnTo>
                    <a:lnTo>
                      <a:pt x="4" y="0"/>
                    </a:lnTo>
                    <a:close/>
                  </a:path>
                </a:pathLst>
              </a:custGeom>
              <a:solidFill>
                <a:srgbClr val="000000">
                  <a:alpha val="100000"/>
                </a:srgbClr>
              </a:solidFill>
              <a:ln w="9525">
                <a:noFill/>
              </a:ln>
            </p:spPr>
            <p:txBody>
              <a:bodyPr/>
              <a:p>
                <a:endParaRPr lang="zh-CN" altLang="en-US"/>
              </a:p>
            </p:txBody>
          </p:sp>
          <p:sp>
            <p:nvSpPr>
              <p:cNvPr id="89207" name="Freeform 204"/>
              <p:cNvSpPr/>
              <p:nvPr/>
            </p:nvSpPr>
            <p:spPr>
              <a:xfrm>
                <a:off x="1276" y="2832"/>
                <a:ext cx="43"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7" y="9"/>
                  </a:cxn>
                  <a:cxn ang="0">
                    <a:pos x="39" y="9"/>
                  </a:cxn>
                  <a:cxn ang="0">
                    <a:pos x="40" y="9"/>
                  </a:cxn>
                  <a:cxn ang="0">
                    <a:pos x="42" y="8"/>
                  </a:cxn>
                  <a:cxn ang="0">
                    <a:pos x="43" y="6"/>
                  </a:cxn>
                  <a:cxn ang="0">
                    <a:pos x="43" y="5"/>
                  </a:cxn>
                  <a:cxn ang="0">
                    <a:pos x="42" y="3"/>
                  </a:cxn>
                  <a:cxn ang="0">
                    <a:pos x="40" y="2"/>
                  </a:cxn>
                  <a:cxn ang="0">
                    <a:pos x="39" y="0"/>
                  </a:cxn>
                  <a:cxn ang="0">
                    <a:pos x="4" y="0"/>
                  </a:cxn>
                </a:cxnLst>
                <a:pathLst>
                  <a:path w="43" h="9">
                    <a:moveTo>
                      <a:pt x="4" y="0"/>
                    </a:moveTo>
                    <a:lnTo>
                      <a:pt x="3" y="0"/>
                    </a:lnTo>
                    <a:lnTo>
                      <a:pt x="1" y="2"/>
                    </a:lnTo>
                    <a:lnTo>
                      <a:pt x="0" y="3"/>
                    </a:lnTo>
                    <a:lnTo>
                      <a:pt x="0" y="5"/>
                    </a:lnTo>
                    <a:lnTo>
                      <a:pt x="0" y="6"/>
                    </a:lnTo>
                    <a:lnTo>
                      <a:pt x="0" y="8"/>
                    </a:lnTo>
                    <a:lnTo>
                      <a:pt x="1" y="9"/>
                    </a:lnTo>
                    <a:lnTo>
                      <a:pt x="3" y="9"/>
                    </a:lnTo>
                    <a:lnTo>
                      <a:pt x="37" y="9"/>
                    </a:lnTo>
                    <a:lnTo>
                      <a:pt x="39" y="9"/>
                    </a:lnTo>
                    <a:lnTo>
                      <a:pt x="40" y="9"/>
                    </a:lnTo>
                    <a:lnTo>
                      <a:pt x="42" y="8"/>
                    </a:lnTo>
                    <a:lnTo>
                      <a:pt x="43" y="6"/>
                    </a:lnTo>
                    <a:lnTo>
                      <a:pt x="43" y="5"/>
                    </a:lnTo>
                    <a:lnTo>
                      <a:pt x="42" y="3"/>
                    </a:lnTo>
                    <a:lnTo>
                      <a:pt x="40" y="2"/>
                    </a:lnTo>
                    <a:lnTo>
                      <a:pt x="39" y="0"/>
                    </a:lnTo>
                    <a:lnTo>
                      <a:pt x="4" y="0"/>
                    </a:lnTo>
                    <a:close/>
                  </a:path>
                </a:pathLst>
              </a:custGeom>
              <a:solidFill>
                <a:srgbClr val="000000">
                  <a:alpha val="100000"/>
                </a:srgbClr>
              </a:solidFill>
              <a:ln w="9525">
                <a:noFill/>
              </a:ln>
            </p:spPr>
            <p:txBody>
              <a:bodyPr/>
              <a:p>
                <a:endParaRPr lang="zh-CN" altLang="en-US"/>
              </a:p>
            </p:txBody>
          </p:sp>
          <p:sp>
            <p:nvSpPr>
              <p:cNvPr id="89208" name="Freeform 205"/>
              <p:cNvSpPr/>
              <p:nvPr/>
            </p:nvSpPr>
            <p:spPr>
              <a:xfrm>
                <a:off x="1336" y="2832"/>
                <a:ext cx="44"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8" y="9"/>
                  </a:cxn>
                  <a:cxn ang="0">
                    <a:pos x="39" y="9"/>
                  </a:cxn>
                  <a:cxn ang="0">
                    <a:pos x="41" y="9"/>
                  </a:cxn>
                  <a:cxn ang="0">
                    <a:pos x="42" y="8"/>
                  </a:cxn>
                  <a:cxn ang="0">
                    <a:pos x="44" y="6"/>
                  </a:cxn>
                  <a:cxn ang="0">
                    <a:pos x="44" y="5"/>
                  </a:cxn>
                  <a:cxn ang="0">
                    <a:pos x="42" y="3"/>
                  </a:cxn>
                  <a:cxn ang="0">
                    <a:pos x="41" y="2"/>
                  </a:cxn>
                  <a:cxn ang="0">
                    <a:pos x="39" y="0"/>
                  </a:cxn>
                  <a:cxn ang="0">
                    <a:pos x="5" y="0"/>
                  </a:cxn>
                </a:cxnLst>
                <a:pathLst>
                  <a:path w="44" h="9">
                    <a:moveTo>
                      <a:pt x="5" y="0"/>
                    </a:moveTo>
                    <a:lnTo>
                      <a:pt x="3" y="0"/>
                    </a:lnTo>
                    <a:lnTo>
                      <a:pt x="2" y="2"/>
                    </a:lnTo>
                    <a:lnTo>
                      <a:pt x="0" y="3"/>
                    </a:lnTo>
                    <a:lnTo>
                      <a:pt x="0" y="5"/>
                    </a:lnTo>
                    <a:lnTo>
                      <a:pt x="0" y="6"/>
                    </a:lnTo>
                    <a:lnTo>
                      <a:pt x="0" y="8"/>
                    </a:lnTo>
                    <a:lnTo>
                      <a:pt x="2" y="9"/>
                    </a:lnTo>
                    <a:lnTo>
                      <a:pt x="3" y="9"/>
                    </a:lnTo>
                    <a:lnTo>
                      <a:pt x="38" y="9"/>
                    </a:lnTo>
                    <a:lnTo>
                      <a:pt x="39" y="9"/>
                    </a:lnTo>
                    <a:lnTo>
                      <a:pt x="41" y="9"/>
                    </a:lnTo>
                    <a:lnTo>
                      <a:pt x="42" y="8"/>
                    </a:lnTo>
                    <a:lnTo>
                      <a:pt x="44" y="6"/>
                    </a:lnTo>
                    <a:lnTo>
                      <a:pt x="44" y="5"/>
                    </a:lnTo>
                    <a:lnTo>
                      <a:pt x="42" y="3"/>
                    </a:lnTo>
                    <a:lnTo>
                      <a:pt x="41" y="2"/>
                    </a:lnTo>
                    <a:lnTo>
                      <a:pt x="39" y="0"/>
                    </a:lnTo>
                    <a:lnTo>
                      <a:pt x="5" y="0"/>
                    </a:lnTo>
                    <a:close/>
                  </a:path>
                </a:pathLst>
              </a:custGeom>
              <a:solidFill>
                <a:srgbClr val="000000">
                  <a:alpha val="100000"/>
                </a:srgbClr>
              </a:solidFill>
              <a:ln w="9525">
                <a:noFill/>
              </a:ln>
            </p:spPr>
            <p:txBody>
              <a:bodyPr/>
              <a:p>
                <a:endParaRPr lang="zh-CN" altLang="en-US"/>
              </a:p>
            </p:txBody>
          </p:sp>
          <p:sp>
            <p:nvSpPr>
              <p:cNvPr id="89209" name="Freeform 206"/>
              <p:cNvSpPr/>
              <p:nvPr/>
            </p:nvSpPr>
            <p:spPr>
              <a:xfrm>
                <a:off x="1397" y="2832"/>
                <a:ext cx="26"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22" y="9"/>
                  </a:cxn>
                  <a:cxn ang="0">
                    <a:pos x="23" y="8"/>
                  </a:cxn>
                  <a:cxn ang="0">
                    <a:pos x="25" y="6"/>
                  </a:cxn>
                  <a:cxn ang="0">
                    <a:pos x="26" y="5"/>
                  </a:cxn>
                  <a:cxn ang="0">
                    <a:pos x="25" y="3"/>
                  </a:cxn>
                  <a:cxn ang="0">
                    <a:pos x="23" y="2"/>
                  </a:cxn>
                  <a:cxn ang="0">
                    <a:pos x="23" y="0"/>
                  </a:cxn>
                  <a:cxn ang="0">
                    <a:pos x="4" y="0"/>
                  </a:cxn>
                </a:cxnLst>
                <a:pathLst>
                  <a:path w="26" h="9">
                    <a:moveTo>
                      <a:pt x="4" y="0"/>
                    </a:moveTo>
                    <a:lnTo>
                      <a:pt x="3" y="0"/>
                    </a:lnTo>
                    <a:lnTo>
                      <a:pt x="1" y="2"/>
                    </a:lnTo>
                    <a:lnTo>
                      <a:pt x="0" y="3"/>
                    </a:lnTo>
                    <a:lnTo>
                      <a:pt x="0" y="5"/>
                    </a:lnTo>
                    <a:lnTo>
                      <a:pt x="0" y="6"/>
                    </a:lnTo>
                    <a:lnTo>
                      <a:pt x="0" y="8"/>
                    </a:lnTo>
                    <a:lnTo>
                      <a:pt x="1" y="9"/>
                    </a:lnTo>
                    <a:lnTo>
                      <a:pt x="3" y="9"/>
                    </a:lnTo>
                    <a:lnTo>
                      <a:pt x="22" y="9"/>
                    </a:lnTo>
                    <a:lnTo>
                      <a:pt x="23" y="8"/>
                    </a:lnTo>
                    <a:lnTo>
                      <a:pt x="25" y="6"/>
                    </a:lnTo>
                    <a:lnTo>
                      <a:pt x="26" y="5"/>
                    </a:lnTo>
                    <a:lnTo>
                      <a:pt x="25" y="3"/>
                    </a:lnTo>
                    <a:lnTo>
                      <a:pt x="23" y="2"/>
                    </a:lnTo>
                    <a:lnTo>
                      <a:pt x="23" y="0"/>
                    </a:lnTo>
                    <a:lnTo>
                      <a:pt x="4" y="0"/>
                    </a:lnTo>
                    <a:close/>
                  </a:path>
                </a:pathLst>
              </a:custGeom>
              <a:solidFill>
                <a:srgbClr val="000000">
                  <a:alpha val="100000"/>
                </a:srgbClr>
              </a:solidFill>
              <a:ln w="9525">
                <a:noFill/>
              </a:ln>
            </p:spPr>
            <p:txBody>
              <a:bodyPr/>
              <a:p>
                <a:endParaRPr lang="zh-CN" altLang="en-US"/>
              </a:p>
            </p:txBody>
          </p:sp>
        </p:grpSp>
        <p:grpSp>
          <p:nvGrpSpPr>
            <p:cNvPr id="89156" name="Group 207"/>
            <p:cNvGrpSpPr/>
            <p:nvPr/>
          </p:nvGrpSpPr>
          <p:grpSpPr>
            <a:xfrm>
              <a:off x="2107803" y="3149600"/>
              <a:ext cx="114300" cy="330200"/>
              <a:chOff x="1414" y="2633"/>
              <a:chExt cx="72" cy="208"/>
            </a:xfrm>
          </p:grpSpPr>
          <p:sp>
            <p:nvSpPr>
              <p:cNvPr id="89198" name="Freeform 208"/>
              <p:cNvSpPr/>
              <p:nvPr/>
            </p:nvSpPr>
            <p:spPr>
              <a:xfrm>
                <a:off x="1414" y="2799"/>
                <a:ext cx="19" cy="42"/>
              </a:xfrm>
              <a:custGeom>
                <a:avLst/>
                <a:gdLst/>
                <a:ahLst/>
                <a:cxnLst>
                  <a:cxn ang="0">
                    <a:pos x="0" y="38"/>
                  </a:cxn>
                  <a:cxn ang="0">
                    <a:pos x="0" y="38"/>
                  </a:cxn>
                  <a:cxn ang="0">
                    <a:pos x="2" y="39"/>
                  </a:cxn>
                  <a:cxn ang="0">
                    <a:pos x="3" y="41"/>
                  </a:cxn>
                  <a:cxn ang="0">
                    <a:pos x="5" y="42"/>
                  </a:cxn>
                  <a:cxn ang="0">
                    <a:pos x="6" y="41"/>
                  </a:cxn>
                  <a:cxn ang="0">
                    <a:pos x="8" y="39"/>
                  </a:cxn>
                  <a:cxn ang="0">
                    <a:pos x="9" y="39"/>
                  </a:cxn>
                  <a:cxn ang="0">
                    <a:pos x="19" y="6"/>
                  </a:cxn>
                  <a:cxn ang="0">
                    <a:pos x="19" y="5"/>
                  </a:cxn>
                  <a:cxn ang="0">
                    <a:pos x="19" y="3"/>
                  </a:cxn>
                  <a:cxn ang="0">
                    <a:pos x="18" y="2"/>
                  </a:cxn>
                  <a:cxn ang="0">
                    <a:pos x="16" y="0"/>
                  </a:cxn>
                  <a:cxn ang="0">
                    <a:pos x="15" y="0"/>
                  </a:cxn>
                  <a:cxn ang="0">
                    <a:pos x="13" y="2"/>
                  </a:cxn>
                  <a:cxn ang="0">
                    <a:pos x="12" y="3"/>
                  </a:cxn>
                  <a:cxn ang="0">
                    <a:pos x="10" y="5"/>
                  </a:cxn>
                  <a:cxn ang="0">
                    <a:pos x="0" y="38"/>
                  </a:cxn>
                </a:cxnLst>
                <a:pathLst>
                  <a:path w="19" h="42">
                    <a:moveTo>
                      <a:pt x="0" y="38"/>
                    </a:moveTo>
                    <a:lnTo>
                      <a:pt x="0" y="38"/>
                    </a:lnTo>
                    <a:lnTo>
                      <a:pt x="2" y="39"/>
                    </a:lnTo>
                    <a:lnTo>
                      <a:pt x="3" y="41"/>
                    </a:lnTo>
                    <a:lnTo>
                      <a:pt x="5" y="42"/>
                    </a:lnTo>
                    <a:lnTo>
                      <a:pt x="6" y="41"/>
                    </a:lnTo>
                    <a:lnTo>
                      <a:pt x="8" y="39"/>
                    </a:lnTo>
                    <a:lnTo>
                      <a:pt x="9" y="39"/>
                    </a:lnTo>
                    <a:lnTo>
                      <a:pt x="19" y="6"/>
                    </a:lnTo>
                    <a:lnTo>
                      <a:pt x="19" y="5"/>
                    </a:lnTo>
                    <a:lnTo>
                      <a:pt x="19" y="3"/>
                    </a:lnTo>
                    <a:lnTo>
                      <a:pt x="18" y="2"/>
                    </a:lnTo>
                    <a:lnTo>
                      <a:pt x="16" y="0"/>
                    </a:lnTo>
                    <a:lnTo>
                      <a:pt x="15" y="0"/>
                    </a:lnTo>
                    <a:lnTo>
                      <a:pt x="13" y="2"/>
                    </a:lnTo>
                    <a:lnTo>
                      <a:pt x="12" y="3"/>
                    </a:lnTo>
                    <a:lnTo>
                      <a:pt x="10" y="5"/>
                    </a:lnTo>
                    <a:lnTo>
                      <a:pt x="0" y="38"/>
                    </a:lnTo>
                    <a:close/>
                  </a:path>
                </a:pathLst>
              </a:custGeom>
              <a:solidFill>
                <a:srgbClr val="000000">
                  <a:alpha val="100000"/>
                </a:srgbClr>
              </a:solidFill>
              <a:ln w="9525">
                <a:noFill/>
              </a:ln>
            </p:spPr>
            <p:txBody>
              <a:bodyPr/>
              <a:p>
                <a:endParaRPr lang="zh-CN" altLang="en-US"/>
              </a:p>
            </p:txBody>
          </p:sp>
          <p:sp>
            <p:nvSpPr>
              <p:cNvPr id="89199" name="Freeform 209"/>
              <p:cNvSpPr/>
              <p:nvPr/>
            </p:nvSpPr>
            <p:spPr>
              <a:xfrm>
                <a:off x="1433" y="2741"/>
                <a:ext cx="19" cy="42"/>
              </a:xfrm>
              <a:custGeom>
                <a:avLst/>
                <a:gdLst/>
                <a:ahLst/>
                <a:cxnLst>
                  <a:cxn ang="0">
                    <a:pos x="0" y="36"/>
                  </a:cxn>
                  <a:cxn ang="0">
                    <a:pos x="0" y="38"/>
                  </a:cxn>
                  <a:cxn ang="0">
                    <a:pos x="0" y="39"/>
                  </a:cxn>
                  <a:cxn ang="0">
                    <a:pos x="2" y="41"/>
                  </a:cxn>
                  <a:cxn ang="0">
                    <a:pos x="3" y="42"/>
                  </a:cxn>
                  <a:cxn ang="0">
                    <a:pos x="4" y="42"/>
                  </a:cxn>
                  <a:cxn ang="0">
                    <a:pos x="6" y="41"/>
                  </a:cxn>
                  <a:cxn ang="0">
                    <a:pos x="7" y="39"/>
                  </a:cxn>
                  <a:cxn ang="0">
                    <a:pos x="9" y="38"/>
                  </a:cxn>
                  <a:cxn ang="0">
                    <a:pos x="19" y="6"/>
                  </a:cxn>
                  <a:cxn ang="0">
                    <a:pos x="19" y="5"/>
                  </a:cxn>
                  <a:cxn ang="0">
                    <a:pos x="19" y="3"/>
                  </a:cxn>
                  <a:cxn ang="0">
                    <a:pos x="17" y="2"/>
                  </a:cxn>
                  <a:cxn ang="0">
                    <a:pos x="16" y="0"/>
                  </a:cxn>
                  <a:cxn ang="0">
                    <a:pos x="14" y="0"/>
                  </a:cxn>
                  <a:cxn ang="0">
                    <a:pos x="13" y="2"/>
                  </a:cxn>
                  <a:cxn ang="0">
                    <a:pos x="12" y="3"/>
                  </a:cxn>
                  <a:cxn ang="0">
                    <a:pos x="10" y="5"/>
                  </a:cxn>
                  <a:cxn ang="0">
                    <a:pos x="0" y="36"/>
                  </a:cxn>
                </a:cxnLst>
                <a:pathLst>
                  <a:path w="19" h="42">
                    <a:moveTo>
                      <a:pt x="0" y="36"/>
                    </a:moveTo>
                    <a:lnTo>
                      <a:pt x="0" y="38"/>
                    </a:lnTo>
                    <a:lnTo>
                      <a:pt x="0" y="39"/>
                    </a:lnTo>
                    <a:lnTo>
                      <a:pt x="2" y="41"/>
                    </a:lnTo>
                    <a:lnTo>
                      <a:pt x="3" y="42"/>
                    </a:lnTo>
                    <a:lnTo>
                      <a:pt x="4" y="42"/>
                    </a:lnTo>
                    <a:lnTo>
                      <a:pt x="6" y="41"/>
                    </a:lnTo>
                    <a:lnTo>
                      <a:pt x="7" y="39"/>
                    </a:lnTo>
                    <a:lnTo>
                      <a:pt x="9" y="38"/>
                    </a:lnTo>
                    <a:lnTo>
                      <a:pt x="19" y="6"/>
                    </a:lnTo>
                    <a:lnTo>
                      <a:pt x="19" y="5"/>
                    </a:lnTo>
                    <a:lnTo>
                      <a:pt x="19" y="3"/>
                    </a:lnTo>
                    <a:lnTo>
                      <a:pt x="17" y="2"/>
                    </a:lnTo>
                    <a:lnTo>
                      <a:pt x="16" y="0"/>
                    </a:lnTo>
                    <a:lnTo>
                      <a:pt x="14" y="0"/>
                    </a:lnTo>
                    <a:lnTo>
                      <a:pt x="13" y="2"/>
                    </a:lnTo>
                    <a:lnTo>
                      <a:pt x="12" y="3"/>
                    </a:lnTo>
                    <a:lnTo>
                      <a:pt x="10" y="5"/>
                    </a:lnTo>
                    <a:lnTo>
                      <a:pt x="0" y="36"/>
                    </a:lnTo>
                    <a:close/>
                  </a:path>
                </a:pathLst>
              </a:custGeom>
              <a:solidFill>
                <a:srgbClr val="000000">
                  <a:alpha val="100000"/>
                </a:srgbClr>
              </a:solidFill>
              <a:ln w="9525">
                <a:noFill/>
              </a:ln>
            </p:spPr>
            <p:txBody>
              <a:bodyPr/>
              <a:p>
                <a:endParaRPr lang="zh-CN" altLang="en-US"/>
              </a:p>
            </p:txBody>
          </p:sp>
          <p:sp>
            <p:nvSpPr>
              <p:cNvPr id="89200" name="Freeform 210"/>
              <p:cNvSpPr/>
              <p:nvPr/>
            </p:nvSpPr>
            <p:spPr>
              <a:xfrm>
                <a:off x="1452" y="2684"/>
                <a:ext cx="19" cy="41"/>
              </a:xfrm>
              <a:custGeom>
                <a:avLst/>
                <a:gdLst/>
                <a:ahLst/>
                <a:cxnLst>
                  <a:cxn ang="0">
                    <a:pos x="0" y="36"/>
                  </a:cxn>
                  <a:cxn ang="0">
                    <a:pos x="0" y="37"/>
                  </a:cxn>
                  <a:cxn ang="0">
                    <a:pos x="0" y="39"/>
                  </a:cxn>
                  <a:cxn ang="0">
                    <a:pos x="1" y="40"/>
                  </a:cxn>
                  <a:cxn ang="0">
                    <a:pos x="3" y="41"/>
                  </a:cxn>
                  <a:cxn ang="0">
                    <a:pos x="4" y="41"/>
                  </a:cxn>
                  <a:cxn ang="0">
                    <a:pos x="6" y="40"/>
                  </a:cxn>
                  <a:cxn ang="0">
                    <a:pos x="7" y="39"/>
                  </a:cxn>
                  <a:cxn ang="0">
                    <a:pos x="8" y="37"/>
                  </a:cxn>
                  <a:cxn ang="0">
                    <a:pos x="19" y="5"/>
                  </a:cxn>
                  <a:cxn ang="0">
                    <a:pos x="19" y="4"/>
                  </a:cxn>
                  <a:cxn ang="0">
                    <a:pos x="17" y="2"/>
                  </a:cxn>
                  <a:cxn ang="0">
                    <a:pos x="16" y="1"/>
                  </a:cxn>
                  <a:cxn ang="0">
                    <a:pos x="14" y="0"/>
                  </a:cxn>
                  <a:cxn ang="0">
                    <a:pos x="13" y="0"/>
                  </a:cxn>
                  <a:cxn ang="0">
                    <a:pos x="11" y="1"/>
                  </a:cxn>
                  <a:cxn ang="0">
                    <a:pos x="10" y="2"/>
                  </a:cxn>
                  <a:cxn ang="0">
                    <a:pos x="10" y="4"/>
                  </a:cxn>
                  <a:cxn ang="0">
                    <a:pos x="0" y="36"/>
                  </a:cxn>
                </a:cxnLst>
                <a:pathLst>
                  <a:path w="19" h="41">
                    <a:moveTo>
                      <a:pt x="0" y="36"/>
                    </a:moveTo>
                    <a:lnTo>
                      <a:pt x="0" y="37"/>
                    </a:lnTo>
                    <a:lnTo>
                      <a:pt x="0" y="39"/>
                    </a:lnTo>
                    <a:lnTo>
                      <a:pt x="1" y="40"/>
                    </a:lnTo>
                    <a:lnTo>
                      <a:pt x="3" y="41"/>
                    </a:lnTo>
                    <a:lnTo>
                      <a:pt x="4" y="41"/>
                    </a:lnTo>
                    <a:lnTo>
                      <a:pt x="6" y="40"/>
                    </a:lnTo>
                    <a:lnTo>
                      <a:pt x="7" y="39"/>
                    </a:lnTo>
                    <a:lnTo>
                      <a:pt x="8" y="37"/>
                    </a:lnTo>
                    <a:lnTo>
                      <a:pt x="19" y="5"/>
                    </a:lnTo>
                    <a:lnTo>
                      <a:pt x="19" y="4"/>
                    </a:lnTo>
                    <a:lnTo>
                      <a:pt x="17" y="2"/>
                    </a:lnTo>
                    <a:lnTo>
                      <a:pt x="16" y="1"/>
                    </a:lnTo>
                    <a:lnTo>
                      <a:pt x="14" y="0"/>
                    </a:lnTo>
                    <a:lnTo>
                      <a:pt x="13" y="0"/>
                    </a:lnTo>
                    <a:lnTo>
                      <a:pt x="11" y="1"/>
                    </a:lnTo>
                    <a:lnTo>
                      <a:pt x="10" y="2"/>
                    </a:lnTo>
                    <a:lnTo>
                      <a:pt x="10" y="4"/>
                    </a:lnTo>
                    <a:lnTo>
                      <a:pt x="0" y="36"/>
                    </a:lnTo>
                    <a:close/>
                  </a:path>
                </a:pathLst>
              </a:custGeom>
              <a:solidFill>
                <a:srgbClr val="000000">
                  <a:alpha val="100000"/>
                </a:srgbClr>
              </a:solidFill>
              <a:ln w="9525">
                <a:noFill/>
              </a:ln>
            </p:spPr>
            <p:txBody>
              <a:bodyPr/>
              <a:p>
                <a:endParaRPr lang="zh-CN" altLang="en-US"/>
              </a:p>
            </p:txBody>
          </p:sp>
          <p:sp>
            <p:nvSpPr>
              <p:cNvPr id="89201" name="Freeform 211"/>
              <p:cNvSpPr/>
              <p:nvPr/>
            </p:nvSpPr>
            <p:spPr>
              <a:xfrm>
                <a:off x="1469" y="2633"/>
                <a:ext cx="17" cy="35"/>
              </a:xfrm>
              <a:custGeom>
                <a:avLst/>
                <a:gdLst/>
                <a:ahLst/>
                <a:cxnLst>
                  <a:cxn ang="0">
                    <a:pos x="0" y="29"/>
                  </a:cxn>
                  <a:cxn ang="0">
                    <a:pos x="0" y="30"/>
                  </a:cxn>
                  <a:cxn ang="0">
                    <a:pos x="2" y="32"/>
                  </a:cxn>
                  <a:cxn ang="0">
                    <a:pos x="3" y="33"/>
                  </a:cxn>
                  <a:cxn ang="0">
                    <a:pos x="4" y="35"/>
                  </a:cxn>
                  <a:cxn ang="0">
                    <a:pos x="6" y="35"/>
                  </a:cxn>
                  <a:cxn ang="0">
                    <a:pos x="7" y="33"/>
                  </a:cxn>
                  <a:cxn ang="0">
                    <a:pos x="9" y="32"/>
                  </a:cxn>
                  <a:cxn ang="0">
                    <a:pos x="9" y="30"/>
                  </a:cxn>
                  <a:cxn ang="0">
                    <a:pos x="17" y="6"/>
                  </a:cxn>
                  <a:cxn ang="0">
                    <a:pos x="17" y="4"/>
                  </a:cxn>
                  <a:cxn ang="0">
                    <a:pos x="16" y="3"/>
                  </a:cxn>
                  <a:cxn ang="0">
                    <a:pos x="15" y="1"/>
                  </a:cxn>
                  <a:cxn ang="0">
                    <a:pos x="13" y="0"/>
                  </a:cxn>
                  <a:cxn ang="0">
                    <a:pos x="12" y="1"/>
                  </a:cxn>
                  <a:cxn ang="0">
                    <a:pos x="10" y="3"/>
                  </a:cxn>
                  <a:cxn ang="0">
                    <a:pos x="9" y="4"/>
                  </a:cxn>
                  <a:cxn ang="0">
                    <a:pos x="0" y="29"/>
                  </a:cxn>
                </a:cxnLst>
                <a:pathLst>
                  <a:path w="17" h="35">
                    <a:moveTo>
                      <a:pt x="0" y="29"/>
                    </a:moveTo>
                    <a:lnTo>
                      <a:pt x="0" y="30"/>
                    </a:lnTo>
                    <a:lnTo>
                      <a:pt x="2" y="32"/>
                    </a:lnTo>
                    <a:lnTo>
                      <a:pt x="3" y="33"/>
                    </a:lnTo>
                    <a:lnTo>
                      <a:pt x="4" y="35"/>
                    </a:lnTo>
                    <a:lnTo>
                      <a:pt x="6" y="35"/>
                    </a:lnTo>
                    <a:lnTo>
                      <a:pt x="7" y="33"/>
                    </a:lnTo>
                    <a:lnTo>
                      <a:pt x="9" y="32"/>
                    </a:lnTo>
                    <a:lnTo>
                      <a:pt x="9" y="30"/>
                    </a:lnTo>
                    <a:lnTo>
                      <a:pt x="17" y="6"/>
                    </a:lnTo>
                    <a:lnTo>
                      <a:pt x="17" y="4"/>
                    </a:lnTo>
                    <a:lnTo>
                      <a:pt x="16" y="3"/>
                    </a:lnTo>
                    <a:lnTo>
                      <a:pt x="15" y="1"/>
                    </a:lnTo>
                    <a:lnTo>
                      <a:pt x="13" y="0"/>
                    </a:lnTo>
                    <a:lnTo>
                      <a:pt x="12" y="1"/>
                    </a:lnTo>
                    <a:lnTo>
                      <a:pt x="10" y="3"/>
                    </a:lnTo>
                    <a:lnTo>
                      <a:pt x="9" y="4"/>
                    </a:lnTo>
                    <a:lnTo>
                      <a:pt x="0" y="29"/>
                    </a:lnTo>
                    <a:close/>
                  </a:path>
                </a:pathLst>
              </a:custGeom>
              <a:solidFill>
                <a:srgbClr val="000000">
                  <a:alpha val="100000"/>
                </a:srgbClr>
              </a:solidFill>
              <a:ln w="9525">
                <a:noFill/>
              </a:ln>
            </p:spPr>
            <p:txBody>
              <a:bodyPr/>
              <a:p>
                <a:endParaRPr lang="zh-CN" altLang="en-US"/>
              </a:p>
            </p:txBody>
          </p:sp>
        </p:grpSp>
        <p:sp>
          <p:nvSpPr>
            <p:cNvPr id="89157" name="Line 212"/>
            <p:cNvSpPr/>
            <p:nvPr/>
          </p:nvSpPr>
          <p:spPr>
            <a:xfrm>
              <a:off x="4205486" y="3155950"/>
              <a:ext cx="1587" cy="158750"/>
            </a:xfrm>
            <a:prstGeom prst="line">
              <a:avLst/>
            </a:prstGeom>
            <a:ln w="14288" cap="flat" cmpd="sng">
              <a:solidFill>
                <a:srgbClr val="000000"/>
              </a:solidFill>
              <a:prstDash val="solid"/>
              <a:headEnd type="none" w="med" len="med"/>
              <a:tailEnd type="none" w="med" len="med"/>
            </a:ln>
          </p:spPr>
        </p:sp>
        <p:sp>
          <p:nvSpPr>
            <p:cNvPr id="89158" name="Line 213"/>
            <p:cNvSpPr/>
            <p:nvPr/>
          </p:nvSpPr>
          <p:spPr>
            <a:xfrm>
              <a:off x="4827786" y="3155950"/>
              <a:ext cx="101600" cy="317500"/>
            </a:xfrm>
            <a:prstGeom prst="line">
              <a:avLst/>
            </a:prstGeom>
            <a:ln w="14288" cap="flat" cmpd="sng">
              <a:solidFill>
                <a:srgbClr val="000000"/>
              </a:solidFill>
              <a:prstDash val="solid"/>
              <a:headEnd type="none" w="med" len="med"/>
              <a:tailEnd type="none" w="med" len="med"/>
            </a:ln>
          </p:spPr>
        </p:sp>
        <p:sp>
          <p:nvSpPr>
            <p:cNvPr id="89159" name="Line 214"/>
            <p:cNvSpPr/>
            <p:nvPr/>
          </p:nvSpPr>
          <p:spPr>
            <a:xfrm>
              <a:off x="4942086" y="3473450"/>
              <a:ext cx="1046162" cy="1588"/>
            </a:xfrm>
            <a:prstGeom prst="line">
              <a:avLst/>
            </a:prstGeom>
            <a:ln w="14288" cap="flat" cmpd="sng">
              <a:solidFill>
                <a:srgbClr val="000000"/>
              </a:solidFill>
              <a:prstDash val="solid"/>
              <a:headEnd type="none" w="med" len="med"/>
              <a:tailEnd type="none" w="med" len="med"/>
            </a:ln>
          </p:spPr>
        </p:sp>
        <p:sp>
          <p:nvSpPr>
            <p:cNvPr id="89160" name="Line 215"/>
            <p:cNvSpPr/>
            <p:nvPr/>
          </p:nvSpPr>
          <p:spPr>
            <a:xfrm flipV="1">
              <a:off x="6010473" y="3155950"/>
              <a:ext cx="101600" cy="317500"/>
            </a:xfrm>
            <a:prstGeom prst="line">
              <a:avLst/>
            </a:prstGeom>
            <a:ln w="14288" cap="flat" cmpd="sng">
              <a:solidFill>
                <a:srgbClr val="000000"/>
              </a:solidFill>
              <a:prstDash val="solid"/>
              <a:headEnd type="none" w="med" len="med"/>
              <a:tailEnd type="none" w="med" len="med"/>
            </a:ln>
          </p:spPr>
        </p:sp>
        <p:sp>
          <p:nvSpPr>
            <p:cNvPr id="89161" name="Line 216"/>
            <p:cNvSpPr/>
            <p:nvPr/>
          </p:nvSpPr>
          <p:spPr>
            <a:xfrm>
              <a:off x="6124773" y="3170238"/>
              <a:ext cx="1017587" cy="1588"/>
            </a:xfrm>
            <a:prstGeom prst="line">
              <a:avLst/>
            </a:prstGeom>
            <a:ln w="14288" cap="flat" cmpd="sng">
              <a:solidFill>
                <a:srgbClr val="000000"/>
              </a:solidFill>
              <a:prstDash val="solid"/>
              <a:headEnd type="none" w="med" len="med"/>
              <a:tailEnd type="none" w="med" len="med"/>
            </a:ln>
          </p:spPr>
        </p:sp>
        <p:sp>
          <p:nvSpPr>
            <p:cNvPr id="89162" name="Line 217"/>
            <p:cNvSpPr/>
            <p:nvPr/>
          </p:nvSpPr>
          <p:spPr>
            <a:xfrm>
              <a:off x="4823023" y="3163888"/>
              <a:ext cx="1587" cy="119063"/>
            </a:xfrm>
            <a:prstGeom prst="line">
              <a:avLst/>
            </a:prstGeom>
            <a:ln w="14288" cap="flat" cmpd="sng">
              <a:solidFill>
                <a:srgbClr val="000000"/>
              </a:solidFill>
              <a:prstDash val="solid"/>
              <a:headEnd type="none" w="med" len="med"/>
              <a:tailEnd type="none" w="med" len="med"/>
            </a:ln>
          </p:spPr>
        </p:sp>
        <p:sp>
          <p:nvSpPr>
            <p:cNvPr id="89163" name="Line 218"/>
            <p:cNvSpPr/>
            <p:nvPr/>
          </p:nvSpPr>
          <p:spPr>
            <a:xfrm>
              <a:off x="7161411" y="3170238"/>
              <a:ext cx="100012" cy="315913"/>
            </a:xfrm>
            <a:prstGeom prst="line">
              <a:avLst/>
            </a:prstGeom>
            <a:ln w="14288" cap="flat" cmpd="sng">
              <a:solidFill>
                <a:srgbClr val="000000"/>
              </a:solidFill>
              <a:prstDash val="solid"/>
              <a:headEnd type="none" w="med" len="med"/>
              <a:tailEnd type="none" w="med" len="med"/>
            </a:ln>
          </p:spPr>
        </p:sp>
        <p:sp>
          <p:nvSpPr>
            <p:cNvPr id="89164" name="Line 219"/>
            <p:cNvSpPr/>
            <p:nvPr/>
          </p:nvSpPr>
          <p:spPr>
            <a:xfrm>
              <a:off x="7250311" y="3473450"/>
              <a:ext cx="1085850" cy="1588"/>
            </a:xfrm>
            <a:prstGeom prst="line">
              <a:avLst/>
            </a:prstGeom>
            <a:ln w="14288" cap="flat" cmpd="sng">
              <a:solidFill>
                <a:srgbClr val="000000"/>
              </a:solidFill>
              <a:prstDash val="solid"/>
              <a:headEnd type="none" w="med" len="med"/>
              <a:tailEnd type="none" w="med" len="med"/>
            </a:ln>
          </p:spPr>
        </p:sp>
        <p:grpSp>
          <p:nvGrpSpPr>
            <p:cNvPr id="89165" name="Group 220"/>
            <p:cNvGrpSpPr/>
            <p:nvPr/>
          </p:nvGrpSpPr>
          <p:grpSpPr>
            <a:xfrm>
              <a:off x="5999361" y="850900"/>
              <a:ext cx="14287" cy="2647950"/>
              <a:chOff x="3623" y="1264"/>
              <a:chExt cx="9" cy="1668"/>
            </a:xfrm>
          </p:grpSpPr>
          <p:sp>
            <p:nvSpPr>
              <p:cNvPr id="89170" name="Freeform 221"/>
              <p:cNvSpPr/>
              <p:nvPr/>
            </p:nvSpPr>
            <p:spPr>
              <a:xfrm>
                <a:off x="3623" y="2889"/>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171" name="Freeform 222"/>
              <p:cNvSpPr/>
              <p:nvPr/>
            </p:nvSpPr>
            <p:spPr>
              <a:xfrm>
                <a:off x="3623" y="2828"/>
                <a:ext cx="9" cy="43"/>
              </a:xfrm>
              <a:custGeom>
                <a:avLst/>
                <a:gdLst/>
                <a:ahLst/>
                <a:cxnLst>
                  <a:cxn ang="0">
                    <a:pos x="0" y="41"/>
                  </a:cxn>
                  <a:cxn ang="0">
                    <a:pos x="1" y="41"/>
                  </a:cxn>
                  <a:cxn ang="0">
                    <a:pos x="3" y="42"/>
                  </a:cxn>
                  <a:cxn ang="0">
                    <a:pos x="4" y="43"/>
                  </a:cxn>
                  <a:cxn ang="0">
                    <a:pos x="6" y="42"/>
                  </a:cxn>
                  <a:cxn ang="0">
                    <a:pos x="7" y="41"/>
                  </a:cxn>
                  <a:cxn ang="0">
                    <a:pos x="9" y="39"/>
                  </a:cxn>
                  <a:cxn ang="0">
                    <a:pos x="9" y="4"/>
                  </a:cxn>
                  <a:cxn ang="0">
                    <a:pos x="7" y="3"/>
                  </a:cxn>
                  <a:cxn ang="0">
                    <a:pos x="6" y="2"/>
                  </a:cxn>
                  <a:cxn ang="0">
                    <a:pos x="4" y="0"/>
                  </a:cxn>
                  <a:cxn ang="0">
                    <a:pos x="3" y="2"/>
                  </a:cxn>
                  <a:cxn ang="0">
                    <a:pos x="1" y="3"/>
                  </a:cxn>
                  <a:cxn ang="0">
                    <a:pos x="0" y="4"/>
                  </a:cxn>
                  <a:cxn ang="0">
                    <a:pos x="0" y="6"/>
                  </a:cxn>
                  <a:cxn ang="0">
                    <a:pos x="0" y="41"/>
                  </a:cxn>
                </a:cxnLst>
                <a:pathLst>
                  <a:path w="9" h="43">
                    <a:moveTo>
                      <a:pt x="0" y="41"/>
                    </a:moveTo>
                    <a:lnTo>
                      <a:pt x="1" y="41"/>
                    </a:lnTo>
                    <a:lnTo>
                      <a:pt x="3" y="42"/>
                    </a:lnTo>
                    <a:lnTo>
                      <a:pt x="4" y="43"/>
                    </a:lnTo>
                    <a:lnTo>
                      <a:pt x="6" y="42"/>
                    </a:lnTo>
                    <a:lnTo>
                      <a:pt x="7" y="41"/>
                    </a:lnTo>
                    <a:lnTo>
                      <a:pt x="9" y="39"/>
                    </a:lnTo>
                    <a:lnTo>
                      <a:pt x="9" y="4"/>
                    </a:lnTo>
                    <a:lnTo>
                      <a:pt x="7" y="3"/>
                    </a:lnTo>
                    <a:lnTo>
                      <a:pt x="6" y="2"/>
                    </a:lnTo>
                    <a:lnTo>
                      <a:pt x="4" y="0"/>
                    </a:lnTo>
                    <a:lnTo>
                      <a:pt x="3" y="2"/>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9172" name="Freeform 223"/>
              <p:cNvSpPr/>
              <p:nvPr/>
            </p:nvSpPr>
            <p:spPr>
              <a:xfrm>
                <a:off x="3623" y="2767"/>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173" name="Freeform 224"/>
              <p:cNvSpPr/>
              <p:nvPr/>
            </p:nvSpPr>
            <p:spPr>
              <a:xfrm>
                <a:off x="3623" y="2707"/>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5"/>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9174" name="Freeform 225"/>
              <p:cNvSpPr/>
              <p:nvPr/>
            </p:nvSpPr>
            <p:spPr>
              <a:xfrm>
                <a:off x="3623" y="2646"/>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175" name="Freeform 226"/>
              <p:cNvSpPr/>
              <p:nvPr/>
            </p:nvSpPr>
            <p:spPr>
              <a:xfrm>
                <a:off x="3623" y="2585"/>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176" name="Freeform 227"/>
              <p:cNvSpPr/>
              <p:nvPr/>
            </p:nvSpPr>
            <p:spPr>
              <a:xfrm>
                <a:off x="3623" y="2524"/>
                <a:ext cx="9" cy="44"/>
              </a:xfrm>
              <a:custGeom>
                <a:avLst/>
                <a:gdLst/>
                <a:ahLst/>
                <a:cxnLst>
                  <a:cxn ang="0">
                    <a:pos x="0" y="41"/>
                  </a:cxn>
                  <a:cxn ang="0">
                    <a:pos x="1" y="41"/>
                  </a:cxn>
                  <a:cxn ang="0">
                    <a:pos x="3" y="42"/>
                  </a:cxn>
                  <a:cxn ang="0">
                    <a:pos x="4" y="44"/>
                  </a:cxn>
                  <a:cxn ang="0">
                    <a:pos x="6" y="42"/>
                  </a:cxn>
                  <a:cxn ang="0">
                    <a:pos x="7" y="41"/>
                  </a:cxn>
                  <a:cxn ang="0">
                    <a:pos x="9" y="40"/>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40"/>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177" name="Freeform 228"/>
              <p:cNvSpPr/>
              <p:nvPr/>
            </p:nvSpPr>
            <p:spPr>
              <a:xfrm>
                <a:off x="3623" y="2464"/>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178" name="Freeform 229"/>
              <p:cNvSpPr/>
              <p:nvPr/>
            </p:nvSpPr>
            <p:spPr>
              <a:xfrm>
                <a:off x="3623" y="2403"/>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179" name="Freeform 230"/>
              <p:cNvSpPr/>
              <p:nvPr/>
            </p:nvSpPr>
            <p:spPr>
              <a:xfrm>
                <a:off x="3623" y="2342"/>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180" name="Freeform 231"/>
              <p:cNvSpPr/>
              <p:nvPr/>
            </p:nvSpPr>
            <p:spPr>
              <a:xfrm>
                <a:off x="3623" y="2282"/>
                <a:ext cx="9" cy="43"/>
              </a:xfrm>
              <a:custGeom>
                <a:avLst/>
                <a:gdLst/>
                <a:ahLst/>
                <a:cxnLst>
                  <a:cxn ang="0">
                    <a:pos x="0" y="40"/>
                  </a:cxn>
                  <a:cxn ang="0">
                    <a:pos x="1" y="40"/>
                  </a:cxn>
                  <a:cxn ang="0">
                    <a:pos x="3" y="41"/>
                  </a:cxn>
                  <a:cxn ang="0">
                    <a:pos x="4" y="43"/>
                  </a:cxn>
                  <a:cxn ang="0">
                    <a:pos x="6" y="41"/>
                  </a:cxn>
                  <a:cxn ang="0">
                    <a:pos x="7" y="40"/>
                  </a:cxn>
                  <a:cxn ang="0">
                    <a:pos x="9" y="39"/>
                  </a:cxn>
                  <a:cxn ang="0">
                    <a:pos x="9" y="4"/>
                  </a:cxn>
                  <a:cxn ang="0">
                    <a:pos x="7" y="2"/>
                  </a:cxn>
                  <a:cxn ang="0">
                    <a:pos x="6" y="1"/>
                  </a:cxn>
                  <a:cxn ang="0">
                    <a:pos x="4" y="0"/>
                  </a:cxn>
                  <a:cxn ang="0">
                    <a:pos x="3" y="1"/>
                  </a:cxn>
                  <a:cxn ang="0">
                    <a:pos x="1" y="2"/>
                  </a:cxn>
                  <a:cxn ang="0">
                    <a:pos x="0" y="4"/>
                  </a:cxn>
                  <a:cxn ang="0">
                    <a:pos x="0" y="5"/>
                  </a:cxn>
                  <a:cxn ang="0">
                    <a:pos x="0" y="40"/>
                  </a:cxn>
                </a:cxnLst>
                <a:pathLst>
                  <a:path w="9" h="43">
                    <a:moveTo>
                      <a:pt x="0" y="40"/>
                    </a:moveTo>
                    <a:lnTo>
                      <a:pt x="1" y="40"/>
                    </a:lnTo>
                    <a:lnTo>
                      <a:pt x="3" y="41"/>
                    </a:lnTo>
                    <a:lnTo>
                      <a:pt x="4" y="43"/>
                    </a:lnTo>
                    <a:lnTo>
                      <a:pt x="6" y="41"/>
                    </a:lnTo>
                    <a:lnTo>
                      <a:pt x="7" y="40"/>
                    </a:lnTo>
                    <a:lnTo>
                      <a:pt x="9" y="39"/>
                    </a:lnTo>
                    <a:lnTo>
                      <a:pt x="9" y="4"/>
                    </a:lnTo>
                    <a:lnTo>
                      <a:pt x="7" y="2"/>
                    </a:lnTo>
                    <a:lnTo>
                      <a:pt x="6" y="1"/>
                    </a:lnTo>
                    <a:lnTo>
                      <a:pt x="4" y="0"/>
                    </a:lnTo>
                    <a:lnTo>
                      <a:pt x="3" y="1"/>
                    </a:lnTo>
                    <a:lnTo>
                      <a:pt x="1" y="2"/>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9181" name="Freeform 232"/>
              <p:cNvSpPr/>
              <p:nvPr/>
            </p:nvSpPr>
            <p:spPr>
              <a:xfrm>
                <a:off x="3623" y="2221"/>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182" name="Freeform 233"/>
              <p:cNvSpPr/>
              <p:nvPr/>
            </p:nvSpPr>
            <p:spPr>
              <a:xfrm>
                <a:off x="3623" y="2160"/>
                <a:ext cx="9" cy="43"/>
              </a:xfrm>
              <a:custGeom>
                <a:avLst/>
                <a:gdLst/>
                <a:ahLst/>
                <a:cxnLst>
                  <a:cxn ang="0">
                    <a:pos x="0" y="41"/>
                  </a:cxn>
                  <a:cxn ang="0">
                    <a:pos x="1" y="41"/>
                  </a:cxn>
                  <a:cxn ang="0">
                    <a:pos x="3" y="42"/>
                  </a:cxn>
                  <a:cxn ang="0">
                    <a:pos x="4" y="43"/>
                  </a:cxn>
                  <a:cxn ang="0">
                    <a:pos x="6" y="42"/>
                  </a:cxn>
                  <a:cxn ang="0">
                    <a:pos x="7" y="41"/>
                  </a:cxn>
                  <a:cxn ang="0">
                    <a:pos x="9" y="39"/>
                  </a:cxn>
                  <a:cxn ang="0">
                    <a:pos x="9" y="4"/>
                  </a:cxn>
                  <a:cxn ang="0">
                    <a:pos x="7" y="3"/>
                  </a:cxn>
                  <a:cxn ang="0">
                    <a:pos x="6" y="2"/>
                  </a:cxn>
                  <a:cxn ang="0">
                    <a:pos x="4" y="0"/>
                  </a:cxn>
                  <a:cxn ang="0">
                    <a:pos x="3" y="2"/>
                  </a:cxn>
                  <a:cxn ang="0">
                    <a:pos x="1" y="3"/>
                  </a:cxn>
                  <a:cxn ang="0">
                    <a:pos x="0" y="4"/>
                  </a:cxn>
                  <a:cxn ang="0">
                    <a:pos x="0" y="6"/>
                  </a:cxn>
                  <a:cxn ang="0">
                    <a:pos x="0" y="41"/>
                  </a:cxn>
                </a:cxnLst>
                <a:pathLst>
                  <a:path w="9" h="43">
                    <a:moveTo>
                      <a:pt x="0" y="41"/>
                    </a:moveTo>
                    <a:lnTo>
                      <a:pt x="1" y="41"/>
                    </a:lnTo>
                    <a:lnTo>
                      <a:pt x="3" y="42"/>
                    </a:lnTo>
                    <a:lnTo>
                      <a:pt x="4" y="43"/>
                    </a:lnTo>
                    <a:lnTo>
                      <a:pt x="6" y="42"/>
                    </a:lnTo>
                    <a:lnTo>
                      <a:pt x="7" y="41"/>
                    </a:lnTo>
                    <a:lnTo>
                      <a:pt x="9" y="39"/>
                    </a:lnTo>
                    <a:lnTo>
                      <a:pt x="9" y="4"/>
                    </a:lnTo>
                    <a:lnTo>
                      <a:pt x="7" y="3"/>
                    </a:lnTo>
                    <a:lnTo>
                      <a:pt x="6" y="2"/>
                    </a:lnTo>
                    <a:lnTo>
                      <a:pt x="4" y="0"/>
                    </a:lnTo>
                    <a:lnTo>
                      <a:pt x="3" y="2"/>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9183" name="Freeform 234"/>
              <p:cNvSpPr/>
              <p:nvPr/>
            </p:nvSpPr>
            <p:spPr>
              <a:xfrm>
                <a:off x="3623" y="2099"/>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184" name="Freeform 235"/>
              <p:cNvSpPr/>
              <p:nvPr/>
            </p:nvSpPr>
            <p:spPr>
              <a:xfrm>
                <a:off x="3623" y="2039"/>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5"/>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9185" name="Freeform 236"/>
              <p:cNvSpPr/>
              <p:nvPr/>
            </p:nvSpPr>
            <p:spPr>
              <a:xfrm>
                <a:off x="3623" y="1978"/>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186" name="Freeform 237"/>
              <p:cNvSpPr/>
              <p:nvPr/>
            </p:nvSpPr>
            <p:spPr>
              <a:xfrm>
                <a:off x="3623" y="1917"/>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187" name="Freeform 238"/>
              <p:cNvSpPr/>
              <p:nvPr/>
            </p:nvSpPr>
            <p:spPr>
              <a:xfrm>
                <a:off x="3623" y="1856"/>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188" name="Freeform 239"/>
              <p:cNvSpPr/>
              <p:nvPr/>
            </p:nvSpPr>
            <p:spPr>
              <a:xfrm>
                <a:off x="3623" y="1796"/>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189" name="Freeform 240"/>
              <p:cNvSpPr/>
              <p:nvPr/>
            </p:nvSpPr>
            <p:spPr>
              <a:xfrm>
                <a:off x="3623" y="1735"/>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190" name="Freeform 241"/>
              <p:cNvSpPr/>
              <p:nvPr/>
            </p:nvSpPr>
            <p:spPr>
              <a:xfrm>
                <a:off x="3623" y="1674"/>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191" name="Freeform 242"/>
              <p:cNvSpPr/>
              <p:nvPr/>
            </p:nvSpPr>
            <p:spPr>
              <a:xfrm>
                <a:off x="3623" y="1614"/>
                <a:ext cx="9" cy="43"/>
              </a:xfrm>
              <a:custGeom>
                <a:avLst/>
                <a:gdLst/>
                <a:ahLst/>
                <a:cxnLst>
                  <a:cxn ang="0">
                    <a:pos x="0" y="40"/>
                  </a:cxn>
                  <a:cxn ang="0">
                    <a:pos x="1" y="40"/>
                  </a:cxn>
                  <a:cxn ang="0">
                    <a:pos x="3" y="41"/>
                  </a:cxn>
                  <a:cxn ang="0">
                    <a:pos x="4" y="43"/>
                  </a:cxn>
                  <a:cxn ang="0">
                    <a:pos x="6" y="41"/>
                  </a:cxn>
                  <a:cxn ang="0">
                    <a:pos x="7" y="40"/>
                  </a:cxn>
                  <a:cxn ang="0">
                    <a:pos x="9" y="39"/>
                  </a:cxn>
                  <a:cxn ang="0">
                    <a:pos x="9" y="4"/>
                  </a:cxn>
                  <a:cxn ang="0">
                    <a:pos x="7" y="2"/>
                  </a:cxn>
                  <a:cxn ang="0">
                    <a:pos x="6" y="1"/>
                  </a:cxn>
                  <a:cxn ang="0">
                    <a:pos x="4" y="0"/>
                  </a:cxn>
                  <a:cxn ang="0">
                    <a:pos x="3" y="1"/>
                  </a:cxn>
                  <a:cxn ang="0">
                    <a:pos x="1" y="2"/>
                  </a:cxn>
                  <a:cxn ang="0">
                    <a:pos x="0" y="4"/>
                  </a:cxn>
                  <a:cxn ang="0">
                    <a:pos x="0" y="5"/>
                  </a:cxn>
                  <a:cxn ang="0">
                    <a:pos x="0" y="40"/>
                  </a:cxn>
                </a:cxnLst>
                <a:pathLst>
                  <a:path w="9" h="43">
                    <a:moveTo>
                      <a:pt x="0" y="40"/>
                    </a:moveTo>
                    <a:lnTo>
                      <a:pt x="1" y="40"/>
                    </a:lnTo>
                    <a:lnTo>
                      <a:pt x="3" y="41"/>
                    </a:lnTo>
                    <a:lnTo>
                      <a:pt x="4" y="43"/>
                    </a:lnTo>
                    <a:lnTo>
                      <a:pt x="6" y="41"/>
                    </a:lnTo>
                    <a:lnTo>
                      <a:pt x="7" y="40"/>
                    </a:lnTo>
                    <a:lnTo>
                      <a:pt x="9" y="39"/>
                    </a:lnTo>
                    <a:lnTo>
                      <a:pt x="9" y="4"/>
                    </a:lnTo>
                    <a:lnTo>
                      <a:pt x="7" y="2"/>
                    </a:lnTo>
                    <a:lnTo>
                      <a:pt x="6" y="1"/>
                    </a:lnTo>
                    <a:lnTo>
                      <a:pt x="4" y="0"/>
                    </a:lnTo>
                    <a:lnTo>
                      <a:pt x="3" y="1"/>
                    </a:lnTo>
                    <a:lnTo>
                      <a:pt x="1" y="2"/>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9192" name="Freeform 243"/>
              <p:cNvSpPr/>
              <p:nvPr/>
            </p:nvSpPr>
            <p:spPr>
              <a:xfrm>
                <a:off x="3623" y="1553"/>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193" name="Freeform 244"/>
              <p:cNvSpPr/>
              <p:nvPr/>
            </p:nvSpPr>
            <p:spPr>
              <a:xfrm>
                <a:off x="3623" y="1492"/>
                <a:ext cx="9" cy="43"/>
              </a:xfrm>
              <a:custGeom>
                <a:avLst/>
                <a:gdLst/>
                <a:ahLst/>
                <a:cxnLst>
                  <a:cxn ang="0">
                    <a:pos x="0" y="41"/>
                  </a:cxn>
                  <a:cxn ang="0">
                    <a:pos x="1" y="41"/>
                  </a:cxn>
                  <a:cxn ang="0">
                    <a:pos x="3" y="42"/>
                  </a:cxn>
                  <a:cxn ang="0">
                    <a:pos x="4" y="43"/>
                  </a:cxn>
                  <a:cxn ang="0">
                    <a:pos x="6" y="42"/>
                  </a:cxn>
                  <a:cxn ang="0">
                    <a:pos x="7" y="41"/>
                  </a:cxn>
                  <a:cxn ang="0">
                    <a:pos x="9" y="39"/>
                  </a:cxn>
                  <a:cxn ang="0">
                    <a:pos x="9" y="4"/>
                  </a:cxn>
                  <a:cxn ang="0">
                    <a:pos x="7" y="3"/>
                  </a:cxn>
                  <a:cxn ang="0">
                    <a:pos x="6" y="2"/>
                  </a:cxn>
                  <a:cxn ang="0">
                    <a:pos x="4" y="0"/>
                  </a:cxn>
                  <a:cxn ang="0">
                    <a:pos x="3" y="2"/>
                  </a:cxn>
                  <a:cxn ang="0">
                    <a:pos x="1" y="3"/>
                  </a:cxn>
                  <a:cxn ang="0">
                    <a:pos x="0" y="4"/>
                  </a:cxn>
                  <a:cxn ang="0">
                    <a:pos x="0" y="6"/>
                  </a:cxn>
                  <a:cxn ang="0">
                    <a:pos x="0" y="41"/>
                  </a:cxn>
                </a:cxnLst>
                <a:pathLst>
                  <a:path w="9" h="43">
                    <a:moveTo>
                      <a:pt x="0" y="41"/>
                    </a:moveTo>
                    <a:lnTo>
                      <a:pt x="1" y="41"/>
                    </a:lnTo>
                    <a:lnTo>
                      <a:pt x="3" y="42"/>
                    </a:lnTo>
                    <a:lnTo>
                      <a:pt x="4" y="43"/>
                    </a:lnTo>
                    <a:lnTo>
                      <a:pt x="6" y="42"/>
                    </a:lnTo>
                    <a:lnTo>
                      <a:pt x="7" y="41"/>
                    </a:lnTo>
                    <a:lnTo>
                      <a:pt x="9" y="39"/>
                    </a:lnTo>
                    <a:lnTo>
                      <a:pt x="9" y="4"/>
                    </a:lnTo>
                    <a:lnTo>
                      <a:pt x="7" y="3"/>
                    </a:lnTo>
                    <a:lnTo>
                      <a:pt x="6" y="2"/>
                    </a:lnTo>
                    <a:lnTo>
                      <a:pt x="4" y="0"/>
                    </a:lnTo>
                    <a:lnTo>
                      <a:pt x="3" y="2"/>
                    </a:lnTo>
                    <a:lnTo>
                      <a:pt x="1" y="3"/>
                    </a:lnTo>
                    <a:lnTo>
                      <a:pt x="0" y="4"/>
                    </a:lnTo>
                    <a:lnTo>
                      <a:pt x="0" y="6"/>
                    </a:lnTo>
                    <a:lnTo>
                      <a:pt x="0" y="41"/>
                    </a:lnTo>
                    <a:close/>
                  </a:path>
                </a:pathLst>
              </a:custGeom>
              <a:solidFill>
                <a:srgbClr val="000000">
                  <a:alpha val="100000"/>
                </a:srgbClr>
              </a:solidFill>
              <a:ln w="9525">
                <a:noFill/>
              </a:ln>
            </p:spPr>
            <p:txBody>
              <a:bodyPr/>
              <a:p>
                <a:endParaRPr lang="zh-CN" altLang="en-US"/>
              </a:p>
            </p:txBody>
          </p:sp>
          <p:sp>
            <p:nvSpPr>
              <p:cNvPr id="89194" name="Freeform 245"/>
              <p:cNvSpPr/>
              <p:nvPr/>
            </p:nvSpPr>
            <p:spPr>
              <a:xfrm>
                <a:off x="3623" y="1431"/>
                <a:ext cx="9" cy="44"/>
              </a:xfrm>
              <a:custGeom>
                <a:avLst/>
                <a:gdLst/>
                <a:ahLst/>
                <a:cxnLst>
                  <a:cxn ang="0">
                    <a:pos x="0" y="41"/>
                  </a:cxn>
                  <a:cxn ang="0">
                    <a:pos x="1" y="41"/>
                  </a:cxn>
                  <a:cxn ang="0">
                    <a:pos x="3" y="42"/>
                  </a:cxn>
                  <a:cxn ang="0">
                    <a:pos x="4" y="44"/>
                  </a:cxn>
                  <a:cxn ang="0">
                    <a:pos x="6" y="42"/>
                  </a:cxn>
                  <a:cxn ang="0">
                    <a:pos x="7" y="41"/>
                  </a:cxn>
                  <a:cxn ang="0">
                    <a:pos x="9" y="39"/>
                  </a:cxn>
                  <a:cxn ang="0">
                    <a:pos x="9" y="5"/>
                  </a:cxn>
                  <a:cxn ang="0">
                    <a:pos x="7" y="3"/>
                  </a:cxn>
                  <a:cxn ang="0">
                    <a:pos x="6" y="2"/>
                  </a:cxn>
                  <a:cxn ang="0">
                    <a:pos x="4" y="0"/>
                  </a:cxn>
                  <a:cxn ang="0">
                    <a:pos x="3" y="2"/>
                  </a:cxn>
                  <a:cxn ang="0">
                    <a:pos x="1" y="3"/>
                  </a:cxn>
                  <a:cxn ang="0">
                    <a:pos x="0" y="5"/>
                  </a:cxn>
                  <a:cxn ang="0">
                    <a:pos x="0" y="6"/>
                  </a:cxn>
                  <a:cxn ang="0">
                    <a:pos x="0" y="41"/>
                  </a:cxn>
                </a:cxnLst>
                <a:pathLst>
                  <a:path w="9" h="44">
                    <a:moveTo>
                      <a:pt x="0" y="41"/>
                    </a:moveTo>
                    <a:lnTo>
                      <a:pt x="1" y="41"/>
                    </a:lnTo>
                    <a:lnTo>
                      <a:pt x="3" y="42"/>
                    </a:lnTo>
                    <a:lnTo>
                      <a:pt x="4" y="44"/>
                    </a:lnTo>
                    <a:lnTo>
                      <a:pt x="6" y="42"/>
                    </a:lnTo>
                    <a:lnTo>
                      <a:pt x="7" y="41"/>
                    </a:lnTo>
                    <a:lnTo>
                      <a:pt x="9" y="39"/>
                    </a:lnTo>
                    <a:lnTo>
                      <a:pt x="9" y="5"/>
                    </a:lnTo>
                    <a:lnTo>
                      <a:pt x="7" y="3"/>
                    </a:lnTo>
                    <a:lnTo>
                      <a:pt x="6" y="2"/>
                    </a:lnTo>
                    <a:lnTo>
                      <a:pt x="4" y="0"/>
                    </a:lnTo>
                    <a:lnTo>
                      <a:pt x="3" y="2"/>
                    </a:lnTo>
                    <a:lnTo>
                      <a:pt x="1" y="3"/>
                    </a:lnTo>
                    <a:lnTo>
                      <a:pt x="0" y="5"/>
                    </a:lnTo>
                    <a:lnTo>
                      <a:pt x="0" y="6"/>
                    </a:lnTo>
                    <a:lnTo>
                      <a:pt x="0" y="41"/>
                    </a:lnTo>
                    <a:close/>
                  </a:path>
                </a:pathLst>
              </a:custGeom>
              <a:solidFill>
                <a:srgbClr val="000000">
                  <a:alpha val="100000"/>
                </a:srgbClr>
              </a:solidFill>
              <a:ln w="9525">
                <a:noFill/>
              </a:ln>
            </p:spPr>
            <p:txBody>
              <a:bodyPr/>
              <a:p>
                <a:endParaRPr lang="zh-CN" altLang="en-US"/>
              </a:p>
            </p:txBody>
          </p:sp>
          <p:sp>
            <p:nvSpPr>
              <p:cNvPr id="89195" name="Freeform 246"/>
              <p:cNvSpPr/>
              <p:nvPr/>
            </p:nvSpPr>
            <p:spPr>
              <a:xfrm>
                <a:off x="3623" y="1371"/>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5"/>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5"/>
                    </a:lnTo>
                    <a:lnTo>
                      <a:pt x="0" y="40"/>
                    </a:lnTo>
                    <a:close/>
                  </a:path>
                </a:pathLst>
              </a:custGeom>
              <a:solidFill>
                <a:srgbClr val="000000">
                  <a:alpha val="100000"/>
                </a:srgbClr>
              </a:solidFill>
              <a:ln w="9525">
                <a:noFill/>
              </a:ln>
            </p:spPr>
            <p:txBody>
              <a:bodyPr/>
              <a:p>
                <a:endParaRPr lang="zh-CN" altLang="en-US"/>
              </a:p>
            </p:txBody>
          </p:sp>
          <p:sp>
            <p:nvSpPr>
              <p:cNvPr id="89196" name="Freeform 247"/>
              <p:cNvSpPr/>
              <p:nvPr/>
            </p:nvSpPr>
            <p:spPr>
              <a:xfrm>
                <a:off x="3623" y="1310"/>
                <a:ext cx="9" cy="43"/>
              </a:xfrm>
              <a:custGeom>
                <a:avLst/>
                <a:gdLst/>
                <a:ahLst/>
                <a:cxnLst>
                  <a:cxn ang="0">
                    <a:pos x="0" y="40"/>
                  </a:cxn>
                  <a:cxn ang="0">
                    <a:pos x="1" y="40"/>
                  </a:cxn>
                  <a:cxn ang="0">
                    <a:pos x="3" y="42"/>
                  </a:cxn>
                  <a:cxn ang="0">
                    <a:pos x="4" y="43"/>
                  </a:cxn>
                  <a:cxn ang="0">
                    <a:pos x="6" y="42"/>
                  </a:cxn>
                  <a:cxn ang="0">
                    <a:pos x="7" y="40"/>
                  </a:cxn>
                  <a:cxn ang="0">
                    <a:pos x="9" y="39"/>
                  </a:cxn>
                  <a:cxn ang="0">
                    <a:pos x="9" y="4"/>
                  </a:cxn>
                  <a:cxn ang="0">
                    <a:pos x="7" y="3"/>
                  </a:cxn>
                  <a:cxn ang="0">
                    <a:pos x="6" y="1"/>
                  </a:cxn>
                  <a:cxn ang="0">
                    <a:pos x="4" y="0"/>
                  </a:cxn>
                  <a:cxn ang="0">
                    <a:pos x="3" y="1"/>
                  </a:cxn>
                  <a:cxn ang="0">
                    <a:pos x="1" y="3"/>
                  </a:cxn>
                  <a:cxn ang="0">
                    <a:pos x="0" y="4"/>
                  </a:cxn>
                  <a:cxn ang="0">
                    <a:pos x="0" y="6"/>
                  </a:cxn>
                  <a:cxn ang="0">
                    <a:pos x="0" y="40"/>
                  </a:cxn>
                </a:cxnLst>
                <a:pathLst>
                  <a:path w="9" h="43">
                    <a:moveTo>
                      <a:pt x="0" y="40"/>
                    </a:moveTo>
                    <a:lnTo>
                      <a:pt x="1" y="40"/>
                    </a:lnTo>
                    <a:lnTo>
                      <a:pt x="3" y="42"/>
                    </a:lnTo>
                    <a:lnTo>
                      <a:pt x="4" y="43"/>
                    </a:lnTo>
                    <a:lnTo>
                      <a:pt x="6" y="42"/>
                    </a:lnTo>
                    <a:lnTo>
                      <a:pt x="7" y="40"/>
                    </a:lnTo>
                    <a:lnTo>
                      <a:pt x="9" y="39"/>
                    </a:lnTo>
                    <a:lnTo>
                      <a:pt x="9" y="4"/>
                    </a:lnTo>
                    <a:lnTo>
                      <a:pt x="7" y="3"/>
                    </a:lnTo>
                    <a:lnTo>
                      <a:pt x="6" y="1"/>
                    </a:lnTo>
                    <a:lnTo>
                      <a:pt x="4" y="0"/>
                    </a:lnTo>
                    <a:lnTo>
                      <a:pt x="3" y="1"/>
                    </a:lnTo>
                    <a:lnTo>
                      <a:pt x="1" y="3"/>
                    </a:lnTo>
                    <a:lnTo>
                      <a:pt x="0" y="4"/>
                    </a:lnTo>
                    <a:lnTo>
                      <a:pt x="0" y="6"/>
                    </a:lnTo>
                    <a:lnTo>
                      <a:pt x="0" y="40"/>
                    </a:lnTo>
                    <a:close/>
                  </a:path>
                </a:pathLst>
              </a:custGeom>
              <a:solidFill>
                <a:srgbClr val="000000">
                  <a:alpha val="100000"/>
                </a:srgbClr>
              </a:solidFill>
              <a:ln w="9525">
                <a:noFill/>
              </a:ln>
            </p:spPr>
            <p:txBody>
              <a:bodyPr/>
              <a:p>
                <a:endParaRPr lang="zh-CN" altLang="en-US"/>
              </a:p>
            </p:txBody>
          </p:sp>
          <p:sp>
            <p:nvSpPr>
              <p:cNvPr id="89197" name="Freeform 248"/>
              <p:cNvSpPr/>
              <p:nvPr/>
            </p:nvSpPr>
            <p:spPr>
              <a:xfrm>
                <a:off x="3623" y="1264"/>
                <a:ext cx="9" cy="29"/>
              </a:xfrm>
              <a:custGeom>
                <a:avLst/>
                <a:gdLst/>
                <a:ahLst/>
                <a:cxnLst>
                  <a:cxn ang="0">
                    <a:pos x="0" y="26"/>
                  </a:cxn>
                  <a:cxn ang="0">
                    <a:pos x="1" y="26"/>
                  </a:cxn>
                  <a:cxn ang="0">
                    <a:pos x="3" y="27"/>
                  </a:cxn>
                  <a:cxn ang="0">
                    <a:pos x="4" y="29"/>
                  </a:cxn>
                  <a:cxn ang="0">
                    <a:pos x="6" y="27"/>
                  </a:cxn>
                  <a:cxn ang="0">
                    <a:pos x="7" y="26"/>
                  </a:cxn>
                  <a:cxn ang="0">
                    <a:pos x="9" y="24"/>
                  </a:cxn>
                  <a:cxn ang="0">
                    <a:pos x="9" y="4"/>
                  </a:cxn>
                  <a:cxn ang="0">
                    <a:pos x="7" y="3"/>
                  </a:cxn>
                  <a:cxn ang="0">
                    <a:pos x="6" y="1"/>
                  </a:cxn>
                  <a:cxn ang="0">
                    <a:pos x="4" y="0"/>
                  </a:cxn>
                  <a:cxn ang="0">
                    <a:pos x="3" y="1"/>
                  </a:cxn>
                  <a:cxn ang="0">
                    <a:pos x="1" y="3"/>
                  </a:cxn>
                  <a:cxn ang="0">
                    <a:pos x="0" y="4"/>
                  </a:cxn>
                  <a:cxn ang="0">
                    <a:pos x="0" y="5"/>
                  </a:cxn>
                  <a:cxn ang="0">
                    <a:pos x="0" y="26"/>
                  </a:cxn>
                </a:cxnLst>
                <a:pathLst>
                  <a:path w="9" h="29">
                    <a:moveTo>
                      <a:pt x="0" y="26"/>
                    </a:moveTo>
                    <a:lnTo>
                      <a:pt x="1" y="26"/>
                    </a:lnTo>
                    <a:lnTo>
                      <a:pt x="3" y="27"/>
                    </a:lnTo>
                    <a:lnTo>
                      <a:pt x="4" y="29"/>
                    </a:lnTo>
                    <a:lnTo>
                      <a:pt x="6" y="27"/>
                    </a:lnTo>
                    <a:lnTo>
                      <a:pt x="7" y="26"/>
                    </a:lnTo>
                    <a:lnTo>
                      <a:pt x="9" y="24"/>
                    </a:lnTo>
                    <a:lnTo>
                      <a:pt x="9" y="4"/>
                    </a:lnTo>
                    <a:lnTo>
                      <a:pt x="7" y="3"/>
                    </a:lnTo>
                    <a:lnTo>
                      <a:pt x="6" y="1"/>
                    </a:lnTo>
                    <a:lnTo>
                      <a:pt x="4" y="0"/>
                    </a:lnTo>
                    <a:lnTo>
                      <a:pt x="3" y="1"/>
                    </a:lnTo>
                    <a:lnTo>
                      <a:pt x="1" y="3"/>
                    </a:lnTo>
                    <a:lnTo>
                      <a:pt x="0" y="4"/>
                    </a:lnTo>
                    <a:lnTo>
                      <a:pt x="0" y="5"/>
                    </a:lnTo>
                    <a:lnTo>
                      <a:pt x="0" y="26"/>
                    </a:lnTo>
                    <a:close/>
                  </a:path>
                </a:pathLst>
              </a:custGeom>
              <a:solidFill>
                <a:srgbClr val="000000">
                  <a:alpha val="100000"/>
                </a:srgbClr>
              </a:solidFill>
              <a:ln w="9525">
                <a:noFill/>
              </a:ln>
            </p:spPr>
            <p:txBody>
              <a:bodyPr/>
              <a:p>
                <a:endParaRPr lang="zh-CN" altLang="en-US"/>
              </a:p>
            </p:txBody>
          </p:sp>
        </p:grpSp>
        <p:grpSp>
          <p:nvGrpSpPr>
            <p:cNvPr id="89166" name="Group 249"/>
            <p:cNvGrpSpPr/>
            <p:nvPr/>
          </p:nvGrpSpPr>
          <p:grpSpPr>
            <a:xfrm flipV="1">
              <a:off x="6043811" y="2974975"/>
              <a:ext cx="935037" cy="360363"/>
              <a:chOff x="3634" y="2302"/>
              <a:chExt cx="529" cy="118"/>
            </a:xfrm>
          </p:grpSpPr>
          <p:sp>
            <p:nvSpPr>
              <p:cNvPr id="89168" name="Line 250"/>
              <p:cNvSpPr/>
              <p:nvPr/>
            </p:nvSpPr>
            <p:spPr>
              <a:xfrm>
                <a:off x="3724" y="2334"/>
                <a:ext cx="439" cy="86"/>
              </a:xfrm>
              <a:prstGeom prst="line">
                <a:avLst/>
              </a:prstGeom>
              <a:ln w="14288" cap="flat" cmpd="sng">
                <a:solidFill>
                  <a:srgbClr val="000000"/>
                </a:solidFill>
                <a:prstDash val="solid"/>
                <a:headEnd type="none" w="med" len="med"/>
                <a:tailEnd type="none" w="med" len="med"/>
              </a:ln>
            </p:spPr>
          </p:sp>
          <p:sp>
            <p:nvSpPr>
              <p:cNvPr id="89169" name="Freeform 251"/>
              <p:cNvSpPr/>
              <p:nvPr/>
            </p:nvSpPr>
            <p:spPr>
              <a:xfrm>
                <a:off x="3634" y="2302"/>
                <a:ext cx="99" cy="62"/>
              </a:xfrm>
              <a:custGeom>
                <a:avLst/>
                <a:gdLst/>
                <a:ahLst/>
                <a:cxnLst>
                  <a:cxn ang="0">
                    <a:pos x="99" y="0"/>
                  </a:cxn>
                  <a:cxn ang="0">
                    <a:pos x="0" y="13"/>
                  </a:cxn>
                  <a:cxn ang="0">
                    <a:pos x="87" y="62"/>
                  </a:cxn>
                  <a:cxn ang="0">
                    <a:pos x="99" y="0"/>
                  </a:cxn>
                </a:cxnLst>
                <a:pathLst>
                  <a:path w="99" h="62">
                    <a:moveTo>
                      <a:pt x="99" y="0"/>
                    </a:moveTo>
                    <a:lnTo>
                      <a:pt x="0" y="13"/>
                    </a:lnTo>
                    <a:lnTo>
                      <a:pt x="87" y="62"/>
                    </a:lnTo>
                    <a:lnTo>
                      <a:pt x="99" y="0"/>
                    </a:lnTo>
                    <a:close/>
                  </a:path>
                </a:pathLst>
              </a:custGeom>
              <a:solidFill>
                <a:srgbClr val="000000">
                  <a:alpha val="100000"/>
                </a:srgbClr>
              </a:solidFill>
              <a:ln w="9525">
                <a:noFill/>
              </a:ln>
            </p:spPr>
            <p:txBody>
              <a:bodyPr/>
              <a:p>
                <a:endParaRPr lang="zh-CN" altLang="en-US"/>
              </a:p>
            </p:txBody>
          </p:sp>
        </p:grpSp>
        <p:sp>
          <p:nvSpPr>
            <p:cNvPr id="89167" name="Line 252"/>
            <p:cNvSpPr/>
            <p:nvPr/>
          </p:nvSpPr>
          <p:spPr>
            <a:xfrm>
              <a:off x="4832548" y="2336800"/>
              <a:ext cx="1587" cy="171450"/>
            </a:xfrm>
            <a:prstGeom prst="line">
              <a:avLst/>
            </a:prstGeom>
            <a:ln w="14288" cap="flat" cmpd="sng">
              <a:solidFill>
                <a:srgbClr val="000000"/>
              </a:solidFill>
              <a:prstDash val="solid"/>
              <a:headEnd type="none" w="med" len="med"/>
              <a:tailEnd type="none" w="med" len="med"/>
            </a:ln>
          </p:spPr>
        </p:sp>
      </p:grpSp>
    </p:spTree>
  </p:cSld>
  <p:clrMapOvr>
    <a:masterClrMapping/>
  </p:clrMapOvr>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69634" name="Rectangle 2"/>
          <p:cNvSpPr>
            <a:spLocks noGrp="1" noChangeArrowheads="1"/>
          </p:cNvSpPr>
          <p:nvPr>
            <p:ph idx="1"/>
          </p:nvPr>
        </p:nvSpPr>
        <p:spPr>
          <a:xfrm>
            <a:off x="273050" y="4140200"/>
            <a:ext cx="8435975" cy="2447925"/>
          </a:xfrm>
          <a:ln>
            <a:miter/>
          </a:ln>
        </p:spPr>
        <p:txBody>
          <a:bodyPr vert="horz" wrap="square" lIns="91440" tIns="45720" rIns="91440" bIns="45720" numCol="1" anchor="t" anchorCtr="0" compatLnSpc="1"/>
          <a:lstStyle/>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方式</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3</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的特点⑤ ：</a:t>
            </a:r>
            <a:endParaRPr kumimoji="1" lang="zh-CN" altLang="en-US" sz="2400" b="1" i="0" u="none" strike="noStrike" kern="1200" cap="none" spc="0" normalizeH="0" baseline="0" noProof="0" dirty="0">
              <a:ln>
                <a:noFill/>
              </a:ln>
              <a:solidFill>
                <a:srgbClr val="FF00FF"/>
              </a:solidFill>
              <a:effectLst/>
              <a:uLnTx/>
              <a:uFillTx/>
              <a:latin typeface="+mn-ea"/>
              <a:ea typeface="+mn-ea"/>
              <a:cs typeface="+mn-cs"/>
            </a:endParaRPr>
          </a:p>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在计数期间写入一个新的计数初值，</a:t>
            </a:r>
            <a:r>
              <a:rPr kumimoji="1" lang="zh-CN" altLang="en-US" sz="2400" b="1" i="0" u="none" strike="noStrike" kern="1200" cap="none" spc="0" normalizeH="0" baseline="0" noProof="0" dirty="0">
                <a:ln>
                  <a:noFill/>
                </a:ln>
                <a:solidFill>
                  <a:srgbClr val="FF0000"/>
                </a:solidFill>
                <a:effectLst/>
                <a:uLnTx/>
                <a:uFillTx/>
                <a:latin typeface="+mn-ea"/>
                <a:ea typeface="+mn-ea"/>
                <a:cs typeface="+mn-cs"/>
              </a:rPr>
              <a:t>则要到现行计数周期结束后才按新的计数初值开始计数</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。（当前计数过程不受影响）</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90115" name="Rectangle 4"/>
          <p:cNvSpPr/>
          <p:nvPr/>
        </p:nvSpPr>
        <p:spPr>
          <a:xfrm>
            <a:off x="744538" y="1268413"/>
            <a:ext cx="34607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CLK</a:t>
            </a:r>
            <a:endParaRPr lang="en-US" altLang="zh-CN" sz="1800" b="0" dirty="0">
              <a:solidFill>
                <a:schemeClr val="tx1"/>
              </a:solidFill>
              <a:latin typeface="Arial" panose="020B0604020202020204" pitchFamily="34" charset="0"/>
            </a:endParaRPr>
          </a:p>
        </p:txBody>
      </p:sp>
      <p:sp>
        <p:nvSpPr>
          <p:cNvPr id="90116" name="Rectangle 5"/>
          <p:cNvSpPr/>
          <p:nvPr/>
        </p:nvSpPr>
        <p:spPr>
          <a:xfrm>
            <a:off x="787400" y="1566863"/>
            <a:ext cx="296863"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90117" name="Rectangle 6"/>
          <p:cNvSpPr/>
          <p:nvPr/>
        </p:nvSpPr>
        <p:spPr>
          <a:xfrm>
            <a:off x="554038" y="1865313"/>
            <a:ext cx="484187"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90118" name="Rectangle 7"/>
          <p:cNvSpPr/>
          <p:nvPr/>
        </p:nvSpPr>
        <p:spPr>
          <a:xfrm>
            <a:off x="1212850" y="2825750"/>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90119" name="Rectangle 8"/>
          <p:cNvSpPr/>
          <p:nvPr/>
        </p:nvSpPr>
        <p:spPr>
          <a:xfrm>
            <a:off x="927100" y="3141663"/>
            <a:ext cx="290513"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a:t>
            </a:r>
            <a:endParaRPr lang="en-US" altLang="zh-CN" sz="1800" b="0" dirty="0">
              <a:solidFill>
                <a:schemeClr val="tx1"/>
              </a:solidFill>
              <a:latin typeface="Arial" panose="020B0604020202020204" pitchFamily="34" charset="0"/>
            </a:endParaRPr>
          </a:p>
        </p:txBody>
      </p:sp>
      <p:sp>
        <p:nvSpPr>
          <p:cNvPr id="90120" name="Rectangle 9"/>
          <p:cNvSpPr/>
          <p:nvPr/>
        </p:nvSpPr>
        <p:spPr>
          <a:xfrm>
            <a:off x="1209675" y="3148013"/>
            <a:ext cx="3556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奇数</a:t>
            </a:r>
            <a:endParaRPr lang="zh-CN" altLang="en-US" sz="1800" b="0" dirty="0">
              <a:solidFill>
                <a:schemeClr val="tx1"/>
              </a:solidFill>
              <a:latin typeface="Arial" panose="020B0604020202020204" pitchFamily="34" charset="0"/>
            </a:endParaRPr>
          </a:p>
        </p:txBody>
      </p:sp>
      <p:sp>
        <p:nvSpPr>
          <p:cNvPr id="90121" name="Rectangle 10"/>
          <p:cNvSpPr/>
          <p:nvPr/>
        </p:nvSpPr>
        <p:spPr>
          <a:xfrm>
            <a:off x="1552575" y="3141663"/>
            <a:ext cx="58738"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a:t>
            </a:r>
            <a:endParaRPr lang="en-US" altLang="zh-CN" sz="1800" b="0" dirty="0">
              <a:solidFill>
                <a:schemeClr val="tx1"/>
              </a:solidFill>
              <a:latin typeface="Arial" panose="020B0604020202020204" pitchFamily="34" charset="0"/>
            </a:endParaRPr>
          </a:p>
        </p:txBody>
      </p:sp>
      <p:sp>
        <p:nvSpPr>
          <p:cNvPr id="90122" name="Rectangle 11"/>
          <p:cNvSpPr/>
          <p:nvPr/>
        </p:nvSpPr>
        <p:spPr>
          <a:xfrm>
            <a:off x="1152525" y="3451225"/>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90123" name="Line 14"/>
          <p:cNvSpPr/>
          <p:nvPr/>
        </p:nvSpPr>
        <p:spPr>
          <a:xfrm>
            <a:off x="823913" y="1566863"/>
            <a:ext cx="215900" cy="1587"/>
          </a:xfrm>
          <a:prstGeom prst="line">
            <a:avLst/>
          </a:prstGeom>
          <a:ln w="14288" cap="flat" cmpd="sng">
            <a:solidFill>
              <a:srgbClr val="000000"/>
            </a:solidFill>
            <a:prstDash val="solid"/>
            <a:headEnd type="none" w="med" len="med"/>
            <a:tailEnd type="none" w="med" len="med"/>
          </a:ln>
        </p:spPr>
      </p:sp>
      <p:sp>
        <p:nvSpPr>
          <p:cNvPr id="90124" name="Rectangle 15"/>
          <p:cNvSpPr/>
          <p:nvPr/>
        </p:nvSpPr>
        <p:spPr>
          <a:xfrm>
            <a:off x="1184275" y="1957388"/>
            <a:ext cx="1003300" cy="4762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0125" name="Rectangle 16"/>
          <p:cNvSpPr/>
          <p:nvPr/>
        </p:nvSpPr>
        <p:spPr>
          <a:xfrm>
            <a:off x="1187450" y="2060575"/>
            <a:ext cx="5334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高电平</a:t>
            </a:r>
            <a:endParaRPr lang="zh-CN" altLang="en-US" sz="1800" b="0" dirty="0">
              <a:solidFill>
                <a:schemeClr val="tx1"/>
              </a:solidFill>
              <a:latin typeface="Arial" panose="020B0604020202020204" pitchFamily="34" charset="0"/>
            </a:endParaRPr>
          </a:p>
        </p:txBody>
      </p:sp>
      <p:sp>
        <p:nvSpPr>
          <p:cNvPr id="90126" name="Rectangle 17"/>
          <p:cNvSpPr/>
          <p:nvPr/>
        </p:nvSpPr>
        <p:spPr>
          <a:xfrm>
            <a:off x="2420938" y="262572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90127" name="Rectangle 20"/>
          <p:cNvSpPr/>
          <p:nvPr/>
        </p:nvSpPr>
        <p:spPr>
          <a:xfrm>
            <a:off x="3635375" y="29845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5</a:t>
            </a:r>
            <a:endParaRPr lang="en-US" altLang="zh-CN" sz="1800" b="0" dirty="0">
              <a:solidFill>
                <a:schemeClr val="tx1"/>
              </a:solidFill>
              <a:latin typeface="Arial" panose="020B0604020202020204" pitchFamily="34" charset="0"/>
            </a:endParaRPr>
          </a:p>
        </p:txBody>
      </p:sp>
      <p:sp>
        <p:nvSpPr>
          <p:cNvPr id="90128" name="Rectangle 21"/>
          <p:cNvSpPr/>
          <p:nvPr/>
        </p:nvSpPr>
        <p:spPr>
          <a:xfrm>
            <a:off x="4237038" y="29845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90129" name="Rectangle 22"/>
          <p:cNvSpPr/>
          <p:nvPr/>
        </p:nvSpPr>
        <p:spPr>
          <a:xfrm>
            <a:off x="4837113" y="29845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90130" name="Rectangle 23"/>
          <p:cNvSpPr/>
          <p:nvPr/>
        </p:nvSpPr>
        <p:spPr>
          <a:xfrm>
            <a:off x="6591300" y="3241675"/>
            <a:ext cx="1506538" cy="476250"/>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0131" name="Rectangle 24"/>
          <p:cNvSpPr/>
          <p:nvPr/>
        </p:nvSpPr>
        <p:spPr>
          <a:xfrm>
            <a:off x="6735763" y="3416300"/>
            <a:ext cx="10668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自动重复计数</a:t>
            </a:r>
            <a:endParaRPr lang="zh-CN" altLang="en-US" sz="1800" b="0" dirty="0">
              <a:solidFill>
                <a:schemeClr val="tx1"/>
              </a:solidFill>
              <a:latin typeface="Arial" panose="020B0604020202020204" pitchFamily="34" charset="0"/>
            </a:endParaRPr>
          </a:p>
        </p:txBody>
      </p:sp>
      <p:sp>
        <p:nvSpPr>
          <p:cNvPr id="90132" name="Rectangle 26"/>
          <p:cNvSpPr/>
          <p:nvPr/>
        </p:nvSpPr>
        <p:spPr>
          <a:xfrm>
            <a:off x="5438775" y="2973388"/>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90133" name="Rectangle 27"/>
          <p:cNvSpPr/>
          <p:nvPr/>
        </p:nvSpPr>
        <p:spPr>
          <a:xfrm>
            <a:off x="5986463" y="300037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90134" name="Rectangle 28"/>
          <p:cNvSpPr/>
          <p:nvPr/>
        </p:nvSpPr>
        <p:spPr>
          <a:xfrm>
            <a:off x="6759575" y="2986088"/>
            <a:ext cx="128588"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a:t>
            </a:r>
            <a:endParaRPr lang="en-US" altLang="zh-CN" sz="1800" b="0" dirty="0">
              <a:solidFill>
                <a:schemeClr val="tx1"/>
              </a:solidFill>
              <a:latin typeface="Arial" panose="020B0604020202020204" pitchFamily="34" charset="0"/>
            </a:endParaRPr>
          </a:p>
        </p:txBody>
      </p:sp>
      <p:sp>
        <p:nvSpPr>
          <p:cNvPr id="90135" name="Rectangle 32"/>
          <p:cNvSpPr/>
          <p:nvPr/>
        </p:nvSpPr>
        <p:spPr>
          <a:xfrm>
            <a:off x="7329488" y="2973388"/>
            <a:ext cx="2857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N-1</a:t>
            </a:r>
            <a:endParaRPr lang="en-US" altLang="zh-CN" sz="1800" b="0" dirty="0">
              <a:solidFill>
                <a:schemeClr val="tx1"/>
              </a:solidFill>
              <a:latin typeface="Arial" panose="020B0604020202020204" pitchFamily="34" charset="0"/>
            </a:endParaRPr>
          </a:p>
        </p:txBody>
      </p:sp>
      <p:sp>
        <p:nvSpPr>
          <p:cNvPr id="90136" name="Rectangle 33"/>
          <p:cNvSpPr/>
          <p:nvPr/>
        </p:nvSpPr>
        <p:spPr>
          <a:xfrm>
            <a:off x="7870825" y="2973388"/>
            <a:ext cx="2857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N-2</a:t>
            </a:r>
            <a:endParaRPr lang="en-US" altLang="zh-CN" sz="1800" b="0" dirty="0">
              <a:solidFill>
                <a:schemeClr val="tx1"/>
              </a:solidFill>
              <a:latin typeface="Arial" panose="020B0604020202020204" pitchFamily="34" charset="0"/>
            </a:endParaRPr>
          </a:p>
        </p:txBody>
      </p:sp>
      <p:sp>
        <p:nvSpPr>
          <p:cNvPr id="90137" name="Line 34"/>
          <p:cNvSpPr/>
          <p:nvPr/>
        </p:nvSpPr>
        <p:spPr>
          <a:xfrm>
            <a:off x="1716088" y="2963863"/>
            <a:ext cx="3608387" cy="1587"/>
          </a:xfrm>
          <a:prstGeom prst="line">
            <a:avLst/>
          </a:prstGeom>
          <a:ln w="14288" cap="flat" cmpd="sng">
            <a:solidFill>
              <a:srgbClr val="000000"/>
            </a:solidFill>
            <a:prstDash val="solid"/>
            <a:headEnd type="none" w="med" len="med"/>
            <a:tailEnd type="none" w="med" len="med"/>
          </a:ln>
        </p:spPr>
      </p:sp>
      <p:grpSp>
        <p:nvGrpSpPr>
          <p:cNvPr id="90138" name="Group 35"/>
          <p:cNvGrpSpPr/>
          <p:nvPr/>
        </p:nvGrpSpPr>
        <p:grpSpPr>
          <a:xfrm>
            <a:off x="1708150" y="3271838"/>
            <a:ext cx="614363" cy="14287"/>
            <a:chOff x="965" y="2309"/>
            <a:chExt cx="387" cy="9"/>
          </a:xfrm>
        </p:grpSpPr>
        <p:sp>
          <p:nvSpPr>
            <p:cNvPr id="90241" name="Freeform 36"/>
            <p:cNvSpPr/>
            <p:nvPr/>
          </p:nvSpPr>
          <p:spPr>
            <a:xfrm>
              <a:off x="965" y="2309"/>
              <a:ext cx="44" cy="9"/>
            </a:xfrm>
            <a:custGeom>
              <a:avLst/>
              <a:gdLst/>
              <a:ahLst/>
              <a:cxnLst>
                <a:cxn ang="0">
                  <a:pos x="6" y="0"/>
                </a:cxn>
                <a:cxn ang="0">
                  <a:pos x="5" y="0"/>
                </a:cxn>
                <a:cxn ang="0">
                  <a:pos x="3" y="1"/>
                </a:cxn>
                <a:cxn ang="0">
                  <a:pos x="2" y="3"/>
                </a:cxn>
                <a:cxn ang="0">
                  <a:pos x="0" y="4"/>
                </a:cxn>
                <a:cxn ang="0">
                  <a:pos x="2" y="6"/>
                </a:cxn>
                <a:cxn ang="0">
                  <a:pos x="3" y="7"/>
                </a:cxn>
                <a:cxn ang="0">
                  <a:pos x="5" y="9"/>
                </a:cxn>
                <a:cxn ang="0">
                  <a:pos x="38" y="9"/>
                </a:cxn>
                <a:cxn ang="0">
                  <a:pos x="39" y="9"/>
                </a:cxn>
                <a:cxn ang="0">
                  <a:pos x="41" y="9"/>
                </a:cxn>
                <a:cxn ang="0">
                  <a:pos x="42" y="7"/>
                </a:cxn>
                <a:cxn ang="0">
                  <a:pos x="44" y="6"/>
                </a:cxn>
                <a:cxn ang="0">
                  <a:pos x="44" y="4"/>
                </a:cxn>
                <a:cxn ang="0">
                  <a:pos x="42" y="3"/>
                </a:cxn>
                <a:cxn ang="0">
                  <a:pos x="41" y="1"/>
                </a:cxn>
                <a:cxn ang="0">
                  <a:pos x="39" y="0"/>
                </a:cxn>
                <a:cxn ang="0">
                  <a:pos x="6" y="0"/>
                </a:cxn>
              </a:cxnLst>
              <a:pathLst>
                <a:path w="44" h="9">
                  <a:moveTo>
                    <a:pt x="6" y="0"/>
                  </a:moveTo>
                  <a:lnTo>
                    <a:pt x="5" y="0"/>
                  </a:lnTo>
                  <a:lnTo>
                    <a:pt x="3" y="1"/>
                  </a:lnTo>
                  <a:lnTo>
                    <a:pt x="2" y="3"/>
                  </a:lnTo>
                  <a:lnTo>
                    <a:pt x="0" y="4"/>
                  </a:lnTo>
                  <a:lnTo>
                    <a:pt x="2" y="6"/>
                  </a:lnTo>
                  <a:lnTo>
                    <a:pt x="3" y="7"/>
                  </a:lnTo>
                  <a:lnTo>
                    <a:pt x="5" y="9"/>
                  </a:lnTo>
                  <a:lnTo>
                    <a:pt x="38" y="9"/>
                  </a:lnTo>
                  <a:lnTo>
                    <a:pt x="39" y="9"/>
                  </a:lnTo>
                  <a:lnTo>
                    <a:pt x="41" y="9"/>
                  </a:lnTo>
                  <a:lnTo>
                    <a:pt x="42" y="7"/>
                  </a:lnTo>
                  <a:lnTo>
                    <a:pt x="44" y="6"/>
                  </a:lnTo>
                  <a:lnTo>
                    <a:pt x="44" y="4"/>
                  </a:lnTo>
                  <a:lnTo>
                    <a:pt x="42" y="3"/>
                  </a:lnTo>
                  <a:lnTo>
                    <a:pt x="41" y="1"/>
                  </a:lnTo>
                  <a:lnTo>
                    <a:pt x="39" y="0"/>
                  </a:lnTo>
                  <a:lnTo>
                    <a:pt x="6" y="0"/>
                  </a:lnTo>
                  <a:close/>
                </a:path>
              </a:pathLst>
            </a:custGeom>
            <a:solidFill>
              <a:srgbClr val="000000">
                <a:alpha val="100000"/>
              </a:srgbClr>
            </a:solidFill>
            <a:ln w="9525">
              <a:noFill/>
            </a:ln>
          </p:spPr>
          <p:txBody>
            <a:bodyPr/>
            <a:p>
              <a:endParaRPr lang="zh-CN" altLang="en-US"/>
            </a:p>
          </p:txBody>
        </p:sp>
        <p:sp>
          <p:nvSpPr>
            <p:cNvPr id="90242" name="Freeform 37"/>
            <p:cNvSpPr/>
            <p:nvPr/>
          </p:nvSpPr>
          <p:spPr>
            <a:xfrm>
              <a:off x="1026" y="2309"/>
              <a:ext cx="43"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8" y="9"/>
                </a:cxn>
                <a:cxn ang="0">
                  <a:pos x="39" y="9"/>
                </a:cxn>
                <a:cxn ang="0">
                  <a:pos x="40" y="9"/>
                </a:cxn>
                <a:cxn ang="0">
                  <a:pos x="42" y="7"/>
                </a:cxn>
                <a:cxn ang="0">
                  <a:pos x="43" y="6"/>
                </a:cxn>
                <a:cxn ang="0">
                  <a:pos x="43" y="4"/>
                </a:cxn>
                <a:cxn ang="0">
                  <a:pos x="42" y="3"/>
                </a:cxn>
                <a:cxn ang="0">
                  <a:pos x="40" y="1"/>
                </a:cxn>
                <a:cxn ang="0">
                  <a:pos x="39" y="0"/>
                </a:cxn>
                <a:cxn ang="0">
                  <a:pos x="4" y="0"/>
                </a:cxn>
              </a:cxnLst>
              <a:pathLst>
                <a:path w="43" h="9">
                  <a:moveTo>
                    <a:pt x="4" y="0"/>
                  </a:moveTo>
                  <a:lnTo>
                    <a:pt x="3" y="0"/>
                  </a:lnTo>
                  <a:lnTo>
                    <a:pt x="1" y="1"/>
                  </a:lnTo>
                  <a:lnTo>
                    <a:pt x="0" y="3"/>
                  </a:lnTo>
                  <a:lnTo>
                    <a:pt x="0" y="4"/>
                  </a:lnTo>
                  <a:lnTo>
                    <a:pt x="0" y="6"/>
                  </a:lnTo>
                  <a:lnTo>
                    <a:pt x="0" y="7"/>
                  </a:lnTo>
                  <a:lnTo>
                    <a:pt x="1" y="9"/>
                  </a:lnTo>
                  <a:lnTo>
                    <a:pt x="3" y="9"/>
                  </a:lnTo>
                  <a:lnTo>
                    <a:pt x="38" y="9"/>
                  </a:lnTo>
                  <a:lnTo>
                    <a:pt x="39" y="9"/>
                  </a:lnTo>
                  <a:lnTo>
                    <a:pt x="40" y="9"/>
                  </a:lnTo>
                  <a:lnTo>
                    <a:pt x="42" y="7"/>
                  </a:lnTo>
                  <a:lnTo>
                    <a:pt x="43" y="6"/>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90243" name="Freeform 38"/>
            <p:cNvSpPr/>
            <p:nvPr/>
          </p:nvSpPr>
          <p:spPr>
            <a:xfrm>
              <a:off x="1087" y="2309"/>
              <a:ext cx="43"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7" y="9"/>
                </a:cxn>
                <a:cxn ang="0">
                  <a:pos x="39" y="9"/>
                </a:cxn>
                <a:cxn ang="0">
                  <a:pos x="40" y="9"/>
                </a:cxn>
                <a:cxn ang="0">
                  <a:pos x="41" y="7"/>
                </a:cxn>
                <a:cxn ang="0">
                  <a:pos x="43" y="6"/>
                </a:cxn>
                <a:cxn ang="0">
                  <a:pos x="43" y="4"/>
                </a:cxn>
                <a:cxn ang="0">
                  <a:pos x="41" y="3"/>
                </a:cxn>
                <a:cxn ang="0">
                  <a:pos x="40" y="1"/>
                </a:cxn>
                <a:cxn ang="0">
                  <a:pos x="39" y="0"/>
                </a:cxn>
                <a:cxn ang="0">
                  <a:pos x="4" y="0"/>
                </a:cxn>
              </a:cxnLst>
              <a:pathLst>
                <a:path w="43" h="9">
                  <a:moveTo>
                    <a:pt x="4" y="0"/>
                  </a:moveTo>
                  <a:lnTo>
                    <a:pt x="3" y="0"/>
                  </a:lnTo>
                  <a:lnTo>
                    <a:pt x="1" y="1"/>
                  </a:lnTo>
                  <a:lnTo>
                    <a:pt x="0" y="3"/>
                  </a:lnTo>
                  <a:lnTo>
                    <a:pt x="0" y="4"/>
                  </a:lnTo>
                  <a:lnTo>
                    <a:pt x="0" y="6"/>
                  </a:lnTo>
                  <a:lnTo>
                    <a:pt x="0" y="7"/>
                  </a:lnTo>
                  <a:lnTo>
                    <a:pt x="1" y="9"/>
                  </a:lnTo>
                  <a:lnTo>
                    <a:pt x="3" y="9"/>
                  </a:lnTo>
                  <a:lnTo>
                    <a:pt x="37" y="9"/>
                  </a:lnTo>
                  <a:lnTo>
                    <a:pt x="39" y="9"/>
                  </a:lnTo>
                  <a:lnTo>
                    <a:pt x="40" y="9"/>
                  </a:lnTo>
                  <a:lnTo>
                    <a:pt x="41" y="7"/>
                  </a:lnTo>
                  <a:lnTo>
                    <a:pt x="43" y="6"/>
                  </a:lnTo>
                  <a:lnTo>
                    <a:pt x="43" y="4"/>
                  </a:lnTo>
                  <a:lnTo>
                    <a:pt x="41"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90244" name="Freeform 39"/>
            <p:cNvSpPr/>
            <p:nvPr/>
          </p:nvSpPr>
          <p:spPr>
            <a:xfrm>
              <a:off x="1147" y="2309"/>
              <a:ext cx="44" cy="9"/>
            </a:xfrm>
            <a:custGeom>
              <a:avLst/>
              <a:gdLst/>
              <a:ahLst/>
              <a:cxnLst>
                <a:cxn ang="0">
                  <a:pos x="5" y="0"/>
                </a:cxn>
                <a:cxn ang="0">
                  <a:pos x="3" y="0"/>
                </a:cxn>
                <a:cxn ang="0">
                  <a:pos x="2" y="1"/>
                </a:cxn>
                <a:cxn ang="0">
                  <a:pos x="0" y="3"/>
                </a:cxn>
                <a:cxn ang="0">
                  <a:pos x="0" y="4"/>
                </a:cxn>
                <a:cxn ang="0">
                  <a:pos x="0" y="6"/>
                </a:cxn>
                <a:cxn ang="0">
                  <a:pos x="0" y="7"/>
                </a:cxn>
                <a:cxn ang="0">
                  <a:pos x="2" y="9"/>
                </a:cxn>
                <a:cxn ang="0">
                  <a:pos x="3" y="9"/>
                </a:cxn>
                <a:cxn ang="0">
                  <a:pos x="38" y="9"/>
                </a:cxn>
                <a:cxn ang="0">
                  <a:pos x="39" y="9"/>
                </a:cxn>
                <a:cxn ang="0">
                  <a:pos x="41" y="9"/>
                </a:cxn>
                <a:cxn ang="0">
                  <a:pos x="42" y="7"/>
                </a:cxn>
                <a:cxn ang="0">
                  <a:pos x="44" y="6"/>
                </a:cxn>
                <a:cxn ang="0">
                  <a:pos x="44" y="4"/>
                </a:cxn>
                <a:cxn ang="0">
                  <a:pos x="42" y="3"/>
                </a:cxn>
                <a:cxn ang="0">
                  <a:pos x="41" y="1"/>
                </a:cxn>
                <a:cxn ang="0">
                  <a:pos x="39" y="0"/>
                </a:cxn>
                <a:cxn ang="0">
                  <a:pos x="5" y="0"/>
                </a:cxn>
              </a:cxnLst>
              <a:pathLst>
                <a:path w="44" h="9">
                  <a:moveTo>
                    <a:pt x="5" y="0"/>
                  </a:moveTo>
                  <a:lnTo>
                    <a:pt x="3" y="0"/>
                  </a:lnTo>
                  <a:lnTo>
                    <a:pt x="2" y="1"/>
                  </a:lnTo>
                  <a:lnTo>
                    <a:pt x="0" y="3"/>
                  </a:lnTo>
                  <a:lnTo>
                    <a:pt x="0" y="4"/>
                  </a:lnTo>
                  <a:lnTo>
                    <a:pt x="0" y="6"/>
                  </a:lnTo>
                  <a:lnTo>
                    <a:pt x="0" y="7"/>
                  </a:lnTo>
                  <a:lnTo>
                    <a:pt x="2" y="9"/>
                  </a:lnTo>
                  <a:lnTo>
                    <a:pt x="3" y="9"/>
                  </a:lnTo>
                  <a:lnTo>
                    <a:pt x="38" y="9"/>
                  </a:lnTo>
                  <a:lnTo>
                    <a:pt x="39" y="9"/>
                  </a:lnTo>
                  <a:lnTo>
                    <a:pt x="41" y="9"/>
                  </a:lnTo>
                  <a:lnTo>
                    <a:pt x="42" y="7"/>
                  </a:lnTo>
                  <a:lnTo>
                    <a:pt x="44" y="6"/>
                  </a:lnTo>
                  <a:lnTo>
                    <a:pt x="44" y="4"/>
                  </a:lnTo>
                  <a:lnTo>
                    <a:pt x="42" y="3"/>
                  </a:lnTo>
                  <a:lnTo>
                    <a:pt x="41" y="1"/>
                  </a:lnTo>
                  <a:lnTo>
                    <a:pt x="39" y="0"/>
                  </a:lnTo>
                  <a:lnTo>
                    <a:pt x="5" y="0"/>
                  </a:lnTo>
                  <a:close/>
                </a:path>
              </a:pathLst>
            </a:custGeom>
            <a:solidFill>
              <a:srgbClr val="000000">
                <a:alpha val="100000"/>
              </a:srgbClr>
            </a:solidFill>
            <a:ln w="9525">
              <a:noFill/>
            </a:ln>
          </p:spPr>
          <p:txBody>
            <a:bodyPr/>
            <a:p>
              <a:endParaRPr lang="zh-CN" altLang="en-US"/>
            </a:p>
          </p:txBody>
        </p:sp>
        <p:sp>
          <p:nvSpPr>
            <p:cNvPr id="90245" name="Freeform 40"/>
            <p:cNvSpPr/>
            <p:nvPr/>
          </p:nvSpPr>
          <p:spPr>
            <a:xfrm>
              <a:off x="1208" y="2309"/>
              <a:ext cx="43"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7" y="9"/>
                </a:cxn>
                <a:cxn ang="0">
                  <a:pos x="39" y="9"/>
                </a:cxn>
                <a:cxn ang="0">
                  <a:pos x="40" y="9"/>
                </a:cxn>
                <a:cxn ang="0">
                  <a:pos x="42" y="7"/>
                </a:cxn>
                <a:cxn ang="0">
                  <a:pos x="43" y="6"/>
                </a:cxn>
                <a:cxn ang="0">
                  <a:pos x="43" y="4"/>
                </a:cxn>
                <a:cxn ang="0">
                  <a:pos x="42" y="3"/>
                </a:cxn>
                <a:cxn ang="0">
                  <a:pos x="40" y="1"/>
                </a:cxn>
                <a:cxn ang="0">
                  <a:pos x="39" y="0"/>
                </a:cxn>
                <a:cxn ang="0">
                  <a:pos x="4" y="0"/>
                </a:cxn>
              </a:cxnLst>
              <a:pathLst>
                <a:path w="43" h="9">
                  <a:moveTo>
                    <a:pt x="4" y="0"/>
                  </a:moveTo>
                  <a:lnTo>
                    <a:pt x="3" y="0"/>
                  </a:lnTo>
                  <a:lnTo>
                    <a:pt x="1" y="1"/>
                  </a:lnTo>
                  <a:lnTo>
                    <a:pt x="0" y="3"/>
                  </a:lnTo>
                  <a:lnTo>
                    <a:pt x="0" y="4"/>
                  </a:lnTo>
                  <a:lnTo>
                    <a:pt x="0" y="6"/>
                  </a:lnTo>
                  <a:lnTo>
                    <a:pt x="0" y="7"/>
                  </a:lnTo>
                  <a:lnTo>
                    <a:pt x="1" y="9"/>
                  </a:lnTo>
                  <a:lnTo>
                    <a:pt x="3" y="9"/>
                  </a:lnTo>
                  <a:lnTo>
                    <a:pt x="37" y="9"/>
                  </a:lnTo>
                  <a:lnTo>
                    <a:pt x="39" y="9"/>
                  </a:lnTo>
                  <a:lnTo>
                    <a:pt x="40" y="9"/>
                  </a:lnTo>
                  <a:lnTo>
                    <a:pt x="42" y="7"/>
                  </a:lnTo>
                  <a:lnTo>
                    <a:pt x="43" y="6"/>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90246" name="Freeform 41"/>
            <p:cNvSpPr/>
            <p:nvPr/>
          </p:nvSpPr>
          <p:spPr>
            <a:xfrm>
              <a:off x="1269" y="2309"/>
              <a:ext cx="43" cy="9"/>
            </a:xfrm>
            <a:custGeom>
              <a:avLst/>
              <a:gdLst/>
              <a:ahLst/>
              <a:cxnLst>
                <a:cxn ang="0">
                  <a:pos x="4" y="0"/>
                </a:cxn>
                <a:cxn ang="0">
                  <a:pos x="2" y="0"/>
                </a:cxn>
                <a:cxn ang="0">
                  <a:pos x="1" y="1"/>
                </a:cxn>
                <a:cxn ang="0">
                  <a:pos x="0" y="3"/>
                </a:cxn>
                <a:cxn ang="0">
                  <a:pos x="0" y="4"/>
                </a:cxn>
                <a:cxn ang="0">
                  <a:pos x="0" y="6"/>
                </a:cxn>
                <a:cxn ang="0">
                  <a:pos x="0" y="7"/>
                </a:cxn>
                <a:cxn ang="0">
                  <a:pos x="1" y="9"/>
                </a:cxn>
                <a:cxn ang="0">
                  <a:pos x="2" y="9"/>
                </a:cxn>
                <a:cxn ang="0">
                  <a:pos x="37" y="9"/>
                </a:cxn>
                <a:cxn ang="0">
                  <a:pos x="38" y="9"/>
                </a:cxn>
                <a:cxn ang="0">
                  <a:pos x="40" y="9"/>
                </a:cxn>
                <a:cxn ang="0">
                  <a:pos x="41" y="7"/>
                </a:cxn>
                <a:cxn ang="0">
                  <a:pos x="43" y="6"/>
                </a:cxn>
                <a:cxn ang="0">
                  <a:pos x="43" y="4"/>
                </a:cxn>
                <a:cxn ang="0">
                  <a:pos x="41" y="3"/>
                </a:cxn>
                <a:cxn ang="0">
                  <a:pos x="40" y="1"/>
                </a:cxn>
                <a:cxn ang="0">
                  <a:pos x="38" y="0"/>
                </a:cxn>
                <a:cxn ang="0">
                  <a:pos x="4" y="0"/>
                </a:cxn>
              </a:cxnLst>
              <a:pathLst>
                <a:path w="43" h="9">
                  <a:moveTo>
                    <a:pt x="4" y="0"/>
                  </a:moveTo>
                  <a:lnTo>
                    <a:pt x="2" y="0"/>
                  </a:lnTo>
                  <a:lnTo>
                    <a:pt x="1" y="1"/>
                  </a:lnTo>
                  <a:lnTo>
                    <a:pt x="0" y="3"/>
                  </a:lnTo>
                  <a:lnTo>
                    <a:pt x="0" y="4"/>
                  </a:lnTo>
                  <a:lnTo>
                    <a:pt x="0" y="6"/>
                  </a:lnTo>
                  <a:lnTo>
                    <a:pt x="0" y="7"/>
                  </a:lnTo>
                  <a:lnTo>
                    <a:pt x="1" y="9"/>
                  </a:lnTo>
                  <a:lnTo>
                    <a:pt x="2" y="9"/>
                  </a:lnTo>
                  <a:lnTo>
                    <a:pt x="37" y="9"/>
                  </a:lnTo>
                  <a:lnTo>
                    <a:pt x="38" y="9"/>
                  </a:lnTo>
                  <a:lnTo>
                    <a:pt x="40" y="9"/>
                  </a:lnTo>
                  <a:lnTo>
                    <a:pt x="41" y="7"/>
                  </a:lnTo>
                  <a:lnTo>
                    <a:pt x="43" y="6"/>
                  </a:lnTo>
                  <a:lnTo>
                    <a:pt x="43" y="4"/>
                  </a:lnTo>
                  <a:lnTo>
                    <a:pt x="41" y="3"/>
                  </a:lnTo>
                  <a:lnTo>
                    <a:pt x="40" y="1"/>
                  </a:lnTo>
                  <a:lnTo>
                    <a:pt x="38" y="0"/>
                  </a:lnTo>
                  <a:lnTo>
                    <a:pt x="4" y="0"/>
                  </a:lnTo>
                  <a:close/>
                </a:path>
              </a:pathLst>
            </a:custGeom>
            <a:solidFill>
              <a:srgbClr val="000000">
                <a:alpha val="100000"/>
              </a:srgbClr>
            </a:solidFill>
            <a:ln w="9525">
              <a:noFill/>
            </a:ln>
          </p:spPr>
          <p:txBody>
            <a:bodyPr/>
            <a:p>
              <a:endParaRPr lang="zh-CN" altLang="en-US"/>
            </a:p>
          </p:txBody>
        </p:sp>
        <p:sp>
          <p:nvSpPr>
            <p:cNvPr id="90247" name="Freeform 42"/>
            <p:cNvSpPr/>
            <p:nvPr/>
          </p:nvSpPr>
          <p:spPr>
            <a:xfrm>
              <a:off x="1329" y="2309"/>
              <a:ext cx="23" cy="9"/>
            </a:xfrm>
            <a:custGeom>
              <a:avLst/>
              <a:gdLst/>
              <a:ahLst/>
              <a:cxnLst>
                <a:cxn ang="0">
                  <a:pos x="4" y="0"/>
                </a:cxn>
                <a:cxn ang="0">
                  <a:pos x="3" y="0"/>
                </a:cxn>
                <a:cxn ang="0">
                  <a:pos x="2" y="1"/>
                </a:cxn>
                <a:cxn ang="0">
                  <a:pos x="0" y="3"/>
                </a:cxn>
                <a:cxn ang="0">
                  <a:pos x="0" y="4"/>
                </a:cxn>
                <a:cxn ang="0">
                  <a:pos x="0" y="6"/>
                </a:cxn>
                <a:cxn ang="0">
                  <a:pos x="0" y="7"/>
                </a:cxn>
                <a:cxn ang="0">
                  <a:pos x="2" y="9"/>
                </a:cxn>
                <a:cxn ang="0">
                  <a:pos x="3" y="9"/>
                </a:cxn>
                <a:cxn ang="0">
                  <a:pos x="19" y="9"/>
                </a:cxn>
                <a:cxn ang="0">
                  <a:pos x="20" y="7"/>
                </a:cxn>
                <a:cxn ang="0">
                  <a:pos x="22" y="6"/>
                </a:cxn>
                <a:cxn ang="0">
                  <a:pos x="23" y="4"/>
                </a:cxn>
                <a:cxn ang="0">
                  <a:pos x="22" y="3"/>
                </a:cxn>
                <a:cxn ang="0">
                  <a:pos x="20" y="1"/>
                </a:cxn>
                <a:cxn ang="0">
                  <a:pos x="20" y="0"/>
                </a:cxn>
                <a:cxn ang="0">
                  <a:pos x="4" y="0"/>
                </a:cxn>
              </a:cxnLst>
              <a:pathLst>
                <a:path w="23" h="9">
                  <a:moveTo>
                    <a:pt x="4" y="0"/>
                  </a:moveTo>
                  <a:lnTo>
                    <a:pt x="3" y="0"/>
                  </a:lnTo>
                  <a:lnTo>
                    <a:pt x="2" y="1"/>
                  </a:lnTo>
                  <a:lnTo>
                    <a:pt x="0" y="3"/>
                  </a:lnTo>
                  <a:lnTo>
                    <a:pt x="0" y="4"/>
                  </a:lnTo>
                  <a:lnTo>
                    <a:pt x="0" y="6"/>
                  </a:lnTo>
                  <a:lnTo>
                    <a:pt x="0" y="7"/>
                  </a:lnTo>
                  <a:lnTo>
                    <a:pt x="2" y="9"/>
                  </a:lnTo>
                  <a:lnTo>
                    <a:pt x="3" y="9"/>
                  </a:lnTo>
                  <a:lnTo>
                    <a:pt x="19" y="9"/>
                  </a:lnTo>
                  <a:lnTo>
                    <a:pt x="20" y="7"/>
                  </a:lnTo>
                  <a:lnTo>
                    <a:pt x="22" y="6"/>
                  </a:lnTo>
                  <a:lnTo>
                    <a:pt x="23" y="4"/>
                  </a:lnTo>
                  <a:lnTo>
                    <a:pt x="22" y="3"/>
                  </a:lnTo>
                  <a:lnTo>
                    <a:pt x="20" y="1"/>
                  </a:lnTo>
                  <a:lnTo>
                    <a:pt x="20" y="0"/>
                  </a:lnTo>
                  <a:lnTo>
                    <a:pt x="4" y="0"/>
                  </a:lnTo>
                  <a:close/>
                </a:path>
              </a:pathLst>
            </a:custGeom>
            <a:solidFill>
              <a:srgbClr val="000000">
                <a:alpha val="100000"/>
              </a:srgbClr>
            </a:solidFill>
            <a:ln w="9525">
              <a:noFill/>
            </a:ln>
          </p:spPr>
          <p:txBody>
            <a:bodyPr/>
            <a:p>
              <a:endParaRPr lang="zh-CN" altLang="en-US"/>
            </a:p>
          </p:txBody>
        </p:sp>
      </p:grpSp>
      <p:grpSp>
        <p:nvGrpSpPr>
          <p:cNvPr id="90139" name="Group 43"/>
          <p:cNvGrpSpPr/>
          <p:nvPr/>
        </p:nvGrpSpPr>
        <p:grpSpPr>
          <a:xfrm>
            <a:off x="2309813" y="2957513"/>
            <a:ext cx="114300" cy="328612"/>
            <a:chOff x="1344" y="2111"/>
            <a:chExt cx="72" cy="207"/>
          </a:xfrm>
        </p:grpSpPr>
        <p:sp>
          <p:nvSpPr>
            <p:cNvPr id="90237" name="Freeform 44"/>
            <p:cNvSpPr/>
            <p:nvPr/>
          </p:nvSpPr>
          <p:spPr>
            <a:xfrm>
              <a:off x="1344" y="2276"/>
              <a:ext cx="18" cy="42"/>
            </a:xfrm>
            <a:custGeom>
              <a:avLst/>
              <a:gdLst/>
              <a:ahLst/>
              <a:cxnLst>
                <a:cxn ang="0">
                  <a:pos x="0" y="37"/>
                </a:cxn>
                <a:cxn ang="0">
                  <a:pos x="0" y="37"/>
                </a:cxn>
                <a:cxn ang="0">
                  <a:pos x="1" y="39"/>
                </a:cxn>
                <a:cxn ang="0">
                  <a:pos x="2" y="40"/>
                </a:cxn>
                <a:cxn ang="0">
                  <a:pos x="4" y="42"/>
                </a:cxn>
                <a:cxn ang="0">
                  <a:pos x="5" y="40"/>
                </a:cxn>
                <a:cxn ang="0">
                  <a:pos x="7" y="39"/>
                </a:cxn>
                <a:cxn ang="0">
                  <a:pos x="8" y="39"/>
                </a:cxn>
                <a:cxn ang="0">
                  <a:pos x="18" y="6"/>
                </a:cxn>
                <a:cxn ang="0">
                  <a:pos x="18" y="4"/>
                </a:cxn>
                <a:cxn ang="0">
                  <a:pos x="18" y="3"/>
                </a:cxn>
                <a:cxn ang="0">
                  <a:pos x="17" y="1"/>
                </a:cxn>
                <a:cxn ang="0">
                  <a:pos x="15" y="0"/>
                </a:cxn>
                <a:cxn ang="0">
                  <a:pos x="14" y="0"/>
                </a:cxn>
                <a:cxn ang="0">
                  <a:pos x="13" y="1"/>
                </a:cxn>
                <a:cxn ang="0">
                  <a:pos x="11" y="3"/>
                </a:cxn>
                <a:cxn ang="0">
                  <a:pos x="10" y="4"/>
                </a:cxn>
                <a:cxn ang="0">
                  <a:pos x="0" y="37"/>
                </a:cxn>
              </a:cxnLst>
              <a:pathLst>
                <a:path w="18" h="42">
                  <a:moveTo>
                    <a:pt x="0" y="37"/>
                  </a:moveTo>
                  <a:lnTo>
                    <a:pt x="0" y="37"/>
                  </a:lnTo>
                  <a:lnTo>
                    <a:pt x="1" y="39"/>
                  </a:lnTo>
                  <a:lnTo>
                    <a:pt x="2" y="40"/>
                  </a:lnTo>
                  <a:lnTo>
                    <a:pt x="4" y="42"/>
                  </a:lnTo>
                  <a:lnTo>
                    <a:pt x="5" y="40"/>
                  </a:lnTo>
                  <a:lnTo>
                    <a:pt x="7" y="39"/>
                  </a:lnTo>
                  <a:lnTo>
                    <a:pt x="8" y="39"/>
                  </a:lnTo>
                  <a:lnTo>
                    <a:pt x="18" y="6"/>
                  </a:lnTo>
                  <a:lnTo>
                    <a:pt x="18" y="4"/>
                  </a:lnTo>
                  <a:lnTo>
                    <a:pt x="18" y="3"/>
                  </a:lnTo>
                  <a:lnTo>
                    <a:pt x="17" y="1"/>
                  </a:lnTo>
                  <a:lnTo>
                    <a:pt x="15" y="0"/>
                  </a:lnTo>
                  <a:lnTo>
                    <a:pt x="14" y="0"/>
                  </a:lnTo>
                  <a:lnTo>
                    <a:pt x="13" y="1"/>
                  </a:lnTo>
                  <a:lnTo>
                    <a:pt x="11" y="3"/>
                  </a:lnTo>
                  <a:lnTo>
                    <a:pt x="10" y="4"/>
                  </a:lnTo>
                  <a:lnTo>
                    <a:pt x="0" y="37"/>
                  </a:lnTo>
                  <a:close/>
                </a:path>
              </a:pathLst>
            </a:custGeom>
            <a:solidFill>
              <a:srgbClr val="000000">
                <a:alpha val="100000"/>
              </a:srgbClr>
            </a:solidFill>
            <a:ln w="9525">
              <a:noFill/>
            </a:ln>
          </p:spPr>
          <p:txBody>
            <a:bodyPr/>
            <a:p>
              <a:endParaRPr lang="zh-CN" altLang="en-US"/>
            </a:p>
          </p:txBody>
        </p:sp>
        <p:sp>
          <p:nvSpPr>
            <p:cNvPr id="90238" name="Freeform 45"/>
            <p:cNvSpPr/>
            <p:nvPr/>
          </p:nvSpPr>
          <p:spPr>
            <a:xfrm>
              <a:off x="1362" y="2218"/>
              <a:ext cx="19" cy="42"/>
            </a:xfrm>
            <a:custGeom>
              <a:avLst/>
              <a:gdLst/>
              <a:ahLst/>
              <a:cxnLst>
                <a:cxn ang="0">
                  <a:pos x="0" y="38"/>
                </a:cxn>
                <a:cxn ang="0">
                  <a:pos x="0" y="39"/>
                </a:cxn>
                <a:cxn ang="0">
                  <a:pos x="0" y="40"/>
                </a:cxn>
                <a:cxn ang="0">
                  <a:pos x="2" y="42"/>
                </a:cxn>
                <a:cxn ang="0">
                  <a:pos x="3" y="42"/>
                </a:cxn>
                <a:cxn ang="0">
                  <a:pos x="5" y="42"/>
                </a:cxn>
                <a:cxn ang="0">
                  <a:pos x="6" y="42"/>
                </a:cxn>
                <a:cxn ang="0">
                  <a:pos x="8" y="40"/>
                </a:cxn>
                <a:cxn ang="0">
                  <a:pos x="9" y="39"/>
                </a:cxn>
                <a:cxn ang="0">
                  <a:pos x="19" y="6"/>
                </a:cxn>
                <a:cxn ang="0">
                  <a:pos x="19" y="4"/>
                </a:cxn>
                <a:cxn ang="0">
                  <a:pos x="19" y="3"/>
                </a:cxn>
                <a:cxn ang="0">
                  <a:pos x="18" y="1"/>
                </a:cxn>
                <a:cxn ang="0">
                  <a:pos x="16" y="0"/>
                </a:cxn>
                <a:cxn ang="0">
                  <a:pos x="15" y="0"/>
                </a:cxn>
                <a:cxn ang="0">
                  <a:pos x="13" y="1"/>
                </a:cxn>
                <a:cxn ang="0">
                  <a:pos x="12" y="3"/>
                </a:cxn>
                <a:cxn ang="0">
                  <a:pos x="10" y="4"/>
                </a:cxn>
                <a:cxn ang="0">
                  <a:pos x="0" y="38"/>
                </a:cxn>
              </a:cxnLst>
              <a:pathLst>
                <a:path w="19" h="42">
                  <a:moveTo>
                    <a:pt x="0" y="38"/>
                  </a:moveTo>
                  <a:lnTo>
                    <a:pt x="0" y="39"/>
                  </a:lnTo>
                  <a:lnTo>
                    <a:pt x="0" y="40"/>
                  </a:lnTo>
                  <a:lnTo>
                    <a:pt x="2" y="42"/>
                  </a:lnTo>
                  <a:lnTo>
                    <a:pt x="3" y="42"/>
                  </a:lnTo>
                  <a:lnTo>
                    <a:pt x="5" y="42"/>
                  </a:lnTo>
                  <a:lnTo>
                    <a:pt x="6" y="42"/>
                  </a:lnTo>
                  <a:lnTo>
                    <a:pt x="8" y="40"/>
                  </a:lnTo>
                  <a:lnTo>
                    <a:pt x="9" y="39"/>
                  </a:lnTo>
                  <a:lnTo>
                    <a:pt x="19" y="6"/>
                  </a:lnTo>
                  <a:lnTo>
                    <a:pt x="19" y="4"/>
                  </a:lnTo>
                  <a:lnTo>
                    <a:pt x="19" y="3"/>
                  </a:lnTo>
                  <a:lnTo>
                    <a:pt x="18" y="1"/>
                  </a:lnTo>
                  <a:lnTo>
                    <a:pt x="16" y="0"/>
                  </a:lnTo>
                  <a:lnTo>
                    <a:pt x="15" y="0"/>
                  </a:lnTo>
                  <a:lnTo>
                    <a:pt x="13" y="1"/>
                  </a:lnTo>
                  <a:lnTo>
                    <a:pt x="12" y="3"/>
                  </a:lnTo>
                  <a:lnTo>
                    <a:pt x="10" y="4"/>
                  </a:lnTo>
                  <a:lnTo>
                    <a:pt x="0" y="38"/>
                  </a:lnTo>
                  <a:close/>
                </a:path>
              </a:pathLst>
            </a:custGeom>
            <a:solidFill>
              <a:srgbClr val="000000">
                <a:alpha val="100000"/>
              </a:srgbClr>
            </a:solidFill>
            <a:ln w="9525">
              <a:noFill/>
            </a:ln>
          </p:spPr>
          <p:txBody>
            <a:bodyPr/>
            <a:p>
              <a:endParaRPr lang="zh-CN" altLang="en-US"/>
            </a:p>
          </p:txBody>
        </p:sp>
        <p:sp>
          <p:nvSpPr>
            <p:cNvPr id="90239" name="Freeform 46"/>
            <p:cNvSpPr/>
            <p:nvPr/>
          </p:nvSpPr>
          <p:spPr>
            <a:xfrm>
              <a:off x="1381" y="2160"/>
              <a:ext cx="19" cy="42"/>
            </a:xfrm>
            <a:custGeom>
              <a:avLst/>
              <a:gdLst/>
              <a:ahLst/>
              <a:cxnLst>
                <a:cxn ang="0">
                  <a:pos x="0" y="38"/>
                </a:cxn>
                <a:cxn ang="0">
                  <a:pos x="0" y="39"/>
                </a:cxn>
                <a:cxn ang="0">
                  <a:pos x="0" y="41"/>
                </a:cxn>
                <a:cxn ang="0">
                  <a:pos x="2" y="42"/>
                </a:cxn>
                <a:cxn ang="0">
                  <a:pos x="3" y="42"/>
                </a:cxn>
                <a:cxn ang="0">
                  <a:pos x="4" y="42"/>
                </a:cxn>
                <a:cxn ang="0">
                  <a:pos x="6" y="42"/>
                </a:cxn>
                <a:cxn ang="0">
                  <a:pos x="7" y="41"/>
                </a:cxn>
                <a:cxn ang="0">
                  <a:pos x="9" y="39"/>
                </a:cxn>
                <a:cxn ang="0">
                  <a:pos x="19" y="6"/>
                </a:cxn>
                <a:cxn ang="0">
                  <a:pos x="19" y="4"/>
                </a:cxn>
                <a:cxn ang="0">
                  <a:pos x="19" y="3"/>
                </a:cxn>
                <a:cxn ang="0">
                  <a:pos x="17" y="2"/>
                </a:cxn>
                <a:cxn ang="0">
                  <a:pos x="16" y="0"/>
                </a:cxn>
                <a:cxn ang="0">
                  <a:pos x="15" y="0"/>
                </a:cxn>
                <a:cxn ang="0">
                  <a:pos x="13" y="2"/>
                </a:cxn>
                <a:cxn ang="0">
                  <a:pos x="12" y="3"/>
                </a:cxn>
                <a:cxn ang="0">
                  <a:pos x="10" y="4"/>
                </a:cxn>
                <a:cxn ang="0">
                  <a:pos x="0" y="38"/>
                </a:cxn>
              </a:cxnLst>
              <a:pathLst>
                <a:path w="19" h="42">
                  <a:moveTo>
                    <a:pt x="0" y="38"/>
                  </a:moveTo>
                  <a:lnTo>
                    <a:pt x="0" y="39"/>
                  </a:lnTo>
                  <a:lnTo>
                    <a:pt x="0" y="41"/>
                  </a:lnTo>
                  <a:lnTo>
                    <a:pt x="2" y="42"/>
                  </a:lnTo>
                  <a:lnTo>
                    <a:pt x="3" y="42"/>
                  </a:lnTo>
                  <a:lnTo>
                    <a:pt x="4" y="42"/>
                  </a:lnTo>
                  <a:lnTo>
                    <a:pt x="6" y="42"/>
                  </a:lnTo>
                  <a:lnTo>
                    <a:pt x="7" y="41"/>
                  </a:lnTo>
                  <a:lnTo>
                    <a:pt x="9" y="39"/>
                  </a:lnTo>
                  <a:lnTo>
                    <a:pt x="19" y="6"/>
                  </a:lnTo>
                  <a:lnTo>
                    <a:pt x="19" y="4"/>
                  </a:lnTo>
                  <a:lnTo>
                    <a:pt x="19" y="3"/>
                  </a:lnTo>
                  <a:lnTo>
                    <a:pt x="17" y="2"/>
                  </a:lnTo>
                  <a:lnTo>
                    <a:pt x="16" y="0"/>
                  </a:lnTo>
                  <a:lnTo>
                    <a:pt x="15" y="0"/>
                  </a:lnTo>
                  <a:lnTo>
                    <a:pt x="13" y="2"/>
                  </a:lnTo>
                  <a:lnTo>
                    <a:pt x="12" y="3"/>
                  </a:lnTo>
                  <a:lnTo>
                    <a:pt x="10" y="4"/>
                  </a:lnTo>
                  <a:lnTo>
                    <a:pt x="0" y="38"/>
                  </a:lnTo>
                  <a:close/>
                </a:path>
              </a:pathLst>
            </a:custGeom>
            <a:solidFill>
              <a:srgbClr val="000000">
                <a:alpha val="100000"/>
              </a:srgbClr>
            </a:solidFill>
            <a:ln w="9525">
              <a:noFill/>
            </a:ln>
          </p:spPr>
          <p:txBody>
            <a:bodyPr/>
            <a:p>
              <a:endParaRPr lang="zh-CN" altLang="en-US"/>
            </a:p>
          </p:txBody>
        </p:sp>
        <p:sp>
          <p:nvSpPr>
            <p:cNvPr id="90240" name="Freeform 47"/>
            <p:cNvSpPr/>
            <p:nvPr/>
          </p:nvSpPr>
          <p:spPr>
            <a:xfrm>
              <a:off x="1400" y="2111"/>
              <a:ext cx="16" cy="33"/>
            </a:xfrm>
            <a:custGeom>
              <a:avLst/>
              <a:gdLst/>
              <a:ahLst/>
              <a:cxnLst>
                <a:cxn ang="0">
                  <a:pos x="0" y="29"/>
                </a:cxn>
                <a:cxn ang="0">
                  <a:pos x="0" y="30"/>
                </a:cxn>
                <a:cxn ang="0">
                  <a:pos x="0" y="32"/>
                </a:cxn>
                <a:cxn ang="0">
                  <a:pos x="1" y="33"/>
                </a:cxn>
                <a:cxn ang="0">
                  <a:pos x="3" y="33"/>
                </a:cxn>
                <a:cxn ang="0">
                  <a:pos x="4" y="33"/>
                </a:cxn>
                <a:cxn ang="0">
                  <a:pos x="6" y="33"/>
                </a:cxn>
                <a:cxn ang="0">
                  <a:pos x="7" y="32"/>
                </a:cxn>
                <a:cxn ang="0">
                  <a:pos x="9" y="30"/>
                </a:cxn>
                <a:cxn ang="0">
                  <a:pos x="16" y="6"/>
                </a:cxn>
                <a:cxn ang="0">
                  <a:pos x="16" y="4"/>
                </a:cxn>
                <a:cxn ang="0">
                  <a:pos x="14" y="3"/>
                </a:cxn>
                <a:cxn ang="0">
                  <a:pos x="13" y="1"/>
                </a:cxn>
                <a:cxn ang="0">
                  <a:pos x="11" y="0"/>
                </a:cxn>
                <a:cxn ang="0">
                  <a:pos x="10" y="1"/>
                </a:cxn>
                <a:cxn ang="0">
                  <a:pos x="9" y="3"/>
                </a:cxn>
                <a:cxn ang="0">
                  <a:pos x="7" y="4"/>
                </a:cxn>
                <a:cxn ang="0">
                  <a:pos x="0" y="29"/>
                </a:cxn>
              </a:cxnLst>
              <a:pathLst>
                <a:path w="16" h="33">
                  <a:moveTo>
                    <a:pt x="0" y="29"/>
                  </a:moveTo>
                  <a:lnTo>
                    <a:pt x="0" y="30"/>
                  </a:lnTo>
                  <a:lnTo>
                    <a:pt x="0" y="32"/>
                  </a:lnTo>
                  <a:lnTo>
                    <a:pt x="1" y="33"/>
                  </a:lnTo>
                  <a:lnTo>
                    <a:pt x="3" y="33"/>
                  </a:lnTo>
                  <a:lnTo>
                    <a:pt x="4" y="33"/>
                  </a:lnTo>
                  <a:lnTo>
                    <a:pt x="6" y="33"/>
                  </a:lnTo>
                  <a:lnTo>
                    <a:pt x="7" y="32"/>
                  </a:lnTo>
                  <a:lnTo>
                    <a:pt x="9" y="30"/>
                  </a:lnTo>
                  <a:lnTo>
                    <a:pt x="16" y="6"/>
                  </a:lnTo>
                  <a:lnTo>
                    <a:pt x="16" y="4"/>
                  </a:lnTo>
                  <a:lnTo>
                    <a:pt x="14" y="3"/>
                  </a:lnTo>
                  <a:lnTo>
                    <a:pt x="13" y="1"/>
                  </a:lnTo>
                  <a:lnTo>
                    <a:pt x="11" y="0"/>
                  </a:lnTo>
                  <a:lnTo>
                    <a:pt x="10" y="1"/>
                  </a:lnTo>
                  <a:lnTo>
                    <a:pt x="9" y="3"/>
                  </a:lnTo>
                  <a:lnTo>
                    <a:pt x="7" y="4"/>
                  </a:lnTo>
                  <a:lnTo>
                    <a:pt x="0" y="29"/>
                  </a:lnTo>
                  <a:close/>
                </a:path>
              </a:pathLst>
            </a:custGeom>
            <a:solidFill>
              <a:srgbClr val="000000">
                <a:alpha val="100000"/>
              </a:srgbClr>
            </a:solidFill>
            <a:ln w="9525">
              <a:noFill/>
            </a:ln>
          </p:spPr>
          <p:txBody>
            <a:bodyPr/>
            <a:p>
              <a:endParaRPr lang="zh-CN" altLang="en-US"/>
            </a:p>
          </p:txBody>
        </p:sp>
      </p:grpSp>
      <p:sp>
        <p:nvSpPr>
          <p:cNvPr id="90140" name="Line 49"/>
          <p:cNvSpPr/>
          <p:nvPr/>
        </p:nvSpPr>
        <p:spPr>
          <a:xfrm>
            <a:off x="5324475" y="2963863"/>
            <a:ext cx="98425" cy="314325"/>
          </a:xfrm>
          <a:prstGeom prst="line">
            <a:avLst/>
          </a:prstGeom>
          <a:ln w="14288" cap="flat" cmpd="sng">
            <a:solidFill>
              <a:srgbClr val="000000"/>
            </a:solidFill>
            <a:prstDash val="solid"/>
            <a:headEnd type="none" w="med" len="med"/>
            <a:tailEnd type="none" w="med" len="med"/>
          </a:ln>
        </p:spPr>
      </p:sp>
      <p:sp>
        <p:nvSpPr>
          <p:cNvPr id="90141" name="Line 50"/>
          <p:cNvSpPr/>
          <p:nvPr/>
        </p:nvSpPr>
        <p:spPr>
          <a:xfrm>
            <a:off x="5432425" y="3267075"/>
            <a:ext cx="1117600" cy="1588"/>
          </a:xfrm>
          <a:prstGeom prst="line">
            <a:avLst/>
          </a:prstGeom>
          <a:ln w="14288" cap="flat" cmpd="sng">
            <a:solidFill>
              <a:srgbClr val="000000"/>
            </a:solidFill>
            <a:prstDash val="solid"/>
            <a:headEnd type="none" w="med" len="med"/>
            <a:tailEnd type="none" w="med" len="med"/>
          </a:ln>
        </p:spPr>
      </p:sp>
      <p:sp>
        <p:nvSpPr>
          <p:cNvPr id="90142" name="Line 51"/>
          <p:cNvSpPr/>
          <p:nvPr/>
        </p:nvSpPr>
        <p:spPr>
          <a:xfrm flipV="1">
            <a:off x="6529388" y="2963863"/>
            <a:ext cx="101600" cy="314325"/>
          </a:xfrm>
          <a:prstGeom prst="line">
            <a:avLst/>
          </a:prstGeom>
          <a:ln w="14288" cap="flat" cmpd="sng">
            <a:solidFill>
              <a:srgbClr val="000000"/>
            </a:solidFill>
            <a:prstDash val="solid"/>
            <a:headEnd type="none" w="med" len="med"/>
            <a:tailEnd type="none" w="med" len="med"/>
          </a:ln>
        </p:spPr>
      </p:sp>
      <p:sp>
        <p:nvSpPr>
          <p:cNvPr id="90143" name="Line 52"/>
          <p:cNvSpPr/>
          <p:nvPr/>
        </p:nvSpPr>
        <p:spPr>
          <a:xfrm>
            <a:off x="6630988" y="2963863"/>
            <a:ext cx="1203325" cy="1587"/>
          </a:xfrm>
          <a:prstGeom prst="line">
            <a:avLst/>
          </a:prstGeom>
          <a:ln w="14288" cap="flat" cmpd="sng">
            <a:solidFill>
              <a:srgbClr val="000000"/>
            </a:solidFill>
            <a:prstDash val="solid"/>
            <a:headEnd type="none" w="med" len="med"/>
            <a:tailEnd type="none" w="med" len="med"/>
          </a:ln>
        </p:spPr>
      </p:sp>
      <p:sp>
        <p:nvSpPr>
          <p:cNvPr id="90144" name="Line 54"/>
          <p:cNvSpPr/>
          <p:nvPr/>
        </p:nvSpPr>
        <p:spPr>
          <a:xfrm>
            <a:off x="7127875" y="2963863"/>
            <a:ext cx="1103313" cy="1587"/>
          </a:xfrm>
          <a:prstGeom prst="line">
            <a:avLst/>
          </a:prstGeom>
          <a:ln w="14288" cap="flat" cmpd="sng">
            <a:solidFill>
              <a:srgbClr val="000000"/>
            </a:solidFill>
            <a:prstDash val="solid"/>
            <a:headEnd type="none" w="med" len="med"/>
            <a:tailEnd type="none" w="med" len="med"/>
          </a:ln>
        </p:spPr>
      </p:sp>
      <p:sp>
        <p:nvSpPr>
          <p:cNvPr id="90145" name="Line 55"/>
          <p:cNvSpPr/>
          <p:nvPr/>
        </p:nvSpPr>
        <p:spPr>
          <a:xfrm>
            <a:off x="8231188" y="2963863"/>
            <a:ext cx="100012" cy="314325"/>
          </a:xfrm>
          <a:prstGeom prst="line">
            <a:avLst/>
          </a:prstGeom>
          <a:ln w="14288" cap="flat" cmpd="sng">
            <a:solidFill>
              <a:srgbClr val="000000"/>
            </a:solidFill>
            <a:prstDash val="solid"/>
            <a:headEnd type="none" w="med" len="med"/>
            <a:tailEnd type="none" w="med" len="med"/>
          </a:ln>
        </p:spPr>
      </p:sp>
      <p:sp>
        <p:nvSpPr>
          <p:cNvPr id="90146" name="Line 56"/>
          <p:cNvSpPr/>
          <p:nvPr/>
        </p:nvSpPr>
        <p:spPr>
          <a:xfrm>
            <a:off x="8331200" y="3278188"/>
            <a:ext cx="201613" cy="1587"/>
          </a:xfrm>
          <a:prstGeom prst="line">
            <a:avLst/>
          </a:prstGeom>
          <a:ln w="14288" cap="flat" cmpd="sng">
            <a:solidFill>
              <a:srgbClr val="000000"/>
            </a:solidFill>
            <a:prstDash val="solid"/>
            <a:headEnd type="none" w="med" len="med"/>
            <a:tailEnd type="none" w="med" len="med"/>
          </a:ln>
        </p:spPr>
      </p:sp>
      <p:grpSp>
        <p:nvGrpSpPr>
          <p:cNvPr id="90147" name="Group 57"/>
          <p:cNvGrpSpPr/>
          <p:nvPr/>
        </p:nvGrpSpPr>
        <p:grpSpPr>
          <a:xfrm>
            <a:off x="6591300" y="3082925"/>
            <a:ext cx="200025" cy="315913"/>
            <a:chOff x="4041" y="2190"/>
            <a:chExt cx="126" cy="199"/>
          </a:xfrm>
        </p:grpSpPr>
        <p:sp>
          <p:nvSpPr>
            <p:cNvPr id="90235" name="Line 58"/>
            <p:cNvSpPr/>
            <p:nvPr/>
          </p:nvSpPr>
          <p:spPr>
            <a:xfrm flipH="1" flipV="1">
              <a:off x="4089" y="2267"/>
              <a:ext cx="78" cy="122"/>
            </a:xfrm>
            <a:prstGeom prst="line">
              <a:avLst/>
            </a:prstGeom>
            <a:ln w="14288" cap="flat" cmpd="sng">
              <a:solidFill>
                <a:srgbClr val="000000"/>
              </a:solidFill>
              <a:prstDash val="solid"/>
              <a:headEnd type="none" w="med" len="med"/>
              <a:tailEnd type="none" w="med" len="med"/>
            </a:ln>
          </p:spPr>
        </p:sp>
        <p:sp>
          <p:nvSpPr>
            <p:cNvPr id="90236" name="Freeform 59"/>
            <p:cNvSpPr/>
            <p:nvPr/>
          </p:nvSpPr>
          <p:spPr>
            <a:xfrm>
              <a:off x="4041" y="2190"/>
              <a:ext cx="77" cy="96"/>
            </a:xfrm>
            <a:custGeom>
              <a:avLst/>
              <a:gdLst/>
              <a:ahLst/>
              <a:cxnLst>
                <a:cxn ang="0">
                  <a:pos x="77" y="63"/>
                </a:cxn>
                <a:cxn ang="0">
                  <a:pos x="0" y="0"/>
                </a:cxn>
                <a:cxn ang="0">
                  <a:pos x="25" y="96"/>
                </a:cxn>
                <a:cxn ang="0">
                  <a:pos x="77" y="63"/>
                </a:cxn>
              </a:cxnLst>
              <a:pathLst>
                <a:path w="77" h="96">
                  <a:moveTo>
                    <a:pt x="77" y="63"/>
                  </a:moveTo>
                  <a:lnTo>
                    <a:pt x="0" y="0"/>
                  </a:lnTo>
                  <a:lnTo>
                    <a:pt x="25" y="96"/>
                  </a:lnTo>
                  <a:lnTo>
                    <a:pt x="77" y="63"/>
                  </a:lnTo>
                  <a:close/>
                </a:path>
              </a:pathLst>
            </a:custGeom>
            <a:solidFill>
              <a:srgbClr val="000000">
                <a:alpha val="100000"/>
              </a:srgbClr>
            </a:solidFill>
            <a:ln w="9525">
              <a:noFill/>
            </a:ln>
          </p:spPr>
          <p:txBody>
            <a:bodyPr/>
            <a:p>
              <a:endParaRPr lang="zh-CN" altLang="en-US"/>
            </a:p>
          </p:txBody>
        </p:sp>
      </p:grpSp>
      <p:grpSp>
        <p:nvGrpSpPr>
          <p:cNvPr id="90148" name="Group 63"/>
          <p:cNvGrpSpPr/>
          <p:nvPr/>
        </p:nvGrpSpPr>
        <p:grpSpPr>
          <a:xfrm>
            <a:off x="1517650" y="1485900"/>
            <a:ext cx="801688" cy="315913"/>
            <a:chOff x="1159" y="1618"/>
            <a:chExt cx="505" cy="199"/>
          </a:xfrm>
        </p:grpSpPr>
        <p:sp>
          <p:nvSpPr>
            <p:cNvPr id="90231" name="Line 64"/>
            <p:cNvSpPr/>
            <p:nvPr/>
          </p:nvSpPr>
          <p:spPr>
            <a:xfrm>
              <a:off x="1222" y="1816"/>
              <a:ext cx="253" cy="1"/>
            </a:xfrm>
            <a:prstGeom prst="line">
              <a:avLst/>
            </a:prstGeom>
            <a:ln w="14288" cap="flat" cmpd="sng">
              <a:solidFill>
                <a:srgbClr val="000000"/>
              </a:solidFill>
              <a:prstDash val="solid"/>
              <a:headEnd type="none" w="med" len="med"/>
              <a:tailEnd type="none" w="med" len="med"/>
            </a:ln>
          </p:spPr>
        </p:sp>
        <p:sp>
          <p:nvSpPr>
            <p:cNvPr id="90232" name="Line 65"/>
            <p:cNvSpPr/>
            <p:nvPr/>
          </p:nvSpPr>
          <p:spPr>
            <a:xfrm flipH="1" flipV="1">
              <a:off x="1159" y="1618"/>
              <a:ext cx="63" cy="198"/>
            </a:xfrm>
            <a:prstGeom prst="line">
              <a:avLst/>
            </a:prstGeom>
            <a:ln w="14288" cap="flat" cmpd="sng">
              <a:solidFill>
                <a:srgbClr val="000000"/>
              </a:solidFill>
              <a:prstDash val="solid"/>
              <a:headEnd type="none" w="med" len="med"/>
              <a:tailEnd type="none" w="med" len="med"/>
            </a:ln>
          </p:spPr>
        </p:sp>
        <p:sp>
          <p:nvSpPr>
            <p:cNvPr id="90233" name="Line 66"/>
            <p:cNvSpPr/>
            <p:nvPr/>
          </p:nvSpPr>
          <p:spPr>
            <a:xfrm flipV="1">
              <a:off x="1475" y="1618"/>
              <a:ext cx="62" cy="198"/>
            </a:xfrm>
            <a:prstGeom prst="line">
              <a:avLst/>
            </a:prstGeom>
            <a:ln w="14288" cap="flat" cmpd="sng">
              <a:solidFill>
                <a:srgbClr val="000000"/>
              </a:solidFill>
              <a:prstDash val="solid"/>
              <a:headEnd type="none" w="med" len="med"/>
              <a:tailEnd type="none" w="med" len="med"/>
            </a:ln>
          </p:spPr>
        </p:sp>
        <p:sp>
          <p:nvSpPr>
            <p:cNvPr id="90234" name="Line 67"/>
            <p:cNvSpPr/>
            <p:nvPr/>
          </p:nvSpPr>
          <p:spPr>
            <a:xfrm>
              <a:off x="1537" y="1618"/>
              <a:ext cx="127" cy="1"/>
            </a:xfrm>
            <a:prstGeom prst="line">
              <a:avLst/>
            </a:prstGeom>
            <a:ln w="14288" cap="flat" cmpd="sng">
              <a:solidFill>
                <a:srgbClr val="000000"/>
              </a:solidFill>
              <a:prstDash val="solid"/>
              <a:headEnd type="none" w="med" len="med"/>
              <a:tailEnd type="none" w="med" len="med"/>
            </a:ln>
          </p:spPr>
        </p:sp>
      </p:grpSp>
      <p:grpSp>
        <p:nvGrpSpPr>
          <p:cNvPr id="90149" name="Group 68"/>
          <p:cNvGrpSpPr/>
          <p:nvPr/>
        </p:nvGrpSpPr>
        <p:grpSpPr>
          <a:xfrm>
            <a:off x="2319338" y="1485900"/>
            <a:ext cx="801687" cy="315913"/>
            <a:chOff x="1664" y="1618"/>
            <a:chExt cx="505" cy="199"/>
          </a:xfrm>
        </p:grpSpPr>
        <p:sp>
          <p:nvSpPr>
            <p:cNvPr id="90227" name="Line 69"/>
            <p:cNvSpPr/>
            <p:nvPr/>
          </p:nvSpPr>
          <p:spPr>
            <a:xfrm>
              <a:off x="1728" y="1816"/>
              <a:ext cx="252" cy="1"/>
            </a:xfrm>
            <a:prstGeom prst="line">
              <a:avLst/>
            </a:prstGeom>
            <a:ln w="14288" cap="flat" cmpd="sng">
              <a:solidFill>
                <a:srgbClr val="000000"/>
              </a:solidFill>
              <a:prstDash val="solid"/>
              <a:headEnd type="none" w="med" len="med"/>
              <a:tailEnd type="none" w="med" len="med"/>
            </a:ln>
          </p:spPr>
        </p:sp>
        <p:sp>
          <p:nvSpPr>
            <p:cNvPr id="90228" name="Line 70"/>
            <p:cNvSpPr/>
            <p:nvPr/>
          </p:nvSpPr>
          <p:spPr>
            <a:xfrm flipH="1" flipV="1">
              <a:off x="1664" y="1618"/>
              <a:ext cx="64" cy="198"/>
            </a:xfrm>
            <a:prstGeom prst="line">
              <a:avLst/>
            </a:prstGeom>
            <a:ln w="14288" cap="flat" cmpd="sng">
              <a:solidFill>
                <a:srgbClr val="000000"/>
              </a:solidFill>
              <a:prstDash val="solid"/>
              <a:headEnd type="none" w="med" len="med"/>
              <a:tailEnd type="none" w="med" len="med"/>
            </a:ln>
          </p:spPr>
        </p:sp>
        <p:sp>
          <p:nvSpPr>
            <p:cNvPr id="90229" name="Line 71"/>
            <p:cNvSpPr/>
            <p:nvPr/>
          </p:nvSpPr>
          <p:spPr>
            <a:xfrm flipV="1">
              <a:off x="1980" y="1618"/>
              <a:ext cx="62" cy="198"/>
            </a:xfrm>
            <a:prstGeom prst="line">
              <a:avLst/>
            </a:prstGeom>
            <a:ln w="14288" cap="flat" cmpd="sng">
              <a:solidFill>
                <a:srgbClr val="000000"/>
              </a:solidFill>
              <a:prstDash val="solid"/>
              <a:headEnd type="none" w="med" len="med"/>
              <a:tailEnd type="none" w="med" len="med"/>
            </a:ln>
          </p:spPr>
        </p:sp>
        <p:sp>
          <p:nvSpPr>
            <p:cNvPr id="90230" name="Line 72"/>
            <p:cNvSpPr/>
            <p:nvPr/>
          </p:nvSpPr>
          <p:spPr>
            <a:xfrm>
              <a:off x="2042" y="1618"/>
              <a:ext cx="127" cy="1"/>
            </a:xfrm>
            <a:prstGeom prst="line">
              <a:avLst/>
            </a:prstGeom>
            <a:ln w="14288" cap="flat" cmpd="sng">
              <a:solidFill>
                <a:srgbClr val="000000"/>
              </a:solidFill>
              <a:prstDash val="solid"/>
              <a:headEnd type="none" w="med" len="med"/>
              <a:tailEnd type="none" w="med" len="med"/>
            </a:ln>
          </p:spPr>
        </p:sp>
      </p:grpSp>
      <p:sp>
        <p:nvSpPr>
          <p:cNvPr id="90150" name="Line 73"/>
          <p:cNvSpPr/>
          <p:nvPr/>
        </p:nvSpPr>
        <p:spPr>
          <a:xfrm flipH="1">
            <a:off x="1116013" y="1485900"/>
            <a:ext cx="401637" cy="1588"/>
          </a:xfrm>
          <a:prstGeom prst="line">
            <a:avLst/>
          </a:prstGeom>
          <a:ln w="14288" cap="flat" cmpd="sng">
            <a:solidFill>
              <a:srgbClr val="000000"/>
            </a:solidFill>
            <a:prstDash val="solid"/>
            <a:headEnd type="none" w="med" len="med"/>
            <a:tailEnd type="none" w="med" len="med"/>
          </a:ln>
        </p:spPr>
      </p:sp>
      <p:sp>
        <p:nvSpPr>
          <p:cNvPr id="90151" name="Line 74"/>
          <p:cNvSpPr/>
          <p:nvPr/>
        </p:nvSpPr>
        <p:spPr>
          <a:xfrm flipV="1">
            <a:off x="5573713" y="1484313"/>
            <a:ext cx="2743200" cy="1587"/>
          </a:xfrm>
          <a:prstGeom prst="line">
            <a:avLst/>
          </a:prstGeom>
          <a:ln w="14288" cap="flat" cmpd="sng">
            <a:solidFill>
              <a:srgbClr val="000000"/>
            </a:solidFill>
            <a:prstDash val="solid"/>
            <a:headEnd type="none" w="med" len="med"/>
            <a:tailEnd type="none" w="med" len="med"/>
          </a:ln>
        </p:spPr>
      </p:sp>
      <p:sp>
        <p:nvSpPr>
          <p:cNvPr id="90152" name="Rectangle 75"/>
          <p:cNvSpPr/>
          <p:nvPr/>
        </p:nvSpPr>
        <p:spPr>
          <a:xfrm>
            <a:off x="1584325" y="1325563"/>
            <a:ext cx="403225" cy="319087"/>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0153" name="Rectangle 76"/>
          <p:cNvSpPr/>
          <p:nvPr/>
        </p:nvSpPr>
        <p:spPr>
          <a:xfrm>
            <a:off x="1593850" y="1438275"/>
            <a:ext cx="296863"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CW</a:t>
            </a:r>
            <a:endParaRPr lang="en-US" altLang="zh-CN" sz="1800" b="0" dirty="0">
              <a:solidFill>
                <a:schemeClr val="tx1"/>
              </a:solidFill>
              <a:latin typeface="Arial" panose="020B0604020202020204" pitchFamily="34" charset="0"/>
            </a:endParaRPr>
          </a:p>
        </p:txBody>
      </p:sp>
      <p:sp>
        <p:nvSpPr>
          <p:cNvPr id="90154" name="Rectangle 77"/>
          <p:cNvSpPr/>
          <p:nvPr/>
        </p:nvSpPr>
        <p:spPr>
          <a:xfrm>
            <a:off x="2387600" y="1325563"/>
            <a:ext cx="403225" cy="319087"/>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0155" name="Rectangle 78"/>
          <p:cNvSpPr/>
          <p:nvPr/>
        </p:nvSpPr>
        <p:spPr>
          <a:xfrm>
            <a:off x="2438400" y="1412875"/>
            <a:ext cx="333375" cy="215900"/>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N=5</a:t>
            </a:r>
            <a:endParaRPr lang="en-US" altLang="zh-CN" sz="1800" b="0" dirty="0">
              <a:solidFill>
                <a:schemeClr val="tx1"/>
              </a:solidFill>
              <a:latin typeface="Arial" panose="020B0604020202020204" pitchFamily="34" charset="0"/>
            </a:endParaRPr>
          </a:p>
        </p:txBody>
      </p:sp>
      <p:grpSp>
        <p:nvGrpSpPr>
          <p:cNvPr id="90156" name="Group 80"/>
          <p:cNvGrpSpPr/>
          <p:nvPr/>
        </p:nvGrpSpPr>
        <p:grpSpPr>
          <a:xfrm>
            <a:off x="1382713" y="1011238"/>
            <a:ext cx="603250" cy="315912"/>
            <a:chOff x="1095" y="1320"/>
            <a:chExt cx="380" cy="199"/>
          </a:xfrm>
        </p:grpSpPr>
        <p:sp>
          <p:nvSpPr>
            <p:cNvPr id="90223" name="Line 81"/>
            <p:cNvSpPr/>
            <p:nvPr/>
          </p:nvSpPr>
          <p:spPr>
            <a:xfrm>
              <a:off x="1159" y="1320"/>
              <a:ext cx="125" cy="1"/>
            </a:xfrm>
            <a:prstGeom prst="line">
              <a:avLst/>
            </a:prstGeom>
            <a:ln w="14288" cap="flat" cmpd="sng">
              <a:solidFill>
                <a:srgbClr val="000000"/>
              </a:solidFill>
              <a:prstDash val="solid"/>
              <a:headEnd type="none" w="med" len="med"/>
              <a:tailEnd type="none" w="med" len="med"/>
            </a:ln>
          </p:spPr>
        </p:sp>
        <p:sp>
          <p:nvSpPr>
            <p:cNvPr id="90224" name="Line 82"/>
            <p:cNvSpPr/>
            <p:nvPr/>
          </p:nvSpPr>
          <p:spPr>
            <a:xfrm flipH="1">
              <a:off x="1095" y="1320"/>
              <a:ext cx="64" cy="198"/>
            </a:xfrm>
            <a:prstGeom prst="line">
              <a:avLst/>
            </a:prstGeom>
            <a:ln w="14288" cap="flat" cmpd="sng">
              <a:solidFill>
                <a:srgbClr val="000000"/>
              </a:solidFill>
              <a:prstDash val="solid"/>
              <a:headEnd type="none" w="med" len="med"/>
              <a:tailEnd type="none" w="med" len="med"/>
            </a:ln>
          </p:spPr>
        </p:sp>
        <p:sp>
          <p:nvSpPr>
            <p:cNvPr id="90225" name="Line 83"/>
            <p:cNvSpPr/>
            <p:nvPr/>
          </p:nvSpPr>
          <p:spPr>
            <a:xfrm>
              <a:off x="1284" y="1320"/>
              <a:ext cx="64" cy="198"/>
            </a:xfrm>
            <a:prstGeom prst="line">
              <a:avLst/>
            </a:prstGeom>
            <a:ln w="14288" cap="flat" cmpd="sng">
              <a:solidFill>
                <a:srgbClr val="000000"/>
              </a:solidFill>
              <a:prstDash val="solid"/>
              <a:headEnd type="none" w="med" len="med"/>
              <a:tailEnd type="none" w="med" len="med"/>
            </a:ln>
          </p:spPr>
        </p:sp>
        <p:sp>
          <p:nvSpPr>
            <p:cNvPr id="90226" name="Line 84"/>
            <p:cNvSpPr/>
            <p:nvPr/>
          </p:nvSpPr>
          <p:spPr>
            <a:xfrm>
              <a:off x="1348" y="1518"/>
              <a:ext cx="127" cy="1"/>
            </a:xfrm>
            <a:prstGeom prst="line">
              <a:avLst/>
            </a:prstGeom>
            <a:ln w="14288" cap="flat" cmpd="sng">
              <a:solidFill>
                <a:srgbClr val="000000"/>
              </a:solidFill>
              <a:prstDash val="solid"/>
              <a:headEnd type="none" w="med" len="med"/>
              <a:tailEnd type="none" w="med" len="med"/>
            </a:ln>
          </p:spPr>
        </p:sp>
      </p:grpSp>
      <p:grpSp>
        <p:nvGrpSpPr>
          <p:cNvPr id="90157" name="Group 85"/>
          <p:cNvGrpSpPr/>
          <p:nvPr/>
        </p:nvGrpSpPr>
        <p:grpSpPr>
          <a:xfrm>
            <a:off x="1985963" y="1011238"/>
            <a:ext cx="600075" cy="315912"/>
            <a:chOff x="1475" y="1320"/>
            <a:chExt cx="378" cy="199"/>
          </a:xfrm>
        </p:grpSpPr>
        <p:sp>
          <p:nvSpPr>
            <p:cNvPr id="90219" name="Line 86"/>
            <p:cNvSpPr/>
            <p:nvPr/>
          </p:nvSpPr>
          <p:spPr>
            <a:xfrm>
              <a:off x="1537" y="1320"/>
              <a:ext cx="127" cy="1"/>
            </a:xfrm>
            <a:prstGeom prst="line">
              <a:avLst/>
            </a:prstGeom>
            <a:ln w="14288" cap="flat" cmpd="sng">
              <a:solidFill>
                <a:srgbClr val="000000"/>
              </a:solidFill>
              <a:prstDash val="solid"/>
              <a:headEnd type="none" w="med" len="med"/>
              <a:tailEnd type="none" w="med" len="med"/>
            </a:ln>
          </p:spPr>
        </p:sp>
        <p:sp>
          <p:nvSpPr>
            <p:cNvPr id="90220" name="Line 87"/>
            <p:cNvSpPr/>
            <p:nvPr/>
          </p:nvSpPr>
          <p:spPr>
            <a:xfrm flipH="1">
              <a:off x="1475" y="1320"/>
              <a:ext cx="62" cy="198"/>
            </a:xfrm>
            <a:prstGeom prst="line">
              <a:avLst/>
            </a:prstGeom>
            <a:ln w="14288" cap="flat" cmpd="sng">
              <a:solidFill>
                <a:srgbClr val="000000"/>
              </a:solidFill>
              <a:prstDash val="solid"/>
              <a:headEnd type="none" w="med" len="med"/>
              <a:tailEnd type="none" w="med" len="med"/>
            </a:ln>
          </p:spPr>
        </p:sp>
        <p:sp>
          <p:nvSpPr>
            <p:cNvPr id="90221" name="Line 88"/>
            <p:cNvSpPr/>
            <p:nvPr/>
          </p:nvSpPr>
          <p:spPr>
            <a:xfrm>
              <a:off x="1664" y="1320"/>
              <a:ext cx="64" cy="198"/>
            </a:xfrm>
            <a:prstGeom prst="line">
              <a:avLst/>
            </a:prstGeom>
            <a:ln w="14288" cap="flat" cmpd="sng">
              <a:solidFill>
                <a:srgbClr val="000000"/>
              </a:solidFill>
              <a:prstDash val="solid"/>
              <a:headEnd type="none" w="med" len="med"/>
              <a:tailEnd type="none" w="med" len="med"/>
            </a:ln>
          </p:spPr>
        </p:sp>
        <p:sp>
          <p:nvSpPr>
            <p:cNvPr id="90222" name="Line 89"/>
            <p:cNvSpPr/>
            <p:nvPr/>
          </p:nvSpPr>
          <p:spPr>
            <a:xfrm>
              <a:off x="1728" y="1518"/>
              <a:ext cx="125" cy="1"/>
            </a:xfrm>
            <a:prstGeom prst="line">
              <a:avLst/>
            </a:prstGeom>
            <a:ln w="14288" cap="flat" cmpd="sng">
              <a:solidFill>
                <a:srgbClr val="000000"/>
              </a:solidFill>
              <a:prstDash val="solid"/>
              <a:headEnd type="none" w="med" len="med"/>
              <a:tailEnd type="none" w="med" len="med"/>
            </a:ln>
          </p:spPr>
        </p:sp>
      </p:grpSp>
      <p:grpSp>
        <p:nvGrpSpPr>
          <p:cNvPr id="90158" name="Group 90"/>
          <p:cNvGrpSpPr/>
          <p:nvPr/>
        </p:nvGrpSpPr>
        <p:grpSpPr>
          <a:xfrm>
            <a:off x="2586038" y="1011238"/>
            <a:ext cx="603250" cy="315912"/>
            <a:chOff x="1853" y="1320"/>
            <a:chExt cx="380" cy="199"/>
          </a:xfrm>
        </p:grpSpPr>
        <p:sp>
          <p:nvSpPr>
            <p:cNvPr id="90215" name="Line 91"/>
            <p:cNvSpPr/>
            <p:nvPr/>
          </p:nvSpPr>
          <p:spPr>
            <a:xfrm>
              <a:off x="1917" y="1320"/>
              <a:ext cx="125" cy="1"/>
            </a:xfrm>
            <a:prstGeom prst="line">
              <a:avLst/>
            </a:prstGeom>
            <a:ln w="14288" cap="flat" cmpd="sng">
              <a:solidFill>
                <a:srgbClr val="000000"/>
              </a:solidFill>
              <a:prstDash val="solid"/>
              <a:headEnd type="none" w="med" len="med"/>
              <a:tailEnd type="none" w="med" len="med"/>
            </a:ln>
          </p:spPr>
        </p:sp>
        <p:sp>
          <p:nvSpPr>
            <p:cNvPr id="90216" name="Line 92"/>
            <p:cNvSpPr/>
            <p:nvPr/>
          </p:nvSpPr>
          <p:spPr>
            <a:xfrm flipH="1">
              <a:off x="1853" y="1320"/>
              <a:ext cx="64" cy="198"/>
            </a:xfrm>
            <a:prstGeom prst="line">
              <a:avLst/>
            </a:prstGeom>
            <a:ln w="14288" cap="flat" cmpd="sng">
              <a:solidFill>
                <a:srgbClr val="000000"/>
              </a:solidFill>
              <a:prstDash val="solid"/>
              <a:headEnd type="none" w="med" len="med"/>
              <a:tailEnd type="none" w="med" len="med"/>
            </a:ln>
          </p:spPr>
        </p:sp>
        <p:sp>
          <p:nvSpPr>
            <p:cNvPr id="90217" name="Line 93"/>
            <p:cNvSpPr/>
            <p:nvPr/>
          </p:nvSpPr>
          <p:spPr>
            <a:xfrm>
              <a:off x="2042" y="1320"/>
              <a:ext cx="64" cy="198"/>
            </a:xfrm>
            <a:prstGeom prst="line">
              <a:avLst/>
            </a:prstGeom>
            <a:ln w="14288" cap="flat" cmpd="sng">
              <a:solidFill>
                <a:srgbClr val="000000"/>
              </a:solidFill>
              <a:prstDash val="solid"/>
              <a:headEnd type="none" w="med" len="med"/>
              <a:tailEnd type="none" w="med" len="med"/>
            </a:ln>
          </p:spPr>
        </p:sp>
        <p:sp>
          <p:nvSpPr>
            <p:cNvPr id="90218" name="Line 94"/>
            <p:cNvSpPr/>
            <p:nvPr/>
          </p:nvSpPr>
          <p:spPr>
            <a:xfrm>
              <a:off x="2106" y="1518"/>
              <a:ext cx="127" cy="1"/>
            </a:xfrm>
            <a:prstGeom prst="line">
              <a:avLst/>
            </a:prstGeom>
            <a:ln w="14288" cap="flat" cmpd="sng">
              <a:solidFill>
                <a:srgbClr val="000000"/>
              </a:solidFill>
              <a:prstDash val="solid"/>
              <a:headEnd type="none" w="med" len="med"/>
              <a:tailEnd type="none" w="med" len="med"/>
            </a:ln>
          </p:spPr>
        </p:sp>
      </p:grpSp>
      <p:grpSp>
        <p:nvGrpSpPr>
          <p:cNvPr id="90159" name="Group 95"/>
          <p:cNvGrpSpPr/>
          <p:nvPr/>
        </p:nvGrpSpPr>
        <p:grpSpPr>
          <a:xfrm>
            <a:off x="3189288" y="1011238"/>
            <a:ext cx="600075" cy="315912"/>
            <a:chOff x="2233" y="1320"/>
            <a:chExt cx="378" cy="199"/>
          </a:xfrm>
        </p:grpSpPr>
        <p:sp>
          <p:nvSpPr>
            <p:cNvPr id="90211" name="Line 96"/>
            <p:cNvSpPr/>
            <p:nvPr/>
          </p:nvSpPr>
          <p:spPr>
            <a:xfrm>
              <a:off x="2295" y="1320"/>
              <a:ext cx="127" cy="1"/>
            </a:xfrm>
            <a:prstGeom prst="line">
              <a:avLst/>
            </a:prstGeom>
            <a:ln w="14288" cap="flat" cmpd="sng">
              <a:solidFill>
                <a:srgbClr val="000000"/>
              </a:solidFill>
              <a:prstDash val="solid"/>
              <a:headEnd type="none" w="med" len="med"/>
              <a:tailEnd type="none" w="med" len="med"/>
            </a:ln>
          </p:spPr>
        </p:sp>
        <p:sp>
          <p:nvSpPr>
            <p:cNvPr id="90212" name="Line 97"/>
            <p:cNvSpPr/>
            <p:nvPr/>
          </p:nvSpPr>
          <p:spPr>
            <a:xfrm flipH="1">
              <a:off x="2233" y="1320"/>
              <a:ext cx="62" cy="198"/>
            </a:xfrm>
            <a:prstGeom prst="line">
              <a:avLst/>
            </a:prstGeom>
            <a:ln w="14288" cap="flat" cmpd="sng">
              <a:solidFill>
                <a:srgbClr val="000000"/>
              </a:solidFill>
              <a:prstDash val="solid"/>
              <a:headEnd type="none" w="med" len="med"/>
              <a:tailEnd type="none" w="med" len="med"/>
            </a:ln>
          </p:spPr>
        </p:sp>
        <p:sp>
          <p:nvSpPr>
            <p:cNvPr id="90213" name="Line 98"/>
            <p:cNvSpPr/>
            <p:nvPr/>
          </p:nvSpPr>
          <p:spPr>
            <a:xfrm>
              <a:off x="2422" y="1320"/>
              <a:ext cx="63" cy="198"/>
            </a:xfrm>
            <a:prstGeom prst="line">
              <a:avLst/>
            </a:prstGeom>
            <a:ln w="14288" cap="flat" cmpd="sng">
              <a:solidFill>
                <a:srgbClr val="000000"/>
              </a:solidFill>
              <a:prstDash val="solid"/>
              <a:headEnd type="none" w="med" len="med"/>
              <a:tailEnd type="none" w="med" len="med"/>
            </a:ln>
          </p:spPr>
        </p:sp>
        <p:sp>
          <p:nvSpPr>
            <p:cNvPr id="90214" name="Line 99"/>
            <p:cNvSpPr/>
            <p:nvPr/>
          </p:nvSpPr>
          <p:spPr>
            <a:xfrm>
              <a:off x="2485" y="1518"/>
              <a:ext cx="126" cy="1"/>
            </a:xfrm>
            <a:prstGeom prst="line">
              <a:avLst/>
            </a:prstGeom>
            <a:ln w="14288" cap="flat" cmpd="sng">
              <a:solidFill>
                <a:srgbClr val="000000"/>
              </a:solidFill>
              <a:prstDash val="solid"/>
              <a:headEnd type="none" w="med" len="med"/>
              <a:tailEnd type="none" w="med" len="med"/>
            </a:ln>
          </p:spPr>
        </p:sp>
      </p:grpSp>
      <p:grpSp>
        <p:nvGrpSpPr>
          <p:cNvPr id="90160" name="Group 100"/>
          <p:cNvGrpSpPr/>
          <p:nvPr/>
        </p:nvGrpSpPr>
        <p:grpSpPr>
          <a:xfrm>
            <a:off x="3789363" y="1011238"/>
            <a:ext cx="603250" cy="315912"/>
            <a:chOff x="2611" y="1320"/>
            <a:chExt cx="380" cy="199"/>
          </a:xfrm>
        </p:grpSpPr>
        <p:sp>
          <p:nvSpPr>
            <p:cNvPr id="90207" name="Line 101"/>
            <p:cNvSpPr/>
            <p:nvPr/>
          </p:nvSpPr>
          <p:spPr>
            <a:xfrm>
              <a:off x="2674" y="1320"/>
              <a:ext cx="126" cy="1"/>
            </a:xfrm>
            <a:prstGeom prst="line">
              <a:avLst/>
            </a:prstGeom>
            <a:ln w="14288" cap="flat" cmpd="sng">
              <a:solidFill>
                <a:srgbClr val="000000"/>
              </a:solidFill>
              <a:prstDash val="solid"/>
              <a:headEnd type="none" w="med" len="med"/>
              <a:tailEnd type="none" w="med" len="med"/>
            </a:ln>
          </p:spPr>
        </p:sp>
        <p:sp>
          <p:nvSpPr>
            <p:cNvPr id="90208" name="Line 102"/>
            <p:cNvSpPr/>
            <p:nvPr/>
          </p:nvSpPr>
          <p:spPr>
            <a:xfrm flipH="1">
              <a:off x="2611" y="1320"/>
              <a:ext cx="63" cy="198"/>
            </a:xfrm>
            <a:prstGeom prst="line">
              <a:avLst/>
            </a:prstGeom>
            <a:ln w="14288" cap="flat" cmpd="sng">
              <a:solidFill>
                <a:srgbClr val="000000"/>
              </a:solidFill>
              <a:prstDash val="solid"/>
              <a:headEnd type="none" w="med" len="med"/>
              <a:tailEnd type="none" w="med" len="med"/>
            </a:ln>
          </p:spPr>
        </p:sp>
        <p:sp>
          <p:nvSpPr>
            <p:cNvPr id="90209" name="Line 103"/>
            <p:cNvSpPr/>
            <p:nvPr/>
          </p:nvSpPr>
          <p:spPr>
            <a:xfrm>
              <a:off x="2800" y="1320"/>
              <a:ext cx="64" cy="198"/>
            </a:xfrm>
            <a:prstGeom prst="line">
              <a:avLst/>
            </a:prstGeom>
            <a:ln w="14288" cap="flat" cmpd="sng">
              <a:solidFill>
                <a:srgbClr val="000000"/>
              </a:solidFill>
              <a:prstDash val="solid"/>
              <a:headEnd type="none" w="med" len="med"/>
              <a:tailEnd type="none" w="med" len="med"/>
            </a:ln>
          </p:spPr>
        </p:sp>
        <p:sp>
          <p:nvSpPr>
            <p:cNvPr id="90210" name="Line 104"/>
            <p:cNvSpPr/>
            <p:nvPr/>
          </p:nvSpPr>
          <p:spPr>
            <a:xfrm>
              <a:off x="2864" y="1518"/>
              <a:ext cx="127" cy="1"/>
            </a:xfrm>
            <a:prstGeom prst="line">
              <a:avLst/>
            </a:prstGeom>
            <a:ln w="14288" cap="flat" cmpd="sng">
              <a:solidFill>
                <a:srgbClr val="000000"/>
              </a:solidFill>
              <a:prstDash val="solid"/>
              <a:headEnd type="none" w="med" len="med"/>
              <a:tailEnd type="none" w="med" len="med"/>
            </a:ln>
          </p:spPr>
        </p:sp>
      </p:grpSp>
      <p:grpSp>
        <p:nvGrpSpPr>
          <p:cNvPr id="90161" name="Group 105"/>
          <p:cNvGrpSpPr/>
          <p:nvPr/>
        </p:nvGrpSpPr>
        <p:grpSpPr>
          <a:xfrm>
            <a:off x="4392613" y="1011238"/>
            <a:ext cx="600075" cy="315912"/>
            <a:chOff x="2991" y="1320"/>
            <a:chExt cx="378" cy="199"/>
          </a:xfrm>
        </p:grpSpPr>
        <p:sp>
          <p:nvSpPr>
            <p:cNvPr id="90203" name="Line 106"/>
            <p:cNvSpPr/>
            <p:nvPr/>
          </p:nvSpPr>
          <p:spPr>
            <a:xfrm>
              <a:off x="3053" y="1320"/>
              <a:ext cx="127" cy="1"/>
            </a:xfrm>
            <a:prstGeom prst="line">
              <a:avLst/>
            </a:prstGeom>
            <a:ln w="14288" cap="flat" cmpd="sng">
              <a:solidFill>
                <a:srgbClr val="000000"/>
              </a:solidFill>
              <a:prstDash val="solid"/>
              <a:headEnd type="none" w="med" len="med"/>
              <a:tailEnd type="none" w="med" len="med"/>
            </a:ln>
          </p:spPr>
        </p:sp>
        <p:sp>
          <p:nvSpPr>
            <p:cNvPr id="90204" name="Line 107"/>
            <p:cNvSpPr/>
            <p:nvPr/>
          </p:nvSpPr>
          <p:spPr>
            <a:xfrm flipH="1">
              <a:off x="2991" y="1320"/>
              <a:ext cx="62" cy="198"/>
            </a:xfrm>
            <a:prstGeom prst="line">
              <a:avLst/>
            </a:prstGeom>
            <a:ln w="14288" cap="flat" cmpd="sng">
              <a:solidFill>
                <a:srgbClr val="000000"/>
              </a:solidFill>
              <a:prstDash val="solid"/>
              <a:headEnd type="none" w="med" len="med"/>
              <a:tailEnd type="none" w="med" len="med"/>
            </a:ln>
          </p:spPr>
        </p:sp>
        <p:sp>
          <p:nvSpPr>
            <p:cNvPr id="90205" name="Line 108"/>
            <p:cNvSpPr/>
            <p:nvPr/>
          </p:nvSpPr>
          <p:spPr>
            <a:xfrm>
              <a:off x="3180" y="1320"/>
              <a:ext cx="63" cy="198"/>
            </a:xfrm>
            <a:prstGeom prst="line">
              <a:avLst/>
            </a:prstGeom>
            <a:ln w="14288" cap="flat" cmpd="sng">
              <a:solidFill>
                <a:srgbClr val="000000"/>
              </a:solidFill>
              <a:prstDash val="solid"/>
              <a:headEnd type="none" w="med" len="med"/>
              <a:tailEnd type="none" w="med" len="med"/>
            </a:ln>
          </p:spPr>
        </p:sp>
        <p:sp>
          <p:nvSpPr>
            <p:cNvPr id="90206" name="Line 109"/>
            <p:cNvSpPr/>
            <p:nvPr/>
          </p:nvSpPr>
          <p:spPr>
            <a:xfrm>
              <a:off x="3243" y="1518"/>
              <a:ext cx="126" cy="1"/>
            </a:xfrm>
            <a:prstGeom prst="line">
              <a:avLst/>
            </a:prstGeom>
            <a:ln w="14288" cap="flat" cmpd="sng">
              <a:solidFill>
                <a:srgbClr val="000000"/>
              </a:solidFill>
              <a:prstDash val="solid"/>
              <a:headEnd type="none" w="med" len="med"/>
              <a:tailEnd type="none" w="med" len="med"/>
            </a:ln>
          </p:spPr>
        </p:sp>
      </p:grpSp>
      <p:grpSp>
        <p:nvGrpSpPr>
          <p:cNvPr id="90162" name="Group 110"/>
          <p:cNvGrpSpPr/>
          <p:nvPr/>
        </p:nvGrpSpPr>
        <p:grpSpPr>
          <a:xfrm>
            <a:off x="4992688" y="1011238"/>
            <a:ext cx="601662" cy="315912"/>
            <a:chOff x="3369" y="1320"/>
            <a:chExt cx="379" cy="199"/>
          </a:xfrm>
        </p:grpSpPr>
        <p:sp>
          <p:nvSpPr>
            <p:cNvPr id="90199" name="Line 111"/>
            <p:cNvSpPr/>
            <p:nvPr/>
          </p:nvSpPr>
          <p:spPr>
            <a:xfrm>
              <a:off x="3432" y="1320"/>
              <a:ext cx="126" cy="1"/>
            </a:xfrm>
            <a:prstGeom prst="line">
              <a:avLst/>
            </a:prstGeom>
            <a:ln w="14288" cap="flat" cmpd="sng">
              <a:solidFill>
                <a:srgbClr val="000000"/>
              </a:solidFill>
              <a:prstDash val="solid"/>
              <a:headEnd type="none" w="med" len="med"/>
              <a:tailEnd type="none" w="med" len="med"/>
            </a:ln>
          </p:spPr>
        </p:sp>
        <p:sp>
          <p:nvSpPr>
            <p:cNvPr id="90200" name="Line 112"/>
            <p:cNvSpPr/>
            <p:nvPr/>
          </p:nvSpPr>
          <p:spPr>
            <a:xfrm flipH="1">
              <a:off x="3369" y="1320"/>
              <a:ext cx="63" cy="198"/>
            </a:xfrm>
            <a:prstGeom prst="line">
              <a:avLst/>
            </a:prstGeom>
            <a:ln w="14288" cap="flat" cmpd="sng">
              <a:solidFill>
                <a:srgbClr val="000000"/>
              </a:solidFill>
              <a:prstDash val="solid"/>
              <a:headEnd type="none" w="med" len="med"/>
              <a:tailEnd type="none" w="med" len="med"/>
            </a:ln>
          </p:spPr>
        </p:sp>
        <p:sp>
          <p:nvSpPr>
            <p:cNvPr id="90201" name="Line 113"/>
            <p:cNvSpPr/>
            <p:nvPr/>
          </p:nvSpPr>
          <p:spPr>
            <a:xfrm>
              <a:off x="3558" y="1320"/>
              <a:ext cx="63" cy="198"/>
            </a:xfrm>
            <a:prstGeom prst="line">
              <a:avLst/>
            </a:prstGeom>
            <a:ln w="14288" cap="flat" cmpd="sng">
              <a:solidFill>
                <a:srgbClr val="000000"/>
              </a:solidFill>
              <a:prstDash val="solid"/>
              <a:headEnd type="none" w="med" len="med"/>
              <a:tailEnd type="none" w="med" len="med"/>
            </a:ln>
          </p:spPr>
        </p:sp>
        <p:sp>
          <p:nvSpPr>
            <p:cNvPr id="90202" name="Line 114"/>
            <p:cNvSpPr/>
            <p:nvPr/>
          </p:nvSpPr>
          <p:spPr>
            <a:xfrm>
              <a:off x="3621" y="1518"/>
              <a:ext cx="127" cy="1"/>
            </a:xfrm>
            <a:prstGeom prst="line">
              <a:avLst/>
            </a:prstGeom>
            <a:ln w="14288" cap="flat" cmpd="sng">
              <a:solidFill>
                <a:srgbClr val="000000"/>
              </a:solidFill>
              <a:prstDash val="solid"/>
              <a:headEnd type="none" w="med" len="med"/>
              <a:tailEnd type="none" w="med" len="med"/>
            </a:ln>
          </p:spPr>
        </p:sp>
      </p:grpSp>
      <p:grpSp>
        <p:nvGrpSpPr>
          <p:cNvPr id="90163" name="Group 115"/>
          <p:cNvGrpSpPr/>
          <p:nvPr/>
        </p:nvGrpSpPr>
        <p:grpSpPr>
          <a:xfrm>
            <a:off x="5594350" y="1011238"/>
            <a:ext cx="601663" cy="315912"/>
            <a:chOff x="3748" y="1320"/>
            <a:chExt cx="379" cy="199"/>
          </a:xfrm>
        </p:grpSpPr>
        <p:sp>
          <p:nvSpPr>
            <p:cNvPr id="90195" name="Line 116"/>
            <p:cNvSpPr/>
            <p:nvPr/>
          </p:nvSpPr>
          <p:spPr>
            <a:xfrm>
              <a:off x="3811" y="1320"/>
              <a:ext cx="127" cy="1"/>
            </a:xfrm>
            <a:prstGeom prst="line">
              <a:avLst/>
            </a:prstGeom>
            <a:ln w="14288" cap="flat" cmpd="sng">
              <a:solidFill>
                <a:srgbClr val="000000"/>
              </a:solidFill>
              <a:prstDash val="solid"/>
              <a:headEnd type="none" w="med" len="med"/>
              <a:tailEnd type="none" w="med" len="med"/>
            </a:ln>
          </p:spPr>
        </p:sp>
        <p:sp>
          <p:nvSpPr>
            <p:cNvPr id="90196" name="Line 117"/>
            <p:cNvSpPr/>
            <p:nvPr/>
          </p:nvSpPr>
          <p:spPr>
            <a:xfrm flipH="1">
              <a:off x="3748" y="1320"/>
              <a:ext cx="63" cy="198"/>
            </a:xfrm>
            <a:prstGeom prst="line">
              <a:avLst/>
            </a:prstGeom>
            <a:ln w="14288" cap="flat" cmpd="sng">
              <a:solidFill>
                <a:srgbClr val="000000"/>
              </a:solidFill>
              <a:prstDash val="solid"/>
              <a:headEnd type="none" w="med" len="med"/>
              <a:tailEnd type="none" w="med" len="med"/>
            </a:ln>
          </p:spPr>
        </p:sp>
        <p:sp>
          <p:nvSpPr>
            <p:cNvPr id="90197" name="Line 118"/>
            <p:cNvSpPr/>
            <p:nvPr/>
          </p:nvSpPr>
          <p:spPr>
            <a:xfrm>
              <a:off x="3938" y="1320"/>
              <a:ext cx="63" cy="198"/>
            </a:xfrm>
            <a:prstGeom prst="line">
              <a:avLst/>
            </a:prstGeom>
            <a:ln w="14288" cap="flat" cmpd="sng">
              <a:solidFill>
                <a:srgbClr val="000000"/>
              </a:solidFill>
              <a:prstDash val="solid"/>
              <a:headEnd type="none" w="med" len="med"/>
              <a:tailEnd type="none" w="med" len="med"/>
            </a:ln>
          </p:spPr>
        </p:sp>
        <p:sp>
          <p:nvSpPr>
            <p:cNvPr id="90198" name="Line 119"/>
            <p:cNvSpPr/>
            <p:nvPr/>
          </p:nvSpPr>
          <p:spPr>
            <a:xfrm>
              <a:off x="4001" y="1518"/>
              <a:ext cx="126" cy="1"/>
            </a:xfrm>
            <a:prstGeom prst="line">
              <a:avLst/>
            </a:prstGeom>
            <a:ln w="14288" cap="flat" cmpd="sng">
              <a:solidFill>
                <a:srgbClr val="000000"/>
              </a:solidFill>
              <a:prstDash val="solid"/>
              <a:headEnd type="none" w="med" len="med"/>
              <a:tailEnd type="none" w="med" len="med"/>
            </a:ln>
          </p:spPr>
        </p:sp>
      </p:grpSp>
      <p:grpSp>
        <p:nvGrpSpPr>
          <p:cNvPr id="90164" name="Group 120"/>
          <p:cNvGrpSpPr/>
          <p:nvPr/>
        </p:nvGrpSpPr>
        <p:grpSpPr>
          <a:xfrm>
            <a:off x="6196013" y="1011238"/>
            <a:ext cx="601662" cy="315912"/>
            <a:chOff x="4127" y="1320"/>
            <a:chExt cx="379" cy="199"/>
          </a:xfrm>
        </p:grpSpPr>
        <p:sp>
          <p:nvSpPr>
            <p:cNvPr id="90191" name="Line 121"/>
            <p:cNvSpPr/>
            <p:nvPr/>
          </p:nvSpPr>
          <p:spPr>
            <a:xfrm>
              <a:off x="4190" y="1320"/>
              <a:ext cx="126" cy="1"/>
            </a:xfrm>
            <a:prstGeom prst="line">
              <a:avLst/>
            </a:prstGeom>
            <a:ln w="14288" cap="flat" cmpd="sng">
              <a:solidFill>
                <a:srgbClr val="000000"/>
              </a:solidFill>
              <a:prstDash val="solid"/>
              <a:headEnd type="none" w="med" len="med"/>
              <a:tailEnd type="none" w="med" len="med"/>
            </a:ln>
          </p:spPr>
        </p:sp>
        <p:sp>
          <p:nvSpPr>
            <p:cNvPr id="90192" name="Line 122"/>
            <p:cNvSpPr/>
            <p:nvPr/>
          </p:nvSpPr>
          <p:spPr>
            <a:xfrm flipH="1">
              <a:off x="4127" y="1320"/>
              <a:ext cx="63" cy="198"/>
            </a:xfrm>
            <a:prstGeom prst="line">
              <a:avLst/>
            </a:prstGeom>
            <a:ln w="14288" cap="flat" cmpd="sng">
              <a:solidFill>
                <a:srgbClr val="000000"/>
              </a:solidFill>
              <a:prstDash val="solid"/>
              <a:headEnd type="none" w="med" len="med"/>
              <a:tailEnd type="none" w="med" len="med"/>
            </a:ln>
          </p:spPr>
        </p:sp>
        <p:sp>
          <p:nvSpPr>
            <p:cNvPr id="90193" name="Line 123"/>
            <p:cNvSpPr/>
            <p:nvPr/>
          </p:nvSpPr>
          <p:spPr>
            <a:xfrm>
              <a:off x="4316" y="1320"/>
              <a:ext cx="63" cy="198"/>
            </a:xfrm>
            <a:prstGeom prst="line">
              <a:avLst/>
            </a:prstGeom>
            <a:ln w="14288" cap="flat" cmpd="sng">
              <a:solidFill>
                <a:srgbClr val="000000"/>
              </a:solidFill>
              <a:prstDash val="solid"/>
              <a:headEnd type="none" w="med" len="med"/>
              <a:tailEnd type="none" w="med" len="med"/>
            </a:ln>
          </p:spPr>
        </p:sp>
        <p:sp>
          <p:nvSpPr>
            <p:cNvPr id="90194" name="Line 124"/>
            <p:cNvSpPr/>
            <p:nvPr/>
          </p:nvSpPr>
          <p:spPr>
            <a:xfrm>
              <a:off x="4379" y="1518"/>
              <a:ext cx="127" cy="1"/>
            </a:xfrm>
            <a:prstGeom prst="line">
              <a:avLst/>
            </a:prstGeom>
            <a:ln w="14288" cap="flat" cmpd="sng">
              <a:solidFill>
                <a:srgbClr val="000000"/>
              </a:solidFill>
              <a:prstDash val="solid"/>
              <a:headEnd type="none" w="med" len="med"/>
              <a:tailEnd type="none" w="med" len="med"/>
            </a:ln>
          </p:spPr>
        </p:sp>
      </p:grpSp>
      <p:grpSp>
        <p:nvGrpSpPr>
          <p:cNvPr id="90165" name="Group 125"/>
          <p:cNvGrpSpPr/>
          <p:nvPr/>
        </p:nvGrpSpPr>
        <p:grpSpPr>
          <a:xfrm>
            <a:off x="6797675" y="1011238"/>
            <a:ext cx="600075" cy="315912"/>
            <a:chOff x="4506" y="1320"/>
            <a:chExt cx="378" cy="199"/>
          </a:xfrm>
        </p:grpSpPr>
        <p:sp>
          <p:nvSpPr>
            <p:cNvPr id="90187" name="Line 126"/>
            <p:cNvSpPr/>
            <p:nvPr/>
          </p:nvSpPr>
          <p:spPr>
            <a:xfrm>
              <a:off x="4568" y="1320"/>
              <a:ext cx="127" cy="1"/>
            </a:xfrm>
            <a:prstGeom prst="line">
              <a:avLst/>
            </a:prstGeom>
            <a:ln w="14288" cap="flat" cmpd="sng">
              <a:solidFill>
                <a:srgbClr val="000000"/>
              </a:solidFill>
              <a:prstDash val="solid"/>
              <a:headEnd type="none" w="med" len="med"/>
              <a:tailEnd type="none" w="med" len="med"/>
            </a:ln>
          </p:spPr>
        </p:sp>
        <p:sp>
          <p:nvSpPr>
            <p:cNvPr id="90188" name="Line 127"/>
            <p:cNvSpPr/>
            <p:nvPr/>
          </p:nvSpPr>
          <p:spPr>
            <a:xfrm flipH="1">
              <a:off x="4506" y="1320"/>
              <a:ext cx="62" cy="198"/>
            </a:xfrm>
            <a:prstGeom prst="line">
              <a:avLst/>
            </a:prstGeom>
            <a:ln w="14288" cap="flat" cmpd="sng">
              <a:solidFill>
                <a:srgbClr val="000000"/>
              </a:solidFill>
              <a:prstDash val="solid"/>
              <a:headEnd type="none" w="med" len="med"/>
              <a:tailEnd type="none" w="med" len="med"/>
            </a:ln>
          </p:spPr>
        </p:sp>
        <p:sp>
          <p:nvSpPr>
            <p:cNvPr id="90189" name="Line 128"/>
            <p:cNvSpPr/>
            <p:nvPr/>
          </p:nvSpPr>
          <p:spPr>
            <a:xfrm>
              <a:off x="4695" y="1320"/>
              <a:ext cx="64" cy="198"/>
            </a:xfrm>
            <a:prstGeom prst="line">
              <a:avLst/>
            </a:prstGeom>
            <a:ln w="14288" cap="flat" cmpd="sng">
              <a:solidFill>
                <a:srgbClr val="000000"/>
              </a:solidFill>
              <a:prstDash val="solid"/>
              <a:headEnd type="none" w="med" len="med"/>
              <a:tailEnd type="none" w="med" len="med"/>
            </a:ln>
          </p:spPr>
        </p:sp>
        <p:sp>
          <p:nvSpPr>
            <p:cNvPr id="90190" name="Line 129"/>
            <p:cNvSpPr/>
            <p:nvPr/>
          </p:nvSpPr>
          <p:spPr>
            <a:xfrm>
              <a:off x="4759" y="1518"/>
              <a:ext cx="125" cy="1"/>
            </a:xfrm>
            <a:prstGeom prst="line">
              <a:avLst/>
            </a:prstGeom>
            <a:ln w="14288" cap="flat" cmpd="sng">
              <a:solidFill>
                <a:srgbClr val="000000"/>
              </a:solidFill>
              <a:prstDash val="solid"/>
              <a:headEnd type="none" w="med" len="med"/>
              <a:tailEnd type="none" w="med" len="med"/>
            </a:ln>
          </p:spPr>
        </p:sp>
      </p:grpSp>
      <p:grpSp>
        <p:nvGrpSpPr>
          <p:cNvPr id="90166" name="Group 130"/>
          <p:cNvGrpSpPr/>
          <p:nvPr/>
        </p:nvGrpSpPr>
        <p:grpSpPr>
          <a:xfrm>
            <a:off x="7397750" y="1011238"/>
            <a:ext cx="603250" cy="315912"/>
            <a:chOff x="4884" y="1320"/>
            <a:chExt cx="380" cy="199"/>
          </a:xfrm>
        </p:grpSpPr>
        <p:sp>
          <p:nvSpPr>
            <p:cNvPr id="90183" name="Line 131"/>
            <p:cNvSpPr/>
            <p:nvPr/>
          </p:nvSpPr>
          <p:spPr>
            <a:xfrm>
              <a:off x="4948" y="1320"/>
              <a:ext cx="126" cy="1"/>
            </a:xfrm>
            <a:prstGeom prst="line">
              <a:avLst/>
            </a:prstGeom>
            <a:ln w="14288" cap="flat" cmpd="sng">
              <a:solidFill>
                <a:srgbClr val="000000"/>
              </a:solidFill>
              <a:prstDash val="solid"/>
              <a:headEnd type="none" w="med" len="med"/>
              <a:tailEnd type="none" w="med" len="med"/>
            </a:ln>
          </p:spPr>
        </p:sp>
        <p:sp>
          <p:nvSpPr>
            <p:cNvPr id="90184" name="Line 132"/>
            <p:cNvSpPr/>
            <p:nvPr/>
          </p:nvSpPr>
          <p:spPr>
            <a:xfrm flipH="1">
              <a:off x="4884" y="1320"/>
              <a:ext cx="64" cy="198"/>
            </a:xfrm>
            <a:prstGeom prst="line">
              <a:avLst/>
            </a:prstGeom>
            <a:ln w="14288" cap="flat" cmpd="sng">
              <a:solidFill>
                <a:srgbClr val="000000"/>
              </a:solidFill>
              <a:prstDash val="solid"/>
              <a:headEnd type="none" w="med" len="med"/>
              <a:tailEnd type="none" w="med" len="med"/>
            </a:ln>
          </p:spPr>
        </p:sp>
        <p:sp>
          <p:nvSpPr>
            <p:cNvPr id="90185" name="Line 133"/>
            <p:cNvSpPr/>
            <p:nvPr/>
          </p:nvSpPr>
          <p:spPr>
            <a:xfrm>
              <a:off x="5074" y="1320"/>
              <a:ext cx="63" cy="198"/>
            </a:xfrm>
            <a:prstGeom prst="line">
              <a:avLst/>
            </a:prstGeom>
            <a:ln w="14288" cap="flat" cmpd="sng">
              <a:solidFill>
                <a:srgbClr val="000000"/>
              </a:solidFill>
              <a:prstDash val="solid"/>
              <a:headEnd type="none" w="med" len="med"/>
              <a:tailEnd type="none" w="med" len="med"/>
            </a:ln>
          </p:spPr>
        </p:sp>
        <p:sp>
          <p:nvSpPr>
            <p:cNvPr id="90186" name="Line 134"/>
            <p:cNvSpPr/>
            <p:nvPr/>
          </p:nvSpPr>
          <p:spPr>
            <a:xfrm>
              <a:off x="5137" y="1518"/>
              <a:ext cx="127" cy="1"/>
            </a:xfrm>
            <a:prstGeom prst="line">
              <a:avLst/>
            </a:prstGeom>
            <a:ln w="14288" cap="flat" cmpd="sng">
              <a:solidFill>
                <a:srgbClr val="000000"/>
              </a:solidFill>
              <a:prstDash val="solid"/>
              <a:headEnd type="none" w="med" len="med"/>
              <a:tailEnd type="none" w="med" len="med"/>
            </a:ln>
          </p:spPr>
        </p:sp>
      </p:grpSp>
      <p:sp>
        <p:nvSpPr>
          <p:cNvPr id="90167" name="Line 135"/>
          <p:cNvSpPr/>
          <p:nvPr/>
        </p:nvSpPr>
        <p:spPr>
          <a:xfrm flipH="1">
            <a:off x="1082675" y="1325563"/>
            <a:ext cx="300038" cy="1587"/>
          </a:xfrm>
          <a:prstGeom prst="line">
            <a:avLst/>
          </a:prstGeom>
          <a:ln w="14288" cap="flat" cmpd="sng">
            <a:solidFill>
              <a:srgbClr val="000000"/>
            </a:solidFill>
            <a:prstDash val="solid"/>
            <a:headEnd type="none" w="med" len="med"/>
            <a:tailEnd type="none" w="med" len="med"/>
          </a:ln>
        </p:spPr>
      </p:sp>
      <p:sp>
        <p:nvSpPr>
          <p:cNvPr id="90168" name="Line 252"/>
          <p:cNvSpPr/>
          <p:nvPr/>
        </p:nvSpPr>
        <p:spPr>
          <a:xfrm>
            <a:off x="2916238" y="981075"/>
            <a:ext cx="0" cy="2447925"/>
          </a:xfrm>
          <a:prstGeom prst="line">
            <a:avLst/>
          </a:prstGeom>
          <a:ln w="9525" cap="flat" cmpd="sng">
            <a:solidFill>
              <a:schemeClr val="tx1"/>
            </a:solidFill>
            <a:prstDash val="dash"/>
            <a:headEnd type="none" w="med" len="med"/>
            <a:tailEnd type="none" w="med" len="med"/>
          </a:ln>
        </p:spPr>
      </p:sp>
      <p:sp>
        <p:nvSpPr>
          <p:cNvPr id="90169" name="Line 253"/>
          <p:cNvSpPr/>
          <p:nvPr/>
        </p:nvSpPr>
        <p:spPr>
          <a:xfrm>
            <a:off x="3563938" y="981075"/>
            <a:ext cx="0" cy="2447925"/>
          </a:xfrm>
          <a:prstGeom prst="line">
            <a:avLst/>
          </a:prstGeom>
          <a:ln w="9525" cap="flat" cmpd="sng">
            <a:solidFill>
              <a:schemeClr val="tx1"/>
            </a:solidFill>
            <a:prstDash val="dash"/>
            <a:headEnd type="none" w="med" len="med"/>
            <a:tailEnd type="none" w="med" len="med"/>
          </a:ln>
        </p:spPr>
      </p:sp>
      <p:sp>
        <p:nvSpPr>
          <p:cNvPr id="90170" name="Line 254"/>
          <p:cNvSpPr/>
          <p:nvPr/>
        </p:nvSpPr>
        <p:spPr>
          <a:xfrm>
            <a:off x="4140200" y="981075"/>
            <a:ext cx="0" cy="2520950"/>
          </a:xfrm>
          <a:prstGeom prst="line">
            <a:avLst/>
          </a:prstGeom>
          <a:ln w="9525" cap="flat" cmpd="sng">
            <a:solidFill>
              <a:schemeClr val="tx1"/>
            </a:solidFill>
            <a:prstDash val="dash"/>
            <a:headEnd type="none" w="med" len="med"/>
            <a:tailEnd type="none" w="med" len="med"/>
          </a:ln>
        </p:spPr>
      </p:sp>
      <p:sp>
        <p:nvSpPr>
          <p:cNvPr id="90171" name="Line 255"/>
          <p:cNvSpPr/>
          <p:nvPr/>
        </p:nvSpPr>
        <p:spPr>
          <a:xfrm>
            <a:off x="4716463" y="981075"/>
            <a:ext cx="0" cy="2447925"/>
          </a:xfrm>
          <a:prstGeom prst="line">
            <a:avLst/>
          </a:prstGeom>
          <a:ln w="9525" cap="flat" cmpd="sng">
            <a:solidFill>
              <a:schemeClr val="tx1"/>
            </a:solidFill>
            <a:prstDash val="dash"/>
            <a:headEnd type="none" w="med" len="med"/>
            <a:tailEnd type="none" w="med" len="med"/>
          </a:ln>
        </p:spPr>
      </p:sp>
      <p:sp>
        <p:nvSpPr>
          <p:cNvPr id="90172" name="Line 256"/>
          <p:cNvSpPr/>
          <p:nvPr/>
        </p:nvSpPr>
        <p:spPr>
          <a:xfrm>
            <a:off x="5364163" y="1052513"/>
            <a:ext cx="0" cy="2449512"/>
          </a:xfrm>
          <a:prstGeom prst="line">
            <a:avLst/>
          </a:prstGeom>
          <a:ln w="9525" cap="flat" cmpd="sng">
            <a:solidFill>
              <a:schemeClr val="tx1"/>
            </a:solidFill>
            <a:prstDash val="dash"/>
            <a:headEnd type="none" w="med" len="med"/>
            <a:tailEnd type="none" w="med" len="med"/>
          </a:ln>
        </p:spPr>
      </p:sp>
      <p:sp>
        <p:nvSpPr>
          <p:cNvPr id="90173" name="Line 257"/>
          <p:cNvSpPr/>
          <p:nvPr/>
        </p:nvSpPr>
        <p:spPr>
          <a:xfrm>
            <a:off x="5940425" y="1052513"/>
            <a:ext cx="0" cy="2376487"/>
          </a:xfrm>
          <a:prstGeom prst="line">
            <a:avLst/>
          </a:prstGeom>
          <a:ln w="9525" cap="flat" cmpd="sng">
            <a:solidFill>
              <a:schemeClr val="tx1"/>
            </a:solidFill>
            <a:prstDash val="dash"/>
            <a:headEnd type="none" w="med" len="med"/>
            <a:tailEnd type="none" w="med" len="med"/>
          </a:ln>
        </p:spPr>
      </p:sp>
      <p:sp>
        <p:nvSpPr>
          <p:cNvPr id="90174" name="Line 258"/>
          <p:cNvSpPr/>
          <p:nvPr/>
        </p:nvSpPr>
        <p:spPr>
          <a:xfrm>
            <a:off x="6588125" y="1052513"/>
            <a:ext cx="0" cy="2160587"/>
          </a:xfrm>
          <a:prstGeom prst="line">
            <a:avLst/>
          </a:prstGeom>
          <a:ln w="9525" cap="flat" cmpd="sng">
            <a:solidFill>
              <a:schemeClr val="tx1"/>
            </a:solidFill>
            <a:prstDash val="dash"/>
            <a:headEnd type="none" w="med" len="med"/>
            <a:tailEnd type="none" w="med" len="med"/>
          </a:ln>
        </p:spPr>
      </p:sp>
      <p:sp>
        <p:nvSpPr>
          <p:cNvPr id="90175" name="Line 262"/>
          <p:cNvSpPr/>
          <p:nvPr/>
        </p:nvSpPr>
        <p:spPr>
          <a:xfrm>
            <a:off x="5070475" y="1485900"/>
            <a:ext cx="101600" cy="314325"/>
          </a:xfrm>
          <a:prstGeom prst="line">
            <a:avLst/>
          </a:prstGeom>
          <a:ln w="14288" cap="flat" cmpd="sng">
            <a:solidFill>
              <a:srgbClr val="000000"/>
            </a:solidFill>
            <a:prstDash val="solid"/>
            <a:headEnd type="none" w="med" len="med"/>
            <a:tailEnd type="none" w="med" len="med"/>
          </a:ln>
        </p:spPr>
      </p:sp>
      <p:sp>
        <p:nvSpPr>
          <p:cNvPr id="90176" name="Line 263"/>
          <p:cNvSpPr/>
          <p:nvPr/>
        </p:nvSpPr>
        <p:spPr>
          <a:xfrm>
            <a:off x="5141913" y="1773238"/>
            <a:ext cx="342900" cy="1587"/>
          </a:xfrm>
          <a:prstGeom prst="line">
            <a:avLst/>
          </a:prstGeom>
          <a:ln w="14288" cap="flat" cmpd="sng">
            <a:solidFill>
              <a:srgbClr val="000000"/>
            </a:solidFill>
            <a:prstDash val="solid"/>
            <a:headEnd type="none" w="med" len="med"/>
            <a:tailEnd type="none" w="med" len="med"/>
          </a:ln>
        </p:spPr>
      </p:sp>
      <p:sp>
        <p:nvSpPr>
          <p:cNvPr id="90177" name="Line 265"/>
          <p:cNvSpPr/>
          <p:nvPr/>
        </p:nvSpPr>
        <p:spPr>
          <a:xfrm>
            <a:off x="3059113" y="1484313"/>
            <a:ext cx="2011362" cy="1587"/>
          </a:xfrm>
          <a:prstGeom prst="line">
            <a:avLst/>
          </a:prstGeom>
          <a:ln w="14288" cap="flat" cmpd="sng">
            <a:solidFill>
              <a:srgbClr val="000000"/>
            </a:solidFill>
            <a:prstDash val="solid"/>
            <a:headEnd type="none" w="med" len="med"/>
            <a:tailEnd type="none" w="med" len="med"/>
          </a:ln>
        </p:spPr>
      </p:sp>
      <p:sp>
        <p:nvSpPr>
          <p:cNvPr id="90178" name="Line 266"/>
          <p:cNvSpPr/>
          <p:nvPr/>
        </p:nvSpPr>
        <p:spPr>
          <a:xfrm flipH="1">
            <a:off x="5502275" y="1485900"/>
            <a:ext cx="101600" cy="314325"/>
          </a:xfrm>
          <a:prstGeom prst="line">
            <a:avLst/>
          </a:prstGeom>
          <a:ln w="14288" cap="flat" cmpd="sng">
            <a:solidFill>
              <a:srgbClr val="000000"/>
            </a:solidFill>
            <a:prstDash val="solid"/>
            <a:headEnd type="none" w="med" len="med"/>
            <a:tailEnd type="none" w="med" len="med"/>
          </a:ln>
        </p:spPr>
      </p:sp>
      <p:sp>
        <p:nvSpPr>
          <p:cNvPr id="90179" name="Rectangle 270"/>
          <p:cNvSpPr/>
          <p:nvPr/>
        </p:nvSpPr>
        <p:spPr>
          <a:xfrm>
            <a:off x="5219700" y="1485900"/>
            <a:ext cx="128588"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a:t>
            </a:r>
            <a:endParaRPr lang="en-US" altLang="zh-CN" sz="1800" b="0" dirty="0">
              <a:solidFill>
                <a:schemeClr val="tx1"/>
              </a:solidFill>
              <a:latin typeface="Arial" panose="020B0604020202020204" pitchFamily="34" charset="0"/>
            </a:endParaRPr>
          </a:p>
        </p:txBody>
      </p:sp>
      <p:sp>
        <p:nvSpPr>
          <p:cNvPr id="90180" name="Line 271"/>
          <p:cNvSpPr/>
          <p:nvPr/>
        </p:nvSpPr>
        <p:spPr>
          <a:xfrm>
            <a:off x="2627313" y="1628775"/>
            <a:ext cx="1008062" cy="1223963"/>
          </a:xfrm>
          <a:prstGeom prst="line">
            <a:avLst/>
          </a:prstGeom>
          <a:ln w="9525" cap="flat" cmpd="sng">
            <a:solidFill>
              <a:srgbClr val="FF3300"/>
            </a:solidFill>
            <a:prstDash val="solid"/>
            <a:headEnd type="none" w="med" len="med"/>
            <a:tailEnd type="triangle" w="med" len="med"/>
          </a:ln>
        </p:spPr>
      </p:sp>
      <p:sp>
        <p:nvSpPr>
          <p:cNvPr id="90181" name="Line 272"/>
          <p:cNvSpPr/>
          <p:nvPr/>
        </p:nvSpPr>
        <p:spPr>
          <a:xfrm>
            <a:off x="4356100" y="1630363"/>
            <a:ext cx="2160588" cy="1366837"/>
          </a:xfrm>
          <a:prstGeom prst="line">
            <a:avLst/>
          </a:prstGeom>
          <a:ln w="9525" cap="flat" cmpd="sng">
            <a:solidFill>
              <a:srgbClr val="FF3300"/>
            </a:solidFill>
            <a:prstDash val="solid"/>
            <a:headEnd type="none" w="med" len="med"/>
            <a:tailEnd type="triangle" w="med" len="med"/>
          </a:ln>
        </p:spPr>
      </p:sp>
      <p:sp>
        <p:nvSpPr>
          <p:cNvPr id="90182" name="Line 275"/>
          <p:cNvSpPr/>
          <p:nvPr/>
        </p:nvSpPr>
        <p:spPr>
          <a:xfrm>
            <a:off x="1116013" y="1989138"/>
            <a:ext cx="6696075" cy="0"/>
          </a:xfrm>
          <a:prstGeom prst="line">
            <a:avLst/>
          </a:prstGeom>
          <a:ln w="9525" cap="flat" cmpd="sng">
            <a:solidFill>
              <a:schemeClr val="tx1"/>
            </a:solidFill>
            <a:prstDash val="solid"/>
            <a:headEnd type="none" w="med" len="med"/>
            <a:tailEnd type="none" w="med" len="med"/>
          </a:ln>
        </p:spPr>
      </p:sp>
    </p:spTree>
  </p:cSld>
  <p:clrMapOvr>
    <a:masterClrMapping/>
  </p:clrMapOvr>
  <p:transition spd="slow">
    <p:zoom/>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0658" name="Rectangle 2"/>
          <p:cNvSpPr>
            <a:spLocks noGrp="1" noChangeArrowheads="1"/>
          </p:cNvSpPr>
          <p:nvPr>
            <p:ph idx="1"/>
          </p:nvPr>
        </p:nvSpPr>
        <p:spPr>
          <a:xfrm>
            <a:off x="317500" y="4005263"/>
            <a:ext cx="8435975" cy="2305050"/>
          </a:xfrm>
          <a:solidFill>
            <a:srgbClr val="CCFFCC">
              <a:alpha val="43137"/>
            </a:srgbClr>
          </a:solidFill>
          <a:ln>
            <a:solidFill>
              <a:srgbClr val="FF00FF"/>
            </a:solidFill>
            <a:miter/>
          </a:ln>
        </p:spPr>
        <p:txBody>
          <a:bodyPr vert="horz" wrap="square" lIns="91440" tIns="45720" rIns="91440" bIns="45720" numCol="1" anchor="t" anchorCtr="0" compatLnSpc="1"/>
          <a:lstStyle/>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方式</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3</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的特点⑥ ：</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 </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en-US" altLang="zh-CN" sz="2400" b="1" i="0" u="none" strike="noStrike" kern="1200" cap="none" spc="0" normalizeH="0" baseline="0" noProof="0" dirty="0">
                <a:ln>
                  <a:noFill/>
                </a:ln>
                <a:solidFill>
                  <a:schemeClr val="tx2"/>
                </a:solidFill>
                <a:effectLst/>
                <a:uLnTx/>
                <a:uFillTx/>
                <a:latin typeface="+mn-ea"/>
                <a:ea typeface="+mn-ea"/>
                <a:cs typeface="+mn-cs"/>
              </a:rPr>
              <a:t>GATE=1</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，允许计数；</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GATE=0</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，停止计数。当</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GATE</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变高以后，在下一个</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CLK</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脉冲来到时，计数器将重新装入初始值，开始计数。</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91139" name="Rectangle 4"/>
          <p:cNvSpPr/>
          <p:nvPr/>
        </p:nvSpPr>
        <p:spPr>
          <a:xfrm>
            <a:off x="744538" y="1112838"/>
            <a:ext cx="34607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CLK</a:t>
            </a:r>
            <a:endParaRPr lang="en-US" altLang="zh-CN" sz="1800" b="0" dirty="0">
              <a:solidFill>
                <a:schemeClr val="tx1"/>
              </a:solidFill>
              <a:latin typeface="Arial" panose="020B0604020202020204" pitchFamily="34" charset="0"/>
            </a:endParaRPr>
          </a:p>
        </p:txBody>
      </p:sp>
      <p:sp>
        <p:nvSpPr>
          <p:cNvPr id="91140" name="Rectangle 5"/>
          <p:cNvSpPr/>
          <p:nvPr/>
        </p:nvSpPr>
        <p:spPr>
          <a:xfrm>
            <a:off x="787400" y="1411288"/>
            <a:ext cx="296863"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91141" name="Rectangle 6"/>
          <p:cNvSpPr/>
          <p:nvPr/>
        </p:nvSpPr>
        <p:spPr>
          <a:xfrm>
            <a:off x="554038" y="1709738"/>
            <a:ext cx="484187"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91142" name="Rectangle 7"/>
          <p:cNvSpPr/>
          <p:nvPr/>
        </p:nvSpPr>
        <p:spPr>
          <a:xfrm>
            <a:off x="681038" y="2105025"/>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91143" name="Rectangle 8"/>
          <p:cNvSpPr/>
          <p:nvPr/>
        </p:nvSpPr>
        <p:spPr>
          <a:xfrm>
            <a:off x="395288" y="2420938"/>
            <a:ext cx="29051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a:t>
            </a:r>
            <a:endParaRPr lang="en-US" altLang="zh-CN" sz="1800" b="0" dirty="0">
              <a:solidFill>
                <a:schemeClr val="tx1"/>
              </a:solidFill>
              <a:latin typeface="Arial" panose="020B0604020202020204" pitchFamily="34" charset="0"/>
            </a:endParaRPr>
          </a:p>
        </p:txBody>
      </p:sp>
      <p:sp>
        <p:nvSpPr>
          <p:cNvPr id="91144" name="Rectangle 9"/>
          <p:cNvSpPr/>
          <p:nvPr/>
        </p:nvSpPr>
        <p:spPr>
          <a:xfrm>
            <a:off x="677863" y="2427288"/>
            <a:ext cx="3556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奇数</a:t>
            </a:r>
            <a:endParaRPr lang="zh-CN" altLang="en-US" sz="1800" b="0" dirty="0">
              <a:solidFill>
                <a:schemeClr val="tx1"/>
              </a:solidFill>
              <a:latin typeface="Arial" panose="020B0604020202020204" pitchFamily="34" charset="0"/>
            </a:endParaRPr>
          </a:p>
        </p:txBody>
      </p:sp>
      <p:sp>
        <p:nvSpPr>
          <p:cNvPr id="91145" name="Rectangle 10"/>
          <p:cNvSpPr/>
          <p:nvPr/>
        </p:nvSpPr>
        <p:spPr>
          <a:xfrm>
            <a:off x="1020763" y="2420938"/>
            <a:ext cx="58737"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a:t>
            </a:r>
            <a:endParaRPr lang="en-US" altLang="zh-CN" sz="1800" b="0" dirty="0">
              <a:solidFill>
                <a:schemeClr val="tx1"/>
              </a:solidFill>
              <a:latin typeface="Arial" panose="020B0604020202020204" pitchFamily="34" charset="0"/>
            </a:endParaRPr>
          </a:p>
        </p:txBody>
      </p:sp>
      <p:sp>
        <p:nvSpPr>
          <p:cNvPr id="91146" name="Rectangle 11"/>
          <p:cNvSpPr/>
          <p:nvPr/>
        </p:nvSpPr>
        <p:spPr>
          <a:xfrm>
            <a:off x="620713" y="2730500"/>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91147" name="Line 12"/>
          <p:cNvSpPr/>
          <p:nvPr/>
        </p:nvSpPr>
        <p:spPr>
          <a:xfrm>
            <a:off x="823913" y="1411288"/>
            <a:ext cx="215900" cy="1587"/>
          </a:xfrm>
          <a:prstGeom prst="line">
            <a:avLst/>
          </a:prstGeom>
          <a:ln w="14288" cap="flat" cmpd="sng">
            <a:solidFill>
              <a:srgbClr val="000000"/>
            </a:solidFill>
            <a:prstDash val="solid"/>
            <a:headEnd type="none" w="med" len="med"/>
            <a:tailEnd type="none" w="med" len="med"/>
          </a:ln>
        </p:spPr>
      </p:sp>
      <p:sp>
        <p:nvSpPr>
          <p:cNvPr id="91148" name="Rectangle 13"/>
          <p:cNvSpPr/>
          <p:nvPr/>
        </p:nvSpPr>
        <p:spPr>
          <a:xfrm>
            <a:off x="1184275" y="1801813"/>
            <a:ext cx="1003300" cy="4762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1149" name="Rectangle 14"/>
          <p:cNvSpPr/>
          <p:nvPr/>
        </p:nvSpPr>
        <p:spPr>
          <a:xfrm>
            <a:off x="1330325" y="1911350"/>
            <a:ext cx="5334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高电平</a:t>
            </a:r>
            <a:endParaRPr lang="zh-CN" altLang="en-US" sz="1800" b="0" dirty="0">
              <a:solidFill>
                <a:schemeClr val="tx1"/>
              </a:solidFill>
              <a:latin typeface="Arial" panose="020B0604020202020204" pitchFamily="34" charset="0"/>
            </a:endParaRPr>
          </a:p>
        </p:txBody>
      </p:sp>
      <p:sp>
        <p:nvSpPr>
          <p:cNvPr id="91150" name="Rectangle 15"/>
          <p:cNvSpPr/>
          <p:nvPr/>
        </p:nvSpPr>
        <p:spPr>
          <a:xfrm>
            <a:off x="1889125" y="19050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91151" name="Line 16"/>
          <p:cNvSpPr/>
          <p:nvPr/>
        </p:nvSpPr>
        <p:spPr>
          <a:xfrm>
            <a:off x="1187450" y="1844675"/>
            <a:ext cx="3384550" cy="0"/>
          </a:xfrm>
          <a:prstGeom prst="line">
            <a:avLst/>
          </a:prstGeom>
          <a:ln w="14288" cap="flat" cmpd="sng">
            <a:solidFill>
              <a:srgbClr val="000000"/>
            </a:solidFill>
            <a:prstDash val="solid"/>
            <a:headEnd type="none" w="med" len="med"/>
            <a:tailEnd type="none" w="med" len="med"/>
          </a:ln>
        </p:spPr>
      </p:sp>
      <p:sp>
        <p:nvSpPr>
          <p:cNvPr id="91152" name="Rectangle 17"/>
          <p:cNvSpPr/>
          <p:nvPr/>
        </p:nvSpPr>
        <p:spPr>
          <a:xfrm>
            <a:off x="3559175" y="226377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5</a:t>
            </a:r>
            <a:endParaRPr lang="en-US" altLang="zh-CN" sz="1800" b="0" dirty="0">
              <a:solidFill>
                <a:schemeClr val="tx1"/>
              </a:solidFill>
              <a:latin typeface="Arial" panose="020B0604020202020204" pitchFamily="34" charset="0"/>
            </a:endParaRPr>
          </a:p>
        </p:txBody>
      </p:sp>
      <p:sp>
        <p:nvSpPr>
          <p:cNvPr id="91153" name="Rectangle 18"/>
          <p:cNvSpPr/>
          <p:nvPr/>
        </p:nvSpPr>
        <p:spPr>
          <a:xfrm>
            <a:off x="4160838" y="226377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91154" name="Rectangle 19"/>
          <p:cNvSpPr/>
          <p:nvPr/>
        </p:nvSpPr>
        <p:spPr>
          <a:xfrm>
            <a:off x="4760913" y="2263775"/>
            <a:ext cx="100012" cy="215900"/>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91155" name="Rectangle 20"/>
          <p:cNvSpPr/>
          <p:nvPr/>
        </p:nvSpPr>
        <p:spPr>
          <a:xfrm>
            <a:off x="6635750" y="2520950"/>
            <a:ext cx="1506538" cy="4762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1156" name="Rectangle 24"/>
          <p:cNvSpPr/>
          <p:nvPr/>
        </p:nvSpPr>
        <p:spPr>
          <a:xfrm>
            <a:off x="6011863" y="22653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6</a:t>
            </a:r>
            <a:endParaRPr lang="en-US" altLang="zh-CN" sz="1800" b="0" dirty="0">
              <a:solidFill>
                <a:schemeClr val="tx1"/>
              </a:solidFill>
              <a:latin typeface="Arial" panose="020B0604020202020204" pitchFamily="34" charset="0"/>
            </a:endParaRPr>
          </a:p>
        </p:txBody>
      </p:sp>
      <p:sp>
        <p:nvSpPr>
          <p:cNvPr id="91157" name="Rectangle 25"/>
          <p:cNvSpPr/>
          <p:nvPr/>
        </p:nvSpPr>
        <p:spPr>
          <a:xfrm>
            <a:off x="6581775" y="22526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5</a:t>
            </a:r>
            <a:endParaRPr lang="en-US" altLang="zh-CN" sz="1800" b="0" dirty="0">
              <a:solidFill>
                <a:schemeClr val="tx1"/>
              </a:solidFill>
              <a:latin typeface="Arial" panose="020B0604020202020204" pitchFamily="34" charset="0"/>
            </a:endParaRPr>
          </a:p>
        </p:txBody>
      </p:sp>
      <p:sp>
        <p:nvSpPr>
          <p:cNvPr id="91158" name="Rectangle 26"/>
          <p:cNvSpPr/>
          <p:nvPr/>
        </p:nvSpPr>
        <p:spPr>
          <a:xfrm>
            <a:off x="7210425" y="22526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91159" name="Line 27"/>
          <p:cNvSpPr/>
          <p:nvPr/>
        </p:nvSpPr>
        <p:spPr>
          <a:xfrm>
            <a:off x="1184275" y="2243138"/>
            <a:ext cx="4827588" cy="33337"/>
          </a:xfrm>
          <a:prstGeom prst="line">
            <a:avLst/>
          </a:prstGeom>
          <a:ln w="14288" cap="flat" cmpd="sng">
            <a:solidFill>
              <a:srgbClr val="000000"/>
            </a:solidFill>
            <a:prstDash val="solid"/>
            <a:headEnd type="none" w="med" len="med"/>
            <a:tailEnd type="none" w="med" len="med"/>
          </a:ln>
        </p:spPr>
      </p:sp>
      <p:grpSp>
        <p:nvGrpSpPr>
          <p:cNvPr id="91160" name="Group 28"/>
          <p:cNvGrpSpPr/>
          <p:nvPr/>
        </p:nvGrpSpPr>
        <p:grpSpPr>
          <a:xfrm>
            <a:off x="1176338" y="2551113"/>
            <a:ext cx="614362" cy="14287"/>
            <a:chOff x="965" y="2309"/>
            <a:chExt cx="387" cy="9"/>
          </a:xfrm>
        </p:grpSpPr>
        <p:sp>
          <p:nvSpPr>
            <p:cNvPr id="91266" name="Freeform 29"/>
            <p:cNvSpPr/>
            <p:nvPr/>
          </p:nvSpPr>
          <p:spPr>
            <a:xfrm>
              <a:off x="965" y="2309"/>
              <a:ext cx="44" cy="9"/>
            </a:xfrm>
            <a:custGeom>
              <a:avLst/>
              <a:gdLst/>
              <a:ahLst/>
              <a:cxnLst>
                <a:cxn ang="0">
                  <a:pos x="6" y="0"/>
                </a:cxn>
                <a:cxn ang="0">
                  <a:pos x="5" y="0"/>
                </a:cxn>
                <a:cxn ang="0">
                  <a:pos x="3" y="1"/>
                </a:cxn>
                <a:cxn ang="0">
                  <a:pos x="2" y="3"/>
                </a:cxn>
                <a:cxn ang="0">
                  <a:pos x="0" y="4"/>
                </a:cxn>
                <a:cxn ang="0">
                  <a:pos x="2" y="6"/>
                </a:cxn>
                <a:cxn ang="0">
                  <a:pos x="3" y="7"/>
                </a:cxn>
                <a:cxn ang="0">
                  <a:pos x="5" y="9"/>
                </a:cxn>
                <a:cxn ang="0">
                  <a:pos x="38" y="9"/>
                </a:cxn>
                <a:cxn ang="0">
                  <a:pos x="39" y="9"/>
                </a:cxn>
                <a:cxn ang="0">
                  <a:pos x="41" y="9"/>
                </a:cxn>
                <a:cxn ang="0">
                  <a:pos x="42" y="7"/>
                </a:cxn>
                <a:cxn ang="0">
                  <a:pos x="44" y="6"/>
                </a:cxn>
                <a:cxn ang="0">
                  <a:pos x="44" y="4"/>
                </a:cxn>
                <a:cxn ang="0">
                  <a:pos x="42" y="3"/>
                </a:cxn>
                <a:cxn ang="0">
                  <a:pos x="41" y="1"/>
                </a:cxn>
                <a:cxn ang="0">
                  <a:pos x="39" y="0"/>
                </a:cxn>
                <a:cxn ang="0">
                  <a:pos x="6" y="0"/>
                </a:cxn>
              </a:cxnLst>
              <a:pathLst>
                <a:path w="44" h="9">
                  <a:moveTo>
                    <a:pt x="6" y="0"/>
                  </a:moveTo>
                  <a:lnTo>
                    <a:pt x="5" y="0"/>
                  </a:lnTo>
                  <a:lnTo>
                    <a:pt x="3" y="1"/>
                  </a:lnTo>
                  <a:lnTo>
                    <a:pt x="2" y="3"/>
                  </a:lnTo>
                  <a:lnTo>
                    <a:pt x="0" y="4"/>
                  </a:lnTo>
                  <a:lnTo>
                    <a:pt x="2" y="6"/>
                  </a:lnTo>
                  <a:lnTo>
                    <a:pt x="3" y="7"/>
                  </a:lnTo>
                  <a:lnTo>
                    <a:pt x="5" y="9"/>
                  </a:lnTo>
                  <a:lnTo>
                    <a:pt x="38" y="9"/>
                  </a:lnTo>
                  <a:lnTo>
                    <a:pt x="39" y="9"/>
                  </a:lnTo>
                  <a:lnTo>
                    <a:pt x="41" y="9"/>
                  </a:lnTo>
                  <a:lnTo>
                    <a:pt x="42" y="7"/>
                  </a:lnTo>
                  <a:lnTo>
                    <a:pt x="44" y="6"/>
                  </a:lnTo>
                  <a:lnTo>
                    <a:pt x="44" y="4"/>
                  </a:lnTo>
                  <a:lnTo>
                    <a:pt x="42" y="3"/>
                  </a:lnTo>
                  <a:lnTo>
                    <a:pt x="41" y="1"/>
                  </a:lnTo>
                  <a:lnTo>
                    <a:pt x="39" y="0"/>
                  </a:lnTo>
                  <a:lnTo>
                    <a:pt x="6" y="0"/>
                  </a:lnTo>
                  <a:close/>
                </a:path>
              </a:pathLst>
            </a:custGeom>
            <a:solidFill>
              <a:srgbClr val="000000">
                <a:alpha val="100000"/>
              </a:srgbClr>
            </a:solidFill>
            <a:ln w="9525">
              <a:noFill/>
            </a:ln>
          </p:spPr>
          <p:txBody>
            <a:bodyPr/>
            <a:p>
              <a:endParaRPr lang="zh-CN" altLang="en-US"/>
            </a:p>
          </p:txBody>
        </p:sp>
        <p:sp>
          <p:nvSpPr>
            <p:cNvPr id="91267" name="Freeform 30"/>
            <p:cNvSpPr/>
            <p:nvPr/>
          </p:nvSpPr>
          <p:spPr>
            <a:xfrm>
              <a:off x="1026" y="2309"/>
              <a:ext cx="43"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8" y="9"/>
                </a:cxn>
                <a:cxn ang="0">
                  <a:pos x="39" y="9"/>
                </a:cxn>
                <a:cxn ang="0">
                  <a:pos x="40" y="9"/>
                </a:cxn>
                <a:cxn ang="0">
                  <a:pos x="42" y="7"/>
                </a:cxn>
                <a:cxn ang="0">
                  <a:pos x="43" y="6"/>
                </a:cxn>
                <a:cxn ang="0">
                  <a:pos x="43" y="4"/>
                </a:cxn>
                <a:cxn ang="0">
                  <a:pos x="42" y="3"/>
                </a:cxn>
                <a:cxn ang="0">
                  <a:pos x="40" y="1"/>
                </a:cxn>
                <a:cxn ang="0">
                  <a:pos x="39" y="0"/>
                </a:cxn>
                <a:cxn ang="0">
                  <a:pos x="4" y="0"/>
                </a:cxn>
              </a:cxnLst>
              <a:pathLst>
                <a:path w="43" h="9">
                  <a:moveTo>
                    <a:pt x="4" y="0"/>
                  </a:moveTo>
                  <a:lnTo>
                    <a:pt x="3" y="0"/>
                  </a:lnTo>
                  <a:lnTo>
                    <a:pt x="1" y="1"/>
                  </a:lnTo>
                  <a:lnTo>
                    <a:pt x="0" y="3"/>
                  </a:lnTo>
                  <a:lnTo>
                    <a:pt x="0" y="4"/>
                  </a:lnTo>
                  <a:lnTo>
                    <a:pt x="0" y="6"/>
                  </a:lnTo>
                  <a:lnTo>
                    <a:pt x="0" y="7"/>
                  </a:lnTo>
                  <a:lnTo>
                    <a:pt x="1" y="9"/>
                  </a:lnTo>
                  <a:lnTo>
                    <a:pt x="3" y="9"/>
                  </a:lnTo>
                  <a:lnTo>
                    <a:pt x="38" y="9"/>
                  </a:lnTo>
                  <a:lnTo>
                    <a:pt x="39" y="9"/>
                  </a:lnTo>
                  <a:lnTo>
                    <a:pt x="40" y="9"/>
                  </a:lnTo>
                  <a:lnTo>
                    <a:pt x="42" y="7"/>
                  </a:lnTo>
                  <a:lnTo>
                    <a:pt x="43" y="6"/>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91268" name="Freeform 31"/>
            <p:cNvSpPr/>
            <p:nvPr/>
          </p:nvSpPr>
          <p:spPr>
            <a:xfrm>
              <a:off x="1087" y="2309"/>
              <a:ext cx="43"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7" y="9"/>
                </a:cxn>
                <a:cxn ang="0">
                  <a:pos x="39" y="9"/>
                </a:cxn>
                <a:cxn ang="0">
                  <a:pos x="40" y="9"/>
                </a:cxn>
                <a:cxn ang="0">
                  <a:pos x="41" y="7"/>
                </a:cxn>
                <a:cxn ang="0">
                  <a:pos x="43" y="6"/>
                </a:cxn>
                <a:cxn ang="0">
                  <a:pos x="43" y="4"/>
                </a:cxn>
                <a:cxn ang="0">
                  <a:pos x="41" y="3"/>
                </a:cxn>
                <a:cxn ang="0">
                  <a:pos x="40" y="1"/>
                </a:cxn>
                <a:cxn ang="0">
                  <a:pos x="39" y="0"/>
                </a:cxn>
                <a:cxn ang="0">
                  <a:pos x="4" y="0"/>
                </a:cxn>
              </a:cxnLst>
              <a:pathLst>
                <a:path w="43" h="9">
                  <a:moveTo>
                    <a:pt x="4" y="0"/>
                  </a:moveTo>
                  <a:lnTo>
                    <a:pt x="3" y="0"/>
                  </a:lnTo>
                  <a:lnTo>
                    <a:pt x="1" y="1"/>
                  </a:lnTo>
                  <a:lnTo>
                    <a:pt x="0" y="3"/>
                  </a:lnTo>
                  <a:lnTo>
                    <a:pt x="0" y="4"/>
                  </a:lnTo>
                  <a:lnTo>
                    <a:pt x="0" y="6"/>
                  </a:lnTo>
                  <a:lnTo>
                    <a:pt x="0" y="7"/>
                  </a:lnTo>
                  <a:lnTo>
                    <a:pt x="1" y="9"/>
                  </a:lnTo>
                  <a:lnTo>
                    <a:pt x="3" y="9"/>
                  </a:lnTo>
                  <a:lnTo>
                    <a:pt x="37" y="9"/>
                  </a:lnTo>
                  <a:lnTo>
                    <a:pt x="39" y="9"/>
                  </a:lnTo>
                  <a:lnTo>
                    <a:pt x="40" y="9"/>
                  </a:lnTo>
                  <a:lnTo>
                    <a:pt x="41" y="7"/>
                  </a:lnTo>
                  <a:lnTo>
                    <a:pt x="43" y="6"/>
                  </a:lnTo>
                  <a:lnTo>
                    <a:pt x="43" y="4"/>
                  </a:lnTo>
                  <a:lnTo>
                    <a:pt x="41"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91269" name="Freeform 32"/>
            <p:cNvSpPr/>
            <p:nvPr/>
          </p:nvSpPr>
          <p:spPr>
            <a:xfrm>
              <a:off x="1147" y="2309"/>
              <a:ext cx="44" cy="9"/>
            </a:xfrm>
            <a:custGeom>
              <a:avLst/>
              <a:gdLst/>
              <a:ahLst/>
              <a:cxnLst>
                <a:cxn ang="0">
                  <a:pos x="5" y="0"/>
                </a:cxn>
                <a:cxn ang="0">
                  <a:pos x="3" y="0"/>
                </a:cxn>
                <a:cxn ang="0">
                  <a:pos x="2" y="1"/>
                </a:cxn>
                <a:cxn ang="0">
                  <a:pos x="0" y="3"/>
                </a:cxn>
                <a:cxn ang="0">
                  <a:pos x="0" y="4"/>
                </a:cxn>
                <a:cxn ang="0">
                  <a:pos x="0" y="6"/>
                </a:cxn>
                <a:cxn ang="0">
                  <a:pos x="0" y="7"/>
                </a:cxn>
                <a:cxn ang="0">
                  <a:pos x="2" y="9"/>
                </a:cxn>
                <a:cxn ang="0">
                  <a:pos x="3" y="9"/>
                </a:cxn>
                <a:cxn ang="0">
                  <a:pos x="38" y="9"/>
                </a:cxn>
                <a:cxn ang="0">
                  <a:pos x="39" y="9"/>
                </a:cxn>
                <a:cxn ang="0">
                  <a:pos x="41" y="9"/>
                </a:cxn>
                <a:cxn ang="0">
                  <a:pos x="42" y="7"/>
                </a:cxn>
                <a:cxn ang="0">
                  <a:pos x="44" y="6"/>
                </a:cxn>
                <a:cxn ang="0">
                  <a:pos x="44" y="4"/>
                </a:cxn>
                <a:cxn ang="0">
                  <a:pos x="42" y="3"/>
                </a:cxn>
                <a:cxn ang="0">
                  <a:pos x="41" y="1"/>
                </a:cxn>
                <a:cxn ang="0">
                  <a:pos x="39" y="0"/>
                </a:cxn>
                <a:cxn ang="0">
                  <a:pos x="5" y="0"/>
                </a:cxn>
              </a:cxnLst>
              <a:pathLst>
                <a:path w="44" h="9">
                  <a:moveTo>
                    <a:pt x="5" y="0"/>
                  </a:moveTo>
                  <a:lnTo>
                    <a:pt x="3" y="0"/>
                  </a:lnTo>
                  <a:lnTo>
                    <a:pt x="2" y="1"/>
                  </a:lnTo>
                  <a:lnTo>
                    <a:pt x="0" y="3"/>
                  </a:lnTo>
                  <a:lnTo>
                    <a:pt x="0" y="4"/>
                  </a:lnTo>
                  <a:lnTo>
                    <a:pt x="0" y="6"/>
                  </a:lnTo>
                  <a:lnTo>
                    <a:pt x="0" y="7"/>
                  </a:lnTo>
                  <a:lnTo>
                    <a:pt x="2" y="9"/>
                  </a:lnTo>
                  <a:lnTo>
                    <a:pt x="3" y="9"/>
                  </a:lnTo>
                  <a:lnTo>
                    <a:pt x="38" y="9"/>
                  </a:lnTo>
                  <a:lnTo>
                    <a:pt x="39" y="9"/>
                  </a:lnTo>
                  <a:lnTo>
                    <a:pt x="41" y="9"/>
                  </a:lnTo>
                  <a:lnTo>
                    <a:pt x="42" y="7"/>
                  </a:lnTo>
                  <a:lnTo>
                    <a:pt x="44" y="6"/>
                  </a:lnTo>
                  <a:lnTo>
                    <a:pt x="44" y="4"/>
                  </a:lnTo>
                  <a:lnTo>
                    <a:pt x="42" y="3"/>
                  </a:lnTo>
                  <a:lnTo>
                    <a:pt x="41" y="1"/>
                  </a:lnTo>
                  <a:lnTo>
                    <a:pt x="39" y="0"/>
                  </a:lnTo>
                  <a:lnTo>
                    <a:pt x="5" y="0"/>
                  </a:lnTo>
                  <a:close/>
                </a:path>
              </a:pathLst>
            </a:custGeom>
            <a:solidFill>
              <a:srgbClr val="000000">
                <a:alpha val="100000"/>
              </a:srgbClr>
            </a:solidFill>
            <a:ln w="9525">
              <a:noFill/>
            </a:ln>
          </p:spPr>
          <p:txBody>
            <a:bodyPr/>
            <a:p>
              <a:endParaRPr lang="zh-CN" altLang="en-US"/>
            </a:p>
          </p:txBody>
        </p:sp>
        <p:sp>
          <p:nvSpPr>
            <p:cNvPr id="91270" name="Freeform 33"/>
            <p:cNvSpPr/>
            <p:nvPr/>
          </p:nvSpPr>
          <p:spPr>
            <a:xfrm>
              <a:off x="1208" y="2309"/>
              <a:ext cx="43"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7" y="9"/>
                </a:cxn>
                <a:cxn ang="0">
                  <a:pos x="39" y="9"/>
                </a:cxn>
                <a:cxn ang="0">
                  <a:pos x="40" y="9"/>
                </a:cxn>
                <a:cxn ang="0">
                  <a:pos x="42" y="7"/>
                </a:cxn>
                <a:cxn ang="0">
                  <a:pos x="43" y="6"/>
                </a:cxn>
                <a:cxn ang="0">
                  <a:pos x="43" y="4"/>
                </a:cxn>
                <a:cxn ang="0">
                  <a:pos x="42" y="3"/>
                </a:cxn>
                <a:cxn ang="0">
                  <a:pos x="40" y="1"/>
                </a:cxn>
                <a:cxn ang="0">
                  <a:pos x="39" y="0"/>
                </a:cxn>
                <a:cxn ang="0">
                  <a:pos x="4" y="0"/>
                </a:cxn>
              </a:cxnLst>
              <a:pathLst>
                <a:path w="43" h="9">
                  <a:moveTo>
                    <a:pt x="4" y="0"/>
                  </a:moveTo>
                  <a:lnTo>
                    <a:pt x="3" y="0"/>
                  </a:lnTo>
                  <a:lnTo>
                    <a:pt x="1" y="1"/>
                  </a:lnTo>
                  <a:lnTo>
                    <a:pt x="0" y="3"/>
                  </a:lnTo>
                  <a:lnTo>
                    <a:pt x="0" y="4"/>
                  </a:lnTo>
                  <a:lnTo>
                    <a:pt x="0" y="6"/>
                  </a:lnTo>
                  <a:lnTo>
                    <a:pt x="0" y="7"/>
                  </a:lnTo>
                  <a:lnTo>
                    <a:pt x="1" y="9"/>
                  </a:lnTo>
                  <a:lnTo>
                    <a:pt x="3" y="9"/>
                  </a:lnTo>
                  <a:lnTo>
                    <a:pt x="37" y="9"/>
                  </a:lnTo>
                  <a:lnTo>
                    <a:pt x="39" y="9"/>
                  </a:lnTo>
                  <a:lnTo>
                    <a:pt x="40" y="9"/>
                  </a:lnTo>
                  <a:lnTo>
                    <a:pt x="42" y="7"/>
                  </a:lnTo>
                  <a:lnTo>
                    <a:pt x="43" y="6"/>
                  </a:lnTo>
                  <a:lnTo>
                    <a:pt x="43" y="4"/>
                  </a:lnTo>
                  <a:lnTo>
                    <a:pt x="42" y="3"/>
                  </a:lnTo>
                  <a:lnTo>
                    <a:pt x="40" y="1"/>
                  </a:lnTo>
                  <a:lnTo>
                    <a:pt x="39" y="0"/>
                  </a:lnTo>
                  <a:lnTo>
                    <a:pt x="4" y="0"/>
                  </a:lnTo>
                  <a:close/>
                </a:path>
              </a:pathLst>
            </a:custGeom>
            <a:solidFill>
              <a:srgbClr val="000000">
                <a:alpha val="100000"/>
              </a:srgbClr>
            </a:solidFill>
            <a:ln w="9525">
              <a:noFill/>
            </a:ln>
          </p:spPr>
          <p:txBody>
            <a:bodyPr/>
            <a:p>
              <a:endParaRPr lang="zh-CN" altLang="en-US"/>
            </a:p>
          </p:txBody>
        </p:sp>
        <p:sp>
          <p:nvSpPr>
            <p:cNvPr id="91271" name="Freeform 34"/>
            <p:cNvSpPr/>
            <p:nvPr/>
          </p:nvSpPr>
          <p:spPr>
            <a:xfrm>
              <a:off x="1269" y="2309"/>
              <a:ext cx="43" cy="9"/>
            </a:xfrm>
            <a:custGeom>
              <a:avLst/>
              <a:gdLst/>
              <a:ahLst/>
              <a:cxnLst>
                <a:cxn ang="0">
                  <a:pos x="4" y="0"/>
                </a:cxn>
                <a:cxn ang="0">
                  <a:pos x="2" y="0"/>
                </a:cxn>
                <a:cxn ang="0">
                  <a:pos x="1" y="1"/>
                </a:cxn>
                <a:cxn ang="0">
                  <a:pos x="0" y="3"/>
                </a:cxn>
                <a:cxn ang="0">
                  <a:pos x="0" y="4"/>
                </a:cxn>
                <a:cxn ang="0">
                  <a:pos x="0" y="6"/>
                </a:cxn>
                <a:cxn ang="0">
                  <a:pos x="0" y="7"/>
                </a:cxn>
                <a:cxn ang="0">
                  <a:pos x="1" y="9"/>
                </a:cxn>
                <a:cxn ang="0">
                  <a:pos x="2" y="9"/>
                </a:cxn>
                <a:cxn ang="0">
                  <a:pos x="37" y="9"/>
                </a:cxn>
                <a:cxn ang="0">
                  <a:pos x="38" y="9"/>
                </a:cxn>
                <a:cxn ang="0">
                  <a:pos x="40" y="9"/>
                </a:cxn>
                <a:cxn ang="0">
                  <a:pos x="41" y="7"/>
                </a:cxn>
                <a:cxn ang="0">
                  <a:pos x="43" y="6"/>
                </a:cxn>
                <a:cxn ang="0">
                  <a:pos x="43" y="4"/>
                </a:cxn>
                <a:cxn ang="0">
                  <a:pos x="41" y="3"/>
                </a:cxn>
                <a:cxn ang="0">
                  <a:pos x="40" y="1"/>
                </a:cxn>
                <a:cxn ang="0">
                  <a:pos x="38" y="0"/>
                </a:cxn>
                <a:cxn ang="0">
                  <a:pos x="4" y="0"/>
                </a:cxn>
              </a:cxnLst>
              <a:pathLst>
                <a:path w="43" h="9">
                  <a:moveTo>
                    <a:pt x="4" y="0"/>
                  </a:moveTo>
                  <a:lnTo>
                    <a:pt x="2" y="0"/>
                  </a:lnTo>
                  <a:lnTo>
                    <a:pt x="1" y="1"/>
                  </a:lnTo>
                  <a:lnTo>
                    <a:pt x="0" y="3"/>
                  </a:lnTo>
                  <a:lnTo>
                    <a:pt x="0" y="4"/>
                  </a:lnTo>
                  <a:lnTo>
                    <a:pt x="0" y="6"/>
                  </a:lnTo>
                  <a:lnTo>
                    <a:pt x="0" y="7"/>
                  </a:lnTo>
                  <a:lnTo>
                    <a:pt x="1" y="9"/>
                  </a:lnTo>
                  <a:lnTo>
                    <a:pt x="2" y="9"/>
                  </a:lnTo>
                  <a:lnTo>
                    <a:pt x="37" y="9"/>
                  </a:lnTo>
                  <a:lnTo>
                    <a:pt x="38" y="9"/>
                  </a:lnTo>
                  <a:lnTo>
                    <a:pt x="40" y="9"/>
                  </a:lnTo>
                  <a:lnTo>
                    <a:pt x="41" y="7"/>
                  </a:lnTo>
                  <a:lnTo>
                    <a:pt x="43" y="6"/>
                  </a:lnTo>
                  <a:lnTo>
                    <a:pt x="43" y="4"/>
                  </a:lnTo>
                  <a:lnTo>
                    <a:pt x="41" y="3"/>
                  </a:lnTo>
                  <a:lnTo>
                    <a:pt x="40" y="1"/>
                  </a:lnTo>
                  <a:lnTo>
                    <a:pt x="38" y="0"/>
                  </a:lnTo>
                  <a:lnTo>
                    <a:pt x="4" y="0"/>
                  </a:lnTo>
                  <a:close/>
                </a:path>
              </a:pathLst>
            </a:custGeom>
            <a:solidFill>
              <a:srgbClr val="000000">
                <a:alpha val="100000"/>
              </a:srgbClr>
            </a:solidFill>
            <a:ln w="9525">
              <a:noFill/>
            </a:ln>
          </p:spPr>
          <p:txBody>
            <a:bodyPr/>
            <a:p>
              <a:endParaRPr lang="zh-CN" altLang="en-US"/>
            </a:p>
          </p:txBody>
        </p:sp>
        <p:sp>
          <p:nvSpPr>
            <p:cNvPr id="91272" name="Freeform 35"/>
            <p:cNvSpPr/>
            <p:nvPr/>
          </p:nvSpPr>
          <p:spPr>
            <a:xfrm>
              <a:off x="1329" y="2309"/>
              <a:ext cx="23" cy="9"/>
            </a:xfrm>
            <a:custGeom>
              <a:avLst/>
              <a:gdLst/>
              <a:ahLst/>
              <a:cxnLst>
                <a:cxn ang="0">
                  <a:pos x="4" y="0"/>
                </a:cxn>
                <a:cxn ang="0">
                  <a:pos x="3" y="0"/>
                </a:cxn>
                <a:cxn ang="0">
                  <a:pos x="2" y="1"/>
                </a:cxn>
                <a:cxn ang="0">
                  <a:pos x="0" y="3"/>
                </a:cxn>
                <a:cxn ang="0">
                  <a:pos x="0" y="4"/>
                </a:cxn>
                <a:cxn ang="0">
                  <a:pos x="0" y="6"/>
                </a:cxn>
                <a:cxn ang="0">
                  <a:pos x="0" y="7"/>
                </a:cxn>
                <a:cxn ang="0">
                  <a:pos x="2" y="9"/>
                </a:cxn>
                <a:cxn ang="0">
                  <a:pos x="3" y="9"/>
                </a:cxn>
                <a:cxn ang="0">
                  <a:pos x="19" y="9"/>
                </a:cxn>
                <a:cxn ang="0">
                  <a:pos x="20" y="7"/>
                </a:cxn>
                <a:cxn ang="0">
                  <a:pos x="22" y="6"/>
                </a:cxn>
                <a:cxn ang="0">
                  <a:pos x="23" y="4"/>
                </a:cxn>
                <a:cxn ang="0">
                  <a:pos x="22" y="3"/>
                </a:cxn>
                <a:cxn ang="0">
                  <a:pos x="20" y="1"/>
                </a:cxn>
                <a:cxn ang="0">
                  <a:pos x="20" y="0"/>
                </a:cxn>
                <a:cxn ang="0">
                  <a:pos x="4" y="0"/>
                </a:cxn>
              </a:cxnLst>
              <a:pathLst>
                <a:path w="23" h="9">
                  <a:moveTo>
                    <a:pt x="4" y="0"/>
                  </a:moveTo>
                  <a:lnTo>
                    <a:pt x="3" y="0"/>
                  </a:lnTo>
                  <a:lnTo>
                    <a:pt x="2" y="1"/>
                  </a:lnTo>
                  <a:lnTo>
                    <a:pt x="0" y="3"/>
                  </a:lnTo>
                  <a:lnTo>
                    <a:pt x="0" y="4"/>
                  </a:lnTo>
                  <a:lnTo>
                    <a:pt x="0" y="6"/>
                  </a:lnTo>
                  <a:lnTo>
                    <a:pt x="0" y="7"/>
                  </a:lnTo>
                  <a:lnTo>
                    <a:pt x="2" y="9"/>
                  </a:lnTo>
                  <a:lnTo>
                    <a:pt x="3" y="9"/>
                  </a:lnTo>
                  <a:lnTo>
                    <a:pt x="19" y="9"/>
                  </a:lnTo>
                  <a:lnTo>
                    <a:pt x="20" y="7"/>
                  </a:lnTo>
                  <a:lnTo>
                    <a:pt x="22" y="6"/>
                  </a:lnTo>
                  <a:lnTo>
                    <a:pt x="23" y="4"/>
                  </a:lnTo>
                  <a:lnTo>
                    <a:pt x="22" y="3"/>
                  </a:lnTo>
                  <a:lnTo>
                    <a:pt x="20" y="1"/>
                  </a:lnTo>
                  <a:lnTo>
                    <a:pt x="20" y="0"/>
                  </a:lnTo>
                  <a:lnTo>
                    <a:pt x="4" y="0"/>
                  </a:lnTo>
                  <a:close/>
                </a:path>
              </a:pathLst>
            </a:custGeom>
            <a:solidFill>
              <a:srgbClr val="000000">
                <a:alpha val="100000"/>
              </a:srgbClr>
            </a:solidFill>
            <a:ln w="9525">
              <a:noFill/>
            </a:ln>
          </p:spPr>
          <p:txBody>
            <a:bodyPr/>
            <a:p>
              <a:endParaRPr lang="zh-CN" altLang="en-US"/>
            </a:p>
          </p:txBody>
        </p:sp>
      </p:grpSp>
      <p:grpSp>
        <p:nvGrpSpPr>
          <p:cNvPr id="91161" name="Group 36"/>
          <p:cNvGrpSpPr/>
          <p:nvPr/>
        </p:nvGrpSpPr>
        <p:grpSpPr>
          <a:xfrm>
            <a:off x="1778000" y="2236788"/>
            <a:ext cx="114300" cy="328612"/>
            <a:chOff x="1344" y="2111"/>
            <a:chExt cx="72" cy="207"/>
          </a:xfrm>
        </p:grpSpPr>
        <p:sp>
          <p:nvSpPr>
            <p:cNvPr id="91262" name="Freeform 37"/>
            <p:cNvSpPr/>
            <p:nvPr/>
          </p:nvSpPr>
          <p:spPr>
            <a:xfrm>
              <a:off x="1344" y="2276"/>
              <a:ext cx="18" cy="42"/>
            </a:xfrm>
            <a:custGeom>
              <a:avLst/>
              <a:gdLst/>
              <a:ahLst/>
              <a:cxnLst>
                <a:cxn ang="0">
                  <a:pos x="0" y="37"/>
                </a:cxn>
                <a:cxn ang="0">
                  <a:pos x="0" y="37"/>
                </a:cxn>
                <a:cxn ang="0">
                  <a:pos x="1" y="39"/>
                </a:cxn>
                <a:cxn ang="0">
                  <a:pos x="2" y="40"/>
                </a:cxn>
                <a:cxn ang="0">
                  <a:pos x="4" y="42"/>
                </a:cxn>
                <a:cxn ang="0">
                  <a:pos x="5" y="40"/>
                </a:cxn>
                <a:cxn ang="0">
                  <a:pos x="7" y="39"/>
                </a:cxn>
                <a:cxn ang="0">
                  <a:pos x="8" y="39"/>
                </a:cxn>
                <a:cxn ang="0">
                  <a:pos x="18" y="6"/>
                </a:cxn>
                <a:cxn ang="0">
                  <a:pos x="18" y="4"/>
                </a:cxn>
                <a:cxn ang="0">
                  <a:pos x="18" y="3"/>
                </a:cxn>
                <a:cxn ang="0">
                  <a:pos x="17" y="1"/>
                </a:cxn>
                <a:cxn ang="0">
                  <a:pos x="15" y="0"/>
                </a:cxn>
                <a:cxn ang="0">
                  <a:pos x="14" y="0"/>
                </a:cxn>
                <a:cxn ang="0">
                  <a:pos x="13" y="1"/>
                </a:cxn>
                <a:cxn ang="0">
                  <a:pos x="11" y="3"/>
                </a:cxn>
                <a:cxn ang="0">
                  <a:pos x="10" y="4"/>
                </a:cxn>
                <a:cxn ang="0">
                  <a:pos x="0" y="37"/>
                </a:cxn>
              </a:cxnLst>
              <a:pathLst>
                <a:path w="18" h="42">
                  <a:moveTo>
                    <a:pt x="0" y="37"/>
                  </a:moveTo>
                  <a:lnTo>
                    <a:pt x="0" y="37"/>
                  </a:lnTo>
                  <a:lnTo>
                    <a:pt x="1" y="39"/>
                  </a:lnTo>
                  <a:lnTo>
                    <a:pt x="2" y="40"/>
                  </a:lnTo>
                  <a:lnTo>
                    <a:pt x="4" y="42"/>
                  </a:lnTo>
                  <a:lnTo>
                    <a:pt x="5" y="40"/>
                  </a:lnTo>
                  <a:lnTo>
                    <a:pt x="7" y="39"/>
                  </a:lnTo>
                  <a:lnTo>
                    <a:pt x="8" y="39"/>
                  </a:lnTo>
                  <a:lnTo>
                    <a:pt x="18" y="6"/>
                  </a:lnTo>
                  <a:lnTo>
                    <a:pt x="18" y="4"/>
                  </a:lnTo>
                  <a:lnTo>
                    <a:pt x="18" y="3"/>
                  </a:lnTo>
                  <a:lnTo>
                    <a:pt x="17" y="1"/>
                  </a:lnTo>
                  <a:lnTo>
                    <a:pt x="15" y="0"/>
                  </a:lnTo>
                  <a:lnTo>
                    <a:pt x="14" y="0"/>
                  </a:lnTo>
                  <a:lnTo>
                    <a:pt x="13" y="1"/>
                  </a:lnTo>
                  <a:lnTo>
                    <a:pt x="11" y="3"/>
                  </a:lnTo>
                  <a:lnTo>
                    <a:pt x="10" y="4"/>
                  </a:lnTo>
                  <a:lnTo>
                    <a:pt x="0" y="37"/>
                  </a:lnTo>
                  <a:close/>
                </a:path>
              </a:pathLst>
            </a:custGeom>
            <a:solidFill>
              <a:srgbClr val="000000">
                <a:alpha val="100000"/>
              </a:srgbClr>
            </a:solidFill>
            <a:ln w="9525">
              <a:noFill/>
            </a:ln>
          </p:spPr>
          <p:txBody>
            <a:bodyPr/>
            <a:p>
              <a:endParaRPr lang="zh-CN" altLang="en-US"/>
            </a:p>
          </p:txBody>
        </p:sp>
        <p:sp>
          <p:nvSpPr>
            <p:cNvPr id="91263" name="Freeform 38"/>
            <p:cNvSpPr/>
            <p:nvPr/>
          </p:nvSpPr>
          <p:spPr>
            <a:xfrm>
              <a:off x="1362" y="2218"/>
              <a:ext cx="19" cy="42"/>
            </a:xfrm>
            <a:custGeom>
              <a:avLst/>
              <a:gdLst/>
              <a:ahLst/>
              <a:cxnLst>
                <a:cxn ang="0">
                  <a:pos x="0" y="38"/>
                </a:cxn>
                <a:cxn ang="0">
                  <a:pos x="0" y="39"/>
                </a:cxn>
                <a:cxn ang="0">
                  <a:pos x="0" y="40"/>
                </a:cxn>
                <a:cxn ang="0">
                  <a:pos x="2" y="42"/>
                </a:cxn>
                <a:cxn ang="0">
                  <a:pos x="3" y="42"/>
                </a:cxn>
                <a:cxn ang="0">
                  <a:pos x="5" y="42"/>
                </a:cxn>
                <a:cxn ang="0">
                  <a:pos x="6" y="42"/>
                </a:cxn>
                <a:cxn ang="0">
                  <a:pos x="8" y="40"/>
                </a:cxn>
                <a:cxn ang="0">
                  <a:pos x="9" y="39"/>
                </a:cxn>
                <a:cxn ang="0">
                  <a:pos x="19" y="6"/>
                </a:cxn>
                <a:cxn ang="0">
                  <a:pos x="19" y="4"/>
                </a:cxn>
                <a:cxn ang="0">
                  <a:pos x="19" y="3"/>
                </a:cxn>
                <a:cxn ang="0">
                  <a:pos x="18" y="1"/>
                </a:cxn>
                <a:cxn ang="0">
                  <a:pos x="16" y="0"/>
                </a:cxn>
                <a:cxn ang="0">
                  <a:pos x="15" y="0"/>
                </a:cxn>
                <a:cxn ang="0">
                  <a:pos x="13" y="1"/>
                </a:cxn>
                <a:cxn ang="0">
                  <a:pos x="12" y="3"/>
                </a:cxn>
                <a:cxn ang="0">
                  <a:pos x="10" y="4"/>
                </a:cxn>
                <a:cxn ang="0">
                  <a:pos x="0" y="38"/>
                </a:cxn>
              </a:cxnLst>
              <a:pathLst>
                <a:path w="19" h="42">
                  <a:moveTo>
                    <a:pt x="0" y="38"/>
                  </a:moveTo>
                  <a:lnTo>
                    <a:pt x="0" y="39"/>
                  </a:lnTo>
                  <a:lnTo>
                    <a:pt x="0" y="40"/>
                  </a:lnTo>
                  <a:lnTo>
                    <a:pt x="2" y="42"/>
                  </a:lnTo>
                  <a:lnTo>
                    <a:pt x="3" y="42"/>
                  </a:lnTo>
                  <a:lnTo>
                    <a:pt x="5" y="42"/>
                  </a:lnTo>
                  <a:lnTo>
                    <a:pt x="6" y="42"/>
                  </a:lnTo>
                  <a:lnTo>
                    <a:pt x="8" y="40"/>
                  </a:lnTo>
                  <a:lnTo>
                    <a:pt x="9" y="39"/>
                  </a:lnTo>
                  <a:lnTo>
                    <a:pt x="19" y="6"/>
                  </a:lnTo>
                  <a:lnTo>
                    <a:pt x="19" y="4"/>
                  </a:lnTo>
                  <a:lnTo>
                    <a:pt x="19" y="3"/>
                  </a:lnTo>
                  <a:lnTo>
                    <a:pt x="18" y="1"/>
                  </a:lnTo>
                  <a:lnTo>
                    <a:pt x="16" y="0"/>
                  </a:lnTo>
                  <a:lnTo>
                    <a:pt x="15" y="0"/>
                  </a:lnTo>
                  <a:lnTo>
                    <a:pt x="13" y="1"/>
                  </a:lnTo>
                  <a:lnTo>
                    <a:pt x="12" y="3"/>
                  </a:lnTo>
                  <a:lnTo>
                    <a:pt x="10" y="4"/>
                  </a:lnTo>
                  <a:lnTo>
                    <a:pt x="0" y="38"/>
                  </a:lnTo>
                  <a:close/>
                </a:path>
              </a:pathLst>
            </a:custGeom>
            <a:solidFill>
              <a:srgbClr val="000000">
                <a:alpha val="100000"/>
              </a:srgbClr>
            </a:solidFill>
            <a:ln w="9525">
              <a:noFill/>
            </a:ln>
          </p:spPr>
          <p:txBody>
            <a:bodyPr/>
            <a:p>
              <a:endParaRPr lang="zh-CN" altLang="en-US"/>
            </a:p>
          </p:txBody>
        </p:sp>
        <p:sp>
          <p:nvSpPr>
            <p:cNvPr id="91264" name="Freeform 39"/>
            <p:cNvSpPr/>
            <p:nvPr/>
          </p:nvSpPr>
          <p:spPr>
            <a:xfrm>
              <a:off x="1381" y="2160"/>
              <a:ext cx="19" cy="42"/>
            </a:xfrm>
            <a:custGeom>
              <a:avLst/>
              <a:gdLst/>
              <a:ahLst/>
              <a:cxnLst>
                <a:cxn ang="0">
                  <a:pos x="0" y="38"/>
                </a:cxn>
                <a:cxn ang="0">
                  <a:pos x="0" y="39"/>
                </a:cxn>
                <a:cxn ang="0">
                  <a:pos x="0" y="41"/>
                </a:cxn>
                <a:cxn ang="0">
                  <a:pos x="2" y="42"/>
                </a:cxn>
                <a:cxn ang="0">
                  <a:pos x="3" y="42"/>
                </a:cxn>
                <a:cxn ang="0">
                  <a:pos x="4" y="42"/>
                </a:cxn>
                <a:cxn ang="0">
                  <a:pos x="6" y="42"/>
                </a:cxn>
                <a:cxn ang="0">
                  <a:pos x="7" y="41"/>
                </a:cxn>
                <a:cxn ang="0">
                  <a:pos x="9" y="39"/>
                </a:cxn>
                <a:cxn ang="0">
                  <a:pos x="19" y="6"/>
                </a:cxn>
                <a:cxn ang="0">
                  <a:pos x="19" y="4"/>
                </a:cxn>
                <a:cxn ang="0">
                  <a:pos x="19" y="3"/>
                </a:cxn>
                <a:cxn ang="0">
                  <a:pos x="17" y="2"/>
                </a:cxn>
                <a:cxn ang="0">
                  <a:pos x="16" y="0"/>
                </a:cxn>
                <a:cxn ang="0">
                  <a:pos x="15" y="0"/>
                </a:cxn>
                <a:cxn ang="0">
                  <a:pos x="13" y="2"/>
                </a:cxn>
                <a:cxn ang="0">
                  <a:pos x="12" y="3"/>
                </a:cxn>
                <a:cxn ang="0">
                  <a:pos x="10" y="4"/>
                </a:cxn>
                <a:cxn ang="0">
                  <a:pos x="0" y="38"/>
                </a:cxn>
              </a:cxnLst>
              <a:pathLst>
                <a:path w="19" h="42">
                  <a:moveTo>
                    <a:pt x="0" y="38"/>
                  </a:moveTo>
                  <a:lnTo>
                    <a:pt x="0" y="39"/>
                  </a:lnTo>
                  <a:lnTo>
                    <a:pt x="0" y="41"/>
                  </a:lnTo>
                  <a:lnTo>
                    <a:pt x="2" y="42"/>
                  </a:lnTo>
                  <a:lnTo>
                    <a:pt x="3" y="42"/>
                  </a:lnTo>
                  <a:lnTo>
                    <a:pt x="4" y="42"/>
                  </a:lnTo>
                  <a:lnTo>
                    <a:pt x="6" y="42"/>
                  </a:lnTo>
                  <a:lnTo>
                    <a:pt x="7" y="41"/>
                  </a:lnTo>
                  <a:lnTo>
                    <a:pt x="9" y="39"/>
                  </a:lnTo>
                  <a:lnTo>
                    <a:pt x="19" y="6"/>
                  </a:lnTo>
                  <a:lnTo>
                    <a:pt x="19" y="4"/>
                  </a:lnTo>
                  <a:lnTo>
                    <a:pt x="19" y="3"/>
                  </a:lnTo>
                  <a:lnTo>
                    <a:pt x="17" y="2"/>
                  </a:lnTo>
                  <a:lnTo>
                    <a:pt x="16" y="0"/>
                  </a:lnTo>
                  <a:lnTo>
                    <a:pt x="15" y="0"/>
                  </a:lnTo>
                  <a:lnTo>
                    <a:pt x="13" y="2"/>
                  </a:lnTo>
                  <a:lnTo>
                    <a:pt x="12" y="3"/>
                  </a:lnTo>
                  <a:lnTo>
                    <a:pt x="10" y="4"/>
                  </a:lnTo>
                  <a:lnTo>
                    <a:pt x="0" y="38"/>
                  </a:lnTo>
                  <a:close/>
                </a:path>
              </a:pathLst>
            </a:custGeom>
            <a:solidFill>
              <a:srgbClr val="000000">
                <a:alpha val="100000"/>
              </a:srgbClr>
            </a:solidFill>
            <a:ln w="9525">
              <a:noFill/>
            </a:ln>
          </p:spPr>
          <p:txBody>
            <a:bodyPr/>
            <a:p>
              <a:endParaRPr lang="zh-CN" altLang="en-US"/>
            </a:p>
          </p:txBody>
        </p:sp>
        <p:sp>
          <p:nvSpPr>
            <p:cNvPr id="91265" name="Freeform 40"/>
            <p:cNvSpPr/>
            <p:nvPr/>
          </p:nvSpPr>
          <p:spPr>
            <a:xfrm>
              <a:off x="1400" y="2111"/>
              <a:ext cx="16" cy="33"/>
            </a:xfrm>
            <a:custGeom>
              <a:avLst/>
              <a:gdLst/>
              <a:ahLst/>
              <a:cxnLst>
                <a:cxn ang="0">
                  <a:pos x="0" y="29"/>
                </a:cxn>
                <a:cxn ang="0">
                  <a:pos x="0" y="30"/>
                </a:cxn>
                <a:cxn ang="0">
                  <a:pos x="0" y="32"/>
                </a:cxn>
                <a:cxn ang="0">
                  <a:pos x="1" y="33"/>
                </a:cxn>
                <a:cxn ang="0">
                  <a:pos x="3" y="33"/>
                </a:cxn>
                <a:cxn ang="0">
                  <a:pos x="4" y="33"/>
                </a:cxn>
                <a:cxn ang="0">
                  <a:pos x="6" y="33"/>
                </a:cxn>
                <a:cxn ang="0">
                  <a:pos x="7" y="32"/>
                </a:cxn>
                <a:cxn ang="0">
                  <a:pos x="9" y="30"/>
                </a:cxn>
                <a:cxn ang="0">
                  <a:pos x="16" y="6"/>
                </a:cxn>
                <a:cxn ang="0">
                  <a:pos x="16" y="4"/>
                </a:cxn>
                <a:cxn ang="0">
                  <a:pos x="14" y="3"/>
                </a:cxn>
                <a:cxn ang="0">
                  <a:pos x="13" y="1"/>
                </a:cxn>
                <a:cxn ang="0">
                  <a:pos x="11" y="0"/>
                </a:cxn>
                <a:cxn ang="0">
                  <a:pos x="10" y="1"/>
                </a:cxn>
                <a:cxn ang="0">
                  <a:pos x="9" y="3"/>
                </a:cxn>
                <a:cxn ang="0">
                  <a:pos x="7" y="4"/>
                </a:cxn>
                <a:cxn ang="0">
                  <a:pos x="0" y="29"/>
                </a:cxn>
              </a:cxnLst>
              <a:pathLst>
                <a:path w="16" h="33">
                  <a:moveTo>
                    <a:pt x="0" y="29"/>
                  </a:moveTo>
                  <a:lnTo>
                    <a:pt x="0" y="30"/>
                  </a:lnTo>
                  <a:lnTo>
                    <a:pt x="0" y="32"/>
                  </a:lnTo>
                  <a:lnTo>
                    <a:pt x="1" y="33"/>
                  </a:lnTo>
                  <a:lnTo>
                    <a:pt x="3" y="33"/>
                  </a:lnTo>
                  <a:lnTo>
                    <a:pt x="4" y="33"/>
                  </a:lnTo>
                  <a:lnTo>
                    <a:pt x="6" y="33"/>
                  </a:lnTo>
                  <a:lnTo>
                    <a:pt x="7" y="32"/>
                  </a:lnTo>
                  <a:lnTo>
                    <a:pt x="9" y="30"/>
                  </a:lnTo>
                  <a:lnTo>
                    <a:pt x="16" y="6"/>
                  </a:lnTo>
                  <a:lnTo>
                    <a:pt x="16" y="4"/>
                  </a:lnTo>
                  <a:lnTo>
                    <a:pt x="14" y="3"/>
                  </a:lnTo>
                  <a:lnTo>
                    <a:pt x="13" y="1"/>
                  </a:lnTo>
                  <a:lnTo>
                    <a:pt x="11" y="0"/>
                  </a:lnTo>
                  <a:lnTo>
                    <a:pt x="10" y="1"/>
                  </a:lnTo>
                  <a:lnTo>
                    <a:pt x="9" y="3"/>
                  </a:lnTo>
                  <a:lnTo>
                    <a:pt x="7" y="4"/>
                  </a:lnTo>
                  <a:lnTo>
                    <a:pt x="0" y="29"/>
                  </a:lnTo>
                  <a:close/>
                </a:path>
              </a:pathLst>
            </a:custGeom>
            <a:solidFill>
              <a:srgbClr val="000000">
                <a:alpha val="100000"/>
              </a:srgbClr>
            </a:solidFill>
            <a:ln w="9525">
              <a:noFill/>
            </a:ln>
          </p:spPr>
          <p:txBody>
            <a:bodyPr/>
            <a:p>
              <a:endParaRPr lang="zh-CN" altLang="en-US"/>
            </a:p>
          </p:txBody>
        </p:sp>
      </p:grpSp>
      <p:sp>
        <p:nvSpPr>
          <p:cNvPr id="91162" name="Line 45"/>
          <p:cNvSpPr/>
          <p:nvPr/>
        </p:nvSpPr>
        <p:spPr>
          <a:xfrm flipV="1">
            <a:off x="5219700" y="2244725"/>
            <a:ext cx="2263775" cy="20638"/>
          </a:xfrm>
          <a:prstGeom prst="line">
            <a:avLst/>
          </a:prstGeom>
          <a:ln w="14288" cap="flat" cmpd="sng">
            <a:solidFill>
              <a:srgbClr val="000000"/>
            </a:solidFill>
            <a:prstDash val="solid"/>
            <a:headEnd type="none" w="med" len="med"/>
            <a:tailEnd type="none" w="med" len="med"/>
          </a:ln>
        </p:spPr>
      </p:sp>
      <p:sp>
        <p:nvSpPr>
          <p:cNvPr id="91163" name="Line 46"/>
          <p:cNvSpPr/>
          <p:nvPr/>
        </p:nvSpPr>
        <p:spPr>
          <a:xfrm>
            <a:off x="7483475" y="2243138"/>
            <a:ext cx="100013" cy="314325"/>
          </a:xfrm>
          <a:prstGeom prst="line">
            <a:avLst/>
          </a:prstGeom>
          <a:ln w="14288" cap="flat" cmpd="sng">
            <a:solidFill>
              <a:srgbClr val="000000"/>
            </a:solidFill>
            <a:prstDash val="solid"/>
            <a:headEnd type="none" w="med" len="med"/>
            <a:tailEnd type="none" w="med" len="med"/>
          </a:ln>
        </p:spPr>
      </p:sp>
      <p:sp>
        <p:nvSpPr>
          <p:cNvPr id="91164" name="Line 47"/>
          <p:cNvSpPr/>
          <p:nvPr/>
        </p:nvSpPr>
        <p:spPr>
          <a:xfrm flipV="1">
            <a:off x="7596188" y="2565400"/>
            <a:ext cx="936625" cy="0"/>
          </a:xfrm>
          <a:prstGeom prst="line">
            <a:avLst/>
          </a:prstGeom>
          <a:ln w="14288" cap="flat" cmpd="sng">
            <a:solidFill>
              <a:srgbClr val="000000"/>
            </a:solidFill>
            <a:prstDash val="solid"/>
            <a:headEnd type="none" w="med" len="med"/>
            <a:tailEnd type="none" w="med" len="med"/>
          </a:ln>
        </p:spPr>
      </p:sp>
      <p:grpSp>
        <p:nvGrpSpPr>
          <p:cNvPr id="91165" name="Group 51"/>
          <p:cNvGrpSpPr/>
          <p:nvPr/>
        </p:nvGrpSpPr>
        <p:grpSpPr>
          <a:xfrm>
            <a:off x="1517650" y="1330325"/>
            <a:ext cx="801688" cy="315913"/>
            <a:chOff x="1159" y="1618"/>
            <a:chExt cx="505" cy="199"/>
          </a:xfrm>
        </p:grpSpPr>
        <p:sp>
          <p:nvSpPr>
            <p:cNvPr id="91258" name="Line 52"/>
            <p:cNvSpPr/>
            <p:nvPr/>
          </p:nvSpPr>
          <p:spPr>
            <a:xfrm>
              <a:off x="1222" y="1816"/>
              <a:ext cx="253" cy="1"/>
            </a:xfrm>
            <a:prstGeom prst="line">
              <a:avLst/>
            </a:prstGeom>
            <a:ln w="14288" cap="flat" cmpd="sng">
              <a:solidFill>
                <a:srgbClr val="000000"/>
              </a:solidFill>
              <a:prstDash val="solid"/>
              <a:headEnd type="none" w="med" len="med"/>
              <a:tailEnd type="none" w="med" len="med"/>
            </a:ln>
          </p:spPr>
        </p:sp>
        <p:sp>
          <p:nvSpPr>
            <p:cNvPr id="91259" name="Line 53"/>
            <p:cNvSpPr/>
            <p:nvPr/>
          </p:nvSpPr>
          <p:spPr>
            <a:xfrm flipH="1" flipV="1">
              <a:off x="1159" y="1618"/>
              <a:ext cx="63" cy="198"/>
            </a:xfrm>
            <a:prstGeom prst="line">
              <a:avLst/>
            </a:prstGeom>
            <a:ln w="14288" cap="flat" cmpd="sng">
              <a:solidFill>
                <a:srgbClr val="000000"/>
              </a:solidFill>
              <a:prstDash val="solid"/>
              <a:headEnd type="none" w="med" len="med"/>
              <a:tailEnd type="none" w="med" len="med"/>
            </a:ln>
          </p:spPr>
        </p:sp>
        <p:sp>
          <p:nvSpPr>
            <p:cNvPr id="91260" name="Line 54"/>
            <p:cNvSpPr/>
            <p:nvPr/>
          </p:nvSpPr>
          <p:spPr>
            <a:xfrm flipV="1">
              <a:off x="1475" y="1618"/>
              <a:ext cx="62" cy="198"/>
            </a:xfrm>
            <a:prstGeom prst="line">
              <a:avLst/>
            </a:prstGeom>
            <a:ln w="14288" cap="flat" cmpd="sng">
              <a:solidFill>
                <a:srgbClr val="000000"/>
              </a:solidFill>
              <a:prstDash val="solid"/>
              <a:headEnd type="none" w="med" len="med"/>
              <a:tailEnd type="none" w="med" len="med"/>
            </a:ln>
          </p:spPr>
        </p:sp>
        <p:sp>
          <p:nvSpPr>
            <p:cNvPr id="91261" name="Line 55"/>
            <p:cNvSpPr/>
            <p:nvPr/>
          </p:nvSpPr>
          <p:spPr>
            <a:xfrm>
              <a:off x="1537" y="1618"/>
              <a:ext cx="127" cy="1"/>
            </a:xfrm>
            <a:prstGeom prst="line">
              <a:avLst/>
            </a:prstGeom>
            <a:ln w="14288" cap="flat" cmpd="sng">
              <a:solidFill>
                <a:srgbClr val="000000"/>
              </a:solidFill>
              <a:prstDash val="solid"/>
              <a:headEnd type="none" w="med" len="med"/>
              <a:tailEnd type="none" w="med" len="med"/>
            </a:ln>
          </p:spPr>
        </p:sp>
      </p:grpSp>
      <p:grpSp>
        <p:nvGrpSpPr>
          <p:cNvPr id="91166" name="Group 56"/>
          <p:cNvGrpSpPr/>
          <p:nvPr/>
        </p:nvGrpSpPr>
        <p:grpSpPr>
          <a:xfrm>
            <a:off x="2319338" y="1330325"/>
            <a:ext cx="801687" cy="315913"/>
            <a:chOff x="1664" y="1618"/>
            <a:chExt cx="505" cy="199"/>
          </a:xfrm>
        </p:grpSpPr>
        <p:sp>
          <p:nvSpPr>
            <p:cNvPr id="91254" name="Line 57"/>
            <p:cNvSpPr/>
            <p:nvPr/>
          </p:nvSpPr>
          <p:spPr>
            <a:xfrm>
              <a:off x="1728" y="1816"/>
              <a:ext cx="252" cy="1"/>
            </a:xfrm>
            <a:prstGeom prst="line">
              <a:avLst/>
            </a:prstGeom>
            <a:ln w="14288" cap="flat" cmpd="sng">
              <a:solidFill>
                <a:srgbClr val="000000"/>
              </a:solidFill>
              <a:prstDash val="solid"/>
              <a:headEnd type="none" w="med" len="med"/>
              <a:tailEnd type="none" w="med" len="med"/>
            </a:ln>
          </p:spPr>
        </p:sp>
        <p:sp>
          <p:nvSpPr>
            <p:cNvPr id="91255" name="Line 58"/>
            <p:cNvSpPr/>
            <p:nvPr/>
          </p:nvSpPr>
          <p:spPr>
            <a:xfrm flipH="1" flipV="1">
              <a:off x="1664" y="1618"/>
              <a:ext cx="64" cy="198"/>
            </a:xfrm>
            <a:prstGeom prst="line">
              <a:avLst/>
            </a:prstGeom>
            <a:ln w="14288" cap="flat" cmpd="sng">
              <a:solidFill>
                <a:srgbClr val="000000"/>
              </a:solidFill>
              <a:prstDash val="solid"/>
              <a:headEnd type="none" w="med" len="med"/>
              <a:tailEnd type="none" w="med" len="med"/>
            </a:ln>
          </p:spPr>
        </p:sp>
        <p:sp>
          <p:nvSpPr>
            <p:cNvPr id="91256" name="Line 59"/>
            <p:cNvSpPr/>
            <p:nvPr/>
          </p:nvSpPr>
          <p:spPr>
            <a:xfrm flipV="1">
              <a:off x="1980" y="1618"/>
              <a:ext cx="62" cy="198"/>
            </a:xfrm>
            <a:prstGeom prst="line">
              <a:avLst/>
            </a:prstGeom>
            <a:ln w="14288" cap="flat" cmpd="sng">
              <a:solidFill>
                <a:srgbClr val="000000"/>
              </a:solidFill>
              <a:prstDash val="solid"/>
              <a:headEnd type="none" w="med" len="med"/>
              <a:tailEnd type="none" w="med" len="med"/>
            </a:ln>
          </p:spPr>
        </p:sp>
        <p:sp>
          <p:nvSpPr>
            <p:cNvPr id="91257" name="Line 60"/>
            <p:cNvSpPr/>
            <p:nvPr/>
          </p:nvSpPr>
          <p:spPr>
            <a:xfrm>
              <a:off x="2042" y="1618"/>
              <a:ext cx="127" cy="1"/>
            </a:xfrm>
            <a:prstGeom prst="line">
              <a:avLst/>
            </a:prstGeom>
            <a:ln w="14288" cap="flat" cmpd="sng">
              <a:solidFill>
                <a:srgbClr val="000000"/>
              </a:solidFill>
              <a:prstDash val="solid"/>
              <a:headEnd type="none" w="med" len="med"/>
              <a:tailEnd type="none" w="med" len="med"/>
            </a:ln>
          </p:spPr>
        </p:sp>
      </p:grpSp>
      <p:sp>
        <p:nvSpPr>
          <p:cNvPr id="91167" name="Line 61"/>
          <p:cNvSpPr/>
          <p:nvPr/>
        </p:nvSpPr>
        <p:spPr>
          <a:xfrm flipH="1">
            <a:off x="1116013" y="1330325"/>
            <a:ext cx="401637" cy="1588"/>
          </a:xfrm>
          <a:prstGeom prst="line">
            <a:avLst/>
          </a:prstGeom>
          <a:ln w="14288" cap="flat" cmpd="sng">
            <a:solidFill>
              <a:srgbClr val="000000"/>
            </a:solidFill>
            <a:prstDash val="solid"/>
            <a:headEnd type="none" w="med" len="med"/>
            <a:tailEnd type="none" w="med" len="med"/>
          </a:ln>
        </p:spPr>
      </p:sp>
      <p:sp>
        <p:nvSpPr>
          <p:cNvPr id="91168" name="Line 62"/>
          <p:cNvSpPr/>
          <p:nvPr/>
        </p:nvSpPr>
        <p:spPr>
          <a:xfrm flipV="1">
            <a:off x="4859338" y="1331913"/>
            <a:ext cx="3751262" cy="9525"/>
          </a:xfrm>
          <a:prstGeom prst="line">
            <a:avLst/>
          </a:prstGeom>
          <a:ln w="14288" cap="flat" cmpd="sng">
            <a:solidFill>
              <a:srgbClr val="000000"/>
            </a:solidFill>
            <a:prstDash val="solid"/>
            <a:headEnd type="none" w="med" len="med"/>
            <a:tailEnd type="none" w="med" len="med"/>
          </a:ln>
        </p:spPr>
      </p:sp>
      <p:sp>
        <p:nvSpPr>
          <p:cNvPr id="91169" name="Rectangle 64"/>
          <p:cNvSpPr/>
          <p:nvPr/>
        </p:nvSpPr>
        <p:spPr>
          <a:xfrm>
            <a:off x="1593850" y="1282700"/>
            <a:ext cx="296863"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CW</a:t>
            </a:r>
            <a:endParaRPr lang="en-US" altLang="zh-CN" sz="1800" b="0" dirty="0">
              <a:solidFill>
                <a:schemeClr val="tx1"/>
              </a:solidFill>
              <a:latin typeface="Arial" panose="020B0604020202020204" pitchFamily="34" charset="0"/>
            </a:endParaRPr>
          </a:p>
        </p:txBody>
      </p:sp>
      <p:sp>
        <p:nvSpPr>
          <p:cNvPr id="91170" name="Rectangle 66"/>
          <p:cNvSpPr/>
          <p:nvPr/>
        </p:nvSpPr>
        <p:spPr>
          <a:xfrm>
            <a:off x="2484438" y="1333500"/>
            <a:ext cx="3302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N=5</a:t>
            </a:r>
            <a:endParaRPr lang="en-US" altLang="zh-CN" sz="1800" b="0" dirty="0">
              <a:solidFill>
                <a:schemeClr val="tx1"/>
              </a:solidFill>
              <a:latin typeface="Arial" panose="020B0604020202020204" pitchFamily="34" charset="0"/>
            </a:endParaRPr>
          </a:p>
        </p:txBody>
      </p:sp>
      <p:grpSp>
        <p:nvGrpSpPr>
          <p:cNvPr id="91171" name="Group 67"/>
          <p:cNvGrpSpPr/>
          <p:nvPr/>
        </p:nvGrpSpPr>
        <p:grpSpPr>
          <a:xfrm>
            <a:off x="1382713" y="855663"/>
            <a:ext cx="603250" cy="315912"/>
            <a:chOff x="1095" y="1320"/>
            <a:chExt cx="380" cy="199"/>
          </a:xfrm>
        </p:grpSpPr>
        <p:sp>
          <p:nvSpPr>
            <p:cNvPr id="91250" name="Line 68"/>
            <p:cNvSpPr/>
            <p:nvPr/>
          </p:nvSpPr>
          <p:spPr>
            <a:xfrm>
              <a:off x="1159" y="1320"/>
              <a:ext cx="125" cy="1"/>
            </a:xfrm>
            <a:prstGeom prst="line">
              <a:avLst/>
            </a:prstGeom>
            <a:ln w="14288" cap="flat" cmpd="sng">
              <a:solidFill>
                <a:srgbClr val="000000"/>
              </a:solidFill>
              <a:prstDash val="solid"/>
              <a:headEnd type="none" w="med" len="med"/>
              <a:tailEnd type="none" w="med" len="med"/>
            </a:ln>
          </p:spPr>
        </p:sp>
        <p:sp>
          <p:nvSpPr>
            <p:cNvPr id="91251" name="Line 69"/>
            <p:cNvSpPr/>
            <p:nvPr/>
          </p:nvSpPr>
          <p:spPr>
            <a:xfrm flipH="1">
              <a:off x="1095" y="1320"/>
              <a:ext cx="64" cy="198"/>
            </a:xfrm>
            <a:prstGeom prst="line">
              <a:avLst/>
            </a:prstGeom>
            <a:ln w="14288" cap="flat" cmpd="sng">
              <a:solidFill>
                <a:srgbClr val="000000"/>
              </a:solidFill>
              <a:prstDash val="solid"/>
              <a:headEnd type="none" w="med" len="med"/>
              <a:tailEnd type="none" w="med" len="med"/>
            </a:ln>
          </p:spPr>
        </p:sp>
        <p:sp>
          <p:nvSpPr>
            <p:cNvPr id="91252" name="Line 70"/>
            <p:cNvSpPr/>
            <p:nvPr/>
          </p:nvSpPr>
          <p:spPr>
            <a:xfrm>
              <a:off x="1284" y="1320"/>
              <a:ext cx="64" cy="198"/>
            </a:xfrm>
            <a:prstGeom prst="line">
              <a:avLst/>
            </a:prstGeom>
            <a:ln w="14288" cap="flat" cmpd="sng">
              <a:solidFill>
                <a:srgbClr val="000000"/>
              </a:solidFill>
              <a:prstDash val="solid"/>
              <a:headEnd type="none" w="med" len="med"/>
              <a:tailEnd type="none" w="med" len="med"/>
            </a:ln>
          </p:spPr>
        </p:sp>
        <p:sp>
          <p:nvSpPr>
            <p:cNvPr id="91253" name="Line 71"/>
            <p:cNvSpPr/>
            <p:nvPr/>
          </p:nvSpPr>
          <p:spPr>
            <a:xfrm>
              <a:off x="1348" y="1518"/>
              <a:ext cx="127" cy="1"/>
            </a:xfrm>
            <a:prstGeom prst="line">
              <a:avLst/>
            </a:prstGeom>
            <a:ln w="14288" cap="flat" cmpd="sng">
              <a:solidFill>
                <a:srgbClr val="000000"/>
              </a:solidFill>
              <a:prstDash val="solid"/>
              <a:headEnd type="none" w="med" len="med"/>
              <a:tailEnd type="none" w="med" len="med"/>
            </a:ln>
          </p:spPr>
        </p:sp>
      </p:grpSp>
      <p:grpSp>
        <p:nvGrpSpPr>
          <p:cNvPr id="91172" name="Group 72"/>
          <p:cNvGrpSpPr/>
          <p:nvPr/>
        </p:nvGrpSpPr>
        <p:grpSpPr>
          <a:xfrm>
            <a:off x="1985963" y="855663"/>
            <a:ext cx="600075" cy="315912"/>
            <a:chOff x="1475" y="1320"/>
            <a:chExt cx="378" cy="199"/>
          </a:xfrm>
        </p:grpSpPr>
        <p:sp>
          <p:nvSpPr>
            <p:cNvPr id="91246" name="Line 73"/>
            <p:cNvSpPr/>
            <p:nvPr/>
          </p:nvSpPr>
          <p:spPr>
            <a:xfrm>
              <a:off x="1537" y="1320"/>
              <a:ext cx="127" cy="1"/>
            </a:xfrm>
            <a:prstGeom prst="line">
              <a:avLst/>
            </a:prstGeom>
            <a:ln w="14288" cap="flat" cmpd="sng">
              <a:solidFill>
                <a:srgbClr val="000000"/>
              </a:solidFill>
              <a:prstDash val="solid"/>
              <a:headEnd type="none" w="med" len="med"/>
              <a:tailEnd type="none" w="med" len="med"/>
            </a:ln>
          </p:spPr>
        </p:sp>
        <p:sp>
          <p:nvSpPr>
            <p:cNvPr id="91247" name="Line 74"/>
            <p:cNvSpPr/>
            <p:nvPr/>
          </p:nvSpPr>
          <p:spPr>
            <a:xfrm flipH="1">
              <a:off x="1475" y="1320"/>
              <a:ext cx="62" cy="198"/>
            </a:xfrm>
            <a:prstGeom prst="line">
              <a:avLst/>
            </a:prstGeom>
            <a:ln w="14288" cap="flat" cmpd="sng">
              <a:solidFill>
                <a:srgbClr val="000000"/>
              </a:solidFill>
              <a:prstDash val="solid"/>
              <a:headEnd type="none" w="med" len="med"/>
              <a:tailEnd type="none" w="med" len="med"/>
            </a:ln>
          </p:spPr>
        </p:sp>
        <p:sp>
          <p:nvSpPr>
            <p:cNvPr id="91248" name="Line 75"/>
            <p:cNvSpPr/>
            <p:nvPr/>
          </p:nvSpPr>
          <p:spPr>
            <a:xfrm>
              <a:off x="1664" y="1320"/>
              <a:ext cx="64" cy="198"/>
            </a:xfrm>
            <a:prstGeom prst="line">
              <a:avLst/>
            </a:prstGeom>
            <a:ln w="14288" cap="flat" cmpd="sng">
              <a:solidFill>
                <a:srgbClr val="000000"/>
              </a:solidFill>
              <a:prstDash val="solid"/>
              <a:headEnd type="none" w="med" len="med"/>
              <a:tailEnd type="none" w="med" len="med"/>
            </a:ln>
          </p:spPr>
        </p:sp>
        <p:sp>
          <p:nvSpPr>
            <p:cNvPr id="91249" name="Line 76"/>
            <p:cNvSpPr/>
            <p:nvPr/>
          </p:nvSpPr>
          <p:spPr>
            <a:xfrm>
              <a:off x="1728" y="1518"/>
              <a:ext cx="125" cy="1"/>
            </a:xfrm>
            <a:prstGeom prst="line">
              <a:avLst/>
            </a:prstGeom>
            <a:ln w="14288" cap="flat" cmpd="sng">
              <a:solidFill>
                <a:srgbClr val="000000"/>
              </a:solidFill>
              <a:prstDash val="solid"/>
              <a:headEnd type="none" w="med" len="med"/>
              <a:tailEnd type="none" w="med" len="med"/>
            </a:ln>
          </p:spPr>
        </p:sp>
      </p:grpSp>
      <p:grpSp>
        <p:nvGrpSpPr>
          <p:cNvPr id="91173" name="Group 77"/>
          <p:cNvGrpSpPr/>
          <p:nvPr/>
        </p:nvGrpSpPr>
        <p:grpSpPr>
          <a:xfrm>
            <a:off x="2586038" y="855663"/>
            <a:ext cx="603250" cy="315912"/>
            <a:chOff x="1853" y="1320"/>
            <a:chExt cx="380" cy="199"/>
          </a:xfrm>
        </p:grpSpPr>
        <p:sp>
          <p:nvSpPr>
            <p:cNvPr id="91242" name="Line 78"/>
            <p:cNvSpPr/>
            <p:nvPr/>
          </p:nvSpPr>
          <p:spPr>
            <a:xfrm>
              <a:off x="1917" y="1320"/>
              <a:ext cx="125" cy="1"/>
            </a:xfrm>
            <a:prstGeom prst="line">
              <a:avLst/>
            </a:prstGeom>
            <a:ln w="14288" cap="flat" cmpd="sng">
              <a:solidFill>
                <a:srgbClr val="000000"/>
              </a:solidFill>
              <a:prstDash val="solid"/>
              <a:headEnd type="none" w="med" len="med"/>
              <a:tailEnd type="none" w="med" len="med"/>
            </a:ln>
          </p:spPr>
        </p:sp>
        <p:sp>
          <p:nvSpPr>
            <p:cNvPr id="91243" name="Line 79"/>
            <p:cNvSpPr/>
            <p:nvPr/>
          </p:nvSpPr>
          <p:spPr>
            <a:xfrm flipH="1">
              <a:off x="1853" y="1320"/>
              <a:ext cx="64" cy="198"/>
            </a:xfrm>
            <a:prstGeom prst="line">
              <a:avLst/>
            </a:prstGeom>
            <a:ln w="14288" cap="flat" cmpd="sng">
              <a:solidFill>
                <a:srgbClr val="000000"/>
              </a:solidFill>
              <a:prstDash val="solid"/>
              <a:headEnd type="none" w="med" len="med"/>
              <a:tailEnd type="none" w="med" len="med"/>
            </a:ln>
          </p:spPr>
        </p:sp>
        <p:sp>
          <p:nvSpPr>
            <p:cNvPr id="91244" name="Line 80"/>
            <p:cNvSpPr/>
            <p:nvPr/>
          </p:nvSpPr>
          <p:spPr>
            <a:xfrm>
              <a:off x="2042" y="1320"/>
              <a:ext cx="64" cy="198"/>
            </a:xfrm>
            <a:prstGeom prst="line">
              <a:avLst/>
            </a:prstGeom>
            <a:ln w="14288" cap="flat" cmpd="sng">
              <a:solidFill>
                <a:srgbClr val="000000"/>
              </a:solidFill>
              <a:prstDash val="solid"/>
              <a:headEnd type="none" w="med" len="med"/>
              <a:tailEnd type="none" w="med" len="med"/>
            </a:ln>
          </p:spPr>
        </p:sp>
        <p:sp>
          <p:nvSpPr>
            <p:cNvPr id="91245" name="Line 81"/>
            <p:cNvSpPr/>
            <p:nvPr/>
          </p:nvSpPr>
          <p:spPr>
            <a:xfrm>
              <a:off x="2106" y="1518"/>
              <a:ext cx="127" cy="1"/>
            </a:xfrm>
            <a:prstGeom prst="line">
              <a:avLst/>
            </a:prstGeom>
            <a:ln w="14288" cap="flat" cmpd="sng">
              <a:solidFill>
                <a:srgbClr val="000000"/>
              </a:solidFill>
              <a:prstDash val="solid"/>
              <a:headEnd type="none" w="med" len="med"/>
              <a:tailEnd type="none" w="med" len="med"/>
            </a:ln>
          </p:spPr>
        </p:sp>
      </p:grpSp>
      <p:grpSp>
        <p:nvGrpSpPr>
          <p:cNvPr id="91174" name="Group 82"/>
          <p:cNvGrpSpPr/>
          <p:nvPr/>
        </p:nvGrpSpPr>
        <p:grpSpPr>
          <a:xfrm>
            <a:off x="3765550" y="855663"/>
            <a:ext cx="600075" cy="315912"/>
            <a:chOff x="2233" y="1320"/>
            <a:chExt cx="378" cy="199"/>
          </a:xfrm>
        </p:grpSpPr>
        <p:sp>
          <p:nvSpPr>
            <p:cNvPr id="91238" name="Line 83"/>
            <p:cNvSpPr/>
            <p:nvPr/>
          </p:nvSpPr>
          <p:spPr>
            <a:xfrm>
              <a:off x="2295" y="1320"/>
              <a:ext cx="127" cy="1"/>
            </a:xfrm>
            <a:prstGeom prst="line">
              <a:avLst/>
            </a:prstGeom>
            <a:ln w="14288" cap="flat" cmpd="sng">
              <a:solidFill>
                <a:srgbClr val="000000"/>
              </a:solidFill>
              <a:prstDash val="solid"/>
              <a:headEnd type="none" w="med" len="med"/>
              <a:tailEnd type="none" w="med" len="med"/>
            </a:ln>
          </p:spPr>
        </p:sp>
        <p:sp>
          <p:nvSpPr>
            <p:cNvPr id="91239" name="Line 84"/>
            <p:cNvSpPr/>
            <p:nvPr/>
          </p:nvSpPr>
          <p:spPr>
            <a:xfrm flipH="1">
              <a:off x="2233" y="1320"/>
              <a:ext cx="62" cy="198"/>
            </a:xfrm>
            <a:prstGeom prst="line">
              <a:avLst/>
            </a:prstGeom>
            <a:ln w="14288" cap="flat" cmpd="sng">
              <a:solidFill>
                <a:srgbClr val="000000"/>
              </a:solidFill>
              <a:prstDash val="solid"/>
              <a:headEnd type="none" w="med" len="med"/>
              <a:tailEnd type="none" w="med" len="med"/>
            </a:ln>
          </p:spPr>
        </p:sp>
        <p:sp>
          <p:nvSpPr>
            <p:cNvPr id="91240" name="Line 85"/>
            <p:cNvSpPr/>
            <p:nvPr/>
          </p:nvSpPr>
          <p:spPr>
            <a:xfrm>
              <a:off x="2422" y="1320"/>
              <a:ext cx="63" cy="198"/>
            </a:xfrm>
            <a:prstGeom prst="line">
              <a:avLst/>
            </a:prstGeom>
            <a:ln w="14288" cap="flat" cmpd="sng">
              <a:solidFill>
                <a:srgbClr val="000000"/>
              </a:solidFill>
              <a:prstDash val="solid"/>
              <a:headEnd type="none" w="med" len="med"/>
              <a:tailEnd type="none" w="med" len="med"/>
            </a:ln>
          </p:spPr>
        </p:sp>
        <p:sp>
          <p:nvSpPr>
            <p:cNvPr id="91241" name="Line 86"/>
            <p:cNvSpPr/>
            <p:nvPr/>
          </p:nvSpPr>
          <p:spPr>
            <a:xfrm>
              <a:off x="2485" y="1518"/>
              <a:ext cx="126" cy="1"/>
            </a:xfrm>
            <a:prstGeom prst="line">
              <a:avLst/>
            </a:prstGeom>
            <a:ln w="14288" cap="flat" cmpd="sng">
              <a:solidFill>
                <a:srgbClr val="000000"/>
              </a:solidFill>
              <a:prstDash val="solid"/>
              <a:headEnd type="none" w="med" len="med"/>
              <a:tailEnd type="none" w="med" len="med"/>
            </a:ln>
          </p:spPr>
        </p:sp>
      </p:grpSp>
      <p:grpSp>
        <p:nvGrpSpPr>
          <p:cNvPr id="91175" name="Group 87"/>
          <p:cNvGrpSpPr/>
          <p:nvPr/>
        </p:nvGrpSpPr>
        <p:grpSpPr>
          <a:xfrm>
            <a:off x="4365625" y="855663"/>
            <a:ext cx="603250" cy="315912"/>
            <a:chOff x="2611" y="1320"/>
            <a:chExt cx="380" cy="199"/>
          </a:xfrm>
        </p:grpSpPr>
        <p:sp>
          <p:nvSpPr>
            <p:cNvPr id="91234" name="Line 88"/>
            <p:cNvSpPr/>
            <p:nvPr/>
          </p:nvSpPr>
          <p:spPr>
            <a:xfrm>
              <a:off x="2674" y="1320"/>
              <a:ext cx="126" cy="1"/>
            </a:xfrm>
            <a:prstGeom prst="line">
              <a:avLst/>
            </a:prstGeom>
            <a:ln w="14288" cap="flat" cmpd="sng">
              <a:solidFill>
                <a:srgbClr val="000000"/>
              </a:solidFill>
              <a:prstDash val="solid"/>
              <a:headEnd type="none" w="med" len="med"/>
              <a:tailEnd type="none" w="med" len="med"/>
            </a:ln>
          </p:spPr>
        </p:sp>
        <p:sp>
          <p:nvSpPr>
            <p:cNvPr id="91235" name="Line 89"/>
            <p:cNvSpPr/>
            <p:nvPr/>
          </p:nvSpPr>
          <p:spPr>
            <a:xfrm flipH="1">
              <a:off x="2611" y="1320"/>
              <a:ext cx="63" cy="198"/>
            </a:xfrm>
            <a:prstGeom prst="line">
              <a:avLst/>
            </a:prstGeom>
            <a:ln w="14288" cap="flat" cmpd="sng">
              <a:solidFill>
                <a:srgbClr val="000000"/>
              </a:solidFill>
              <a:prstDash val="solid"/>
              <a:headEnd type="none" w="med" len="med"/>
              <a:tailEnd type="none" w="med" len="med"/>
            </a:ln>
          </p:spPr>
        </p:sp>
        <p:sp>
          <p:nvSpPr>
            <p:cNvPr id="91236" name="Line 90"/>
            <p:cNvSpPr/>
            <p:nvPr/>
          </p:nvSpPr>
          <p:spPr>
            <a:xfrm>
              <a:off x="2800" y="1320"/>
              <a:ext cx="64" cy="198"/>
            </a:xfrm>
            <a:prstGeom prst="line">
              <a:avLst/>
            </a:prstGeom>
            <a:ln w="14288" cap="flat" cmpd="sng">
              <a:solidFill>
                <a:srgbClr val="000000"/>
              </a:solidFill>
              <a:prstDash val="solid"/>
              <a:headEnd type="none" w="med" len="med"/>
              <a:tailEnd type="none" w="med" len="med"/>
            </a:ln>
          </p:spPr>
        </p:sp>
        <p:sp>
          <p:nvSpPr>
            <p:cNvPr id="91237" name="Line 91"/>
            <p:cNvSpPr/>
            <p:nvPr/>
          </p:nvSpPr>
          <p:spPr>
            <a:xfrm>
              <a:off x="2864" y="1518"/>
              <a:ext cx="127" cy="1"/>
            </a:xfrm>
            <a:prstGeom prst="line">
              <a:avLst/>
            </a:prstGeom>
            <a:ln w="14288" cap="flat" cmpd="sng">
              <a:solidFill>
                <a:srgbClr val="000000"/>
              </a:solidFill>
              <a:prstDash val="solid"/>
              <a:headEnd type="none" w="med" len="med"/>
              <a:tailEnd type="none" w="med" len="med"/>
            </a:ln>
          </p:spPr>
        </p:sp>
      </p:grpSp>
      <p:grpSp>
        <p:nvGrpSpPr>
          <p:cNvPr id="91176" name="Group 92"/>
          <p:cNvGrpSpPr/>
          <p:nvPr/>
        </p:nvGrpSpPr>
        <p:grpSpPr>
          <a:xfrm>
            <a:off x="4968875" y="855663"/>
            <a:ext cx="600075" cy="315912"/>
            <a:chOff x="2991" y="1320"/>
            <a:chExt cx="378" cy="199"/>
          </a:xfrm>
        </p:grpSpPr>
        <p:sp>
          <p:nvSpPr>
            <p:cNvPr id="91230" name="Line 93"/>
            <p:cNvSpPr/>
            <p:nvPr/>
          </p:nvSpPr>
          <p:spPr>
            <a:xfrm>
              <a:off x="3053" y="1320"/>
              <a:ext cx="127" cy="1"/>
            </a:xfrm>
            <a:prstGeom prst="line">
              <a:avLst/>
            </a:prstGeom>
            <a:ln w="14288" cap="flat" cmpd="sng">
              <a:solidFill>
                <a:srgbClr val="000000"/>
              </a:solidFill>
              <a:prstDash val="solid"/>
              <a:headEnd type="none" w="med" len="med"/>
              <a:tailEnd type="none" w="med" len="med"/>
            </a:ln>
          </p:spPr>
        </p:sp>
        <p:sp>
          <p:nvSpPr>
            <p:cNvPr id="91231" name="Line 94"/>
            <p:cNvSpPr/>
            <p:nvPr/>
          </p:nvSpPr>
          <p:spPr>
            <a:xfrm flipH="1">
              <a:off x="2991" y="1320"/>
              <a:ext cx="62" cy="198"/>
            </a:xfrm>
            <a:prstGeom prst="line">
              <a:avLst/>
            </a:prstGeom>
            <a:ln w="14288" cap="flat" cmpd="sng">
              <a:solidFill>
                <a:srgbClr val="000000"/>
              </a:solidFill>
              <a:prstDash val="solid"/>
              <a:headEnd type="none" w="med" len="med"/>
              <a:tailEnd type="none" w="med" len="med"/>
            </a:ln>
          </p:spPr>
        </p:sp>
        <p:sp>
          <p:nvSpPr>
            <p:cNvPr id="91232" name="Line 95"/>
            <p:cNvSpPr/>
            <p:nvPr/>
          </p:nvSpPr>
          <p:spPr>
            <a:xfrm>
              <a:off x="3180" y="1320"/>
              <a:ext cx="63" cy="198"/>
            </a:xfrm>
            <a:prstGeom prst="line">
              <a:avLst/>
            </a:prstGeom>
            <a:ln w="14288" cap="flat" cmpd="sng">
              <a:solidFill>
                <a:srgbClr val="000000"/>
              </a:solidFill>
              <a:prstDash val="solid"/>
              <a:headEnd type="none" w="med" len="med"/>
              <a:tailEnd type="none" w="med" len="med"/>
            </a:ln>
          </p:spPr>
        </p:sp>
        <p:sp>
          <p:nvSpPr>
            <p:cNvPr id="91233" name="Line 96"/>
            <p:cNvSpPr/>
            <p:nvPr/>
          </p:nvSpPr>
          <p:spPr>
            <a:xfrm>
              <a:off x="3243" y="1518"/>
              <a:ext cx="126" cy="1"/>
            </a:xfrm>
            <a:prstGeom prst="line">
              <a:avLst/>
            </a:prstGeom>
            <a:ln w="14288" cap="flat" cmpd="sng">
              <a:solidFill>
                <a:srgbClr val="000000"/>
              </a:solidFill>
              <a:prstDash val="solid"/>
              <a:headEnd type="none" w="med" len="med"/>
              <a:tailEnd type="none" w="med" len="med"/>
            </a:ln>
          </p:spPr>
        </p:sp>
      </p:grpSp>
      <p:grpSp>
        <p:nvGrpSpPr>
          <p:cNvPr id="91177" name="Group 97"/>
          <p:cNvGrpSpPr/>
          <p:nvPr/>
        </p:nvGrpSpPr>
        <p:grpSpPr>
          <a:xfrm>
            <a:off x="5568950" y="855663"/>
            <a:ext cx="601663" cy="315912"/>
            <a:chOff x="3369" y="1320"/>
            <a:chExt cx="379" cy="199"/>
          </a:xfrm>
        </p:grpSpPr>
        <p:sp>
          <p:nvSpPr>
            <p:cNvPr id="91226" name="Line 98"/>
            <p:cNvSpPr/>
            <p:nvPr/>
          </p:nvSpPr>
          <p:spPr>
            <a:xfrm>
              <a:off x="3432" y="1320"/>
              <a:ext cx="126" cy="1"/>
            </a:xfrm>
            <a:prstGeom prst="line">
              <a:avLst/>
            </a:prstGeom>
            <a:ln w="14288" cap="flat" cmpd="sng">
              <a:solidFill>
                <a:srgbClr val="000000"/>
              </a:solidFill>
              <a:prstDash val="solid"/>
              <a:headEnd type="none" w="med" len="med"/>
              <a:tailEnd type="none" w="med" len="med"/>
            </a:ln>
          </p:spPr>
        </p:sp>
        <p:sp>
          <p:nvSpPr>
            <p:cNvPr id="91227" name="Line 99"/>
            <p:cNvSpPr/>
            <p:nvPr/>
          </p:nvSpPr>
          <p:spPr>
            <a:xfrm flipH="1">
              <a:off x="3369" y="1320"/>
              <a:ext cx="63" cy="198"/>
            </a:xfrm>
            <a:prstGeom prst="line">
              <a:avLst/>
            </a:prstGeom>
            <a:ln w="14288" cap="flat" cmpd="sng">
              <a:solidFill>
                <a:srgbClr val="000000"/>
              </a:solidFill>
              <a:prstDash val="solid"/>
              <a:headEnd type="none" w="med" len="med"/>
              <a:tailEnd type="none" w="med" len="med"/>
            </a:ln>
          </p:spPr>
        </p:sp>
        <p:sp>
          <p:nvSpPr>
            <p:cNvPr id="91228" name="Line 100"/>
            <p:cNvSpPr/>
            <p:nvPr/>
          </p:nvSpPr>
          <p:spPr>
            <a:xfrm>
              <a:off x="3558" y="1320"/>
              <a:ext cx="63" cy="198"/>
            </a:xfrm>
            <a:prstGeom prst="line">
              <a:avLst/>
            </a:prstGeom>
            <a:ln w="14288" cap="flat" cmpd="sng">
              <a:solidFill>
                <a:srgbClr val="000000"/>
              </a:solidFill>
              <a:prstDash val="solid"/>
              <a:headEnd type="none" w="med" len="med"/>
              <a:tailEnd type="none" w="med" len="med"/>
            </a:ln>
          </p:spPr>
        </p:sp>
        <p:sp>
          <p:nvSpPr>
            <p:cNvPr id="91229" name="Line 101"/>
            <p:cNvSpPr/>
            <p:nvPr/>
          </p:nvSpPr>
          <p:spPr>
            <a:xfrm>
              <a:off x="3621" y="1518"/>
              <a:ext cx="127" cy="1"/>
            </a:xfrm>
            <a:prstGeom prst="line">
              <a:avLst/>
            </a:prstGeom>
            <a:ln w="14288" cap="flat" cmpd="sng">
              <a:solidFill>
                <a:srgbClr val="000000"/>
              </a:solidFill>
              <a:prstDash val="solid"/>
              <a:headEnd type="none" w="med" len="med"/>
              <a:tailEnd type="none" w="med" len="med"/>
            </a:ln>
          </p:spPr>
        </p:sp>
      </p:grpSp>
      <p:grpSp>
        <p:nvGrpSpPr>
          <p:cNvPr id="91178" name="Group 102"/>
          <p:cNvGrpSpPr/>
          <p:nvPr/>
        </p:nvGrpSpPr>
        <p:grpSpPr>
          <a:xfrm>
            <a:off x="6170613" y="855663"/>
            <a:ext cx="601662" cy="315912"/>
            <a:chOff x="3748" y="1320"/>
            <a:chExt cx="379" cy="199"/>
          </a:xfrm>
        </p:grpSpPr>
        <p:sp>
          <p:nvSpPr>
            <p:cNvPr id="91222" name="Line 103"/>
            <p:cNvSpPr/>
            <p:nvPr/>
          </p:nvSpPr>
          <p:spPr>
            <a:xfrm>
              <a:off x="3811" y="1320"/>
              <a:ext cx="127" cy="1"/>
            </a:xfrm>
            <a:prstGeom prst="line">
              <a:avLst/>
            </a:prstGeom>
            <a:ln w="14288" cap="flat" cmpd="sng">
              <a:solidFill>
                <a:srgbClr val="000000"/>
              </a:solidFill>
              <a:prstDash val="solid"/>
              <a:headEnd type="none" w="med" len="med"/>
              <a:tailEnd type="none" w="med" len="med"/>
            </a:ln>
          </p:spPr>
        </p:sp>
        <p:sp>
          <p:nvSpPr>
            <p:cNvPr id="91223" name="Line 104"/>
            <p:cNvSpPr/>
            <p:nvPr/>
          </p:nvSpPr>
          <p:spPr>
            <a:xfrm flipH="1">
              <a:off x="3748" y="1320"/>
              <a:ext cx="63" cy="198"/>
            </a:xfrm>
            <a:prstGeom prst="line">
              <a:avLst/>
            </a:prstGeom>
            <a:ln w="14288" cap="flat" cmpd="sng">
              <a:solidFill>
                <a:srgbClr val="000000"/>
              </a:solidFill>
              <a:prstDash val="solid"/>
              <a:headEnd type="none" w="med" len="med"/>
              <a:tailEnd type="none" w="med" len="med"/>
            </a:ln>
          </p:spPr>
        </p:sp>
        <p:sp>
          <p:nvSpPr>
            <p:cNvPr id="91224" name="Line 105"/>
            <p:cNvSpPr/>
            <p:nvPr/>
          </p:nvSpPr>
          <p:spPr>
            <a:xfrm>
              <a:off x="3938" y="1320"/>
              <a:ext cx="63" cy="198"/>
            </a:xfrm>
            <a:prstGeom prst="line">
              <a:avLst/>
            </a:prstGeom>
            <a:ln w="14288" cap="flat" cmpd="sng">
              <a:solidFill>
                <a:srgbClr val="000000"/>
              </a:solidFill>
              <a:prstDash val="solid"/>
              <a:headEnd type="none" w="med" len="med"/>
              <a:tailEnd type="none" w="med" len="med"/>
            </a:ln>
          </p:spPr>
        </p:sp>
        <p:sp>
          <p:nvSpPr>
            <p:cNvPr id="91225" name="Line 106"/>
            <p:cNvSpPr/>
            <p:nvPr/>
          </p:nvSpPr>
          <p:spPr>
            <a:xfrm>
              <a:off x="4001" y="1518"/>
              <a:ext cx="126" cy="1"/>
            </a:xfrm>
            <a:prstGeom prst="line">
              <a:avLst/>
            </a:prstGeom>
            <a:ln w="14288" cap="flat" cmpd="sng">
              <a:solidFill>
                <a:srgbClr val="000000"/>
              </a:solidFill>
              <a:prstDash val="solid"/>
              <a:headEnd type="none" w="med" len="med"/>
              <a:tailEnd type="none" w="med" len="med"/>
            </a:ln>
          </p:spPr>
        </p:sp>
      </p:grpSp>
      <p:grpSp>
        <p:nvGrpSpPr>
          <p:cNvPr id="91179" name="Group 107"/>
          <p:cNvGrpSpPr/>
          <p:nvPr/>
        </p:nvGrpSpPr>
        <p:grpSpPr>
          <a:xfrm>
            <a:off x="6772275" y="855663"/>
            <a:ext cx="601663" cy="315912"/>
            <a:chOff x="4127" y="1320"/>
            <a:chExt cx="379" cy="199"/>
          </a:xfrm>
        </p:grpSpPr>
        <p:sp>
          <p:nvSpPr>
            <p:cNvPr id="91218" name="Line 108"/>
            <p:cNvSpPr/>
            <p:nvPr/>
          </p:nvSpPr>
          <p:spPr>
            <a:xfrm>
              <a:off x="4190" y="1320"/>
              <a:ext cx="126" cy="1"/>
            </a:xfrm>
            <a:prstGeom prst="line">
              <a:avLst/>
            </a:prstGeom>
            <a:ln w="14288" cap="flat" cmpd="sng">
              <a:solidFill>
                <a:srgbClr val="000000"/>
              </a:solidFill>
              <a:prstDash val="solid"/>
              <a:headEnd type="none" w="med" len="med"/>
              <a:tailEnd type="none" w="med" len="med"/>
            </a:ln>
          </p:spPr>
        </p:sp>
        <p:sp>
          <p:nvSpPr>
            <p:cNvPr id="91219" name="Line 109"/>
            <p:cNvSpPr/>
            <p:nvPr/>
          </p:nvSpPr>
          <p:spPr>
            <a:xfrm flipH="1">
              <a:off x="4127" y="1320"/>
              <a:ext cx="63" cy="198"/>
            </a:xfrm>
            <a:prstGeom prst="line">
              <a:avLst/>
            </a:prstGeom>
            <a:ln w="14288" cap="flat" cmpd="sng">
              <a:solidFill>
                <a:srgbClr val="000000"/>
              </a:solidFill>
              <a:prstDash val="solid"/>
              <a:headEnd type="none" w="med" len="med"/>
              <a:tailEnd type="none" w="med" len="med"/>
            </a:ln>
          </p:spPr>
        </p:sp>
        <p:sp>
          <p:nvSpPr>
            <p:cNvPr id="91220" name="Line 110"/>
            <p:cNvSpPr/>
            <p:nvPr/>
          </p:nvSpPr>
          <p:spPr>
            <a:xfrm>
              <a:off x="4316" y="1320"/>
              <a:ext cx="63" cy="198"/>
            </a:xfrm>
            <a:prstGeom prst="line">
              <a:avLst/>
            </a:prstGeom>
            <a:ln w="14288" cap="flat" cmpd="sng">
              <a:solidFill>
                <a:srgbClr val="000000"/>
              </a:solidFill>
              <a:prstDash val="solid"/>
              <a:headEnd type="none" w="med" len="med"/>
              <a:tailEnd type="none" w="med" len="med"/>
            </a:ln>
          </p:spPr>
        </p:sp>
        <p:sp>
          <p:nvSpPr>
            <p:cNvPr id="91221" name="Line 111"/>
            <p:cNvSpPr/>
            <p:nvPr/>
          </p:nvSpPr>
          <p:spPr>
            <a:xfrm>
              <a:off x="4379" y="1518"/>
              <a:ext cx="127" cy="1"/>
            </a:xfrm>
            <a:prstGeom prst="line">
              <a:avLst/>
            </a:prstGeom>
            <a:ln w="14288" cap="flat" cmpd="sng">
              <a:solidFill>
                <a:srgbClr val="000000"/>
              </a:solidFill>
              <a:prstDash val="solid"/>
              <a:headEnd type="none" w="med" len="med"/>
              <a:tailEnd type="none" w="med" len="med"/>
            </a:ln>
          </p:spPr>
        </p:sp>
      </p:grpSp>
      <p:grpSp>
        <p:nvGrpSpPr>
          <p:cNvPr id="91180" name="Group 112"/>
          <p:cNvGrpSpPr/>
          <p:nvPr/>
        </p:nvGrpSpPr>
        <p:grpSpPr>
          <a:xfrm>
            <a:off x="7373938" y="855663"/>
            <a:ext cx="600075" cy="315912"/>
            <a:chOff x="4506" y="1320"/>
            <a:chExt cx="378" cy="199"/>
          </a:xfrm>
        </p:grpSpPr>
        <p:sp>
          <p:nvSpPr>
            <p:cNvPr id="91214" name="Line 113"/>
            <p:cNvSpPr/>
            <p:nvPr/>
          </p:nvSpPr>
          <p:spPr>
            <a:xfrm>
              <a:off x="4568" y="1320"/>
              <a:ext cx="127" cy="1"/>
            </a:xfrm>
            <a:prstGeom prst="line">
              <a:avLst/>
            </a:prstGeom>
            <a:ln w="14288" cap="flat" cmpd="sng">
              <a:solidFill>
                <a:srgbClr val="000000"/>
              </a:solidFill>
              <a:prstDash val="solid"/>
              <a:headEnd type="none" w="med" len="med"/>
              <a:tailEnd type="none" w="med" len="med"/>
            </a:ln>
          </p:spPr>
        </p:sp>
        <p:sp>
          <p:nvSpPr>
            <p:cNvPr id="91215" name="Line 114"/>
            <p:cNvSpPr/>
            <p:nvPr/>
          </p:nvSpPr>
          <p:spPr>
            <a:xfrm flipH="1">
              <a:off x="4506" y="1320"/>
              <a:ext cx="62" cy="198"/>
            </a:xfrm>
            <a:prstGeom prst="line">
              <a:avLst/>
            </a:prstGeom>
            <a:ln w="14288" cap="flat" cmpd="sng">
              <a:solidFill>
                <a:srgbClr val="000000"/>
              </a:solidFill>
              <a:prstDash val="solid"/>
              <a:headEnd type="none" w="med" len="med"/>
              <a:tailEnd type="none" w="med" len="med"/>
            </a:ln>
          </p:spPr>
        </p:sp>
        <p:sp>
          <p:nvSpPr>
            <p:cNvPr id="91216" name="Line 115"/>
            <p:cNvSpPr/>
            <p:nvPr/>
          </p:nvSpPr>
          <p:spPr>
            <a:xfrm>
              <a:off x="4695" y="1320"/>
              <a:ext cx="64" cy="198"/>
            </a:xfrm>
            <a:prstGeom prst="line">
              <a:avLst/>
            </a:prstGeom>
            <a:ln w="14288" cap="flat" cmpd="sng">
              <a:solidFill>
                <a:srgbClr val="000000"/>
              </a:solidFill>
              <a:prstDash val="solid"/>
              <a:headEnd type="none" w="med" len="med"/>
              <a:tailEnd type="none" w="med" len="med"/>
            </a:ln>
          </p:spPr>
        </p:sp>
        <p:sp>
          <p:nvSpPr>
            <p:cNvPr id="91217" name="Line 116"/>
            <p:cNvSpPr/>
            <p:nvPr/>
          </p:nvSpPr>
          <p:spPr>
            <a:xfrm>
              <a:off x="4759" y="1518"/>
              <a:ext cx="125" cy="1"/>
            </a:xfrm>
            <a:prstGeom prst="line">
              <a:avLst/>
            </a:prstGeom>
            <a:ln w="14288" cap="flat" cmpd="sng">
              <a:solidFill>
                <a:srgbClr val="000000"/>
              </a:solidFill>
              <a:prstDash val="solid"/>
              <a:headEnd type="none" w="med" len="med"/>
              <a:tailEnd type="none" w="med" len="med"/>
            </a:ln>
          </p:spPr>
        </p:sp>
      </p:grpSp>
      <p:grpSp>
        <p:nvGrpSpPr>
          <p:cNvPr id="91181" name="Group 117"/>
          <p:cNvGrpSpPr/>
          <p:nvPr/>
        </p:nvGrpSpPr>
        <p:grpSpPr>
          <a:xfrm>
            <a:off x="7974013" y="855663"/>
            <a:ext cx="603250" cy="315912"/>
            <a:chOff x="4884" y="1320"/>
            <a:chExt cx="380" cy="199"/>
          </a:xfrm>
        </p:grpSpPr>
        <p:sp>
          <p:nvSpPr>
            <p:cNvPr id="91210" name="Line 118"/>
            <p:cNvSpPr/>
            <p:nvPr/>
          </p:nvSpPr>
          <p:spPr>
            <a:xfrm>
              <a:off x="4948" y="1320"/>
              <a:ext cx="126" cy="1"/>
            </a:xfrm>
            <a:prstGeom prst="line">
              <a:avLst/>
            </a:prstGeom>
            <a:ln w="14288" cap="flat" cmpd="sng">
              <a:solidFill>
                <a:srgbClr val="000000"/>
              </a:solidFill>
              <a:prstDash val="solid"/>
              <a:headEnd type="none" w="med" len="med"/>
              <a:tailEnd type="none" w="med" len="med"/>
            </a:ln>
          </p:spPr>
        </p:sp>
        <p:sp>
          <p:nvSpPr>
            <p:cNvPr id="91211" name="Line 119"/>
            <p:cNvSpPr/>
            <p:nvPr/>
          </p:nvSpPr>
          <p:spPr>
            <a:xfrm flipH="1">
              <a:off x="4884" y="1320"/>
              <a:ext cx="64" cy="198"/>
            </a:xfrm>
            <a:prstGeom prst="line">
              <a:avLst/>
            </a:prstGeom>
            <a:ln w="14288" cap="flat" cmpd="sng">
              <a:solidFill>
                <a:srgbClr val="000000"/>
              </a:solidFill>
              <a:prstDash val="solid"/>
              <a:headEnd type="none" w="med" len="med"/>
              <a:tailEnd type="none" w="med" len="med"/>
            </a:ln>
          </p:spPr>
        </p:sp>
        <p:sp>
          <p:nvSpPr>
            <p:cNvPr id="91212" name="Line 120"/>
            <p:cNvSpPr/>
            <p:nvPr/>
          </p:nvSpPr>
          <p:spPr>
            <a:xfrm>
              <a:off x="5074" y="1320"/>
              <a:ext cx="63" cy="198"/>
            </a:xfrm>
            <a:prstGeom prst="line">
              <a:avLst/>
            </a:prstGeom>
            <a:ln w="14288" cap="flat" cmpd="sng">
              <a:solidFill>
                <a:srgbClr val="000000"/>
              </a:solidFill>
              <a:prstDash val="solid"/>
              <a:headEnd type="none" w="med" len="med"/>
              <a:tailEnd type="none" w="med" len="med"/>
            </a:ln>
          </p:spPr>
        </p:sp>
        <p:sp>
          <p:nvSpPr>
            <p:cNvPr id="91213" name="Line 121"/>
            <p:cNvSpPr/>
            <p:nvPr/>
          </p:nvSpPr>
          <p:spPr>
            <a:xfrm>
              <a:off x="5137" y="1518"/>
              <a:ext cx="127" cy="1"/>
            </a:xfrm>
            <a:prstGeom prst="line">
              <a:avLst/>
            </a:prstGeom>
            <a:ln w="14288" cap="flat" cmpd="sng">
              <a:solidFill>
                <a:srgbClr val="000000"/>
              </a:solidFill>
              <a:prstDash val="solid"/>
              <a:headEnd type="none" w="med" len="med"/>
              <a:tailEnd type="none" w="med" len="med"/>
            </a:ln>
          </p:spPr>
        </p:sp>
      </p:grpSp>
      <p:sp>
        <p:nvSpPr>
          <p:cNvPr id="91182" name="Line 122"/>
          <p:cNvSpPr/>
          <p:nvPr/>
        </p:nvSpPr>
        <p:spPr>
          <a:xfrm flipH="1">
            <a:off x="1082675" y="1169988"/>
            <a:ext cx="300038" cy="1587"/>
          </a:xfrm>
          <a:prstGeom prst="line">
            <a:avLst/>
          </a:prstGeom>
          <a:ln w="14288" cap="flat" cmpd="sng">
            <a:solidFill>
              <a:srgbClr val="000000"/>
            </a:solidFill>
            <a:prstDash val="solid"/>
            <a:headEnd type="none" w="med" len="med"/>
            <a:tailEnd type="none" w="med" len="med"/>
          </a:ln>
        </p:spPr>
      </p:sp>
      <p:sp>
        <p:nvSpPr>
          <p:cNvPr id="91183" name="Line 123"/>
          <p:cNvSpPr/>
          <p:nvPr/>
        </p:nvSpPr>
        <p:spPr>
          <a:xfrm>
            <a:off x="2916238" y="825500"/>
            <a:ext cx="0" cy="1728788"/>
          </a:xfrm>
          <a:prstGeom prst="line">
            <a:avLst/>
          </a:prstGeom>
          <a:ln w="9525" cap="flat" cmpd="sng">
            <a:solidFill>
              <a:schemeClr val="tx1"/>
            </a:solidFill>
            <a:prstDash val="dash"/>
            <a:headEnd type="none" w="med" len="med"/>
            <a:tailEnd type="none" w="med" len="med"/>
          </a:ln>
        </p:spPr>
      </p:sp>
      <p:sp>
        <p:nvSpPr>
          <p:cNvPr id="91184" name="Line 124"/>
          <p:cNvSpPr/>
          <p:nvPr/>
        </p:nvSpPr>
        <p:spPr>
          <a:xfrm>
            <a:off x="4140200" y="825500"/>
            <a:ext cx="0" cy="1728788"/>
          </a:xfrm>
          <a:prstGeom prst="line">
            <a:avLst/>
          </a:prstGeom>
          <a:ln w="9525" cap="flat" cmpd="sng">
            <a:solidFill>
              <a:schemeClr val="tx1"/>
            </a:solidFill>
            <a:prstDash val="dash"/>
            <a:headEnd type="none" w="med" len="med"/>
            <a:tailEnd type="none" w="med" len="med"/>
          </a:ln>
        </p:spPr>
      </p:sp>
      <p:sp>
        <p:nvSpPr>
          <p:cNvPr id="91185" name="Line 125"/>
          <p:cNvSpPr/>
          <p:nvPr/>
        </p:nvSpPr>
        <p:spPr>
          <a:xfrm>
            <a:off x="4716463" y="825500"/>
            <a:ext cx="0" cy="1728788"/>
          </a:xfrm>
          <a:prstGeom prst="line">
            <a:avLst/>
          </a:prstGeom>
          <a:ln w="9525" cap="flat" cmpd="sng">
            <a:solidFill>
              <a:schemeClr val="tx1"/>
            </a:solidFill>
            <a:prstDash val="dash"/>
            <a:headEnd type="none" w="med" len="med"/>
            <a:tailEnd type="none" w="med" len="med"/>
          </a:ln>
        </p:spPr>
      </p:sp>
      <p:sp>
        <p:nvSpPr>
          <p:cNvPr id="91186" name="Line 126"/>
          <p:cNvSpPr/>
          <p:nvPr/>
        </p:nvSpPr>
        <p:spPr>
          <a:xfrm>
            <a:off x="5292725" y="825500"/>
            <a:ext cx="0" cy="1728788"/>
          </a:xfrm>
          <a:prstGeom prst="line">
            <a:avLst/>
          </a:prstGeom>
          <a:ln w="9525" cap="flat" cmpd="sng">
            <a:solidFill>
              <a:schemeClr val="tx1"/>
            </a:solidFill>
            <a:prstDash val="dash"/>
            <a:headEnd type="none" w="med" len="med"/>
            <a:tailEnd type="none" w="med" len="med"/>
          </a:ln>
        </p:spPr>
      </p:sp>
      <p:sp>
        <p:nvSpPr>
          <p:cNvPr id="91187" name="Line 127"/>
          <p:cNvSpPr/>
          <p:nvPr/>
        </p:nvSpPr>
        <p:spPr>
          <a:xfrm>
            <a:off x="5940425" y="896938"/>
            <a:ext cx="0" cy="1728787"/>
          </a:xfrm>
          <a:prstGeom prst="line">
            <a:avLst/>
          </a:prstGeom>
          <a:ln w="9525" cap="flat" cmpd="sng">
            <a:solidFill>
              <a:schemeClr val="tx1"/>
            </a:solidFill>
            <a:prstDash val="dash"/>
            <a:headEnd type="none" w="med" len="med"/>
            <a:tailEnd type="none" w="med" len="med"/>
          </a:ln>
        </p:spPr>
      </p:sp>
      <p:sp>
        <p:nvSpPr>
          <p:cNvPr id="91188" name="Line 128"/>
          <p:cNvSpPr/>
          <p:nvPr/>
        </p:nvSpPr>
        <p:spPr>
          <a:xfrm>
            <a:off x="6516688" y="896938"/>
            <a:ext cx="0" cy="1728787"/>
          </a:xfrm>
          <a:prstGeom prst="line">
            <a:avLst/>
          </a:prstGeom>
          <a:ln w="9525" cap="flat" cmpd="sng">
            <a:solidFill>
              <a:schemeClr val="tx1"/>
            </a:solidFill>
            <a:prstDash val="dash"/>
            <a:headEnd type="none" w="med" len="med"/>
            <a:tailEnd type="none" w="med" len="med"/>
          </a:ln>
        </p:spPr>
      </p:sp>
      <p:sp>
        <p:nvSpPr>
          <p:cNvPr id="91189" name="Line 129"/>
          <p:cNvSpPr/>
          <p:nvPr/>
        </p:nvSpPr>
        <p:spPr>
          <a:xfrm>
            <a:off x="7164388" y="896938"/>
            <a:ext cx="0" cy="1728787"/>
          </a:xfrm>
          <a:prstGeom prst="line">
            <a:avLst/>
          </a:prstGeom>
          <a:ln w="9525" cap="flat" cmpd="sng">
            <a:solidFill>
              <a:schemeClr val="tx1"/>
            </a:solidFill>
            <a:prstDash val="dash"/>
            <a:headEnd type="none" w="med" len="med"/>
            <a:tailEnd type="none" w="med" len="med"/>
          </a:ln>
        </p:spPr>
      </p:sp>
      <p:sp>
        <p:nvSpPr>
          <p:cNvPr id="91190" name="Line 130"/>
          <p:cNvSpPr/>
          <p:nvPr/>
        </p:nvSpPr>
        <p:spPr>
          <a:xfrm>
            <a:off x="4067175" y="1330325"/>
            <a:ext cx="101600" cy="314325"/>
          </a:xfrm>
          <a:prstGeom prst="line">
            <a:avLst/>
          </a:prstGeom>
          <a:ln w="14288" cap="flat" cmpd="sng">
            <a:solidFill>
              <a:srgbClr val="000000"/>
            </a:solidFill>
            <a:prstDash val="solid"/>
            <a:headEnd type="none" w="med" len="med"/>
            <a:tailEnd type="none" w="med" len="med"/>
          </a:ln>
        </p:spPr>
      </p:sp>
      <p:sp>
        <p:nvSpPr>
          <p:cNvPr id="91191" name="Line 131"/>
          <p:cNvSpPr/>
          <p:nvPr/>
        </p:nvSpPr>
        <p:spPr>
          <a:xfrm flipV="1">
            <a:off x="4138613" y="1619250"/>
            <a:ext cx="606425" cy="9525"/>
          </a:xfrm>
          <a:prstGeom prst="line">
            <a:avLst/>
          </a:prstGeom>
          <a:ln w="14288" cap="flat" cmpd="sng">
            <a:solidFill>
              <a:srgbClr val="000000"/>
            </a:solidFill>
            <a:prstDash val="solid"/>
            <a:headEnd type="none" w="med" len="med"/>
            <a:tailEnd type="none" w="med" len="med"/>
          </a:ln>
        </p:spPr>
      </p:sp>
      <p:sp>
        <p:nvSpPr>
          <p:cNvPr id="91192" name="Line 132"/>
          <p:cNvSpPr/>
          <p:nvPr/>
        </p:nvSpPr>
        <p:spPr>
          <a:xfrm>
            <a:off x="3059113" y="1341438"/>
            <a:ext cx="1008062" cy="0"/>
          </a:xfrm>
          <a:prstGeom prst="line">
            <a:avLst/>
          </a:prstGeom>
          <a:ln w="14288" cap="flat" cmpd="sng">
            <a:solidFill>
              <a:srgbClr val="000000"/>
            </a:solidFill>
            <a:prstDash val="solid"/>
            <a:headEnd type="none" w="med" len="med"/>
            <a:tailEnd type="none" w="med" len="med"/>
          </a:ln>
        </p:spPr>
      </p:sp>
      <p:sp>
        <p:nvSpPr>
          <p:cNvPr id="91193" name="Line 133"/>
          <p:cNvSpPr/>
          <p:nvPr/>
        </p:nvSpPr>
        <p:spPr>
          <a:xfrm flipH="1">
            <a:off x="4748213" y="1330325"/>
            <a:ext cx="101600" cy="314325"/>
          </a:xfrm>
          <a:prstGeom prst="line">
            <a:avLst/>
          </a:prstGeom>
          <a:ln w="14288" cap="flat" cmpd="sng">
            <a:solidFill>
              <a:srgbClr val="000000"/>
            </a:solidFill>
            <a:prstDash val="solid"/>
            <a:headEnd type="none" w="med" len="med"/>
            <a:tailEnd type="none" w="med" len="med"/>
          </a:ln>
        </p:spPr>
      </p:sp>
      <p:sp>
        <p:nvSpPr>
          <p:cNvPr id="91194" name="Rectangle 134"/>
          <p:cNvSpPr/>
          <p:nvPr/>
        </p:nvSpPr>
        <p:spPr>
          <a:xfrm>
            <a:off x="4284663" y="1330325"/>
            <a:ext cx="3302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dirty="0">
                <a:solidFill>
                  <a:srgbClr val="FF00FF"/>
                </a:solidFill>
                <a:latin typeface="Arial" panose="020B0604020202020204" pitchFamily="34" charset="0"/>
              </a:rPr>
              <a:t>N=6</a:t>
            </a:r>
            <a:endParaRPr lang="en-US" altLang="zh-CN" sz="1800" dirty="0">
              <a:solidFill>
                <a:srgbClr val="FF00FF"/>
              </a:solidFill>
              <a:latin typeface="Arial" panose="020B0604020202020204" pitchFamily="34" charset="0"/>
            </a:endParaRPr>
          </a:p>
        </p:txBody>
      </p:sp>
      <p:sp>
        <p:nvSpPr>
          <p:cNvPr id="91195" name="Line 135"/>
          <p:cNvSpPr/>
          <p:nvPr/>
        </p:nvSpPr>
        <p:spPr>
          <a:xfrm>
            <a:off x="2627313" y="1473200"/>
            <a:ext cx="936625" cy="731838"/>
          </a:xfrm>
          <a:prstGeom prst="line">
            <a:avLst/>
          </a:prstGeom>
          <a:ln w="9525" cap="flat" cmpd="sng">
            <a:solidFill>
              <a:srgbClr val="FF3300"/>
            </a:solidFill>
            <a:prstDash val="solid"/>
            <a:headEnd type="none" w="med" len="med"/>
            <a:tailEnd type="triangle" w="med" len="med"/>
          </a:ln>
        </p:spPr>
      </p:sp>
      <p:sp>
        <p:nvSpPr>
          <p:cNvPr id="91196" name="Line 136"/>
          <p:cNvSpPr/>
          <p:nvPr/>
        </p:nvSpPr>
        <p:spPr>
          <a:xfrm>
            <a:off x="5364163" y="908050"/>
            <a:ext cx="647700" cy="1296988"/>
          </a:xfrm>
          <a:prstGeom prst="line">
            <a:avLst/>
          </a:prstGeom>
          <a:ln w="9525" cap="flat" cmpd="sng">
            <a:solidFill>
              <a:srgbClr val="FF3300"/>
            </a:solidFill>
            <a:prstDash val="solid"/>
            <a:headEnd type="none" w="med" len="med"/>
            <a:tailEnd type="triangle" w="med" len="med"/>
          </a:ln>
        </p:spPr>
      </p:sp>
      <p:sp>
        <p:nvSpPr>
          <p:cNvPr id="91197" name="Line 137"/>
          <p:cNvSpPr/>
          <p:nvPr/>
        </p:nvSpPr>
        <p:spPr>
          <a:xfrm>
            <a:off x="4572000" y="1833563"/>
            <a:ext cx="98425" cy="314325"/>
          </a:xfrm>
          <a:prstGeom prst="line">
            <a:avLst/>
          </a:prstGeom>
          <a:ln w="14288" cap="flat" cmpd="sng">
            <a:solidFill>
              <a:srgbClr val="000000"/>
            </a:solidFill>
            <a:prstDash val="solid"/>
            <a:headEnd type="none" w="med" len="med"/>
            <a:tailEnd type="none" w="med" len="med"/>
          </a:ln>
        </p:spPr>
      </p:sp>
      <p:sp>
        <p:nvSpPr>
          <p:cNvPr id="91198" name="Line 138"/>
          <p:cNvSpPr/>
          <p:nvPr/>
        </p:nvSpPr>
        <p:spPr>
          <a:xfrm>
            <a:off x="4643438" y="2120900"/>
            <a:ext cx="431800" cy="0"/>
          </a:xfrm>
          <a:prstGeom prst="line">
            <a:avLst/>
          </a:prstGeom>
          <a:ln w="14288" cap="flat" cmpd="sng">
            <a:solidFill>
              <a:srgbClr val="000000"/>
            </a:solidFill>
            <a:prstDash val="solid"/>
            <a:headEnd type="none" w="med" len="med"/>
            <a:tailEnd type="none" w="med" len="med"/>
          </a:ln>
        </p:spPr>
      </p:sp>
      <p:sp>
        <p:nvSpPr>
          <p:cNvPr id="91199" name="Line 139"/>
          <p:cNvSpPr/>
          <p:nvPr/>
        </p:nvSpPr>
        <p:spPr>
          <a:xfrm flipV="1">
            <a:off x="5076825" y="1833563"/>
            <a:ext cx="142875" cy="300037"/>
          </a:xfrm>
          <a:prstGeom prst="line">
            <a:avLst/>
          </a:prstGeom>
          <a:ln w="14288" cap="flat" cmpd="sng">
            <a:solidFill>
              <a:srgbClr val="000000"/>
            </a:solidFill>
            <a:prstDash val="solid"/>
            <a:headEnd type="none" w="med" len="med"/>
            <a:tailEnd type="none" w="med" len="med"/>
          </a:ln>
        </p:spPr>
      </p:sp>
      <p:sp>
        <p:nvSpPr>
          <p:cNvPr id="91200" name="Line 140"/>
          <p:cNvSpPr/>
          <p:nvPr/>
        </p:nvSpPr>
        <p:spPr>
          <a:xfrm>
            <a:off x="5219700" y="1833563"/>
            <a:ext cx="2232025" cy="0"/>
          </a:xfrm>
          <a:prstGeom prst="line">
            <a:avLst/>
          </a:prstGeom>
          <a:ln w="14288" cap="flat" cmpd="sng">
            <a:solidFill>
              <a:srgbClr val="000000"/>
            </a:solidFill>
            <a:prstDash val="solid"/>
            <a:headEnd type="none" w="med" len="med"/>
            <a:tailEnd type="none" w="med" len="med"/>
          </a:ln>
        </p:spPr>
      </p:sp>
      <p:sp>
        <p:nvSpPr>
          <p:cNvPr id="91201" name="Rectangle 142"/>
          <p:cNvSpPr/>
          <p:nvPr/>
        </p:nvSpPr>
        <p:spPr>
          <a:xfrm>
            <a:off x="7669213" y="22653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91202" name="Line 144"/>
          <p:cNvSpPr/>
          <p:nvPr/>
        </p:nvSpPr>
        <p:spPr>
          <a:xfrm flipV="1">
            <a:off x="4787900" y="908050"/>
            <a:ext cx="217488" cy="433388"/>
          </a:xfrm>
          <a:prstGeom prst="line">
            <a:avLst/>
          </a:prstGeom>
          <a:ln w="9525" cap="flat" cmpd="sng">
            <a:solidFill>
              <a:srgbClr val="FF3300"/>
            </a:solidFill>
            <a:prstDash val="solid"/>
            <a:headEnd type="none" w="med" len="med"/>
            <a:tailEnd type="triangle" w="med" len="med"/>
          </a:ln>
        </p:spPr>
      </p:sp>
      <p:sp>
        <p:nvSpPr>
          <p:cNvPr id="91203" name="Rectangle 146"/>
          <p:cNvSpPr/>
          <p:nvPr/>
        </p:nvSpPr>
        <p:spPr>
          <a:xfrm>
            <a:off x="4716463" y="2565400"/>
            <a:ext cx="7112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dirty="0">
                <a:solidFill>
                  <a:srgbClr val="FF00FF"/>
                </a:solidFill>
                <a:latin typeface="宋体" panose="02010600030101010101" pitchFamily="2" charset="-122"/>
              </a:rPr>
              <a:t>停止计数</a:t>
            </a:r>
            <a:endParaRPr lang="zh-CN" altLang="en-US" sz="1800" dirty="0">
              <a:solidFill>
                <a:srgbClr val="FF00FF"/>
              </a:solidFill>
              <a:latin typeface="Arial" panose="020B0604020202020204" pitchFamily="34" charset="0"/>
            </a:endParaRPr>
          </a:p>
        </p:txBody>
      </p:sp>
      <p:grpSp>
        <p:nvGrpSpPr>
          <p:cNvPr id="91204" name="Group 77"/>
          <p:cNvGrpSpPr/>
          <p:nvPr/>
        </p:nvGrpSpPr>
        <p:grpSpPr>
          <a:xfrm>
            <a:off x="3186113" y="863600"/>
            <a:ext cx="603250" cy="315913"/>
            <a:chOff x="1853" y="1320"/>
            <a:chExt cx="380" cy="199"/>
          </a:xfrm>
        </p:grpSpPr>
        <p:sp>
          <p:nvSpPr>
            <p:cNvPr id="91206" name="Line 78"/>
            <p:cNvSpPr/>
            <p:nvPr/>
          </p:nvSpPr>
          <p:spPr>
            <a:xfrm>
              <a:off x="1917" y="1320"/>
              <a:ext cx="125" cy="1"/>
            </a:xfrm>
            <a:prstGeom prst="line">
              <a:avLst/>
            </a:prstGeom>
            <a:ln w="14288" cap="flat" cmpd="sng">
              <a:solidFill>
                <a:srgbClr val="000000"/>
              </a:solidFill>
              <a:prstDash val="solid"/>
              <a:headEnd type="none" w="med" len="med"/>
              <a:tailEnd type="none" w="med" len="med"/>
            </a:ln>
          </p:spPr>
        </p:sp>
        <p:sp>
          <p:nvSpPr>
            <p:cNvPr id="91207" name="Line 79"/>
            <p:cNvSpPr/>
            <p:nvPr/>
          </p:nvSpPr>
          <p:spPr>
            <a:xfrm flipH="1">
              <a:off x="1853" y="1320"/>
              <a:ext cx="64" cy="198"/>
            </a:xfrm>
            <a:prstGeom prst="line">
              <a:avLst/>
            </a:prstGeom>
            <a:ln w="14288" cap="flat" cmpd="sng">
              <a:solidFill>
                <a:srgbClr val="000000"/>
              </a:solidFill>
              <a:prstDash val="solid"/>
              <a:headEnd type="none" w="med" len="med"/>
              <a:tailEnd type="none" w="med" len="med"/>
            </a:ln>
          </p:spPr>
        </p:sp>
        <p:sp>
          <p:nvSpPr>
            <p:cNvPr id="91208" name="Line 80"/>
            <p:cNvSpPr/>
            <p:nvPr/>
          </p:nvSpPr>
          <p:spPr>
            <a:xfrm>
              <a:off x="2042" y="1320"/>
              <a:ext cx="64" cy="198"/>
            </a:xfrm>
            <a:prstGeom prst="line">
              <a:avLst/>
            </a:prstGeom>
            <a:ln w="14288" cap="flat" cmpd="sng">
              <a:solidFill>
                <a:srgbClr val="000000"/>
              </a:solidFill>
              <a:prstDash val="solid"/>
              <a:headEnd type="none" w="med" len="med"/>
              <a:tailEnd type="none" w="med" len="med"/>
            </a:ln>
          </p:spPr>
        </p:sp>
        <p:sp>
          <p:nvSpPr>
            <p:cNvPr id="91209" name="Line 81"/>
            <p:cNvSpPr/>
            <p:nvPr/>
          </p:nvSpPr>
          <p:spPr>
            <a:xfrm>
              <a:off x="2106" y="1518"/>
              <a:ext cx="127" cy="1"/>
            </a:xfrm>
            <a:prstGeom prst="line">
              <a:avLst/>
            </a:prstGeom>
            <a:ln w="14288" cap="flat" cmpd="sng">
              <a:solidFill>
                <a:srgbClr val="000000"/>
              </a:solidFill>
              <a:prstDash val="solid"/>
              <a:headEnd type="none" w="med" len="med"/>
              <a:tailEnd type="none" w="med" len="med"/>
            </a:ln>
          </p:spPr>
        </p:sp>
      </p:grpSp>
      <p:sp>
        <p:nvSpPr>
          <p:cNvPr id="91205" name="Line 124"/>
          <p:cNvSpPr/>
          <p:nvPr/>
        </p:nvSpPr>
        <p:spPr>
          <a:xfrm>
            <a:off x="3517900" y="836613"/>
            <a:ext cx="0" cy="1728787"/>
          </a:xfrm>
          <a:prstGeom prst="line">
            <a:avLst/>
          </a:prstGeom>
          <a:ln w="9525" cap="flat" cmpd="sng">
            <a:solidFill>
              <a:schemeClr val="tx1"/>
            </a:solidFill>
            <a:prstDash val="dash"/>
            <a:headEnd type="none" w="med" len="med"/>
            <a:tailEnd type="none" w="med" len="med"/>
          </a:ln>
        </p:spPr>
      </p:sp>
    </p:spTree>
  </p:cSld>
  <p:clrMapOvr>
    <a:masterClrMapping/>
  </p:clrMapOvr>
  <p:transition spd="slow">
    <p:zoom/>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92162" name="Text Box 2"/>
          <p:cNvSpPr txBox="1"/>
          <p:nvPr/>
        </p:nvSpPr>
        <p:spPr>
          <a:xfrm>
            <a:off x="250825" y="260350"/>
            <a:ext cx="8569325" cy="65182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eaLnBrk="1" hangingPunct="1">
              <a:spcBef>
                <a:spcPct val="0"/>
              </a:spcBef>
              <a:spcAft>
                <a:spcPct val="0"/>
              </a:spcAft>
              <a:buClr>
                <a:srgbClr val="CCECFF"/>
              </a:buClr>
              <a:buSzPct val="70000"/>
              <a:buNone/>
            </a:pPr>
            <a:r>
              <a:rPr lang="zh-CN" altLang="en-US" sz="2400" b="0" dirty="0">
                <a:solidFill>
                  <a:schemeClr val="tx1"/>
                </a:solidFill>
                <a:latin typeface="宋体" panose="02010600030101010101" pitchFamily="2" charset="-122"/>
              </a:rPr>
              <a:t>例：设</a:t>
            </a:r>
            <a:r>
              <a:rPr lang="en-US" altLang="zh-CN" sz="2400" b="0" dirty="0">
                <a:solidFill>
                  <a:schemeClr val="tx1"/>
                </a:solidFill>
                <a:latin typeface="宋体" panose="02010600030101010101" pitchFamily="2" charset="-122"/>
              </a:rPr>
              <a:t>8253</a:t>
            </a:r>
            <a:r>
              <a:rPr lang="zh-CN" altLang="en-US" sz="2400" b="0" dirty="0">
                <a:solidFill>
                  <a:schemeClr val="tx1"/>
                </a:solidFill>
                <a:latin typeface="宋体" panose="02010600030101010101" pitchFamily="2" charset="-122"/>
              </a:rPr>
              <a:t>计数器</a:t>
            </a:r>
            <a:r>
              <a:rPr lang="en-US" altLang="zh-CN" sz="2400" b="0" dirty="0">
                <a:solidFill>
                  <a:schemeClr val="tx1"/>
                </a:solidFill>
                <a:latin typeface="宋体" panose="02010600030101010101" pitchFamily="2" charset="-122"/>
              </a:rPr>
              <a:t>2</a:t>
            </a:r>
            <a:r>
              <a:rPr lang="zh-CN" altLang="en-US" sz="2400" b="0" dirty="0">
                <a:solidFill>
                  <a:schemeClr val="tx1"/>
                </a:solidFill>
                <a:latin typeface="宋体" panose="02010600030101010101" pitchFamily="2" charset="-122"/>
              </a:rPr>
              <a:t>工作在方式</a:t>
            </a:r>
            <a:r>
              <a:rPr lang="en-US" altLang="zh-CN" sz="2400" b="0" dirty="0">
                <a:solidFill>
                  <a:schemeClr val="tx1"/>
                </a:solidFill>
                <a:latin typeface="宋体" panose="02010600030101010101" pitchFamily="2" charset="-122"/>
              </a:rPr>
              <a:t>3</a:t>
            </a:r>
            <a:r>
              <a:rPr lang="zh-CN" altLang="en-US" sz="2400" b="0" dirty="0">
                <a:solidFill>
                  <a:schemeClr val="tx1"/>
                </a:solidFill>
                <a:latin typeface="宋体" panose="02010600030101010101" pitchFamily="2" charset="-122"/>
              </a:rPr>
              <a:t>，按十进制计数，计数初值为</a:t>
            </a:r>
            <a:r>
              <a:rPr lang="en-US" altLang="zh-CN" sz="2400" b="0" dirty="0">
                <a:solidFill>
                  <a:schemeClr val="tx1"/>
                </a:solidFill>
                <a:latin typeface="宋体" panose="02010600030101010101" pitchFamily="2" charset="-122"/>
              </a:rPr>
              <a:t>4</a:t>
            </a:r>
            <a:r>
              <a:rPr lang="zh-CN" altLang="en-US" sz="2400" b="0" dirty="0">
                <a:solidFill>
                  <a:schemeClr val="tx1"/>
                </a:solidFill>
                <a:latin typeface="宋体" panose="02010600030101010101" pitchFamily="2" charset="-122"/>
              </a:rPr>
              <a:t>，则它的初始化程序如下：</a:t>
            </a:r>
            <a:endParaRPr lang="zh-CN" altLang="en-US" sz="2400" b="0" dirty="0">
              <a:solidFill>
                <a:schemeClr val="tx1"/>
              </a:solidFill>
              <a:latin typeface="宋体" panose="02010600030101010101" pitchFamily="2" charset="-122"/>
            </a:endParaRPr>
          </a:p>
          <a:p>
            <a:pPr marL="0" lvl="0" indent="0" algn="just" eaLnBrk="1" hangingPunct="1">
              <a:spcBef>
                <a:spcPct val="0"/>
              </a:spcBef>
              <a:spcAft>
                <a:spcPct val="0"/>
              </a:spcAft>
              <a:buClr>
                <a:srgbClr val="CCECFF"/>
              </a:buClr>
              <a:buSzPct val="70000"/>
              <a:buNone/>
            </a:pPr>
            <a:r>
              <a:rPr lang="en-US" altLang="zh-CN" sz="2400" b="0" dirty="0">
                <a:solidFill>
                  <a:schemeClr val="tx1"/>
                </a:solidFill>
                <a:latin typeface="宋体" panose="02010600030101010101" pitchFamily="2" charset="-122"/>
              </a:rPr>
              <a:t>MOV   AL</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10010111B</a:t>
            </a:r>
            <a:r>
              <a:rPr lang="zh-CN" altLang="en-US" sz="2400" b="0" dirty="0">
                <a:solidFill>
                  <a:schemeClr val="tx1"/>
                </a:solidFill>
                <a:latin typeface="宋体" panose="02010600030101010101" pitchFamily="2" charset="-122"/>
              </a:rPr>
              <a:t>；计数器</a:t>
            </a:r>
            <a:r>
              <a:rPr lang="en-US" altLang="zh-CN" sz="2400" b="0" dirty="0">
                <a:solidFill>
                  <a:schemeClr val="tx1"/>
                </a:solidFill>
                <a:latin typeface="宋体" panose="02010600030101010101" pitchFamily="2" charset="-122"/>
              </a:rPr>
              <a:t>2</a:t>
            </a:r>
            <a:r>
              <a:rPr lang="zh-CN" altLang="en-US" sz="2400" b="0" dirty="0">
                <a:solidFill>
                  <a:schemeClr val="tx1"/>
                </a:solidFill>
                <a:latin typeface="宋体" panose="02010600030101010101" pitchFamily="2" charset="-122"/>
              </a:rPr>
              <a:t>，只读</a:t>
            </a:r>
            <a:r>
              <a:rPr lang="en-US" altLang="zh-CN" sz="2400" b="0" dirty="0">
                <a:solidFill>
                  <a:schemeClr val="tx1"/>
                </a:solidFill>
                <a:latin typeface="宋体" panose="02010600030101010101" pitchFamily="2" charset="-122"/>
              </a:rPr>
              <a:t>/</a:t>
            </a:r>
            <a:r>
              <a:rPr lang="zh-CN" altLang="en-US" sz="2400" b="0" dirty="0">
                <a:solidFill>
                  <a:schemeClr val="tx1"/>
                </a:solidFill>
                <a:latin typeface="宋体" panose="02010600030101010101" pitchFamily="2" charset="-122"/>
              </a:rPr>
              <a:t>写低</a:t>
            </a:r>
            <a:r>
              <a:rPr lang="en-US" altLang="zh-CN" sz="2400" b="0" dirty="0">
                <a:solidFill>
                  <a:schemeClr val="tx1"/>
                </a:solidFill>
                <a:latin typeface="宋体" panose="02010600030101010101" pitchFamily="2" charset="-122"/>
              </a:rPr>
              <a:t>8</a:t>
            </a:r>
            <a:r>
              <a:rPr lang="zh-CN" altLang="en-US" sz="2400" b="0" dirty="0">
                <a:solidFill>
                  <a:schemeClr val="tx1"/>
                </a:solidFill>
                <a:latin typeface="宋体" panose="02010600030101010101" pitchFamily="2" charset="-122"/>
              </a:rPr>
              <a:t>位，工作方式</a:t>
            </a:r>
            <a:r>
              <a:rPr lang="en-US" altLang="zh-CN" sz="2400" b="0" dirty="0">
                <a:solidFill>
                  <a:schemeClr val="tx1"/>
                </a:solidFill>
                <a:latin typeface="宋体" panose="02010600030101010101" pitchFamily="2" charset="-122"/>
              </a:rPr>
              <a:t>3</a:t>
            </a:r>
            <a:r>
              <a:rPr lang="zh-CN" altLang="en-US" sz="2400" b="0" dirty="0">
                <a:solidFill>
                  <a:schemeClr val="tx1"/>
                </a:solidFill>
                <a:latin typeface="宋体" panose="02010600030101010101" pitchFamily="2" charset="-122"/>
              </a:rPr>
              <a:t>，十进制</a:t>
            </a:r>
            <a:endParaRPr lang="zh-CN" altLang="en-US" sz="2400" b="0" dirty="0">
              <a:solidFill>
                <a:schemeClr val="tx1"/>
              </a:solidFill>
              <a:latin typeface="宋体" panose="02010600030101010101" pitchFamily="2" charset="-122"/>
            </a:endParaRPr>
          </a:p>
          <a:p>
            <a:pPr marL="0" lvl="0" indent="0" algn="just" eaLnBrk="1" hangingPunct="1">
              <a:spcBef>
                <a:spcPct val="0"/>
              </a:spcBef>
              <a:spcAft>
                <a:spcPct val="0"/>
              </a:spcAft>
              <a:buClr>
                <a:srgbClr val="CCECFF"/>
              </a:buClr>
              <a:buSzPct val="70000"/>
              <a:buNone/>
            </a:pPr>
            <a:r>
              <a:rPr lang="en-US" altLang="zh-CN" sz="2400" b="0" dirty="0">
                <a:solidFill>
                  <a:schemeClr val="tx1"/>
                </a:solidFill>
                <a:latin typeface="宋体" panose="02010600030101010101" pitchFamily="2" charset="-122"/>
              </a:rPr>
              <a:t>OUT   43H</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AL	</a:t>
            </a:r>
            <a:r>
              <a:rPr lang="zh-CN" altLang="en-US" sz="2400" b="0" dirty="0">
                <a:solidFill>
                  <a:schemeClr val="tx1"/>
                </a:solidFill>
                <a:latin typeface="宋体" panose="02010600030101010101" pitchFamily="2" charset="-122"/>
              </a:rPr>
              <a:t>；控制字送控制字寄存器</a:t>
            </a:r>
            <a:endParaRPr lang="zh-CN" altLang="en-US" sz="2400" b="0" dirty="0">
              <a:solidFill>
                <a:schemeClr val="tx1"/>
              </a:solidFill>
              <a:latin typeface="宋体" panose="02010600030101010101" pitchFamily="2" charset="-122"/>
            </a:endParaRPr>
          </a:p>
          <a:p>
            <a:pPr marL="0" lvl="0" indent="0" algn="just" eaLnBrk="1" hangingPunct="1">
              <a:spcBef>
                <a:spcPct val="0"/>
              </a:spcBef>
              <a:spcAft>
                <a:spcPct val="0"/>
              </a:spcAft>
              <a:buClr>
                <a:srgbClr val="CCECFF"/>
              </a:buClr>
              <a:buSzPct val="70000"/>
              <a:buNone/>
            </a:pPr>
            <a:r>
              <a:rPr lang="en-US" altLang="zh-CN" sz="2400" b="0" dirty="0">
                <a:solidFill>
                  <a:schemeClr val="tx1"/>
                </a:solidFill>
                <a:latin typeface="宋体" panose="02010600030101010101" pitchFamily="2" charset="-122"/>
              </a:rPr>
              <a:t>MOV   AL</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4	      </a:t>
            </a:r>
            <a:r>
              <a:rPr lang="zh-CN" altLang="en-US" sz="2400" b="0" dirty="0">
                <a:solidFill>
                  <a:schemeClr val="tx1"/>
                </a:solidFill>
                <a:latin typeface="宋体" panose="02010600030101010101" pitchFamily="2" charset="-122"/>
              </a:rPr>
              <a:t>；送计数初值</a:t>
            </a:r>
            <a:endParaRPr lang="zh-CN" altLang="en-US" sz="2400" b="0" dirty="0">
              <a:solidFill>
                <a:schemeClr val="tx1"/>
              </a:solidFill>
              <a:latin typeface="宋体" panose="02010600030101010101" pitchFamily="2" charset="-122"/>
            </a:endParaRPr>
          </a:p>
          <a:p>
            <a:pPr marL="0" lvl="0" indent="0" algn="just" eaLnBrk="1" hangingPunct="1">
              <a:spcBef>
                <a:spcPct val="0"/>
              </a:spcBef>
              <a:spcAft>
                <a:spcPct val="0"/>
              </a:spcAft>
              <a:buClr>
                <a:srgbClr val="CCECFF"/>
              </a:buClr>
              <a:buSzPct val="70000"/>
              <a:buNone/>
            </a:pPr>
            <a:r>
              <a:rPr lang="en-US" altLang="zh-CN" sz="2400" b="0" dirty="0">
                <a:solidFill>
                  <a:schemeClr val="tx1"/>
                </a:solidFill>
                <a:latin typeface="宋体" panose="02010600030101010101" pitchFamily="2" charset="-122"/>
              </a:rPr>
              <a:t>OUT   42H</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AL</a:t>
            </a:r>
            <a:endParaRPr lang="en-US" altLang="zh-CN" sz="2400" b="0" dirty="0">
              <a:solidFill>
                <a:schemeClr val="tx1"/>
              </a:solidFill>
              <a:latin typeface="宋体" panose="02010600030101010101" pitchFamily="2" charset="-122"/>
            </a:endParaRPr>
          </a:p>
          <a:p>
            <a:pPr marL="0" lvl="0" indent="0" eaLnBrk="1" hangingPunct="1">
              <a:spcBef>
                <a:spcPct val="0"/>
              </a:spcBef>
              <a:spcAft>
                <a:spcPct val="0"/>
              </a:spcAft>
              <a:buClrTx/>
              <a:buSzTx/>
              <a:buFont typeface="Arial" panose="020B0604020202020204" pitchFamily="34" charset="0"/>
              <a:buNone/>
            </a:pPr>
            <a:r>
              <a:rPr lang="zh-CN" altLang="en-US" sz="2400" b="0" dirty="0">
                <a:solidFill>
                  <a:schemeClr val="tx1"/>
                </a:solidFill>
                <a:latin typeface="宋体" panose="02010600030101010101" pitchFamily="2" charset="-122"/>
              </a:rPr>
              <a:t>计数初值为</a:t>
            </a:r>
            <a:r>
              <a:rPr lang="en-US" altLang="zh-CN" sz="2400" b="0" dirty="0">
                <a:solidFill>
                  <a:schemeClr val="tx1"/>
                </a:solidFill>
                <a:latin typeface="宋体" panose="02010600030101010101" pitchFamily="2" charset="-122"/>
              </a:rPr>
              <a:t>1234</a:t>
            </a:r>
            <a:r>
              <a:rPr lang="zh-CN" altLang="en-US" sz="2400" b="0" dirty="0">
                <a:solidFill>
                  <a:schemeClr val="tx1"/>
                </a:solidFill>
                <a:latin typeface="宋体" panose="02010600030101010101" pitchFamily="2" charset="-122"/>
              </a:rPr>
              <a:t>，则它的初始化程序如下：</a:t>
            </a:r>
            <a:endParaRPr lang="zh-CN" altLang="en-US" sz="2400" b="0" dirty="0">
              <a:solidFill>
                <a:schemeClr val="tx1"/>
              </a:solidFill>
              <a:latin typeface="宋体" panose="02010600030101010101" pitchFamily="2" charset="-122"/>
            </a:endParaRPr>
          </a:p>
          <a:p>
            <a:pPr marL="0" lvl="0" indent="0" eaLnBrk="1" hangingPunct="1">
              <a:spcBef>
                <a:spcPct val="0"/>
              </a:spcBef>
              <a:spcAft>
                <a:spcPct val="0"/>
              </a:spcAft>
              <a:buClrTx/>
              <a:buSzTx/>
              <a:buFont typeface="Arial" panose="020B0604020202020204" pitchFamily="34" charset="0"/>
              <a:buNone/>
            </a:pPr>
            <a:r>
              <a:rPr lang="en-US" altLang="zh-CN" sz="2400" b="0" dirty="0">
                <a:solidFill>
                  <a:schemeClr val="tx1"/>
                </a:solidFill>
                <a:latin typeface="宋体" panose="02010600030101010101" pitchFamily="2" charset="-122"/>
              </a:rPr>
              <a:t>MOV   AL</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10</a:t>
            </a:r>
            <a:r>
              <a:rPr lang="en-US" altLang="zh-CN" sz="2400" b="0" dirty="0">
                <a:solidFill>
                  <a:srgbClr val="FF3300"/>
                </a:solidFill>
                <a:latin typeface="宋体" panose="02010600030101010101" pitchFamily="2" charset="-122"/>
              </a:rPr>
              <a:t>1</a:t>
            </a:r>
            <a:r>
              <a:rPr lang="en-US" altLang="zh-CN" sz="2400" b="0" dirty="0">
                <a:solidFill>
                  <a:schemeClr val="tx1"/>
                </a:solidFill>
                <a:latin typeface="宋体" panose="02010600030101010101" pitchFamily="2" charset="-122"/>
              </a:rPr>
              <a:t>10111B </a:t>
            </a:r>
            <a:r>
              <a:rPr lang="zh-CN" altLang="en-US" sz="2400" b="0" dirty="0">
                <a:solidFill>
                  <a:schemeClr val="tx1"/>
                </a:solidFill>
                <a:latin typeface="宋体" panose="02010600030101010101" pitchFamily="2" charset="-122"/>
              </a:rPr>
              <a:t>；计数器</a:t>
            </a:r>
            <a:r>
              <a:rPr lang="en-US" altLang="zh-CN" sz="2400" b="0" dirty="0">
                <a:solidFill>
                  <a:schemeClr val="tx1"/>
                </a:solidFill>
                <a:latin typeface="宋体" panose="02010600030101010101" pitchFamily="2" charset="-122"/>
              </a:rPr>
              <a:t>2</a:t>
            </a:r>
            <a:r>
              <a:rPr lang="zh-CN" altLang="en-US" sz="2400" b="0" dirty="0">
                <a:solidFill>
                  <a:schemeClr val="tx1"/>
                </a:solidFill>
                <a:latin typeface="宋体" panose="02010600030101010101" pitchFamily="2" charset="-122"/>
              </a:rPr>
              <a:t>，只读</a:t>
            </a:r>
            <a:r>
              <a:rPr lang="en-US" altLang="zh-CN" sz="2400" b="0" dirty="0">
                <a:solidFill>
                  <a:schemeClr val="tx1"/>
                </a:solidFill>
                <a:latin typeface="宋体" panose="02010600030101010101" pitchFamily="2" charset="-122"/>
              </a:rPr>
              <a:t>/</a:t>
            </a:r>
            <a:r>
              <a:rPr lang="zh-CN" altLang="en-US" sz="2400" b="0" dirty="0">
                <a:solidFill>
                  <a:schemeClr val="tx1"/>
                </a:solidFill>
                <a:latin typeface="宋体" panose="02010600030101010101" pitchFamily="2" charset="-122"/>
              </a:rPr>
              <a:t>写低</a:t>
            </a:r>
            <a:r>
              <a:rPr lang="en-US" altLang="zh-CN" sz="2400" b="0" dirty="0">
                <a:solidFill>
                  <a:schemeClr val="tx1"/>
                </a:solidFill>
                <a:latin typeface="宋体" panose="02010600030101010101" pitchFamily="2" charset="-122"/>
              </a:rPr>
              <a:t>8</a:t>
            </a:r>
            <a:r>
              <a:rPr lang="zh-CN" altLang="en-US" sz="2400" b="0" dirty="0">
                <a:solidFill>
                  <a:schemeClr val="tx1"/>
                </a:solidFill>
                <a:latin typeface="宋体" panose="02010600030101010101" pitchFamily="2" charset="-122"/>
              </a:rPr>
              <a:t>位，工作方式</a:t>
            </a:r>
            <a:r>
              <a:rPr lang="en-US" altLang="zh-CN" sz="2400" b="0" dirty="0">
                <a:solidFill>
                  <a:schemeClr val="tx1"/>
                </a:solidFill>
                <a:latin typeface="宋体" panose="02010600030101010101" pitchFamily="2" charset="-122"/>
              </a:rPr>
              <a:t>3</a:t>
            </a:r>
            <a:r>
              <a:rPr lang="zh-CN" altLang="en-US" sz="2400" b="0" dirty="0">
                <a:solidFill>
                  <a:schemeClr val="tx1"/>
                </a:solidFill>
                <a:latin typeface="宋体" panose="02010600030101010101" pitchFamily="2" charset="-122"/>
              </a:rPr>
              <a:t>，十进制</a:t>
            </a:r>
            <a:endParaRPr lang="zh-CN" altLang="en-US" sz="2400" b="0" dirty="0">
              <a:solidFill>
                <a:schemeClr val="tx1"/>
              </a:solidFill>
              <a:latin typeface="宋体" panose="02010600030101010101" pitchFamily="2" charset="-122"/>
            </a:endParaRPr>
          </a:p>
          <a:p>
            <a:pPr marL="0" lvl="0" indent="0" eaLnBrk="1" hangingPunct="1">
              <a:spcBef>
                <a:spcPct val="0"/>
              </a:spcBef>
              <a:spcAft>
                <a:spcPct val="0"/>
              </a:spcAft>
              <a:buClrTx/>
              <a:buSzTx/>
              <a:buFont typeface="Arial" panose="020B0604020202020204" pitchFamily="34" charset="0"/>
              <a:buNone/>
            </a:pPr>
            <a:r>
              <a:rPr lang="en-US" altLang="zh-CN" sz="2400" b="0" dirty="0">
                <a:solidFill>
                  <a:schemeClr val="tx1"/>
                </a:solidFill>
                <a:latin typeface="宋体" panose="02010600030101010101" pitchFamily="2" charset="-122"/>
              </a:rPr>
              <a:t>OUT   43H</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AL	</a:t>
            </a:r>
            <a:r>
              <a:rPr lang="zh-CN" altLang="en-US" sz="2400" b="0" dirty="0">
                <a:solidFill>
                  <a:schemeClr val="tx1"/>
                </a:solidFill>
                <a:latin typeface="宋体" panose="02010600030101010101" pitchFamily="2" charset="-122"/>
              </a:rPr>
              <a:t>；控制字送控制字寄存器</a:t>
            </a:r>
            <a:endParaRPr lang="zh-CN" altLang="en-US" sz="2400" b="0" dirty="0">
              <a:solidFill>
                <a:schemeClr val="tx1"/>
              </a:solidFill>
              <a:latin typeface="宋体" panose="02010600030101010101" pitchFamily="2" charset="-122"/>
            </a:endParaRPr>
          </a:p>
          <a:p>
            <a:pPr marL="0" lvl="0" indent="0" eaLnBrk="1" hangingPunct="1">
              <a:spcBef>
                <a:spcPct val="0"/>
              </a:spcBef>
              <a:spcAft>
                <a:spcPct val="0"/>
              </a:spcAft>
              <a:buClrTx/>
              <a:buSzTx/>
              <a:buFont typeface="Arial" panose="020B0604020202020204" pitchFamily="34" charset="0"/>
              <a:buNone/>
            </a:pPr>
            <a:r>
              <a:rPr lang="en-US" altLang="zh-CN" sz="2400" b="0" dirty="0">
                <a:solidFill>
                  <a:schemeClr val="tx1"/>
                </a:solidFill>
                <a:latin typeface="宋体" panose="02010600030101010101" pitchFamily="2" charset="-122"/>
              </a:rPr>
              <a:t>MOV   AL</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34	</a:t>
            </a:r>
            <a:r>
              <a:rPr lang="zh-CN" altLang="en-US" sz="2400" b="0" dirty="0">
                <a:solidFill>
                  <a:schemeClr val="tx1"/>
                </a:solidFill>
                <a:latin typeface="宋体" panose="02010600030101010101" pitchFamily="2" charset="-122"/>
              </a:rPr>
              <a:t>；送计数初值低</a:t>
            </a:r>
            <a:r>
              <a:rPr lang="en-US" altLang="zh-CN" sz="2400" b="0" dirty="0">
                <a:solidFill>
                  <a:schemeClr val="tx1"/>
                </a:solidFill>
                <a:latin typeface="宋体" panose="02010600030101010101" pitchFamily="2" charset="-122"/>
              </a:rPr>
              <a:t>8</a:t>
            </a:r>
            <a:r>
              <a:rPr lang="zh-CN" altLang="en-US" sz="2400" b="0" dirty="0">
                <a:solidFill>
                  <a:schemeClr val="tx1"/>
                </a:solidFill>
                <a:latin typeface="宋体" panose="02010600030101010101" pitchFamily="2" charset="-122"/>
              </a:rPr>
              <a:t>位</a:t>
            </a:r>
            <a:endParaRPr lang="zh-CN" altLang="en-US" sz="2400" b="0" dirty="0">
              <a:solidFill>
                <a:schemeClr val="tx1"/>
              </a:solidFill>
              <a:latin typeface="宋体" panose="02010600030101010101" pitchFamily="2" charset="-122"/>
            </a:endParaRPr>
          </a:p>
          <a:p>
            <a:pPr marL="0" lvl="0" indent="0" eaLnBrk="1" hangingPunct="1">
              <a:spcBef>
                <a:spcPct val="0"/>
              </a:spcBef>
              <a:spcAft>
                <a:spcPct val="0"/>
              </a:spcAft>
              <a:buClrTx/>
              <a:buSzTx/>
              <a:buFont typeface="Arial" panose="020B0604020202020204" pitchFamily="34" charset="0"/>
              <a:buNone/>
            </a:pPr>
            <a:r>
              <a:rPr lang="en-US" altLang="zh-CN" sz="2400" b="0" dirty="0">
                <a:solidFill>
                  <a:srgbClr val="0000FF"/>
                </a:solidFill>
                <a:latin typeface="宋体" panose="02010600030101010101" pitchFamily="2" charset="-122"/>
              </a:rPr>
              <a:t>MOV   AX</a:t>
            </a:r>
            <a:r>
              <a:rPr lang="zh-CN" altLang="en-US" sz="2400" b="0" dirty="0">
                <a:solidFill>
                  <a:srgbClr val="0000FF"/>
                </a:solidFill>
                <a:latin typeface="宋体" panose="02010600030101010101" pitchFamily="2" charset="-122"/>
              </a:rPr>
              <a:t>，</a:t>
            </a:r>
            <a:r>
              <a:rPr lang="en-US" altLang="zh-CN" sz="2400" b="0" dirty="0">
                <a:solidFill>
                  <a:srgbClr val="0000FF"/>
                </a:solidFill>
                <a:latin typeface="宋体" panose="02010600030101010101" pitchFamily="2" charset="-122"/>
              </a:rPr>
              <a:t>1234H    </a:t>
            </a:r>
            <a:r>
              <a:rPr lang="zh-CN" altLang="en-US" sz="2400" b="0" dirty="0">
                <a:solidFill>
                  <a:srgbClr val="0000FF"/>
                </a:solidFill>
                <a:latin typeface="宋体" panose="02010600030101010101" pitchFamily="2" charset="-122"/>
              </a:rPr>
              <a:t>；</a:t>
            </a:r>
            <a:endParaRPr lang="en-US" altLang="zh-CN" sz="2400" b="0" dirty="0">
              <a:solidFill>
                <a:srgbClr val="0000FF"/>
              </a:solidFill>
              <a:latin typeface="宋体" panose="02010600030101010101" pitchFamily="2" charset="-122"/>
            </a:endParaRPr>
          </a:p>
          <a:p>
            <a:pPr marL="0" lvl="0" indent="0" eaLnBrk="1" hangingPunct="1">
              <a:spcBef>
                <a:spcPct val="0"/>
              </a:spcBef>
              <a:spcAft>
                <a:spcPct val="0"/>
              </a:spcAft>
              <a:buClrTx/>
              <a:buSzTx/>
              <a:buFont typeface="Arial" panose="020B0604020202020204" pitchFamily="34" charset="0"/>
              <a:buNone/>
            </a:pPr>
            <a:r>
              <a:rPr lang="en-US" altLang="zh-CN" sz="2400" b="0" dirty="0">
                <a:solidFill>
                  <a:schemeClr val="tx1"/>
                </a:solidFill>
                <a:latin typeface="宋体" panose="02010600030101010101" pitchFamily="2" charset="-122"/>
              </a:rPr>
              <a:t>OUT   42H</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AL</a:t>
            </a:r>
            <a:endParaRPr lang="en-US" altLang="zh-CN" sz="2400" b="0" dirty="0">
              <a:solidFill>
                <a:schemeClr val="tx1"/>
              </a:solidFill>
              <a:latin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sz="2400" b="0" dirty="0">
                <a:solidFill>
                  <a:schemeClr val="tx1"/>
                </a:solidFill>
                <a:latin typeface="宋体" panose="02010600030101010101" pitchFamily="2" charset="-122"/>
              </a:rPr>
              <a:t>MOV   AL</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AH	</a:t>
            </a:r>
            <a:r>
              <a:rPr lang="zh-CN" altLang="en-US" sz="2400" b="0" dirty="0">
                <a:solidFill>
                  <a:schemeClr val="tx1"/>
                </a:solidFill>
                <a:latin typeface="宋体" panose="02010600030101010101" pitchFamily="2" charset="-122"/>
              </a:rPr>
              <a:t>；送计数初值</a:t>
            </a:r>
            <a:r>
              <a:rPr lang="zh-CN" altLang="en-US" sz="2400" b="0" dirty="0">
                <a:solidFill>
                  <a:schemeClr val="tx1"/>
                </a:solidFill>
                <a:latin typeface="Arial" panose="020B0604020202020204" pitchFamily="34" charset="0"/>
              </a:rPr>
              <a:t>高</a:t>
            </a:r>
            <a:r>
              <a:rPr lang="en-US" altLang="zh-CN" sz="2400" b="0" dirty="0">
                <a:solidFill>
                  <a:schemeClr val="tx1"/>
                </a:solidFill>
                <a:latin typeface="Arial" panose="020B0604020202020204" pitchFamily="34" charset="0"/>
              </a:rPr>
              <a:t>8</a:t>
            </a:r>
            <a:r>
              <a:rPr lang="zh-CN" altLang="en-US" sz="2400" b="0" dirty="0">
                <a:solidFill>
                  <a:schemeClr val="tx1"/>
                </a:solidFill>
                <a:latin typeface="Arial" panose="020B0604020202020204" pitchFamily="34" charset="0"/>
              </a:rPr>
              <a:t>位</a:t>
            </a:r>
            <a:endParaRPr lang="zh-CN" altLang="en-US" sz="2400" b="0" dirty="0">
              <a:solidFill>
                <a:schemeClr val="tx1"/>
              </a:solidFill>
              <a:latin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sz="2400" b="0" dirty="0">
                <a:solidFill>
                  <a:schemeClr val="tx1"/>
                </a:solidFill>
                <a:latin typeface="宋体" panose="02010600030101010101" pitchFamily="2" charset="-122"/>
              </a:rPr>
              <a:t>OUT   42H</a:t>
            </a:r>
            <a:r>
              <a:rPr lang="zh-CN" altLang="en-US" sz="2400" b="0" dirty="0">
                <a:solidFill>
                  <a:schemeClr val="tx1"/>
                </a:solidFill>
                <a:latin typeface="宋体" panose="02010600030101010101" pitchFamily="2" charset="-122"/>
              </a:rPr>
              <a:t>，</a:t>
            </a:r>
            <a:r>
              <a:rPr lang="en-US" altLang="zh-CN" sz="2400" b="0" dirty="0">
                <a:solidFill>
                  <a:schemeClr val="tx1"/>
                </a:solidFill>
                <a:latin typeface="宋体" panose="02010600030101010101" pitchFamily="2" charset="-122"/>
              </a:rPr>
              <a:t>AL</a:t>
            </a:r>
            <a:endParaRPr lang="en-US" altLang="zh-CN" sz="2400" b="0" dirty="0">
              <a:solidFill>
                <a:schemeClr val="tx1"/>
              </a:solidFill>
              <a:latin typeface="宋体" panose="02010600030101010101" pitchFamily="2" charset="-122"/>
            </a:endParaRPr>
          </a:p>
        </p:txBody>
      </p:sp>
    </p:spTree>
  </p:cSld>
  <p:clrMapOvr>
    <a:masterClrMapping/>
  </p:clrMapOvr>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2706" name="Rectangle 3"/>
          <p:cNvSpPr>
            <a:spLocks noGrp="1" noChangeArrowheads="1"/>
          </p:cNvSpPr>
          <p:nvPr>
            <p:ph idx="1"/>
          </p:nvPr>
        </p:nvSpPr>
        <p:spPr>
          <a:xfrm>
            <a:off x="395288" y="2276475"/>
            <a:ext cx="8229600" cy="1741488"/>
          </a:xfrm>
          <a:solidFill>
            <a:schemeClr val="accent1"/>
          </a:solidFill>
          <a:ln>
            <a:solidFill>
              <a:srgbClr val="0000FF"/>
            </a:solidFill>
            <a:miter/>
          </a:ln>
        </p:spPr>
        <p:txBody>
          <a:bodyPr vert="horz" wrap="square" lIns="91440" tIns="45720" rIns="91440" bIns="45720" numCol="1" anchor="t" anchorCtr="0" compatLnSpc="1"/>
          <a:lstStyle/>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工作工程：软件启动，</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写入控制字后，输出端</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OUT</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变为高电平，以此作为初始电平。</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当写入计数初值后开始计数，称为软件触发</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a:t>
            </a:r>
            <a:r>
              <a:rPr kumimoji="1" lang="zh-CN" altLang="en-US" sz="2400" b="1" i="0" u="none" strike="noStrike" kern="1200" cap="none" spc="0" normalizeH="0" baseline="0" noProof="0" dirty="0">
                <a:ln>
                  <a:noFill/>
                </a:ln>
                <a:solidFill>
                  <a:srgbClr val="FF3300"/>
                </a:solidFill>
                <a:effectLst/>
                <a:uLnTx/>
                <a:uFillTx/>
                <a:latin typeface="+mn-ea"/>
                <a:ea typeface="+mn-ea"/>
                <a:cs typeface="+mn-cs"/>
              </a:rPr>
              <a:t>前提条件是</a:t>
            </a:r>
            <a:r>
              <a:rPr kumimoji="1" lang="en-US" altLang="zh-CN" sz="2400" b="1" i="0" u="none" strike="noStrike" kern="1200" cap="none" spc="0" normalizeH="0" baseline="0" noProof="0" dirty="0">
                <a:ln>
                  <a:noFill/>
                </a:ln>
                <a:solidFill>
                  <a:srgbClr val="FF3300"/>
                </a:solidFill>
                <a:effectLst/>
                <a:uLnTx/>
                <a:uFillTx/>
                <a:latin typeface="+mn-ea"/>
                <a:ea typeface="+mn-ea"/>
                <a:cs typeface="+mn-cs"/>
              </a:rPr>
              <a:t>GATE</a:t>
            </a:r>
            <a:r>
              <a:rPr kumimoji="1" lang="zh-CN" altLang="en-US" sz="2400" b="1" i="0" u="none" strike="noStrike" kern="1200" cap="none" spc="0" normalizeH="0" baseline="0" noProof="0" dirty="0">
                <a:ln>
                  <a:noFill/>
                </a:ln>
                <a:solidFill>
                  <a:srgbClr val="FF3300"/>
                </a:solidFill>
                <a:effectLst/>
                <a:uLnTx/>
                <a:uFillTx/>
                <a:latin typeface="+mn-ea"/>
                <a:ea typeface="+mn-ea"/>
                <a:cs typeface="+mn-cs"/>
              </a:rPr>
              <a:t>为高电平</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72707" name="Rectangle 4"/>
          <p:cNvSpPr>
            <a:spLocks noChangeArrowheads="1"/>
          </p:cNvSpPr>
          <p:nvPr/>
        </p:nvSpPr>
        <p:spPr bwMode="auto">
          <a:xfrm>
            <a:off x="811213" y="1104900"/>
            <a:ext cx="6972300" cy="701675"/>
          </a:xfrm>
          <a:prstGeom prst="rect">
            <a:avLst/>
          </a:prstGeom>
          <a:noFill/>
          <a:ln>
            <a:noFill/>
          </a:ln>
          <a:effectLst/>
        </p:spPr>
        <p:txBody>
          <a:bodyPr>
            <a:spAutoFit/>
          </a:bodyPr>
          <a:lstStyle>
            <a:lvl1pPr>
              <a:buFont typeface="Arial" panose="020B0604020202020204" pitchFamily="34" charset="0"/>
              <a:defRPr>
                <a:solidFill>
                  <a:schemeClr val="tx1"/>
                </a:solidFill>
                <a:latin typeface="Arial" panose="020B0604020202020204" pitchFamily="34" charset="0"/>
              </a:defRPr>
            </a:lvl1pPr>
            <a:lvl2pPr marL="742950" indent="-285750">
              <a:buFont typeface="Arial" panose="020B0604020202020204" pitchFamily="34" charset="0"/>
              <a:defRPr>
                <a:solidFill>
                  <a:schemeClr val="tx1"/>
                </a:solidFill>
                <a:latin typeface="Arial" panose="020B0604020202020204" pitchFamily="34" charset="0"/>
              </a:defRPr>
            </a:lvl2pPr>
            <a:lvl3pPr marL="1143000" indent="-228600">
              <a:buFont typeface="Arial" panose="020B0604020202020204" pitchFamily="34" charset="0"/>
              <a:defRPr>
                <a:solidFill>
                  <a:schemeClr val="tx1"/>
                </a:solidFill>
                <a:latin typeface="Arial" panose="020B0604020202020204" pitchFamily="34" charset="0"/>
              </a:defRPr>
            </a:lvl3pPr>
            <a:lvl4pPr marL="1600200" indent="-228600">
              <a:buFont typeface="Arial" panose="020B0604020202020204" pitchFamily="34" charset="0"/>
              <a:defRPr>
                <a:solidFill>
                  <a:schemeClr val="tx1"/>
                </a:solidFill>
                <a:latin typeface="Arial" panose="020B0604020202020204" pitchFamily="34" charset="0"/>
              </a:defRPr>
            </a:lvl4pPr>
            <a:lvl5pPr marL="2057400" indent="-228600">
              <a:buFont typeface="Arial" panose="020B0604020202020204" pitchFamily="34" charset="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l" defTabSz="914400" rtl="0" eaLnBrk="0" fontAlgn="base" latinLnBrk="0" hangingPunct="0">
              <a:lnSpc>
                <a:spcPct val="90000"/>
              </a:lnSpc>
              <a:spcBef>
                <a:spcPct val="20000"/>
              </a:spcBef>
              <a:spcAft>
                <a:spcPct val="0"/>
              </a:spcAft>
              <a:buClrTx/>
              <a:buSzTx/>
              <a:buFont typeface="Arial" panose="020B0604020202020204" pitchFamily="34" charset="0"/>
              <a:buNone/>
              <a:defRPr/>
            </a:pPr>
            <a:r>
              <a:rPr kumimoji="1" lang="zh-CN" altLang="en-US" sz="4400" b="1" i="0" u="none" strike="noStrike" kern="1200" cap="none" spc="0" normalizeH="0" baseline="0" noProof="0" dirty="0">
                <a:ln>
                  <a:noFill/>
                </a:ln>
                <a:solidFill>
                  <a:srgbClr val="C00000"/>
                </a:solidFill>
                <a:effectLst/>
                <a:uLnTx/>
                <a:uFillTx/>
                <a:latin typeface="+mj-ea"/>
                <a:ea typeface="+mj-ea"/>
                <a:cs typeface="+mn-cs"/>
              </a:rPr>
              <a:t>（</a:t>
            </a:r>
            <a:r>
              <a:rPr kumimoji="1" lang="en-US" altLang="zh-CN" sz="4400" b="1" i="0" u="none" strike="noStrike" kern="1200" cap="none" spc="0" normalizeH="0" baseline="0" noProof="0" dirty="0">
                <a:ln>
                  <a:noFill/>
                </a:ln>
                <a:solidFill>
                  <a:srgbClr val="C00000"/>
                </a:solidFill>
                <a:effectLst/>
                <a:uLnTx/>
                <a:uFillTx/>
                <a:latin typeface="+mj-ea"/>
                <a:ea typeface="+mj-ea"/>
                <a:cs typeface="+mn-cs"/>
              </a:rPr>
              <a:t>5</a:t>
            </a:r>
            <a:r>
              <a:rPr kumimoji="1" lang="zh-CN" altLang="en-US" sz="4400" b="1" i="0" u="none" strike="noStrike" kern="1200" cap="none" spc="0" normalizeH="0" baseline="0" noProof="0" dirty="0">
                <a:ln>
                  <a:noFill/>
                </a:ln>
                <a:solidFill>
                  <a:srgbClr val="C00000"/>
                </a:solidFill>
                <a:effectLst/>
                <a:uLnTx/>
                <a:uFillTx/>
                <a:latin typeface="+mj-ea"/>
                <a:ea typeface="+mj-ea"/>
                <a:cs typeface="+mn-cs"/>
              </a:rPr>
              <a:t>）方式</a:t>
            </a:r>
            <a:r>
              <a:rPr kumimoji="1" lang="en-US" altLang="zh-CN" sz="4400" b="1" i="0" u="none" strike="noStrike" kern="1200" cap="none" spc="0" normalizeH="0" baseline="0" noProof="0" dirty="0">
                <a:ln>
                  <a:noFill/>
                </a:ln>
                <a:solidFill>
                  <a:srgbClr val="C00000"/>
                </a:solidFill>
                <a:effectLst/>
                <a:uLnTx/>
                <a:uFillTx/>
                <a:latin typeface="+mj-ea"/>
                <a:ea typeface="+mj-ea"/>
                <a:cs typeface="+mn-cs"/>
              </a:rPr>
              <a:t>4—</a:t>
            </a:r>
            <a:r>
              <a:rPr kumimoji="1" lang="zh-CN" altLang="en-US" sz="4400" b="1" i="0" u="none" strike="noStrike" kern="1200" cap="none" spc="0" normalizeH="0" baseline="0" noProof="0" dirty="0">
                <a:ln>
                  <a:noFill/>
                </a:ln>
                <a:solidFill>
                  <a:srgbClr val="C00000"/>
                </a:solidFill>
                <a:effectLst/>
                <a:uLnTx/>
                <a:uFillTx/>
                <a:latin typeface="+mj-ea"/>
                <a:ea typeface="+mj-ea"/>
                <a:cs typeface="+mn-cs"/>
              </a:rPr>
              <a:t>软件触发选通 </a:t>
            </a:r>
            <a:endParaRPr kumimoji="1" lang="zh-CN" altLang="en-US" sz="4400" b="1" i="0" u="none" strike="noStrike" kern="1200" cap="none" spc="0" normalizeH="0" baseline="0" noProof="0" dirty="0">
              <a:ln>
                <a:noFill/>
              </a:ln>
              <a:solidFill>
                <a:srgbClr val="C00000"/>
              </a:solidFill>
              <a:effectLst/>
              <a:uLnTx/>
              <a:uFillTx/>
              <a:latin typeface="+mj-ea"/>
              <a:ea typeface="+mj-ea"/>
              <a:cs typeface="+mn-cs"/>
            </a:endParaRPr>
          </a:p>
        </p:txBody>
      </p:sp>
      <p:grpSp>
        <p:nvGrpSpPr>
          <p:cNvPr id="93188" name="组合 124"/>
          <p:cNvGrpSpPr/>
          <p:nvPr/>
        </p:nvGrpSpPr>
        <p:grpSpPr>
          <a:xfrm>
            <a:off x="323850" y="4508500"/>
            <a:ext cx="8386763" cy="1800225"/>
            <a:chOff x="722313" y="4508500"/>
            <a:chExt cx="8386390" cy="1800226"/>
          </a:xfrm>
        </p:grpSpPr>
        <p:sp>
          <p:nvSpPr>
            <p:cNvPr id="93189" name="Line 6"/>
            <p:cNvSpPr/>
            <p:nvPr/>
          </p:nvSpPr>
          <p:spPr>
            <a:xfrm flipV="1">
              <a:off x="2987824" y="4725144"/>
              <a:ext cx="432047" cy="504056"/>
            </a:xfrm>
            <a:prstGeom prst="line">
              <a:avLst/>
            </a:prstGeom>
            <a:ln w="9525" cap="flat" cmpd="sng">
              <a:solidFill>
                <a:srgbClr val="FF9900"/>
              </a:solidFill>
              <a:prstDash val="solid"/>
              <a:headEnd type="none" w="med" len="med"/>
              <a:tailEnd type="triangle" w="med" len="med"/>
            </a:ln>
          </p:spPr>
        </p:sp>
        <p:sp>
          <p:nvSpPr>
            <p:cNvPr id="93190" name="Line 7"/>
            <p:cNvSpPr/>
            <p:nvPr/>
          </p:nvSpPr>
          <p:spPr>
            <a:xfrm flipH="1">
              <a:off x="3923928" y="5387975"/>
              <a:ext cx="576262" cy="71438"/>
            </a:xfrm>
            <a:prstGeom prst="line">
              <a:avLst/>
            </a:prstGeom>
            <a:ln w="9525" cap="flat" cmpd="sng">
              <a:solidFill>
                <a:schemeClr val="tx1"/>
              </a:solidFill>
              <a:prstDash val="solid"/>
              <a:headEnd type="none" w="med" len="med"/>
              <a:tailEnd type="triangle" w="med" len="med"/>
            </a:ln>
          </p:spPr>
        </p:sp>
        <p:sp>
          <p:nvSpPr>
            <p:cNvPr id="93191" name="Line 8"/>
            <p:cNvSpPr/>
            <p:nvPr/>
          </p:nvSpPr>
          <p:spPr>
            <a:xfrm>
              <a:off x="3779912" y="4725144"/>
              <a:ext cx="144016" cy="1152129"/>
            </a:xfrm>
            <a:prstGeom prst="line">
              <a:avLst/>
            </a:prstGeom>
            <a:ln w="9525" cap="flat" cmpd="sng">
              <a:solidFill>
                <a:srgbClr val="FF00FF"/>
              </a:solidFill>
              <a:prstDash val="solid"/>
              <a:headEnd type="none" w="med" len="med"/>
              <a:tailEnd type="triangle" w="med" len="med"/>
            </a:ln>
          </p:spPr>
        </p:sp>
        <p:sp>
          <p:nvSpPr>
            <p:cNvPr id="93192" name="Line 9"/>
            <p:cNvSpPr/>
            <p:nvPr/>
          </p:nvSpPr>
          <p:spPr>
            <a:xfrm>
              <a:off x="1808163" y="5314950"/>
              <a:ext cx="288925" cy="720725"/>
            </a:xfrm>
            <a:prstGeom prst="line">
              <a:avLst/>
            </a:prstGeom>
            <a:ln w="9525" cap="flat" cmpd="sng">
              <a:solidFill>
                <a:srgbClr val="FF00FF"/>
              </a:solidFill>
              <a:prstDash val="solid"/>
              <a:headEnd type="none" w="med" len="med"/>
              <a:tailEnd type="triangle" w="med" len="med"/>
            </a:ln>
          </p:spPr>
        </p:sp>
        <p:sp>
          <p:nvSpPr>
            <p:cNvPr id="93193" name="Rectangle 10"/>
            <p:cNvSpPr/>
            <p:nvPr/>
          </p:nvSpPr>
          <p:spPr>
            <a:xfrm>
              <a:off x="4427166" y="5243513"/>
              <a:ext cx="4681537" cy="360363"/>
            </a:xfrm>
            <a:prstGeom prst="rect">
              <a:avLst/>
            </a:prstGeom>
            <a:no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zh-CN" altLang="en-US" sz="1800" b="0" dirty="0">
                  <a:solidFill>
                    <a:schemeClr val="tx1"/>
                  </a:solidFill>
                  <a:latin typeface="Arial" panose="020B0604020202020204" pitchFamily="34" charset="0"/>
                </a:rPr>
                <a:t>靠软件将初始值写入后，不要</a:t>
              </a:r>
              <a:r>
                <a:rPr lang="en-US" altLang="zh-CN" sz="1800" b="0" dirty="0">
                  <a:solidFill>
                    <a:schemeClr val="tx1"/>
                  </a:solidFill>
                  <a:latin typeface="Arial" panose="020B0604020202020204" pitchFamily="34" charset="0"/>
                </a:rPr>
                <a:t>GATE</a:t>
              </a:r>
              <a:r>
                <a:rPr lang="zh-CN" altLang="en-US" sz="1800" b="0" dirty="0">
                  <a:solidFill>
                    <a:schemeClr val="tx1"/>
                  </a:solidFill>
                  <a:latin typeface="Arial" panose="020B0604020202020204" pitchFamily="34" charset="0"/>
                </a:rPr>
                <a:t>的上升沿</a:t>
              </a:r>
              <a:endParaRPr lang="zh-CN" altLang="en-US" sz="1800" b="0" dirty="0">
                <a:solidFill>
                  <a:schemeClr val="tx1"/>
                </a:solidFill>
                <a:latin typeface="Arial" panose="020B0604020202020204" pitchFamily="34" charset="0"/>
              </a:endParaRPr>
            </a:p>
          </p:txBody>
        </p:sp>
        <p:sp>
          <p:nvSpPr>
            <p:cNvPr id="93194" name="Rectangle 13"/>
            <p:cNvSpPr/>
            <p:nvPr/>
          </p:nvSpPr>
          <p:spPr>
            <a:xfrm>
              <a:off x="1373188" y="5613400"/>
              <a:ext cx="1036637" cy="4889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3195" name="Rectangle 14"/>
            <p:cNvSpPr/>
            <p:nvPr/>
          </p:nvSpPr>
          <p:spPr>
            <a:xfrm>
              <a:off x="1524000" y="5724525"/>
              <a:ext cx="5334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高电平</a:t>
              </a:r>
              <a:endParaRPr lang="zh-CN" altLang="en-US" sz="1800" b="0" dirty="0">
                <a:solidFill>
                  <a:schemeClr val="tx1"/>
                </a:solidFill>
                <a:latin typeface="Arial" panose="020B0604020202020204" pitchFamily="34" charset="0"/>
              </a:endParaRPr>
            </a:p>
          </p:txBody>
        </p:sp>
        <p:sp>
          <p:nvSpPr>
            <p:cNvPr id="93196" name="Rectangle 15"/>
            <p:cNvSpPr/>
            <p:nvPr/>
          </p:nvSpPr>
          <p:spPr>
            <a:xfrm>
              <a:off x="2100263" y="571817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grpSp>
          <p:nvGrpSpPr>
            <p:cNvPr id="93197" name="Group 16"/>
            <p:cNvGrpSpPr/>
            <p:nvPr/>
          </p:nvGrpSpPr>
          <p:grpSpPr>
            <a:xfrm>
              <a:off x="1268413" y="5129213"/>
              <a:ext cx="7134225" cy="323850"/>
              <a:chOff x="825" y="692"/>
              <a:chExt cx="4494" cy="204"/>
            </a:xfrm>
          </p:grpSpPr>
          <p:grpSp>
            <p:nvGrpSpPr>
              <p:cNvPr id="93296" name="Group 17"/>
              <p:cNvGrpSpPr/>
              <p:nvPr/>
            </p:nvGrpSpPr>
            <p:grpSpPr>
              <a:xfrm>
                <a:off x="1086" y="692"/>
                <a:ext cx="521" cy="204"/>
                <a:chOff x="1086" y="692"/>
                <a:chExt cx="521" cy="204"/>
              </a:xfrm>
            </p:grpSpPr>
            <p:sp>
              <p:nvSpPr>
                <p:cNvPr id="93304" name="Line 18"/>
                <p:cNvSpPr/>
                <p:nvPr/>
              </p:nvSpPr>
              <p:spPr>
                <a:xfrm>
                  <a:off x="1151" y="895"/>
                  <a:ext cx="261" cy="1"/>
                </a:xfrm>
                <a:prstGeom prst="line">
                  <a:avLst/>
                </a:prstGeom>
                <a:ln w="14288" cap="flat" cmpd="sng">
                  <a:solidFill>
                    <a:srgbClr val="000000"/>
                  </a:solidFill>
                  <a:prstDash val="solid"/>
                  <a:headEnd type="none" w="med" len="med"/>
                  <a:tailEnd type="none" w="med" len="med"/>
                </a:ln>
              </p:spPr>
            </p:sp>
            <p:sp>
              <p:nvSpPr>
                <p:cNvPr id="93305" name="Line 19"/>
                <p:cNvSpPr/>
                <p:nvPr/>
              </p:nvSpPr>
              <p:spPr>
                <a:xfrm flipH="1" flipV="1">
                  <a:off x="1086" y="692"/>
                  <a:ext cx="65" cy="203"/>
                </a:xfrm>
                <a:prstGeom prst="line">
                  <a:avLst/>
                </a:prstGeom>
                <a:ln w="14288" cap="flat" cmpd="sng">
                  <a:solidFill>
                    <a:srgbClr val="000000"/>
                  </a:solidFill>
                  <a:prstDash val="solid"/>
                  <a:headEnd type="none" w="med" len="med"/>
                  <a:tailEnd type="none" w="med" len="med"/>
                </a:ln>
              </p:spPr>
            </p:sp>
            <p:sp>
              <p:nvSpPr>
                <p:cNvPr id="93306" name="Line 20"/>
                <p:cNvSpPr/>
                <p:nvPr/>
              </p:nvSpPr>
              <p:spPr>
                <a:xfrm flipV="1">
                  <a:off x="1412" y="692"/>
                  <a:ext cx="65" cy="203"/>
                </a:xfrm>
                <a:prstGeom prst="line">
                  <a:avLst/>
                </a:prstGeom>
                <a:ln w="14288" cap="flat" cmpd="sng">
                  <a:solidFill>
                    <a:srgbClr val="000000"/>
                  </a:solidFill>
                  <a:prstDash val="solid"/>
                  <a:headEnd type="none" w="med" len="med"/>
                  <a:tailEnd type="none" w="med" len="med"/>
                </a:ln>
              </p:spPr>
            </p:sp>
            <p:sp>
              <p:nvSpPr>
                <p:cNvPr id="93307" name="Line 21"/>
                <p:cNvSpPr/>
                <p:nvPr/>
              </p:nvSpPr>
              <p:spPr>
                <a:xfrm>
                  <a:off x="1477" y="692"/>
                  <a:ext cx="130" cy="1"/>
                </a:xfrm>
                <a:prstGeom prst="line">
                  <a:avLst/>
                </a:prstGeom>
                <a:ln w="14288" cap="flat" cmpd="sng">
                  <a:solidFill>
                    <a:srgbClr val="000000"/>
                  </a:solidFill>
                  <a:prstDash val="solid"/>
                  <a:headEnd type="none" w="med" len="med"/>
                  <a:tailEnd type="none" w="med" len="med"/>
                </a:ln>
              </p:spPr>
            </p:sp>
          </p:grpSp>
          <p:grpSp>
            <p:nvGrpSpPr>
              <p:cNvPr id="93297" name="Group 22"/>
              <p:cNvGrpSpPr/>
              <p:nvPr/>
            </p:nvGrpSpPr>
            <p:grpSpPr>
              <a:xfrm>
                <a:off x="1607" y="692"/>
                <a:ext cx="521" cy="204"/>
                <a:chOff x="1607" y="692"/>
                <a:chExt cx="521" cy="204"/>
              </a:xfrm>
            </p:grpSpPr>
            <p:sp>
              <p:nvSpPr>
                <p:cNvPr id="93300" name="Line 23"/>
                <p:cNvSpPr/>
                <p:nvPr/>
              </p:nvSpPr>
              <p:spPr>
                <a:xfrm>
                  <a:off x="1672" y="895"/>
                  <a:ext cx="261" cy="1"/>
                </a:xfrm>
                <a:prstGeom prst="line">
                  <a:avLst/>
                </a:prstGeom>
                <a:ln w="14288" cap="flat" cmpd="sng">
                  <a:solidFill>
                    <a:srgbClr val="000000"/>
                  </a:solidFill>
                  <a:prstDash val="solid"/>
                  <a:headEnd type="none" w="med" len="med"/>
                  <a:tailEnd type="none" w="med" len="med"/>
                </a:ln>
              </p:spPr>
            </p:sp>
            <p:sp>
              <p:nvSpPr>
                <p:cNvPr id="93301" name="Line 24"/>
                <p:cNvSpPr/>
                <p:nvPr/>
              </p:nvSpPr>
              <p:spPr>
                <a:xfrm flipH="1" flipV="1">
                  <a:off x="1607" y="692"/>
                  <a:ext cx="65" cy="203"/>
                </a:xfrm>
                <a:prstGeom prst="line">
                  <a:avLst/>
                </a:prstGeom>
                <a:ln w="14288" cap="flat" cmpd="sng">
                  <a:solidFill>
                    <a:srgbClr val="000000"/>
                  </a:solidFill>
                  <a:prstDash val="solid"/>
                  <a:headEnd type="none" w="med" len="med"/>
                  <a:tailEnd type="none" w="med" len="med"/>
                </a:ln>
              </p:spPr>
            </p:sp>
            <p:sp>
              <p:nvSpPr>
                <p:cNvPr id="93302" name="Line 25"/>
                <p:cNvSpPr/>
                <p:nvPr/>
              </p:nvSpPr>
              <p:spPr>
                <a:xfrm flipV="1">
                  <a:off x="1933" y="692"/>
                  <a:ext cx="65" cy="203"/>
                </a:xfrm>
                <a:prstGeom prst="line">
                  <a:avLst/>
                </a:prstGeom>
                <a:ln w="14288" cap="flat" cmpd="sng">
                  <a:solidFill>
                    <a:srgbClr val="000000"/>
                  </a:solidFill>
                  <a:prstDash val="solid"/>
                  <a:headEnd type="none" w="med" len="med"/>
                  <a:tailEnd type="none" w="med" len="med"/>
                </a:ln>
              </p:spPr>
            </p:sp>
            <p:sp>
              <p:nvSpPr>
                <p:cNvPr id="93303" name="Line 26"/>
                <p:cNvSpPr/>
                <p:nvPr/>
              </p:nvSpPr>
              <p:spPr>
                <a:xfrm>
                  <a:off x="1998" y="692"/>
                  <a:ext cx="130" cy="1"/>
                </a:xfrm>
                <a:prstGeom prst="line">
                  <a:avLst/>
                </a:prstGeom>
                <a:ln w="14288" cap="flat" cmpd="sng">
                  <a:solidFill>
                    <a:srgbClr val="000000"/>
                  </a:solidFill>
                  <a:prstDash val="solid"/>
                  <a:headEnd type="none" w="med" len="med"/>
                  <a:tailEnd type="none" w="med" len="med"/>
                </a:ln>
              </p:spPr>
            </p:sp>
          </p:grpSp>
          <p:sp>
            <p:nvSpPr>
              <p:cNvPr id="93298" name="Line 27"/>
              <p:cNvSpPr/>
              <p:nvPr/>
            </p:nvSpPr>
            <p:spPr>
              <a:xfrm flipH="1">
                <a:off x="825" y="692"/>
                <a:ext cx="261" cy="1"/>
              </a:xfrm>
              <a:prstGeom prst="line">
                <a:avLst/>
              </a:prstGeom>
              <a:ln w="14288" cap="flat" cmpd="sng">
                <a:solidFill>
                  <a:srgbClr val="000000"/>
                </a:solidFill>
                <a:prstDash val="solid"/>
                <a:headEnd type="none" w="med" len="med"/>
                <a:tailEnd type="none" w="med" len="med"/>
              </a:ln>
            </p:spPr>
          </p:sp>
          <p:sp>
            <p:nvSpPr>
              <p:cNvPr id="93299" name="Line 28"/>
              <p:cNvSpPr/>
              <p:nvPr/>
            </p:nvSpPr>
            <p:spPr>
              <a:xfrm>
                <a:off x="2128" y="692"/>
                <a:ext cx="3191" cy="1"/>
              </a:xfrm>
              <a:prstGeom prst="line">
                <a:avLst/>
              </a:prstGeom>
              <a:ln w="14288" cap="flat" cmpd="sng">
                <a:solidFill>
                  <a:srgbClr val="000000"/>
                </a:solidFill>
                <a:prstDash val="solid"/>
                <a:headEnd type="none" w="med" len="med"/>
                <a:tailEnd type="none" w="med" len="med"/>
              </a:ln>
            </p:spPr>
          </p:sp>
        </p:grpSp>
        <p:sp>
          <p:nvSpPr>
            <p:cNvPr id="93198" name="Rectangle 29"/>
            <p:cNvSpPr/>
            <p:nvPr/>
          </p:nvSpPr>
          <p:spPr>
            <a:xfrm>
              <a:off x="1785938" y="4965700"/>
              <a:ext cx="415925" cy="328613"/>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3199" name="Rectangle 30"/>
            <p:cNvSpPr/>
            <p:nvPr/>
          </p:nvSpPr>
          <p:spPr>
            <a:xfrm>
              <a:off x="1795463" y="5078413"/>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CW</a:t>
              </a:r>
              <a:endParaRPr lang="en-US" altLang="zh-CN" sz="1800" b="0" dirty="0">
                <a:solidFill>
                  <a:schemeClr val="tx1"/>
                </a:solidFill>
                <a:latin typeface="Arial" panose="020B0604020202020204" pitchFamily="34" charset="0"/>
              </a:endParaRPr>
            </a:p>
          </p:txBody>
        </p:sp>
        <p:sp>
          <p:nvSpPr>
            <p:cNvPr id="93200" name="Rectangle 31"/>
            <p:cNvSpPr/>
            <p:nvPr/>
          </p:nvSpPr>
          <p:spPr>
            <a:xfrm>
              <a:off x="2613025" y="4965700"/>
              <a:ext cx="415925" cy="328613"/>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3201" name="Rectangle 32"/>
            <p:cNvSpPr/>
            <p:nvPr/>
          </p:nvSpPr>
          <p:spPr>
            <a:xfrm>
              <a:off x="2622550" y="5078413"/>
              <a:ext cx="3302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N=3</a:t>
              </a:r>
              <a:endParaRPr lang="en-US" altLang="zh-CN" sz="1800" b="0" dirty="0">
                <a:solidFill>
                  <a:schemeClr val="tx1"/>
                </a:solidFill>
                <a:latin typeface="Arial" panose="020B0604020202020204" pitchFamily="34" charset="0"/>
              </a:endParaRPr>
            </a:p>
          </p:txBody>
        </p:sp>
        <p:grpSp>
          <p:nvGrpSpPr>
            <p:cNvPr id="93202" name="Group 34"/>
            <p:cNvGrpSpPr/>
            <p:nvPr/>
          </p:nvGrpSpPr>
          <p:grpSpPr>
            <a:xfrm>
              <a:off x="1581151" y="4640263"/>
              <a:ext cx="619125" cy="327025"/>
              <a:chOff x="1022" y="384"/>
              <a:chExt cx="390" cy="206"/>
            </a:xfrm>
          </p:grpSpPr>
          <p:sp>
            <p:nvSpPr>
              <p:cNvPr id="93292" name="Line 35"/>
              <p:cNvSpPr/>
              <p:nvPr/>
            </p:nvSpPr>
            <p:spPr>
              <a:xfrm>
                <a:off x="1086" y="384"/>
                <a:ext cx="131" cy="2"/>
              </a:xfrm>
              <a:prstGeom prst="line">
                <a:avLst/>
              </a:prstGeom>
              <a:ln w="14288" cap="flat" cmpd="sng">
                <a:solidFill>
                  <a:srgbClr val="000000"/>
                </a:solidFill>
                <a:prstDash val="solid"/>
                <a:headEnd type="none" w="med" len="med"/>
                <a:tailEnd type="none" w="med" len="med"/>
              </a:ln>
            </p:spPr>
          </p:sp>
          <p:sp>
            <p:nvSpPr>
              <p:cNvPr id="93293" name="Line 36"/>
              <p:cNvSpPr/>
              <p:nvPr/>
            </p:nvSpPr>
            <p:spPr>
              <a:xfrm flipH="1">
                <a:off x="1022" y="384"/>
                <a:ext cx="64" cy="205"/>
              </a:xfrm>
              <a:prstGeom prst="line">
                <a:avLst/>
              </a:prstGeom>
              <a:ln w="14288" cap="flat" cmpd="sng">
                <a:solidFill>
                  <a:srgbClr val="000000"/>
                </a:solidFill>
                <a:prstDash val="solid"/>
                <a:headEnd type="none" w="med" len="med"/>
                <a:tailEnd type="none" w="med" len="med"/>
              </a:ln>
            </p:spPr>
          </p:sp>
          <p:sp>
            <p:nvSpPr>
              <p:cNvPr id="93294" name="Line 37"/>
              <p:cNvSpPr/>
              <p:nvPr/>
            </p:nvSpPr>
            <p:spPr>
              <a:xfrm>
                <a:off x="1217" y="384"/>
                <a:ext cx="65" cy="205"/>
              </a:xfrm>
              <a:prstGeom prst="line">
                <a:avLst/>
              </a:prstGeom>
              <a:ln w="14288" cap="flat" cmpd="sng">
                <a:solidFill>
                  <a:srgbClr val="000000"/>
                </a:solidFill>
                <a:prstDash val="solid"/>
                <a:headEnd type="none" w="med" len="med"/>
                <a:tailEnd type="none" w="med" len="med"/>
              </a:ln>
            </p:spPr>
          </p:sp>
          <p:sp>
            <p:nvSpPr>
              <p:cNvPr id="93295" name="Line 38"/>
              <p:cNvSpPr/>
              <p:nvPr/>
            </p:nvSpPr>
            <p:spPr>
              <a:xfrm>
                <a:off x="1282" y="589"/>
                <a:ext cx="130" cy="1"/>
              </a:xfrm>
              <a:prstGeom prst="line">
                <a:avLst/>
              </a:prstGeom>
              <a:ln w="14288" cap="flat" cmpd="sng">
                <a:solidFill>
                  <a:srgbClr val="000000"/>
                </a:solidFill>
                <a:prstDash val="solid"/>
                <a:headEnd type="none" w="med" len="med"/>
                <a:tailEnd type="none" w="med" len="med"/>
              </a:ln>
            </p:spPr>
          </p:sp>
        </p:grpSp>
        <p:grpSp>
          <p:nvGrpSpPr>
            <p:cNvPr id="93203" name="Group 39"/>
            <p:cNvGrpSpPr/>
            <p:nvPr/>
          </p:nvGrpSpPr>
          <p:grpSpPr>
            <a:xfrm>
              <a:off x="2200276" y="4640263"/>
              <a:ext cx="620713" cy="327025"/>
              <a:chOff x="1412" y="384"/>
              <a:chExt cx="391" cy="206"/>
            </a:xfrm>
          </p:grpSpPr>
          <p:sp>
            <p:nvSpPr>
              <p:cNvPr id="93288" name="Line 40"/>
              <p:cNvSpPr/>
              <p:nvPr/>
            </p:nvSpPr>
            <p:spPr>
              <a:xfrm>
                <a:off x="1477" y="384"/>
                <a:ext cx="130" cy="2"/>
              </a:xfrm>
              <a:prstGeom prst="line">
                <a:avLst/>
              </a:prstGeom>
              <a:ln w="14288" cap="flat" cmpd="sng">
                <a:solidFill>
                  <a:srgbClr val="000000"/>
                </a:solidFill>
                <a:prstDash val="solid"/>
                <a:headEnd type="none" w="med" len="med"/>
                <a:tailEnd type="none" w="med" len="med"/>
              </a:ln>
            </p:spPr>
          </p:sp>
          <p:sp>
            <p:nvSpPr>
              <p:cNvPr id="93289" name="Line 41"/>
              <p:cNvSpPr/>
              <p:nvPr/>
            </p:nvSpPr>
            <p:spPr>
              <a:xfrm flipH="1">
                <a:off x="1412" y="384"/>
                <a:ext cx="65" cy="205"/>
              </a:xfrm>
              <a:prstGeom prst="line">
                <a:avLst/>
              </a:prstGeom>
              <a:ln w="14288" cap="flat" cmpd="sng">
                <a:solidFill>
                  <a:srgbClr val="000000"/>
                </a:solidFill>
                <a:prstDash val="solid"/>
                <a:headEnd type="none" w="med" len="med"/>
                <a:tailEnd type="none" w="med" len="med"/>
              </a:ln>
            </p:spPr>
          </p:sp>
          <p:sp>
            <p:nvSpPr>
              <p:cNvPr id="93290" name="Line 42"/>
              <p:cNvSpPr/>
              <p:nvPr/>
            </p:nvSpPr>
            <p:spPr>
              <a:xfrm>
                <a:off x="1607" y="384"/>
                <a:ext cx="65" cy="205"/>
              </a:xfrm>
              <a:prstGeom prst="line">
                <a:avLst/>
              </a:prstGeom>
              <a:ln w="14288" cap="flat" cmpd="sng">
                <a:solidFill>
                  <a:srgbClr val="000000"/>
                </a:solidFill>
                <a:prstDash val="solid"/>
                <a:headEnd type="none" w="med" len="med"/>
                <a:tailEnd type="none" w="med" len="med"/>
              </a:ln>
            </p:spPr>
          </p:sp>
          <p:sp>
            <p:nvSpPr>
              <p:cNvPr id="93291" name="Line 43"/>
              <p:cNvSpPr/>
              <p:nvPr/>
            </p:nvSpPr>
            <p:spPr>
              <a:xfrm>
                <a:off x="1672" y="589"/>
                <a:ext cx="131" cy="1"/>
              </a:xfrm>
              <a:prstGeom prst="line">
                <a:avLst/>
              </a:prstGeom>
              <a:ln w="14288" cap="flat" cmpd="sng">
                <a:solidFill>
                  <a:srgbClr val="000000"/>
                </a:solidFill>
                <a:prstDash val="solid"/>
                <a:headEnd type="none" w="med" len="med"/>
                <a:tailEnd type="none" w="med" len="med"/>
              </a:ln>
            </p:spPr>
          </p:sp>
        </p:grpSp>
        <p:grpSp>
          <p:nvGrpSpPr>
            <p:cNvPr id="93204" name="Group 44"/>
            <p:cNvGrpSpPr/>
            <p:nvPr/>
          </p:nvGrpSpPr>
          <p:grpSpPr>
            <a:xfrm>
              <a:off x="2820988" y="4640263"/>
              <a:ext cx="619125" cy="327025"/>
              <a:chOff x="1803" y="384"/>
              <a:chExt cx="390" cy="206"/>
            </a:xfrm>
          </p:grpSpPr>
          <p:sp>
            <p:nvSpPr>
              <p:cNvPr id="93284" name="Line 45"/>
              <p:cNvSpPr/>
              <p:nvPr/>
            </p:nvSpPr>
            <p:spPr>
              <a:xfrm>
                <a:off x="1867" y="384"/>
                <a:ext cx="131" cy="2"/>
              </a:xfrm>
              <a:prstGeom prst="line">
                <a:avLst/>
              </a:prstGeom>
              <a:ln w="14288" cap="flat" cmpd="sng">
                <a:solidFill>
                  <a:srgbClr val="000000"/>
                </a:solidFill>
                <a:prstDash val="solid"/>
                <a:headEnd type="none" w="med" len="med"/>
                <a:tailEnd type="none" w="med" len="med"/>
              </a:ln>
            </p:spPr>
          </p:sp>
          <p:sp>
            <p:nvSpPr>
              <p:cNvPr id="93285" name="Line 46"/>
              <p:cNvSpPr/>
              <p:nvPr/>
            </p:nvSpPr>
            <p:spPr>
              <a:xfrm flipH="1">
                <a:off x="1803" y="384"/>
                <a:ext cx="64" cy="205"/>
              </a:xfrm>
              <a:prstGeom prst="line">
                <a:avLst/>
              </a:prstGeom>
              <a:ln w="14288" cap="flat" cmpd="sng">
                <a:solidFill>
                  <a:srgbClr val="000000"/>
                </a:solidFill>
                <a:prstDash val="solid"/>
                <a:headEnd type="none" w="med" len="med"/>
                <a:tailEnd type="none" w="med" len="med"/>
              </a:ln>
            </p:spPr>
          </p:sp>
          <p:sp>
            <p:nvSpPr>
              <p:cNvPr id="93286" name="Line 47"/>
              <p:cNvSpPr/>
              <p:nvPr/>
            </p:nvSpPr>
            <p:spPr>
              <a:xfrm>
                <a:off x="1998" y="384"/>
                <a:ext cx="66" cy="205"/>
              </a:xfrm>
              <a:prstGeom prst="line">
                <a:avLst/>
              </a:prstGeom>
              <a:ln w="14288" cap="flat" cmpd="sng">
                <a:solidFill>
                  <a:srgbClr val="000000"/>
                </a:solidFill>
                <a:prstDash val="solid"/>
                <a:headEnd type="none" w="med" len="med"/>
                <a:tailEnd type="none" w="med" len="med"/>
              </a:ln>
            </p:spPr>
          </p:sp>
          <p:sp>
            <p:nvSpPr>
              <p:cNvPr id="93287" name="Line 48"/>
              <p:cNvSpPr/>
              <p:nvPr/>
            </p:nvSpPr>
            <p:spPr>
              <a:xfrm>
                <a:off x="2064" y="589"/>
                <a:ext cx="129" cy="1"/>
              </a:xfrm>
              <a:prstGeom prst="line">
                <a:avLst/>
              </a:prstGeom>
              <a:ln w="14288" cap="flat" cmpd="sng">
                <a:solidFill>
                  <a:srgbClr val="000000"/>
                </a:solidFill>
                <a:prstDash val="solid"/>
                <a:headEnd type="none" w="med" len="med"/>
                <a:tailEnd type="none" w="med" len="med"/>
              </a:ln>
            </p:spPr>
          </p:sp>
        </p:grpSp>
        <p:grpSp>
          <p:nvGrpSpPr>
            <p:cNvPr id="93205" name="Group 49"/>
            <p:cNvGrpSpPr/>
            <p:nvPr/>
          </p:nvGrpSpPr>
          <p:grpSpPr>
            <a:xfrm>
              <a:off x="4042991" y="4640263"/>
              <a:ext cx="622300" cy="327025"/>
              <a:chOff x="2193" y="384"/>
              <a:chExt cx="392" cy="206"/>
            </a:xfrm>
          </p:grpSpPr>
          <p:sp>
            <p:nvSpPr>
              <p:cNvPr id="93280" name="Line 50"/>
              <p:cNvSpPr/>
              <p:nvPr/>
            </p:nvSpPr>
            <p:spPr>
              <a:xfrm>
                <a:off x="2259" y="384"/>
                <a:ext cx="129" cy="2"/>
              </a:xfrm>
              <a:prstGeom prst="line">
                <a:avLst/>
              </a:prstGeom>
              <a:ln w="14288" cap="flat" cmpd="sng">
                <a:solidFill>
                  <a:srgbClr val="000000"/>
                </a:solidFill>
                <a:prstDash val="solid"/>
                <a:headEnd type="none" w="med" len="med"/>
                <a:tailEnd type="none" w="med" len="med"/>
              </a:ln>
            </p:spPr>
          </p:sp>
          <p:sp>
            <p:nvSpPr>
              <p:cNvPr id="93281" name="Line 51"/>
              <p:cNvSpPr/>
              <p:nvPr/>
            </p:nvSpPr>
            <p:spPr>
              <a:xfrm flipH="1">
                <a:off x="2193" y="384"/>
                <a:ext cx="66" cy="205"/>
              </a:xfrm>
              <a:prstGeom prst="line">
                <a:avLst/>
              </a:prstGeom>
              <a:ln w="14288" cap="flat" cmpd="sng">
                <a:solidFill>
                  <a:srgbClr val="000000"/>
                </a:solidFill>
                <a:prstDash val="solid"/>
                <a:headEnd type="none" w="med" len="med"/>
                <a:tailEnd type="none" w="med" len="med"/>
              </a:ln>
            </p:spPr>
          </p:sp>
          <p:sp>
            <p:nvSpPr>
              <p:cNvPr id="93282" name="Line 52"/>
              <p:cNvSpPr/>
              <p:nvPr/>
            </p:nvSpPr>
            <p:spPr>
              <a:xfrm>
                <a:off x="2388" y="384"/>
                <a:ext cx="66" cy="205"/>
              </a:xfrm>
              <a:prstGeom prst="line">
                <a:avLst/>
              </a:prstGeom>
              <a:ln w="14288" cap="flat" cmpd="sng">
                <a:solidFill>
                  <a:srgbClr val="000000"/>
                </a:solidFill>
                <a:prstDash val="solid"/>
                <a:headEnd type="none" w="med" len="med"/>
                <a:tailEnd type="none" w="med" len="med"/>
              </a:ln>
            </p:spPr>
          </p:sp>
          <p:sp>
            <p:nvSpPr>
              <p:cNvPr id="93283" name="Line 53"/>
              <p:cNvSpPr/>
              <p:nvPr/>
            </p:nvSpPr>
            <p:spPr>
              <a:xfrm>
                <a:off x="2454" y="589"/>
                <a:ext cx="131" cy="1"/>
              </a:xfrm>
              <a:prstGeom prst="line">
                <a:avLst/>
              </a:prstGeom>
              <a:ln w="14288" cap="flat" cmpd="sng">
                <a:solidFill>
                  <a:srgbClr val="000000"/>
                </a:solidFill>
                <a:prstDash val="solid"/>
                <a:headEnd type="none" w="med" len="med"/>
                <a:tailEnd type="none" w="med" len="med"/>
              </a:ln>
            </p:spPr>
          </p:sp>
        </p:grpSp>
        <p:grpSp>
          <p:nvGrpSpPr>
            <p:cNvPr id="93206" name="Group 54"/>
            <p:cNvGrpSpPr/>
            <p:nvPr/>
          </p:nvGrpSpPr>
          <p:grpSpPr>
            <a:xfrm>
              <a:off x="4665291" y="4640263"/>
              <a:ext cx="619125" cy="327025"/>
              <a:chOff x="2585" y="384"/>
              <a:chExt cx="390" cy="206"/>
            </a:xfrm>
          </p:grpSpPr>
          <p:sp>
            <p:nvSpPr>
              <p:cNvPr id="93276" name="Line 55"/>
              <p:cNvSpPr/>
              <p:nvPr/>
            </p:nvSpPr>
            <p:spPr>
              <a:xfrm>
                <a:off x="2649" y="384"/>
                <a:ext cx="131" cy="2"/>
              </a:xfrm>
              <a:prstGeom prst="line">
                <a:avLst/>
              </a:prstGeom>
              <a:ln w="14288" cap="flat" cmpd="sng">
                <a:solidFill>
                  <a:srgbClr val="000000"/>
                </a:solidFill>
                <a:prstDash val="solid"/>
                <a:headEnd type="none" w="med" len="med"/>
                <a:tailEnd type="none" w="med" len="med"/>
              </a:ln>
            </p:spPr>
          </p:sp>
          <p:sp>
            <p:nvSpPr>
              <p:cNvPr id="93277" name="Line 56"/>
              <p:cNvSpPr/>
              <p:nvPr/>
            </p:nvSpPr>
            <p:spPr>
              <a:xfrm flipH="1">
                <a:off x="2585" y="384"/>
                <a:ext cx="64" cy="205"/>
              </a:xfrm>
              <a:prstGeom prst="line">
                <a:avLst/>
              </a:prstGeom>
              <a:ln w="14288" cap="flat" cmpd="sng">
                <a:solidFill>
                  <a:srgbClr val="000000"/>
                </a:solidFill>
                <a:prstDash val="solid"/>
                <a:headEnd type="none" w="med" len="med"/>
                <a:tailEnd type="none" w="med" len="med"/>
              </a:ln>
            </p:spPr>
          </p:sp>
          <p:sp>
            <p:nvSpPr>
              <p:cNvPr id="93278" name="Line 57"/>
              <p:cNvSpPr/>
              <p:nvPr/>
            </p:nvSpPr>
            <p:spPr>
              <a:xfrm>
                <a:off x="2780" y="384"/>
                <a:ext cx="65" cy="205"/>
              </a:xfrm>
              <a:prstGeom prst="line">
                <a:avLst/>
              </a:prstGeom>
              <a:ln w="14288" cap="flat" cmpd="sng">
                <a:solidFill>
                  <a:srgbClr val="000000"/>
                </a:solidFill>
                <a:prstDash val="solid"/>
                <a:headEnd type="none" w="med" len="med"/>
                <a:tailEnd type="none" w="med" len="med"/>
              </a:ln>
            </p:spPr>
          </p:sp>
          <p:sp>
            <p:nvSpPr>
              <p:cNvPr id="93279" name="Line 58"/>
              <p:cNvSpPr/>
              <p:nvPr/>
            </p:nvSpPr>
            <p:spPr>
              <a:xfrm>
                <a:off x="2845" y="589"/>
                <a:ext cx="130" cy="1"/>
              </a:xfrm>
              <a:prstGeom prst="line">
                <a:avLst/>
              </a:prstGeom>
              <a:ln w="14288" cap="flat" cmpd="sng">
                <a:solidFill>
                  <a:srgbClr val="000000"/>
                </a:solidFill>
                <a:prstDash val="solid"/>
                <a:headEnd type="none" w="med" len="med"/>
                <a:tailEnd type="none" w="med" len="med"/>
              </a:ln>
            </p:spPr>
          </p:sp>
        </p:grpSp>
        <p:grpSp>
          <p:nvGrpSpPr>
            <p:cNvPr id="93207" name="Group 59"/>
            <p:cNvGrpSpPr/>
            <p:nvPr/>
          </p:nvGrpSpPr>
          <p:grpSpPr>
            <a:xfrm>
              <a:off x="5284416" y="4640263"/>
              <a:ext cx="620713" cy="327025"/>
              <a:chOff x="2975" y="384"/>
              <a:chExt cx="391" cy="206"/>
            </a:xfrm>
          </p:grpSpPr>
          <p:sp>
            <p:nvSpPr>
              <p:cNvPr id="93272" name="Line 60"/>
              <p:cNvSpPr/>
              <p:nvPr/>
            </p:nvSpPr>
            <p:spPr>
              <a:xfrm>
                <a:off x="3040" y="384"/>
                <a:ext cx="130" cy="2"/>
              </a:xfrm>
              <a:prstGeom prst="line">
                <a:avLst/>
              </a:prstGeom>
              <a:ln w="14288" cap="flat" cmpd="sng">
                <a:solidFill>
                  <a:srgbClr val="000000"/>
                </a:solidFill>
                <a:prstDash val="solid"/>
                <a:headEnd type="none" w="med" len="med"/>
                <a:tailEnd type="none" w="med" len="med"/>
              </a:ln>
            </p:spPr>
          </p:sp>
          <p:sp>
            <p:nvSpPr>
              <p:cNvPr id="93273" name="Line 61"/>
              <p:cNvSpPr/>
              <p:nvPr/>
            </p:nvSpPr>
            <p:spPr>
              <a:xfrm flipH="1">
                <a:off x="2975" y="384"/>
                <a:ext cx="65" cy="205"/>
              </a:xfrm>
              <a:prstGeom prst="line">
                <a:avLst/>
              </a:prstGeom>
              <a:ln w="14288" cap="flat" cmpd="sng">
                <a:solidFill>
                  <a:srgbClr val="000000"/>
                </a:solidFill>
                <a:prstDash val="solid"/>
                <a:headEnd type="none" w="med" len="med"/>
                <a:tailEnd type="none" w="med" len="med"/>
              </a:ln>
            </p:spPr>
          </p:sp>
          <p:sp>
            <p:nvSpPr>
              <p:cNvPr id="93274" name="Line 62"/>
              <p:cNvSpPr/>
              <p:nvPr/>
            </p:nvSpPr>
            <p:spPr>
              <a:xfrm>
                <a:off x="3170" y="384"/>
                <a:ext cx="65" cy="205"/>
              </a:xfrm>
              <a:prstGeom prst="line">
                <a:avLst/>
              </a:prstGeom>
              <a:ln w="14288" cap="flat" cmpd="sng">
                <a:solidFill>
                  <a:srgbClr val="000000"/>
                </a:solidFill>
                <a:prstDash val="solid"/>
                <a:headEnd type="none" w="med" len="med"/>
                <a:tailEnd type="none" w="med" len="med"/>
              </a:ln>
            </p:spPr>
          </p:sp>
          <p:sp>
            <p:nvSpPr>
              <p:cNvPr id="93275" name="Line 63"/>
              <p:cNvSpPr/>
              <p:nvPr/>
            </p:nvSpPr>
            <p:spPr>
              <a:xfrm>
                <a:off x="3235" y="589"/>
                <a:ext cx="131" cy="1"/>
              </a:xfrm>
              <a:prstGeom prst="line">
                <a:avLst/>
              </a:prstGeom>
              <a:ln w="14288" cap="flat" cmpd="sng">
                <a:solidFill>
                  <a:srgbClr val="000000"/>
                </a:solidFill>
                <a:prstDash val="solid"/>
                <a:headEnd type="none" w="med" len="med"/>
                <a:tailEnd type="none" w="med" len="med"/>
              </a:ln>
            </p:spPr>
          </p:sp>
        </p:grpSp>
        <p:grpSp>
          <p:nvGrpSpPr>
            <p:cNvPr id="93208" name="Group 64"/>
            <p:cNvGrpSpPr/>
            <p:nvPr/>
          </p:nvGrpSpPr>
          <p:grpSpPr>
            <a:xfrm>
              <a:off x="5905129" y="4640263"/>
              <a:ext cx="619125" cy="327025"/>
              <a:chOff x="3366" y="384"/>
              <a:chExt cx="390" cy="206"/>
            </a:xfrm>
          </p:grpSpPr>
          <p:sp>
            <p:nvSpPr>
              <p:cNvPr id="93268" name="Line 65"/>
              <p:cNvSpPr/>
              <p:nvPr/>
            </p:nvSpPr>
            <p:spPr>
              <a:xfrm>
                <a:off x="3430" y="384"/>
                <a:ext cx="131" cy="2"/>
              </a:xfrm>
              <a:prstGeom prst="line">
                <a:avLst/>
              </a:prstGeom>
              <a:ln w="14288" cap="flat" cmpd="sng">
                <a:solidFill>
                  <a:srgbClr val="000000"/>
                </a:solidFill>
                <a:prstDash val="solid"/>
                <a:headEnd type="none" w="med" len="med"/>
                <a:tailEnd type="none" w="med" len="med"/>
              </a:ln>
            </p:spPr>
          </p:sp>
          <p:sp>
            <p:nvSpPr>
              <p:cNvPr id="93269" name="Line 66"/>
              <p:cNvSpPr/>
              <p:nvPr/>
            </p:nvSpPr>
            <p:spPr>
              <a:xfrm flipH="1">
                <a:off x="3366" y="384"/>
                <a:ext cx="64" cy="205"/>
              </a:xfrm>
              <a:prstGeom prst="line">
                <a:avLst/>
              </a:prstGeom>
              <a:ln w="14288" cap="flat" cmpd="sng">
                <a:solidFill>
                  <a:srgbClr val="000000"/>
                </a:solidFill>
                <a:prstDash val="solid"/>
                <a:headEnd type="none" w="med" len="med"/>
                <a:tailEnd type="none" w="med" len="med"/>
              </a:ln>
            </p:spPr>
          </p:sp>
          <p:sp>
            <p:nvSpPr>
              <p:cNvPr id="93270" name="Line 67"/>
              <p:cNvSpPr/>
              <p:nvPr/>
            </p:nvSpPr>
            <p:spPr>
              <a:xfrm>
                <a:off x="3561" y="384"/>
                <a:ext cx="66" cy="205"/>
              </a:xfrm>
              <a:prstGeom prst="line">
                <a:avLst/>
              </a:prstGeom>
              <a:ln w="14288" cap="flat" cmpd="sng">
                <a:solidFill>
                  <a:srgbClr val="000000"/>
                </a:solidFill>
                <a:prstDash val="solid"/>
                <a:headEnd type="none" w="med" len="med"/>
                <a:tailEnd type="none" w="med" len="med"/>
              </a:ln>
            </p:spPr>
          </p:sp>
          <p:sp>
            <p:nvSpPr>
              <p:cNvPr id="93271" name="Line 68"/>
              <p:cNvSpPr/>
              <p:nvPr/>
            </p:nvSpPr>
            <p:spPr>
              <a:xfrm>
                <a:off x="3627" y="589"/>
                <a:ext cx="129" cy="1"/>
              </a:xfrm>
              <a:prstGeom prst="line">
                <a:avLst/>
              </a:prstGeom>
              <a:ln w="14288" cap="flat" cmpd="sng">
                <a:solidFill>
                  <a:srgbClr val="000000"/>
                </a:solidFill>
                <a:prstDash val="solid"/>
                <a:headEnd type="none" w="med" len="med"/>
                <a:tailEnd type="none" w="med" len="med"/>
              </a:ln>
            </p:spPr>
          </p:sp>
        </p:grpSp>
        <p:grpSp>
          <p:nvGrpSpPr>
            <p:cNvPr id="93209" name="Group 69"/>
            <p:cNvGrpSpPr/>
            <p:nvPr/>
          </p:nvGrpSpPr>
          <p:grpSpPr>
            <a:xfrm>
              <a:off x="6524254" y="4640263"/>
              <a:ext cx="622300" cy="327025"/>
              <a:chOff x="3756" y="384"/>
              <a:chExt cx="392" cy="206"/>
            </a:xfrm>
          </p:grpSpPr>
          <p:sp>
            <p:nvSpPr>
              <p:cNvPr id="93264" name="Line 70"/>
              <p:cNvSpPr/>
              <p:nvPr/>
            </p:nvSpPr>
            <p:spPr>
              <a:xfrm>
                <a:off x="3822" y="384"/>
                <a:ext cx="129" cy="2"/>
              </a:xfrm>
              <a:prstGeom prst="line">
                <a:avLst/>
              </a:prstGeom>
              <a:ln w="14288" cap="flat" cmpd="sng">
                <a:solidFill>
                  <a:srgbClr val="000000"/>
                </a:solidFill>
                <a:prstDash val="solid"/>
                <a:headEnd type="none" w="med" len="med"/>
                <a:tailEnd type="none" w="med" len="med"/>
              </a:ln>
            </p:spPr>
          </p:sp>
          <p:sp>
            <p:nvSpPr>
              <p:cNvPr id="93265" name="Line 71"/>
              <p:cNvSpPr/>
              <p:nvPr/>
            </p:nvSpPr>
            <p:spPr>
              <a:xfrm flipH="1">
                <a:off x="3756" y="384"/>
                <a:ext cx="66" cy="205"/>
              </a:xfrm>
              <a:prstGeom prst="line">
                <a:avLst/>
              </a:prstGeom>
              <a:ln w="14288" cap="flat" cmpd="sng">
                <a:solidFill>
                  <a:srgbClr val="000000"/>
                </a:solidFill>
                <a:prstDash val="solid"/>
                <a:headEnd type="none" w="med" len="med"/>
                <a:tailEnd type="none" w="med" len="med"/>
              </a:ln>
            </p:spPr>
          </p:sp>
          <p:sp>
            <p:nvSpPr>
              <p:cNvPr id="93266" name="Line 72"/>
              <p:cNvSpPr/>
              <p:nvPr/>
            </p:nvSpPr>
            <p:spPr>
              <a:xfrm>
                <a:off x="3951" y="384"/>
                <a:ext cx="66" cy="205"/>
              </a:xfrm>
              <a:prstGeom prst="line">
                <a:avLst/>
              </a:prstGeom>
              <a:ln w="14288" cap="flat" cmpd="sng">
                <a:solidFill>
                  <a:srgbClr val="000000"/>
                </a:solidFill>
                <a:prstDash val="solid"/>
                <a:headEnd type="none" w="med" len="med"/>
                <a:tailEnd type="none" w="med" len="med"/>
              </a:ln>
            </p:spPr>
          </p:sp>
          <p:sp>
            <p:nvSpPr>
              <p:cNvPr id="93267" name="Line 73"/>
              <p:cNvSpPr/>
              <p:nvPr/>
            </p:nvSpPr>
            <p:spPr>
              <a:xfrm>
                <a:off x="4017" y="589"/>
                <a:ext cx="131" cy="1"/>
              </a:xfrm>
              <a:prstGeom prst="line">
                <a:avLst/>
              </a:prstGeom>
              <a:ln w="14288" cap="flat" cmpd="sng">
                <a:solidFill>
                  <a:srgbClr val="000000"/>
                </a:solidFill>
                <a:prstDash val="solid"/>
                <a:headEnd type="none" w="med" len="med"/>
                <a:tailEnd type="none" w="med" len="med"/>
              </a:ln>
            </p:spPr>
          </p:sp>
        </p:grpSp>
        <p:grpSp>
          <p:nvGrpSpPr>
            <p:cNvPr id="93210" name="Group 74"/>
            <p:cNvGrpSpPr/>
            <p:nvPr/>
          </p:nvGrpSpPr>
          <p:grpSpPr>
            <a:xfrm>
              <a:off x="7146554" y="4640263"/>
              <a:ext cx="619125" cy="327025"/>
              <a:chOff x="4148" y="384"/>
              <a:chExt cx="390" cy="206"/>
            </a:xfrm>
          </p:grpSpPr>
          <p:sp>
            <p:nvSpPr>
              <p:cNvPr id="93260" name="Line 75"/>
              <p:cNvSpPr/>
              <p:nvPr/>
            </p:nvSpPr>
            <p:spPr>
              <a:xfrm>
                <a:off x="4212" y="384"/>
                <a:ext cx="131" cy="2"/>
              </a:xfrm>
              <a:prstGeom prst="line">
                <a:avLst/>
              </a:prstGeom>
              <a:ln w="14288" cap="flat" cmpd="sng">
                <a:solidFill>
                  <a:srgbClr val="000000"/>
                </a:solidFill>
                <a:prstDash val="solid"/>
                <a:headEnd type="none" w="med" len="med"/>
                <a:tailEnd type="none" w="med" len="med"/>
              </a:ln>
            </p:spPr>
          </p:sp>
          <p:sp>
            <p:nvSpPr>
              <p:cNvPr id="93261" name="Line 76"/>
              <p:cNvSpPr/>
              <p:nvPr/>
            </p:nvSpPr>
            <p:spPr>
              <a:xfrm flipH="1">
                <a:off x="4148" y="384"/>
                <a:ext cx="64" cy="205"/>
              </a:xfrm>
              <a:prstGeom prst="line">
                <a:avLst/>
              </a:prstGeom>
              <a:ln w="14288" cap="flat" cmpd="sng">
                <a:solidFill>
                  <a:srgbClr val="000000"/>
                </a:solidFill>
                <a:prstDash val="solid"/>
                <a:headEnd type="none" w="med" len="med"/>
                <a:tailEnd type="none" w="med" len="med"/>
              </a:ln>
            </p:spPr>
          </p:sp>
          <p:sp>
            <p:nvSpPr>
              <p:cNvPr id="93262" name="Line 77"/>
              <p:cNvSpPr/>
              <p:nvPr/>
            </p:nvSpPr>
            <p:spPr>
              <a:xfrm>
                <a:off x="4343" y="384"/>
                <a:ext cx="65" cy="205"/>
              </a:xfrm>
              <a:prstGeom prst="line">
                <a:avLst/>
              </a:prstGeom>
              <a:ln w="14288" cap="flat" cmpd="sng">
                <a:solidFill>
                  <a:srgbClr val="000000"/>
                </a:solidFill>
                <a:prstDash val="solid"/>
                <a:headEnd type="none" w="med" len="med"/>
                <a:tailEnd type="none" w="med" len="med"/>
              </a:ln>
            </p:spPr>
          </p:sp>
          <p:sp>
            <p:nvSpPr>
              <p:cNvPr id="93263" name="Line 78"/>
              <p:cNvSpPr/>
              <p:nvPr/>
            </p:nvSpPr>
            <p:spPr>
              <a:xfrm>
                <a:off x="4408" y="589"/>
                <a:ext cx="130" cy="1"/>
              </a:xfrm>
              <a:prstGeom prst="line">
                <a:avLst/>
              </a:prstGeom>
              <a:ln w="14288" cap="flat" cmpd="sng">
                <a:solidFill>
                  <a:srgbClr val="000000"/>
                </a:solidFill>
                <a:prstDash val="solid"/>
                <a:headEnd type="none" w="med" len="med"/>
                <a:tailEnd type="none" w="med" len="med"/>
              </a:ln>
            </p:spPr>
          </p:sp>
        </p:grpSp>
        <p:grpSp>
          <p:nvGrpSpPr>
            <p:cNvPr id="93211" name="Group 79"/>
            <p:cNvGrpSpPr/>
            <p:nvPr/>
          </p:nvGrpSpPr>
          <p:grpSpPr>
            <a:xfrm>
              <a:off x="7765679" y="4640263"/>
              <a:ext cx="620713" cy="327025"/>
              <a:chOff x="4538" y="384"/>
              <a:chExt cx="391" cy="206"/>
            </a:xfrm>
          </p:grpSpPr>
          <p:sp>
            <p:nvSpPr>
              <p:cNvPr id="93256" name="Line 80"/>
              <p:cNvSpPr/>
              <p:nvPr/>
            </p:nvSpPr>
            <p:spPr>
              <a:xfrm>
                <a:off x="4603" y="384"/>
                <a:ext cx="130" cy="2"/>
              </a:xfrm>
              <a:prstGeom prst="line">
                <a:avLst/>
              </a:prstGeom>
              <a:ln w="14288" cap="flat" cmpd="sng">
                <a:solidFill>
                  <a:srgbClr val="000000"/>
                </a:solidFill>
                <a:prstDash val="solid"/>
                <a:headEnd type="none" w="med" len="med"/>
                <a:tailEnd type="none" w="med" len="med"/>
              </a:ln>
            </p:spPr>
          </p:sp>
          <p:sp>
            <p:nvSpPr>
              <p:cNvPr id="93257" name="Line 81"/>
              <p:cNvSpPr/>
              <p:nvPr/>
            </p:nvSpPr>
            <p:spPr>
              <a:xfrm flipH="1">
                <a:off x="4538" y="384"/>
                <a:ext cx="65" cy="205"/>
              </a:xfrm>
              <a:prstGeom prst="line">
                <a:avLst/>
              </a:prstGeom>
              <a:ln w="14288" cap="flat" cmpd="sng">
                <a:solidFill>
                  <a:srgbClr val="000000"/>
                </a:solidFill>
                <a:prstDash val="solid"/>
                <a:headEnd type="none" w="med" len="med"/>
                <a:tailEnd type="none" w="med" len="med"/>
              </a:ln>
            </p:spPr>
          </p:sp>
          <p:sp>
            <p:nvSpPr>
              <p:cNvPr id="93258" name="Line 82"/>
              <p:cNvSpPr/>
              <p:nvPr/>
            </p:nvSpPr>
            <p:spPr>
              <a:xfrm>
                <a:off x="4733" y="384"/>
                <a:ext cx="65" cy="205"/>
              </a:xfrm>
              <a:prstGeom prst="line">
                <a:avLst/>
              </a:prstGeom>
              <a:ln w="14288" cap="flat" cmpd="sng">
                <a:solidFill>
                  <a:srgbClr val="000000"/>
                </a:solidFill>
                <a:prstDash val="solid"/>
                <a:headEnd type="none" w="med" len="med"/>
                <a:tailEnd type="none" w="med" len="med"/>
              </a:ln>
            </p:spPr>
          </p:sp>
          <p:sp>
            <p:nvSpPr>
              <p:cNvPr id="93259" name="Line 83"/>
              <p:cNvSpPr/>
              <p:nvPr/>
            </p:nvSpPr>
            <p:spPr>
              <a:xfrm>
                <a:off x="4798" y="589"/>
                <a:ext cx="131" cy="1"/>
              </a:xfrm>
              <a:prstGeom prst="line">
                <a:avLst/>
              </a:prstGeom>
              <a:ln w="14288" cap="flat" cmpd="sng">
                <a:solidFill>
                  <a:srgbClr val="000000"/>
                </a:solidFill>
                <a:prstDash val="solid"/>
                <a:headEnd type="none" w="med" len="med"/>
                <a:tailEnd type="none" w="med" len="med"/>
              </a:ln>
            </p:spPr>
          </p:sp>
        </p:grpSp>
        <p:grpSp>
          <p:nvGrpSpPr>
            <p:cNvPr id="93212" name="Group 84"/>
            <p:cNvGrpSpPr/>
            <p:nvPr/>
          </p:nvGrpSpPr>
          <p:grpSpPr>
            <a:xfrm>
              <a:off x="8386391" y="4640263"/>
              <a:ext cx="619125" cy="327025"/>
              <a:chOff x="4929" y="384"/>
              <a:chExt cx="390" cy="206"/>
            </a:xfrm>
          </p:grpSpPr>
          <p:sp>
            <p:nvSpPr>
              <p:cNvPr id="93252" name="Line 85"/>
              <p:cNvSpPr/>
              <p:nvPr/>
            </p:nvSpPr>
            <p:spPr>
              <a:xfrm>
                <a:off x="4993" y="384"/>
                <a:ext cx="131" cy="2"/>
              </a:xfrm>
              <a:prstGeom prst="line">
                <a:avLst/>
              </a:prstGeom>
              <a:ln w="14288" cap="flat" cmpd="sng">
                <a:solidFill>
                  <a:srgbClr val="000000"/>
                </a:solidFill>
                <a:prstDash val="solid"/>
                <a:headEnd type="none" w="med" len="med"/>
                <a:tailEnd type="none" w="med" len="med"/>
              </a:ln>
            </p:spPr>
          </p:sp>
          <p:sp>
            <p:nvSpPr>
              <p:cNvPr id="93253" name="Line 86"/>
              <p:cNvSpPr/>
              <p:nvPr/>
            </p:nvSpPr>
            <p:spPr>
              <a:xfrm flipH="1">
                <a:off x="4929" y="384"/>
                <a:ext cx="64" cy="205"/>
              </a:xfrm>
              <a:prstGeom prst="line">
                <a:avLst/>
              </a:prstGeom>
              <a:ln w="14288" cap="flat" cmpd="sng">
                <a:solidFill>
                  <a:srgbClr val="000000"/>
                </a:solidFill>
                <a:prstDash val="solid"/>
                <a:headEnd type="none" w="med" len="med"/>
                <a:tailEnd type="none" w="med" len="med"/>
              </a:ln>
            </p:spPr>
          </p:sp>
          <p:sp>
            <p:nvSpPr>
              <p:cNvPr id="93254" name="Line 87"/>
              <p:cNvSpPr/>
              <p:nvPr/>
            </p:nvSpPr>
            <p:spPr>
              <a:xfrm>
                <a:off x="5124" y="384"/>
                <a:ext cx="66" cy="205"/>
              </a:xfrm>
              <a:prstGeom prst="line">
                <a:avLst/>
              </a:prstGeom>
              <a:ln w="14288" cap="flat" cmpd="sng">
                <a:solidFill>
                  <a:srgbClr val="000000"/>
                </a:solidFill>
                <a:prstDash val="solid"/>
                <a:headEnd type="none" w="med" len="med"/>
                <a:tailEnd type="none" w="med" len="med"/>
              </a:ln>
            </p:spPr>
          </p:sp>
          <p:sp>
            <p:nvSpPr>
              <p:cNvPr id="93255" name="Line 88"/>
              <p:cNvSpPr/>
              <p:nvPr/>
            </p:nvSpPr>
            <p:spPr>
              <a:xfrm>
                <a:off x="5190" y="589"/>
                <a:ext cx="129" cy="1"/>
              </a:xfrm>
              <a:prstGeom prst="line">
                <a:avLst/>
              </a:prstGeom>
              <a:ln w="14288" cap="flat" cmpd="sng">
                <a:solidFill>
                  <a:srgbClr val="000000"/>
                </a:solidFill>
                <a:prstDash val="solid"/>
                <a:headEnd type="none" w="med" len="med"/>
                <a:tailEnd type="none" w="med" len="med"/>
              </a:ln>
            </p:spPr>
          </p:sp>
        </p:grpSp>
        <p:sp>
          <p:nvSpPr>
            <p:cNvPr id="93213" name="Line 89"/>
            <p:cNvSpPr/>
            <p:nvPr/>
          </p:nvSpPr>
          <p:spPr>
            <a:xfrm flipH="1">
              <a:off x="1268413" y="4965701"/>
              <a:ext cx="312738" cy="1588"/>
            </a:xfrm>
            <a:prstGeom prst="line">
              <a:avLst/>
            </a:prstGeom>
            <a:ln w="14288" cap="flat" cmpd="sng">
              <a:solidFill>
                <a:srgbClr val="000000"/>
              </a:solidFill>
              <a:prstDash val="solid"/>
              <a:headEnd type="none" w="med" len="med"/>
              <a:tailEnd type="none" w="med" len="med"/>
            </a:ln>
          </p:spPr>
        </p:sp>
        <p:sp>
          <p:nvSpPr>
            <p:cNvPr id="93214" name="Line 90"/>
            <p:cNvSpPr/>
            <p:nvPr/>
          </p:nvSpPr>
          <p:spPr>
            <a:xfrm>
              <a:off x="1373188" y="5613400"/>
              <a:ext cx="7029450" cy="1588"/>
            </a:xfrm>
            <a:prstGeom prst="line">
              <a:avLst/>
            </a:prstGeom>
            <a:ln w="14288" cap="flat" cmpd="sng">
              <a:solidFill>
                <a:srgbClr val="000000"/>
              </a:solidFill>
              <a:prstDash val="solid"/>
              <a:headEnd type="none" w="med" len="med"/>
              <a:tailEnd type="none" w="med" len="med"/>
            </a:ln>
          </p:spPr>
        </p:sp>
        <p:sp>
          <p:nvSpPr>
            <p:cNvPr id="93215" name="Rectangle 91"/>
            <p:cNvSpPr/>
            <p:nvPr/>
          </p:nvSpPr>
          <p:spPr>
            <a:xfrm>
              <a:off x="3923928" y="59610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93216" name="Rectangle 92"/>
            <p:cNvSpPr/>
            <p:nvPr/>
          </p:nvSpPr>
          <p:spPr>
            <a:xfrm>
              <a:off x="4546228" y="59610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93217" name="Rectangle 93"/>
            <p:cNvSpPr/>
            <p:nvPr/>
          </p:nvSpPr>
          <p:spPr>
            <a:xfrm>
              <a:off x="5165353" y="59610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93218" name="Rectangle 94"/>
            <p:cNvSpPr/>
            <p:nvPr/>
          </p:nvSpPr>
          <p:spPr>
            <a:xfrm>
              <a:off x="5790504" y="59610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93219" name="Line 95"/>
            <p:cNvSpPr/>
            <p:nvPr/>
          </p:nvSpPr>
          <p:spPr>
            <a:xfrm flipV="1">
              <a:off x="1373188" y="5934635"/>
              <a:ext cx="4238718" cy="2615"/>
            </a:xfrm>
            <a:prstGeom prst="line">
              <a:avLst/>
            </a:prstGeom>
            <a:ln w="14288" cap="flat" cmpd="sng">
              <a:solidFill>
                <a:srgbClr val="000000"/>
              </a:solidFill>
              <a:prstDash val="solid"/>
              <a:headEnd type="none" w="med" len="med"/>
              <a:tailEnd type="none" w="med" len="med"/>
            </a:ln>
          </p:spPr>
        </p:sp>
        <p:grpSp>
          <p:nvGrpSpPr>
            <p:cNvPr id="93220" name="Group 96"/>
            <p:cNvGrpSpPr/>
            <p:nvPr/>
          </p:nvGrpSpPr>
          <p:grpSpPr>
            <a:xfrm>
              <a:off x="1365250" y="6254750"/>
              <a:ext cx="636587" cy="14288"/>
              <a:chOff x="886" y="1401"/>
              <a:chExt cx="401" cy="9"/>
            </a:xfrm>
          </p:grpSpPr>
          <p:sp>
            <p:nvSpPr>
              <p:cNvPr id="93245" name="Freeform 97"/>
              <p:cNvSpPr/>
              <p:nvPr/>
            </p:nvSpPr>
            <p:spPr>
              <a:xfrm>
                <a:off x="886" y="1401"/>
                <a:ext cx="45" cy="9"/>
              </a:xfrm>
              <a:custGeom>
                <a:avLst/>
                <a:gdLst/>
                <a:ahLst/>
                <a:cxnLst>
                  <a:cxn ang="0">
                    <a:pos x="6" y="0"/>
                  </a:cxn>
                  <a:cxn ang="0">
                    <a:pos x="5" y="0"/>
                  </a:cxn>
                  <a:cxn ang="0">
                    <a:pos x="3" y="2"/>
                  </a:cxn>
                  <a:cxn ang="0">
                    <a:pos x="2" y="3"/>
                  </a:cxn>
                  <a:cxn ang="0">
                    <a:pos x="0" y="5"/>
                  </a:cxn>
                  <a:cxn ang="0">
                    <a:pos x="2" y="6"/>
                  </a:cxn>
                  <a:cxn ang="0">
                    <a:pos x="3" y="8"/>
                  </a:cxn>
                  <a:cxn ang="0">
                    <a:pos x="5" y="9"/>
                  </a:cxn>
                  <a:cxn ang="0">
                    <a:pos x="39" y="9"/>
                  </a:cxn>
                  <a:cxn ang="0">
                    <a:pos x="40" y="9"/>
                  </a:cxn>
                  <a:cxn ang="0">
                    <a:pos x="42" y="9"/>
                  </a:cxn>
                  <a:cxn ang="0">
                    <a:pos x="43" y="8"/>
                  </a:cxn>
                  <a:cxn ang="0">
                    <a:pos x="45" y="6"/>
                  </a:cxn>
                  <a:cxn ang="0">
                    <a:pos x="45" y="5"/>
                  </a:cxn>
                  <a:cxn ang="0">
                    <a:pos x="43" y="3"/>
                  </a:cxn>
                  <a:cxn ang="0">
                    <a:pos x="42" y="2"/>
                  </a:cxn>
                  <a:cxn ang="0">
                    <a:pos x="40" y="0"/>
                  </a:cxn>
                  <a:cxn ang="0">
                    <a:pos x="6" y="0"/>
                  </a:cxn>
                </a:cxnLst>
                <a:pathLst>
                  <a:path w="45" h="9">
                    <a:moveTo>
                      <a:pt x="6" y="0"/>
                    </a:moveTo>
                    <a:lnTo>
                      <a:pt x="5" y="0"/>
                    </a:lnTo>
                    <a:lnTo>
                      <a:pt x="3" y="2"/>
                    </a:lnTo>
                    <a:lnTo>
                      <a:pt x="2" y="3"/>
                    </a:lnTo>
                    <a:lnTo>
                      <a:pt x="0" y="5"/>
                    </a:lnTo>
                    <a:lnTo>
                      <a:pt x="2" y="6"/>
                    </a:lnTo>
                    <a:lnTo>
                      <a:pt x="3" y="8"/>
                    </a:lnTo>
                    <a:lnTo>
                      <a:pt x="5" y="9"/>
                    </a:lnTo>
                    <a:lnTo>
                      <a:pt x="39" y="9"/>
                    </a:lnTo>
                    <a:lnTo>
                      <a:pt x="40" y="9"/>
                    </a:lnTo>
                    <a:lnTo>
                      <a:pt x="42" y="9"/>
                    </a:lnTo>
                    <a:lnTo>
                      <a:pt x="43" y="8"/>
                    </a:lnTo>
                    <a:lnTo>
                      <a:pt x="45" y="6"/>
                    </a:lnTo>
                    <a:lnTo>
                      <a:pt x="45" y="5"/>
                    </a:lnTo>
                    <a:lnTo>
                      <a:pt x="43" y="3"/>
                    </a:lnTo>
                    <a:lnTo>
                      <a:pt x="42" y="2"/>
                    </a:lnTo>
                    <a:lnTo>
                      <a:pt x="40" y="0"/>
                    </a:lnTo>
                    <a:lnTo>
                      <a:pt x="6" y="0"/>
                    </a:lnTo>
                    <a:close/>
                  </a:path>
                </a:pathLst>
              </a:custGeom>
              <a:solidFill>
                <a:srgbClr val="000000">
                  <a:alpha val="100000"/>
                </a:srgbClr>
              </a:solidFill>
              <a:ln w="9525">
                <a:noFill/>
              </a:ln>
            </p:spPr>
            <p:txBody>
              <a:bodyPr/>
              <a:p>
                <a:endParaRPr lang="zh-CN" altLang="en-US"/>
              </a:p>
            </p:txBody>
          </p:sp>
          <p:sp>
            <p:nvSpPr>
              <p:cNvPr id="93246" name="Freeform 98"/>
              <p:cNvSpPr/>
              <p:nvPr/>
            </p:nvSpPr>
            <p:spPr>
              <a:xfrm>
                <a:off x="949" y="1401"/>
                <a:ext cx="44"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8" y="9"/>
                  </a:cxn>
                  <a:cxn ang="0">
                    <a:pos x="40" y="9"/>
                  </a:cxn>
                  <a:cxn ang="0">
                    <a:pos x="41" y="9"/>
                  </a:cxn>
                  <a:cxn ang="0">
                    <a:pos x="43" y="8"/>
                  </a:cxn>
                  <a:cxn ang="0">
                    <a:pos x="44" y="6"/>
                  </a:cxn>
                  <a:cxn ang="0">
                    <a:pos x="44" y="5"/>
                  </a:cxn>
                  <a:cxn ang="0">
                    <a:pos x="43" y="3"/>
                  </a:cxn>
                  <a:cxn ang="0">
                    <a:pos x="41" y="2"/>
                  </a:cxn>
                  <a:cxn ang="0">
                    <a:pos x="40" y="0"/>
                  </a:cxn>
                  <a:cxn ang="0">
                    <a:pos x="4" y="0"/>
                  </a:cxn>
                </a:cxnLst>
                <a:pathLst>
                  <a:path w="44" h="9">
                    <a:moveTo>
                      <a:pt x="4" y="0"/>
                    </a:moveTo>
                    <a:lnTo>
                      <a:pt x="3" y="0"/>
                    </a:lnTo>
                    <a:lnTo>
                      <a:pt x="1" y="2"/>
                    </a:lnTo>
                    <a:lnTo>
                      <a:pt x="0" y="3"/>
                    </a:lnTo>
                    <a:lnTo>
                      <a:pt x="0" y="5"/>
                    </a:lnTo>
                    <a:lnTo>
                      <a:pt x="0" y="6"/>
                    </a:lnTo>
                    <a:lnTo>
                      <a:pt x="0" y="8"/>
                    </a:lnTo>
                    <a:lnTo>
                      <a:pt x="1" y="9"/>
                    </a:lnTo>
                    <a:lnTo>
                      <a:pt x="3" y="9"/>
                    </a:lnTo>
                    <a:lnTo>
                      <a:pt x="38" y="9"/>
                    </a:lnTo>
                    <a:lnTo>
                      <a:pt x="40" y="9"/>
                    </a:lnTo>
                    <a:lnTo>
                      <a:pt x="41" y="9"/>
                    </a:lnTo>
                    <a:lnTo>
                      <a:pt x="43" y="8"/>
                    </a:lnTo>
                    <a:lnTo>
                      <a:pt x="44" y="6"/>
                    </a:lnTo>
                    <a:lnTo>
                      <a:pt x="44" y="5"/>
                    </a:lnTo>
                    <a:lnTo>
                      <a:pt x="43" y="3"/>
                    </a:lnTo>
                    <a:lnTo>
                      <a:pt x="41" y="2"/>
                    </a:lnTo>
                    <a:lnTo>
                      <a:pt x="40" y="0"/>
                    </a:lnTo>
                    <a:lnTo>
                      <a:pt x="4" y="0"/>
                    </a:lnTo>
                    <a:close/>
                  </a:path>
                </a:pathLst>
              </a:custGeom>
              <a:solidFill>
                <a:srgbClr val="000000">
                  <a:alpha val="100000"/>
                </a:srgbClr>
              </a:solidFill>
              <a:ln w="9525">
                <a:noFill/>
              </a:ln>
            </p:spPr>
            <p:txBody>
              <a:bodyPr/>
              <a:p>
                <a:endParaRPr lang="zh-CN" altLang="en-US"/>
              </a:p>
            </p:txBody>
          </p:sp>
          <p:sp>
            <p:nvSpPr>
              <p:cNvPr id="93247" name="Freeform 99"/>
              <p:cNvSpPr/>
              <p:nvPr/>
            </p:nvSpPr>
            <p:spPr>
              <a:xfrm>
                <a:off x="1011" y="1401"/>
                <a:ext cx="45"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9" y="9"/>
                  </a:cxn>
                  <a:cxn ang="0">
                    <a:pos x="40" y="9"/>
                  </a:cxn>
                  <a:cxn ang="0">
                    <a:pos x="42" y="9"/>
                  </a:cxn>
                  <a:cxn ang="0">
                    <a:pos x="43" y="8"/>
                  </a:cxn>
                  <a:cxn ang="0">
                    <a:pos x="45" y="6"/>
                  </a:cxn>
                  <a:cxn ang="0">
                    <a:pos x="45" y="5"/>
                  </a:cxn>
                  <a:cxn ang="0">
                    <a:pos x="43" y="3"/>
                  </a:cxn>
                  <a:cxn ang="0">
                    <a:pos x="42" y="2"/>
                  </a:cxn>
                  <a:cxn ang="0">
                    <a:pos x="40" y="0"/>
                  </a:cxn>
                  <a:cxn ang="0">
                    <a:pos x="5" y="0"/>
                  </a:cxn>
                </a:cxnLst>
                <a:pathLst>
                  <a:path w="45" h="9">
                    <a:moveTo>
                      <a:pt x="5" y="0"/>
                    </a:moveTo>
                    <a:lnTo>
                      <a:pt x="3" y="0"/>
                    </a:lnTo>
                    <a:lnTo>
                      <a:pt x="2" y="2"/>
                    </a:lnTo>
                    <a:lnTo>
                      <a:pt x="0" y="3"/>
                    </a:lnTo>
                    <a:lnTo>
                      <a:pt x="0" y="5"/>
                    </a:lnTo>
                    <a:lnTo>
                      <a:pt x="0" y="6"/>
                    </a:lnTo>
                    <a:lnTo>
                      <a:pt x="0" y="8"/>
                    </a:lnTo>
                    <a:lnTo>
                      <a:pt x="2" y="9"/>
                    </a:lnTo>
                    <a:lnTo>
                      <a:pt x="3" y="9"/>
                    </a:lnTo>
                    <a:lnTo>
                      <a:pt x="39" y="9"/>
                    </a:lnTo>
                    <a:lnTo>
                      <a:pt x="40" y="9"/>
                    </a:lnTo>
                    <a:lnTo>
                      <a:pt x="42" y="9"/>
                    </a:lnTo>
                    <a:lnTo>
                      <a:pt x="43" y="8"/>
                    </a:lnTo>
                    <a:lnTo>
                      <a:pt x="45" y="6"/>
                    </a:lnTo>
                    <a:lnTo>
                      <a:pt x="45" y="5"/>
                    </a:lnTo>
                    <a:lnTo>
                      <a:pt x="43" y="3"/>
                    </a:lnTo>
                    <a:lnTo>
                      <a:pt x="42" y="2"/>
                    </a:lnTo>
                    <a:lnTo>
                      <a:pt x="40" y="0"/>
                    </a:lnTo>
                    <a:lnTo>
                      <a:pt x="5" y="0"/>
                    </a:lnTo>
                    <a:close/>
                  </a:path>
                </a:pathLst>
              </a:custGeom>
              <a:solidFill>
                <a:srgbClr val="000000">
                  <a:alpha val="100000"/>
                </a:srgbClr>
              </a:solidFill>
              <a:ln w="9525">
                <a:noFill/>
              </a:ln>
            </p:spPr>
            <p:txBody>
              <a:bodyPr/>
              <a:p>
                <a:endParaRPr lang="zh-CN" altLang="en-US"/>
              </a:p>
            </p:txBody>
          </p:sp>
          <p:sp>
            <p:nvSpPr>
              <p:cNvPr id="93248" name="Freeform 100"/>
              <p:cNvSpPr/>
              <p:nvPr/>
            </p:nvSpPr>
            <p:spPr>
              <a:xfrm>
                <a:off x="1074" y="1401"/>
                <a:ext cx="44"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8" y="9"/>
                  </a:cxn>
                  <a:cxn ang="0">
                    <a:pos x="40" y="9"/>
                  </a:cxn>
                  <a:cxn ang="0">
                    <a:pos x="41" y="9"/>
                  </a:cxn>
                  <a:cxn ang="0">
                    <a:pos x="43" y="8"/>
                  </a:cxn>
                  <a:cxn ang="0">
                    <a:pos x="44" y="6"/>
                  </a:cxn>
                  <a:cxn ang="0">
                    <a:pos x="44" y="5"/>
                  </a:cxn>
                  <a:cxn ang="0">
                    <a:pos x="43" y="3"/>
                  </a:cxn>
                  <a:cxn ang="0">
                    <a:pos x="41" y="2"/>
                  </a:cxn>
                  <a:cxn ang="0">
                    <a:pos x="40" y="0"/>
                  </a:cxn>
                  <a:cxn ang="0">
                    <a:pos x="4" y="0"/>
                  </a:cxn>
                </a:cxnLst>
                <a:pathLst>
                  <a:path w="44" h="9">
                    <a:moveTo>
                      <a:pt x="4" y="0"/>
                    </a:moveTo>
                    <a:lnTo>
                      <a:pt x="3" y="0"/>
                    </a:lnTo>
                    <a:lnTo>
                      <a:pt x="1" y="2"/>
                    </a:lnTo>
                    <a:lnTo>
                      <a:pt x="0" y="3"/>
                    </a:lnTo>
                    <a:lnTo>
                      <a:pt x="0" y="5"/>
                    </a:lnTo>
                    <a:lnTo>
                      <a:pt x="0" y="6"/>
                    </a:lnTo>
                    <a:lnTo>
                      <a:pt x="0" y="8"/>
                    </a:lnTo>
                    <a:lnTo>
                      <a:pt x="1" y="9"/>
                    </a:lnTo>
                    <a:lnTo>
                      <a:pt x="3" y="9"/>
                    </a:lnTo>
                    <a:lnTo>
                      <a:pt x="38" y="9"/>
                    </a:lnTo>
                    <a:lnTo>
                      <a:pt x="40" y="9"/>
                    </a:lnTo>
                    <a:lnTo>
                      <a:pt x="41" y="9"/>
                    </a:lnTo>
                    <a:lnTo>
                      <a:pt x="43" y="8"/>
                    </a:lnTo>
                    <a:lnTo>
                      <a:pt x="44" y="6"/>
                    </a:lnTo>
                    <a:lnTo>
                      <a:pt x="44" y="5"/>
                    </a:lnTo>
                    <a:lnTo>
                      <a:pt x="43" y="3"/>
                    </a:lnTo>
                    <a:lnTo>
                      <a:pt x="41" y="2"/>
                    </a:lnTo>
                    <a:lnTo>
                      <a:pt x="40" y="0"/>
                    </a:lnTo>
                    <a:lnTo>
                      <a:pt x="4" y="0"/>
                    </a:lnTo>
                    <a:close/>
                  </a:path>
                </a:pathLst>
              </a:custGeom>
              <a:solidFill>
                <a:srgbClr val="000000">
                  <a:alpha val="100000"/>
                </a:srgbClr>
              </a:solidFill>
              <a:ln w="9525">
                <a:noFill/>
              </a:ln>
            </p:spPr>
            <p:txBody>
              <a:bodyPr/>
              <a:p>
                <a:endParaRPr lang="zh-CN" altLang="en-US"/>
              </a:p>
            </p:txBody>
          </p:sp>
          <p:sp>
            <p:nvSpPr>
              <p:cNvPr id="93249" name="Freeform 101"/>
              <p:cNvSpPr/>
              <p:nvPr/>
            </p:nvSpPr>
            <p:spPr>
              <a:xfrm>
                <a:off x="1136" y="1401"/>
                <a:ext cx="45"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9" y="9"/>
                  </a:cxn>
                  <a:cxn ang="0">
                    <a:pos x="40" y="9"/>
                  </a:cxn>
                  <a:cxn ang="0">
                    <a:pos x="42" y="9"/>
                  </a:cxn>
                  <a:cxn ang="0">
                    <a:pos x="43" y="8"/>
                  </a:cxn>
                  <a:cxn ang="0">
                    <a:pos x="45" y="6"/>
                  </a:cxn>
                  <a:cxn ang="0">
                    <a:pos x="45" y="5"/>
                  </a:cxn>
                  <a:cxn ang="0">
                    <a:pos x="43" y="3"/>
                  </a:cxn>
                  <a:cxn ang="0">
                    <a:pos x="42" y="2"/>
                  </a:cxn>
                  <a:cxn ang="0">
                    <a:pos x="40" y="0"/>
                  </a:cxn>
                  <a:cxn ang="0">
                    <a:pos x="5" y="0"/>
                  </a:cxn>
                </a:cxnLst>
                <a:pathLst>
                  <a:path w="45" h="9">
                    <a:moveTo>
                      <a:pt x="5" y="0"/>
                    </a:moveTo>
                    <a:lnTo>
                      <a:pt x="3" y="0"/>
                    </a:lnTo>
                    <a:lnTo>
                      <a:pt x="2" y="2"/>
                    </a:lnTo>
                    <a:lnTo>
                      <a:pt x="0" y="3"/>
                    </a:lnTo>
                    <a:lnTo>
                      <a:pt x="0" y="5"/>
                    </a:lnTo>
                    <a:lnTo>
                      <a:pt x="0" y="6"/>
                    </a:lnTo>
                    <a:lnTo>
                      <a:pt x="0" y="8"/>
                    </a:lnTo>
                    <a:lnTo>
                      <a:pt x="2" y="9"/>
                    </a:lnTo>
                    <a:lnTo>
                      <a:pt x="3" y="9"/>
                    </a:lnTo>
                    <a:lnTo>
                      <a:pt x="39" y="9"/>
                    </a:lnTo>
                    <a:lnTo>
                      <a:pt x="40" y="9"/>
                    </a:lnTo>
                    <a:lnTo>
                      <a:pt x="42" y="9"/>
                    </a:lnTo>
                    <a:lnTo>
                      <a:pt x="43" y="8"/>
                    </a:lnTo>
                    <a:lnTo>
                      <a:pt x="45" y="6"/>
                    </a:lnTo>
                    <a:lnTo>
                      <a:pt x="45" y="5"/>
                    </a:lnTo>
                    <a:lnTo>
                      <a:pt x="43" y="3"/>
                    </a:lnTo>
                    <a:lnTo>
                      <a:pt x="42" y="2"/>
                    </a:lnTo>
                    <a:lnTo>
                      <a:pt x="40" y="0"/>
                    </a:lnTo>
                    <a:lnTo>
                      <a:pt x="5" y="0"/>
                    </a:lnTo>
                    <a:close/>
                  </a:path>
                </a:pathLst>
              </a:custGeom>
              <a:solidFill>
                <a:srgbClr val="000000">
                  <a:alpha val="100000"/>
                </a:srgbClr>
              </a:solidFill>
              <a:ln w="9525">
                <a:noFill/>
              </a:ln>
            </p:spPr>
            <p:txBody>
              <a:bodyPr/>
              <a:p>
                <a:endParaRPr lang="zh-CN" altLang="en-US"/>
              </a:p>
            </p:txBody>
          </p:sp>
          <p:sp>
            <p:nvSpPr>
              <p:cNvPr id="93250" name="Freeform 102"/>
              <p:cNvSpPr/>
              <p:nvPr/>
            </p:nvSpPr>
            <p:spPr>
              <a:xfrm>
                <a:off x="1199" y="1401"/>
                <a:ext cx="44"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8" y="9"/>
                  </a:cxn>
                  <a:cxn ang="0">
                    <a:pos x="40" y="9"/>
                  </a:cxn>
                  <a:cxn ang="0">
                    <a:pos x="41" y="9"/>
                  </a:cxn>
                  <a:cxn ang="0">
                    <a:pos x="43" y="8"/>
                  </a:cxn>
                  <a:cxn ang="0">
                    <a:pos x="44" y="6"/>
                  </a:cxn>
                  <a:cxn ang="0">
                    <a:pos x="44" y="5"/>
                  </a:cxn>
                  <a:cxn ang="0">
                    <a:pos x="43" y="3"/>
                  </a:cxn>
                  <a:cxn ang="0">
                    <a:pos x="41" y="2"/>
                  </a:cxn>
                  <a:cxn ang="0">
                    <a:pos x="40" y="0"/>
                  </a:cxn>
                  <a:cxn ang="0">
                    <a:pos x="4" y="0"/>
                  </a:cxn>
                </a:cxnLst>
                <a:pathLst>
                  <a:path w="44" h="9">
                    <a:moveTo>
                      <a:pt x="4" y="0"/>
                    </a:moveTo>
                    <a:lnTo>
                      <a:pt x="3" y="0"/>
                    </a:lnTo>
                    <a:lnTo>
                      <a:pt x="1" y="2"/>
                    </a:lnTo>
                    <a:lnTo>
                      <a:pt x="0" y="3"/>
                    </a:lnTo>
                    <a:lnTo>
                      <a:pt x="0" y="5"/>
                    </a:lnTo>
                    <a:lnTo>
                      <a:pt x="0" y="6"/>
                    </a:lnTo>
                    <a:lnTo>
                      <a:pt x="0" y="8"/>
                    </a:lnTo>
                    <a:lnTo>
                      <a:pt x="1" y="9"/>
                    </a:lnTo>
                    <a:lnTo>
                      <a:pt x="3" y="9"/>
                    </a:lnTo>
                    <a:lnTo>
                      <a:pt x="38" y="9"/>
                    </a:lnTo>
                    <a:lnTo>
                      <a:pt x="40" y="9"/>
                    </a:lnTo>
                    <a:lnTo>
                      <a:pt x="41" y="9"/>
                    </a:lnTo>
                    <a:lnTo>
                      <a:pt x="43" y="8"/>
                    </a:lnTo>
                    <a:lnTo>
                      <a:pt x="44" y="6"/>
                    </a:lnTo>
                    <a:lnTo>
                      <a:pt x="44" y="5"/>
                    </a:lnTo>
                    <a:lnTo>
                      <a:pt x="43" y="3"/>
                    </a:lnTo>
                    <a:lnTo>
                      <a:pt x="41" y="2"/>
                    </a:lnTo>
                    <a:lnTo>
                      <a:pt x="40" y="0"/>
                    </a:lnTo>
                    <a:lnTo>
                      <a:pt x="4" y="0"/>
                    </a:lnTo>
                    <a:close/>
                  </a:path>
                </a:pathLst>
              </a:custGeom>
              <a:solidFill>
                <a:srgbClr val="000000">
                  <a:alpha val="100000"/>
                </a:srgbClr>
              </a:solidFill>
              <a:ln w="9525">
                <a:noFill/>
              </a:ln>
            </p:spPr>
            <p:txBody>
              <a:bodyPr/>
              <a:p>
                <a:endParaRPr lang="zh-CN" altLang="en-US"/>
              </a:p>
            </p:txBody>
          </p:sp>
          <p:sp>
            <p:nvSpPr>
              <p:cNvPr id="93251" name="Freeform 103"/>
              <p:cNvSpPr/>
              <p:nvPr/>
            </p:nvSpPr>
            <p:spPr>
              <a:xfrm>
                <a:off x="1261" y="1401"/>
                <a:ext cx="26"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21" y="9"/>
                  </a:cxn>
                  <a:cxn ang="0">
                    <a:pos x="23" y="8"/>
                  </a:cxn>
                  <a:cxn ang="0">
                    <a:pos x="24" y="6"/>
                  </a:cxn>
                  <a:cxn ang="0">
                    <a:pos x="26" y="5"/>
                  </a:cxn>
                  <a:cxn ang="0">
                    <a:pos x="24" y="3"/>
                  </a:cxn>
                  <a:cxn ang="0">
                    <a:pos x="23" y="2"/>
                  </a:cxn>
                  <a:cxn ang="0">
                    <a:pos x="23" y="0"/>
                  </a:cxn>
                  <a:cxn ang="0">
                    <a:pos x="5" y="0"/>
                  </a:cxn>
                </a:cxnLst>
                <a:pathLst>
                  <a:path w="26" h="9">
                    <a:moveTo>
                      <a:pt x="5" y="0"/>
                    </a:moveTo>
                    <a:lnTo>
                      <a:pt x="3" y="0"/>
                    </a:lnTo>
                    <a:lnTo>
                      <a:pt x="2" y="2"/>
                    </a:lnTo>
                    <a:lnTo>
                      <a:pt x="0" y="3"/>
                    </a:lnTo>
                    <a:lnTo>
                      <a:pt x="0" y="5"/>
                    </a:lnTo>
                    <a:lnTo>
                      <a:pt x="0" y="6"/>
                    </a:lnTo>
                    <a:lnTo>
                      <a:pt x="0" y="8"/>
                    </a:lnTo>
                    <a:lnTo>
                      <a:pt x="2" y="9"/>
                    </a:lnTo>
                    <a:lnTo>
                      <a:pt x="3" y="9"/>
                    </a:lnTo>
                    <a:lnTo>
                      <a:pt x="21" y="9"/>
                    </a:lnTo>
                    <a:lnTo>
                      <a:pt x="23" y="8"/>
                    </a:lnTo>
                    <a:lnTo>
                      <a:pt x="24" y="6"/>
                    </a:lnTo>
                    <a:lnTo>
                      <a:pt x="26" y="5"/>
                    </a:lnTo>
                    <a:lnTo>
                      <a:pt x="24" y="3"/>
                    </a:lnTo>
                    <a:lnTo>
                      <a:pt x="23" y="2"/>
                    </a:lnTo>
                    <a:lnTo>
                      <a:pt x="23" y="0"/>
                    </a:lnTo>
                    <a:lnTo>
                      <a:pt x="5" y="0"/>
                    </a:lnTo>
                    <a:close/>
                  </a:path>
                </a:pathLst>
              </a:custGeom>
              <a:solidFill>
                <a:srgbClr val="000000">
                  <a:alpha val="100000"/>
                </a:srgbClr>
              </a:solidFill>
              <a:ln w="9525">
                <a:noFill/>
              </a:ln>
            </p:spPr>
            <p:txBody>
              <a:bodyPr/>
              <a:p>
                <a:endParaRPr lang="zh-CN" altLang="en-US"/>
              </a:p>
            </p:txBody>
          </p:sp>
        </p:grpSp>
        <p:grpSp>
          <p:nvGrpSpPr>
            <p:cNvPr id="93221" name="Group 104"/>
            <p:cNvGrpSpPr/>
            <p:nvPr/>
          </p:nvGrpSpPr>
          <p:grpSpPr>
            <a:xfrm>
              <a:off x="1987550" y="5929313"/>
              <a:ext cx="115887" cy="339725"/>
              <a:chOff x="1278" y="1196"/>
              <a:chExt cx="73" cy="214"/>
            </a:xfrm>
          </p:grpSpPr>
          <p:sp>
            <p:nvSpPr>
              <p:cNvPr id="93241" name="Freeform 105"/>
              <p:cNvSpPr/>
              <p:nvPr/>
            </p:nvSpPr>
            <p:spPr>
              <a:xfrm>
                <a:off x="1278" y="1367"/>
                <a:ext cx="19" cy="43"/>
              </a:xfrm>
              <a:custGeom>
                <a:avLst/>
                <a:gdLst/>
                <a:ahLst/>
                <a:cxnLst>
                  <a:cxn ang="0">
                    <a:pos x="0" y="39"/>
                  </a:cxn>
                  <a:cxn ang="0">
                    <a:pos x="0" y="39"/>
                  </a:cxn>
                  <a:cxn ang="0">
                    <a:pos x="1" y="40"/>
                  </a:cxn>
                  <a:cxn ang="0">
                    <a:pos x="3" y="42"/>
                  </a:cxn>
                  <a:cxn ang="0">
                    <a:pos x="4" y="43"/>
                  </a:cxn>
                  <a:cxn ang="0">
                    <a:pos x="6" y="42"/>
                  </a:cxn>
                  <a:cxn ang="0">
                    <a:pos x="7" y="40"/>
                  </a:cxn>
                  <a:cxn ang="0">
                    <a:pos x="9" y="40"/>
                  </a:cxn>
                  <a:cxn ang="0">
                    <a:pos x="19" y="6"/>
                  </a:cxn>
                  <a:cxn ang="0">
                    <a:pos x="19" y="5"/>
                  </a:cxn>
                  <a:cxn ang="0">
                    <a:pos x="19" y="3"/>
                  </a:cxn>
                  <a:cxn ang="0">
                    <a:pos x="18" y="2"/>
                  </a:cxn>
                  <a:cxn ang="0">
                    <a:pos x="16" y="0"/>
                  </a:cxn>
                  <a:cxn ang="0">
                    <a:pos x="15" y="0"/>
                  </a:cxn>
                  <a:cxn ang="0">
                    <a:pos x="13" y="2"/>
                  </a:cxn>
                  <a:cxn ang="0">
                    <a:pos x="12" y="3"/>
                  </a:cxn>
                  <a:cxn ang="0">
                    <a:pos x="10" y="5"/>
                  </a:cxn>
                  <a:cxn ang="0">
                    <a:pos x="0" y="39"/>
                  </a:cxn>
                </a:cxnLst>
                <a:pathLst>
                  <a:path w="19" h="43">
                    <a:moveTo>
                      <a:pt x="0" y="39"/>
                    </a:moveTo>
                    <a:lnTo>
                      <a:pt x="0" y="39"/>
                    </a:lnTo>
                    <a:lnTo>
                      <a:pt x="1" y="40"/>
                    </a:lnTo>
                    <a:lnTo>
                      <a:pt x="3" y="42"/>
                    </a:lnTo>
                    <a:lnTo>
                      <a:pt x="4" y="43"/>
                    </a:lnTo>
                    <a:lnTo>
                      <a:pt x="6" y="42"/>
                    </a:lnTo>
                    <a:lnTo>
                      <a:pt x="7" y="40"/>
                    </a:lnTo>
                    <a:lnTo>
                      <a:pt x="9" y="40"/>
                    </a:lnTo>
                    <a:lnTo>
                      <a:pt x="19" y="6"/>
                    </a:lnTo>
                    <a:lnTo>
                      <a:pt x="19" y="5"/>
                    </a:lnTo>
                    <a:lnTo>
                      <a:pt x="19" y="3"/>
                    </a:lnTo>
                    <a:lnTo>
                      <a:pt x="18" y="2"/>
                    </a:lnTo>
                    <a:lnTo>
                      <a:pt x="16" y="0"/>
                    </a:lnTo>
                    <a:lnTo>
                      <a:pt x="15" y="0"/>
                    </a:lnTo>
                    <a:lnTo>
                      <a:pt x="13" y="2"/>
                    </a:lnTo>
                    <a:lnTo>
                      <a:pt x="12" y="3"/>
                    </a:lnTo>
                    <a:lnTo>
                      <a:pt x="10" y="5"/>
                    </a:lnTo>
                    <a:lnTo>
                      <a:pt x="0" y="39"/>
                    </a:lnTo>
                    <a:close/>
                  </a:path>
                </a:pathLst>
              </a:custGeom>
              <a:solidFill>
                <a:srgbClr val="000000">
                  <a:alpha val="100000"/>
                </a:srgbClr>
              </a:solidFill>
              <a:ln w="9525">
                <a:noFill/>
              </a:ln>
            </p:spPr>
            <p:txBody>
              <a:bodyPr/>
              <a:p>
                <a:endParaRPr lang="zh-CN" altLang="en-US"/>
              </a:p>
            </p:txBody>
          </p:sp>
          <p:sp>
            <p:nvSpPr>
              <p:cNvPr id="93242" name="Freeform 106"/>
              <p:cNvSpPr/>
              <p:nvPr/>
            </p:nvSpPr>
            <p:spPr>
              <a:xfrm>
                <a:off x="1296" y="1308"/>
                <a:ext cx="20" cy="43"/>
              </a:xfrm>
              <a:custGeom>
                <a:avLst/>
                <a:gdLst/>
                <a:ahLst/>
                <a:cxnLst>
                  <a:cxn ang="0">
                    <a:pos x="0" y="37"/>
                  </a:cxn>
                  <a:cxn ang="0">
                    <a:pos x="0" y="38"/>
                  </a:cxn>
                  <a:cxn ang="0">
                    <a:pos x="1" y="40"/>
                  </a:cxn>
                  <a:cxn ang="0">
                    <a:pos x="3" y="41"/>
                  </a:cxn>
                  <a:cxn ang="0">
                    <a:pos x="4" y="43"/>
                  </a:cxn>
                  <a:cxn ang="0">
                    <a:pos x="6" y="43"/>
                  </a:cxn>
                  <a:cxn ang="0">
                    <a:pos x="7" y="41"/>
                  </a:cxn>
                  <a:cxn ang="0">
                    <a:pos x="8" y="40"/>
                  </a:cxn>
                  <a:cxn ang="0">
                    <a:pos x="8" y="38"/>
                  </a:cxn>
                  <a:cxn ang="0">
                    <a:pos x="20" y="4"/>
                  </a:cxn>
                  <a:cxn ang="0">
                    <a:pos x="20" y="3"/>
                  </a:cxn>
                  <a:cxn ang="0">
                    <a:pos x="19" y="1"/>
                  </a:cxn>
                  <a:cxn ang="0">
                    <a:pos x="17" y="0"/>
                  </a:cxn>
                  <a:cxn ang="0">
                    <a:pos x="16" y="0"/>
                  </a:cxn>
                  <a:cxn ang="0">
                    <a:pos x="14" y="0"/>
                  </a:cxn>
                  <a:cxn ang="0">
                    <a:pos x="13" y="0"/>
                  </a:cxn>
                  <a:cxn ang="0">
                    <a:pos x="11" y="1"/>
                  </a:cxn>
                  <a:cxn ang="0">
                    <a:pos x="11" y="3"/>
                  </a:cxn>
                  <a:cxn ang="0">
                    <a:pos x="0" y="37"/>
                  </a:cxn>
                </a:cxnLst>
                <a:pathLst>
                  <a:path w="20" h="43">
                    <a:moveTo>
                      <a:pt x="0" y="37"/>
                    </a:moveTo>
                    <a:lnTo>
                      <a:pt x="0" y="38"/>
                    </a:lnTo>
                    <a:lnTo>
                      <a:pt x="1" y="40"/>
                    </a:lnTo>
                    <a:lnTo>
                      <a:pt x="3" y="41"/>
                    </a:lnTo>
                    <a:lnTo>
                      <a:pt x="4" y="43"/>
                    </a:lnTo>
                    <a:lnTo>
                      <a:pt x="6" y="43"/>
                    </a:lnTo>
                    <a:lnTo>
                      <a:pt x="7" y="41"/>
                    </a:lnTo>
                    <a:lnTo>
                      <a:pt x="8" y="40"/>
                    </a:lnTo>
                    <a:lnTo>
                      <a:pt x="8" y="38"/>
                    </a:lnTo>
                    <a:lnTo>
                      <a:pt x="20" y="4"/>
                    </a:lnTo>
                    <a:lnTo>
                      <a:pt x="20" y="3"/>
                    </a:lnTo>
                    <a:lnTo>
                      <a:pt x="19" y="1"/>
                    </a:lnTo>
                    <a:lnTo>
                      <a:pt x="17" y="0"/>
                    </a:lnTo>
                    <a:lnTo>
                      <a:pt x="16" y="0"/>
                    </a:lnTo>
                    <a:lnTo>
                      <a:pt x="14" y="0"/>
                    </a:lnTo>
                    <a:lnTo>
                      <a:pt x="13" y="0"/>
                    </a:lnTo>
                    <a:lnTo>
                      <a:pt x="11" y="1"/>
                    </a:lnTo>
                    <a:lnTo>
                      <a:pt x="11" y="3"/>
                    </a:lnTo>
                    <a:lnTo>
                      <a:pt x="0" y="37"/>
                    </a:lnTo>
                    <a:close/>
                  </a:path>
                </a:pathLst>
              </a:custGeom>
              <a:solidFill>
                <a:srgbClr val="000000">
                  <a:alpha val="100000"/>
                </a:srgbClr>
              </a:solidFill>
              <a:ln w="9525">
                <a:noFill/>
              </a:ln>
            </p:spPr>
            <p:txBody>
              <a:bodyPr/>
              <a:p>
                <a:endParaRPr lang="zh-CN" altLang="en-US"/>
              </a:p>
            </p:txBody>
          </p:sp>
          <p:sp>
            <p:nvSpPr>
              <p:cNvPr id="93243" name="Freeform 107"/>
              <p:cNvSpPr/>
              <p:nvPr/>
            </p:nvSpPr>
            <p:spPr>
              <a:xfrm>
                <a:off x="1315" y="1248"/>
                <a:ext cx="19" cy="43"/>
              </a:xfrm>
              <a:custGeom>
                <a:avLst/>
                <a:gdLst/>
                <a:ahLst/>
                <a:cxnLst>
                  <a:cxn ang="0">
                    <a:pos x="0" y="38"/>
                  </a:cxn>
                  <a:cxn ang="0">
                    <a:pos x="0" y="39"/>
                  </a:cxn>
                  <a:cxn ang="0">
                    <a:pos x="0" y="41"/>
                  </a:cxn>
                  <a:cxn ang="0">
                    <a:pos x="1" y="42"/>
                  </a:cxn>
                  <a:cxn ang="0">
                    <a:pos x="3" y="43"/>
                  </a:cxn>
                  <a:cxn ang="0">
                    <a:pos x="4" y="43"/>
                  </a:cxn>
                  <a:cxn ang="0">
                    <a:pos x="6" y="42"/>
                  </a:cxn>
                  <a:cxn ang="0">
                    <a:pos x="7" y="41"/>
                  </a:cxn>
                  <a:cxn ang="0">
                    <a:pos x="9" y="39"/>
                  </a:cxn>
                  <a:cxn ang="0">
                    <a:pos x="19" y="5"/>
                  </a:cxn>
                  <a:cxn ang="0">
                    <a:pos x="19" y="3"/>
                  </a:cxn>
                  <a:cxn ang="0">
                    <a:pos x="19" y="2"/>
                  </a:cxn>
                  <a:cxn ang="0">
                    <a:pos x="18" y="0"/>
                  </a:cxn>
                  <a:cxn ang="0">
                    <a:pos x="16" y="0"/>
                  </a:cxn>
                  <a:cxn ang="0">
                    <a:pos x="15" y="0"/>
                  </a:cxn>
                  <a:cxn ang="0">
                    <a:pos x="13" y="0"/>
                  </a:cxn>
                  <a:cxn ang="0">
                    <a:pos x="12" y="2"/>
                  </a:cxn>
                  <a:cxn ang="0">
                    <a:pos x="10" y="3"/>
                  </a:cxn>
                  <a:cxn ang="0">
                    <a:pos x="0" y="38"/>
                  </a:cxn>
                </a:cxnLst>
                <a:pathLst>
                  <a:path w="19" h="43">
                    <a:moveTo>
                      <a:pt x="0" y="38"/>
                    </a:moveTo>
                    <a:lnTo>
                      <a:pt x="0" y="39"/>
                    </a:lnTo>
                    <a:lnTo>
                      <a:pt x="0" y="41"/>
                    </a:lnTo>
                    <a:lnTo>
                      <a:pt x="1" y="42"/>
                    </a:lnTo>
                    <a:lnTo>
                      <a:pt x="3" y="43"/>
                    </a:lnTo>
                    <a:lnTo>
                      <a:pt x="4" y="43"/>
                    </a:lnTo>
                    <a:lnTo>
                      <a:pt x="6" y="42"/>
                    </a:lnTo>
                    <a:lnTo>
                      <a:pt x="7" y="41"/>
                    </a:lnTo>
                    <a:lnTo>
                      <a:pt x="9" y="39"/>
                    </a:lnTo>
                    <a:lnTo>
                      <a:pt x="19" y="5"/>
                    </a:lnTo>
                    <a:lnTo>
                      <a:pt x="19" y="3"/>
                    </a:lnTo>
                    <a:lnTo>
                      <a:pt x="19" y="2"/>
                    </a:lnTo>
                    <a:lnTo>
                      <a:pt x="18" y="0"/>
                    </a:lnTo>
                    <a:lnTo>
                      <a:pt x="16" y="0"/>
                    </a:lnTo>
                    <a:lnTo>
                      <a:pt x="15" y="0"/>
                    </a:lnTo>
                    <a:lnTo>
                      <a:pt x="13" y="0"/>
                    </a:lnTo>
                    <a:lnTo>
                      <a:pt x="12" y="2"/>
                    </a:lnTo>
                    <a:lnTo>
                      <a:pt x="10" y="3"/>
                    </a:lnTo>
                    <a:lnTo>
                      <a:pt x="0" y="38"/>
                    </a:lnTo>
                    <a:close/>
                  </a:path>
                </a:pathLst>
              </a:custGeom>
              <a:solidFill>
                <a:srgbClr val="000000">
                  <a:alpha val="100000"/>
                </a:srgbClr>
              </a:solidFill>
              <a:ln w="9525">
                <a:noFill/>
              </a:ln>
            </p:spPr>
            <p:txBody>
              <a:bodyPr/>
              <a:p>
                <a:endParaRPr lang="zh-CN" altLang="en-US"/>
              </a:p>
            </p:txBody>
          </p:sp>
          <p:sp>
            <p:nvSpPr>
              <p:cNvPr id="93244" name="Freeform 108"/>
              <p:cNvSpPr/>
              <p:nvPr/>
            </p:nvSpPr>
            <p:spPr>
              <a:xfrm>
                <a:off x="1333" y="1196"/>
                <a:ext cx="18" cy="36"/>
              </a:xfrm>
              <a:custGeom>
                <a:avLst/>
                <a:gdLst/>
                <a:ahLst/>
                <a:cxnLst>
                  <a:cxn ang="0">
                    <a:pos x="0" y="30"/>
                  </a:cxn>
                  <a:cxn ang="0">
                    <a:pos x="0" y="32"/>
                  </a:cxn>
                  <a:cxn ang="0">
                    <a:pos x="1" y="33"/>
                  </a:cxn>
                  <a:cxn ang="0">
                    <a:pos x="3" y="35"/>
                  </a:cxn>
                  <a:cxn ang="0">
                    <a:pos x="4" y="36"/>
                  </a:cxn>
                  <a:cxn ang="0">
                    <a:pos x="6" y="36"/>
                  </a:cxn>
                  <a:cxn ang="0">
                    <a:pos x="7" y="35"/>
                  </a:cxn>
                  <a:cxn ang="0">
                    <a:pos x="9" y="33"/>
                  </a:cxn>
                  <a:cxn ang="0">
                    <a:pos x="9" y="32"/>
                  </a:cxn>
                  <a:cxn ang="0">
                    <a:pos x="18" y="6"/>
                  </a:cxn>
                  <a:cxn ang="0">
                    <a:pos x="18" y="5"/>
                  </a:cxn>
                  <a:cxn ang="0">
                    <a:pos x="16" y="3"/>
                  </a:cxn>
                  <a:cxn ang="0">
                    <a:pos x="15" y="2"/>
                  </a:cxn>
                  <a:cxn ang="0">
                    <a:pos x="13" y="0"/>
                  </a:cxn>
                  <a:cxn ang="0">
                    <a:pos x="12" y="2"/>
                  </a:cxn>
                  <a:cxn ang="0">
                    <a:pos x="10" y="3"/>
                  </a:cxn>
                  <a:cxn ang="0">
                    <a:pos x="9" y="5"/>
                  </a:cxn>
                  <a:cxn ang="0">
                    <a:pos x="0" y="30"/>
                  </a:cxn>
                </a:cxnLst>
                <a:pathLst>
                  <a:path w="18" h="36">
                    <a:moveTo>
                      <a:pt x="0" y="30"/>
                    </a:moveTo>
                    <a:lnTo>
                      <a:pt x="0" y="32"/>
                    </a:lnTo>
                    <a:lnTo>
                      <a:pt x="1" y="33"/>
                    </a:lnTo>
                    <a:lnTo>
                      <a:pt x="3" y="35"/>
                    </a:lnTo>
                    <a:lnTo>
                      <a:pt x="4" y="36"/>
                    </a:lnTo>
                    <a:lnTo>
                      <a:pt x="6" y="36"/>
                    </a:lnTo>
                    <a:lnTo>
                      <a:pt x="7" y="35"/>
                    </a:lnTo>
                    <a:lnTo>
                      <a:pt x="9" y="33"/>
                    </a:lnTo>
                    <a:lnTo>
                      <a:pt x="9" y="32"/>
                    </a:lnTo>
                    <a:lnTo>
                      <a:pt x="18" y="6"/>
                    </a:lnTo>
                    <a:lnTo>
                      <a:pt x="18" y="5"/>
                    </a:lnTo>
                    <a:lnTo>
                      <a:pt x="16" y="3"/>
                    </a:lnTo>
                    <a:lnTo>
                      <a:pt x="15" y="2"/>
                    </a:lnTo>
                    <a:lnTo>
                      <a:pt x="13" y="0"/>
                    </a:lnTo>
                    <a:lnTo>
                      <a:pt x="12" y="2"/>
                    </a:lnTo>
                    <a:lnTo>
                      <a:pt x="10" y="3"/>
                    </a:lnTo>
                    <a:lnTo>
                      <a:pt x="9" y="5"/>
                    </a:lnTo>
                    <a:lnTo>
                      <a:pt x="0" y="30"/>
                    </a:lnTo>
                    <a:close/>
                  </a:path>
                </a:pathLst>
              </a:custGeom>
              <a:solidFill>
                <a:srgbClr val="000000">
                  <a:alpha val="100000"/>
                </a:srgbClr>
              </a:solidFill>
              <a:ln w="9525">
                <a:noFill/>
              </a:ln>
            </p:spPr>
            <p:txBody>
              <a:bodyPr/>
              <a:p>
                <a:endParaRPr lang="zh-CN" altLang="en-US"/>
              </a:p>
            </p:txBody>
          </p:sp>
        </p:grpSp>
        <p:sp>
          <p:nvSpPr>
            <p:cNvPr id="93222" name="Line 109"/>
            <p:cNvSpPr/>
            <p:nvPr/>
          </p:nvSpPr>
          <p:spPr>
            <a:xfrm>
              <a:off x="4383336" y="5937250"/>
              <a:ext cx="1587" cy="161925"/>
            </a:xfrm>
            <a:prstGeom prst="line">
              <a:avLst/>
            </a:prstGeom>
            <a:ln w="14288" cap="flat" cmpd="sng">
              <a:solidFill>
                <a:srgbClr val="000000"/>
              </a:solidFill>
              <a:prstDash val="solid"/>
              <a:headEnd type="none" w="med" len="med"/>
              <a:tailEnd type="none" w="med" len="med"/>
            </a:ln>
          </p:spPr>
        </p:sp>
        <p:sp>
          <p:nvSpPr>
            <p:cNvPr id="93223" name="Line 110"/>
            <p:cNvSpPr/>
            <p:nvPr/>
          </p:nvSpPr>
          <p:spPr>
            <a:xfrm>
              <a:off x="5642297" y="5946775"/>
              <a:ext cx="104775" cy="325438"/>
            </a:xfrm>
            <a:prstGeom prst="line">
              <a:avLst/>
            </a:prstGeom>
            <a:ln w="14288" cap="flat" cmpd="sng">
              <a:solidFill>
                <a:srgbClr val="000000"/>
              </a:solidFill>
              <a:prstDash val="solid"/>
              <a:headEnd type="none" w="med" len="med"/>
              <a:tailEnd type="none" w="med" len="med"/>
            </a:ln>
          </p:spPr>
        </p:sp>
        <p:sp>
          <p:nvSpPr>
            <p:cNvPr id="93224" name="Line 111"/>
            <p:cNvSpPr/>
            <p:nvPr/>
          </p:nvSpPr>
          <p:spPr>
            <a:xfrm>
              <a:off x="5755009" y="6237288"/>
              <a:ext cx="412750" cy="1588"/>
            </a:xfrm>
            <a:prstGeom prst="line">
              <a:avLst/>
            </a:prstGeom>
            <a:ln w="14288" cap="flat" cmpd="sng">
              <a:solidFill>
                <a:srgbClr val="000000"/>
              </a:solidFill>
              <a:prstDash val="solid"/>
              <a:headEnd type="none" w="med" len="med"/>
              <a:tailEnd type="none" w="med" len="med"/>
            </a:ln>
          </p:spPr>
        </p:sp>
        <p:sp>
          <p:nvSpPr>
            <p:cNvPr id="93225" name="Line 112"/>
            <p:cNvSpPr/>
            <p:nvPr/>
          </p:nvSpPr>
          <p:spPr>
            <a:xfrm flipV="1">
              <a:off x="6186809" y="5946775"/>
              <a:ext cx="136525" cy="290513"/>
            </a:xfrm>
            <a:prstGeom prst="line">
              <a:avLst/>
            </a:prstGeom>
            <a:ln w="14288" cap="flat" cmpd="sng">
              <a:solidFill>
                <a:srgbClr val="000000"/>
              </a:solidFill>
              <a:prstDash val="solid"/>
              <a:headEnd type="none" w="med" len="med"/>
              <a:tailEnd type="none" w="med" len="med"/>
            </a:ln>
          </p:spPr>
        </p:sp>
        <p:sp>
          <p:nvSpPr>
            <p:cNvPr id="93226" name="Line 114"/>
            <p:cNvSpPr/>
            <p:nvPr/>
          </p:nvSpPr>
          <p:spPr>
            <a:xfrm flipV="1">
              <a:off x="6289997" y="5938838"/>
              <a:ext cx="2530475" cy="7938"/>
            </a:xfrm>
            <a:prstGeom prst="line">
              <a:avLst/>
            </a:prstGeom>
            <a:ln w="14288" cap="flat" cmpd="sng">
              <a:solidFill>
                <a:srgbClr val="000000"/>
              </a:solidFill>
              <a:prstDash val="solid"/>
              <a:headEnd type="none" w="med" len="med"/>
              <a:tailEnd type="none" w="med" len="med"/>
            </a:ln>
          </p:spPr>
        </p:sp>
        <p:sp>
          <p:nvSpPr>
            <p:cNvPr id="93227" name="Rectangle 154"/>
            <p:cNvSpPr/>
            <p:nvPr/>
          </p:nvSpPr>
          <p:spPr>
            <a:xfrm>
              <a:off x="919163" y="4902200"/>
              <a:ext cx="34607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CLK</a:t>
              </a:r>
              <a:endParaRPr lang="en-US" altLang="zh-CN" sz="1800" b="0" dirty="0">
                <a:solidFill>
                  <a:schemeClr val="tx1"/>
                </a:solidFill>
                <a:latin typeface="Arial" panose="020B0604020202020204" pitchFamily="34" charset="0"/>
              </a:endParaRPr>
            </a:p>
          </p:txBody>
        </p:sp>
        <p:sp>
          <p:nvSpPr>
            <p:cNvPr id="93228" name="Rectangle 155"/>
            <p:cNvSpPr/>
            <p:nvPr/>
          </p:nvSpPr>
          <p:spPr>
            <a:xfrm>
              <a:off x="963613" y="5208588"/>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93229" name="Rectangle 156"/>
            <p:cNvSpPr/>
            <p:nvPr/>
          </p:nvSpPr>
          <p:spPr>
            <a:xfrm>
              <a:off x="722313" y="5514975"/>
              <a:ext cx="484187"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93230" name="Rectangle 157"/>
            <p:cNvSpPr/>
            <p:nvPr/>
          </p:nvSpPr>
          <p:spPr>
            <a:xfrm>
              <a:off x="831850" y="5821363"/>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93231" name="Line 160"/>
            <p:cNvSpPr/>
            <p:nvPr/>
          </p:nvSpPr>
          <p:spPr>
            <a:xfrm>
              <a:off x="989013" y="5187950"/>
              <a:ext cx="250825" cy="1588"/>
            </a:xfrm>
            <a:prstGeom prst="line">
              <a:avLst/>
            </a:prstGeom>
            <a:ln w="14288" cap="flat" cmpd="sng">
              <a:solidFill>
                <a:srgbClr val="000000"/>
              </a:solidFill>
              <a:prstDash val="solid"/>
              <a:headEnd type="none" w="med" len="med"/>
              <a:tailEnd type="none" w="med" len="med"/>
            </a:ln>
          </p:spPr>
        </p:sp>
        <p:sp>
          <p:nvSpPr>
            <p:cNvPr id="93232" name="Line 161"/>
            <p:cNvSpPr/>
            <p:nvPr/>
          </p:nvSpPr>
          <p:spPr>
            <a:xfrm>
              <a:off x="5002461" y="5937250"/>
              <a:ext cx="1587" cy="176213"/>
            </a:xfrm>
            <a:prstGeom prst="line">
              <a:avLst/>
            </a:prstGeom>
            <a:ln w="14288" cap="flat" cmpd="sng">
              <a:solidFill>
                <a:srgbClr val="000000"/>
              </a:solidFill>
              <a:prstDash val="solid"/>
              <a:headEnd type="none" w="med" len="med"/>
              <a:tailEnd type="none" w="med" len="med"/>
            </a:ln>
          </p:spPr>
        </p:sp>
        <p:sp>
          <p:nvSpPr>
            <p:cNvPr id="93233" name="Line 168"/>
            <p:cNvSpPr/>
            <p:nvPr/>
          </p:nvSpPr>
          <p:spPr>
            <a:xfrm>
              <a:off x="3130550" y="4508500"/>
              <a:ext cx="0" cy="1728788"/>
            </a:xfrm>
            <a:prstGeom prst="line">
              <a:avLst/>
            </a:prstGeom>
            <a:ln w="9525" cap="flat" cmpd="sng">
              <a:solidFill>
                <a:srgbClr val="0000FF"/>
              </a:solidFill>
              <a:prstDash val="lgDash"/>
              <a:headEnd type="none" w="med" len="med"/>
              <a:tailEnd type="none" w="med" len="med"/>
            </a:ln>
          </p:spPr>
        </p:sp>
        <p:sp>
          <p:nvSpPr>
            <p:cNvPr id="93234" name="Line 169"/>
            <p:cNvSpPr/>
            <p:nvPr/>
          </p:nvSpPr>
          <p:spPr>
            <a:xfrm>
              <a:off x="5678116" y="4579938"/>
              <a:ext cx="0" cy="1728788"/>
            </a:xfrm>
            <a:prstGeom prst="line">
              <a:avLst/>
            </a:prstGeom>
            <a:ln w="9525" cap="flat" cmpd="sng">
              <a:solidFill>
                <a:srgbClr val="0000FF"/>
              </a:solidFill>
              <a:prstDash val="lgDash"/>
              <a:headEnd type="none" w="med" len="med"/>
              <a:tailEnd type="none" w="med" len="med"/>
            </a:ln>
          </p:spPr>
        </p:sp>
        <p:grpSp>
          <p:nvGrpSpPr>
            <p:cNvPr id="93235" name="Group 44"/>
            <p:cNvGrpSpPr/>
            <p:nvPr/>
          </p:nvGrpSpPr>
          <p:grpSpPr>
            <a:xfrm>
              <a:off x="3437998" y="4653139"/>
              <a:ext cx="630238" cy="325439"/>
              <a:chOff x="1803" y="384"/>
              <a:chExt cx="397" cy="205"/>
            </a:xfrm>
          </p:grpSpPr>
          <p:sp>
            <p:nvSpPr>
              <p:cNvPr id="93237" name="Line 45"/>
              <p:cNvSpPr/>
              <p:nvPr/>
            </p:nvSpPr>
            <p:spPr>
              <a:xfrm>
                <a:off x="1867" y="384"/>
                <a:ext cx="131" cy="2"/>
              </a:xfrm>
              <a:prstGeom prst="line">
                <a:avLst/>
              </a:prstGeom>
              <a:ln w="14288" cap="flat" cmpd="sng">
                <a:solidFill>
                  <a:srgbClr val="000000"/>
                </a:solidFill>
                <a:prstDash val="solid"/>
                <a:headEnd type="none" w="med" len="med"/>
                <a:tailEnd type="none" w="med" len="med"/>
              </a:ln>
            </p:spPr>
          </p:sp>
          <p:sp>
            <p:nvSpPr>
              <p:cNvPr id="93238" name="Line 46"/>
              <p:cNvSpPr/>
              <p:nvPr/>
            </p:nvSpPr>
            <p:spPr>
              <a:xfrm flipH="1">
                <a:off x="1803" y="384"/>
                <a:ext cx="64" cy="205"/>
              </a:xfrm>
              <a:prstGeom prst="line">
                <a:avLst/>
              </a:prstGeom>
              <a:ln w="14288" cap="flat" cmpd="sng">
                <a:solidFill>
                  <a:srgbClr val="000000"/>
                </a:solidFill>
                <a:prstDash val="solid"/>
                <a:headEnd type="none" w="med" len="med"/>
                <a:tailEnd type="none" w="med" len="med"/>
              </a:ln>
            </p:spPr>
          </p:sp>
          <p:sp>
            <p:nvSpPr>
              <p:cNvPr id="93239" name="Line 47"/>
              <p:cNvSpPr/>
              <p:nvPr/>
            </p:nvSpPr>
            <p:spPr>
              <a:xfrm>
                <a:off x="1998" y="384"/>
                <a:ext cx="66" cy="205"/>
              </a:xfrm>
              <a:prstGeom prst="line">
                <a:avLst/>
              </a:prstGeom>
              <a:ln w="14288" cap="flat" cmpd="sng">
                <a:solidFill>
                  <a:srgbClr val="000000"/>
                </a:solidFill>
                <a:prstDash val="solid"/>
                <a:headEnd type="none" w="med" len="med"/>
                <a:tailEnd type="none" w="med" len="med"/>
              </a:ln>
            </p:spPr>
          </p:sp>
          <p:sp>
            <p:nvSpPr>
              <p:cNvPr id="93240" name="Line 48"/>
              <p:cNvSpPr/>
              <p:nvPr/>
            </p:nvSpPr>
            <p:spPr>
              <a:xfrm>
                <a:off x="2064" y="582"/>
                <a:ext cx="136" cy="0"/>
              </a:xfrm>
              <a:prstGeom prst="line">
                <a:avLst/>
              </a:prstGeom>
              <a:ln w="14288" cap="flat" cmpd="sng">
                <a:solidFill>
                  <a:srgbClr val="000000"/>
                </a:solidFill>
                <a:prstDash val="solid"/>
                <a:headEnd type="none" w="med" len="med"/>
                <a:tailEnd type="none" w="med" len="med"/>
              </a:ln>
            </p:spPr>
          </p:sp>
        </p:grpSp>
        <p:sp>
          <p:nvSpPr>
            <p:cNvPr id="93236" name="Line 168"/>
            <p:cNvSpPr/>
            <p:nvPr/>
          </p:nvSpPr>
          <p:spPr>
            <a:xfrm>
              <a:off x="3779912" y="4509120"/>
              <a:ext cx="0" cy="1728788"/>
            </a:xfrm>
            <a:prstGeom prst="line">
              <a:avLst/>
            </a:prstGeom>
            <a:ln w="9525" cap="flat" cmpd="sng">
              <a:solidFill>
                <a:srgbClr val="0000FF"/>
              </a:solidFill>
              <a:prstDash val="lgDash"/>
              <a:headEnd type="none" w="med" len="med"/>
              <a:tailEnd type="none" w="med" len="med"/>
            </a:ln>
          </p:spPr>
        </p:sp>
      </p:grpSp>
    </p:spTree>
  </p:cSld>
  <p:clrMapOvr>
    <a:masterClrMapping/>
  </p:clrMapOvr>
  <p:transition spd="slow">
    <p:zoom/>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3730" name="Rectangle 2"/>
          <p:cNvSpPr>
            <a:spLocks noGrp="1" noChangeArrowheads="1"/>
          </p:cNvSpPr>
          <p:nvPr>
            <p:ph idx="1"/>
          </p:nvPr>
        </p:nvSpPr>
        <p:spPr>
          <a:xfrm>
            <a:off x="395288" y="1196975"/>
            <a:ext cx="8229600" cy="2808288"/>
          </a:xfrm>
          <a:solidFill>
            <a:schemeClr val="accent1">
              <a:alpha val="43137"/>
            </a:schemeClr>
          </a:solidFill>
          <a:ln>
            <a:solidFill>
              <a:srgbClr val="FF00FF"/>
            </a:solidFill>
            <a:miter/>
          </a:ln>
        </p:spPr>
        <p:txBody>
          <a:bodyPr vert="horz" wrap="square" lIns="91440" tIns="45720" rIns="91440" bIns="45720" numCol="1" anchor="t" anchorCtr="0" compatLnSpc="1"/>
          <a:lstStyle/>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当计数到</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0</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后，输出变低，经过一个</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CLK</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周期，输出又</a:t>
            </a:r>
            <a:r>
              <a:rPr kumimoji="1" lang="zh-CN" altLang="en-US" sz="2400" b="1" i="0" u="none" strike="noStrike" kern="1200" cap="none" spc="0" normalizeH="0" baseline="0" noProof="0" dirty="0">
                <a:ln>
                  <a:noFill/>
                </a:ln>
                <a:solidFill>
                  <a:srgbClr val="FF0000"/>
                </a:solidFill>
                <a:effectLst/>
                <a:uLnTx/>
                <a:uFillTx/>
                <a:latin typeface="+mn-ea"/>
                <a:ea typeface="+mn-ea"/>
                <a:cs typeface="+mn-cs"/>
              </a:rPr>
              <a:t>变高</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，计数器停止计数。</a:t>
            </a:r>
            <a:r>
              <a:rPr kumimoji="1" lang="zh-CN" altLang="en-US" sz="2400" b="1" i="0" u="none" strike="noStrike" kern="1200" cap="none" spc="0" normalizeH="0" baseline="0" noProof="0" dirty="0">
                <a:ln>
                  <a:noFill/>
                </a:ln>
                <a:solidFill>
                  <a:srgbClr val="FF0000"/>
                </a:solidFill>
                <a:effectLst/>
                <a:uLnTx/>
                <a:uFillTx/>
                <a:latin typeface="+mn-ea"/>
                <a:ea typeface="+mn-ea"/>
                <a:cs typeface="+mn-cs"/>
              </a:rPr>
              <a:t>这种方式计数也是一次性的，只有在输入新的计数值后，才开始新的计数过程</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。若设置的计数初值为</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N</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，则在写入了计数初值后经过</a:t>
            </a:r>
            <a:r>
              <a:rPr kumimoji="1" lang="en-US" altLang="zh-CN" sz="2400" b="1" i="0" u="none" strike="noStrike" kern="1200" cap="none" spc="0" normalizeH="0" baseline="0" noProof="0" dirty="0">
                <a:ln>
                  <a:noFill/>
                </a:ln>
                <a:solidFill>
                  <a:srgbClr val="FF3300"/>
                </a:solidFill>
                <a:effectLst/>
                <a:uLnTx/>
                <a:uFillTx/>
                <a:latin typeface="+mn-ea"/>
                <a:ea typeface="+mn-ea"/>
                <a:cs typeface="+mn-cs"/>
              </a:rPr>
              <a:t>N</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个</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CLK</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脉冲，输出一个负脉冲。一般将此负脉冲作为选通信号。  </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94211" name="Line 282"/>
          <p:cNvSpPr/>
          <p:nvPr/>
        </p:nvSpPr>
        <p:spPr>
          <a:xfrm flipH="1">
            <a:off x="6011863" y="1773238"/>
            <a:ext cx="1919287" cy="4032250"/>
          </a:xfrm>
          <a:prstGeom prst="line">
            <a:avLst/>
          </a:prstGeom>
          <a:ln w="9525" cap="flat" cmpd="sng">
            <a:solidFill>
              <a:srgbClr val="0000FF"/>
            </a:solidFill>
            <a:prstDash val="solid"/>
            <a:headEnd type="none" w="med" len="med"/>
            <a:tailEnd type="triangle" w="med" len="med"/>
          </a:ln>
        </p:spPr>
      </p:sp>
      <p:grpSp>
        <p:nvGrpSpPr>
          <p:cNvPr id="94212" name="组合 118"/>
          <p:cNvGrpSpPr/>
          <p:nvPr/>
        </p:nvGrpSpPr>
        <p:grpSpPr>
          <a:xfrm>
            <a:off x="395288" y="4437063"/>
            <a:ext cx="8386762" cy="1800225"/>
            <a:chOff x="722313" y="4508500"/>
            <a:chExt cx="8386390" cy="1800226"/>
          </a:xfrm>
        </p:grpSpPr>
        <p:sp>
          <p:nvSpPr>
            <p:cNvPr id="94213" name="Line 6"/>
            <p:cNvSpPr/>
            <p:nvPr/>
          </p:nvSpPr>
          <p:spPr>
            <a:xfrm flipV="1">
              <a:off x="2987824" y="4725144"/>
              <a:ext cx="432047" cy="504056"/>
            </a:xfrm>
            <a:prstGeom prst="line">
              <a:avLst/>
            </a:prstGeom>
            <a:ln w="9525" cap="flat" cmpd="sng">
              <a:solidFill>
                <a:srgbClr val="FF9900"/>
              </a:solidFill>
              <a:prstDash val="solid"/>
              <a:headEnd type="none" w="med" len="med"/>
              <a:tailEnd type="triangle" w="med" len="med"/>
            </a:ln>
          </p:spPr>
        </p:sp>
        <p:sp>
          <p:nvSpPr>
            <p:cNvPr id="94214" name="Line 7"/>
            <p:cNvSpPr/>
            <p:nvPr/>
          </p:nvSpPr>
          <p:spPr>
            <a:xfrm flipH="1">
              <a:off x="3923928" y="5387975"/>
              <a:ext cx="576262" cy="71438"/>
            </a:xfrm>
            <a:prstGeom prst="line">
              <a:avLst/>
            </a:prstGeom>
            <a:ln w="9525" cap="flat" cmpd="sng">
              <a:solidFill>
                <a:schemeClr val="tx1"/>
              </a:solidFill>
              <a:prstDash val="solid"/>
              <a:headEnd type="none" w="med" len="med"/>
              <a:tailEnd type="triangle" w="med" len="med"/>
            </a:ln>
          </p:spPr>
        </p:sp>
        <p:sp>
          <p:nvSpPr>
            <p:cNvPr id="94215" name="Line 8"/>
            <p:cNvSpPr/>
            <p:nvPr/>
          </p:nvSpPr>
          <p:spPr>
            <a:xfrm>
              <a:off x="3779912" y="4725144"/>
              <a:ext cx="144016" cy="1152129"/>
            </a:xfrm>
            <a:prstGeom prst="line">
              <a:avLst/>
            </a:prstGeom>
            <a:ln w="9525" cap="flat" cmpd="sng">
              <a:solidFill>
                <a:srgbClr val="FF00FF"/>
              </a:solidFill>
              <a:prstDash val="solid"/>
              <a:headEnd type="none" w="med" len="med"/>
              <a:tailEnd type="triangle" w="med" len="med"/>
            </a:ln>
          </p:spPr>
        </p:sp>
        <p:sp>
          <p:nvSpPr>
            <p:cNvPr id="94216" name="Line 9"/>
            <p:cNvSpPr/>
            <p:nvPr/>
          </p:nvSpPr>
          <p:spPr>
            <a:xfrm>
              <a:off x="1808163" y="5314950"/>
              <a:ext cx="288925" cy="720725"/>
            </a:xfrm>
            <a:prstGeom prst="line">
              <a:avLst/>
            </a:prstGeom>
            <a:ln w="9525" cap="flat" cmpd="sng">
              <a:solidFill>
                <a:srgbClr val="FF00FF"/>
              </a:solidFill>
              <a:prstDash val="solid"/>
              <a:headEnd type="none" w="med" len="med"/>
              <a:tailEnd type="triangle" w="med" len="med"/>
            </a:ln>
          </p:spPr>
        </p:sp>
        <p:sp>
          <p:nvSpPr>
            <p:cNvPr id="94217" name="Rectangle 10"/>
            <p:cNvSpPr/>
            <p:nvPr/>
          </p:nvSpPr>
          <p:spPr>
            <a:xfrm>
              <a:off x="4427166" y="5243513"/>
              <a:ext cx="4681537" cy="360363"/>
            </a:xfrm>
            <a:prstGeom prst="rect">
              <a:avLst/>
            </a:prstGeom>
            <a:no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zh-CN" altLang="en-US" sz="1800" b="0" dirty="0">
                  <a:solidFill>
                    <a:schemeClr val="tx1"/>
                  </a:solidFill>
                  <a:latin typeface="Arial" panose="020B0604020202020204" pitchFamily="34" charset="0"/>
                </a:rPr>
                <a:t>靠软件将初始值写入后，不要</a:t>
              </a:r>
              <a:r>
                <a:rPr lang="en-US" altLang="zh-CN" sz="1800" b="0" dirty="0">
                  <a:solidFill>
                    <a:schemeClr val="tx1"/>
                  </a:solidFill>
                  <a:latin typeface="Arial" panose="020B0604020202020204" pitchFamily="34" charset="0"/>
                </a:rPr>
                <a:t>GATE</a:t>
              </a:r>
              <a:r>
                <a:rPr lang="zh-CN" altLang="en-US" sz="1800" b="0" dirty="0">
                  <a:solidFill>
                    <a:schemeClr val="tx1"/>
                  </a:solidFill>
                  <a:latin typeface="Arial" panose="020B0604020202020204" pitchFamily="34" charset="0"/>
                </a:rPr>
                <a:t>的上升沿</a:t>
              </a:r>
              <a:endParaRPr lang="zh-CN" altLang="en-US" sz="1800" b="0" dirty="0">
                <a:solidFill>
                  <a:schemeClr val="tx1"/>
                </a:solidFill>
                <a:latin typeface="Arial" panose="020B0604020202020204" pitchFamily="34" charset="0"/>
              </a:endParaRPr>
            </a:p>
          </p:txBody>
        </p:sp>
        <p:sp>
          <p:nvSpPr>
            <p:cNvPr id="94218" name="Rectangle 13"/>
            <p:cNvSpPr/>
            <p:nvPr/>
          </p:nvSpPr>
          <p:spPr>
            <a:xfrm>
              <a:off x="1373188" y="5613400"/>
              <a:ext cx="1036637" cy="4889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4219" name="Rectangle 14"/>
            <p:cNvSpPr/>
            <p:nvPr/>
          </p:nvSpPr>
          <p:spPr>
            <a:xfrm>
              <a:off x="1524000" y="5724525"/>
              <a:ext cx="5334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高电平</a:t>
              </a:r>
              <a:endParaRPr lang="zh-CN" altLang="en-US" sz="1800" b="0" dirty="0">
                <a:solidFill>
                  <a:schemeClr val="tx1"/>
                </a:solidFill>
                <a:latin typeface="Arial" panose="020B0604020202020204" pitchFamily="34" charset="0"/>
              </a:endParaRPr>
            </a:p>
          </p:txBody>
        </p:sp>
        <p:sp>
          <p:nvSpPr>
            <p:cNvPr id="94220" name="Rectangle 15"/>
            <p:cNvSpPr/>
            <p:nvPr/>
          </p:nvSpPr>
          <p:spPr>
            <a:xfrm>
              <a:off x="2100263" y="571817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grpSp>
          <p:nvGrpSpPr>
            <p:cNvPr id="94221" name="Group 16"/>
            <p:cNvGrpSpPr/>
            <p:nvPr/>
          </p:nvGrpSpPr>
          <p:grpSpPr>
            <a:xfrm>
              <a:off x="1268413" y="5129213"/>
              <a:ext cx="7134225" cy="323850"/>
              <a:chOff x="825" y="692"/>
              <a:chExt cx="4494" cy="204"/>
            </a:xfrm>
          </p:grpSpPr>
          <p:grpSp>
            <p:nvGrpSpPr>
              <p:cNvPr id="94320" name="Group 17"/>
              <p:cNvGrpSpPr/>
              <p:nvPr/>
            </p:nvGrpSpPr>
            <p:grpSpPr>
              <a:xfrm>
                <a:off x="1086" y="692"/>
                <a:ext cx="521" cy="204"/>
                <a:chOff x="1086" y="692"/>
                <a:chExt cx="521" cy="204"/>
              </a:xfrm>
            </p:grpSpPr>
            <p:sp>
              <p:nvSpPr>
                <p:cNvPr id="94328" name="Line 18"/>
                <p:cNvSpPr/>
                <p:nvPr/>
              </p:nvSpPr>
              <p:spPr>
                <a:xfrm>
                  <a:off x="1151" y="895"/>
                  <a:ext cx="261" cy="1"/>
                </a:xfrm>
                <a:prstGeom prst="line">
                  <a:avLst/>
                </a:prstGeom>
                <a:ln w="14288" cap="flat" cmpd="sng">
                  <a:solidFill>
                    <a:srgbClr val="000000"/>
                  </a:solidFill>
                  <a:prstDash val="solid"/>
                  <a:headEnd type="none" w="med" len="med"/>
                  <a:tailEnd type="none" w="med" len="med"/>
                </a:ln>
              </p:spPr>
            </p:sp>
            <p:sp>
              <p:nvSpPr>
                <p:cNvPr id="94329" name="Line 19"/>
                <p:cNvSpPr/>
                <p:nvPr/>
              </p:nvSpPr>
              <p:spPr>
                <a:xfrm flipH="1" flipV="1">
                  <a:off x="1086" y="692"/>
                  <a:ext cx="65" cy="203"/>
                </a:xfrm>
                <a:prstGeom prst="line">
                  <a:avLst/>
                </a:prstGeom>
                <a:ln w="14288" cap="flat" cmpd="sng">
                  <a:solidFill>
                    <a:srgbClr val="000000"/>
                  </a:solidFill>
                  <a:prstDash val="solid"/>
                  <a:headEnd type="none" w="med" len="med"/>
                  <a:tailEnd type="none" w="med" len="med"/>
                </a:ln>
              </p:spPr>
            </p:sp>
            <p:sp>
              <p:nvSpPr>
                <p:cNvPr id="94330" name="Line 20"/>
                <p:cNvSpPr/>
                <p:nvPr/>
              </p:nvSpPr>
              <p:spPr>
                <a:xfrm flipV="1">
                  <a:off x="1412" y="692"/>
                  <a:ext cx="65" cy="203"/>
                </a:xfrm>
                <a:prstGeom prst="line">
                  <a:avLst/>
                </a:prstGeom>
                <a:ln w="14288" cap="flat" cmpd="sng">
                  <a:solidFill>
                    <a:srgbClr val="000000"/>
                  </a:solidFill>
                  <a:prstDash val="solid"/>
                  <a:headEnd type="none" w="med" len="med"/>
                  <a:tailEnd type="none" w="med" len="med"/>
                </a:ln>
              </p:spPr>
            </p:sp>
            <p:sp>
              <p:nvSpPr>
                <p:cNvPr id="94331" name="Line 21"/>
                <p:cNvSpPr/>
                <p:nvPr/>
              </p:nvSpPr>
              <p:spPr>
                <a:xfrm>
                  <a:off x="1477" y="692"/>
                  <a:ext cx="130" cy="1"/>
                </a:xfrm>
                <a:prstGeom prst="line">
                  <a:avLst/>
                </a:prstGeom>
                <a:ln w="14288" cap="flat" cmpd="sng">
                  <a:solidFill>
                    <a:srgbClr val="000000"/>
                  </a:solidFill>
                  <a:prstDash val="solid"/>
                  <a:headEnd type="none" w="med" len="med"/>
                  <a:tailEnd type="none" w="med" len="med"/>
                </a:ln>
              </p:spPr>
            </p:sp>
          </p:grpSp>
          <p:grpSp>
            <p:nvGrpSpPr>
              <p:cNvPr id="94321" name="Group 22"/>
              <p:cNvGrpSpPr/>
              <p:nvPr/>
            </p:nvGrpSpPr>
            <p:grpSpPr>
              <a:xfrm>
                <a:off x="1607" y="692"/>
                <a:ext cx="521" cy="204"/>
                <a:chOff x="1607" y="692"/>
                <a:chExt cx="521" cy="204"/>
              </a:xfrm>
            </p:grpSpPr>
            <p:sp>
              <p:nvSpPr>
                <p:cNvPr id="94324" name="Line 23"/>
                <p:cNvSpPr/>
                <p:nvPr/>
              </p:nvSpPr>
              <p:spPr>
                <a:xfrm>
                  <a:off x="1672" y="895"/>
                  <a:ext cx="261" cy="1"/>
                </a:xfrm>
                <a:prstGeom prst="line">
                  <a:avLst/>
                </a:prstGeom>
                <a:ln w="14288" cap="flat" cmpd="sng">
                  <a:solidFill>
                    <a:srgbClr val="000000"/>
                  </a:solidFill>
                  <a:prstDash val="solid"/>
                  <a:headEnd type="none" w="med" len="med"/>
                  <a:tailEnd type="none" w="med" len="med"/>
                </a:ln>
              </p:spPr>
            </p:sp>
            <p:sp>
              <p:nvSpPr>
                <p:cNvPr id="94325" name="Line 24"/>
                <p:cNvSpPr/>
                <p:nvPr/>
              </p:nvSpPr>
              <p:spPr>
                <a:xfrm flipH="1" flipV="1">
                  <a:off x="1607" y="692"/>
                  <a:ext cx="65" cy="203"/>
                </a:xfrm>
                <a:prstGeom prst="line">
                  <a:avLst/>
                </a:prstGeom>
                <a:ln w="14288" cap="flat" cmpd="sng">
                  <a:solidFill>
                    <a:srgbClr val="000000"/>
                  </a:solidFill>
                  <a:prstDash val="solid"/>
                  <a:headEnd type="none" w="med" len="med"/>
                  <a:tailEnd type="none" w="med" len="med"/>
                </a:ln>
              </p:spPr>
            </p:sp>
            <p:sp>
              <p:nvSpPr>
                <p:cNvPr id="94326" name="Line 25"/>
                <p:cNvSpPr/>
                <p:nvPr/>
              </p:nvSpPr>
              <p:spPr>
                <a:xfrm flipV="1">
                  <a:off x="1933" y="692"/>
                  <a:ext cx="65" cy="203"/>
                </a:xfrm>
                <a:prstGeom prst="line">
                  <a:avLst/>
                </a:prstGeom>
                <a:ln w="14288" cap="flat" cmpd="sng">
                  <a:solidFill>
                    <a:srgbClr val="000000"/>
                  </a:solidFill>
                  <a:prstDash val="solid"/>
                  <a:headEnd type="none" w="med" len="med"/>
                  <a:tailEnd type="none" w="med" len="med"/>
                </a:ln>
              </p:spPr>
            </p:sp>
            <p:sp>
              <p:nvSpPr>
                <p:cNvPr id="94327" name="Line 26"/>
                <p:cNvSpPr/>
                <p:nvPr/>
              </p:nvSpPr>
              <p:spPr>
                <a:xfrm>
                  <a:off x="1998" y="692"/>
                  <a:ext cx="130" cy="1"/>
                </a:xfrm>
                <a:prstGeom prst="line">
                  <a:avLst/>
                </a:prstGeom>
                <a:ln w="14288" cap="flat" cmpd="sng">
                  <a:solidFill>
                    <a:srgbClr val="000000"/>
                  </a:solidFill>
                  <a:prstDash val="solid"/>
                  <a:headEnd type="none" w="med" len="med"/>
                  <a:tailEnd type="none" w="med" len="med"/>
                </a:ln>
              </p:spPr>
            </p:sp>
          </p:grpSp>
          <p:sp>
            <p:nvSpPr>
              <p:cNvPr id="94322" name="Line 27"/>
              <p:cNvSpPr/>
              <p:nvPr/>
            </p:nvSpPr>
            <p:spPr>
              <a:xfrm flipH="1">
                <a:off x="825" y="692"/>
                <a:ext cx="261" cy="1"/>
              </a:xfrm>
              <a:prstGeom prst="line">
                <a:avLst/>
              </a:prstGeom>
              <a:ln w="14288" cap="flat" cmpd="sng">
                <a:solidFill>
                  <a:srgbClr val="000000"/>
                </a:solidFill>
                <a:prstDash val="solid"/>
                <a:headEnd type="none" w="med" len="med"/>
                <a:tailEnd type="none" w="med" len="med"/>
              </a:ln>
            </p:spPr>
          </p:sp>
          <p:sp>
            <p:nvSpPr>
              <p:cNvPr id="94323" name="Line 28"/>
              <p:cNvSpPr/>
              <p:nvPr/>
            </p:nvSpPr>
            <p:spPr>
              <a:xfrm>
                <a:off x="2128" y="692"/>
                <a:ext cx="3191" cy="1"/>
              </a:xfrm>
              <a:prstGeom prst="line">
                <a:avLst/>
              </a:prstGeom>
              <a:ln w="14288" cap="flat" cmpd="sng">
                <a:solidFill>
                  <a:srgbClr val="000000"/>
                </a:solidFill>
                <a:prstDash val="solid"/>
                <a:headEnd type="none" w="med" len="med"/>
                <a:tailEnd type="none" w="med" len="med"/>
              </a:ln>
            </p:spPr>
          </p:sp>
        </p:grpSp>
        <p:sp>
          <p:nvSpPr>
            <p:cNvPr id="94222" name="Rectangle 29"/>
            <p:cNvSpPr/>
            <p:nvPr/>
          </p:nvSpPr>
          <p:spPr>
            <a:xfrm>
              <a:off x="1785938" y="4965700"/>
              <a:ext cx="415925" cy="328613"/>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4223" name="Rectangle 30"/>
            <p:cNvSpPr/>
            <p:nvPr/>
          </p:nvSpPr>
          <p:spPr>
            <a:xfrm>
              <a:off x="1795463" y="5078413"/>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CW</a:t>
              </a:r>
              <a:endParaRPr lang="en-US" altLang="zh-CN" sz="1800" b="0" dirty="0">
                <a:solidFill>
                  <a:schemeClr val="tx1"/>
                </a:solidFill>
                <a:latin typeface="Arial" panose="020B0604020202020204" pitchFamily="34" charset="0"/>
              </a:endParaRPr>
            </a:p>
          </p:txBody>
        </p:sp>
        <p:sp>
          <p:nvSpPr>
            <p:cNvPr id="94224" name="Rectangle 31"/>
            <p:cNvSpPr/>
            <p:nvPr/>
          </p:nvSpPr>
          <p:spPr>
            <a:xfrm>
              <a:off x="2613025" y="4965700"/>
              <a:ext cx="415925" cy="328613"/>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4225" name="Rectangle 32"/>
            <p:cNvSpPr/>
            <p:nvPr/>
          </p:nvSpPr>
          <p:spPr>
            <a:xfrm>
              <a:off x="2622550" y="5078413"/>
              <a:ext cx="3302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N=3</a:t>
              </a:r>
              <a:endParaRPr lang="en-US" altLang="zh-CN" sz="1800" b="0" dirty="0">
                <a:solidFill>
                  <a:schemeClr val="tx1"/>
                </a:solidFill>
                <a:latin typeface="Arial" panose="020B0604020202020204" pitchFamily="34" charset="0"/>
              </a:endParaRPr>
            </a:p>
          </p:txBody>
        </p:sp>
        <p:grpSp>
          <p:nvGrpSpPr>
            <p:cNvPr id="94226" name="Group 34"/>
            <p:cNvGrpSpPr/>
            <p:nvPr/>
          </p:nvGrpSpPr>
          <p:grpSpPr>
            <a:xfrm>
              <a:off x="1581151" y="4640263"/>
              <a:ext cx="619125" cy="327025"/>
              <a:chOff x="1022" y="384"/>
              <a:chExt cx="390" cy="206"/>
            </a:xfrm>
          </p:grpSpPr>
          <p:sp>
            <p:nvSpPr>
              <p:cNvPr id="94316" name="Line 35"/>
              <p:cNvSpPr/>
              <p:nvPr/>
            </p:nvSpPr>
            <p:spPr>
              <a:xfrm>
                <a:off x="1086" y="384"/>
                <a:ext cx="131" cy="2"/>
              </a:xfrm>
              <a:prstGeom prst="line">
                <a:avLst/>
              </a:prstGeom>
              <a:ln w="14288" cap="flat" cmpd="sng">
                <a:solidFill>
                  <a:srgbClr val="000000"/>
                </a:solidFill>
                <a:prstDash val="solid"/>
                <a:headEnd type="none" w="med" len="med"/>
                <a:tailEnd type="none" w="med" len="med"/>
              </a:ln>
            </p:spPr>
          </p:sp>
          <p:sp>
            <p:nvSpPr>
              <p:cNvPr id="94317" name="Line 36"/>
              <p:cNvSpPr/>
              <p:nvPr/>
            </p:nvSpPr>
            <p:spPr>
              <a:xfrm flipH="1">
                <a:off x="1022" y="384"/>
                <a:ext cx="64" cy="205"/>
              </a:xfrm>
              <a:prstGeom prst="line">
                <a:avLst/>
              </a:prstGeom>
              <a:ln w="14288" cap="flat" cmpd="sng">
                <a:solidFill>
                  <a:srgbClr val="000000"/>
                </a:solidFill>
                <a:prstDash val="solid"/>
                <a:headEnd type="none" w="med" len="med"/>
                <a:tailEnd type="none" w="med" len="med"/>
              </a:ln>
            </p:spPr>
          </p:sp>
          <p:sp>
            <p:nvSpPr>
              <p:cNvPr id="94318" name="Line 37"/>
              <p:cNvSpPr/>
              <p:nvPr/>
            </p:nvSpPr>
            <p:spPr>
              <a:xfrm>
                <a:off x="1217" y="384"/>
                <a:ext cx="65" cy="205"/>
              </a:xfrm>
              <a:prstGeom prst="line">
                <a:avLst/>
              </a:prstGeom>
              <a:ln w="14288" cap="flat" cmpd="sng">
                <a:solidFill>
                  <a:srgbClr val="000000"/>
                </a:solidFill>
                <a:prstDash val="solid"/>
                <a:headEnd type="none" w="med" len="med"/>
                <a:tailEnd type="none" w="med" len="med"/>
              </a:ln>
            </p:spPr>
          </p:sp>
          <p:sp>
            <p:nvSpPr>
              <p:cNvPr id="94319" name="Line 38"/>
              <p:cNvSpPr/>
              <p:nvPr/>
            </p:nvSpPr>
            <p:spPr>
              <a:xfrm>
                <a:off x="1282" y="589"/>
                <a:ext cx="130" cy="1"/>
              </a:xfrm>
              <a:prstGeom prst="line">
                <a:avLst/>
              </a:prstGeom>
              <a:ln w="14288" cap="flat" cmpd="sng">
                <a:solidFill>
                  <a:srgbClr val="000000"/>
                </a:solidFill>
                <a:prstDash val="solid"/>
                <a:headEnd type="none" w="med" len="med"/>
                <a:tailEnd type="none" w="med" len="med"/>
              </a:ln>
            </p:spPr>
          </p:sp>
        </p:grpSp>
        <p:grpSp>
          <p:nvGrpSpPr>
            <p:cNvPr id="94227" name="Group 39"/>
            <p:cNvGrpSpPr/>
            <p:nvPr/>
          </p:nvGrpSpPr>
          <p:grpSpPr>
            <a:xfrm>
              <a:off x="2200276" y="4640263"/>
              <a:ext cx="620713" cy="327025"/>
              <a:chOff x="1412" y="384"/>
              <a:chExt cx="391" cy="206"/>
            </a:xfrm>
          </p:grpSpPr>
          <p:sp>
            <p:nvSpPr>
              <p:cNvPr id="94312" name="Line 40"/>
              <p:cNvSpPr/>
              <p:nvPr/>
            </p:nvSpPr>
            <p:spPr>
              <a:xfrm>
                <a:off x="1477" y="384"/>
                <a:ext cx="130" cy="2"/>
              </a:xfrm>
              <a:prstGeom prst="line">
                <a:avLst/>
              </a:prstGeom>
              <a:ln w="14288" cap="flat" cmpd="sng">
                <a:solidFill>
                  <a:srgbClr val="000000"/>
                </a:solidFill>
                <a:prstDash val="solid"/>
                <a:headEnd type="none" w="med" len="med"/>
                <a:tailEnd type="none" w="med" len="med"/>
              </a:ln>
            </p:spPr>
          </p:sp>
          <p:sp>
            <p:nvSpPr>
              <p:cNvPr id="94313" name="Line 41"/>
              <p:cNvSpPr/>
              <p:nvPr/>
            </p:nvSpPr>
            <p:spPr>
              <a:xfrm flipH="1">
                <a:off x="1412" y="384"/>
                <a:ext cx="65" cy="205"/>
              </a:xfrm>
              <a:prstGeom prst="line">
                <a:avLst/>
              </a:prstGeom>
              <a:ln w="14288" cap="flat" cmpd="sng">
                <a:solidFill>
                  <a:srgbClr val="000000"/>
                </a:solidFill>
                <a:prstDash val="solid"/>
                <a:headEnd type="none" w="med" len="med"/>
                <a:tailEnd type="none" w="med" len="med"/>
              </a:ln>
            </p:spPr>
          </p:sp>
          <p:sp>
            <p:nvSpPr>
              <p:cNvPr id="94314" name="Line 42"/>
              <p:cNvSpPr/>
              <p:nvPr/>
            </p:nvSpPr>
            <p:spPr>
              <a:xfrm>
                <a:off x="1607" y="384"/>
                <a:ext cx="65" cy="205"/>
              </a:xfrm>
              <a:prstGeom prst="line">
                <a:avLst/>
              </a:prstGeom>
              <a:ln w="14288" cap="flat" cmpd="sng">
                <a:solidFill>
                  <a:srgbClr val="000000"/>
                </a:solidFill>
                <a:prstDash val="solid"/>
                <a:headEnd type="none" w="med" len="med"/>
                <a:tailEnd type="none" w="med" len="med"/>
              </a:ln>
            </p:spPr>
          </p:sp>
          <p:sp>
            <p:nvSpPr>
              <p:cNvPr id="94315" name="Line 43"/>
              <p:cNvSpPr/>
              <p:nvPr/>
            </p:nvSpPr>
            <p:spPr>
              <a:xfrm>
                <a:off x="1672" y="589"/>
                <a:ext cx="131" cy="1"/>
              </a:xfrm>
              <a:prstGeom prst="line">
                <a:avLst/>
              </a:prstGeom>
              <a:ln w="14288" cap="flat" cmpd="sng">
                <a:solidFill>
                  <a:srgbClr val="000000"/>
                </a:solidFill>
                <a:prstDash val="solid"/>
                <a:headEnd type="none" w="med" len="med"/>
                <a:tailEnd type="none" w="med" len="med"/>
              </a:ln>
            </p:spPr>
          </p:sp>
        </p:grpSp>
        <p:grpSp>
          <p:nvGrpSpPr>
            <p:cNvPr id="94228" name="Group 44"/>
            <p:cNvGrpSpPr/>
            <p:nvPr/>
          </p:nvGrpSpPr>
          <p:grpSpPr>
            <a:xfrm>
              <a:off x="2820988" y="4640263"/>
              <a:ext cx="619125" cy="327025"/>
              <a:chOff x="1803" y="384"/>
              <a:chExt cx="390" cy="206"/>
            </a:xfrm>
          </p:grpSpPr>
          <p:sp>
            <p:nvSpPr>
              <p:cNvPr id="94308" name="Line 45"/>
              <p:cNvSpPr/>
              <p:nvPr/>
            </p:nvSpPr>
            <p:spPr>
              <a:xfrm>
                <a:off x="1867" y="384"/>
                <a:ext cx="131" cy="2"/>
              </a:xfrm>
              <a:prstGeom prst="line">
                <a:avLst/>
              </a:prstGeom>
              <a:ln w="14288" cap="flat" cmpd="sng">
                <a:solidFill>
                  <a:srgbClr val="000000"/>
                </a:solidFill>
                <a:prstDash val="solid"/>
                <a:headEnd type="none" w="med" len="med"/>
                <a:tailEnd type="none" w="med" len="med"/>
              </a:ln>
            </p:spPr>
          </p:sp>
          <p:sp>
            <p:nvSpPr>
              <p:cNvPr id="94309" name="Line 46"/>
              <p:cNvSpPr/>
              <p:nvPr/>
            </p:nvSpPr>
            <p:spPr>
              <a:xfrm flipH="1">
                <a:off x="1803" y="384"/>
                <a:ext cx="64" cy="205"/>
              </a:xfrm>
              <a:prstGeom prst="line">
                <a:avLst/>
              </a:prstGeom>
              <a:ln w="14288" cap="flat" cmpd="sng">
                <a:solidFill>
                  <a:srgbClr val="000000"/>
                </a:solidFill>
                <a:prstDash val="solid"/>
                <a:headEnd type="none" w="med" len="med"/>
                <a:tailEnd type="none" w="med" len="med"/>
              </a:ln>
            </p:spPr>
          </p:sp>
          <p:sp>
            <p:nvSpPr>
              <p:cNvPr id="94310" name="Line 47"/>
              <p:cNvSpPr/>
              <p:nvPr/>
            </p:nvSpPr>
            <p:spPr>
              <a:xfrm>
                <a:off x="1998" y="384"/>
                <a:ext cx="66" cy="205"/>
              </a:xfrm>
              <a:prstGeom prst="line">
                <a:avLst/>
              </a:prstGeom>
              <a:ln w="14288" cap="flat" cmpd="sng">
                <a:solidFill>
                  <a:srgbClr val="000000"/>
                </a:solidFill>
                <a:prstDash val="solid"/>
                <a:headEnd type="none" w="med" len="med"/>
                <a:tailEnd type="none" w="med" len="med"/>
              </a:ln>
            </p:spPr>
          </p:sp>
          <p:sp>
            <p:nvSpPr>
              <p:cNvPr id="94311" name="Line 48"/>
              <p:cNvSpPr/>
              <p:nvPr/>
            </p:nvSpPr>
            <p:spPr>
              <a:xfrm>
                <a:off x="2064" y="589"/>
                <a:ext cx="129" cy="1"/>
              </a:xfrm>
              <a:prstGeom prst="line">
                <a:avLst/>
              </a:prstGeom>
              <a:ln w="14288" cap="flat" cmpd="sng">
                <a:solidFill>
                  <a:srgbClr val="000000"/>
                </a:solidFill>
                <a:prstDash val="solid"/>
                <a:headEnd type="none" w="med" len="med"/>
                <a:tailEnd type="none" w="med" len="med"/>
              </a:ln>
            </p:spPr>
          </p:sp>
        </p:grpSp>
        <p:grpSp>
          <p:nvGrpSpPr>
            <p:cNvPr id="94229" name="Group 49"/>
            <p:cNvGrpSpPr/>
            <p:nvPr/>
          </p:nvGrpSpPr>
          <p:grpSpPr>
            <a:xfrm>
              <a:off x="4042991" y="4640263"/>
              <a:ext cx="622300" cy="327025"/>
              <a:chOff x="2193" y="384"/>
              <a:chExt cx="392" cy="206"/>
            </a:xfrm>
          </p:grpSpPr>
          <p:sp>
            <p:nvSpPr>
              <p:cNvPr id="94304" name="Line 50"/>
              <p:cNvSpPr/>
              <p:nvPr/>
            </p:nvSpPr>
            <p:spPr>
              <a:xfrm>
                <a:off x="2259" y="384"/>
                <a:ext cx="129" cy="2"/>
              </a:xfrm>
              <a:prstGeom prst="line">
                <a:avLst/>
              </a:prstGeom>
              <a:ln w="14288" cap="flat" cmpd="sng">
                <a:solidFill>
                  <a:srgbClr val="000000"/>
                </a:solidFill>
                <a:prstDash val="solid"/>
                <a:headEnd type="none" w="med" len="med"/>
                <a:tailEnd type="none" w="med" len="med"/>
              </a:ln>
            </p:spPr>
          </p:sp>
          <p:sp>
            <p:nvSpPr>
              <p:cNvPr id="94305" name="Line 51"/>
              <p:cNvSpPr/>
              <p:nvPr/>
            </p:nvSpPr>
            <p:spPr>
              <a:xfrm flipH="1">
                <a:off x="2193" y="384"/>
                <a:ext cx="66" cy="205"/>
              </a:xfrm>
              <a:prstGeom prst="line">
                <a:avLst/>
              </a:prstGeom>
              <a:ln w="14288" cap="flat" cmpd="sng">
                <a:solidFill>
                  <a:srgbClr val="000000"/>
                </a:solidFill>
                <a:prstDash val="solid"/>
                <a:headEnd type="none" w="med" len="med"/>
                <a:tailEnd type="none" w="med" len="med"/>
              </a:ln>
            </p:spPr>
          </p:sp>
          <p:sp>
            <p:nvSpPr>
              <p:cNvPr id="94306" name="Line 52"/>
              <p:cNvSpPr/>
              <p:nvPr/>
            </p:nvSpPr>
            <p:spPr>
              <a:xfrm>
                <a:off x="2388" y="384"/>
                <a:ext cx="66" cy="205"/>
              </a:xfrm>
              <a:prstGeom prst="line">
                <a:avLst/>
              </a:prstGeom>
              <a:ln w="14288" cap="flat" cmpd="sng">
                <a:solidFill>
                  <a:srgbClr val="000000"/>
                </a:solidFill>
                <a:prstDash val="solid"/>
                <a:headEnd type="none" w="med" len="med"/>
                <a:tailEnd type="none" w="med" len="med"/>
              </a:ln>
            </p:spPr>
          </p:sp>
          <p:sp>
            <p:nvSpPr>
              <p:cNvPr id="94307" name="Line 53"/>
              <p:cNvSpPr/>
              <p:nvPr/>
            </p:nvSpPr>
            <p:spPr>
              <a:xfrm>
                <a:off x="2454" y="589"/>
                <a:ext cx="131" cy="1"/>
              </a:xfrm>
              <a:prstGeom prst="line">
                <a:avLst/>
              </a:prstGeom>
              <a:ln w="14288" cap="flat" cmpd="sng">
                <a:solidFill>
                  <a:srgbClr val="000000"/>
                </a:solidFill>
                <a:prstDash val="solid"/>
                <a:headEnd type="none" w="med" len="med"/>
                <a:tailEnd type="none" w="med" len="med"/>
              </a:ln>
            </p:spPr>
          </p:sp>
        </p:grpSp>
        <p:grpSp>
          <p:nvGrpSpPr>
            <p:cNvPr id="94230" name="Group 54"/>
            <p:cNvGrpSpPr/>
            <p:nvPr/>
          </p:nvGrpSpPr>
          <p:grpSpPr>
            <a:xfrm>
              <a:off x="4665291" y="4640263"/>
              <a:ext cx="619125" cy="327025"/>
              <a:chOff x="2585" y="384"/>
              <a:chExt cx="390" cy="206"/>
            </a:xfrm>
          </p:grpSpPr>
          <p:sp>
            <p:nvSpPr>
              <p:cNvPr id="94300" name="Line 55"/>
              <p:cNvSpPr/>
              <p:nvPr/>
            </p:nvSpPr>
            <p:spPr>
              <a:xfrm>
                <a:off x="2649" y="384"/>
                <a:ext cx="131" cy="2"/>
              </a:xfrm>
              <a:prstGeom prst="line">
                <a:avLst/>
              </a:prstGeom>
              <a:ln w="14288" cap="flat" cmpd="sng">
                <a:solidFill>
                  <a:srgbClr val="000000"/>
                </a:solidFill>
                <a:prstDash val="solid"/>
                <a:headEnd type="none" w="med" len="med"/>
                <a:tailEnd type="none" w="med" len="med"/>
              </a:ln>
            </p:spPr>
          </p:sp>
          <p:sp>
            <p:nvSpPr>
              <p:cNvPr id="94301" name="Line 56"/>
              <p:cNvSpPr/>
              <p:nvPr/>
            </p:nvSpPr>
            <p:spPr>
              <a:xfrm flipH="1">
                <a:off x="2585" y="384"/>
                <a:ext cx="64" cy="205"/>
              </a:xfrm>
              <a:prstGeom prst="line">
                <a:avLst/>
              </a:prstGeom>
              <a:ln w="14288" cap="flat" cmpd="sng">
                <a:solidFill>
                  <a:srgbClr val="000000"/>
                </a:solidFill>
                <a:prstDash val="solid"/>
                <a:headEnd type="none" w="med" len="med"/>
                <a:tailEnd type="none" w="med" len="med"/>
              </a:ln>
            </p:spPr>
          </p:sp>
          <p:sp>
            <p:nvSpPr>
              <p:cNvPr id="94302" name="Line 57"/>
              <p:cNvSpPr/>
              <p:nvPr/>
            </p:nvSpPr>
            <p:spPr>
              <a:xfrm>
                <a:off x="2780" y="384"/>
                <a:ext cx="65" cy="205"/>
              </a:xfrm>
              <a:prstGeom prst="line">
                <a:avLst/>
              </a:prstGeom>
              <a:ln w="14288" cap="flat" cmpd="sng">
                <a:solidFill>
                  <a:srgbClr val="000000"/>
                </a:solidFill>
                <a:prstDash val="solid"/>
                <a:headEnd type="none" w="med" len="med"/>
                <a:tailEnd type="none" w="med" len="med"/>
              </a:ln>
            </p:spPr>
          </p:sp>
          <p:sp>
            <p:nvSpPr>
              <p:cNvPr id="94303" name="Line 58"/>
              <p:cNvSpPr/>
              <p:nvPr/>
            </p:nvSpPr>
            <p:spPr>
              <a:xfrm>
                <a:off x="2845" y="589"/>
                <a:ext cx="130" cy="1"/>
              </a:xfrm>
              <a:prstGeom prst="line">
                <a:avLst/>
              </a:prstGeom>
              <a:ln w="14288" cap="flat" cmpd="sng">
                <a:solidFill>
                  <a:srgbClr val="000000"/>
                </a:solidFill>
                <a:prstDash val="solid"/>
                <a:headEnd type="none" w="med" len="med"/>
                <a:tailEnd type="none" w="med" len="med"/>
              </a:ln>
            </p:spPr>
          </p:sp>
        </p:grpSp>
        <p:grpSp>
          <p:nvGrpSpPr>
            <p:cNvPr id="94231" name="Group 59"/>
            <p:cNvGrpSpPr/>
            <p:nvPr/>
          </p:nvGrpSpPr>
          <p:grpSpPr>
            <a:xfrm>
              <a:off x="5284416" y="4640263"/>
              <a:ext cx="620713" cy="327025"/>
              <a:chOff x="2975" y="384"/>
              <a:chExt cx="391" cy="206"/>
            </a:xfrm>
          </p:grpSpPr>
          <p:sp>
            <p:nvSpPr>
              <p:cNvPr id="94296" name="Line 60"/>
              <p:cNvSpPr/>
              <p:nvPr/>
            </p:nvSpPr>
            <p:spPr>
              <a:xfrm>
                <a:off x="3040" y="384"/>
                <a:ext cx="130" cy="2"/>
              </a:xfrm>
              <a:prstGeom prst="line">
                <a:avLst/>
              </a:prstGeom>
              <a:ln w="14288" cap="flat" cmpd="sng">
                <a:solidFill>
                  <a:srgbClr val="000000"/>
                </a:solidFill>
                <a:prstDash val="solid"/>
                <a:headEnd type="none" w="med" len="med"/>
                <a:tailEnd type="none" w="med" len="med"/>
              </a:ln>
            </p:spPr>
          </p:sp>
          <p:sp>
            <p:nvSpPr>
              <p:cNvPr id="94297" name="Line 61"/>
              <p:cNvSpPr/>
              <p:nvPr/>
            </p:nvSpPr>
            <p:spPr>
              <a:xfrm flipH="1">
                <a:off x="2975" y="384"/>
                <a:ext cx="65" cy="205"/>
              </a:xfrm>
              <a:prstGeom prst="line">
                <a:avLst/>
              </a:prstGeom>
              <a:ln w="14288" cap="flat" cmpd="sng">
                <a:solidFill>
                  <a:srgbClr val="000000"/>
                </a:solidFill>
                <a:prstDash val="solid"/>
                <a:headEnd type="none" w="med" len="med"/>
                <a:tailEnd type="none" w="med" len="med"/>
              </a:ln>
            </p:spPr>
          </p:sp>
          <p:sp>
            <p:nvSpPr>
              <p:cNvPr id="94298" name="Line 62"/>
              <p:cNvSpPr/>
              <p:nvPr/>
            </p:nvSpPr>
            <p:spPr>
              <a:xfrm>
                <a:off x="3170" y="384"/>
                <a:ext cx="65" cy="205"/>
              </a:xfrm>
              <a:prstGeom prst="line">
                <a:avLst/>
              </a:prstGeom>
              <a:ln w="14288" cap="flat" cmpd="sng">
                <a:solidFill>
                  <a:srgbClr val="000000"/>
                </a:solidFill>
                <a:prstDash val="solid"/>
                <a:headEnd type="none" w="med" len="med"/>
                <a:tailEnd type="none" w="med" len="med"/>
              </a:ln>
            </p:spPr>
          </p:sp>
          <p:sp>
            <p:nvSpPr>
              <p:cNvPr id="94299" name="Line 63"/>
              <p:cNvSpPr/>
              <p:nvPr/>
            </p:nvSpPr>
            <p:spPr>
              <a:xfrm>
                <a:off x="3235" y="589"/>
                <a:ext cx="131" cy="1"/>
              </a:xfrm>
              <a:prstGeom prst="line">
                <a:avLst/>
              </a:prstGeom>
              <a:ln w="14288" cap="flat" cmpd="sng">
                <a:solidFill>
                  <a:srgbClr val="000000"/>
                </a:solidFill>
                <a:prstDash val="solid"/>
                <a:headEnd type="none" w="med" len="med"/>
                <a:tailEnd type="none" w="med" len="med"/>
              </a:ln>
            </p:spPr>
          </p:sp>
        </p:grpSp>
        <p:grpSp>
          <p:nvGrpSpPr>
            <p:cNvPr id="94232" name="Group 64"/>
            <p:cNvGrpSpPr/>
            <p:nvPr/>
          </p:nvGrpSpPr>
          <p:grpSpPr>
            <a:xfrm>
              <a:off x="5905129" y="4640263"/>
              <a:ext cx="619125" cy="327025"/>
              <a:chOff x="3366" y="384"/>
              <a:chExt cx="390" cy="206"/>
            </a:xfrm>
          </p:grpSpPr>
          <p:sp>
            <p:nvSpPr>
              <p:cNvPr id="94292" name="Line 65"/>
              <p:cNvSpPr/>
              <p:nvPr/>
            </p:nvSpPr>
            <p:spPr>
              <a:xfrm>
                <a:off x="3430" y="384"/>
                <a:ext cx="131" cy="2"/>
              </a:xfrm>
              <a:prstGeom prst="line">
                <a:avLst/>
              </a:prstGeom>
              <a:ln w="14288" cap="flat" cmpd="sng">
                <a:solidFill>
                  <a:srgbClr val="000000"/>
                </a:solidFill>
                <a:prstDash val="solid"/>
                <a:headEnd type="none" w="med" len="med"/>
                <a:tailEnd type="none" w="med" len="med"/>
              </a:ln>
            </p:spPr>
          </p:sp>
          <p:sp>
            <p:nvSpPr>
              <p:cNvPr id="94293" name="Line 66"/>
              <p:cNvSpPr/>
              <p:nvPr/>
            </p:nvSpPr>
            <p:spPr>
              <a:xfrm flipH="1">
                <a:off x="3366" y="384"/>
                <a:ext cx="64" cy="205"/>
              </a:xfrm>
              <a:prstGeom prst="line">
                <a:avLst/>
              </a:prstGeom>
              <a:ln w="14288" cap="flat" cmpd="sng">
                <a:solidFill>
                  <a:srgbClr val="000000"/>
                </a:solidFill>
                <a:prstDash val="solid"/>
                <a:headEnd type="none" w="med" len="med"/>
                <a:tailEnd type="none" w="med" len="med"/>
              </a:ln>
            </p:spPr>
          </p:sp>
          <p:sp>
            <p:nvSpPr>
              <p:cNvPr id="94294" name="Line 67"/>
              <p:cNvSpPr/>
              <p:nvPr/>
            </p:nvSpPr>
            <p:spPr>
              <a:xfrm>
                <a:off x="3561" y="384"/>
                <a:ext cx="66" cy="205"/>
              </a:xfrm>
              <a:prstGeom prst="line">
                <a:avLst/>
              </a:prstGeom>
              <a:ln w="14288" cap="flat" cmpd="sng">
                <a:solidFill>
                  <a:srgbClr val="000000"/>
                </a:solidFill>
                <a:prstDash val="solid"/>
                <a:headEnd type="none" w="med" len="med"/>
                <a:tailEnd type="none" w="med" len="med"/>
              </a:ln>
            </p:spPr>
          </p:sp>
          <p:sp>
            <p:nvSpPr>
              <p:cNvPr id="94295" name="Line 68"/>
              <p:cNvSpPr/>
              <p:nvPr/>
            </p:nvSpPr>
            <p:spPr>
              <a:xfrm>
                <a:off x="3627" y="589"/>
                <a:ext cx="129" cy="1"/>
              </a:xfrm>
              <a:prstGeom prst="line">
                <a:avLst/>
              </a:prstGeom>
              <a:ln w="14288" cap="flat" cmpd="sng">
                <a:solidFill>
                  <a:srgbClr val="000000"/>
                </a:solidFill>
                <a:prstDash val="solid"/>
                <a:headEnd type="none" w="med" len="med"/>
                <a:tailEnd type="none" w="med" len="med"/>
              </a:ln>
            </p:spPr>
          </p:sp>
        </p:grpSp>
        <p:grpSp>
          <p:nvGrpSpPr>
            <p:cNvPr id="94233" name="Group 69"/>
            <p:cNvGrpSpPr/>
            <p:nvPr/>
          </p:nvGrpSpPr>
          <p:grpSpPr>
            <a:xfrm>
              <a:off x="6524254" y="4640263"/>
              <a:ext cx="622300" cy="327025"/>
              <a:chOff x="3756" y="384"/>
              <a:chExt cx="392" cy="206"/>
            </a:xfrm>
          </p:grpSpPr>
          <p:sp>
            <p:nvSpPr>
              <p:cNvPr id="94288" name="Line 70"/>
              <p:cNvSpPr/>
              <p:nvPr/>
            </p:nvSpPr>
            <p:spPr>
              <a:xfrm>
                <a:off x="3822" y="384"/>
                <a:ext cx="129" cy="2"/>
              </a:xfrm>
              <a:prstGeom prst="line">
                <a:avLst/>
              </a:prstGeom>
              <a:ln w="14288" cap="flat" cmpd="sng">
                <a:solidFill>
                  <a:srgbClr val="000000"/>
                </a:solidFill>
                <a:prstDash val="solid"/>
                <a:headEnd type="none" w="med" len="med"/>
                <a:tailEnd type="none" w="med" len="med"/>
              </a:ln>
            </p:spPr>
          </p:sp>
          <p:sp>
            <p:nvSpPr>
              <p:cNvPr id="94289" name="Line 71"/>
              <p:cNvSpPr/>
              <p:nvPr/>
            </p:nvSpPr>
            <p:spPr>
              <a:xfrm flipH="1">
                <a:off x="3756" y="384"/>
                <a:ext cx="66" cy="205"/>
              </a:xfrm>
              <a:prstGeom prst="line">
                <a:avLst/>
              </a:prstGeom>
              <a:ln w="14288" cap="flat" cmpd="sng">
                <a:solidFill>
                  <a:srgbClr val="000000"/>
                </a:solidFill>
                <a:prstDash val="solid"/>
                <a:headEnd type="none" w="med" len="med"/>
                <a:tailEnd type="none" w="med" len="med"/>
              </a:ln>
            </p:spPr>
          </p:sp>
          <p:sp>
            <p:nvSpPr>
              <p:cNvPr id="94290" name="Line 72"/>
              <p:cNvSpPr/>
              <p:nvPr/>
            </p:nvSpPr>
            <p:spPr>
              <a:xfrm>
                <a:off x="3951" y="384"/>
                <a:ext cx="66" cy="205"/>
              </a:xfrm>
              <a:prstGeom prst="line">
                <a:avLst/>
              </a:prstGeom>
              <a:ln w="14288" cap="flat" cmpd="sng">
                <a:solidFill>
                  <a:srgbClr val="000000"/>
                </a:solidFill>
                <a:prstDash val="solid"/>
                <a:headEnd type="none" w="med" len="med"/>
                <a:tailEnd type="none" w="med" len="med"/>
              </a:ln>
            </p:spPr>
          </p:sp>
          <p:sp>
            <p:nvSpPr>
              <p:cNvPr id="94291" name="Line 73"/>
              <p:cNvSpPr/>
              <p:nvPr/>
            </p:nvSpPr>
            <p:spPr>
              <a:xfrm>
                <a:off x="4017" y="589"/>
                <a:ext cx="131" cy="1"/>
              </a:xfrm>
              <a:prstGeom prst="line">
                <a:avLst/>
              </a:prstGeom>
              <a:ln w="14288" cap="flat" cmpd="sng">
                <a:solidFill>
                  <a:srgbClr val="000000"/>
                </a:solidFill>
                <a:prstDash val="solid"/>
                <a:headEnd type="none" w="med" len="med"/>
                <a:tailEnd type="none" w="med" len="med"/>
              </a:ln>
            </p:spPr>
          </p:sp>
        </p:grpSp>
        <p:grpSp>
          <p:nvGrpSpPr>
            <p:cNvPr id="94234" name="Group 74"/>
            <p:cNvGrpSpPr/>
            <p:nvPr/>
          </p:nvGrpSpPr>
          <p:grpSpPr>
            <a:xfrm>
              <a:off x="7146554" y="4640263"/>
              <a:ext cx="619125" cy="327025"/>
              <a:chOff x="4148" y="384"/>
              <a:chExt cx="390" cy="206"/>
            </a:xfrm>
          </p:grpSpPr>
          <p:sp>
            <p:nvSpPr>
              <p:cNvPr id="94284" name="Line 75"/>
              <p:cNvSpPr/>
              <p:nvPr/>
            </p:nvSpPr>
            <p:spPr>
              <a:xfrm>
                <a:off x="4212" y="384"/>
                <a:ext cx="131" cy="2"/>
              </a:xfrm>
              <a:prstGeom prst="line">
                <a:avLst/>
              </a:prstGeom>
              <a:ln w="14288" cap="flat" cmpd="sng">
                <a:solidFill>
                  <a:srgbClr val="000000"/>
                </a:solidFill>
                <a:prstDash val="solid"/>
                <a:headEnd type="none" w="med" len="med"/>
                <a:tailEnd type="none" w="med" len="med"/>
              </a:ln>
            </p:spPr>
          </p:sp>
          <p:sp>
            <p:nvSpPr>
              <p:cNvPr id="94285" name="Line 76"/>
              <p:cNvSpPr/>
              <p:nvPr/>
            </p:nvSpPr>
            <p:spPr>
              <a:xfrm flipH="1">
                <a:off x="4148" y="384"/>
                <a:ext cx="64" cy="205"/>
              </a:xfrm>
              <a:prstGeom prst="line">
                <a:avLst/>
              </a:prstGeom>
              <a:ln w="14288" cap="flat" cmpd="sng">
                <a:solidFill>
                  <a:srgbClr val="000000"/>
                </a:solidFill>
                <a:prstDash val="solid"/>
                <a:headEnd type="none" w="med" len="med"/>
                <a:tailEnd type="none" w="med" len="med"/>
              </a:ln>
            </p:spPr>
          </p:sp>
          <p:sp>
            <p:nvSpPr>
              <p:cNvPr id="94286" name="Line 77"/>
              <p:cNvSpPr/>
              <p:nvPr/>
            </p:nvSpPr>
            <p:spPr>
              <a:xfrm>
                <a:off x="4343" y="384"/>
                <a:ext cx="65" cy="205"/>
              </a:xfrm>
              <a:prstGeom prst="line">
                <a:avLst/>
              </a:prstGeom>
              <a:ln w="14288" cap="flat" cmpd="sng">
                <a:solidFill>
                  <a:srgbClr val="000000"/>
                </a:solidFill>
                <a:prstDash val="solid"/>
                <a:headEnd type="none" w="med" len="med"/>
                <a:tailEnd type="none" w="med" len="med"/>
              </a:ln>
            </p:spPr>
          </p:sp>
          <p:sp>
            <p:nvSpPr>
              <p:cNvPr id="94287" name="Line 78"/>
              <p:cNvSpPr/>
              <p:nvPr/>
            </p:nvSpPr>
            <p:spPr>
              <a:xfrm>
                <a:off x="4408" y="589"/>
                <a:ext cx="130" cy="1"/>
              </a:xfrm>
              <a:prstGeom prst="line">
                <a:avLst/>
              </a:prstGeom>
              <a:ln w="14288" cap="flat" cmpd="sng">
                <a:solidFill>
                  <a:srgbClr val="000000"/>
                </a:solidFill>
                <a:prstDash val="solid"/>
                <a:headEnd type="none" w="med" len="med"/>
                <a:tailEnd type="none" w="med" len="med"/>
              </a:ln>
            </p:spPr>
          </p:sp>
        </p:grpSp>
        <p:grpSp>
          <p:nvGrpSpPr>
            <p:cNvPr id="94235" name="Group 79"/>
            <p:cNvGrpSpPr/>
            <p:nvPr/>
          </p:nvGrpSpPr>
          <p:grpSpPr>
            <a:xfrm>
              <a:off x="7765679" y="4640263"/>
              <a:ext cx="620713" cy="327025"/>
              <a:chOff x="4538" y="384"/>
              <a:chExt cx="391" cy="206"/>
            </a:xfrm>
          </p:grpSpPr>
          <p:sp>
            <p:nvSpPr>
              <p:cNvPr id="94280" name="Line 80"/>
              <p:cNvSpPr/>
              <p:nvPr/>
            </p:nvSpPr>
            <p:spPr>
              <a:xfrm>
                <a:off x="4603" y="384"/>
                <a:ext cx="130" cy="2"/>
              </a:xfrm>
              <a:prstGeom prst="line">
                <a:avLst/>
              </a:prstGeom>
              <a:ln w="14288" cap="flat" cmpd="sng">
                <a:solidFill>
                  <a:srgbClr val="000000"/>
                </a:solidFill>
                <a:prstDash val="solid"/>
                <a:headEnd type="none" w="med" len="med"/>
                <a:tailEnd type="none" w="med" len="med"/>
              </a:ln>
            </p:spPr>
          </p:sp>
          <p:sp>
            <p:nvSpPr>
              <p:cNvPr id="94281" name="Line 81"/>
              <p:cNvSpPr/>
              <p:nvPr/>
            </p:nvSpPr>
            <p:spPr>
              <a:xfrm flipH="1">
                <a:off x="4538" y="384"/>
                <a:ext cx="65" cy="205"/>
              </a:xfrm>
              <a:prstGeom prst="line">
                <a:avLst/>
              </a:prstGeom>
              <a:ln w="14288" cap="flat" cmpd="sng">
                <a:solidFill>
                  <a:srgbClr val="000000"/>
                </a:solidFill>
                <a:prstDash val="solid"/>
                <a:headEnd type="none" w="med" len="med"/>
                <a:tailEnd type="none" w="med" len="med"/>
              </a:ln>
            </p:spPr>
          </p:sp>
          <p:sp>
            <p:nvSpPr>
              <p:cNvPr id="94282" name="Line 82"/>
              <p:cNvSpPr/>
              <p:nvPr/>
            </p:nvSpPr>
            <p:spPr>
              <a:xfrm>
                <a:off x="4733" y="384"/>
                <a:ext cx="65" cy="205"/>
              </a:xfrm>
              <a:prstGeom prst="line">
                <a:avLst/>
              </a:prstGeom>
              <a:ln w="14288" cap="flat" cmpd="sng">
                <a:solidFill>
                  <a:srgbClr val="000000"/>
                </a:solidFill>
                <a:prstDash val="solid"/>
                <a:headEnd type="none" w="med" len="med"/>
                <a:tailEnd type="none" w="med" len="med"/>
              </a:ln>
            </p:spPr>
          </p:sp>
          <p:sp>
            <p:nvSpPr>
              <p:cNvPr id="94283" name="Line 83"/>
              <p:cNvSpPr/>
              <p:nvPr/>
            </p:nvSpPr>
            <p:spPr>
              <a:xfrm>
                <a:off x="4798" y="589"/>
                <a:ext cx="131" cy="1"/>
              </a:xfrm>
              <a:prstGeom prst="line">
                <a:avLst/>
              </a:prstGeom>
              <a:ln w="14288" cap="flat" cmpd="sng">
                <a:solidFill>
                  <a:srgbClr val="000000"/>
                </a:solidFill>
                <a:prstDash val="solid"/>
                <a:headEnd type="none" w="med" len="med"/>
                <a:tailEnd type="none" w="med" len="med"/>
              </a:ln>
            </p:spPr>
          </p:sp>
        </p:grpSp>
        <p:grpSp>
          <p:nvGrpSpPr>
            <p:cNvPr id="94236" name="Group 84"/>
            <p:cNvGrpSpPr/>
            <p:nvPr/>
          </p:nvGrpSpPr>
          <p:grpSpPr>
            <a:xfrm>
              <a:off x="8386391" y="4640263"/>
              <a:ext cx="619125" cy="327025"/>
              <a:chOff x="4929" y="384"/>
              <a:chExt cx="390" cy="206"/>
            </a:xfrm>
          </p:grpSpPr>
          <p:sp>
            <p:nvSpPr>
              <p:cNvPr id="94276" name="Line 85"/>
              <p:cNvSpPr/>
              <p:nvPr/>
            </p:nvSpPr>
            <p:spPr>
              <a:xfrm>
                <a:off x="4993" y="384"/>
                <a:ext cx="131" cy="2"/>
              </a:xfrm>
              <a:prstGeom prst="line">
                <a:avLst/>
              </a:prstGeom>
              <a:ln w="14288" cap="flat" cmpd="sng">
                <a:solidFill>
                  <a:srgbClr val="000000"/>
                </a:solidFill>
                <a:prstDash val="solid"/>
                <a:headEnd type="none" w="med" len="med"/>
                <a:tailEnd type="none" w="med" len="med"/>
              </a:ln>
            </p:spPr>
          </p:sp>
          <p:sp>
            <p:nvSpPr>
              <p:cNvPr id="94277" name="Line 86"/>
              <p:cNvSpPr/>
              <p:nvPr/>
            </p:nvSpPr>
            <p:spPr>
              <a:xfrm flipH="1">
                <a:off x="4929" y="384"/>
                <a:ext cx="64" cy="205"/>
              </a:xfrm>
              <a:prstGeom prst="line">
                <a:avLst/>
              </a:prstGeom>
              <a:ln w="14288" cap="flat" cmpd="sng">
                <a:solidFill>
                  <a:srgbClr val="000000"/>
                </a:solidFill>
                <a:prstDash val="solid"/>
                <a:headEnd type="none" w="med" len="med"/>
                <a:tailEnd type="none" w="med" len="med"/>
              </a:ln>
            </p:spPr>
          </p:sp>
          <p:sp>
            <p:nvSpPr>
              <p:cNvPr id="94278" name="Line 87"/>
              <p:cNvSpPr/>
              <p:nvPr/>
            </p:nvSpPr>
            <p:spPr>
              <a:xfrm>
                <a:off x="5124" y="384"/>
                <a:ext cx="66" cy="205"/>
              </a:xfrm>
              <a:prstGeom prst="line">
                <a:avLst/>
              </a:prstGeom>
              <a:ln w="14288" cap="flat" cmpd="sng">
                <a:solidFill>
                  <a:srgbClr val="000000"/>
                </a:solidFill>
                <a:prstDash val="solid"/>
                <a:headEnd type="none" w="med" len="med"/>
                <a:tailEnd type="none" w="med" len="med"/>
              </a:ln>
            </p:spPr>
          </p:sp>
          <p:sp>
            <p:nvSpPr>
              <p:cNvPr id="94279" name="Line 88"/>
              <p:cNvSpPr/>
              <p:nvPr/>
            </p:nvSpPr>
            <p:spPr>
              <a:xfrm>
                <a:off x="5190" y="589"/>
                <a:ext cx="129" cy="1"/>
              </a:xfrm>
              <a:prstGeom prst="line">
                <a:avLst/>
              </a:prstGeom>
              <a:ln w="14288" cap="flat" cmpd="sng">
                <a:solidFill>
                  <a:srgbClr val="000000"/>
                </a:solidFill>
                <a:prstDash val="solid"/>
                <a:headEnd type="none" w="med" len="med"/>
                <a:tailEnd type="none" w="med" len="med"/>
              </a:ln>
            </p:spPr>
          </p:sp>
        </p:grpSp>
        <p:sp>
          <p:nvSpPr>
            <p:cNvPr id="94237" name="Line 89"/>
            <p:cNvSpPr/>
            <p:nvPr/>
          </p:nvSpPr>
          <p:spPr>
            <a:xfrm flipH="1">
              <a:off x="1268413" y="4965701"/>
              <a:ext cx="312738" cy="1588"/>
            </a:xfrm>
            <a:prstGeom prst="line">
              <a:avLst/>
            </a:prstGeom>
            <a:ln w="14288" cap="flat" cmpd="sng">
              <a:solidFill>
                <a:srgbClr val="000000"/>
              </a:solidFill>
              <a:prstDash val="solid"/>
              <a:headEnd type="none" w="med" len="med"/>
              <a:tailEnd type="none" w="med" len="med"/>
            </a:ln>
          </p:spPr>
        </p:sp>
        <p:sp>
          <p:nvSpPr>
            <p:cNvPr id="94238" name="Line 90"/>
            <p:cNvSpPr/>
            <p:nvPr/>
          </p:nvSpPr>
          <p:spPr>
            <a:xfrm>
              <a:off x="1373188" y="5613400"/>
              <a:ext cx="7029450" cy="1588"/>
            </a:xfrm>
            <a:prstGeom prst="line">
              <a:avLst/>
            </a:prstGeom>
            <a:ln w="14288" cap="flat" cmpd="sng">
              <a:solidFill>
                <a:srgbClr val="000000"/>
              </a:solidFill>
              <a:prstDash val="solid"/>
              <a:headEnd type="none" w="med" len="med"/>
              <a:tailEnd type="none" w="med" len="med"/>
            </a:ln>
          </p:spPr>
        </p:sp>
        <p:sp>
          <p:nvSpPr>
            <p:cNvPr id="94239" name="Rectangle 91"/>
            <p:cNvSpPr/>
            <p:nvPr/>
          </p:nvSpPr>
          <p:spPr>
            <a:xfrm>
              <a:off x="3923928" y="59610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94240" name="Rectangle 92"/>
            <p:cNvSpPr/>
            <p:nvPr/>
          </p:nvSpPr>
          <p:spPr>
            <a:xfrm>
              <a:off x="4546228" y="59610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94241" name="Rectangle 93"/>
            <p:cNvSpPr/>
            <p:nvPr/>
          </p:nvSpPr>
          <p:spPr>
            <a:xfrm>
              <a:off x="5165353" y="59610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94242" name="Rectangle 94"/>
            <p:cNvSpPr/>
            <p:nvPr/>
          </p:nvSpPr>
          <p:spPr>
            <a:xfrm>
              <a:off x="5790504" y="596106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94243" name="Line 95"/>
            <p:cNvSpPr/>
            <p:nvPr/>
          </p:nvSpPr>
          <p:spPr>
            <a:xfrm flipV="1">
              <a:off x="1373188" y="5934635"/>
              <a:ext cx="4238718" cy="2615"/>
            </a:xfrm>
            <a:prstGeom prst="line">
              <a:avLst/>
            </a:prstGeom>
            <a:ln w="14288" cap="flat" cmpd="sng">
              <a:solidFill>
                <a:srgbClr val="000000"/>
              </a:solidFill>
              <a:prstDash val="solid"/>
              <a:headEnd type="none" w="med" len="med"/>
              <a:tailEnd type="none" w="med" len="med"/>
            </a:ln>
          </p:spPr>
        </p:sp>
        <p:grpSp>
          <p:nvGrpSpPr>
            <p:cNvPr id="94244" name="Group 96"/>
            <p:cNvGrpSpPr/>
            <p:nvPr/>
          </p:nvGrpSpPr>
          <p:grpSpPr>
            <a:xfrm>
              <a:off x="1365250" y="6254750"/>
              <a:ext cx="636587" cy="14288"/>
              <a:chOff x="886" y="1401"/>
              <a:chExt cx="401" cy="9"/>
            </a:xfrm>
          </p:grpSpPr>
          <p:sp>
            <p:nvSpPr>
              <p:cNvPr id="94269" name="Freeform 97"/>
              <p:cNvSpPr/>
              <p:nvPr/>
            </p:nvSpPr>
            <p:spPr>
              <a:xfrm>
                <a:off x="886" y="1401"/>
                <a:ext cx="45" cy="9"/>
              </a:xfrm>
              <a:custGeom>
                <a:avLst/>
                <a:gdLst/>
                <a:ahLst/>
                <a:cxnLst>
                  <a:cxn ang="0">
                    <a:pos x="6" y="0"/>
                  </a:cxn>
                  <a:cxn ang="0">
                    <a:pos x="5" y="0"/>
                  </a:cxn>
                  <a:cxn ang="0">
                    <a:pos x="3" y="2"/>
                  </a:cxn>
                  <a:cxn ang="0">
                    <a:pos x="2" y="3"/>
                  </a:cxn>
                  <a:cxn ang="0">
                    <a:pos x="0" y="5"/>
                  </a:cxn>
                  <a:cxn ang="0">
                    <a:pos x="2" y="6"/>
                  </a:cxn>
                  <a:cxn ang="0">
                    <a:pos x="3" y="8"/>
                  </a:cxn>
                  <a:cxn ang="0">
                    <a:pos x="5" y="9"/>
                  </a:cxn>
                  <a:cxn ang="0">
                    <a:pos x="39" y="9"/>
                  </a:cxn>
                  <a:cxn ang="0">
                    <a:pos x="40" y="9"/>
                  </a:cxn>
                  <a:cxn ang="0">
                    <a:pos x="42" y="9"/>
                  </a:cxn>
                  <a:cxn ang="0">
                    <a:pos x="43" y="8"/>
                  </a:cxn>
                  <a:cxn ang="0">
                    <a:pos x="45" y="6"/>
                  </a:cxn>
                  <a:cxn ang="0">
                    <a:pos x="45" y="5"/>
                  </a:cxn>
                  <a:cxn ang="0">
                    <a:pos x="43" y="3"/>
                  </a:cxn>
                  <a:cxn ang="0">
                    <a:pos x="42" y="2"/>
                  </a:cxn>
                  <a:cxn ang="0">
                    <a:pos x="40" y="0"/>
                  </a:cxn>
                  <a:cxn ang="0">
                    <a:pos x="6" y="0"/>
                  </a:cxn>
                </a:cxnLst>
                <a:pathLst>
                  <a:path w="45" h="9">
                    <a:moveTo>
                      <a:pt x="6" y="0"/>
                    </a:moveTo>
                    <a:lnTo>
                      <a:pt x="5" y="0"/>
                    </a:lnTo>
                    <a:lnTo>
                      <a:pt x="3" y="2"/>
                    </a:lnTo>
                    <a:lnTo>
                      <a:pt x="2" y="3"/>
                    </a:lnTo>
                    <a:lnTo>
                      <a:pt x="0" y="5"/>
                    </a:lnTo>
                    <a:lnTo>
                      <a:pt x="2" y="6"/>
                    </a:lnTo>
                    <a:lnTo>
                      <a:pt x="3" y="8"/>
                    </a:lnTo>
                    <a:lnTo>
                      <a:pt x="5" y="9"/>
                    </a:lnTo>
                    <a:lnTo>
                      <a:pt x="39" y="9"/>
                    </a:lnTo>
                    <a:lnTo>
                      <a:pt x="40" y="9"/>
                    </a:lnTo>
                    <a:lnTo>
                      <a:pt x="42" y="9"/>
                    </a:lnTo>
                    <a:lnTo>
                      <a:pt x="43" y="8"/>
                    </a:lnTo>
                    <a:lnTo>
                      <a:pt x="45" y="6"/>
                    </a:lnTo>
                    <a:lnTo>
                      <a:pt x="45" y="5"/>
                    </a:lnTo>
                    <a:lnTo>
                      <a:pt x="43" y="3"/>
                    </a:lnTo>
                    <a:lnTo>
                      <a:pt x="42" y="2"/>
                    </a:lnTo>
                    <a:lnTo>
                      <a:pt x="40" y="0"/>
                    </a:lnTo>
                    <a:lnTo>
                      <a:pt x="6" y="0"/>
                    </a:lnTo>
                    <a:close/>
                  </a:path>
                </a:pathLst>
              </a:custGeom>
              <a:solidFill>
                <a:srgbClr val="000000">
                  <a:alpha val="100000"/>
                </a:srgbClr>
              </a:solidFill>
              <a:ln w="9525">
                <a:noFill/>
              </a:ln>
            </p:spPr>
            <p:txBody>
              <a:bodyPr/>
              <a:p>
                <a:endParaRPr lang="zh-CN" altLang="en-US"/>
              </a:p>
            </p:txBody>
          </p:sp>
          <p:sp>
            <p:nvSpPr>
              <p:cNvPr id="94270" name="Freeform 98"/>
              <p:cNvSpPr/>
              <p:nvPr/>
            </p:nvSpPr>
            <p:spPr>
              <a:xfrm>
                <a:off x="949" y="1401"/>
                <a:ext cx="44"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8" y="9"/>
                  </a:cxn>
                  <a:cxn ang="0">
                    <a:pos x="40" y="9"/>
                  </a:cxn>
                  <a:cxn ang="0">
                    <a:pos x="41" y="9"/>
                  </a:cxn>
                  <a:cxn ang="0">
                    <a:pos x="43" y="8"/>
                  </a:cxn>
                  <a:cxn ang="0">
                    <a:pos x="44" y="6"/>
                  </a:cxn>
                  <a:cxn ang="0">
                    <a:pos x="44" y="5"/>
                  </a:cxn>
                  <a:cxn ang="0">
                    <a:pos x="43" y="3"/>
                  </a:cxn>
                  <a:cxn ang="0">
                    <a:pos x="41" y="2"/>
                  </a:cxn>
                  <a:cxn ang="0">
                    <a:pos x="40" y="0"/>
                  </a:cxn>
                  <a:cxn ang="0">
                    <a:pos x="4" y="0"/>
                  </a:cxn>
                </a:cxnLst>
                <a:pathLst>
                  <a:path w="44" h="9">
                    <a:moveTo>
                      <a:pt x="4" y="0"/>
                    </a:moveTo>
                    <a:lnTo>
                      <a:pt x="3" y="0"/>
                    </a:lnTo>
                    <a:lnTo>
                      <a:pt x="1" y="2"/>
                    </a:lnTo>
                    <a:lnTo>
                      <a:pt x="0" y="3"/>
                    </a:lnTo>
                    <a:lnTo>
                      <a:pt x="0" y="5"/>
                    </a:lnTo>
                    <a:lnTo>
                      <a:pt x="0" y="6"/>
                    </a:lnTo>
                    <a:lnTo>
                      <a:pt x="0" y="8"/>
                    </a:lnTo>
                    <a:lnTo>
                      <a:pt x="1" y="9"/>
                    </a:lnTo>
                    <a:lnTo>
                      <a:pt x="3" y="9"/>
                    </a:lnTo>
                    <a:lnTo>
                      <a:pt x="38" y="9"/>
                    </a:lnTo>
                    <a:lnTo>
                      <a:pt x="40" y="9"/>
                    </a:lnTo>
                    <a:lnTo>
                      <a:pt x="41" y="9"/>
                    </a:lnTo>
                    <a:lnTo>
                      <a:pt x="43" y="8"/>
                    </a:lnTo>
                    <a:lnTo>
                      <a:pt x="44" y="6"/>
                    </a:lnTo>
                    <a:lnTo>
                      <a:pt x="44" y="5"/>
                    </a:lnTo>
                    <a:lnTo>
                      <a:pt x="43" y="3"/>
                    </a:lnTo>
                    <a:lnTo>
                      <a:pt x="41" y="2"/>
                    </a:lnTo>
                    <a:lnTo>
                      <a:pt x="40" y="0"/>
                    </a:lnTo>
                    <a:lnTo>
                      <a:pt x="4" y="0"/>
                    </a:lnTo>
                    <a:close/>
                  </a:path>
                </a:pathLst>
              </a:custGeom>
              <a:solidFill>
                <a:srgbClr val="000000">
                  <a:alpha val="100000"/>
                </a:srgbClr>
              </a:solidFill>
              <a:ln w="9525">
                <a:noFill/>
              </a:ln>
            </p:spPr>
            <p:txBody>
              <a:bodyPr/>
              <a:p>
                <a:endParaRPr lang="zh-CN" altLang="en-US"/>
              </a:p>
            </p:txBody>
          </p:sp>
          <p:sp>
            <p:nvSpPr>
              <p:cNvPr id="94271" name="Freeform 99"/>
              <p:cNvSpPr/>
              <p:nvPr/>
            </p:nvSpPr>
            <p:spPr>
              <a:xfrm>
                <a:off x="1011" y="1401"/>
                <a:ext cx="45"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9" y="9"/>
                  </a:cxn>
                  <a:cxn ang="0">
                    <a:pos x="40" y="9"/>
                  </a:cxn>
                  <a:cxn ang="0">
                    <a:pos x="42" y="9"/>
                  </a:cxn>
                  <a:cxn ang="0">
                    <a:pos x="43" y="8"/>
                  </a:cxn>
                  <a:cxn ang="0">
                    <a:pos x="45" y="6"/>
                  </a:cxn>
                  <a:cxn ang="0">
                    <a:pos x="45" y="5"/>
                  </a:cxn>
                  <a:cxn ang="0">
                    <a:pos x="43" y="3"/>
                  </a:cxn>
                  <a:cxn ang="0">
                    <a:pos x="42" y="2"/>
                  </a:cxn>
                  <a:cxn ang="0">
                    <a:pos x="40" y="0"/>
                  </a:cxn>
                  <a:cxn ang="0">
                    <a:pos x="5" y="0"/>
                  </a:cxn>
                </a:cxnLst>
                <a:pathLst>
                  <a:path w="45" h="9">
                    <a:moveTo>
                      <a:pt x="5" y="0"/>
                    </a:moveTo>
                    <a:lnTo>
                      <a:pt x="3" y="0"/>
                    </a:lnTo>
                    <a:lnTo>
                      <a:pt x="2" y="2"/>
                    </a:lnTo>
                    <a:lnTo>
                      <a:pt x="0" y="3"/>
                    </a:lnTo>
                    <a:lnTo>
                      <a:pt x="0" y="5"/>
                    </a:lnTo>
                    <a:lnTo>
                      <a:pt x="0" y="6"/>
                    </a:lnTo>
                    <a:lnTo>
                      <a:pt x="0" y="8"/>
                    </a:lnTo>
                    <a:lnTo>
                      <a:pt x="2" y="9"/>
                    </a:lnTo>
                    <a:lnTo>
                      <a:pt x="3" y="9"/>
                    </a:lnTo>
                    <a:lnTo>
                      <a:pt x="39" y="9"/>
                    </a:lnTo>
                    <a:lnTo>
                      <a:pt x="40" y="9"/>
                    </a:lnTo>
                    <a:lnTo>
                      <a:pt x="42" y="9"/>
                    </a:lnTo>
                    <a:lnTo>
                      <a:pt x="43" y="8"/>
                    </a:lnTo>
                    <a:lnTo>
                      <a:pt x="45" y="6"/>
                    </a:lnTo>
                    <a:lnTo>
                      <a:pt x="45" y="5"/>
                    </a:lnTo>
                    <a:lnTo>
                      <a:pt x="43" y="3"/>
                    </a:lnTo>
                    <a:lnTo>
                      <a:pt x="42" y="2"/>
                    </a:lnTo>
                    <a:lnTo>
                      <a:pt x="40" y="0"/>
                    </a:lnTo>
                    <a:lnTo>
                      <a:pt x="5" y="0"/>
                    </a:lnTo>
                    <a:close/>
                  </a:path>
                </a:pathLst>
              </a:custGeom>
              <a:solidFill>
                <a:srgbClr val="000000">
                  <a:alpha val="100000"/>
                </a:srgbClr>
              </a:solidFill>
              <a:ln w="9525">
                <a:noFill/>
              </a:ln>
            </p:spPr>
            <p:txBody>
              <a:bodyPr/>
              <a:p>
                <a:endParaRPr lang="zh-CN" altLang="en-US"/>
              </a:p>
            </p:txBody>
          </p:sp>
          <p:sp>
            <p:nvSpPr>
              <p:cNvPr id="94272" name="Freeform 100"/>
              <p:cNvSpPr/>
              <p:nvPr/>
            </p:nvSpPr>
            <p:spPr>
              <a:xfrm>
                <a:off x="1074" y="1401"/>
                <a:ext cx="44"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8" y="9"/>
                  </a:cxn>
                  <a:cxn ang="0">
                    <a:pos x="40" y="9"/>
                  </a:cxn>
                  <a:cxn ang="0">
                    <a:pos x="41" y="9"/>
                  </a:cxn>
                  <a:cxn ang="0">
                    <a:pos x="43" y="8"/>
                  </a:cxn>
                  <a:cxn ang="0">
                    <a:pos x="44" y="6"/>
                  </a:cxn>
                  <a:cxn ang="0">
                    <a:pos x="44" y="5"/>
                  </a:cxn>
                  <a:cxn ang="0">
                    <a:pos x="43" y="3"/>
                  </a:cxn>
                  <a:cxn ang="0">
                    <a:pos x="41" y="2"/>
                  </a:cxn>
                  <a:cxn ang="0">
                    <a:pos x="40" y="0"/>
                  </a:cxn>
                  <a:cxn ang="0">
                    <a:pos x="4" y="0"/>
                  </a:cxn>
                </a:cxnLst>
                <a:pathLst>
                  <a:path w="44" h="9">
                    <a:moveTo>
                      <a:pt x="4" y="0"/>
                    </a:moveTo>
                    <a:lnTo>
                      <a:pt x="3" y="0"/>
                    </a:lnTo>
                    <a:lnTo>
                      <a:pt x="1" y="2"/>
                    </a:lnTo>
                    <a:lnTo>
                      <a:pt x="0" y="3"/>
                    </a:lnTo>
                    <a:lnTo>
                      <a:pt x="0" y="5"/>
                    </a:lnTo>
                    <a:lnTo>
                      <a:pt x="0" y="6"/>
                    </a:lnTo>
                    <a:lnTo>
                      <a:pt x="0" y="8"/>
                    </a:lnTo>
                    <a:lnTo>
                      <a:pt x="1" y="9"/>
                    </a:lnTo>
                    <a:lnTo>
                      <a:pt x="3" y="9"/>
                    </a:lnTo>
                    <a:lnTo>
                      <a:pt x="38" y="9"/>
                    </a:lnTo>
                    <a:lnTo>
                      <a:pt x="40" y="9"/>
                    </a:lnTo>
                    <a:lnTo>
                      <a:pt x="41" y="9"/>
                    </a:lnTo>
                    <a:lnTo>
                      <a:pt x="43" y="8"/>
                    </a:lnTo>
                    <a:lnTo>
                      <a:pt x="44" y="6"/>
                    </a:lnTo>
                    <a:lnTo>
                      <a:pt x="44" y="5"/>
                    </a:lnTo>
                    <a:lnTo>
                      <a:pt x="43" y="3"/>
                    </a:lnTo>
                    <a:lnTo>
                      <a:pt x="41" y="2"/>
                    </a:lnTo>
                    <a:lnTo>
                      <a:pt x="40" y="0"/>
                    </a:lnTo>
                    <a:lnTo>
                      <a:pt x="4" y="0"/>
                    </a:lnTo>
                    <a:close/>
                  </a:path>
                </a:pathLst>
              </a:custGeom>
              <a:solidFill>
                <a:srgbClr val="000000">
                  <a:alpha val="100000"/>
                </a:srgbClr>
              </a:solidFill>
              <a:ln w="9525">
                <a:noFill/>
              </a:ln>
            </p:spPr>
            <p:txBody>
              <a:bodyPr/>
              <a:p>
                <a:endParaRPr lang="zh-CN" altLang="en-US"/>
              </a:p>
            </p:txBody>
          </p:sp>
          <p:sp>
            <p:nvSpPr>
              <p:cNvPr id="94273" name="Freeform 101"/>
              <p:cNvSpPr/>
              <p:nvPr/>
            </p:nvSpPr>
            <p:spPr>
              <a:xfrm>
                <a:off x="1136" y="1401"/>
                <a:ext cx="45"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9" y="9"/>
                  </a:cxn>
                  <a:cxn ang="0">
                    <a:pos x="40" y="9"/>
                  </a:cxn>
                  <a:cxn ang="0">
                    <a:pos x="42" y="9"/>
                  </a:cxn>
                  <a:cxn ang="0">
                    <a:pos x="43" y="8"/>
                  </a:cxn>
                  <a:cxn ang="0">
                    <a:pos x="45" y="6"/>
                  </a:cxn>
                  <a:cxn ang="0">
                    <a:pos x="45" y="5"/>
                  </a:cxn>
                  <a:cxn ang="0">
                    <a:pos x="43" y="3"/>
                  </a:cxn>
                  <a:cxn ang="0">
                    <a:pos x="42" y="2"/>
                  </a:cxn>
                  <a:cxn ang="0">
                    <a:pos x="40" y="0"/>
                  </a:cxn>
                  <a:cxn ang="0">
                    <a:pos x="5" y="0"/>
                  </a:cxn>
                </a:cxnLst>
                <a:pathLst>
                  <a:path w="45" h="9">
                    <a:moveTo>
                      <a:pt x="5" y="0"/>
                    </a:moveTo>
                    <a:lnTo>
                      <a:pt x="3" y="0"/>
                    </a:lnTo>
                    <a:lnTo>
                      <a:pt x="2" y="2"/>
                    </a:lnTo>
                    <a:lnTo>
                      <a:pt x="0" y="3"/>
                    </a:lnTo>
                    <a:lnTo>
                      <a:pt x="0" y="5"/>
                    </a:lnTo>
                    <a:lnTo>
                      <a:pt x="0" y="6"/>
                    </a:lnTo>
                    <a:lnTo>
                      <a:pt x="0" y="8"/>
                    </a:lnTo>
                    <a:lnTo>
                      <a:pt x="2" y="9"/>
                    </a:lnTo>
                    <a:lnTo>
                      <a:pt x="3" y="9"/>
                    </a:lnTo>
                    <a:lnTo>
                      <a:pt x="39" y="9"/>
                    </a:lnTo>
                    <a:lnTo>
                      <a:pt x="40" y="9"/>
                    </a:lnTo>
                    <a:lnTo>
                      <a:pt x="42" y="9"/>
                    </a:lnTo>
                    <a:lnTo>
                      <a:pt x="43" y="8"/>
                    </a:lnTo>
                    <a:lnTo>
                      <a:pt x="45" y="6"/>
                    </a:lnTo>
                    <a:lnTo>
                      <a:pt x="45" y="5"/>
                    </a:lnTo>
                    <a:lnTo>
                      <a:pt x="43" y="3"/>
                    </a:lnTo>
                    <a:lnTo>
                      <a:pt x="42" y="2"/>
                    </a:lnTo>
                    <a:lnTo>
                      <a:pt x="40" y="0"/>
                    </a:lnTo>
                    <a:lnTo>
                      <a:pt x="5" y="0"/>
                    </a:lnTo>
                    <a:close/>
                  </a:path>
                </a:pathLst>
              </a:custGeom>
              <a:solidFill>
                <a:srgbClr val="000000">
                  <a:alpha val="100000"/>
                </a:srgbClr>
              </a:solidFill>
              <a:ln w="9525">
                <a:noFill/>
              </a:ln>
            </p:spPr>
            <p:txBody>
              <a:bodyPr/>
              <a:p>
                <a:endParaRPr lang="zh-CN" altLang="en-US"/>
              </a:p>
            </p:txBody>
          </p:sp>
          <p:sp>
            <p:nvSpPr>
              <p:cNvPr id="94274" name="Freeform 102"/>
              <p:cNvSpPr/>
              <p:nvPr/>
            </p:nvSpPr>
            <p:spPr>
              <a:xfrm>
                <a:off x="1199" y="1401"/>
                <a:ext cx="44"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8" y="9"/>
                  </a:cxn>
                  <a:cxn ang="0">
                    <a:pos x="40" y="9"/>
                  </a:cxn>
                  <a:cxn ang="0">
                    <a:pos x="41" y="9"/>
                  </a:cxn>
                  <a:cxn ang="0">
                    <a:pos x="43" y="8"/>
                  </a:cxn>
                  <a:cxn ang="0">
                    <a:pos x="44" y="6"/>
                  </a:cxn>
                  <a:cxn ang="0">
                    <a:pos x="44" y="5"/>
                  </a:cxn>
                  <a:cxn ang="0">
                    <a:pos x="43" y="3"/>
                  </a:cxn>
                  <a:cxn ang="0">
                    <a:pos x="41" y="2"/>
                  </a:cxn>
                  <a:cxn ang="0">
                    <a:pos x="40" y="0"/>
                  </a:cxn>
                  <a:cxn ang="0">
                    <a:pos x="4" y="0"/>
                  </a:cxn>
                </a:cxnLst>
                <a:pathLst>
                  <a:path w="44" h="9">
                    <a:moveTo>
                      <a:pt x="4" y="0"/>
                    </a:moveTo>
                    <a:lnTo>
                      <a:pt x="3" y="0"/>
                    </a:lnTo>
                    <a:lnTo>
                      <a:pt x="1" y="2"/>
                    </a:lnTo>
                    <a:lnTo>
                      <a:pt x="0" y="3"/>
                    </a:lnTo>
                    <a:lnTo>
                      <a:pt x="0" y="5"/>
                    </a:lnTo>
                    <a:lnTo>
                      <a:pt x="0" y="6"/>
                    </a:lnTo>
                    <a:lnTo>
                      <a:pt x="0" y="8"/>
                    </a:lnTo>
                    <a:lnTo>
                      <a:pt x="1" y="9"/>
                    </a:lnTo>
                    <a:lnTo>
                      <a:pt x="3" y="9"/>
                    </a:lnTo>
                    <a:lnTo>
                      <a:pt x="38" y="9"/>
                    </a:lnTo>
                    <a:lnTo>
                      <a:pt x="40" y="9"/>
                    </a:lnTo>
                    <a:lnTo>
                      <a:pt x="41" y="9"/>
                    </a:lnTo>
                    <a:lnTo>
                      <a:pt x="43" y="8"/>
                    </a:lnTo>
                    <a:lnTo>
                      <a:pt x="44" y="6"/>
                    </a:lnTo>
                    <a:lnTo>
                      <a:pt x="44" y="5"/>
                    </a:lnTo>
                    <a:lnTo>
                      <a:pt x="43" y="3"/>
                    </a:lnTo>
                    <a:lnTo>
                      <a:pt x="41" y="2"/>
                    </a:lnTo>
                    <a:lnTo>
                      <a:pt x="40" y="0"/>
                    </a:lnTo>
                    <a:lnTo>
                      <a:pt x="4" y="0"/>
                    </a:lnTo>
                    <a:close/>
                  </a:path>
                </a:pathLst>
              </a:custGeom>
              <a:solidFill>
                <a:srgbClr val="000000">
                  <a:alpha val="100000"/>
                </a:srgbClr>
              </a:solidFill>
              <a:ln w="9525">
                <a:noFill/>
              </a:ln>
            </p:spPr>
            <p:txBody>
              <a:bodyPr/>
              <a:p>
                <a:endParaRPr lang="zh-CN" altLang="en-US"/>
              </a:p>
            </p:txBody>
          </p:sp>
          <p:sp>
            <p:nvSpPr>
              <p:cNvPr id="94275" name="Freeform 103"/>
              <p:cNvSpPr/>
              <p:nvPr/>
            </p:nvSpPr>
            <p:spPr>
              <a:xfrm>
                <a:off x="1261" y="1401"/>
                <a:ext cx="26"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21" y="9"/>
                  </a:cxn>
                  <a:cxn ang="0">
                    <a:pos x="23" y="8"/>
                  </a:cxn>
                  <a:cxn ang="0">
                    <a:pos x="24" y="6"/>
                  </a:cxn>
                  <a:cxn ang="0">
                    <a:pos x="26" y="5"/>
                  </a:cxn>
                  <a:cxn ang="0">
                    <a:pos x="24" y="3"/>
                  </a:cxn>
                  <a:cxn ang="0">
                    <a:pos x="23" y="2"/>
                  </a:cxn>
                  <a:cxn ang="0">
                    <a:pos x="23" y="0"/>
                  </a:cxn>
                  <a:cxn ang="0">
                    <a:pos x="5" y="0"/>
                  </a:cxn>
                </a:cxnLst>
                <a:pathLst>
                  <a:path w="26" h="9">
                    <a:moveTo>
                      <a:pt x="5" y="0"/>
                    </a:moveTo>
                    <a:lnTo>
                      <a:pt x="3" y="0"/>
                    </a:lnTo>
                    <a:lnTo>
                      <a:pt x="2" y="2"/>
                    </a:lnTo>
                    <a:lnTo>
                      <a:pt x="0" y="3"/>
                    </a:lnTo>
                    <a:lnTo>
                      <a:pt x="0" y="5"/>
                    </a:lnTo>
                    <a:lnTo>
                      <a:pt x="0" y="6"/>
                    </a:lnTo>
                    <a:lnTo>
                      <a:pt x="0" y="8"/>
                    </a:lnTo>
                    <a:lnTo>
                      <a:pt x="2" y="9"/>
                    </a:lnTo>
                    <a:lnTo>
                      <a:pt x="3" y="9"/>
                    </a:lnTo>
                    <a:lnTo>
                      <a:pt x="21" y="9"/>
                    </a:lnTo>
                    <a:lnTo>
                      <a:pt x="23" y="8"/>
                    </a:lnTo>
                    <a:lnTo>
                      <a:pt x="24" y="6"/>
                    </a:lnTo>
                    <a:lnTo>
                      <a:pt x="26" y="5"/>
                    </a:lnTo>
                    <a:lnTo>
                      <a:pt x="24" y="3"/>
                    </a:lnTo>
                    <a:lnTo>
                      <a:pt x="23" y="2"/>
                    </a:lnTo>
                    <a:lnTo>
                      <a:pt x="23" y="0"/>
                    </a:lnTo>
                    <a:lnTo>
                      <a:pt x="5" y="0"/>
                    </a:lnTo>
                    <a:close/>
                  </a:path>
                </a:pathLst>
              </a:custGeom>
              <a:solidFill>
                <a:srgbClr val="000000">
                  <a:alpha val="100000"/>
                </a:srgbClr>
              </a:solidFill>
              <a:ln w="9525">
                <a:noFill/>
              </a:ln>
            </p:spPr>
            <p:txBody>
              <a:bodyPr/>
              <a:p>
                <a:endParaRPr lang="zh-CN" altLang="en-US"/>
              </a:p>
            </p:txBody>
          </p:sp>
        </p:grpSp>
        <p:grpSp>
          <p:nvGrpSpPr>
            <p:cNvPr id="94245" name="Group 104"/>
            <p:cNvGrpSpPr/>
            <p:nvPr/>
          </p:nvGrpSpPr>
          <p:grpSpPr>
            <a:xfrm>
              <a:off x="1987550" y="5929313"/>
              <a:ext cx="115887" cy="339725"/>
              <a:chOff x="1278" y="1196"/>
              <a:chExt cx="73" cy="214"/>
            </a:xfrm>
          </p:grpSpPr>
          <p:sp>
            <p:nvSpPr>
              <p:cNvPr id="94265" name="Freeform 105"/>
              <p:cNvSpPr/>
              <p:nvPr/>
            </p:nvSpPr>
            <p:spPr>
              <a:xfrm>
                <a:off x="1278" y="1367"/>
                <a:ext cx="19" cy="43"/>
              </a:xfrm>
              <a:custGeom>
                <a:avLst/>
                <a:gdLst/>
                <a:ahLst/>
                <a:cxnLst>
                  <a:cxn ang="0">
                    <a:pos x="0" y="39"/>
                  </a:cxn>
                  <a:cxn ang="0">
                    <a:pos x="0" y="39"/>
                  </a:cxn>
                  <a:cxn ang="0">
                    <a:pos x="1" y="40"/>
                  </a:cxn>
                  <a:cxn ang="0">
                    <a:pos x="3" y="42"/>
                  </a:cxn>
                  <a:cxn ang="0">
                    <a:pos x="4" y="43"/>
                  </a:cxn>
                  <a:cxn ang="0">
                    <a:pos x="6" y="42"/>
                  </a:cxn>
                  <a:cxn ang="0">
                    <a:pos x="7" y="40"/>
                  </a:cxn>
                  <a:cxn ang="0">
                    <a:pos x="9" y="40"/>
                  </a:cxn>
                  <a:cxn ang="0">
                    <a:pos x="19" y="6"/>
                  </a:cxn>
                  <a:cxn ang="0">
                    <a:pos x="19" y="5"/>
                  </a:cxn>
                  <a:cxn ang="0">
                    <a:pos x="19" y="3"/>
                  </a:cxn>
                  <a:cxn ang="0">
                    <a:pos x="18" y="2"/>
                  </a:cxn>
                  <a:cxn ang="0">
                    <a:pos x="16" y="0"/>
                  </a:cxn>
                  <a:cxn ang="0">
                    <a:pos x="15" y="0"/>
                  </a:cxn>
                  <a:cxn ang="0">
                    <a:pos x="13" y="2"/>
                  </a:cxn>
                  <a:cxn ang="0">
                    <a:pos x="12" y="3"/>
                  </a:cxn>
                  <a:cxn ang="0">
                    <a:pos x="10" y="5"/>
                  </a:cxn>
                  <a:cxn ang="0">
                    <a:pos x="0" y="39"/>
                  </a:cxn>
                </a:cxnLst>
                <a:pathLst>
                  <a:path w="19" h="43">
                    <a:moveTo>
                      <a:pt x="0" y="39"/>
                    </a:moveTo>
                    <a:lnTo>
                      <a:pt x="0" y="39"/>
                    </a:lnTo>
                    <a:lnTo>
                      <a:pt x="1" y="40"/>
                    </a:lnTo>
                    <a:lnTo>
                      <a:pt x="3" y="42"/>
                    </a:lnTo>
                    <a:lnTo>
                      <a:pt x="4" y="43"/>
                    </a:lnTo>
                    <a:lnTo>
                      <a:pt x="6" y="42"/>
                    </a:lnTo>
                    <a:lnTo>
                      <a:pt x="7" y="40"/>
                    </a:lnTo>
                    <a:lnTo>
                      <a:pt x="9" y="40"/>
                    </a:lnTo>
                    <a:lnTo>
                      <a:pt x="19" y="6"/>
                    </a:lnTo>
                    <a:lnTo>
                      <a:pt x="19" y="5"/>
                    </a:lnTo>
                    <a:lnTo>
                      <a:pt x="19" y="3"/>
                    </a:lnTo>
                    <a:lnTo>
                      <a:pt x="18" y="2"/>
                    </a:lnTo>
                    <a:lnTo>
                      <a:pt x="16" y="0"/>
                    </a:lnTo>
                    <a:lnTo>
                      <a:pt x="15" y="0"/>
                    </a:lnTo>
                    <a:lnTo>
                      <a:pt x="13" y="2"/>
                    </a:lnTo>
                    <a:lnTo>
                      <a:pt x="12" y="3"/>
                    </a:lnTo>
                    <a:lnTo>
                      <a:pt x="10" y="5"/>
                    </a:lnTo>
                    <a:lnTo>
                      <a:pt x="0" y="39"/>
                    </a:lnTo>
                    <a:close/>
                  </a:path>
                </a:pathLst>
              </a:custGeom>
              <a:solidFill>
                <a:srgbClr val="000000">
                  <a:alpha val="100000"/>
                </a:srgbClr>
              </a:solidFill>
              <a:ln w="9525">
                <a:noFill/>
              </a:ln>
            </p:spPr>
            <p:txBody>
              <a:bodyPr/>
              <a:p>
                <a:endParaRPr lang="zh-CN" altLang="en-US"/>
              </a:p>
            </p:txBody>
          </p:sp>
          <p:sp>
            <p:nvSpPr>
              <p:cNvPr id="94266" name="Freeform 106"/>
              <p:cNvSpPr/>
              <p:nvPr/>
            </p:nvSpPr>
            <p:spPr>
              <a:xfrm>
                <a:off x="1296" y="1308"/>
                <a:ext cx="20" cy="43"/>
              </a:xfrm>
              <a:custGeom>
                <a:avLst/>
                <a:gdLst/>
                <a:ahLst/>
                <a:cxnLst>
                  <a:cxn ang="0">
                    <a:pos x="0" y="37"/>
                  </a:cxn>
                  <a:cxn ang="0">
                    <a:pos x="0" y="38"/>
                  </a:cxn>
                  <a:cxn ang="0">
                    <a:pos x="1" y="40"/>
                  </a:cxn>
                  <a:cxn ang="0">
                    <a:pos x="3" y="41"/>
                  </a:cxn>
                  <a:cxn ang="0">
                    <a:pos x="4" y="43"/>
                  </a:cxn>
                  <a:cxn ang="0">
                    <a:pos x="6" y="43"/>
                  </a:cxn>
                  <a:cxn ang="0">
                    <a:pos x="7" y="41"/>
                  </a:cxn>
                  <a:cxn ang="0">
                    <a:pos x="8" y="40"/>
                  </a:cxn>
                  <a:cxn ang="0">
                    <a:pos x="8" y="38"/>
                  </a:cxn>
                  <a:cxn ang="0">
                    <a:pos x="20" y="4"/>
                  </a:cxn>
                  <a:cxn ang="0">
                    <a:pos x="20" y="3"/>
                  </a:cxn>
                  <a:cxn ang="0">
                    <a:pos x="19" y="1"/>
                  </a:cxn>
                  <a:cxn ang="0">
                    <a:pos x="17" y="0"/>
                  </a:cxn>
                  <a:cxn ang="0">
                    <a:pos x="16" y="0"/>
                  </a:cxn>
                  <a:cxn ang="0">
                    <a:pos x="14" y="0"/>
                  </a:cxn>
                  <a:cxn ang="0">
                    <a:pos x="13" y="0"/>
                  </a:cxn>
                  <a:cxn ang="0">
                    <a:pos x="11" y="1"/>
                  </a:cxn>
                  <a:cxn ang="0">
                    <a:pos x="11" y="3"/>
                  </a:cxn>
                  <a:cxn ang="0">
                    <a:pos x="0" y="37"/>
                  </a:cxn>
                </a:cxnLst>
                <a:pathLst>
                  <a:path w="20" h="43">
                    <a:moveTo>
                      <a:pt x="0" y="37"/>
                    </a:moveTo>
                    <a:lnTo>
                      <a:pt x="0" y="38"/>
                    </a:lnTo>
                    <a:lnTo>
                      <a:pt x="1" y="40"/>
                    </a:lnTo>
                    <a:lnTo>
                      <a:pt x="3" y="41"/>
                    </a:lnTo>
                    <a:lnTo>
                      <a:pt x="4" y="43"/>
                    </a:lnTo>
                    <a:lnTo>
                      <a:pt x="6" y="43"/>
                    </a:lnTo>
                    <a:lnTo>
                      <a:pt x="7" y="41"/>
                    </a:lnTo>
                    <a:lnTo>
                      <a:pt x="8" y="40"/>
                    </a:lnTo>
                    <a:lnTo>
                      <a:pt x="8" y="38"/>
                    </a:lnTo>
                    <a:lnTo>
                      <a:pt x="20" y="4"/>
                    </a:lnTo>
                    <a:lnTo>
                      <a:pt x="20" y="3"/>
                    </a:lnTo>
                    <a:lnTo>
                      <a:pt x="19" y="1"/>
                    </a:lnTo>
                    <a:lnTo>
                      <a:pt x="17" y="0"/>
                    </a:lnTo>
                    <a:lnTo>
                      <a:pt x="16" y="0"/>
                    </a:lnTo>
                    <a:lnTo>
                      <a:pt x="14" y="0"/>
                    </a:lnTo>
                    <a:lnTo>
                      <a:pt x="13" y="0"/>
                    </a:lnTo>
                    <a:lnTo>
                      <a:pt x="11" y="1"/>
                    </a:lnTo>
                    <a:lnTo>
                      <a:pt x="11" y="3"/>
                    </a:lnTo>
                    <a:lnTo>
                      <a:pt x="0" y="37"/>
                    </a:lnTo>
                    <a:close/>
                  </a:path>
                </a:pathLst>
              </a:custGeom>
              <a:solidFill>
                <a:srgbClr val="000000">
                  <a:alpha val="100000"/>
                </a:srgbClr>
              </a:solidFill>
              <a:ln w="9525">
                <a:noFill/>
              </a:ln>
            </p:spPr>
            <p:txBody>
              <a:bodyPr/>
              <a:p>
                <a:endParaRPr lang="zh-CN" altLang="en-US"/>
              </a:p>
            </p:txBody>
          </p:sp>
          <p:sp>
            <p:nvSpPr>
              <p:cNvPr id="94267" name="Freeform 107"/>
              <p:cNvSpPr/>
              <p:nvPr/>
            </p:nvSpPr>
            <p:spPr>
              <a:xfrm>
                <a:off x="1315" y="1248"/>
                <a:ext cx="19" cy="43"/>
              </a:xfrm>
              <a:custGeom>
                <a:avLst/>
                <a:gdLst/>
                <a:ahLst/>
                <a:cxnLst>
                  <a:cxn ang="0">
                    <a:pos x="0" y="38"/>
                  </a:cxn>
                  <a:cxn ang="0">
                    <a:pos x="0" y="39"/>
                  </a:cxn>
                  <a:cxn ang="0">
                    <a:pos x="0" y="41"/>
                  </a:cxn>
                  <a:cxn ang="0">
                    <a:pos x="1" y="42"/>
                  </a:cxn>
                  <a:cxn ang="0">
                    <a:pos x="3" y="43"/>
                  </a:cxn>
                  <a:cxn ang="0">
                    <a:pos x="4" y="43"/>
                  </a:cxn>
                  <a:cxn ang="0">
                    <a:pos x="6" y="42"/>
                  </a:cxn>
                  <a:cxn ang="0">
                    <a:pos x="7" y="41"/>
                  </a:cxn>
                  <a:cxn ang="0">
                    <a:pos x="9" y="39"/>
                  </a:cxn>
                  <a:cxn ang="0">
                    <a:pos x="19" y="5"/>
                  </a:cxn>
                  <a:cxn ang="0">
                    <a:pos x="19" y="3"/>
                  </a:cxn>
                  <a:cxn ang="0">
                    <a:pos x="19" y="2"/>
                  </a:cxn>
                  <a:cxn ang="0">
                    <a:pos x="18" y="0"/>
                  </a:cxn>
                  <a:cxn ang="0">
                    <a:pos x="16" y="0"/>
                  </a:cxn>
                  <a:cxn ang="0">
                    <a:pos x="15" y="0"/>
                  </a:cxn>
                  <a:cxn ang="0">
                    <a:pos x="13" y="0"/>
                  </a:cxn>
                  <a:cxn ang="0">
                    <a:pos x="12" y="2"/>
                  </a:cxn>
                  <a:cxn ang="0">
                    <a:pos x="10" y="3"/>
                  </a:cxn>
                  <a:cxn ang="0">
                    <a:pos x="0" y="38"/>
                  </a:cxn>
                </a:cxnLst>
                <a:pathLst>
                  <a:path w="19" h="43">
                    <a:moveTo>
                      <a:pt x="0" y="38"/>
                    </a:moveTo>
                    <a:lnTo>
                      <a:pt x="0" y="39"/>
                    </a:lnTo>
                    <a:lnTo>
                      <a:pt x="0" y="41"/>
                    </a:lnTo>
                    <a:lnTo>
                      <a:pt x="1" y="42"/>
                    </a:lnTo>
                    <a:lnTo>
                      <a:pt x="3" y="43"/>
                    </a:lnTo>
                    <a:lnTo>
                      <a:pt x="4" y="43"/>
                    </a:lnTo>
                    <a:lnTo>
                      <a:pt x="6" y="42"/>
                    </a:lnTo>
                    <a:lnTo>
                      <a:pt x="7" y="41"/>
                    </a:lnTo>
                    <a:lnTo>
                      <a:pt x="9" y="39"/>
                    </a:lnTo>
                    <a:lnTo>
                      <a:pt x="19" y="5"/>
                    </a:lnTo>
                    <a:lnTo>
                      <a:pt x="19" y="3"/>
                    </a:lnTo>
                    <a:lnTo>
                      <a:pt x="19" y="2"/>
                    </a:lnTo>
                    <a:lnTo>
                      <a:pt x="18" y="0"/>
                    </a:lnTo>
                    <a:lnTo>
                      <a:pt x="16" y="0"/>
                    </a:lnTo>
                    <a:lnTo>
                      <a:pt x="15" y="0"/>
                    </a:lnTo>
                    <a:lnTo>
                      <a:pt x="13" y="0"/>
                    </a:lnTo>
                    <a:lnTo>
                      <a:pt x="12" y="2"/>
                    </a:lnTo>
                    <a:lnTo>
                      <a:pt x="10" y="3"/>
                    </a:lnTo>
                    <a:lnTo>
                      <a:pt x="0" y="38"/>
                    </a:lnTo>
                    <a:close/>
                  </a:path>
                </a:pathLst>
              </a:custGeom>
              <a:solidFill>
                <a:srgbClr val="000000">
                  <a:alpha val="100000"/>
                </a:srgbClr>
              </a:solidFill>
              <a:ln w="9525">
                <a:noFill/>
              </a:ln>
            </p:spPr>
            <p:txBody>
              <a:bodyPr/>
              <a:p>
                <a:endParaRPr lang="zh-CN" altLang="en-US"/>
              </a:p>
            </p:txBody>
          </p:sp>
          <p:sp>
            <p:nvSpPr>
              <p:cNvPr id="94268" name="Freeform 108"/>
              <p:cNvSpPr/>
              <p:nvPr/>
            </p:nvSpPr>
            <p:spPr>
              <a:xfrm>
                <a:off x="1333" y="1196"/>
                <a:ext cx="18" cy="36"/>
              </a:xfrm>
              <a:custGeom>
                <a:avLst/>
                <a:gdLst/>
                <a:ahLst/>
                <a:cxnLst>
                  <a:cxn ang="0">
                    <a:pos x="0" y="30"/>
                  </a:cxn>
                  <a:cxn ang="0">
                    <a:pos x="0" y="32"/>
                  </a:cxn>
                  <a:cxn ang="0">
                    <a:pos x="1" y="33"/>
                  </a:cxn>
                  <a:cxn ang="0">
                    <a:pos x="3" y="35"/>
                  </a:cxn>
                  <a:cxn ang="0">
                    <a:pos x="4" y="36"/>
                  </a:cxn>
                  <a:cxn ang="0">
                    <a:pos x="6" y="36"/>
                  </a:cxn>
                  <a:cxn ang="0">
                    <a:pos x="7" y="35"/>
                  </a:cxn>
                  <a:cxn ang="0">
                    <a:pos x="9" y="33"/>
                  </a:cxn>
                  <a:cxn ang="0">
                    <a:pos x="9" y="32"/>
                  </a:cxn>
                  <a:cxn ang="0">
                    <a:pos x="18" y="6"/>
                  </a:cxn>
                  <a:cxn ang="0">
                    <a:pos x="18" y="5"/>
                  </a:cxn>
                  <a:cxn ang="0">
                    <a:pos x="16" y="3"/>
                  </a:cxn>
                  <a:cxn ang="0">
                    <a:pos x="15" y="2"/>
                  </a:cxn>
                  <a:cxn ang="0">
                    <a:pos x="13" y="0"/>
                  </a:cxn>
                  <a:cxn ang="0">
                    <a:pos x="12" y="2"/>
                  </a:cxn>
                  <a:cxn ang="0">
                    <a:pos x="10" y="3"/>
                  </a:cxn>
                  <a:cxn ang="0">
                    <a:pos x="9" y="5"/>
                  </a:cxn>
                  <a:cxn ang="0">
                    <a:pos x="0" y="30"/>
                  </a:cxn>
                </a:cxnLst>
                <a:pathLst>
                  <a:path w="18" h="36">
                    <a:moveTo>
                      <a:pt x="0" y="30"/>
                    </a:moveTo>
                    <a:lnTo>
                      <a:pt x="0" y="32"/>
                    </a:lnTo>
                    <a:lnTo>
                      <a:pt x="1" y="33"/>
                    </a:lnTo>
                    <a:lnTo>
                      <a:pt x="3" y="35"/>
                    </a:lnTo>
                    <a:lnTo>
                      <a:pt x="4" y="36"/>
                    </a:lnTo>
                    <a:lnTo>
                      <a:pt x="6" y="36"/>
                    </a:lnTo>
                    <a:lnTo>
                      <a:pt x="7" y="35"/>
                    </a:lnTo>
                    <a:lnTo>
                      <a:pt x="9" y="33"/>
                    </a:lnTo>
                    <a:lnTo>
                      <a:pt x="9" y="32"/>
                    </a:lnTo>
                    <a:lnTo>
                      <a:pt x="18" y="6"/>
                    </a:lnTo>
                    <a:lnTo>
                      <a:pt x="18" y="5"/>
                    </a:lnTo>
                    <a:lnTo>
                      <a:pt x="16" y="3"/>
                    </a:lnTo>
                    <a:lnTo>
                      <a:pt x="15" y="2"/>
                    </a:lnTo>
                    <a:lnTo>
                      <a:pt x="13" y="0"/>
                    </a:lnTo>
                    <a:lnTo>
                      <a:pt x="12" y="2"/>
                    </a:lnTo>
                    <a:lnTo>
                      <a:pt x="10" y="3"/>
                    </a:lnTo>
                    <a:lnTo>
                      <a:pt x="9" y="5"/>
                    </a:lnTo>
                    <a:lnTo>
                      <a:pt x="0" y="30"/>
                    </a:lnTo>
                    <a:close/>
                  </a:path>
                </a:pathLst>
              </a:custGeom>
              <a:solidFill>
                <a:srgbClr val="000000">
                  <a:alpha val="100000"/>
                </a:srgbClr>
              </a:solidFill>
              <a:ln w="9525">
                <a:noFill/>
              </a:ln>
            </p:spPr>
            <p:txBody>
              <a:bodyPr/>
              <a:p>
                <a:endParaRPr lang="zh-CN" altLang="en-US"/>
              </a:p>
            </p:txBody>
          </p:sp>
        </p:grpSp>
        <p:sp>
          <p:nvSpPr>
            <p:cNvPr id="94246" name="Line 109"/>
            <p:cNvSpPr/>
            <p:nvPr/>
          </p:nvSpPr>
          <p:spPr>
            <a:xfrm>
              <a:off x="4383336" y="5937250"/>
              <a:ext cx="1587" cy="161925"/>
            </a:xfrm>
            <a:prstGeom prst="line">
              <a:avLst/>
            </a:prstGeom>
            <a:ln w="14288" cap="flat" cmpd="sng">
              <a:solidFill>
                <a:srgbClr val="000000"/>
              </a:solidFill>
              <a:prstDash val="solid"/>
              <a:headEnd type="none" w="med" len="med"/>
              <a:tailEnd type="none" w="med" len="med"/>
            </a:ln>
          </p:spPr>
        </p:sp>
        <p:sp>
          <p:nvSpPr>
            <p:cNvPr id="94247" name="Line 110"/>
            <p:cNvSpPr/>
            <p:nvPr/>
          </p:nvSpPr>
          <p:spPr>
            <a:xfrm>
              <a:off x="5642297" y="5946775"/>
              <a:ext cx="104775" cy="325438"/>
            </a:xfrm>
            <a:prstGeom prst="line">
              <a:avLst/>
            </a:prstGeom>
            <a:ln w="14288" cap="flat" cmpd="sng">
              <a:solidFill>
                <a:srgbClr val="000000"/>
              </a:solidFill>
              <a:prstDash val="solid"/>
              <a:headEnd type="none" w="med" len="med"/>
              <a:tailEnd type="none" w="med" len="med"/>
            </a:ln>
          </p:spPr>
        </p:sp>
        <p:sp>
          <p:nvSpPr>
            <p:cNvPr id="94248" name="Line 111"/>
            <p:cNvSpPr/>
            <p:nvPr/>
          </p:nvSpPr>
          <p:spPr>
            <a:xfrm>
              <a:off x="5755009" y="6237288"/>
              <a:ext cx="412750" cy="1588"/>
            </a:xfrm>
            <a:prstGeom prst="line">
              <a:avLst/>
            </a:prstGeom>
            <a:ln w="14288" cap="flat" cmpd="sng">
              <a:solidFill>
                <a:srgbClr val="000000"/>
              </a:solidFill>
              <a:prstDash val="solid"/>
              <a:headEnd type="none" w="med" len="med"/>
              <a:tailEnd type="none" w="med" len="med"/>
            </a:ln>
          </p:spPr>
        </p:sp>
        <p:sp>
          <p:nvSpPr>
            <p:cNvPr id="94249" name="Line 112"/>
            <p:cNvSpPr/>
            <p:nvPr/>
          </p:nvSpPr>
          <p:spPr>
            <a:xfrm flipV="1">
              <a:off x="6186809" y="5946775"/>
              <a:ext cx="136525" cy="290513"/>
            </a:xfrm>
            <a:prstGeom prst="line">
              <a:avLst/>
            </a:prstGeom>
            <a:ln w="14288" cap="flat" cmpd="sng">
              <a:solidFill>
                <a:srgbClr val="000000"/>
              </a:solidFill>
              <a:prstDash val="solid"/>
              <a:headEnd type="none" w="med" len="med"/>
              <a:tailEnd type="none" w="med" len="med"/>
            </a:ln>
          </p:spPr>
        </p:sp>
        <p:sp>
          <p:nvSpPr>
            <p:cNvPr id="94250" name="Line 114"/>
            <p:cNvSpPr/>
            <p:nvPr/>
          </p:nvSpPr>
          <p:spPr>
            <a:xfrm flipV="1">
              <a:off x="6289997" y="5938838"/>
              <a:ext cx="2530475" cy="7938"/>
            </a:xfrm>
            <a:prstGeom prst="line">
              <a:avLst/>
            </a:prstGeom>
            <a:ln w="14288" cap="flat" cmpd="sng">
              <a:solidFill>
                <a:srgbClr val="000000"/>
              </a:solidFill>
              <a:prstDash val="solid"/>
              <a:headEnd type="none" w="med" len="med"/>
              <a:tailEnd type="none" w="med" len="med"/>
            </a:ln>
          </p:spPr>
        </p:sp>
        <p:sp>
          <p:nvSpPr>
            <p:cNvPr id="94251" name="Rectangle 154"/>
            <p:cNvSpPr/>
            <p:nvPr/>
          </p:nvSpPr>
          <p:spPr>
            <a:xfrm>
              <a:off x="919163" y="4902200"/>
              <a:ext cx="34607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CLK</a:t>
              </a:r>
              <a:endParaRPr lang="en-US" altLang="zh-CN" sz="1800" b="0" dirty="0">
                <a:solidFill>
                  <a:schemeClr val="tx1"/>
                </a:solidFill>
                <a:latin typeface="Arial" panose="020B0604020202020204" pitchFamily="34" charset="0"/>
              </a:endParaRPr>
            </a:p>
          </p:txBody>
        </p:sp>
        <p:sp>
          <p:nvSpPr>
            <p:cNvPr id="94252" name="Rectangle 155"/>
            <p:cNvSpPr/>
            <p:nvPr/>
          </p:nvSpPr>
          <p:spPr>
            <a:xfrm>
              <a:off x="963613" y="5208588"/>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94253" name="Rectangle 156"/>
            <p:cNvSpPr/>
            <p:nvPr/>
          </p:nvSpPr>
          <p:spPr>
            <a:xfrm>
              <a:off x="722313" y="5514975"/>
              <a:ext cx="484187"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94254" name="Rectangle 157"/>
            <p:cNvSpPr/>
            <p:nvPr/>
          </p:nvSpPr>
          <p:spPr>
            <a:xfrm>
              <a:off x="831850" y="5821363"/>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94255" name="Line 160"/>
            <p:cNvSpPr/>
            <p:nvPr/>
          </p:nvSpPr>
          <p:spPr>
            <a:xfrm>
              <a:off x="989013" y="5187950"/>
              <a:ext cx="250825" cy="1588"/>
            </a:xfrm>
            <a:prstGeom prst="line">
              <a:avLst/>
            </a:prstGeom>
            <a:ln w="14288" cap="flat" cmpd="sng">
              <a:solidFill>
                <a:srgbClr val="000000"/>
              </a:solidFill>
              <a:prstDash val="solid"/>
              <a:headEnd type="none" w="med" len="med"/>
              <a:tailEnd type="none" w="med" len="med"/>
            </a:ln>
          </p:spPr>
        </p:sp>
        <p:sp>
          <p:nvSpPr>
            <p:cNvPr id="94256" name="Line 161"/>
            <p:cNvSpPr/>
            <p:nvPr/>
          </p:nvSpPr>
          <p:spPr>
            <a:xfrm>
              <a:off x="5002461" y="5937250"/>
              <a:ext cx="1587" cy="176213"/>
            </a:xfrm>
            <a:prstGeom prst="line">
              <a:avLst/>
            </a:prstGeom>
            <a:ln w="14288" cap="flat" cmpd="sng">
              <a:solidFill>
                <a:srgbClr val="000000"/>
              </a:solidFill>
              <a:prstDash val="solid"/>
              <a:headEnd type="none" w="med" len="med"/>
              <a:tailEnd type="none" w="med" len="med"/>
            </a:ln>
          </p:spPr>
        </p:sp>
        <p:sp>
          <p:nvSpPr>
            <p:cNvPr id="94257" name="Line 168"/>
            <p:cNvSpPr/>
            <p:nvPr/>
          </p:nvSpPr>
          <p:spPr>
            <a:xfrm>
              <a:off x="3130550" y="4508500"/>
              <a:ext cx="0" cy="1728788"/>
            </a:xfrm>
            <a:prstGeom prst="line">
              <a:avLst/>
            </a:prstGeom>
            <a:ln w="9525" cap="flat" cmpd="sng">
              <a:solidFill>
                <a:srgbClr val="0000FF"/>
              </a:solidFill>
              <a:prstDash val="lgDash"/>
              <a:headEnd type="none" w="med" len="med"/>
              <a:tailEnd type="none" w="med" len="med"/>
            </a:ln>
          </p:spPr>
        </p:sp>
        <p:sp>
          <p:nvSpPr>
            <p:cNvPr id="94258" name="Line 169"/>
            <p:cNvSpPr/>
            <p:nvPr/>
          </p:nvSpPr>
          <p:spPr>
            <a:xfrm>
              <a:off x="5678116" y="4579938"/>
              <a:ext cx="0" cy="1728788"/>
            </a:xfrm>
            <a:prstGeom prst="line">
              <a:avLst/>
            </a:prstGeom>
            <a:ln w="9525" cap="flat" cmpd="sng">
              <a:solidFill>
                <a:srgbClr val="0000FF"/>
              </a:solidFill>
              <a:prstDash val="lgDash"/>
              <a:headEnd type="none" w="med" len="med"/>
              <a:tailEnd type="none" w="med" len="med"/>
            </a:ln>
          </p:spPr>
        </p:sp>
        <p:grpSp>
          <p:nvGrpSpPr>
            <p:cNvPr id="94259" name="Group 44"/>
            <p:cNvGrpSpPr/>
            <p:nvPr/>
          </p:nvGrpSpPr>
          <p:grpSpPr>
            <a:xfrm>
              <a:off x="3437998" y="4653139"/>
              <a:ext cx="630238" cy="325439"/>
              <a:chOff x="1803" y="384"/>
              <a:chExt cx="397" cy="205"/>
            </a:xfrm>
          </p:grpSpPr>
          <p:sp>
            <p:nvSpPr>
              <p:cNvPr id="94261" name="Line 45"/>
              <p:cNvSpPr/>
              <p:nvPr/>
            </p:nvSpPr>
            <p:spPr>
              <a:xfrm>
                <a:off x="1867" y="384"/>
                <a:ext cx="131" cy="2"/>
              </a:xfrm>
              <a:prstGeom prst="line">
                <a:avLst/>
              </a:prstGeom>
              <a:ln w="14288" cap="flat" cmpd="sng">
                <a:solidFill>
                  <a:srgbClr val="000000"/>
                </a:solidFill>
                <a:prstDash val="solid"/>
                <a:headEnd type="none" w="med" len="med"/>
                <a:tailEnd type="none" w="med" len="med"/>
              </a:ln>
            </p:spPr>
          </p:sp>
          <p:sp>
            <p:nvSpPr>
              <p:cNvPr id="94262" name="Line 46"/>
              <p:cNvSpPr/>
              <p:nvPr/>
            </p:nvSpPr>
            <p:spPr>
              <a:xfrm flipH="1">
                <a:off x="1803" y="384"/>
                <a:ext cx="64" cy="205"/>
              </a:xfrm>
              <a:prstGeom prst="line">
                <a:avLst/>
              </a:prstGeom>
              <a:ln w="14288" cap="flat" cmpd="sng">
                <a:solidFill>
                  <a:srgbClr val="000000"/>
                </a:solidFill>
                <a:prstDash val="solid"/>
                <a:headEnd type="none" w="med" len="med"/>
                <a:tailEnd type="none" w="med" len="med"/>
              </a:ln>
            </p:spPr>
          </p:sp>
          <p:sp>
            <p:nvSpPr>
              <p:cNvPr id="94263" name="Line 47"/>
              <p:cNvSpPr/>
              <p:nvPr/>
            </p:nvSpPr>
            <p:spPr>
              <a:xfrm>
                <a:off x="1998" y="384"/>
                <a:ext cx="66" cy="205"/>
              </a:xfrm>
              <a:prstGeom prst="line">
                <a:avLst/>
              </a:prstGeom>
              <a:ln w="14288" cap="flat" cmpd="sng">
                <a:solidFill>
                  <a:srgbClr val="000000"/>
                </a:solidFill>
                <a:prstDash val="solid"/>
                <a:headEnd type="none" w="med" len="med"/>
                <a:tailEnd type="none" w="med" len="med"/>
              </a:ln>
            </p:spPr>
          </p:sp>
          <p:sp>
            <p:nvSpPr>
              <p:cNvPr id="94264" name="Line 48"/>
              <p:cNvSpPr/>
              <p:nvPr/>
            </p:nvSpPr>
            <p:spPr>
              <a:xfrm>
                <a:off x="2064" y="582"/>
                <a:ext cx="136" cy="0"/>
              </a:xfrm>
              <a:prstGeom prst="line">
                <a:avLst/>
              </a:prstGeom>
              <a:ln w="14288" cap="flat" cmpd="sng">
                <a:solidFill>
                  <a:srgbClr val="000000"/>
                </a:solidFill>
                <a:prstDash val="solid"/>
                <a:headEnd type="none" w="med" len="med"/>
                <a:tailEnd type="none" w="med" len="med"/>
              </a:ln>
            </p:spPr>
          </p:sp>
        </p:grpSp>
        <p:sp>
          <p:nvSpPr>
            <p:cNvPr id="94260" name="Line 168"/>
            <p:cNvSpPr/>
            <p:nvPr/>
          </p:nvSpPr>
          <p:spPr>
            <a:xfrm>
              <a:off x="3779912" y="4509120"/>
              <a:ext cx="0" cy="1728788"/>
            </a:xfrm>
            <a:prstGeom prst="line">
              <a:avLst/>
            </a:prstGeom>
            <a:ln w="9525" cap="flat" cmpd="sng">
              <a:solidFill>
                <a:srgbClr val="0000FF"/>
              </a:solidFill>
              <a:prstDash val="lgDash"/>
              <a:headEnd type="none" w="med" len="med"/>
              <a:tailEnd type="none" w="med" len="med"/>
            </a:ln>
          </p:spPr>
        </p:sp>
      </p:grpSp>
    </p:spTree>
  </p:cSld>
  <p:clrMapOvr>
    <a:masterClrMapping/>
  </p:clrMapOvr>
  <p:transition spd="slow">
    <p:zoom/>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4754" name="Rectangle 17"/>
          <p:cNvSpPr>
            <a:spLocks noGrp="1" noChangeArrowheads="1"/>
          </p:cNvSpPr>
          <p:nvPr>
            <p:ph idx="1"/>
          </p:nvPr>
        </p:nvSpPr>
        <p:spPr>
          <a:xfrm>
            <a:off x="395288" y="4149725"/>
            <a:ext cx="8424863" cy="2303463"/>
          </a:xfrm>
          <a:solidFill>
            <a:srgbClr val="FFCC99">
              <a:alpha val="39999"/>
            </a:srgbClr>
          </a:solidFill>
          <a:ln>
            <a:solidFill>
              <a:srgbClr val="FF0000"/>
            </a:solidFill>
            <a:miter/>
          </a:ln>
        </p:spPr>
        <p:txBody>
          <a:bodyPr vert="horz" wrap="square" lIns="91440" tIns="45720" rIns="91440" bIns="45720" numCol="1" anchor="t" anchorCtr="0" compatLnSpc="1"/>
          <a:lstStyle/>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方式</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4</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的特点①：</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 </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当</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GATE=1</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时，允许计数；当</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GATE=0</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时，禁止计数。</a:t>
            </a:r>
            <a:r>
              <a:rPr kumimoji="1" lang="zh-CN" altLang="en-US" sz="2400" b="1" i="0" u="none" strike="noStrike" kern="1200" cap="none" spc="0" normalizeH="0" baseline="0" noProof="0" dirty="0">
                <a:ln>
                  <a:noFill/>
                </a:ln>
                <a:solidFill>
                  <a:srgbClr val="0000FF"/>
                </a:solidFill>
                <a:effectLst/>
                <a:uLnTx/>
                <a:uFillTx/>
                <a:latin typeface="+mn-ea"/>
                <a:ea typeface="+mn-ea"/>
                <a:cs typeface="+mn-cs"/>
              </a:rPr>
              <a:t>所以，要做到软件触发，</a:t>
            </a:r>
            <a:r>
              <a:rPr kumimoji="1" lang="en-US" altLang="zh-CN" sz="2400" b="1" i="0" u="none" strike="noStrike" kern="1200" cap="none" spc="0" normalizeH="0" baseline="0" noProof="0" dirty="0">
                <a:ln>
                  <a:noFill/>
                </a:ln>
                <a:solidFill>
                  <a:srgbClr val="0000FF"/>
                </a:solidFill>
                <a:effectLst/>
                <a:uLnTx/>
                <a:uFillTx/>
                <a:latin typeface="+mn-ea"/>
                <a:ea typeface="+mn-ea"/>
                <a:cs typeface="+mn-cs"/>
              </a:rPr>
              <a:t>GATE</a:t>
            </a:r>
            <a:r>
              <a:rPr kumimoji="1" lang="zh-CN" altLang="en-US" sz="2400" b="1" i="0" u="none" strike="noStrike" kern="1200" cap="none" spc="0" normalizeH="0" baseline="0" noProof="0" dirty="0">
                <a:ln>
                  <a:noFill/>
                </a:ln>
                <a:solidFill>
                  <a:srgbClr val="0000FF"/>
                </a:solidFill>
                <a:effectLst/>
                <a:uLnTx/>
                <a:uFillTx/>
                <a:latin typeface="+mn-ea"/>
                <a:ea typeface="+mn-ea"/>
                <a:cs typeface="+mn-cs"/>
              </a:rPr>
              <a:t>应保持为</a:t>
            </a:r>
            <a:r>
              <a:rPr kumimoji="1" lang="en-US" altLang="zh-CN" sz="2400" b="1" i="0" u="none" strike="noStrike" kern="1200" cap="none" spc="0" normalizeH="0" baseline="0" noProof="0" dirty="0">
                <a:ln>
                  <a:noFill/>
                </a:ln>
                <a:solidFill>
                  <a:srgbClr val="0000FF"/>
                </a:solidFill>
                <a:effectLst/>
                <a:uLnTx/>
                <a:uFillTx/>
                <a:latin typeface="+mn-ea"/>
                <a:ea typeface="+mn-ea"/>
                <a:cs typeface="+mn-cs"/>
              </a:rPr>
              <a:t>1</a:t>
            </a:r>
            <a:r>
              <a:rPr kumimoji="1" lang="zh-CN" altLang="en-US" sz="2400" b="1" i="0" u="none" strike="noStrike" kern="1200" cap="none" spc="0" normalizeH="0" baseline="0" noProof="0" dirty="0">
                <a:ln>
                  <a:noFill/>
                </a:ln>
                <a:solidFill>
                  <a:srgbClr val="0000FF"/>
                </a:solidFill>
                <a:effectLst/>
                <a:uLnTx/>
                <a:uFillTx/>
                <a:latin typeface="+mn-ea"/>
                <a:ea typeface="+mn-ea"/>
                <a:cs typeface="+mn-cs"/>
              </a:rPr>
              <a:t>。</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在计数过程中如果</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GATE</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变为低，则停止计数，当</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GATE</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再变为高时，重新开始计数。</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95235" name="Line 8"/>
          <p:cNvSpPr/>
          <p:nvPr/>
        </p:nvSpPr>
        <p:spPr>
          <a:xfrm flipV="1">
            <a:off x="3073400" y="781050"/>
            <a:ext cx="144463" cy="503238"/>
          </a:xfrm>
          <a:prstGeom prst="line">
            <a:avLst/>
          </a:prstGeom>
          <a:ln w="9525" cap="flat" cmpd="sng">
            <a:solidFill>
              <a:srgbClr val="FF9900"/>
            </a:solidFill>
            <a:prstDash val="solid"/>
            <a:headEnd type="none" w="med" len="med"/>
            <a:tailEnd type="triangle" w="med" len="med"/>
          </a:ln>
        </p:spPr>
      </p:sp>
      <p:sp>
        <p:nvSpPr>
          <p:cNvPr id="95236" name="Line 12"/>
          <p:cNvSpPr/>
          <p:nvPr/>
        </p:nvSpPr>
        <p:spPr>
          <a:xfrm flipH="1">
            <a:off x="3995738" y="1357313"/>
            <a:ext cx="576262" cy="71437"/>
          </a:xfrm>
          <a:prstGeom prst="line">
            <a:avLst/>
          </a:prstGeom>
          <a:ln w="9525" cap="flat" cmpd="sng">
            <a:solidFill>
              <a:schemeClr val="tx1"/>
            </a:solidFill>
            <a:prstDash val="solid"/>
            <a:headEnd type="none" w="med" len="med"/>
            <a:tailEnd type="triangle" w="med" len="med"/>
          </a:ln>
        </p:spPr>
      </p:sp>
      <p:sp>
        <p:nvSpPr>
          <p:cNvPr id="95237" name="Line 9"/>
          <p:cNvSpPr/>
          <p:nvPr/>
        </p:nvSpPr>
        <p:spPr>
          <a:xfrm>
            <a:off x="3851275" y="692150"/>
            <a:ext cx="73025" cy="1152525"/>
          </a:xfrm>
          <a:prstGeom prst="line">
            <a:avLst/>
          </a:prstGeom>
          <a:ln w="9525" cap="flat" cmpd="sng">
            <a:solidFill>
              <a:srgbClr val="FF00FF"/>
            </a:solidFill>
            <a:prstDash val="solid"/>
            <a:headEnd type="none" w="med" len="med"/>
            <a:tailEnd type="triangle" w="med" len="med"/>
          </a:ln>
        </p:spPr>
      </p:sp>
      <p:sp>
        <p:nvSpPr>
          <p:cNvPr id="95238" name="Line 10"/>
          <p:cNvSpPr/>
          <p:nvPr/>
        </p:nvSpPr>
        <p:spPr>
          <a:xfrm>
            <a:off x="1849438" y="1284288"/>
            <a:ext cx="288925" cy="720725"/>
          </a:xfrm>
          <a:prstGeom prst="line">
            <a:avLst/>
          </a:prstGeom>
          <a:ln w="9525" cap="flat" cmpd="sng">
            <a:solidFill>
              <a:srgbClr val="FF00FF"/>
            </a:solidFill>
            <a:prstDash val="solid"/>
            <a:headEnd type="none" w="med" len="med"/>
            <a:tailEnd type="triangle" w="med" len="med"/>
          </a:ln>
        </p:spPr>
      </p:sp>
      <p:sp>
        <p:nvSpPr>
          <p:cNvPr id="95239" name="Rectangle 13"/>
          <p:cNvSpPr/>
          <p:nvPr/>
        </p:nvSpPr>
        <p:spPr>
          <a:xfrm>
            <a:off x="4498975" y="1125538"/>
            <a:ext cx="4681538" cy="360362"/>
          </a:xfrm>
          <a:prstGeom prst="rect">
            <a:avLst/>
          </a:prstGeom>
          <a:no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zh-CN" altLang="en-US" sz="1800" b="0" dirty="0">
                <a:solidFill>
                  <a:schemeClr val="tx1"/>
                </a:solidFill>
                <a:latin typeface="Arial" panose="020B0604020202020204" pitchFamily="34" charset="0"/>
              </a:rPr>
              <a:t>靠软件将初始值写入后，不要</a:t>
            </a:r>
            <a:r>
              <a:rPr lang="en-US" altLang="zh-CN" sz="1800" b="0" dirty="0">
                <a:solidFill>
                  <a:schemeClr val="tx1"/>
                </a:solidFill>
                <a:latin typeface="Arial" panose="020B0604020202020204" pitchFamily="34" charset="0"/>
              </a:rPr>
              <a:t>GATE</a:t>
            </a:r>
            <a:r>
              <a:rPr lang="zh-CN" altLang="en-US" sz="1800" b="0" dirty="0">
                <a:solidFill>
                  <a:schemeClr val="tx1"/>
                </a:solidFill>
                <a:latin typeface="Arial" panose="020B0604020202020204" pitchFamily="34" charset="0"/>
              </a:rPr>
              <a:t>的上升沿</a:t>
            </a:r>
            <a:endParaRPr lang="zh-CN" altLang="en-US" sz="1800" b="0" dirty="0">
              <a:solidFill>
                <a:schemeClr val="tx1"/>
              </a:solidFill>
              <a:latin typeface="Arial" panose="020B0604020202020204" pitchFamily="34" charset="0"/>
            </a:endParaRPr>
          </a:p>
        </p:txBody>
      </p:sp>
      <p:sp>
        <p:nvSpPr>
          <p:cNvPr id="95240" name="Line 18"/>
          <p:cNvSpPr/>
          <p:nvPr/>
        </p:nvSpPr>
        <p:spPr>
          <a:xfrm flipV="1">
            <a:off x="5276850" y="620713"/>
            <a:ext cx="303213" cy="2087562"/>
          </a:xfrm>
          <a:prstGeom prst="line">
            <a:avLst/>
          </a:prstGeom>
          <a:ln w="9525" cap="flat" cmpd="sng">
            <a:solidFill>
              <a:srgbClr val="FF00FF"/>
            </a:solidFill>
            <a:prstDash val="solid"/>
            <a:headEnd type="none" w="med" len="med"/>
            <a:tailEnd type="triangle" w="med" len="med"/>
          </a:ln>
        </p:spPr>
      </p:sp>
      <p:sp>
        <p:nvSpPr>
          <p:cNvPr id="95241" name="Line 19"/>
          <p:cNvSpPr/>
          <p:nvPr/>
        </p:nvSpPr>
        <p:spPr>
          <a:xfrm>
            <a:off x="5651500" y="692150"/>
            <a:ext cx="144463" cy="2232025"/>
          </a:xfrm>
          <a:prstGeom prst="line">
            <a:avLst/>
          </a:prstGeom>
          <a:ln w="9525" cap="flat" cmpd="sng">
            <a:solidFill>
              <a:srgbClr val="FF00FF"/>
            </a:solidFill>
            <a:prstDash val="solid"/>
            <a:headEnd type="none" w="med" len="med"/>
            <a:tailEnd type="triangle" w="med" len="med"/>
          </a:ln>
        </p:spPr>
      </p:sp>
      <p:sp>
        <p:nvSpPr>
          <p:cNvPr id="95242" name="Rectangle 23"/>
          <p:cNvSpPr/>
          <p:nvPr/>
        </p:nvSpPr>
        <p:spPr>
          <a:xfrm>
            <a:off x="1414463" y="1582738"/>
            <a:ext cx="1036637" cy="4889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5243" name="Rectangle 24"/>
          <p:cNvSpPr/>
          <p:nvPr/>
        </p:nvSpPr>
        <p:spPr>
          <a:xfrm>
            <a:off x="1565275" y="1693863"/>
            <a:ext cx="5334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高电平</a:t>
            </a:r>
            <a:endParaRPr lang="zh-CN" altLang="en-US" sz="1800" b="0" dirty="0">
              <a:solidFill>
                <a:schemeClr val="tx1"/>
              </a:solidFill>
              <a:latin typeface="Arial" panose="020B0604020202020204" pitchFamily="34" charset="0"/>
            </a:endParaRPr>
          </a:p>
        </p:txBody>
      </p:sp>
      <p:sp>
        <p:nvSpPr>
          <p:cNvPr id="95244" name="Rectangle 25"/>
          <p:cNvSpPr/>
          <p:nvPr/>
        </p:nvSpPr>
        <p:spPr>
          <a:xfrm>
            <a:off x="2141538" y="168751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grpSp>
        <p:nvGrpSpPr>
          <p:cNvPr id="95245" name="Group 38"/>
          <p:cNvGrpSpPr/>
          <p:nvPr/>
        </p:nvGrpSpPr>
        <p:grpSpPr>
          <a:xfrm>
            <a:off x="1309688" y="1098550"/>
            <a:ext cx="7134225" cy="323850"/>
            <a:chOff x="825" y="692"/>
            <a:chExt cx="4494" cy="204"/>
          </a:xfrm>
        </p:grpSpPr>
        <p:grpSp>
          <p:nvGrpSpPr>
            <p:cNvPr id="95384" name="Group 30"/>
            <p:cNvGrpSpPr/>
            <p:nvPr/>
          </p:nvGrpSpPr>
          <p:grpSpPr>
            <a:xfrm>
              <a:off x="1086" y="692"/>
              <a:ext cx="521" cy="204"/>
              <a:chOff x="1086" y="692"/>
              <a:chExt cx="521" cy="204"/>
            </a:xfrm>
          </p:grpSpPr>
          <p:sp>
            <p:nvSpPr>
              <p:cNvPr id="95392" name="Line 26"/>
              <p:cNvSpPr/>
              <p:nvPr/>
            </p:nvSpPr>
            <p:spPr>
              <a:xfrm>
                <a:off x="1151" y="895"/>
                <a:ext cx="261" cy="1"/>
              </a:xfrm>
              <a:prstGeom prst="line">
                <a:avLst/>
              </a:prstGeom>
              <a:ln w="14288" cap="flat" cmpd="sng">
                <a:solidFill>
                  <a:srgbClr val="000000"/>
                </a:solidFill>
                <a:prstDash val="solid"/>
                <a:headEnd type="none" w="med" len="med"/>
                <a:tailEnd type="none" w="med" len="med"/>
              </a:ln>
            </p:spPr>
          </p:sp>
          <p:sp>
            <p:nvSpPr>
              <p:cNvPr id="95393" name="Line 27"/>
              <p:cNvSpPr/>
              <p:nvPr/>
            </p:nvSpPr>
            <p:spPr>
              <a:xfrm flipH="1" flipV="1">
                <a:off x="1086" y="692"/>
                <a:ext cx="65" cy="203"/>
              </a:xfrm>
              <a:prstGeom prst="line">
                <a:avLst/>
              </a:prstGeom>
              <a:ln w="14288" cap="flat" cmpd="sng">
                <a:solidFill>
                  <a:srgbClr val="000000"/>
                </a:solidFill>
                <a:prstDash val="solid"/>
                <a:headEnd type="none" w="med" len="med"/>
                <a:tailEnd type="none" w="med" len="med"/>
              </a:ln>
            </p:spPr>
          </p:sp>
          <p:sp>
            <p:nvSpPr>
              <p:cNvPr id="95394" name="Line 28"/>
              <p:cNvSpPr/>
              <p:nvPr/>
            </p:nvSpPr>
            <p:spPr>
              <a:xfrm flipV="1">
                <a:off x="1412" y="692"/>
                <a:ext cx="65" cy="203"/>
              </a:xfrm>
              <a:prstGeom prst="line">
                <a:avLst/>
              </a:prstGeom>
              <a:ln w="14288" cap="flat" cmpd="sng">
                <a:solidFill>
                  <a:srgbClr val="000000"/>
                </a:solidFill>
                <a:prstDash val="solid"/>
                <a:headEnd type="none" w="med" len="med"/>
                <a:tailEnd type="none" w="med" len="med"/>
              </a:ln>
            </p:spPr>
          </p:sp>
          <p:sp>
            <p:nvSpPr>
              <p:cNvPr id="95395" name="Line 29"/>
              <p:cNvSpPr/>
              <p:nvPr/>
            </p:nvSpPr>
            <p:spPr>
              <a:xfrm>
                <a:off x="1477" y="692"/>
                <a:ext cx="130" cy="1"/>
              </a:xfrm>
              <a:prstGeom prst="line">
                <a:avLst/>
              </a:prstGeom>
              <a:ln w="14288" cap="flat" cmpd="sng">
                <a:solidFill>
                  <a:srgbClr val="000000"/>
                </a:solidFill>
                <a:prstDash val="solid"/>
                <a:headEnd type="none" w="med" len="med"/>
                <a:tailEnd type="none" w="med" len="med"/>
              </a:ln>
            </p:spPr>
          </p:sp>
        </p:grpSp>
        <p:grpSp>
          <p:nvGrpSpPr>
            <p:cNvPr id="95385" name="Group 35"/>
            <p:cNvGrpSpPr/>
            <p:nvPr/>
          </p:nvGrpSpPr>
          <p:grpSpPr>
            <a:xfrm>
              <a:off x="1607" y="692"/>
              <a:ext cx="521" cy="204"/>
              <a:chOff x="1607" y="692"/>
              <a:chExt cx="521" cy="204"/>
            </a:xfrm>
          </p:grpSpPr>
          <p:sp>
            <p:nvSpPr>
              <p:cNvPr id="95388" name="Line 31"/>
              <p:cNvSpPr/>
              <p:nvPr/>
            </p:nvSpPr>
            <p:spPr>
              <a:xfrm>
                <a:off x="1672" y="895"/>
                <a:ext cx="261" cy="1"/>
              </a:xfrm>
              <a:prstGeom prst="line">
                <a:avLst/>
              </a:prstGeom>
              <a:ln w="14288" cap="flat" cmpd="sng">
                <a:solidFill>
                  <a:srgbClr val="000000"/>
                </a:solidFill>
                <a:prstDash val="solid"/>
                <a:headEnd type="none" w="med" len="med"/>
                <a:tailEnd type="none" w="med" len="med"/>
              </a:ln>
            </p:spPr>
          </p:sp>
          <p:sp>
            <p:nvSpPr>
              <p:cNvPr id="95389" name="Line 32"/>
              <p:cNvSpPr/>
              <p:nvPr/>
            </p:nvSpPr>
            <p:spPr>
              <a:xfrm flipH="1" flipV="1">
                <a:off x="1607" y="692"/>
                <a:ext cx="65" cy="203"/>
              </a:xfrm>
              <a:prstGeom prst="line">
                <a:avLst/>
              </a:prstGeom>
              <a:ln w="14288" cap="flat" cmpd="sng">
                <a:solidFill>
                  <a:srgbClr val="000000"/>
                </a:solidFill>
                <a:prstDash val="solid"/>
                <a:headEnd type="none" w="med" len="med"/>
                <a:tailEnd type="none" w="med" len="med"/>
              </a:ln>
            </p:spPr>
          </p:sp>
          <p:sp>
            <p:nvSpPr>
              <p:cNvPr id="95390" name="Line 33"/>
              <p:cNvSpPr/>
              <p:nvPr/>
            </p:nvSpPr>
            <p:spPr>
              <a:xfrm flipV="1">
                <a:off x="1933" y="692"/>
                <a:ext cx="65" cy="203"/>
              </a:xfrm>
              <a:prstGeom prst="line">
                <a:avLst/>
              </a:prstGeom>
              <a:ln w="14288" cap="flat" cmpd="sng">
                <a:solidFill>
                  <a:srgbClr val="000000"/>
                </a:solidFill>
                <a:prstDash val="solid"/>
                <a:headEnd type="none" w="med" len="med"/>
                <a:tailEnd type="none" w="med" len="med"/>
              </a:ln>
            </p:spPr>
          </p:sp>
          <p:sp>
            <p:nvSpPr>
              <p:cNvPr id="95391" name="Line 34"/>
              <p:cNvSpPr/>
              <p:nvPr/>
            </p:nvSpPr>
            <p:spPr>
              <a:xfrm>
                <a:off x="1998" y="692"/>
                <a:ext cx="130" cy="1"/>
              </a:xfrm>
              <a:prstGeom prst="line">
                <a:avLst/>
              </a:prstGeom>
              <a:ln w="14288" cap="flat" cmpd="sng">
                <a:solidFill>
                  <a:srgbClr val="000000"/>
                </a:solidFill>
                <a:prstDash val="solid"/>
                <a:headEnd type="none" w="med" len="med"/>
                <a:tailEnd type="none" w="med" len="med"/>
              </a:ln>
            </p:spPr>
          </p:sp>
        </p:grpSp>
        <p:sp>
          <p:nvSpPr>
            <p:cNvPr id="95386" name="Line 36"/>
            <p:cNvSpPr/>
            <p:nvPr/>
          </p:nvSpPr>
          <p:spPr>
            <a:xfrm flipH="1">
              <a:off x="825" y="692"/>
              <a:ext cx="261" cy="1"/>
            </a:xfrm>
            <a:prstGeom prst="line">
              <a:avLst/>
            </a:prstGeom>
            <a:ln w="14288" cap="flat" cmpd="sng">
              <a:solidFill>
                <a:srgbClr val="000000"/>
              </a:solidFill>
              <a:prstDash val="solid"/>
              <a:headEnd type="none" w="med" len="med"/>
              <a:tailEnd type="none" w="med" len="med"/>
            </a:ln>
          </p:spPr>
        </p:sp>
        <p:sp>
          <p:nvSpPr>
            <p:cNvPr id="95387" name="Line 37"/>
            <p:cNvSpPr/>
            <p:nvPr/>
          </p:nvSpPr>
          <p:spPr>
            <a:xfrm>
              <a:off x="2128" y="692"/>
              <a:ext cx="3191" cy="1"/>
            </a:xfrm>
            <a:prstGeom prst="line">
              <a:avLst/>
            </a:prstGeom>
            <a:ln w="14288" cap="flat" cmpd="sng">
              <a:solidFill>
                <a:srgbClr val="000000"/>
              </a:solidFill>
              <a:prstDash val="solid"/>
              <a:headEnd type="none" w="med" len="med"/>
              <a:tailEnd type="none" w="med" len="med"/>
            </a:ln>
          </p:spPr>
        </p:sp>
      </p:grpSp>
      <p:sp>
        <p:nvSpPr>
          <p:cNvPr id="95246" name="Rectangle 39"/>
          <p:cNvSpPr/>
          <p:nvPr/>
        </p:nvSpPr>
        <p:spPr>
          <a:xfrm>
            <a:off x="1827213" y="935038"/>
            <a:ext cx="415925" cy="328612"/>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5247" name="Rectangle 40"/>
          <p:cNvSpPr/>
          <p:nvPr/>
        </p:nvSpPr>
        <p:spPr>
          <a:xfrm>
            <a:off x="1836738" y="1047750"/>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CW</a:t>
            </a:r>
            <a:endParaRPr lang="en-US" altLang="zh-CN" sz="1800" b="0" dirty="0">
              <a:solidFill>
                <a:schemeClr val="tx1"/>
              </a:solidFill>
              <a:latin typeface="Arial" panose="020B0604020202020204" pitchFamily="34" charset="0"/>
            </a:endParaRPr>
          </a:p>
        </p:txBody>
      </p:sp>
      <p:sp>
        <p:nvSpPr>
          <p:cNvPr id="95248" name="Rectangle 41"/>
          <p:cNvSpPr/>
          <p:nvPr/>
        </p:nvSpPr>
        <p:spPr>
          <a:xfrm>
            <a:off x="2654300" y="935038"/>
            <a:ext cx="415925" cy="328612"/>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5249" name="Rectangle 42"/>
          <p:cNvSpPr/>
          <p:nvPr/>
        </p:nvSpPr>
        <p:spPr>
          <a:xfrm>
            <a:off x="2663825" y="1047750"/>
            <a:ext cx="3302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N=3</a:t>
            </a:r>
            <a:endParaRPr lang="en-US" altLang="zh-CN" sz="1800" b="0" dirty="0">
              <a:solidFill>
                <a:schemeClr val="tx1"/>
              </a:solidFill>
              <a:latin typeface="Arial" panose="020B0604020202020204" pitchFamily="34" charset="0"/>
            </a:endParaRPr>
          </a:p>
        </p:txBody>
      </p:sp>
      <p:grpSp>
        <p:nvGrpSpPr>
          <p:cNvPr id="95250" name="Group 99"/>
          <p:cNvGrpSpPr/>
          <p:nvPr/>
        </p:nvGrpSpPr>
        <p:grpSpPr>
          <a:xfrm>
            <a:off x="1309688" y="609600"/>
            <a:ext cx="7134225" cy="327025"/>
            <a:chOff x="825" y="384"/>
            <a:chExt cx="4494" cy="206"/>
          </a:xfrm>
        </p:grpSpPr>
        <p:grpSp>
          <p:nvGrpSpPr>
            <p:cNvPr id="95328" name="Group 47"/>
            <p:cNvGrpSpPr/>
            <p:nvPr/>
          </p:nvGrpSpPr>
          <p:grpSpPr>
            <a:xfrm>
              <a:off x="1022" y="384"/>
              <a:ext cx="390" cy="206"/>
              <a:chOff x="1022" y="384"/>
              <a:chExt cx="390" cy="206"/>
            </a:xfrm>
          </p:grpSpPr>
          <p:sp>
            <p:nvSpPr>
              <p:cNvPr id="95380" name="Line 43"/>
              <p:cNvSpPr/>
              <p:nvPr/>
            </p:nvSpPr>
            <p:spPr>
              <a:xfrm>
                <a:off x="1086" y="384"/>
                <a:ext cx="131" cy="2"/>
              </a:xfrm>
              <a:prstGeom prst="line">
                <a:avLst/>
              </a:prstGeom>
              <a:ln w="14288" cap="flat" cmpd="sng">
                <a:solidFill>
                  <a:srgbClr val="000000"/>
                </a:solidFill>
                <a:prstDash val="solid"/>
                <a:headEnd type="none" w="med" len="med"/>
                <a:tailEnd type="none" w="med" len="med"/>
              </a:ln>
            </p:spPr>
          </p:sp>
          <p:sp>
            <p:nvSpPr>
              <p:cNvPr id="95381" name="Line 44"/>
              <p:cNvSpPr/>
              <p:nvPr/>
            </p:nvSpPr>
            <p:spPr>
              <a:xfrm flipH="1">
                <a:off x="1022" y="384"/>
                <a:ext cx="64" cy="205"/>
              </a:xfrm>
              <a:prstGeom prst="line">
                <a:avLst/>
              </a:prstGeom>
              <a:ln w="14288" cap="flat" cmpd="sng">
                <a:solidFill>
                  <a:srgbClr val="000000"/>
                </a:solidFill>
                <a:prstDash val="solid"/>
                <a:headEnd type="none" w="med" len="med"/>
                <a:tailEnd type="none" w="med" len="med"/>
              </a:ln>
            </p:spPr>
          </p:sp>
          <p:sp>
            <p:nvSpPr>
              <p:cNvPr id="95382" name="Line 45"/>
              <p:cNvSpPr/>
              <p:nvPr/>
            </p:nvSpPr>
            <p:spPr>
              <a:xfrm>
                <a:off x="1217" y="384"/>
                <a:ext cx="65" cy="205"/>
              </a:xfrm>
              <a:prstGeom prst="line">
                <a:avLst/>
              </a:prstGeom>
              <a:ln w="14288" cap="flat" cmpd="sng">
                <a:solidFill>
                  <a:srgbClr val="000000"/>
                </a:solidFill>
                <a:prstDash val="solid"/>
                <a:headEnd type="none" w="med" len="med"/>
                <a:tailEnd type="none" w="med" len="med"/>
              </a:ln>
            </p:spPr>
          </p:sp>
          <p:sp>
            <p:nvSpPr>
              <p:cNvPr id="95383" name="Line 46"/>
              <p:cNvSpPr/>
              <p:nvPr/>
            </p:nvSpPr>
            <p:spPr>
              <a:xfrm>
                <a:off x="1282" y="589"/>
                <a:ext cx="130" cy="1"/>
              </a:xfrm>
              <a:prstGeom prst="line">
                <a:avLst/>
              </a:prstGeom>
              <a:ln w="14288" cap="flat" cmpd="sng">
                <a:solidFill>
                  <a:srgbClr val="000000"/>
                </a:solidFill>
                <a:prstDash val="solid"/>
                <a:headEnd type="none" w="med" len="med"/>
                <a:tailEnd type="none" w="med" len="med"/>
              </a:ln>
            </p:spPr>
          </p:sp>
        </p:grpSp>
        <p:grpSp>
          <p:nvGrpSpPr>
            <p:cNvPr id="95329" name="Group 52"/>
            <p:cNvGrpSpPr/>
            <p:nvPr/>
          </p:nvGrpSpPr>
          <p:grpSpPr>
            <a:xfrm>
              <a:off x="1412" y="384"/>
              <a:ext cx="391" cy="206"/>
              <a:chOff x="1412" y="384"/>
              <a:chExt cx="391" cy="206"/>
            </a:xfrm>
          </p:grpSpPr>
          <p:sp>
            <p:nvSpPr>
              <p:cNvPr id="95376" name="Line 48"/>
              <p:cNvSpPr/>
              <p:nvPr/>
            </p:nvSpPr>
            <p:spPr>
              <a:xfrm>
                <a:off x="1477" y="384"/>
                <a:ext cx="130" cy="2"/>
              </a:xfrm>
              <a:prstGeom prst="line">
                <a:avLst/>
              </a:prstGeom>
              <a:ln w="14288" cap="flat" cmpd="sng">
                <a:solidFill>
                  <a:srgbClr val="000000"/>
                </a:solidFill>
                <a:prstDash val="solid"/>
                <a:headEnd type="none" w="med" len="med"/>
                <a:tailEnd type="none" w="med" len="med"/>
              </a:ln>
            </p:spPr>
          </p:sp>
          <p:sp>
            <p:nvSpPr>
              <p:cNvPr id="95377" name="Line 49"/>
              <p:cNvSpPr/>
              <p:nvPr/>
            </p:nvSpPr>
            <p:spPr>
              <a:xfrm flipH="1">
                <a:off x="1412" y="384"/>
                <a:ext cx="65" cy="205"/>
              </a:xfrm>
              <a:prstGeom prst="line">
                <a:avLst/>
              </a:prstGeom>
              <a:ln w="14288" cap="flat" cmpd="sng">
                <a:solidFill>
                  <a:srgbClr val="000000"/>
                </a:solidFill>
                <a:prstDash val="solid"/>
                <a:headEnd type="none" w="med" len="med"/>
                <a:tailEnd type="none" w="med" len="med"/>
              </a:ln>
            </p:spPr>
          </p:sp>
          <p:sp>
            <p:nvSpPr>
              <p:cNvPr id="95378" name="Line 50"/>
              <p:cNvSpPr/>
              <p:nvPr/>
            </p:nvSpPr>
            <p:spPr>
              <a:xfrm>
                <a:off x="1607" y="384"/>
                <a:ext cx="65" cy="205"/>
              </a:xfrm>
              <a:prstGeom prst="line">
                <a:avLst/>
              </a:prstGeom>
              <a:ln w="14288" cap="flat" cmpd="sng">
                <a:solidFill>
                  <a:srgbClr val="000000"/>
                </a:solidFill>
                <a:prstDash val="solid"/>
                <a:headEnd type="none" w="med" len="med"/>
                <a:tailEnd type="none" w="med" len="med"/>
              </a:ln>
            </p:spPr>
          </p:sp>
          <p:sp>
            <p:nvSpPr>
              <p:cNvPr id="95379" name="Line 51"/>
              <p:cNvSpPr/>
              <p:nvPr/>
            </p:nvSpPr>
            <p:spPr>
              <a:xfrm>
                <a:off x="1672" y="589"/>
                <a:ext cx="131" cy="1"/>
              </a:xfrm>
              <a:prstGeom prst="line">
                <a:avLst/>
              </a:prstGeom>
              <a:ln w="14288" cap="flat" cmpd="sng">
                <a:solidFill>
                  <a:srgbClr val="000000"/>
                </a:solidFill>
                <a:prstDash val="solid"/>
                <a:headEnd type="none" w="med" len="med"/>
                <a:tailEnd type="none" w="med" len="med"/>
              </a:ln>
            </p:spPr>
          </p:sp>
        </p:grpSp>
        <p:grpSp>
          <p:nvGrpSpPr>
            <p:cNvPr id="95330" name="Group 57"/>
            <p:cNvGrpSpPr/>
            <p:nvPr/>
          </p:nvGrpSpPr>
          <p:grpSpPr>
            <a:xfrm>
              <a:off x="1803" y="384"/>
              <a:ext cx="390" cy="206"/>
              <a:chOff x="1803" y="384"/>
              <a:chExt cx="390" cy="206"/>
            </a:xfrm>
          </p:grpSpPr>
          <p:sp>
            <p:nvSpPr>
              <p:cNvPr id="95372" name="Line 53"/>
              <p:cNvSpPr/>
              <p:nvPr/>
            </p:nvSpPr>
            <p:spPr>
              <a:xfrm>
                <a:off x="1867" y="384"/>
                <a:ext cx="131" cy="2"/>
              </a:xfrm>
              <a:prstGeom prst="line">
                <a:avLst/>
              </a:prstGeom>
              <a:ln w="14288" cap="flat" cmpd="sng">
                <a:solidFill>
                  <a:srgbClr val="000000"/>
                </a:solidFill>
                <a:prstDash val="solid"/>
                <a:headEnd type="none" w="med" len="med"/>
                <a:tailEnd type="none" w="med" len="med"/>
              </a:ln>
            </p:spPr>
          </p:sp>
          <p:sp>
            <p:nvSpPr>
              <p:cNvPr id="95373" name="Line 54"/>
              <p:cNvSpPr/>
              <p:nvPr/>
            </p:nvSpPr>
            <p:spPr>
              <a:xfrm flipH="1">
                <a:off x="1803" y="384"/>
                <a:ext cx="64" cy="205"/>
              </a:xfrm>
              <a:prstGeom prst="line">
                <a:avLst/>
              </a:prstGeom>
              <a:ln w="14288" cap="flat" cmpd="sng">
                <a:solidFill>
                  <a:srgbClr val="000000"/>
                </a:solidFill>
                <a:prstDash val="solid"/>
                <a:headEnd type="none" w="med" len="med"/>
                <a:tailEnd type="none" w="med" len="med"/>
              </a:ln>
            </p:spPr>
          </p:sp>
          <p:sp>
            <p:nvSpPr>
              <p:cNvPr id="95374" name="Line 55"/>
              <p:cNvSpPr/>
              <p:nvPr/>
            </p:nvSpPr>
            <p:spPr>
              <a:xfrm>
                <a:off x="1998" y="384"/>
                <a:ext cx="66" cy="205"/>
              </a:xfrm>
              <a:prstGeom prst="line">
                <a:avLst/>
              </a:prstGeom>
              <a:ln w="14288" cap="flat" cmpd="sng">
                <a:solidFill>
                  <a:srgbClr val="000000"/>
                </a:solidFill>
                <a:prstDash val="solid"/>
                <a:headEnd type="none" w="med" len="med"/>
                <a:tailEnd type="none" w="med" len="med"/>
              </a:ln>
            </p:spPr>
          </p:sp>
          <p:sp>
            <p:nvSpPr>
              <p:cNvPr id="95375" name="Line 56"/>
              <p:cNvSpPr/>
              <p:nvPr/>
            </p:nvSpPr>
            <p:spPr>
              <a:xfrm>
                <a:off x="2064" y="589"/>
                <a:ext cx="129" cy="1"/>
              </a:xfrm>
              <a:prstGeom prst="line">
                <a:avLst/>
              </a:prstGeom>
              <a:ln w="14288" cap="flat" cmpd="sng">
                <a:solidFill>
                  <a:srgbClr val="000000"/>
                </a:solidFill>
                <a:prstDash val="solid"/>
                <a:headEnd type="none" w="med" len="med"/>
                <a:tailEnd type="none" w="med" len="med"/>
              </a:ln>
            </p:spPr>
          </p:sp>
        </p:grpSp>
        <p:grpSp>
          <p:nvGrpSpPr>
            <p:cNvPr id="95331" name="Group 62"/>
            <p:cNvGrpSpPr/>
            <p:nvPr/>
          </p:nvGrpSpPr>
          <p:grpSpPr>
            <a:xfrm>
              <a:off x="2193" y="384"/>
              <a:ext cx="392" cy="206"/>
              <a:chOff x="2193" y="384"/>
              <a:chExt cx="392" cy="206"/>
            </a:xfrm>
          </p:grpSpPr>
          <p:sp>
            <p:nvSpPr>
              <p:cNvPr id="95368" name="Line 58"/>
              <p:cNvSpPr/>
              <p:nvPr/>
            </p:nvSpPr>
            <p:spPr>
              <a:xfrm>
                <a:off x="2259" y="384"/>
                <a:ext cx="129" cy="2"/>
              </a:xfrm>
              <a:prstGeom prst="line">
                <a:avLst/>
              </a:prstGeom>
              <a:ln w="14288" cap="flat" cmpd="sng">
                <a:solidFill>
                  <a:srgbClr val="000000"/>
                </a:solidFill>
                <a:prstDash val="solid"/>
                <a:headEnd type="none" w="med" len="med"/>
                <a:tailEnd type="none" w="med" len="med"/>
              </a:ln>
            </p:spPr>
          </p:sp>
          <p:sp>
            <p:nvSpPr>
              <p:cNvPr id="95369" name="Line 59"/>
              <p:cNvSpPr/>
              <p:nvPr/>
            </p:nvSpPr>
            <p:spPr>
              <a:xfrm flipH="1">
                <a:off x="2193" y="384"/>
                <a:ext cx="66" cy="205"/>
              </a:xfrm>
              <a:prstGeom prst="line">
                <a:avLst/>
              </a:prstGeom>
              <a:ln w="14288" cap="flat" cmpd="sng">
                <a:solidFill>
                  <a:srgbClr val="000000"/>
                </a:solidFill>
                <a:prstDash val="solid"/>
                <a:headEnd type="none" w="med" len="med"/>
                <a:tailEnd type="none" w="med" len="med"/>
              </a:ln>
            </p:spPr>
          </p:sp>
          <p:sp>
            <p:nvSpPr>
              <p:cNvPr id="95370" name="Line 60"/>
              <p:cNvSpPr/>
              <p:nvPr/>
            </p:nvSpPr>
            <p:spPr>
              <a:xfrm>
                <a:off x="2388" y="384"/>
                <a:ext cx="66" cy="205"/>
              </a:xfrm>
              <a:prstGeom prst="line">
                <a:avLst/>
              </a:prstGeom>
              <a:ln w="14288" cap="flat" cmpd="sng">
                <a:solidFill>
                  <a:srgbClr val="000000"/>
                </a:solidFill>
                <a:prstDash val="solid"/>
                <a:headEnd type="none" w="med" len="med"/>
                <a:tailEnd type="none" w="med" len="med"/>
              </a:ln>
            </p:spPr>
          </p:sp>
          <p:sp>
            <p:nvSpPr>
              <p:cNvPr id="95371" name="Line 61"/>
              <p:cNvSpPr/>
              <p:nvPr/>
            </p:nvSpPr>
            <p:spPr>
              <a:xfrm>
                <a:off x="2454" y="589"/>
                <a:ext cx="131" cy="1"/>
              </a:xfrm>
              <a:prstGeom prst="line">
                <a:avLst/>
              </a:prstGeom>
              <a:ln w="14288" cap="flat" cmpd="sng">
                <a:solidFill>
                  <a:srgbClr val="000000"/>
                </a:solidFill>
                <a:prstDash val="solid"/>
                <a:headEnd type="none" w="med" len="med"/>
                <a:tailEnd type="none" w="med" len="med"/>
              </a:ln>
            </p:spPr>
          </p:sp>
        </p:grpSp>
        <p:grpSp>
          <p:nvGrpSpPr>
            <p:cNvPr id="95332" name="Group 67"/>
            <p:cNvGrpSpPr/>
            <p:nvPr/>
          </p:nvGrpSpPr>
          <p:grpSpPr>
            <a:xfrm>
              <a:off x="2585" y="384"/>
              <a:ext cx="390" cy="206"/>
              <a:chOff x="2585" y="384"/>
              <a:chExt cx="390" cy="206"/>
            </a:xfrm>
          </p:grpSpPr>
          <p:sp>
            <p:nvSpPr>
              <p:cNvPr id="95364" name="Line 63"/>
              <p:cNvSpPr/>
              <p:nvPr/>
            </p:nvSpPr>
            <p:spPr>
              <a:xfrm>
                <a:off x="2649" y="384"/>
                <a:ext cx="131" cy="2"/>
              </a:xfrm>
              <a:prstGeom prst="line">
                <a:avLst/>
              </a:prstGeom>
              <a:ln w="14288" cap="flat" cmpd="sng">
                <a:solidFill>
                  <a:srgbClr val="000000"/>
                </a:solidFill>
                <a:prstDash val="solid"/>
                <a:headEnd type="none" w="med" len="med"/>
                <a:tailEnd type="none" w="med" len="med"/>
              </a:ln>
            </p:spPr>
          </p:sp>
          <p:sp>
            <p:nvSpPr>
              <p:cNvPr id="95365" name="Line 64"/>
              <p:cNvSpPr/>
              <p:nvPr/>
            </p:nvSpPr>
            <p:spPr>
              <a:xfrm flipH="1">
                <a:off x="2585" y="384"/>
                <a:ext cx="64" cy="205"/>
              </a:xfrm>
              <a:prstGeom prst="line">
                <a:avLst/>
              </a:prstGeom>
              <a:ln w="14288" cap="flat" cmpd="sng">
                <a:solidFill>
                  <a:srgbClr val="000000"/>
                </a:solidFill>
                <a:prstDash val="solid"/>
                <a:headEnd type="none" w="med" len="med"/>
                <a:tailEnd type="none" w="med" len="med"/>
              </a:ln>
            </p:spPr>
          </p:sp>
          <p:sp>
            <p:nvSpPr>
              <p:cNvPr id="95366" name="Line 65"/>
              <p:cNvSpPr/>
              <p:nvPr/>
            </p:nvSpPr>
            <p:spPr>
              <a:xfrm>
                <a:off x="2780" y="384"/>
                <a:ext cx="65" cy="205"/>
              </a:xfrm>
              <a:prstGeom prst="line">
                <a:avLst/>
              </a:prstGeom>
              <a:ln w="14288" cap="flat" cmpd="sng">
                <a:solidFill>
                  <a:srgbClr val="000000"/>
                </a:solidFill>
                <a:prstDash val="solid"/>
                <a:headEnd type="none" w="med" len="med"/>
                <a:tailEnd type="none" w="med" len="med"/>
              </a:ln>
            </p:spPr>
          </p:sp>
          <p:sp>
            <p:nvSpPr>
              <p:cNvPr id="95367" name="Line 66"/>
              <p:cNvSpPr/>
              <p:nvPr/>
            </p:nvSpPr>
            <p:spPr>
              <a:xfrm>
                <a:off x="2845" y="589"/>
                <a:ext cx="130" cy="1"/>
              </a:xfrm>
              <a:prstGeom prst="line">
                <a:avLst/>
              </a:prstGeom>
              <a:ln w="14288" cap="flat" cmpd="sng">
                <a:solidFill>
                  <a:srgbClr val="000000"/>
                </a:solidFill>
                <a:prstDash val="solid"/>
                <a:headEnd type="none" w="med" len="med"/>
                <a:tailEnd type="none" w="med" len="med"/>
              </a:ln>
            </p:spPr>
          </p:sp>
        </p:grpSp>
        <p:grpSp>
          <p:nvGrpSpPr>
            <p:cNvPr id="95333" name="Group 72"/>
            <p:cNvGrpSpPr/>
            <p:nvPr/>
          </p:nvGrpSpPr>
          <p:grpSpPr>
            <a:xfrm>
              <a:off x="2975" y="384"/>
              <a:ext cx="391" cy="206"/>
              <a:chOff x="2975" y="384"/>
              <a:chExt cx="391" cy="206"/>
            </a:xfrm>
          </p:grpSpPr>
          <p:sp>
            <p:nvSpPr>
              <p:cNvPr id="95360" name="Line 68"/>
              <p:cNvSpPr/>
              <p:nvPr/>
            </p:nvSpPr>
            <p:spPr>
              <a:xfrm>
                <a:off x="3040" y="384"/>
                <a:ext cx="130" cy="2"/>
              </a:xfrm>
              <a:prstGeom prst="line">
                <a:avLst/>
              </a:prstGeom>
              <a:ln w="14288" cap="flat" cmpd="sng">
                <a:solidFill>
                  <a:srgbClr val="000000"/>
                </a:solidFill>
                <a:prstDash val="solid"/>
                <a:headEnd type="none" w="med" len="med"/>
                <a:tailEnd type="none" w="med" len="med"/>
              </a:ln>
            </p:spPr>
          </p:sp>
          <p:sp>
            <p:nvSpPr>
              <p:cNvPr id="95361" name="Line 69"/>
              <p:cNvSpPr/>
              <p:nvPr/>
            </p:nvSpPr>
            <p:spPr>
              <a:xfrm flipH="1">
                <a:off x="2975" y="384"/>
                <a:ext cx="65" cy="205"/>
              </a:xfrm>
              <a:prstGeom prst="line">
                <a:avLst/>
              </a:prstGeom>
              <a:ln w="14288" cap="flat" cmpd="sng">
                <a:solidFill>
                  <a:srgbClr val="000000"/>
                </a:solidFill>
                <a:prstDash val="solid"/>
                <a:headEnd type="none" w="med" len="med"/>
                <a:tailEnd type="none" w="med" len="med"/>
              </a:ln>
            </p:spPr>
          </p:sp>
          <p:sp>
            <p:nvSpPr>
              <p:cNvPr id="95362" name="Line 70"/>
              <p:cNvSpPr/>
              <p:nvPr/>
            </p:nvSpPr>
            <p:spPr>
              <a:xfrm>
                <a:off x="3170" y="384"/>
                <a:ext cx="65" cy="205"/>
              </a:xfrm>
              <a:prstGeom prst="line">
                <a:avLst/>
              </a:prstGeom>
              <a:ln w="14288" cap="flat" cmpd="sng">
                <a:solidFill>
                  <a:srgbClr val="000000"/>
                </a:solidFill>
                <a:prstDash val="solid"/>
                <a:headEnd type="none" w="med" len="med"/>
                <a:tailEnd type="none" w="med" len="med"/>
              </a:ln>
            </p:spPr>
          </p:sp>
          <p:sp>
            <p:nvSpPr>
              <p:cNvPr id="95363" name="Line 71"/>
              <p:cNvSpPr/>
              <p:nvPr/>
            </p:nvSpPr>
            <p:spPr>
              <a:xfrm>
                <a:off x="3235" y="589"/>
                <a:ext cx="131" cy="1"/>
              </a:xfrm>
              <a:prstGeom prst="line">
                <a:avLst/>
              </a:prstGeom>
              <a:ln w="14288" cap="flat" cmpd="sng">
                <a:solidFill>
                  <a:srgbClr val="000000"/>
                </a:solidFill>
                <a:prstDash val="solid"/>
                <a:headEnd type="none" w="med" len="med"/>
                <a:tailEnd type="none" w="med" len="med"/>
              </a:ln>
            </p:spPr>
          </p:sp>
        </p:grpSp>
        <p:grpSp>
          <p:nvGrpSpPr>
            <p:cNvPr id="95334" name="Group 77"/>
            <p:cNvGrpSpPr/>
            <p:nvPr/>
          </p:nvGrpSpPr>
          <p:grpSpPr>
            <a:xfrm>
              <a:off x="3366" y="384"/>
              <a:ext cx="390" cy="206"/>
              <a:chOff x="3366" y="384"/>
              <a:chExt cx="390" cy="206"/>
            </a:xfrm>
          </p:grpSpPr>
          <p:sp>
            <p:nvSpPr>
              <p:cNvPr id="95356" name="Line 73"/>
              <p:cNvSpPr/>
              <p:nvPr/>
            </p:nvSpPr>
            <p:spPr>
              <a:xfrm>
                <a:off x="3430" y="384"/>
                <a:ext cx="131" cy="2"/>
              </a:xfrm>
              <a:prstGeom prst="line">
                <a:avLst/>
              </a:prstGeom>
              <a:ln w="14288" cap="flat" cmpd="sng">
                <a:solidFill>
                  <a:srgbClr val="000000"/>
                </a:solidFill>
                <a:prstDash val="solid"/>
                <a:headEnd type="none" w="med" len="med"/>
                <a:tailEnd type="none" w="med" len="med"/>
              </a:ln>
            </p:spPr>
          </p:sp>
          <p:sp>
            <p:nvSpPr>
              <p:cNvPr id="95357" name="Line 74"/>
              <p:cNvSpPr/>
              <p:nvPr/>
            </p:nvSpPr>
            <p:spPr>
              <a:xfrm flipH="1">
                <a:off x="3366" y="384"/>
                <a:ext cx="64" cy="205"/>
              </a:xfrm>
              <a:prstGeom prst="line">
                <a:avLst/>
              </a:prstGeom>
              <a:ln w="14288" cap="flat" cmpd="sng">
                <a:solidFill>
                  <a:srgbClr val="000000"/>
                </a:solidFill>
                <a:prstDash val="solid"/>
                <a:headEnd type="none" w="med" len="med"/>
                <a:tailEnd type="none" w="med" len="med"/>
              </a:ln>
            </p:spPr>
          </p:sp>
          <p:sp>
            <p:nvSpPr>
              <p:cNvPr id="95358" name="Line 75"/>
              <p:cNvSpPr/>
              <p:nvPr/>
            </p:nvSpPr>
            <p:spPr>
              <a:xfrm>
                <a:off x="3561" y="384"/>
                <a:ext cx="66" cy="205"/>
              </a:xfrm>
              <a:prstGeom prst="line">
                <a:avLst/>
              </a:prstGeom>
              <a:ln w="14288" cap="flat" cmpd="sng">
                <a:solidFill>
                  <a:srgbClr val="000000"/>
                </a:solidFill>
                <a:prstDash val="solid"/>
                <a:headEnd type="none" w="med" len="med"/>
                <a:tailEnd type="none" w="med" len="med"/>
              </a:ln>
            </p:spPr>
          </p:sp>
          <p:sp>
            <p:nvSpPr>
              <p:cNvPr id="95359" name="Line 76"/>
              <p:cNvSpPr/>
              <p:nvPr/>
            </p:nvSpPr>
            <p:spPr>
              <a:xfrm>
                <a:off x="3627" y="589"/>
                <a:ext cx="129" cy="1"/>
              </a:xfrm>
              <a:prstGeom prst="line">
                <a:avLst/>
              </a:prstGeom>
              <a:ln w="14288" cap="flat" cmpd="sng">
                <a:solidFill>
                  <a:srgbClr val="000000"/>
                </a:solidFill>
                <a:prstDash val="solid"/>
                <a:headEnd type="none" w="med" len="med"/>
                <a:tailEnd type="none" w="med" len="med"/>
              </a:ln>
            </p:spPr>
          </p:sp>
        </p:grpSp>
        <p:grpSp>
          <p:nvGrpSpPr>
            <p:cNvPr id="95335" name="Group 82"/>
            <p:cNvGrpSpPr/>
            <p:nvPr/>
          </p:nvGrpSpPr>
          <p:grpSpPr>
            <a:xfrm>
              <a:off x="3756" y="384"/>
              <a:ext cx="392" cy="206"/>
              <a:chOff x="3756" y="384"/>
              <a:chExt cx="392" cy="206"/>
            </a:xfrm>
          </p:grpSpPr>
          <p:sp>
            <p:nvSpPr>
              <p:cNvPr id="95352" name="Line 78"/>
              <p:cNvSpPr/>
              <p:nvPr/>
            </p:nvSpPr>
            <p:spPr>
              <a:xfrm>
                <a:off x="3822" y="384"/>
                <a:ext cx="129" cy="2"/>
              </a:xfrm>
              <a:prstGeom prst="line">
                <a:avLst/>
              </a:prstGeom>
              <a:ln w="14288" cap="flat" cmpd="sng">
                <a:solidFill>
                  <a:srgbClr val="000000"/>
                </a:solidFill>
                <a:prstDash val="solid"/>
                <a:headEnd type="none" w="med" len="med"/>
                <a:tailEnd type="none" w="med" len="med"/>
              </a:ln>
            </p:spPr>
          </p:sp>
          <p:sp>
            <p:nvSpPr>
              <p:cNvPr id="95353" name="Line 79"/>
              <p:cNvSpPr/>
              <p:nvPr/>
            </p:nvSpPr>
            <p:spPr>
              <a:xfrm flipH="1">
                <a:off x="3756" y="384"/>
                <a:ext cx="66" cy="205"/>
              </a:xfrm>
              <a:prstGeom prst="line">
                <a:avLst/>
              </a:prstGeom>
              <a:ln w="14288" cap="flat" cmpd="sng">
                <a:solidFill>
                  <a:srgbClr val="000000"/>
                </a:solidFill>
                <a:prstDash val="solid"/>
                <a:headEnd type="none" w="med" len="med"/>
                <a:tailEnd type="none" w="med" len="med"/>
              </a:ln>
            </p:spPr>
          </p:sp>
          <p:sp>
            <p:nvSpPr>
              <p:cNvPr id="95354" name="Line 80"/>
              <p:cNvSpPr/>
              <p:nvPr/>
            </p:nvSpPr>
            <p:spPr>
              <a:xfrm>
                <a:off x="3951" y="384"/>
                <a:ext cx="66" cy="205"/>
              </a:xfrm>
              <a:prstGeom prst="line">
                <a:avLst/>
              </a:prstGeom>
              <a:ln w="14288" cap="flat" cmpd="sng">
                <a:solidFill>
                  <a:srgbClr val="000000"/>
                </a:solidFill>
                <a:prstDash val="solid"/>
                <a:headEnd type="none" w="med" len="med"/>
                <a:tailEnd type="none" w="med" len="med"/>
              </a:ln>
            </p:spPr>
          </p:sp>
          <p:sp>
            <p:nvSpPr>
              <p:cNvPr id="95355" name="Line 81"/>
              <p:cNvSpPr/>
              <p:nvPr/>
            </p:nvSpPr>
            <p:spPr>
              <a:xfrm>
                <a:off x="4017" y="589"/>
                <a:ext cx="131" cy="1"/>
              </a:xfrm>
              <a:prstGeom prst="line">
                <a:avLst/>
              </a:prstGeom>
              <a:ln w="14288" cap="flat" cmpd="sng">
                <a:solidFill>
                  <a:srgbClr val="000000"/>
                </a:solidFill>
                <a:prstDash val="solid"/>
                <a:headEnd type="none" w="med" len="med"/>
                <a:tailEnd type="none" w="med" len="med"/>
              </a:ln>
            </p:spPr>
          </p:sp>
        </p:grpSp>
        <p:grpSp>
          <p:nvGrpSpPr>
            <p:cNvPr id="95336" name="Group 87"/>
            <p:cNvGrpSpPr/>
            <p:nvPr/>
          </p:nvGrpSpPr>
          <p:grpSpPr>
            <a:xfrm>
              <a:off x="4148" y="384"/>
              <a:ext cx="390" cy="206"/>
              <a:chOff x="4148" y="384"/>
              <a:chExt cx="390" cy="206"/>
            </a:xfrm>
          </p:grpSpPr>
          <p:sp>
            <p:nvSpPr>
              <p:cNvPr id="95348" name="Line 83"/>
              <p:cNvSpPr/>
              <p:nvPr/>
            </p:nvSpPr>
            <p:spPr>
              <a:xfrm>
                <a:off x="4212" y="384"/>
                <a:ext cx="131" cy="2"/>
              </a:xfrm>
              <a:prstGeom prst="line">
                <a:avLst/>
              </a:prstGeom>
              <a:ln w="14288" cap="flat" cmpd="sng">
                <a:solidFill>
                  <a:srgbClr val="000000"/>
                </a:solidFill>
                <a:prstDash val="solid"/>
                <a:headEnd type="none" w="med" len="med"/>
                <a:tailEnd type="none" w="med" len="med"/>
              </a:ln>
            </p:spPr>
          </p:sp>
          <p:sp>
            <p:nvSpPr>
              <p:cNvPr id="95349" name="Line 84"/>
              <p:cNvSpPr/>
              <p:nvPr/>
            </p:nvSpPr>
            <p:spPr>
              <a:xfrm flipH="1">
                <a:off x="4148" y="384"/>
                <a:ext cx="64" cy="205"/>
              </a:xfrm>
              <a:prstGeom prst="line">
                <a:avLst/>
              </a:prstGeom>
              <a:ln w="14288" cap="flat" cmpd="sng">
                <a:solidFill>
                  <a:srgbClr val="000000"/>
                </a:solidFill>
                <a:prstDash val="solid"/>
                <a:headEnd type="none" w="med" len="med"/>
                <a:tailEnd type="none" w="med" len="med"/>
              </a:ln>
            </p:spPr>
          </p:sp>
          <p:sp>
            <p:nvSpPr>
              <p:cNvPr id="95350" name="Line 85"/>
              <p:cNvSpPr/>
              <p:nvPr/>
            </p:nvSpPr>
            <p:spPr>
              <a:xfrm>
                <a:off x="4343" y="384"/>
                <a:ext cx="65" cy="205"/>
              </a:xfrm>
              <a:prstGeom prst="line">
                <a:avLst/>
              </a:prstGeom>
              <a:ln w="14288" cap="flat" cmpd="sng">
                <a:solidFill>
                  <a:srgbClr val="000000"/>
                </a:solidFill>
                <a:prstDash val="solid"/>
                <a:headEnd type="none" w="med" len="med"/>
                <a:tailEnd type="none" w="med" len="med"/>
              </a:ln>
            </p:spPr>
          </p:sp>
          <p:sp>
            <p:nvSpPr>
              <p:cNvPr id="95351" name="Line 86"/>
              <p:cNvSpPr/>
              <p:nvPr/>
            </p:nvSpPr>
            <p:spPr>
              <a:xfrm>
                <a:off x="4408" y="589"/>
                <a:ext cx="130" cy="1"/>
              </a:xfrm>
              <a:prstGeom prst="line">
                <a:avLst/>
              </a:prstGeom>
              <a:ln w="14288" cap="flat" cmpd="sng">
                <a:solidFill>
                  <a:srgbClr val="000000"/>
                </a:solidFill>
                <a:prstDash val="solid"/>
                <a:headEnd type="none" w="med" len="med"/>
                <a:tailEnd type="none" w="med" len="med"/>
              </a:ln>
            </p:spPr>
          </p:sp>
        </p:grpSp>
        <p:grpSp>
          <p:nvGrpSpPr>
            <p:cNvPr id="95337" name="Group 92"/>
            <p:cNvGrpSpPr/>
            <p:nvPr/>
          </p:nvGrpSpPr>
          <p:grpSpPr>
            <a:xfrm>
              <a:off x="4538" y="384"/>
              <a:ext cx="391" cy="206"/>
              <a:chOff x="4538" y="384"/>
              <a:chExt cx="391" cy="206"/>
            </a:xfrm>
          </p:grpSpPr>
          <p:sp>
            <p:nvSpPr>
              <p:cNvPr id="95344" name="Line 88"/>
              <p:cNvSpPr/>
              <p:nvPr/>
            </p:nvSpPr>
            <p:spPr>
              <a:xfrm>
                <a:off x="4603" y="384"/>
                <a:ext cx="130" cy="2"/>
              </a:xfrm>
              <a:prstGeom prst="line">
                <a:avLst/>
              </a:prstGeom>
              <a:ln w="14288" cap="flat" cmpd="sng">
                <a:solidFill>
                  <a:srgbClr val="000000"/>
                </a:solidFill>
                <a:prstDash val="solid"/>
                <a:headEnd type="none" w="med" len="med"/>
                <a:tailEnd type="none" w="med" len="med"/>
              </a:ln>
            </p:spPr>
          </p:sp>
          <p:sp>
            <p:nvSpPr>
              <p:cNvPr id="95345" name="Line 89"/>
              <p:cNvSpPr/>
              <p:nvPr/>
            </p:nvSpPr>
            <p:spPr>
              <a:xfrm flipH="1">
                <a:off x="4538" y="384"/>
                <a:ext cx="65" cy="205"/>
              </a:xfrm>
              <a:prstGeom prst="line">
                <a:avLst/>
              </a:prstGeom>
              <a:ln w="14288" cap="flat" cmpd="sng">
                <a:solidFill>
                  <a:srgbClr val="000000"/>
                </a:solidFill>
                <a:prstDash val="solid"/>
                <a:headEnd type="none" w="med" len="med"/>
                <a:tailEnd type="none" w="med" len="med"/>
              </a:ln>
            </p:spPr>
          </p:sp>
          <p:sp>
            <p:nvSpPr>
              <p:cNvPr id="95346" name="Line 90"/>
              <p:cNvSpPr/>
              <p:nvPr/>
            </p:nvSpPr>
            <p:spPr>
              <a:xfrm>
                <a:off x="4733" y="384"/>
                <a:ext cx="65" cy="205"/>
              </a:xfrm>
              <a:prstGeom prst="line">
                <a:avLst/>
              </a:prstGeom>
              <a:ln w="14288" cap="flat" cmpd="sng">
                <a:solidFill>
                  <a:srgbClr val="000000"/>
                </a:solidFill>
                <a:prstDash val="solid"/>
                <a:headEnd type="none" w="med" len="med"/>
                <a:tailEnd type="none" w="med" len="med"/>
              </a:ln>
            </p:spPr>
          </p:sp>
          <p:sp>
            <p:nvSpPr>
              <p:cNvPr id="95347" name="Line 91"/>
              <p:cNvSpPr/>
              <p:nvPr/>
            </p:nvSpPr>
            <p:spPr>
              <a:xfrm>
                <a:off x="4798" y="589"/>
                <a:ext cx="131" cy="1"/>
              </a:xfrm>
              <a:prstGeom prst="line">
                <a:avLst/>
              </a:prstGeom>
              <a:ln w="14288" cap="flat" cmpd="sng">
                <a:solidFill>
                  <a:srgbClr val="000000"/>
                </a:solidFill>
                <a:prstDash val="solid"/>
                <a:headEnd type="none" w="med" len="med"/>
                <a:tailEnd type="none" w="med" len="med"/>
              </a:ln>
            </p:spPr>
          </p:sp>
        </p:grpSp>
        <p:grpSp>
          <p:nvGrpSpPr>
            <p:cNvPr id="95338" name="Group 97"/>
            <p:cNvGrpSpPr/>
            <p:nvPr/>
          </p:nvGrpSpPr>
          <p:grpSpPr>
            <a:xfrm>
              <a:off x="4929" y="384"/>
              <a:ext cx="390" cy="206"/>
              <a:chOff x="4929" y="384"/>
              <a:chExt cx="390" cy="206"/>
            </a:xfrm>
          </p:grpSpPr>
          <p:sp>
            <p:nvSpPr>
              <p:cNvPr id="95340" name="Line 93"/>
              <p:cNvSpPr/>
              <p:nvPr/>
            </p:nvSpPr>
            <p:spPr>
              <a:xfrm>
                <a:off x="4993" y="384"/>
                <a:ext cx="131" cy="2"/>
              </a:xfrm>
              <a:prstGeom prst="line">
                <a:avLst/>
              </a:prstGeom>
              <a:ln w="14288" cap="flat" cmpd="sng">
                <a:solidFill>
                  <a:srgbClr val="000000"/>
                </a:solidFill>
                <a:prstDash val="solid"/>
                <a:headEnd type="none" w="med" len="med"/>
                <a:tailEnd type="none" w="med" len="med"/>
              </a:ln>
            </p:spPr>
          </p:sp>
          <p:sp>
            <p:nvSpPr>
              <p:cNvPr id="95341" name="Line 94"/>
              <p:cNvSpPr/>
              <p:nvPr/>
            </p:nvSpPr>
            <p:spPr>
              <a:xfrm flipH="1">
                <a:off x="4929" y="384"/>
                <a:ext cx="64" cy="205"/>
              </a:xfrm>
              <a:prstGeom prst="line">
                <a:avLst/>
              </a:prstGeom>
              <a:ln w="14288" cap="flat" cmpd="sng">
                <a:solidFill>
                  <a:srgbClr val="000000"/>
                </a:solidFill>
                <a:prstDash val="solid"/>
                <a:headEnd type="none" w="med" len="med"/>
                <a:tailEnd type="none" w="med" len="med"/>
              </a:ln>
            </p:spPr>
          </p:sp>
          <p:sp>
            <p:nvSpPr>
              <p:cNvPr id="95342" name="Line 95"/>
              <p:cNvSpPr/>
              <p:nvPr/>
            </p:nvSpPr>
            <p:spPr>
              <a:xfrm>
                <a:off x="5124" y="384"/>
                <a:ext cx="66" cy="205"/>
              </a:xfrm>
              <a:prstGeom prst="line">
                <a:avLst/>
              </a:prstGeom>
              <a:ln w="14288" cap="flat" cmpd="sng">
                <a:solidFill>
                  <a:srgbClr val="000000"/>
                </a:solidFill>
                <a:prstDash val="solid"/>
                <a:headEnd type="none" w="med" len="med"/>
                <a:tailEnd type="none" w="med" len="med"/>
              </a:ln>
            </p:spPr>
          </p:sp>
          <p:sp>
            <p:nvSpPr>
              <p:cNvPr id="95343" name="Line 96"/>
              <p:cNvSpPr/>
              <p:nvPr/>
            </p:nvSpPr>
            <p:spPr>
              <a:xfrm>
                <a:off x="5190" y="589"/>
                <a:ext cx="129" cy="1"/>
              </a:xfrm>
              <a:prstGeom prst="line">
                <a:avLst/>
              </a:prstGeom>
              <a:ln w="14288" cap="flat" cmpd="sng">
                <a:solidFill>
                  <a:srgbClr val="000000"/>
                </a:solidFill>
                <a:prstDash val="solid"/>
                <a:headEnd type="none" w="med" len="med"/>
                <a:tailEnd type="none" w="med" len="med"/>
              </a:ln>
            </p:spPr>
          </p:sp>
        </p:grpSp>
        <p:sp>
          <p:nvSpPr>
            <p:cNvPr id="95339" name="Line 98"/>
            <p:cNvSpPr/>
            <p:nvPr/>
          </p:nvSpPr>
          <p:spPr>
            <a:xfrm flipH="1">
              <a:off x="825" y="589"/>
              <a:ext cx="197" cy="1"/>
            </a:xfrm>
            <a:prstGeom prst="line">
              <a:avLst/>
            </a:prstGeom>
            <a:ln w="14288" cap="flat" cmpd="sng">
              <a:solidFill>
                <a:srgbClr val="000000"/>
              </a:solidFill>
              <a:prstDash val="solid"/>
              <a:headEnd type="none" w="med" len="med"/>
              <a:tailEnd type="none" w="med" len="med"/>
            </a:ln>
          </p:spPr>
        </p:sp>
      </p:grpSp>
      <p:sp>
        <p:nvSpPr>
          <p:cNvPr id="95251" name="Line 100"/>
          <p:cNvSpPr/>
          <p:nvPr/>
        </p:nvSpPr>
        <p:spPr>
          <a:xfrm>
            <a:off x="1414463" y="1582738"/>
            <a:ext cx="7029450" cy="1587"/>
          </a:xfrm>
          <a:prstGeom prst="line">
            <a:avLst/>
          </a:prstGeom>
          <a:ln w="14288" cap="flat" cmpd="sng">
            <a:solidFill>
              <a:srgbClr val="000000"/>
            </a:solidFill>
            <a:prstDash val="solid"/>
            <a:headEnd type="none" w="med" len="med"/>
            <a:tailEnd type="none" w="med" len="med"/>
          </a:ln>
        </p:spPr>
      </p:sp>
      <p:sp>
        <p:nvSpPr>
          <p:cNvPr id="95252" name="Rectangle 102"/>
          <p:cNvSpPr/>
          <p:nvPr/>
        </p:nvSpPr>
        <p:spPr>
          <a:xfrm>
            <a:off x="3851275" y="19304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95253" name="Rectangle 103"/>
          <p:cNvSpPr/>
          <p:nvPr/>
        </p:nvSpPr>
        <p:spPr>
          <a:xfrm>
            <a:off x="4502150" y="19304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95254" name="Rectangle 104"/>
          <p:cNvSpPr/>
          <p:nvPr/>
        </p:nvSpPr>
        <p:spPr>
          <a:xfrm>
            <a:off x="5121275" y="19304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95255" name="Rectangle 106"/>
          <p:cNvSpPr/>
          <p:nvPr/>
        </p:nvSpPr>
        <p:spPr>
          <a:xfrm>
            <a:off x="6024563" y="19304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95256" name="Line 109"/>
          <p:cNvSpPr/>
          <p:nvPr/>
        </p:nvSpPr>
        <p:spPr>
          <a:xfrm>
            <a:off x="1258888" y="1906588"/>
            <a:ext cx="4383087" cy="9525"/>
          </a:xfrm>
          <a:prstGeom prst="line">
            <a:avLst/>
          </a:prstGeom>
          <a:ln w="14288" cap="flat" cmpd="sng">
            <a:solidFill>
              <a:srgbClr val="000000"/>
            </a:solidFill>
            <a:prstDash val="solid"/>
            <a:headEnd type="none" w="med" len="med"/>
            <a:tailEnd type="none" w="med" len="med"/>
          </a:ln>
        </p:spPr>
      </p:sp>
      <p:grpSp>
        <p:nvGrpSpPr>
          <p:cNvPr id="95257" name="Group 117"/>
          <p:cNvGrpSpPr/>
          <p:nvPr/>
        </p:nvGrpSpPr>
        <p:grpSpPr>
          <a:xfrm>
            <a:off x="1406525" y="2224088"/>
            <a:ext cx="636588" cy="14287"/>
            <a:chOff x="886" y="1401"/>
            <a:chExt cx="401" cy="9"/>
          </a:xfrm>
        </p:grpSpPr>
        <p:sp>
          <p:nvSpPr>
            <p:cNvPr id="95321" name="Freeform 110"/>
            <p:cNvSpPr/>
            <p:nvPr/>
          </p:nvSpPr>
          <p:spPr>
            <a:xfrm>
              <a:off x="886" y="1401"/>
              <a:ext cx="45" cy="9"/>
            </a:xfrm>
            <a:custGeom>
              <a:avLst/>
              <a:gdLst/>
              <a:ahLst/>
              <a:cxnLst>
                <a:cxn ang="0">
                  <a:pos x="6" y="0"/>
                </a:cxn>
                <a:cxn ang="0">
                  <a:pos x="5" y="0"/>
                </a:cxn>
                <a:cxn ang="0">
                  <a:pos x="3" y="2"/>
                </a:cxn>
                <a:cxn ang="0">
                  <a:pos x="2" y="3"/>
                </a:cxn>
                <a:cxn ang="0">
                  <a:pos x="0" y="5"/>
                </a:cxn>
                <a:cxn ang="0">
                  <a:pos x="2" y="6"/>
                </a:cxn>
                <a:cxn ang="0">
                  <a:pos x="3" y="8"/>
                </a:cxn>
                <a:cxn ang="0">
                  <a:pos x="5" y="9"/>
                </a:cxn>
                <a:cxn ang="0">
                  <a:pos x="39" y="9"/>
                </a:cxn>
                <a:cxn ang="0">
                  <a:pos x="40" y="9"/>
                </a:cxn>
                <a:cxn ang="0">
                  <a:pos x="42" y="9"/>
                </a:cxn>
                <a:cxn ang="0">
                  <a:pos x="43" y="8"/>
                </a:cxn>
                <a:cxn ang="0">
                  <a:pos x="45" y="6"/>
                </a:cxn>
                <a:cxn ang="0">
                  <a:pos x="45" y="5"/>
                </a:cxn>
                <a:cxn ang="0">
                  <a:pos x="43" y="3"/>
                </a:cxn>
                <a:cxn ang="0">
                  <a:pos x="42" y="2"/>
                </a:cxn>
                <a:cxn ang="0">
                  <a:pos x="40" y="0"/>
                </a:cxn>
                <a:cxn ang="0">
                  <a:pos x="6" y="0"/>
                </a:cxn>
              </a:cxnLst>
              <a:pathLst>
                <a:path w="45" h="9">
                  <a:moveTo>
                    <a:pt x="6" y="0"/>
                  </a:moveTo>
                  <a:lnTo>
                    <a:pt x="5" y="0"/>
                  </a:lnTo>
                  <a:lnTo>
                    <a:pt x="3" y="2"/>
                  </a:lnTo>
                  <a:lnTo>
                    <a:pt x="2" y="3"/>
                  </a:lnTo>
                  <a:lnTo>
                    <a:pt x="0" y="5"/>
                  </a:lnTo>
                  <a:lnTo>
                    <a:pt x="2" y="6"/>
                  </a:lnTo>
                  <a:lnTo>
                    <a:pt x="3" y="8"/>
                  </a:lnTo>
                  <a:lnTo>
                    <a:pt x="5" y="9"/>
                  </a:lnTo>
                  <a:lnTo>
                    <a:pt x="39" y="9"/>
                  </a:lnTo>
                  <a:lnTo>
                    <a:pt x="40" y="9"/>
                  </a:lnTo>
                  <a:lnTo>
                    <a:pt x="42" y="9"/>
                  </a:lnTo>
                  <a:lnTo>
                    <a:pt x="43" y="8"/>
                  </a:lnTo>
                  <a:lnTo>
                    <a:pt x="45" y="6"/>
                  </a:lnTo>
                  <a:lnTo>
                    <a:pt x="45" y="5"/>
                  </a:lnTo>
                  <a:lnTo>
                    <a:pt x="43" y="3"/>
                  </a:lnTo>
                  <a:lnTo>
                    <a:pt x="42" y="2"/>
                  </a:lnTo>
                  <a:lnTo>
                    <a:pt x="40" y="0"/>
                  </a:lnTo>
                  <a:lnTo>
                    <a:pt x="6" y="0"/>
                  </a:lnTo>
                  <a:close/>
                </a:path>
              </a:pathLst>
            </a:custGeom>
            <a:solidFill>
              <a:srgbClr val="000000">
                <a:alpha val="100000"/>
              </a:srgbClr>
            </a:solidFill>
            <a:ln w="9525">
              <a:noFill/>
            </a:ln>
          </p:spPr>
          <p:txBody>
            <a:bodyPr/>
            <a:p>
              <a:endParaRPr lang="zh-CN" altLang="en-US"/>
            </a:p>
          </p:txBody>
        </p:sp>
        <p:sp>
          <p:nvSpPr>
            <p:cNvPr id="95322" name="Freeform 111"/>
            <p:cNvSpPr/>
            <p:nvPr/>
          </p:nvSpPr>
          <p:spPr>
            <a:xfrm>
              <a:off x="949" y="1401"/>
              <a:ext cx="44"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8" y="9"/>
                </a:cxn>
                <a:cxn ang="0">
                  <a:pos x="40" y="9"/>
                </a:cxn>
                <a:cxn ang="0">
                  <a:pos x="41" y="9"/>
                </a:cxn>
                <a:cxn ang="0">
                  <a:pos x="43" y="8"/>
                </a:cxn>
                <a:cxn ang="0">
                  <a:pos x="44" y="6"/>
                </a:cxn>
                <a:cxn ang="0">
                  <a:pos x="44" y="5"/>
                </a:cxn>
                <a:cxn ang="0">
                  <a:pos x="43" y="3"/>
                </a:cxn>
                <a:cxn ang="0">
                  <a:pos x="41" y="2"/>
                </a:cxn>
                <a:cxn ang="0">
                  <a:pos x="40" y="0"/>
                </a:cxn>
                <a:cxn ang="0">
                  <a:pos x="4" y="0"/>
                </a:cxn>
              </a:cxnLst>
              <a:pathLst>
                <a:path w="44" h="9">
                  <a:moveTo>
                    <a:pt x="4" y="0"/>
                  </a:moveTo>
                  <a:lnTo>
                    <a:pt x="3" y="0"/>
                  </a:lnTo>
                  <a:lnTo>
                    <a:pt x="1" y="2"/>
                  </a:lnTo>
                  <a:lnTo>
                    <a:pt x="0" y="3"/>
                  </a:lnTo>
                  <a:lnTo>
                    <a:pt x="0" y="5"/>
                  </a:lnTo>
                  <a:lnTo>
                    <a:pt x="0" y="6"/>
                  </a:lnTo>
                  <a:lnTo>
                    <a:pt x="0" y="8"/>
                  </a:lnTo>
                  <a:lnTo>
                    <a:pt x="1" y="9"/>
                  </a:lnTo>
                  <a:lnTo>
                    <a:pt x="3" y="9"/>
                  </a:lnTo>
                  <a:lnTo>
                    <a:pt x="38" y="9"/>
                  </a:lnTo>
                  <a:lnTo>
                    <a:pt x="40" y="9"/>
                  </a:lnTo>
                  <a:lnTo>
                    <a:pt x="41" y="9"/>
                  </a:lnTo>
                  <a:lnTo>
                    <a:pt x="43" y="8"/>
                  </a:lnTo>
                  <a:lnTo>
                    <a:pt x="44" y="6"/>
                  </a:lnTo>
                  <a:lnTo>
                    <a:pt x="44" y="5"/>
                  </a:lnTo>
                  <a:lnTo>
                    <a:pt x="43" y="3"/>
                  </a:lnTo>
                  <a:lnTo>
                    <a:pt x="41" y="2"/>
                  </a:lnTo>
                  <a:lnTo>
                    <a:pt x="40" y="0"/>
                  </a:lnTo>
                  <a:lnTo>
                    <a:pt x="4" y="0"/>
                  </a:lnTo>
                  <a:close/>
                </a:path>
              </a:pathLst>
            </a:custGeom>
            <a:solidFill>
              <a:srgbClr val="000000">
                <a:alpha val="100000"/>
              </a:srgbClr>
            </a:solidFill>
            <a:ln w="9525">
              <a:noFill/>
            </a:ln>
          </p:spPr>
          <p:txBody>
            <a:bodyPr/>
            <a:p>
              <a:endParaRPr lang="zh-CN" altLang="en-US"/>
            </a:p>
          </p:txBody>
        </p:sp>
        <p:sp>
          <p:nvSpPr>
            <p:cNvPr id="95323" name="Freeform 112"/>
            <p:cNvSpPr/>
            <p:nvPr/>
          </p:nvSpPr>
          <p:spPr>
            <a:xfrm>
              <a:off x="1011" y="1401"/>
              <a:ext cx="45"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9" y="9"/>
                </a:cxn>
                <a:cxn ang="0">
                  <a:pos x="40" y="9"/>
                </a:cxn>
                <a:cxn ang="0">
                  <a:pos x="42" y="9"/>
                </a:cxn>
                <a:cxn ang="0">
                  <a:pos x="43" y="8"/>
                </a:cxn>
                <a:cxn ang="0">
                  <a:pos x="45" y="6"/>
                </a:cxn>
                <a:cxn ang="0">
                  <a:pos x="45" y="5"/>
                </a:cxn>
                <a:cxn ang="0">
                  <a:pos x="43" y="3"/>
                </a:cxn>
                <a:cxn ang="0">
                  <a:pos x="42" y="2"/>
                </a:cxn>
                <a:cxn ang="0">
                  <a:pos x="40" y="0"/>
                </a:cxn>
                <a:cxn ang="0">
                  <a:pos x="5" y="0"/>
                </a:cxn>
              </a:cxnLst>
              <a:pathLst>
                <a:path w="45" h="9">
                  <a:moveTo>
                    <a:pt x="5" y="0"/>
                  </a:moveTo>
                  <a:lnTo>
                    <a:pt x="3" y="0"/>
                  </a:lnTo>
                  <a:lnTo>
                    <a:pt x="2" y="2"/>
                  </a:lnTo>
                  <a:lnTo>
                    <a:pt x="0" y="3"/>
                  </a:lnTo>
                  <a:lnTo>
                    <a:pt x="0" y="5"/>
                  </a:lnTo>
                  <a:lnTo>
                    <a:pt x="0" y="6"/>
                  </a:lnTo>
                  <a:lnTo>
                    <a:pt x="0" y="8"/>
                  </a:lnTo>
                  <a:lnTo>
                    <a:pt x="2" y="9"/>
                  </a:lnTo>
                  <a:lnTo>
                    <a:pt x="3" y="9"/>
                  </a:lnTo>
                  <a:lnTo>
                    <a:pt x="39" y="9"/>
                  </a:lnTo>
                  <a:lnTo>
                    <a:pt x="40" y="9"/>
                  </a:lnTo>
                  <a:lnTo>
                    <a:pt x="42" y="9"/>
                  </a:lnTo>
                  <a:lnTo>
                    <a:pt x="43" y="8"/>
                  </a:lnTo>
                  <a:lnTo>
                    <a:pt x="45" y="6"/>
                  </a:lnTo>
                  <a:lnTo>
                    <a:pt x="45" y="5"/>
                  </a:lnTo>
                  <a:lnTo>
                    <a:pt x="43" y="3"/>
                  </a:lnTo>
                  <a:lnTo>
                    <a:pt x="42" y="2"/>
                  </a:lnTo>
                  <a:lnTo>
                    <a:pt x="40" y="0"/>
                  </a:lnTo>
                  <a:lnTo>
                    <a:pt x="5" y="0"/>
                  </a:lnTo>
                  <a:close/>
                </a:path>
              </a:pathLst>
            </a:custGeom>
            <a:solidFill>
              <a:srgbClr val="000000">
                <a:alpha val="100000"/>
              </a:srgbClr>
            </a:solidFill>
            <a:ln w="9525">
              <a:noFill/>
            </a:ln>
          </p:spPr>
          <p:txBody>
            <a:bodyPr/>
            <a:p>
              <a:endParaRPr lang="zh-CN" altLang="en-US"/>
            </a:p>
          </p:txBody>
        </p:sp>
        <p:sp>
          <p:nvSpPr>
            <p:cNvPr id="95324" name="Freeform 113"/>
            <p:cNvSpPr/>
            <p:nvPr/>
          </p:nvSpPr>
          <p:spPr>
            <a:xfrm>
              <a:off x="1074" y="1401"/>
              <a:ext cx="44"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8" y="9"/>
                </a:cxn>
                <a:cxn ang="0">
                  <a:pos x="40" y="9"/>
                </a:cxn>
                <a:cxn ang="0">
                  <a:pos x="41" y="9"/>
                </a:cxn>
                <a:cxn ang="0">
                  <a:pos x="43" y="8"/>
                </a:cxn>
                <a:cxn ang="0">
                  <a:pos x="44" y="6"/>
                </a:cxn>
                <a:cxn ang="0">
                  <a:pos x="44" y="5"/>
                </a:cxn>
                <a:cxn ang="0">
                  <a:pos x="43" y="3"/>
                </a:cxn>
                <a:cxn ang="0">
                  <a:pos x="41" y="2"/>
                </a:cxn>
                <a:cxn ang="0">
                  <a:pos x="40" y="0"/>
                </a:cxn>
                <a:cxn ang="0">
                  <a:pos x="4" y="0"/>
                </a:cxn>
              </a:cxnLst>
              <a:pathLst>
                <a:path w="44" h="9">
                  <a:moveTo>
                    <a:pt x="4" y="0"/>
                  </a:moveTo>
                  <a:lnTo>
                    <a:pt x="3" y="0"/>
                  </a:lnTo>
                  <a:lnTo>
                    <a:pt x="1" y="2"/>
                  </a:lnTo>
                  <a:lnTo>
                    <a:pt x="0" y="3"/>
                  </a:lnTo>
                  <a:lnTo>
                    <a:pt x="0" y="5"/>
                  </a:lnTo>
                  <a:lnTo>
                    <a:pt x="0" y="6"/>
                  </a:lnTo>
                  <a:lnTo>
                    <a:pt x="0" y="8"/>
                  </a:lnTo>
                  <a:lnTo>
                    <a:pt x="1" y="9"/>
                  </a:lnTo>
                  <a:lnTo>
                    <a:pt x="3" y="9"/>
                  </a:lnTo>
                  <a:lnTo>
                    <a:pt x="38" y="9"/>
                  </a:lnTo>
                  <a:lnTo>
                    <a:pt x="40" y="9"/>
                  </a:lnTo>
                  <a:lnTo>
                    <a:pt x="41" y="9"/>
                  </a:lnTo>
                  <a:lnTo>
                    <a:pt x="43" y="8"/>
                  </a:lnTo>
                  <a:lnTo>
                    <a:pt x="44" y="6"/>
                  </a:lnTo>
                  <a:lnTo>
                    <a:pt x="44" y="5"/>
                  </a:lnTo>
                  <a:lnTo>
                    <a:pt x="43" y="3"/>
                  </a:lnTo>
                  <a:lnTo>
                    <a:pt x="41" y="2"/>
                  </a:lnTo>
                  <a:lnTo>
                    <a:pt x="40" y="0"/>
                  </a:lnTo>
                  <a:lnTo>
                    <a:pt x="4" y="0"/>
                  </a:lnTo>
                  <a:close/>
                </a:path>
              </a:pathLst>
            </a:custGeom>
            <a:solidFill>
              <a:srgbClr val="000000">
                <a:alpha val="100000"/>
              </a:srgbClr>
            </a:solidFill>
            <a:ln w="9525">
              <a:noFill/>
            </a:ln>
          </p:spPr>
          <p:txBody>
            <a:bodyPr/>
            <a:p>
              <a:endParaRPr lang="zh-CN" altLang="en-US"/>
            </a:p>
          </p:txBody>
        </p:sp>
        <p:sp>
          <p:nvSpPr>
            <p:cNvPr id="95325" name="Freeform 114"/>
            <p:cNvSpPr/>
            <p:nvPr/>
          </p:nvSpPr>
          <p:spPr>
            <a:xfrm>
              <a:off x="1136" y="1401"/>
              <a:ext cx="45"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9" y="9"/>
                </a:cxn>
                <a:cxn ang="0">
                  <a:pos x="40" y="9"/>
                </a:cxn>
                <a:cxn ang="0">
                  <a:pos x="42" y="9"/>
                </a:cxn>
                <a:cxn ang="0">
                  <a:pos x="43" y="8"/>
                </a:cxn>
                <a:cxn ang="0">
                  <a:pos x="45" y="6"/>
                </a:cxn>
                <a:cxn ang="0">
                  <a:pos x="45" y="5"/>
                </a:cxn>
                <a:cxn ang="0">
                  <a:pos x="43" y="3"/>
                </a:cxn>
                <a:cxn ang="0">
                  <a:pos x="42" y="2"/>
                </a:cxn>
                <a:cxn ang="0">
                  <a:pos x="40" y="0"/>
                </a:cxn>
                <a:cxn ang="0">
                  <a:pos x="5" y="0"/>
                </a:cxn>
              </a:cxnLst>
              <a:pathLst>
                <a:path w="45" h="9">
                  <a:moveTo>
                    <a:pt x="5" y="0"/>
                  </a:moveTo>
                  <a:lnTo>
                    <a:pt x="3" y="0"/>
                  </a:lnTo>
                  <a:lnTo>
                    <a:pt x="2" y="2"/>
                  </a:lnTo>
                  <a:lnTo>
                    <a:pt x="0" y="3"/>
                  </a:lnTo>
                  <a:lnTo>
                    <a:pt x="0" y="5"/>
                  </a:lnTo>
                  <a:lnTo>
                    <a:pt x="0" y="6"/>
                  </a:lnTo>
                  <a:lnTo>
                    <a:pt x="0" y="8"/>
                  </a:lnTo>
                  <a:lnTo>
                    <a:pt x="2" y="9"/>
                  </a:lnTo>
                  <a:lnTo>
                    <a:pt x="3" y="9"/>
                  </a:lnTo>
                  <a:lnTo>
                    <a:pt x="39" y="9"/>
                  </a:lnTo>
                  <a:lnTo>
                    <a:pt x="40" y="9"/>
                  </a:lnTo>
                  <a:lnTo>
                    <a:pt x="42" y="9"/>
                  </a:lnTo>
                  <a:lnTo>
                    <a:pt x="43" y="8"/>
                  </a:lnTo>
                  <a:lnTo>
                    <a:pt x="45" y="6"/>
                  </a:lnTo>
                  <a:lnTo>
                    <a:pt x="45" y="5"/>
                  </a:lnTo>
                  <a:lnTo>
                    <a:pt x="43" y="3"/>
                  </a:lnTo>
                  <a:lnTo>
                    <a:pt x="42" y="2"/>
                  </a:lnTo>
                  <a:lnTo>
                    <a:pt x="40" y="0"/>
                  </a:lnTo>
                  <a:lnTo>
                    <a:pt x="5" y="0"/>
                  </a:lnTo>
                  <a:close/>
                </a:path>
              </a:pathLst>
            </a:custGeom>
            <a:solidFill>
              <a:srgbClr val="000000">
                <a:alpha val="100000"/>
              </a:srgbClr>
            </a:solidFill>
            <a:ln w="9525">
              <a:noFill/>
            </a:ln>
          </p:spPr>
          <p:txBody>
            <a:bodyPr/>
            <a:p>
              <a:endParaRPr lang="zh-CN" altLang="en-US"/>
            </a:p>
          </p:txBody>
        </p:sp>
        <p:sp>
          <p:nvSpPr>
            <p:cNvPr id="95326" name="Freeform 115"/>
            <p:cNvSpPr/>
            <p:nvPr/>
          </p:nvSpPr>
          <p:spPr>
            <a:xfrm>
              <a:off x="1199" y="1401"/>
              <a:ext cx="44"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8" y="9"/>
                </a:cxn>
                <a:cxn ang="0">
                  <a:pos x="40" y="9"/>
                </a:cxn>
                <a:cxn ang="0">
                  <a:pos x="41" y="9"/>
                </a:cxn>
                <a:cxn ang="0">
                  <a:pos x="43" y="8"/>
                </a:cxn>
                <a:cxn ang="0">
                  <a:pos x="44" y="6"/>
                </a:cxn>
                <a:cxn ang="0">
                  <a:pos x="44" y="5"/>
                </a:cxn>
                <a:cxn ang="0">
                  <a:pos x="43" y="3"/>
                </a:cxn>
                <a:cxn ang="0">
                  <a:pos x="41" y="2"/>
                </a:cxn>
                <a:cxn ang="0">
                  <a:pos x="40" y="0"/>
                </a:cxn>
                <a:cxn ang="0">
                  <a:pos x="4" y="0"/>
                </a:cxn>
              </a:cxnLst>
              <a:pathLst>
                <a:path w="44" h="9">
                  <a:moveTo>
                    <a:pt x="4" y="0"/>
                  </a:moveTo>
                  <a:lnTo>
                    <a:pt x="3" y="0"/>
                  </a:lnTo>
                  <a:lnTo>
                    <a:pt x="1" y="2"/>
                  </a:lnTo>
                  <a:lnTo>
                    <a:pt x="0" y="3"/>
                  </a:lnTo>
                  <a:lnTo>
                    <a:pt x="0" y="5"/>
                  </a:lnTo>
                  <a:lnTo>
                    <a:pt x="0" y="6"/>
                  </a:lnTo>
                  <a:lnTo>
                    <a:pt x="0" y="8"/>
                  </a:lnTo>
                  <a:lnTo>
                    <a:pt x="1" y="9"/>
                  </a:lnTo>
                  <a:lnTo>
                    <a:pt x="3" y="9"/>
                  </a:lnTo>
                  <a:lnTo>
                    <a:pt x="38" y="9"/>
                  </a:lnTo>
                  <a:lnTo>
                    <a:pt x="40" y="9"/>
                  </a:lnTo>
                  <a:lnTo>
                    <a:pt x="41" y="9"/>
                  </a:lnTo>
                  <a:lnTo>
                    <a:pt x="43" y="8"/>
                  </a:lnTo>
                  <a:lnTo>
                    <a:pt x="44" y="6"/>
                  </a:lnTo>
                  <a:lnTo>
                    <a:pt x="44" y="5"/>
                  </a:lnTo>
                  <a:lnTo>
                    <a:pt x="43" y="3"/>
                  </a:lnTo>
                  <a:lnTo>
                    <a:pt x="41" y="2"/>
                  </a:lnTo>
                  <a:lnTo>
                    <a:pt x="40" y="0"/>
                  </a:lnTo>
                  <a:lnTo>
                    <a:pt x="4" y="0"/>
                  </a:lnTo>
                  <a:close/>
                </a:path>
              </a:pathLst>
            </a:custGeom>
            <a:solidFill>
              <a:srgbClr val="000000">
                <a:alpha val="100000"/>
              </a:srgbClr>
            </a:solidFill>
            <a:ln w="9525">
              <a:noFill/>
            </a:ln>
          </p:spPr>
          <p:txBody>
            <a:bodyPr/>
            <a:p>
              <a:endParaRPr lang="zh-CN" altLang="en-US"/>
            </a:p>
          </p:txBody>
        </p:sp>
        <p:sp>
          <p:nvSpPr>
            <p:cNvPr id="95327" name="Freeform 116"/>
            <p:cNvSpPr/>
            <p:nvPr/>
          </p:nvSpPr>
          <p:spPr>
            <a:xfrm>
              <a:off x="1261" y="1401"/>
              <a:ext cx="26"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21" y="9"/>
                </a:cxn>
                <a:cxn ang="0">
                  <a:pos x="23" y="8"/>
                </a:cxn>
                <a:cxn ang="0">
                  <a:pos x="24" y="6"/>
                </a:cxn>
                <a:cxn ang="0">
                  <a:pos x="26" y="5"/>
                </a:cxn>
                <a:cxn ang="0">
                  <a:pos x="24" y="3"/>
                </a:cxn>
                <a:cxn ang="0">
                  <a:pos x="23" y="2"/>
                </a:cxn>
                <a:cxn ang="0">
                  <a:pos x="23" y="0"/>
                </a:cxn>
                <a:cxn ang="0">
                  <a:pos x="5" y="0"/>
                </a:cxn>
              </a:cxnLst>
              <a:pathLst>
                <a:path w="26" h="9">
                  <a:moveTo>
                    <a:pt x="5" y="0"/>
                  </a:moveTo>
                  <a:lnTo>
                    <a:pt x="3" y="0"/>
                  </a:lnTo>
                  <a:lnTo>
                    <a:pt x="2" y="2"/>
                  </a:lnTo>
                  <a:lnTo>
                    <a:pt x="0" y="3"/>
                  </a:lnTo>
                  <a:lnTo>
                    <a:pt x="0" y="5"/>
                  </a:lnTo>
                  <a:lnTo>
                    <a:pt x="0" y="6"/>
                  </a:lnTo>
                  <a:lnTo>
                    <a:pt x="0" y="8"/>
                  </a:lnTo>
                  <a:lnTo>
                    <a:pt x="2" y="9"/>
                  </a:lnTo>
                  <a:lnTo>
                    <a:pt x="3" y="9"/>
                  </a:lnTo>
                  <a:lnTo>
                    <a:pt x="21" y="9"/>
                  </a:lnTo>
                  <a:lnTo>
                    <a:pt x="23" y="8"/>
                  </a:lnTo>
                  <a:lnTo>
                    <a:pt x="24" y="6"/>
                  </a:lnTo>
                  <a:lnTo>
                    <a:pt x="26" y="5"/>
                  </a:lnTo>
                  <a:lnTo>
                    <a:pt x="24" y="3"/>
                  </a:lnTo>
                  <a:lnTo>
                    <a:pt x="23" y="2"/>
                  </a:lnTo>
                  <a:lnTo>
                    <a:pt x="23" y="0"/>
                  </a:lnTo>
                  <a:lnTo>
                    <a:pt x="5" y="0"/>
                  </a:lnTo>
                  <a:close/>
                </a:path>
              </a:pathLst>
            </a:custGeom>
            <a:solidFill>
              <a:srgbClr val="000000">
                <a:alpha val="100000"/>
              </a:srgbClr>
            </a:solidFill>
            <a:ln w="9525">
              <a:noFill/>
            </a:ln>
          </p:spPr>
          <p:txBody>
            <a:bodyPr/>
            <a:p>
              <a:endParaRPr lang="zh-CN" altLang="en-US"/>
            </a:p>
          </p:txBody>
        </p:sp>
      </p:grpSp>
      <p:grpSp>
        <p:nvGrpSpPr>
          <p:cNvPr id="95258" name="Group 122"/>
          <p:cNvGrpSpPr/>
          <p:nvPr/>
        </p:nvGrpSpPr>
        <p:grpSpPr>
          <a:xfrm>
            <a:off x="2028825" y="1898650"/>
            <a:ext cx="115888" cy="339725"/>
            <a:chOff x="1278" y="1196"/>
            <a:chExt cx="73" cy="214"/>
          </a:xfrm>
        </p:grpSpPr>
        <p:sp>
          <p:nvSpPr>
            <p:cNvPr id="95317" name="Freeform 118"/>
            <p:cNvSpPr/>
            <p:nvPr/>
          </p:nvSpPr>
          <p:spPr>
            <a:xfrm>
              <a:off x="1278" y="1367"/>
              <a:ext cx="19" cy="43"/>
            </a:xfrm>
            <a:custGeom>
              <a:avLst/>
              <a:gdLst/>
              <a:ahLst/>
              <a:cxnLst>
                <a:cxn ang="0">
                  <a:pos x="0" y="39"/>
                </a:cxn>
                <a:cxn ang="0">
                  <a:pos x="0" y="39"/>
                </a:cxn>
                <a:cxn ang="0">
                  <a:pos x="1" y="40"/>
                </a:cxn>
                <a:cxn ang="0">
                  <a:pos x="3" y="42"/>
                </a:cxn>
                <a:cxn ang="0">
                  <a:pos x="4" y="43"/>
                </a:cxn>
                <a:cxn ang="0">
                  <a:pos x="6" y="42"/>
                </a:cxn>
                <a:cxn ang="0">
                  <a:pos x="7" y="40"/>
                </a:cxn>
                <a:cxn ang="0">
                  <a:pos x="9" y="40"/>
                </a:cxn>
                <a:cxn ang="0">
                  <a:pos x="19" y="6"/>
                </a:cxn>
                <a:cxn ang="0">
                  <a:pos x="19" y="5"/>
                </a:cxn>
                <a:cxn ang="0">
                  <a:pos x="19" y="3"/>
                </a:cxn>
                <a:cxn ang="0">
                  <a:pos x="18" y="2"/>
                </a:cxn>
                <a:cxn ang="0">
                  <a:pos x="16" y="0"/>
                </a:cxn>
                <a:cxn ang="0">
                  <a:pos x="15" y="0"/>
                </a:cxn>
                <a:cxn ang="0">
                  <a:pos x="13" y="2"/>
                </a:cxn>
                <a:cxn ang="0">
                  <a:pos x="12" y="3"/>
                </a:cxn>
                <a:cxn ang="0">
                  <a:pos x="10" y="5"/>
                </a:cxn>
                <a:cxn ang="0">
                  <a:pos x="0" y="39"/>
                </a:cxn>
              </a:cxnLst>
              <a:pathLst>
                <a:path w="19" h="43">
                  <a:moveTo>
                    <a:pt x="0" y="39"/>
                  </a:moveTo>
                  <a:lnTo>
                    <a:pt x="0" y="39"/>
                  </a:lnTo>
                  <a:lnTo>
                    <a:pt x="1" y="40"/>
                  </a:lnTo>
                  <a:lnTo>
                    <a:pt x="3" y="42"/>
                  </a:lnTo>
                  <a:lnTo>
                    <a:pt x="4" y="43"/>
                  </a:lnTo>
                  <a:lnTo>
                    <a:pt x="6" y="42"/>
                  </a:lnTo>
                  <a:lnTo>
                    <a:pt x="7" y="40"/>
                  </a:lnTo>
                  <a:lnTo>
                    <a:pt x="9" y="40"/>
                  </a:lnTo>
                  <a:lnTo>
                    <a:pt x="19" y="6"/>
                  </a:lnTo>
                  <a:lnTo>
                    <a:pt x="19" y="5"/>
                  </a:lnTo>
                  <a:lnTo>
                    <a:pt x="19" y="3"/>
                  </a:lnTo>
                  <a:lnTo>
                    <a:pt x="18" y="2"/>
                  </a:lnTo>
                  <a:lnTo>
                    <a:pt x="16" y="0"/>
                  </a:lnTo>
                  <a:lnTo>
                    <a:pt x="15" y="0"/>
                  </a:lnTo>
                  <a:lnTo>
                    <a:pt x="13" y="2"/>
                  </a:lnTo>
                  <a:lnTo>
                    <a:pt x="12" y="3"/>
                  </a:lnTo>
                  <a:lnTo>
                    <a:pt x="10" y="5"/>
                  </a:lnTo>
                  <a:lnTo>
                    <a:pt x="0" y="39"/>
                  </a:lnTo>
                  <a:close/>
                </a:path>
              </a:pathLst>
            </a:custGeom>
            <a:solidFill>
              <a:srgbClr val="000000">
                <a:alpha val="100000"/>
              </a:srgbClr>
            </a:solidFill>
            <a:ln w="9525">
              <a:noFill/>
            </a:ln>
          </p:spPr>
          <p:txBody>
            <a:bodyPr/>
            <a:p>
              <a:endParaRPr lang="zh-CN" altLang="en-US"/>
            </a:p>
          </p:txBody>
        </p:sp>
        <p:sp>
          <p:nvSpPr>
            <p:cNvPr id="95318" name="Freeform 119"/>
            <p:cNvSpPr/>
            <p:nvPr/>
          </p:nvSpPr>
          <p:spPr>
            <a:xfrm>
              <a:off x="1296" y="1308"/>
              <a:ext cx="20" cy="43"/>
            </a:xfrm>
            <a:custGeom>
              <a:avLst/>
              <a:gdLst/>
              <a:ahLst/>
              <a:cxnLst>
                <a:cxn ang="0">
                  <a:pos x="0" y="37"/>
                </a:cxn>
                <a:cxn ang="0">
                  <a:pos x="0" y="38"/>
                </a:cxn>
                <a:cxn ang="0">
                  <a:pos x="1" y="40"/>
                </a:cxn>
                <a:cxn ang="0">
                  <a:pos x="3" y="41"/>
                </a:cxn>
                <a:cxn ang="0">
                  <a:pos x="4" y="43"/>
                </a:cxn>
                <a:cxn ang="0">
                  <a:pos x="6" y="43"/>
                </a:cxn>
                <a:cxn ang="0">
                  <a:pos x="7" y="41"/>
                </a:cxn>
                <a:cxn ang="0">
                  <a:pos x="8" y="40"/>
                </a:cxn>
                <a:cxn ang="0">
                  <a:pos x="8" y="38"/>
                </a:cxn>
                <a:cxn ang="0">
                  <a:pos x="20" y="4"/>
                </a:cxn>
                <a:cxn ang="0">
                  <a:pos x="20" y="3"/>
                </a:cxn>
                <a:cxn ang="0">
                  <a:pos x="19" y="1"/>
                </a:cxn>
                <a:cxn ang="0">
                  <a:pos x="17" y="0"/>
                </a:cxn>
                <a:cxn ang="0">
                  <a:pos x="16" y="0"/>
                </a:cxn>
                <a:cxn ang="0">
                  <a:pos x="14" y="0"/>
                </a:cxn>
                <a:cxn ang="0">
                  <a:pos x="13" y="0"/>
                </a:cxn>
                <a:cxn ang="0">
                  <a:pos x="11" y="1"/>
                </a:cxn>
                <a:cxn ang="0">
                  <a:pos x="11" y="3"/>
                </a:cxn>
                <a:cxn ang="0">
                  <a:pos x="0" y="37"/>
                </a:cxn>
              </a:cxnLst>
              <a:pathLst>
                <a:path w="20" h="43">
                  <a:moveTo>
                    <a:pt x="0" y="37"/>
                  </a:moveTo>
                  <a:lnTo>
                    <a:pt x="0" y="38"/>
                  </a:lnTo>
                  <a:lnTo>
                    <a:pt x="1" y="40"/>
                  </a:lnTo>
                  <a:lnTo>
                    <a:pt x="3" y="41"/>
                  </a:lnTo>
                  <a:lnTo>
                    <a:pt x="4" y="43"/>
                  </a:lnTo>
                  <a:lnTo>
                    <a:pt x="6" y="43"/>
                  </a:lnTo>
                  <a:lnTo>
                    <a:pt x="7" y="41"/>
                  </a:lnTo>
                  <a:lnTo>
                    <a:pt x="8" y="40"/>
                  </a:lnTo>
                  <a:lnTo>
                    <a:pt x="8" y="38"/>
                  </a:lnTo>
                  <a:lnTo>
                    <a:pt x="20" y="4"/>
                  </a:lnTo>
                  <a:lnTo>
                    <a:pt x="20" y="3"/>
                  </a:lnTo>
                  <a:lnTo>
                    <a:pt x="19" y="1"/>
                  </a:lnTo>
                  <a:lnTo>
                    <a:pt x="17" y="0"/>
                  </a:lnTo>
                  <a:lnTo>
                    <a:pt x="16" y="0"/>
                  </a:lnTo>
                  <a:lnTo>
                    <a:pt x="14" y="0"/>
                  </a:lnTo>
                  <a:lnTo>
                    <a:pt x="13" y="0"/>
                  </a:lnTo>
                  <a:lnTo>
                    <a:pt x="11" y="1"/>
                  </a:lnTo>
                  <a:lnTo>
                    <a:pt x="11" y="3"/>
                  </a:lnTo>
                  <a:lnTo>
                    <a:pt x="0" y="37"/>
                  </a:lnTo>
                  <a:close/>
                </a:path>
              </a:pathLst>
            </a:custGeom>
            <a:solidFill>
              <a:srgbClr val="000000">
                <a:alpha val="100000"/>
              </a:srgbClr>
            </a:solidFill>
            <a:ln w="9525">
              <a:noFill/>
            </a:ln>
          </p:spPr>
          <p:txBody>
            <a:bodyPr/>
            <a:p>
              <a:endParaRPr lang="zh-CN" altLang="en-US"/>
            </a:p>
          </p:txBody>
        </p:sp>
        <p:sp>
          <p:nvSpPr>
            <p:cNvPr id="95319" name="Freeform 120"/>
            <p:cNvSpPr/>
            <p:nvPr/>
          </p:nvSpPr>
          <p:spPr>
            <a:xfrm>
              <a:off x="1315" y="1248"/>
              <a:ext cx="19" cy="43"/>
            </a:xfrm>
            <a:custGeom>
              <a:avLst/>
              <a:gdLst/>
              <a:ahLst/>
              <a:cxnLst>
                <a:cxn ang="0">
                  <a:pos x="0" y="38"/>
                </a:cxn>
                <a:cxn ang="0">
                  <a:pos x="0" y="39"/>
                </a:cxn>
                <a:cxn ang="0">
                  <a:pos x="0" y="41"/>
                </a:cxn>
                <a:cxn ang="0">
                  <a:pos x="1" y="42"/>
                </a:cxn>
                <a:cxn ang="0">
                  <a:pos x="3" y="43"/>
                </a:cxn>
                <a:cxn ang="0">
                  <a:pos x="4" y="43"/>
                </a:cxn>
                <a:cxn ang="0">
                  <a:pos x="6" y="42"/>
                </a:cxn>
                <a:cxn ang="0">
                  <a:pos x="7" y="41"/>
                </a:cxn>
                <a:cxn ang="0">
                  <a:pos x="9" y="39"/>
                </a:cxn>
                <a:cxn ang="0">
                  <a:pos x="19" y="5"/>
                </a:cxn>
                <a:cxn ang="0">
                  <a:pos x="19" y="3"/>
                </a:cxn>
                <a:cxn ang="0">
                  <a:pos x="19" y="2"/>
                </a:cxn>
                <a:cxn ang="0">
                  <a:pos x="18" y="0"/>
                </a:cxn>
                <a:cxn ang="0">
                  <a:pos x="16" y="0"/>
                </a:cxn>
                <a:cxn ang="0">
                  <a:pos x="15" y="0"/>
                </a:cxn>
                <a:cxn ang="0">
                  <a:pos x="13" y="0"/>
                </a:cxn>
                <a:cxn ang="0">
                  <a:pos x="12" y="2"/>
                </a:cxn>
                <a:cxn ang="0">
                  <a:pos x="10" y="3"/>
                </a:cxn>
                <a:cxn ang="0">
                  <a:pos x="0" y="38"/>
                </a:cxn>
              </a:cxnLst>
              <a:pathLst>
                <a:path w="19" h="43">
                  <a:moveTo>
                    <a:pt x="0" y="38"/>
                  </a:moveTo>
                  <a:lnTo>
                    <a:pt x="0" y="39"/>
                  </a:lnTo>
                  <a:lnTo>
                    <a:pt x="0" y="41"/>
                  </a:lnTo>
                  <a:lnTo>
                    <a:pt x="1" y="42"/>
                  </a:lnTo>
                  <a:lnTo>
                    <a:pt x="3" y="43"/>
                  </a:lnTo>
                  <a:lnTo>
                    <a:pt x="4" y="43"/>
                  </a:lnTo>
                  <a:lnTo>
                    <a:pt x="6" y="42"/>
                  </a:lnTo>
                  <a:lnTo>
                    <a:pt x="7" y="41"/>
                  </a:lnTo>
                  <a:lnTo>
                    <a:pt x="9" y="39"/>
                  </a:lnTo>
                  <a:lnTo>
                    <a:pt x="19" y="5"/>
                  </a:lnTo>
                  <a:lnTo>
                    <a:pt x="19" y="3"/>
                  </a:lnTo>
                  <a:lnTo>
                    <a:pt x="19" y="2"/>
                  </a:lnTo>
                  <a:lnTo>
                    <a:pt x="18" y="0"/>
                  </a:lnTo>
                  <a:lnTo>
                    <a:pt x="16" y="0"/>
                  </a:lnTo>
                  <a:lnTo>
                    <a:pt x="15" y="0"/>
                  </a:lnTo>
                  <a:lnTo>
                    <a:pt x="13" y="0"/>
                  </a:lnTo>
                  <a:lnTo>
                    <a:pt x="12" y="2"/>
                  </a:lnTo>
                  <a:lnTo>
                    <a:pt x="10" y="3"/>
                  </a:lnTo>
                  <a:lnTo>
                    <a:pt x="0" y="38"/>
                  </a:lnTo>
                  <a:close/>
                </a:path>
              </a:pathLst>
            </a:custGeom>
            <a:solidFill>
              <a:srgbClr val="000000">
                <a:alpha val="100000"/>
              </a:srgbClr>
            </a:solidFill>
            <a:ln w="9525">
              <a:noFill/>
            </a:ln>
          </p:spPr>
          <p:txBody>
            <a:bodyPr/>
            <a:p>
              <a:endParaRPr lang="zh-CN" altLang="en-US"/>
            </a:p>
          </p:txBody>
        </p:sp>
        <p:sp>
          <p:nvSpPr>
            <p:cNvPr id="95320" name="Freeform 121"/>
            <p:cNvSpPr/>
            <p:nvPr/>
          </p:nvSpPr>
          <p:spPr>
            <a:xfrm>
              <a:off x="1333" y="1196"/>
              <a:ext cx="18" cy="36"/>
            </a:xfrm>
            <a:custGeom>
              <a:avLst/>
              <a:gdLst/>
              <a:ahLst/>
              <a:cxnLst>
                <a:cxn ang="0">
                  <a:pos x="0" y="30"/>
                </a:cxn>
                <a:cxn ang="0">
                  <a:pos x="0" y="32"/>
                </a:cxn>
                <a:cxn ang="0">
                  <a:pos x="1" y="33"/>
                </a:cxn>
                <a:cxn ang="0">
                  <a:pos x="3" y="35"/>
                </a:cxn>
                <a:cxn ang="0">
                  <a:pos x="4" y="36"/>
                </a:cxn>
                <a:cxn ang="0">
                  <a:pos x="6" y="36"/>
                </a:cxn>
                <a:cxn ang="0">
                  <a:pos x="7" y="35"/>
                </a:cxn>
                <a:cxn ang="0">
                  <a:pos x="9" y="33"/>
                </a:cxn>
                <a:cxn ang="0">
                  <a:pos x="9" y="32"/>
                </a:cxn>
                <a:cxn ang="0">
                  <a:pos x="18" y="6"/>
                </a:cxn>
                <a:cxn ang="0">
                  <a:pos x="18" y="5"/>
                </a:cxn>
                <a:cxn ang="0">
                  <a:pos x="16" y="3"/>
                </a:cxn>
                <a:cxn ang="0">
                  <a:pos x="15" y="2"/>
                </a:cxn>
                <a:cxn ang="0">
                  <a:pos x="13" y="0"/>
                </a:cxn>
                <a:cxn ang="0">
                  <a:pos x="12" y="2"/>
                </a:cxn>
                <a:cxn ang="0">
                  <a:pos x="10" y="3"/>
                </a:cxn>
                <a:cxn ang="0">
                  <a:pos x="9" y="5"/>
                </a:cxn>
                <a:cxn ang="0">
                  <a:pos x="0" y="30"/>
                </a:cxn>
              </a:cxnLst>
              <a:pathLst>
                <a:path w="18" h="36">
                  <a:moveTo>
                    <a:pt x="0" y="30"/>
                  </a:moveTo>
                  <a:lnTo>
                    <a:pt x="0" y="32"/>
                  </a:lnTo>
                  <a:lnTo>
                    <a:pt x="1" y="33"/>
                  </a:lnTo>
                  <a:lnTo>
                    <a:pt x="3" y="35"/>
                  </a:lnTo>
                  <a:lnTo>
                    <a:pt x="4" y="36"/>
                  </a:lnTo>
                  <a:lnTo>
                    <a:pt x="6" y="36"/>
                  </a:lnTo>
                  <a:lnTo>
                    <a:pt x="7" y="35"/>
                  </a:lnTo>
                  <a:lnTo>
                    <a:pt x="9" y="33"/>
                  </a:lnTo>
                  <a:lnTo>
                    <a:pt x="9" y="32"/>
                  </a:lnTo>
                  <a:lnTo>
                    <a:pt x="18" y="6"/>
                  </a:lnTo>
                  <a:lnTo>
                    <a:pt x="18" y="5"/>
                  </a:lnTo>
                  <a:lnTo>
                    <a:pt x="16" y="3"/>
                  </a:lnTo>
                  <a:lnTo>
                    <a:pt x="15" y="2"/>
                  </a:lnTo>
                  <a:lnTo>
                    <a:pt x="13" y="0"/>
                  </a:lnTo>
                  <a:lnTo>
                    <a:pt x="12" y="2"/>
                  </a:lnTo>
                  <a:lnTo>
                    <a:pt x="10" y="3"/>
                  </a:lnTo>
                  <a:lnTo>
                    <a:pt x="9" y="5"/>
                  </a:lnTo>
                  <a:lnTo>
                    <a:pt x="0" y="30"/>
                  </a:lnTo>
                  <a:close/>
                </a:path>
              </a:pathLst>
            </a:custGeom>
            <a:solidFill>
              <a:srgbClr val="000000">
                <a:alpha val="100000"/>
              </a:srgbClr>
            </a:solidFill>
            <a:ln w="9525">
              <a:noFill/>
            </a:ln>
          </p:spPr>
          <p:txBody>
            <a:bodyPr/>
            <a:p>
              <a:endParaRPr lang="zh-CN" altLang="en-US"/>
            </a:p>
          </p:txBody>
        </p:sp>
      </p:grpSp>
      <p:sp>
        <p:nvSpPr>
          <p:cNvPr id="95259" name="Line 123"/>
          <p:cNvSpPr/>
          <p:nvPr/>
        </p:nvSpPr>
        <p:spPr>
          <a:xfrm>
            <a:off x="4456113" y="1906588"/>
            <a:ext cx="1587" cy="161925"/>
          </a:xfrm>
          <a:prstGeom prst="line">
            <a:avLst/>
          </a:prstGeom>
          <a:ln w="14288" cap="flat" cmpd="sng">
            <a:solidFill>
              <a:srgbClr val="000000"/>
            </a:solidFill>
            <a:prstDash val="solid"/>
            <a:headEnd type="none" w="med" len="med"/>
            <a:tailEnd type="none" w="med" len="med"/>
          </a:ln>
        </p:spPr>
      </p:sp>
      <p:sp>
        <p:nvSpPr>
          <p:cNvPr id="95260" name="Line 124"/>
          <p:cNvSpPr/>
          <p:nvPr/>
        </p:nvSpPr>
        <p:spPr>
          <a:xfrm>
            <a:off x="5626100" y="1916113"/>
            <a:ext cx="104775" cy="325437"/>
          </a:xfrm>
          <a:prstGeom prst="line">
            <a:avLst/>
          </a:prstGeom>
          <a:ln w="14288" cap="flat" cmpd="sng">
            <a:solidFill>
              <a:srgbClr val="000000"/>
            </a:solidFill>
            <a:prstDash val="solid"/>
            <a:headEnd type="none" w="med" len="med"/>
            <a:tailEnd type="none" w="med" len="med"/>
          </a:ln>
        </p:spPr>
      </p:sp>
      <p:sp>
        <p:nvSpPr>
          <p:cNvPr id="95261" name="Line 125"/>
          <p:cNvSpPr/>
          <p:nvPr/>
        </p:nvSpPr>
        <p:spPr>
          <a:xfrm>
            <a:off x="5713413" y="2232025"/>
            <a:ext cx="412750" cy="1588"/>
          </a:xfrm>
          <a:prstGeom prst="line">
            <a:avLst/>
          </a:prstGeom>
          <a:ln w="14288" cap="flat" cmpd="sng">
            <a:solidFill>
              <a:srgbClr val="000000"/>
            </a:solidFill>
            <a:prstDash val="solid"/>
            <a:headEnd type="none" w="med" len="med"/>
            <a:tailEnd type="none" w="med" len="med"/>
          </a:ln>
        </p:spPr>
      </p:sp>
      <p:sp>
        <p:nvSpPr>
          <p:cNvPr id="95262" name="Line 126"/>
          <p:cNvSpPr/>
          <p:nvPr/>
        </p:nvSpPr>
        <p:spPr>
          <a:xfrm flipV="1">
            <a:off x="6130925" y="1916113"/>
            <a:ext cx="104775" cy="325437"/>
          </a:xfrm>
          <a:prstGeom prst="line">
            <a:avLst/>
          </a:prstGeom>
          <a:ln w="14288" cap="flat" cmpd="sng">
            <a:solidFill>
              <a:srgbClr val="000000"/>
            </a:solidFill>
            <a:prstDash val="solid"/>
            <a:headEnd type="none" w="med" len="med"/>
            <a:tailEnd type="none" w="med" len="med"/>
          </a:ln>
        </p:spPr>
      </p:sp>
      <p:sp>
        <p:nvSpPr>
          <p:cNvPr id="95263" name="Line 127"/>
          <p:cNvSpPr/>
          <p:nvPr/>
        </p:nvSpPr>
        <p:spPr>
          <a:xfrm>
            <a:off x="6227763" y="1906588"/>
            <a:ext cx="1587" cy="161925"/>
          </a:xfrm>
          <a:prstGeom prst="line">
            <a:avLst/>
          </a:prstGeom>
          <a:ln w="14288" cap="flat" cmpd="sng">
            <a:solidFill>
              <a:srgbClr val="000000"/>
            </a:solidFill>
            <a:prstDash val="solid"/>
            <a:headEnd type="none" w="med" len="med"/>
            <a:tailEnd type="none" w="med" len="med"/>
          </a:ln>
        </p:spPr>
      </p:sp>
      <p:sp>
        <p:nvSpPr>
          <p:cNvPr id="95264" name="Line 128"/>
          <p:cNvSpPr/>
          <p:nvPr/>
        </p:nvSpPr>
        <p:spPr>
          <a:xfrm flipV="1">
            <a:off x="6216650" y="1908175"/>
            <a:ext cx="2530475" cy="7938"/>
          </a:xfrm>
          <a:prstGeom prst="line">
            <a:avLst/>
          </a:prstGeom>
          <a:ln w="14288" cap="flat" cmpd="sng">
            <a:solidFill>
              <a:srgbClr val="000000"/>
            </a:solidFill>
            <a:prstDash val="solid"/>
            <a:headEnd type="none" w="med" len="med"/>
            <a:tailEnd type="none" w="med" len="med"/>
          </a:ln>
        </p:spPr>
      </p:sp>
      <p:sp>
        <p:nvSpPr>
          <p:cNvPr id="95265" name="Line 129"/>
          <p:cNvSpPr/>
          <p:nvPr/>
        </p:nvSpPr>
        <p:spPr>
          <a:xfrm>
            <a:off x="1403350" y="2554288"/>
            <a:ext cx="2941638" cy="11112"/>
          </a:xfrm>
          <a:prstGeom prst="line">
            <a:avLst/>
          </a:prstGeom>
          <a:ln w="14288" cap="flat" cmpd="sng">
            <a:solidFill>
              <a:srgbClr val="0000FF"/>
            </a:solidFill>
            <a:prstDash val="solid"/>
            <a:headEnd type="none" w="med" len="med"/>
            <a:tailEnd type="none" w="med" len="med"/>
          </a:ln>
        </p:spPr>
      </p:sp>
      <p:sp>
        <p:nvSpPr>
          <p:cNvPr id="95266" name="Line 130"/>
          <p:cNvSpPr/>
          <p:nvPr/>
        </p:nvSpPr>
        <p:spPr>
          <a:xfrm>
            <a:off x="4356100" y="2554288"/>
            <a:ext cx="101600" cy="325437"/>
          </a:xfrm>
          <a:prstGeom prst="line">
            <a:avLst/>
          </a:prstGeom>
          <a:ln w="14288" cap="flat" cmpd="sng">
            <a:solidFill>
              <a:srgbClr val="0000FF"/>
            </a:solidFill>
            <a:prstDash val="solid"/>
            <a:headEnd type="none" w="med" len="med"/>
            <a:tailEnd type="none" w="med" len="med"/>
          </a:ln>
        </p:spPr>
      </p:sp>
      <p:sp>
        <p:nvSpPr>
          <p:cNvPr id="95267" name="Line 131"/>
          <p:cNvSpPr/>
          <p:nvPr/>
        </p:nvSpPr>
        <p:spPr>
          <a:xfrm flipV="1">
            <a:off x="4464050" y="2874963"/>
            <a:ext cx="979488" cy="4762"/>
          </a:xfrm>
          <a:prstGeom prst="line">
            <a:avLst/>
          </a:prstGeom>
          <a:ln w="14288" cap="flat" cmpd="sng">
            <a:solidFill>
              <a:srgbClr val="0000FF"/>
            </a:solidFill>
            <a:prstDash val="solid"/>
            <a:headEnd type="none" w="med" len="med"/>
            <a:tailEnd type="none" w="med" len="med"/>
          </a:ln>
        </p:spPr>
      </p:sp>
      <p:sp>
        <p:nvSpPr>
          <p:cNvPr id="95268" name="Line 132"/>
          <p:cNvSpPr/>
          <p:nvPr/>
        </p:nvSpPr>
        <p:spPr>
          <a:xfrm flipV="1">
            <a:off x="5430838" y="2543175"/>
            <a:ext cx="104775" cy="325438"/>
          </a:xfrm>
          <a:prstGeom prst="line">
            <a:avLst/>
          </a:prstGeom>
          <a:ln w="14288" cap="flat" cmpd="sng">
            <a:solidFill>
              <a:srgbClr val="0000FF"/>
            </a:solidFill>
            <a:prstDash val="solid"/>
            <a:headEnd type="none" w="med" len="med"/>
            <a:tailEnd type="none" w="med" len="med"/>
          </a:ln>
        </p:spPr>
      </p:sp>
      <p:sp>
        <p:nvSpPr>
          <p:cNvPr id="95269" name="Line 133"/>
          <p:cNvSpPr/>
          <p:nvPr/>
        </p:nvSpPr>
        <p:spPr>
          <a:xfrm>
            <a:off x="5502275" y="2538413"/>
            <a:ext cx="3471863" cy="19050"/>
          </a:xfrm>
          <a:prstGeom prst="line">
            <a:avLst/>
          </a:prstGeom>
          <a:ln w="14288" cap="flat" cmpd="sng">
            <a:solidFill>
              <a:srgbClr val="0000FF"/>
            </a:solidFill>
            <a:prstDash val="solid"/>
            <a:headEnd type="none" w="med" len="med"/>
            <a:tailEnd type="none" w="med" len="med"/>
          </a:ln>
        </p:spPr>
      </p:sp>
      <p:sp>
        <p:nvSpPr>
          <p:cNvPr id="95270" name="Rectangle 134"/>
          <p:cNvSpPr/>
          <p:nvPr/>
        </p:nvSpPr>
        <p:spPr>
          <a:xfrm>
            <a:off x="4427538" y="2393950"/>
            <a:ext cx="828675" cy="325438"/>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5271" name="Rectangle 135"/>
          <p:cNvSpPr/>
          <p:nvPr/>
        </p:nvSpPr>
        <p:spPr>
          <a:xfrm>
            <a:off x="4433888" y="2503488"/>
            <a:ext cx="7112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FF"/>
                </a:solidFill>
                <a:latin typeface="宋体" panose="02010600030101010101" pitchFamily="2" charset="-122"/>
              </a:rPr>
              <a:t>禁止计数</a:t>
            </a:r>
            <a:endParaRPr lang="zh-CN" altLang="en-US" sz="1800" b="0" dirty="0">
              <a:solidFill>
                <a:srgbClr val="0000FF"/>
              </a:solidFill>
              <a:latin typeface="Arial" panose="020B0604020202020204" pitchFamily="34" charset="0"/>
            </a:endParaRPr>
          </a:p>
        </p:txBody>
      </p:sp>
      <p:sp>
        <p:nvSpPr>
          <p:cNvPr id="95272" name="Rectangle 188"/>
          <p:cNvSpPr/>
          <p:nvPr/>
        </p:nvSpPr>
        <p:spPr>
          <a:xfrm>
            <a:off x="3851275" y="307975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FF"/>
                </a:solidFill>
                <a:latin typeface="Arial" panose="020B0604020202020204" pitchFamily="34" charset="0"/>
              </a:rPr>
              <a:t>3</a:t>
            </a:r>
            <a:endParaRPr lang="en-US" altLang="zh-CN" sz="1800" b="0" dirty="0">
              <a:solidFill>
                <a:srgbClr val="0000FF"/>
              </a:solidFill>
              <a:latin typeface="Arial" panose="020B0604020202020204" pitchFamily="34" charset="0"/>
            </a:endParaRPr>
          </a:p>
        </p:txBody>
      </p:sp>
      <p:sp>
        <p:nvSpPr>
          <p:cNvPr id="95273" name="Rectangle 192"/>
          <p:cNvSpPr/>
          <p:nvPr/>
        </p:nvSpPr>
        <p:spPr>
          <a:xfrm>
            <a:off x="6300788" y="3063875"/>
            <a:ext cx="100012" cy="215900"/>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FF00FF"/>
                </a:solidFill>
                <a:latin typeface="Arial" panose="020B0604020202020204" pitchFamily="34" charset="0"/>
              </a:rPr>
              <a:t>2</a:t>
            </a:r>
            <a:endParaRPr lang="en-US" altLang="zh-CN" sz="1800" b="0" dirty="0">
              <a:solidFill>
                <a:srgbClr val="FF00FF"/>
              </a:solidFill>
              <a:latin typeface="Arial" panose="020B0604020202020204" pitchFamily="34" charset="0"/>
            </a:endParaRPr>
          </a:p>
        </p:txBody>
      </p:sp>
      <p:sp>
        <p:nvSpPr>
          <p:cNvPr id="95274" name="Rectangle 193"/>
          <p:cNvSpPr/>
          <p:nvPr/>
        </p:nvSpPr>
        <p:spPr>
          <a:xfrm>
            <a:off x="6994525" y="3063875"/>
            <a:ext cx="100013" cy="215900"/>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FF00FF"/>
                </a:solidFill>
                <a:latin typeface="Arial" panose="020B0604020202020204" pitchFamily="34" charset="0"/>
              </a:rPr>
              <a:t>1</a:t>
            </a:r>
            <a:endParaRPr lang="en-US" altLang="zh-CN" sz="1800" b="0" dirty="0">
              <a:solidFill>
                <a:srgbClr val="FF00FF"/>
              </a:solidFill>
              <a:latin typeface="Arial" panose="020B0604020202020204" pitchFamily="34" charset="0"/>
            </a:endParaRPr>
          </a:p>
        </p:txBody>
      </p:sp>
      <p:sp>
        <p:nvSpPr>
          <p:cNvPr id="95275" name="Rectangle 194"/>
          <p:cNvSpPr/>
          <p:nvPr/>
        </p:nvSpPr>
        <p:spPr>
          <a:xfrm>
            <a:off x="7713663" y="3068638"/>
            <a:ext cx="100012" cy="215900"/>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FF00FF"/>
                </a:solidFill>
                <a:latin typeface="Arial" panose="020B0604020202020204" pitchFamily="34" charset="0"/>
              </a:rPr>
              <a:t>0</a:t>
            </a:r>
            <a:endParaRPr lang="en-US" altLang="zh-CN" sz="1800" b="0" dirty="0">
              <a:solidFill>
                <a:srgbClr val="FF00FF"/>
              </a:solidFill>
              <a:latin typeface="Arial" panose="020B0604020202020204" pitchFamily="34" charset="0"/>
            </a:endParaRPr>
          </a:p>
        </p:txBody>
      </p:sp>
      <p:grpSp>
        <p:nvGrpSpPr>
          <p:cNvPr id="95276" name="Group 205"/>
          <p:cNvGrpSpPr/>
          <p:nvPr/>
        </p:nvGrpSpPr>
        <p:grpSpPr>
          <a:xfrm>
            <a:off x="1406525" y="3359150"/>
            <a:ext cx="738188" cy="14288"/>
            <a:chOff x="886" y="2116"/>
            <a:chExt cx="465" cy="9"/>
          </a:xfrm>
        </p:grpSpPr>
        <p:sp>
          <p:nvSpPr>
            <p:cNvPr id="95309" name="Freeform 197"/>
            <p:cNvSpPr/>
            <p:nvPr/>
          </p:nvSpPr>
          <p:spPr>
            <a:xfrm>
              <a:off x="886" y="2116"/>
              <a:ext cx="45" cy="9"/>
            </a:xfrm>
            <a:custGeom>
              <a:avLst/>
              <a:gdLst/>
              <a:ahLst/>
              <a:cxnLst>
                <a:cxn ang="0">
                  <a:pos x="6" y="0"/>
                </a:cxn>
                <a:cxn ang="0">
                  <a:pos x="5" y="0"/>
                </a:cxn>
                <a:cxn ang="0">
                  <a:pos x="3" y="1"/>
                </a:cxn>
                <a:cxn ang="0">
                  <a:pos x="2" y="3"/>
                </a:cxn>
                <a:cxn ang="0">
                  <a:pos x="0" y="4"/>
                </a:cxn>
                <a:cxn ang="0">
                  <a:pos x="2" y="6"/>
                </a:cxn>
                <a:cxn ang="0">
                  <a:pos x="3" y="7"/>
                </a:cxn>
                <a:cxn ang="0">
                  <a:pos x="5" y="9"/>
                </a:cxn>
                <a:cxn ang="0">
                  <a:pos x="39" y="9"/>
                </a:cxn>
                <a:cxn ang="0">
                  <a:pos x="40" y="9"/>
                </a:cxn>
                <a:cxn ang="0">
                  <a:pos x="42" y="9"/>
                </a:cxn>
                <a:cxn ang="0">
                  <a:pos x="43" y="7"/>
                </a:cxn>
                <a:cxn ang="0">
                  <a:pos x="45" y="6"/>
                </a:cxn>
                <a:cxn ang="0">
                  <a:pos x="45" y="4"/>
                </a:cxn>
                <a:cxn ang="0">
                  <a:pos x="43" y="3"/>
                </a:cxn>
                <a:cxn ang="0">
                  <a:pos x="42" y="1"/>
                </a:cxn>
                <a:cxn ang="0">
                  <a:pos x="40" y="0"/>
                </a:cxn>
                <a:cxn ang="0">
                  <a:pos x="6" y="0"/>
                </a:cxn>
              </a:cxnLst>
              <a:pathLst>
                <a:path w="45" h="9">
                  <a:moveTo>
                    <a:pt x="6" y="0"/>
                  </a:moveTo>
                  <a:lnTo>
                    <a:pt x="5" y="0"/>
                  </a:lnTo>
                  <a:lnTo>
                    <a:pt x="3" y="1"/>
                  </a:lnTo>
                  <a:lnTo>
                    <a:pt x="2" y="3"/>
                  </a:lnTo>
                  <a:lnTo>
                    <a:pt x="0" y="4"/>
                  </a:lnTo>
                  <a:lnTo>
                    <a:pt x="2" y="6"/>
                  </a:lnTo>
                  <a:lnTo>
                    <a:pt x="3" y="7"/>
                  </a:lnTo>
                  <a:lnTo>
                    <a:pt x="5" y="9"/>
                  </a:lnTo>
                  <a:lnTo>
                    <a:pt x="39" y="9"/>
                  </a:lnTo>
                  <a:lnTo>
                    <a:pt x="40" y="9"/>
                  </a:lnTo>
                  <a:lnTo>
                    <a:pt x="42" y="9"/>
                  </a:lnTo>
                  <a:lnTo>
                    <a:pt x="43" y="7"/>
                  </a:lnTo>
                  <a:lnTo>
                    <a:pt x="45" y="6"/>
                  </a:lnTo>
                  <a:lnTo>
                    <a:pt x="45" y="4"/>
                  </a:lnTo>
                  <a:lnTo>
                    <a:pt x="43" y="3"/>
                  </a:lnTo>
                  <a:lnTo>
                    <a:pt x="42" y="1"/>
                  </a:lnTo>
                  <a:lnTo>
                    <a:pt x="40" y="0"/>
                  </a:lnTo>
                  <a:lnTo>
                    <a:pt x="6" y="0"/>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5310" name="Freeform 198"/>
            <p:cNvSpPr/>
            <p:nvPr/>
          </p:nvSpPr>
          <p:spPr>
            <a:xfrm>
              <a:off x="949" y="2116"/>
              <a:ext cx="44"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8" y="9"/>
                </a:cxn>
                <a:cxn ang="0">
                  <a:pos x="40" y="9"/>
                </a:cxn>
                <a:cxn ang="0">
                  <a:pos x="41" y="9"/>
                </a:cxn>
                <a:cxn ang="0">
                  <a:pos x="43" y="7"/>
                </a:cxn>
                <a:cxn ang="0">
                  <a:pos x="44" y="6"/>
                </a:cxn>
                <a:cxn ang="0">
                  <a:pos x="44" y="4"/>
                </a:cxn>
                <a:cxn ang="0">
                  <a:pos x="43" y="3"/>
                </a:cxn>
                <a:cxn ang="0">
                  <a:pos x="41" y="1"/>
                </a:cxn>
                <a:cxn ang="0">
                  <a:pos x="40" y="0"/>
                </a:cxn>
                <a:cxn ang="0">
                  <a:pos x="4" y="0"/>
                </a:cxn>
              </a:cxnLst>
              <a:pathLst>
                <a:path w="44" h="9">
                  <a:moveTo>
                    <a:pt x="4" y="0"/>
                  </a:moveTo>
                  <a:lnTo>
                    <a:pt x="3" y="0"/>
                  </a:lnTo>
                  <a:lnTo>
                    <a:pt x="1" y="1"/>
                  </a:lnTo>
                  <a:lnTo>
                    <a:pt x="0" y="3"/>
                  </a:lnTo>
                  <a:lnTo>
                    <a:pt x="0" y="4"/>
                  </a:lnTo>
                  <a:lnTo>
                    <a:pt x="0" y="6"/>
                  </a:lnTo>
                  <a:lnTo>
                    <a:pt x="0" y="7"/>
                  </a:lnTo>
                  <a:lnTo>
                    <a:pt x="1" y="9"/>
                  </a:lnTo>
                  <a:lnTo>
                    <a:pt x="3" y="9"/>
                  </a:lnTo>
                  <a:lnTo>
                    <a:pt x="38" y="9"/>
                  </a:lnTo>
                  <a:lnTo>
                    <a:pt x="40" y="9"/>
                  </a:lnTo>
                  <a:lnTo>
                    <a:pt x="41" y="9"/>
                  </a:lnTo>
                  <a:lnTo>
                    <a:pt x="43" y="7"/>
                  </a:lnTo>
                  <a:lnTo>
                    <a:pt x="44" y="6"/>
                  </a:lnTo>
                  <a:lnTo>
                    <a:pt x="44" y="4"/>
                  </a:lnTo>
                  <a:lnTo>
                    <a:pt x="43" y="3"/>
                  </a:lnTo>
                  <a:lnTo>
                    <a:pt x="41" y="1"/>
                  </a:lnTo>
                  <a:lnTo>
                    <a:pt x="40" y="0"/>
                  </a:lnTo>
                  <a:lnTo>
                    <a:pt x="4" y="0"/>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5311" name="Freeform 199"/>
            <p:cNvSpPr/>
            <p:nvPr/>
          </p:nvSpPr>
          <p:spPr>
            <a:xfrm>
              <a:off x="1011" y="2116"/>
              <a:ext cx="45" cy="9"/>
            </a:xfrm>
            <a:custGeom>
              <a:avLst/>
              <a:gdLst/>
              <a:ahLst/>
              <a:cxnLst>
                <a:cxn ang="0">
                  <a:pos x="5" y="0"/>
                </a:cxn>
                <a:cxn ang="0">
                  <a:pos x="3" y="0"/>
                </a:cxn>
                <a:cxn ang="0">
                  <a:pos x="2" y="1"/>
                </a:cxn>
                <a:cxn ang="0">
                  <a:pos x="0" y="3"/>
                </a:cxn>
                <a:cxn ang="0">
                  <a:pos x="0" y="4"/>
                </a:cxn>
                <a:cxn ang="0">
                  <a:pos x="0" y="6"/>
                </a:cxn>
                <a:cxn ang="0">
                  <a:pos x="0" y="7"/>
                </a:cxn>
                <a:cxn ang="0">
                  <a:pos x="2" y="9"/>
                </a:cxn>
                <a:cxn ang="0">
                  <a:pos x="3" y="9"/>
                </a:cxn>
                <a:cxn ang="0">
                  <a:pos x="39" y="9"/>
                </a:cxn>
                <a:cxn ang="0">
                  <a:pos x="40" y="9"/>
                </a:cxn>
                <a:cxn ang="0">
                  <a:pos x="42" y="9"/>
                </a:cxn>
                <a:cxn ang="0">
                  <a:pos x="43" y="7"/>
                </a:cxn>
                <a:cxn ang="0">
                  <a:pos x="45" y="6"/>
                </a:cxn>
                <a:cxn ang="0">
                  <a:pos x="45" y="4"/>
                </a:cxn>
                <a:cxn ang="0">
                  <a:pos x="43" y="3"/>
                </a:cxn>
                <a:cxn ang="0">
                  <a:pos x="42" y="1"/>
                </a:cxn>
                <a:cxn ang="0">
                  <a:pos x="40" y="0"/>
                </a:cxn>
                <a:cxn ang="0">
                  <a:pos x="5" y="0"/>
                </a:cxn>
              </a:cxnLst>
              <a:pathLst>
                <a:path w="45" h="9">
                  <a:moveTo>
                    <a:pt x="5" y="0"/>
                  </a:moveTo>
                  <a:lnTo>
                    <a:pt x="3" y="0"/>
                  </a:lnTo>
                  <a:lnTo>
                    <a:pt x="2" y="1"/>
                  </a:lnTo>
                  <a:lnTo>
                    <a:pt x="0" y="3"/>
                  </a:lnTo>
                  <a:lnTo>
                    <a:pt x="0" y="4"/>
                  </a:lnTo>
                  <a:lnTo>
                    <a:pt x="0" y="6"/>
                  </a:lnTo>
                  <a:lnTo>
                    <a:pt x="0" y="7"/>
                  </a:lnTo>
                  <a:lnTo>
                    <a:pt x="2" y="9"/>
                  </a:lnTo>
                  <a:lnTo>
                    <a:pt x="3" y="9"/>
                  </a:lnTo>
                  <a:lnTo>
                    <a:pt x="39" y="9"/>
                  </a:lnTo>
                  <a:lnTo>
                    <a:pt x="40" y="9"/>
                  </a:lnTo>
                  <a:lnTo>
                    <a:pt x="42" y="9"/>
                  </a:lnTo>
                  <a:lnTo>
                    <a:pt x="43" y="7"/>
                  </a:lnTo>
                  <a:lnTo>
                    <a:pt x="45" y="6"/>
                  </a:lnTo>
                  <a:lnTo>
                    <a:pt x="45" y="4"/>
                  </a:lnTo>
                  <a:lnTo>
                    <a:pt x="43" y="3"/>
                  </a:lnTo>
                  <a:lnTo>
                    <a:pt x="42" y="1"/>
                  </a:lnTo>
                  <a:lnTo>
                    <a:pt x="40" y="0"/>
                  </a:lnTo>
                  <a:lnTo>
                    <a:pt x="5" y="0"/>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5312" name="Freeform 200"/>
            <p:cNvSpPr/>
            <p:nvPr/>
          </p:nvSpPr>
          <p:spPr>
            <a:xfrm>
              <a:off x="1074" y="2116"/>
              <a:ext cx="44"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8" y="9"/>
                </a:cxn>
                <a:cxn ang="0">
                  <a:pos x="40" y="9"/>
                </a:cxn>
                <a:cxn ang="0">
                  <a:pos x="41" y="9"/>
                </a:cxn>
                <a:cxn ang="0">
                  <a:pos x="43" y="7"/>
                </a:cxn>
                <a:cxn ang="0">
                  <a:pos x="44" y="6"/>
                </a:cxn>
                <a:cxn ang="0">
                  <a:pos x="44" y="4"/>
                </a:cxn>
                <a:cxn ang="0">
                  <a:pos x="43" y="3"/>
                </a:cxn>
                <a:cxn ang="0">
                  <a:pos x="41" y="1"/>
                </a:cxn>
                <a:cxn ang="0">
                  <a:pos x="40" y="0"/>
                </a:cxn>
                <a:cxn ang="0">
                  <a:pos x="4" y="0"/>
                </a:cxn>
              </a:cxnLst>
              <a:pathLst>
                <a:path w="44" h="9">
                  <a:moveTo>
                    <a:pt x="4" y="0"/>
                  </a:moveTo>
                  <a:lnTo>
                    <a:pt x="3" y="0"/>
                  </a:lnTo>
                  <a:lnTo>
                    <a:pt x="1" y="1"/>
                  </a:lnTo>
                  <a:lnTo>
                    <a:pt x="0" y="3"/>
                  </a:lnTo>
                  <a:lnTo>
                    <a:pt x="0" y="4"/>
                  </a:lnTo>
                  <a:lnTo>
                    <a:pt x="0" y="6"/>
                  </a:lnTo>
                  <a:lnTo>
                    <a:pt x="0" y="7"/>
                  </a:lnTo>
                  <a:lnTo>
                    <a:pt x="1" y="9"/>
                  </a:lnTo>
                  <a:lnTo>
                    <a:pt x="3" y="9"/>
                  </a:lnTo>
                  <a:lnTo>
                    <a:pt x="38" y="9"/>
                  </a:lnTo>
                  <a:lnTo>
                    <a:pt x="40" y="9"/>
                  </a:lnTo>
                  <a:lnTo>
                    <a:pt x="41" y="9"/>
                  </a:lnTo>
                  <a:lnTo>
                    <a:pt x="43" y="7"/>
                  </a:lnTo>
                  <a:lnTo>
                    <a:pt x="44" y="6"/>
                  </a:lnTo>
                  <a:lnTo>
                    <a:pt x="44" y="4"/>
                  </a:lnTo>
                  <a:lnTo>
                    <a:pt x="43" y="3"/>
                  </a:lnTo>
                  <a:lnTo>
                    <a:pt x="41" y="1"/>
                  </a:lnTo>
                  <a:lnTo>
                    <a:pt x="40" y="0"/>
                  </a:lnTo>
                  <a:lnTo>
                    <a:pt x="4" y="0"/>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5313" name="Freeform 201"/>
            <p:cNvSpPr/>
            <p:nvPr/>
          </p:nvSpPr>
          <p:spPr>
            <a:xfrm>
              <a:off x="1136" y="2116"/>
              <a:ext cx="45" cy="9"/>
            </a:xfrm>
            <a:custGeom>
              <a:avLst/>
              <a:gdLst/>
              <a:ahLst/>
              <a:cxnLst>
                <a:cxn ang="0">
                  <a:pos x="5" y="0"/>
                </a:cxn>
                <a:cxn ang="0">
                  <a:pos x="3" y="0"/>
                </a:cxn>
                <a:cxn ang="0">
                  <a:pos x="2" y="1"/>
                </a:cxn>
                <a:cxn ang="0">
                  <a:pos x="0" y="3"/>
                </a:cxn>
                <a:cxn ang="0">
                  <a:pos x="0" y="4"/>
                </a:cxn>
                <a:cxn ang="0">
                  <a:pos x="0" y="6"/>
                </a:cxn>
                <a:cxn ang="0">
                  <a:pos x="0" y="7"/>
                </a:cxn>
                <a:cxn ang="0">
                  <a:pos x="2" y="9"/>
                </a:cxn>
                <a:cxn ang="0">
                  <a:pos x="3" y="9"/>
                </a:cxn>
                <a:cxn ang="0">
                  <a:pos x="39" y="9"/>
                </a:cxn>
                <a:cxn ang="0">
                  <a:pos x="40" y="9"/>
                </a:cxn>
                <a:cxn ang="0">
                  <a:pos x="42" y="9"/>
                </a:cxn>
                <a:cxn ang="0">
                  <a:pos x="43" y="7"/>
                </a:cxn>
                <a:cxn ang="0">
                  <a:pos x="45" y="6"/>
                </a:cxn>
                <a:cxn ang="0">
                  <a:pos x="45" y="4"/>
                </a:cxn>
                <a:cxn ang="0">
                  <a:pos x="43" y="3"/>
                </a:cxn>
                <a:cxn ang="0">
                  <a:pos x="42" y="1"/>
                </a:cxn>
                <a:cxn ang="0">
                  <a:pos x="40" y="0"/>
                </a:cxn>
                <a:cxn ang="0">
                  <a:pos x="5" y="0"/>
                </a:cxn>
              </a:cxnLst>
              <a:pathLst>
                <a:path w="45" h="9">
                  <a:moveTo>
                    <a:pt x="5" y="0"/>
                  </a:moveTo>
                  <a:lnTo>
                    <a:pt x="3" y="0"/>
                  </a:lnTo>
                  <a:lnTo>
                    <a:pt x="2" y="1"/>
                  </a:lnTo>
                  <a:lnTo>
                    <a:pt x="0" y="3"/>
                  </a:lnTo>
                  <a:lnTo>
                    <a:pt x="0" y="4"/>
                  </a:lnTo>
                  <a:lnTo>
                    <a:pt x="0" y="6"/>
                  </a:lnTo>
                  <a:lnTo>
                    <a:pt x="0" y="7"/>
                  </a:lnTo>
                  <a:lnTo>
                    <a:pt x="2" y="9"/>
                  </a:lnTo>
                  <a:lnTo>
                    <a:pt x="3" y="9"/>
                  </a:lnTo>
                  <a:lnTo>
                    <a:pt x="39" y="9"/>
                  </a:lnTo>
                  <a:lnTo>
                    <a:pt x="40" y="9"/>
                  </a:lnTo>
                  <a:lnTo>
                    <a:pt x="42" y="9"/>
                  </a:lnTo>
                  <a:lnTo>
                    <a:pt x="43" y="7"/>
                  </a:lnTo>
                  <a:lnTo>
                    <a:pt x="45" y="6"/>
                  </a:lnTo>
                  <a:lnTo>
                    <a:pt x="45" y="4"/>
                  </a:lnTo>
                  <a:lnTo>
                    <a:pt x="43" y="3"/>
                  </a:lnTo>
                  <a:lnTo>
                    <a:pt x="42" y="1"/>
                  </a:lnTo>
                  <a:lnTo>
                    <a:pt x="40" y="0"/>
                  </a:lnTo>
                  <a:lnTo>
                    <a:pt x="5" y="0"/>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5314" name="Freeform 202"/>
            <p:cNvSpPr/>
            <p:nvPr/>
          </p:nvSpPr>
          <p:spPr>
            <a:xfrm>
              <a:off x="1199" y="2116"/>
              <a:ext cx="44"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8" y="9"/>
                </a:cxn>
                <a:cxn ang="0">
                  <a:pos x="40" y="9"/>
                </a:cxn>
                <a:cxn ang="0">
                  <a:pos x="41" y="9"/>
                </a:cxn>
                <a:cxn ang="0">
                  <a:pos x="43" y="7"/>
                </a:cxn>
                <a:cxn ang="0">
                  <a:pos x="44" y="6"/>
                </a:cxn>
                <a:cxn ang="0">
                  <a:pos x="44" y="4"/>
                </a:cxn>
                <a:cxn ang="0">
                  <a:pos x="43" y="3"/>
                </a:cxn>
                <a:cxn ang="0">
                  <a:pos x="41" y="1"/>
                </a:cxn>
                <a:cxn ang="0">
                  <a:pos x="40" y="0"/>
                </a:cxn>
                <a:cxn ang="0">
                  <a:pos x="4" y="0"/>
                </a:cxn>
              </a:cxnLst>
              <a:pathLst>
                <a:path w="44" h="9">
                  <a:moveTo>
                    <a:pt x="4" y="0"/>
                  </a:moveTo>
                  <a:lnTo>
                    <a:pt x="3" y="0"/>
                  </a:lnTo>
                  <a:lnTo>
                    <a:pt x="1" y="1"/>
                  </a:lnTo>
                  <a:lnTo>
                    <a:pt x="0" y="3"/>
                  </a:lnTo>
                  <a:lnTo>
                    <a:pt x="0" y="4"/>
                  </a:lnTo>
                  <a:lnTo>
                    <a:pt x="0" y="6"/>
                  </a:lnTo>
                  <a:lnTo>
                    <a:pt x="0" y="7"/>
                  </a:lnTo>
                  <a:lnTo>
                    <a:pt x="1" y="9"/>
                  </a:lnTo>
                  <a:lnTo>
                    <a:pt x="3" y="9"/>
                  </a:lnTo>
                  <a:lnTo>
                    <a:pt x="38" y="9"/>
                  </a:lnTo>
                  <a:lnTo>
                    <a:pt x="40" y="9"/>
                  </a:lnTo>
                  <a:lnTo>
                    <a:pt x="41" y="9"/>
                  </a:lnTo>
                  <a:lnTo>
                    <a:pt x="43" y="7"/>
                  </a:lnTo>
                  <a:lnTo>
                    <a:pt x="44" y="6"/>
                  </a:lnTo>
                  <a:lnTo>
                    <a:pt x="44" y="4"/>
                  </a:lnTo>
                  <a:lnTo>
                    <a:pt x="43" y="3"/>
                  </a:lnTo>
                  <a:lnTo>
                    <a:pt x="41" y="1"/>
                  </a:lnTo>
                  <a:lnTo>
                    <a:pt x="40" y="0"/>
                  </a:lnTo>
                  <a:lnTo>
                    <a:pt x="4" y="0"/>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5315" name="Freeform 203"/>
            <p:cNvSpPr/>
            <p:nvPr/>
          </p:nvSpPr>
          <p:spPr>
            <a:xfrm>
              <a:off x="1261" y="2116"/>
              <a:ext cx="45" cy="9"/>
            </a:xfrm>
            <a:custGeom>
              <a:avLst/>
              <a:gdLst/>
              <a:ahLst/>
              <a:cxnLst>
                <a:cxn ang="0">
                  <a:pos x="5" y="0"/>
                </a:cxn>
                <a:cxn ang="0">
                  <a:pos x="3" y="0"/>
                </a:cxn>
                <a:cxn ang="0">
                  <a:pos x="2" y="1"/>
                </a:cxn>
                <a:cxn ang="0">
                  <a:pos x="0" y="3"/>
                </a:cxn>
                <a:cxn ang="0">
                  <a:pos x="0" y="4"/>
                </a:cxn>
                <a:cxn ang="0">
                  <a:pos x="0" y="6"/>
                </a:cxn>
                <a:cxn ang="0">
                  <a:pos x="0" y="7"/>
                </a:cxn>
                <a:cxn ang="0">
                  <a:pos x="2" y="9"/>
                </a:cxn>
                <a:cxn ang="0">
                  <a:pos x="3" y="9"/>
                </a:cxn>
                <a:cxn ang="0">
                  <a:pos x="39" y="9"/>
                </a:cxn>
                <a:cxn ang="0">
                  <a:pos x="41" y="9"/>
                </a:cxn>
                <a:cxn ang="0">
                  <a:pos x="42" y="9"/>
                </a:cxn>
                <a:cxn ang="0">
                  <a:pos x="43" y="7"/>
                </a:cxn>
                <a:cxn ang="0">
                  <a:pos x="45" y="6"/>
                </a:cxn>
                <a:cxn ang="0">
                  <a:pos x="45" y="4"/>
                </a:cxn>
                <a:cxn ang="0">
                  <a:pos x="43" y="3"/>
                </a:cxn>
                <a:cxn ang="0">
                  <a:pos x="42" y="1"/>
                </a:cxn>
                <a:cxn ang="0">
                  <a:pos x="41" y="0"/>
                </a:cxn>
                <a:cxn ang="0">
                  <a:pos x="5" y="0"/>
                </a:cxn>
              </a:cxnLst>
              <a:pathLst>
                <a:path w="45" h="9">
                  <a:moveTo>
                    <a:pt x="5" y="0"/>
                  </a:moveTo>
                  <a:lnTo>
                    <a:pt x="3" y="0"/>
                  </a:lnTo>
                  <a:lnTo>
                    <a:pt x="2" y="1"/>
                  </a:lnTo>
                  <a:lnTo>
                    <a:pt x="0" y="3"/>
                  </a:lnTo>
                  <a:lnTo>
                    <a:pt x="0" y="4"/>
                  </a:lnTo>
                  <a:lnTo>
                    <a:pt x="0" y="6"/>
                  </a:lnTo>
                  <a:lnTo>
                    <a:pt x="0" y="7"/>
                  </a:lnTo>
                  <a:lnTo>
                    <a:pt x="2" y="9"/>
                  </a:lnTo>
                  <a:lnTo>
                    <a:pt x="3" y="9"/>
                  </a:lnTo>
                  <a:lnTo>
                    <a:pt x="39" y="9"/>
                  </a:lnTo>
                  <a:lnTo>
                    <a:pt x="41" y="9"/>
                  </a:lnTo>
                  <a:lnTo>
                    <a:pt x="42" y="9"/>
                  </a:lnTo>
                  <a:lnTo>
                    <a:pt x="43" y="7"/>
                  </a:lnTo>
                  <a:lnTo>
                    <a:pt x="45" y="6"/>
                  </a:lnTo>
                  <a:lnTo>
                    <a:pt x="45" y="4"/>
                  </a:lnTo>
                  <a:lnTo>
                    <a:pt x="43" y="3"/>
                  </a:lnTo>
                  <a:lnTo>
                    <a:pt x="42" y="1"/>
                  </a:lnTo>
                  <a:lnTo>
                    <a:pt x="41" y="0"/>
                  </a:lnTo>
                  <a:lnTo>
                    <a:pt x="5" y="0"/>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5316" name="Freeform 204"/>
            <p:cNvSpPr/>
            <p:nvPr/>
          </p:nvSpPr>
          <p:spPr>
            <a:xfrm>
              <a:off x="1324" y="2116"/>
              <a:ext cx="27"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22" y="9"/>
                </a:cxn>
                <a:cxn ang="0">
                  <a:pos x="24" y="7"/>
                </a:cxn>
                <a:cxn ang="0">
                  <a:pos x="25" y="6"/>
                </a:cxn>
                <a:cxn ang="0">
                  <a:pos x="27" y="4"/>
                </a:cxn>
                <a:cxn ang="0">
                  <a:pos x="25" y="3"/>
                </a:cxn>
                <a:cxn ang="0">
                  <a:pos x="24" y="1"/>
                </a:cxn>
                <a:cxn ang="0">
                  <a:pos x="24" y="0"/>
                </a:cxn>
                <a:cxn ang="0">
                  <a:pos x="4" y="0"/>
                </a:cxn>
              </a:cxnLst>
              <a:pathLst>
                <a:path w="27" h="9">
                  <a:moveTo>
                    <a:pt x="4" y="0"/>
                  </a:moveTo>
                  <a:lnTo>
                    <a:pt x="3" y="0"/>
                  </a:lnTo>
                  <a:lnTo>
                    <a:pt x="1" y="1"/>
                  </a:lnTo>
                  <a:lnTo>
                    <a:pt x="0" y="3"/>
                  </a:lnTo>
                  <a:lnTo>
                    <a:pt x="0" y="4"/>
                  </a:lnTo>
                  <a:lnTo>
                    <a:pt x="0" y="6"/>
                  </a:lnTo>
                  <a:lnTo>
                    <a:pt x="0" y="7"/>
                  </a:lnTo>
                  <a:lnTo>
                    <a:pt x="1" y="9"/>
                  </a:lnTo>
                  <a:lnTo>
                    <a:pt x="3" y="9"/>
                  </a:lnTo>
                  <a:lnTo>
                    <a:pt x="22" y="9"/>
                  </a:lnTo>
                  <a:lnTo>
                    <a:pt x="24" y="7"/>
                  </a:lnTo>
                  <a:lnTo>
                    <a:pt x="25" y="6"/>
                  </a:lnTo>
                  <a:lnTo>
                    <a:pt x="27" y="4"/>
                  </a:lnTo>
                  <a:lnTo>
                    <a:pt x="25" y="3"/>
                  </a:lnTo>
                  <a:lnTo>
                    <a:pt x="24" y="1"/>
                  </a:lnTo>
                  <a:lnTo>
                    <a:pt x="24" y="0"/>
                  </a:lnTo>
                  <a:lnTo>
                    <a:pt x="4" y="0"/>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grpSp>
      <p:grpSp>
        <p:nvGrpSpPr>
          <p:cNvPr id="95277" name="Group 210"/>
          <p:cNvGrpSpPr/>
          <p:nvPr/>
        </p:nvGrpSpPr>
        <p:grpSpPr>
          <a:xfrm>
            <a:off x="2130425" y="3035300"/>
            <a:ext cx="117475" cy="338138"/>
            <a:chOff x="1342" y="1912"/>
            <a:chExt cx="74" cy="213"/>
          </a:xfrm>
        </p:grpSpPr>
        <p:sp>
          <p:nvSpPr>
            <p:cNvPr id="95305" name="Freeform 206"/>
            <p:cNvSpPr/>
            <p:nvPr/>
          </p:nvSpPr>
          <p:spPr>
            <a:xfrm>
              <a:off x="1342" y="2081"/>
              <a:ext cx="19" cy="44"/>
            </a:xfrm>
            <a:custGeom>
              <a:avLst/>
              <a:gdLst/>
              <a:ahLst/>
              <a:cxnLst>
                <a:cxn ang="0">
                  <a:pos x="0" y="39"/>
                </a:cxn>
                <a:cxn ang="0">
                  <a:pos x="0" y="39"/>
                </a:cxn>
                <a:cxn ang="0">
                  <a:pos x="1" y="41"/>
                </a:cxn>
                <a:cxn ang="0">
                  <a:pos x="3" y="42"/>
                </a:cxn>
                <a:cxn ang="0">
                  <a:pos x="4" y="44"/>
                </a:cxn>
                <a:cxn ang="0">
                  <a:pos x="6" y="42"/>
                </a:cxn>
                <a:cxn ang="0">
                  <a:pos x="7" y="41"/>
                </a:cxn>
                <a:cxn ang="0">
                  <a:pos x="9" y="41"/>
                </a:cxn>
                <a:cxn ang="0">
                  <a:pos x="19" y="6"/>
                </a:cxn>
                <a:cxn ang="0">
                  <a:pos x="19" y="5"/>
                </a:cxn>
                <a:cxn ang="0">
                  <a:pos x="19" y="3"/>
                </a:cxn>
                <a:cxn ang="0">
                  <a:pos x="18" y="2"/>
                </a:cxn>
                <a:cxn ang="0">
                  <a:pos x="16" y="0"/>
                </a:cxn>
                <a:cxn ang="0">
                  <a:pos x="15" y="0"/>
                </a:cxn>
                <a:cxn ang="0">
                  <a:pos x="13" y="2"/>
                </a:cxn>
                <a:cxn ang="0">
                  <a:pos x="12" y="3"/>
                </a:cxn>
                <a:cxn ang="0">
                  <a:pos x="10" y="5"/>
                </a:cxn>
                <a:cxn ang="0">
                  <a:pos x="0" y="39"/>
                </a:cxn>
              </a:cxnLst>
              <a:pathLst>
                <a:path w="19" h="44">
                  <a:moveTo>
                    <a:pt x="0" y="39"/>
                  </a:moveTo>
                  <a:lnTo>
                    <a:pt x="0" y="39"/>
                  </a:lnTo>
                  <a:lnTo>
                    <a:pt x="1" y="41"/>
                  </a:lnTo>
                  <a:lnTo>
                    <a:pt x="3" y="42"/>
                  </a:lnTo>
                  <a:lnTo>
                    <a:pt x="4" y="44"/>
                  </a:lnTo>
                  <a:lnTo>
                    <a:pt x="6" y="42"/>
                  </a:lnTo>
                  <a:lnTo>
                    <a:pt x="7" y="41"/>
                  </a:lnTo>
                  <a:lnTo>
                    <a:pt x="9" y="41"/>
                  </a:lnTo>
                  <a:lnTo>
                    <a:pt x="19" y="6"/>
                  </a:lnTo>
                  <a:lnTo>
                    <a:pt x="19" y="5"/>
                  </a:lnTo>
                  <a:lnTo>
                    <a:pt x="19" y="3"/>
                  </a:lnTo>
                  <a:lnTo>
                    <a:pt x="18" y="2"/>
                  </a:lnTo>
                  <a:lnTo>
                    <a:pt x="16" y="0"/>
                  </a:lnTo>
                  <a:lnTo>
                    <a:pt x="15" y="0"/>
                  </a:lnTo>
                  <a:lnTo>
                    <a:pt x="13" y="2"/>
                  </a:lnTo>
                  <a:lnTo>
                    <a:pt x="12" y="3"/>
                  </a:lnTo>
                  <a:lnTo>
                    <a:pt x="10" y="5"/>
                  </a:lnTo>
                  <a:lnTo>
                    <a:pt x="0" y="39"/>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5306" name="Freeform 207"/>
            <p:cNvSpPr/>
            <p:nvPr/>
          </p:nvSpPr>
          <p:spPr>
            <a:xfrm>
              <a:off x="1361" y="2022"/>
              <a:ext cx="19" cy="43"/>
            </a:xfrm>
            <a:custGeom>
              <a:avLst/>
              <a:gdLst/>
              <a:ahLst/>
              <a:cxnLst>
                <a:cxn ang="0">
                  <a:pos x="0" y="39"/>
                </a:cxn>
                <a:cxn ang="0">
                  <a:pos x="0" y="40"/>
                </a:cxn>
                <a:cxn ang="0">
                  <a:pos x="0" y="42"/>
                </a:cxn>
                <a:cxn ang="0">
                  <a:pos x="2" y="43"/>
                </a:cxn>
                <a:cxn ang="0">
                  <a:pos x="3" y="43"/>
                </a:cxn>
                <a:cxn ang="0">
                  <a:pos x="5" y="43"/>
                </a:cxn>
                <a:cxn ang="0">
                  <a:pos x="6" y="43"/>
                </a:cxn>
                <a:cxn ang="0">
                  <a:pos x="7" y="42"/>
                </a:cxn>
                <a:cxn ang="0">
                  <a:pos x="9" y="40"/>
                </a:cxn>
                <a:cxn ang="0">
                  <a:pos x="19" y="6"/>
                </a:cxn>
                <a:cxn ang="0">
                  <a:pos x="19" y="5"/>
                </a:cxn>
                <a:cxn ang="0">
                  <a:pos x="19" y="3"/>
                </a:cxn>
                <a:cxn ang="0">
                  <a:pos x="18" y="2"/>
                </a:cxn>
                <a:cxn ang="0">
                  <a:pos x="16" y="0"/>
                </a:cxn>
                <a:cxn ang="0">
                  <a:pos x="15" y="0"/>
                </a:cxn>
                <a:cxn ang="0">
                  <a:pos x="13" y="2"/>
                </a:cxn>
                <a:cxn ang="0">
                  <a:pos x="12" y="3"/>
                </a:cxn>
                <a:cxn ang="0">
                  <a:pos x="10" y="5"/>
                </a:cxn>
                <a:cxn ang="0">
                  <a:pos x="0" y="39"/>
                </a:cxn>
              </a:cxnLst>
              <a:pathLst>
                <a:path w="19" h="43">
                  <a:moveTo>
                    <a:pt x="0" y="39"/>
                  </a:moveTo>
                  <a:lnTo>
                    <a:pt x="0" y="40"/>
                  </a:lnTo>
                  <a:lnTo>
                    <a:pt x="0" y="42"/>
                  </a:lnTo>
                  <a:lnTo>
                    <a:pt x="2" y="43"/>
                  </a:lnTo>
                  <a:lnTo>
                    <a:pt x="3" y="43"/>
                  </a:lnTo>
                  <a:lnTo>
                    <a:pt x="5" y="43"/>
                  </a:lnTo>
                  <a:lnTo>
                    <a:pt x="6" y="43"/>
                  </a:lnTo>
                  <a:lnTo>
                    <a:pt x="7" y="42"/>
                  </a:lnTo>
                  <a:lnTo>
                    <a:pt x="9" y="40"/>
                  </a:lnTo>
                  <a:lnTo>
                    <a:pt x="19" y="6"/>
                  </a:lnTo>
                  <a:lnTo>
                    <a:pt x="19" y="5"/>
                  </a:lnTo>
                  <a:lnTo>
                    <a:pt x="19" y="3"/>
                  </a:lnTo>
                  <a:lnTo>
                    <a:pt x="18" y="2"/>
                  </a:lnTo>
                  <a:lnTo>
                    <a:pt x="16" y="0"/>
                  </a:lnTo>
                  <a:lnTo>
                    <a:pt x="15" y="0"/>
                  </a:lnTo>
                  <a:lnTo>
                    <a:pt x="13" y="2"/>
                  </a:lnTo>
                  <a:lnTo>
                    <a:pt x="12" y="3"/>
                  </a:lnTo>
                  <a:lnTo>
                    <a:pt x="10" y="5"/>
                  </a:lnTo>
                  <a:lnTo>
                    <a:pt x="0" y="39"/>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5307" name="Freeform 208"/>
            <p:cNvSpPr/>
            <p:nvPr/>
          </p:nvSpPr>
          <p:spPr>
            <a:xfrm>
              <a:off x="1380" y="1963"/>
              <a:ext cx="20" cy="43"/>
            </a:xfrm>
            <a:custGeom>
              <a:avLst/>
              <a:gdLst/>
              <a:ahLst/>
              <a:cxnLst>
                <a:cxn ang="0">
                  <a:pos x="0" y="38"/>
                </a:cxn>
                <a:cxn ang="0">
                  <a:pos x="0" y="40"/>
                </a:cxn>
                <a:cxn ang="0">
                  <a:pos x="0" y="41"/>
                </a:cxn>
                <a:cxn ang="0">
                  <a:pos x="2" y="43"/>
                </a:cxn>
                <a:cxn ang="0">
                  <a:pos x="3" y="43"/>
                </a:cxn>
                <a:cxn ang="0">
                  <a:pos x="5" y="43"/>
                </a:cxn>
                <a:cxn ang="0">
                  <a:pos x="6" y="43"/>
                </a:cxn>
                <a:cxn ang="0">
                  <a:pos x="8" y="41"/>
                </a:cxn>
                <a:cxn ang="0">
                  <a:pos x="9" y="40"/>
                </a:cxn>
                <a:cxn ang="0">
                  <a:pos x="20" y="6"/>
                </a:cxn>
                <a:cxn ang="0">
                  <a:pos x="20" y="4"/>
                </a:cxn>
                <a:cxn ang="0">
                  <a:pos x="20" y="3"/>
                </a:cxn>
                <a:cxn ang="0">
                  <a:pos x="18" y="1"/>
                </a:cxn>
                <a:cxn ang="0">
                  <a:pos x="17" y="0"/>
                </a:cxn>
                <a:cxn ang="0">
                  <a:pos x="15" y="0"/>
                </a:cxn>
                <a:cxn ang="0">
                  <a:pos x="14" y="1"/>
                </a:cxn>
                <a:cxn ang="0">
                  <a:pos x="12" y="3"/>
                </a:cxn>
                <a:cxn ang="0">
                  <a:pos x="11" y="4"/>
                </a:cxn>
                <a:cxn ang="0">
                  <a:pos x="0" y="38"/>
                </a:cxn>
              </a:cxnLst>
              <a:pathLst>
                <a:path w="20" h="43">
                  <a:moveTo>
                    <a:pt x="0" y="38"/>
                  </a:moveTo>
                  <a:lnTo>
                    <a:pt x="0" y="40"/>
                  </a:lnTo>
                  <a:lnTo>
                    <a:pt x="0" y="41"/>
                  </a:lnTo>
                  <a:lnTo>
                    <a:pt x="2" y="43"/>
                  </a:lnTo>
                  <a:lnTo>
                    <a:pt x="3" y="43"/>
                  </a:lnTo>
                  <a:lnTo>
                    <a:pt x="5" y="43"/>
                  </a:lnTo>
                  <a:lnTo>
                    <a:pt x="6" y="43"/>
                  </a:lnTo>
                  <a:lnTo>
                    <a:pt x="8" y="41"/>
                  </a:lnTo>
                  <a:lnTo>
                    <a:pt x="9" y="40"/>
                  </a:lnTo>
                  <a:lnTo>
                    <a:pt x="20" y="6"/>
                  </a:lnTo>
                  <a:lnTo>
                    <a:pt x="20" y="4"/>
                  </a:lnTo>
                  <a:lnTo>
                    <a:pt x="20" y="3"/>
                  </a:lnTo>
                  <a:lnTo>
                    <a:pt x="18" y="1"/>
                  </a:lnTo>
                  <a:lnTo>
                    <a:pt x="17" y="0"/>
                  </a:lnTo>
                  <a:lnTo>
                    <a:pt x="15" y="0"/>
                  </a:lnTo>
                  <a:lnTo>
                    <a:pt x="14" y="1"/>
                  </a:lnTo>
                  <a:lnTo>
                    <a:pt x="12" y="3"/>
                  </a:lnTo>
                  <a:lnTo>
                    <a:pt x="11" y="4"/>
                  </a:lnTo>
                  <a:lnTo>
                    <a:pt x="0" y="38"/>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5308" name="Freeform 209"/>
            <p:cNvSpPr/>
            <p:nvPr/>
          </p:nvSpPr>
          <p:spPr>
            <a:xfrm>
              <a:off x="1400" y="1912"/>
              <a:ext cx="16" cy="34"/>
            </a:xfrm>
            <a:custGeom>
              <a:avLst/>
              <a:gdLst/>
              <a:ahLst/>
              <a:cxnLst>
                <a:cxn ang="0">
                  <a:pos x="0" y="30"/>
                </a:cxn>
                <a:cxn ang="0">
                  <a:pos x="0" y="31"/>
                </a:cxn>
                <a:cxn ang="0">
                  <a:pos x="0" y="33"/>
                </a:cxn>
                <a:cxn ang="0">
                  <a:pos x="1" y="34"/>
                </a:cxn>
                <a:cxn ang="0">
                  <a:pos x="3" y="34"/>
                </a:cxn>
                <a:cxn ang="0">
                  <a:pos x="4" y="34"/>
                </a:cxn>
                <a:cxn ang="0">
                  <a:pos x="6" y="34"/>
                </a:cxn>
                <a:cxn ang="0">
                  <a:pos x="7" y="33"/>
                </a:cxn>
                <a:cxn ang="0">
                  <a:pos x="9" y="31"/>
                </a:cxn>
                <a:cxn ang="0">
                  <a:pos x="16" y="6"/>
                </a:cxn>
                <a:cxn ang="0">
                  <a:pos x="16" y="5"/>
                </a:cxn>
                <a:cxn ang="0">
                  <a:pos x="15" y="3"/>
                </a:cxn>
                <a:cxn ang="0">
                  <a:pos x="13" y="2"/>
                </a:cxn>
                <a:cxn ang="0">
                  <a:pos x="12" y="0"/>
                </a:cxn>
                <a:cxn ang="0">
                  <a:pos x="10" y="2"/>
                </a:cxn>
                <a:cxn ang="0">
                  <a:pos x="9" y="3"/>
                </a:cxn>
                <a:cxn ang="0">
                  <a:pos x="7" y="5"/>
                </a:cxn>
                <a:cxn ang="0">
                  <a:pos x="0" y="30"/>
                </a:cxn>
              </a:cxnLst>
              <a:pathLst>
                <a:path w="16" h="34">
                  <a:moveTo>
                    <a:pt x="0" y="30"/>
                  </a:moveTo>
                  <a:lnTo>
                    <a:pt x="0" y="31"/>
                  </a:lnTo>
                  <a:lnTo>
                    <a:pt x="0" y="33"/>
                  </a:lnTo>
                  <a:lnTo>
                    <a:pt x="1" y="34"/>
                  </a:lnTo>
                  <a:lnTo>
                    <a:pt x="3" y="34"/>
                  </a:lnTo>
                  <a:lnTo>
                    <a:pt x="4" y="34"/>
                  </a:lnTo>
                  <a:lnTo>
                    <a:pt x="6" y="34"/>
                  </a:lnTo>
                  <a:lnTo>
                    <a:pt x="7" y="33"/>
                  </a:lnTo>
                  <a:lnTo>
                    <a:pt x="9" y="31"/>
                  </a:lnTo>
                  <a:lnTo>
                    <a:pt x="16" y="6"/>
                  </a:lnTo>
                  <a:lnTo>
                    <a:pt x="16" y="5"/>
                  </a:lnTo>
                  <a:lnTo>
                    <a:pt x="15" y="3"/>
                  </a:lnTo>
                  <a:lnTo>
                    <a:pt x="13" y="2"/>
                  </a:lnTo>
                  <a:lnTo>
                    <a:pt x="12" y="0"/>
                  </a:lnTo>
                  <a:lnTo>
                    <a:pt x="10" y="2"/>
                  </a:lnTo>
                  <a:lnTo>
                    <a:pt x="9" y="3"/>
                  </a:lnTo>
                  <a:lnTo>
                    <a:pt x="7" y="5"/>
                  </a:lnTo>
                  <a:lnTo>
                    <a:pt x="0" y="30"/>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grpSp>
      <p:sp>
        <p:nvSpPr>
          <p:cNvPr id="95278" name="Line 212"/>
          <p:cNvSpPr/>
          <p:nvPr/>
        </p:nvSpPr>
        <p:spPr>
          <a:xfrm>
            <a:off x="6227763" y="3024188"/>
            <a:ext cx="1587" cy="160337"/>
          </a:xfrm>
          <a:prstGeom prst="line">
            <a:avLst/>
          </a:prstGeom>
          <a:ln w="14288" cap="flat" cmpd="sng">
            <a:solidFill>
              <a:srgbClr val="0000FF"/>
            </a:solidFill>
            <a:prstDash val="solid"/>
            <a:headEnd type="none" w="med" len="med"/>
            <a:tailEnd type="none" w="med" len="med"/>
          </a:ln>
        </p:spPr>
      </p:sp>
      <p:sp>
        <p:nvSpPr>
          <p:cNvPr id="95279" name="Line 213"/>
          <p:cNvSpPr/>
          <p:nvPr/>
        </p:nvSpPr>
        <p:spPr>
          <a:xfrm>
            <a:off x="7461250" y="3036888"/>
            <a:ext cx="104775" cy="322262"/>
          </a:xfrm>
          <a:prstGeom prst="line">
            <a:avLst/>
          </a:prstGeom>
          <a:ln w="14288" cap="flat" cmpd="sng">
            <a:solidFill>
              <a:srgbClr val="0000FF"/>
            </a:solidFill>
            <a:prstDash val="solid"/>
            <a:headEnd type="none" w="med" len="med"/>
            <a:tailEnd type="none" w="med" len="med"/>
          </a:ln>
        </p:spPr>
      </p:sp>
      <p:sp>
        <p:nvSpPr>
          <p:cNvPr id="95280" name="Line 214"/>
          <p:cNvSpPr/>
          <p:nvPr/>
        </p:nvSpPr>
        <p:spPr>
          <a:xfrm>
            <a:off x="7553325" y="3355975"/>
            <a:ext cx="412750" cy="1588"/>
          </a:xfrm>
          <a:prstGeom prst="line">
            <a:avLst/>
          </a:prstGeom>
          <a:ln w="14288" cap="flat" cmpd="sng">
            <a:solidFill>
              <a:srgbClr val="0000FF"/>
            </a:solidFill>
            <a:prstDash val="solid"/>
            <a:headEnd type="none" w="med" len="med"/>
            <a:tailEnd type="none" w="med" len="med"/>
          </a:ln>
        </p:spPr>
      </p:sp>
      <p:sp>
        <p:nvSpPr>
          <p:cNvPr id="95281" name="Line 215"/>
          <p:cNvSpPr/>
          <p:nvPr/>
        </p:nvSpPr>
        <p:spPr>
          <a:xfrm flipV="1">
            <a:off x="7980363" y="3016250"/>
            <a:ext cx="104775" cy="322263"/>
          </a:xfrm>
          <a:prstGeom prst="line">
            <a:avLst/>
          </a:prstGeom>
          <a:ln w="14288" cap="flat" cmpd="sng">
            <a:solidFill>
              <a:srgbClr val="0000FF"/>
            </a:solidFill>
            <a:prstDash val="solid"/>
            <a:headEnd type="none" w="med" len="med"/>
            <a:tailEnd type="none" w="med" len="med"/>
          </a:ln>
        </p:spPr>
      </p:sp>
      <p:sp>
        <p:nvSpPr>
          <p:cNvPr id="95282" name="Line 216"/>
          <p:cNvSpPr/>
          <p:nvPr/>
        </p:nvSpPr>
        <p:spPr>
          <a:xfrm flipV="1">
            <a:off x="8085138" y="2997200"/>
            <a:ext cx="735012" cy="36513"/>
          </a:xfrm>
          <a:prstGeom prst="line">
            <a:avLst/>
          </a:prstGeom>
          <a:ln w="14288" cap="flat" cmpd="sng">
            <a:solidFill>
              <a:srgbClr val="0000FF"/>
            </a:solidFill>
            <a:prstDash val="solid"/>
            <a:headEnd type="none" w="med" len="med"/>
            <a:tailEnd type="none" w="med" len="med"/>
          </a:ln>
        </p:spPr>
      </p:sp>
      <p:sp>
        <p:nvSpPr>
          <p:cNvPr id="95283" name="Rectangle 217"/>
          <p:cNvSpPr/>
          <p:nvPr/>
        </p:nvSpPr>
        <p:spPr>
          <a:xfrm>
            <a:off x="5976938" y="3381375"/>
            <a:ext cx="1555750" cy="325438"/>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5284" name="Rectangle 218"/>
          <p:cNvSpPr/>
          <p:nvPr/>
        </p:nvSpPr>
        <p:spPr>
          <a:xfrm>
            <a:off x="6227763" y="3429000"/>
            <a:ext cx="10668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FF"/>
                </a:solidFill>
                <a:latin typeface="宋体" panose="02010600030101010101" pitchFamily="2" charset="-122"/>
              </a:rPr>
              <a:t>重新开始计数</a:t>
            </a:r>
            <a:endParaRPr lang="zh-CN" altLang="en-US" sz="1800" b="0" dirty="0">
              <a:solidFill>
                <a:srgbClr val="0000FF"/>
              </a:solidFill>
              <a:latin typeface="Arial" panose="020B0604020202020204" pitchFamily="34" charset="0"/>
            </a:endParaRPr>
          </a:p>
        </p:txBody>
      </p:sp>
      <p:grpSp>
        <p:nvGrpSpPr>
          <p:cNvPr id="95285" name="Group 221"/>
          <p:cNvGrpSpPr/>
          <p:nvPr/>
        </p:nvGrpSpPr>
        <p:grpSpPr>
          <a:xfrm>
            <a:off x="5997575" y="3284538"/>
            <a:ext cx="207963" cy="161925"/>
            <a:chOff x="3235" y="2129"/>
            <a:chExt cx="131" cy="102"/>
          </a:xfrm>
        </p:grpSpPr>
        <p:sp>
          <p:nvSpPr>
            <p:cNvPr id="95303" name="Line 219"/>
            <p:cNvSpPr/>
            <p:nvPr/>
          </p:nvSpPr>
          <p:spPr>
            <a:xfrm>
              <a:off x="3308" y="2185"/>
              <a:ext cx="58" cy="46"/>
            </a:xfrm>
            <a:prstGeom prst="line">
              <a:avLst/>
            </a:prstGeom>
            <a:ln w="14288" cap="flat" cmpd="sng">
              <a:solidFill>
                <a:srgbClr val="0000FF"/>
              </a:solidFill>
              <a:prstDash val="solid"/>
              <a:headEnd type="none" w="med" len="med"/>
              <a:tailEnd type="none" w="med" len="med"/>
            </a:ln>
          </p:spPr>
        </p:sp>
        <p:sp>
          <p:nvSpPr>
            <p:cNvPr id="95304" name="Freeform 220"/>
            <p:cNvSpPr/>
            <p:nvPr/>
          </p:nvSpPr>
          <p:spPr>
            <a:xfrm>
              <a:off x="3235" y="2129"/>
              <a:ext cx="97" cy="85"/>
            </a:xfrm>
            <a:custGeom>
              <a:avLst/>
              <a:gdLst/>
              <a:ahLst/>
              <a:cxnLst>
                <a:cxn ang="0">
                  <a:pos x="97" y="34"/>
                </a:cxn>
                <a:cxn ang="0">
                  <a:pos x="0" y="0"/>
                </a:cxn>
                <a:cxn ang="0">
                  <a:pos x="57" y="85"/>
                </a:cxn>
                <a:cxn ang="0">
                  <a:pos x="97" y="34"/>
                </a:cxn>
              </a:cxnLst>
              <a:pathLst>
                <a:path w="97" h="85">
                  <a:moveTo>
                    <a:pt x="97" y="34"/>
                  </a:moveTo>
                  <a:lnTo>
                    <a:pt x="0" y="0"/>
                  </a:lnTo>
                  <a:lnTo>
                    <a:pt x="57" y="85"/>
                  </a:lnTo>
                  <a:lnTo>
                    <a:pt x="97" y="34"/>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grpSp>
      <p:sp>
        <p:nvSpPr>
          <p:cNvPr id="95286" name="Rectangle 223"/>
          <p:cNvSpPr/>
          <p:nvPr/>
        </p:nvSpPr>
        <p:spPr>
          <a:xfrm>
            <a:off x="960438" y="871538"/>
            <a:ext cx="34607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CLK</a:t>
            </a:r>
            <a:endParaRPr lang="en-US" altLang="zh-CN" sz="1800" b="0" dirty="0">
              <a:solidFill>
                <a:schemeClr val="tx1"/>
              </a:solidFill>
              <a:latin typeface="Arial" panose="020B0604020202020204" pitchFamily="34" charset="0"/>
            </a:endParaRPr>
          </a:p>
        </p:txBody>
      </p:sp>
      <p:sp>
        <p:nvSpPr>
          <p:cNvPr id="95287" name="Rectangle 224"/>
          <p:cNvSpPr/>
          <p:nvPr/>
        </p:nvSpPr>
        <p:spPr>
          <a:xfrm>
            <a:off x="1004888" y="1177925"/>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95288" name="Rectangle 225"/>
          <p:cNvSpPr/>
          <p:nvPr/>
        </p:nvSpPr>
        <p:spPr>
          <a:xfrm>
            <a:off x="763588" y="1484313"/>
            <a:ext cx="484187"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95289" name="Rectangle 227"/>
          <p:cNvSpPr/>
          <p:nvPr/>
        </p:nvSpPr>
        <p:spPr>
          <a:xfrm>
            <a:off x="873125" y="1790700"/>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95290" name="Rectangle 229"/>
          <p:cNvSpPr/>
          <p:nvPr/>
        </p:nvSpPr>
        <p:spPr>
          <a:xfrm>
            <a:off x="723900" y="2403475"/>
            <a:ext cx="484188"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FF"/>
                </a:solidFill>
                <a:latin typeface="Arial" panose="020B0604020202020204" pitchFamily="34" charset="0"/>
              </a:rPr>
              <a:t>GATE</a:t>
            </a:r>
            <a:endParaRPr lang="en-US" altLang="zh-CN" sz="1800" b="0" dirty="0">
              <a:solidFill>
                <a:srgbClr val="0000FF"/>
              </a:solidFill>
              <a:latin typeface="Arial" panose="020B0604020202020204" pitchFamily="34" charset="0"/>
            </a:endParaRPr>
          </a:p>
        </p:txBody>
      </p:sp>
      <p:sp>
        <p:nvSpPr>
          <p:cNvPr id="95291" name="Rectangle 232"/>
          <p:cNvSpPr/>
          <p:nvPr/>
        </p:nvSpPr>
        <p:spPr>
          <a:xfrm>
            <a:off x="831850" y="2709863"/>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FF"/>
                </a:solidFill>
                <a:latin typeface="Arial" panose="020B0604020202020204" pitchFamily="34" charset="0"/>
              </a:rPr>
              <a:t>OUT</a:t>
            </a:r>
            <a:endParaRPr lang="en-US" altLang="zh-CN" sz="1800" b="0" dirty="0">
              <a:solidFill>
                <a:srgbClr val="0000FF"/>
              </a:solidFill>
              <a:latin typeface="Arial" panose="020B0604020202020204" pitchFamily="34" charset="0"/>
            </a:endParaRPr>
          </a:p>
        </p:txBody>
      </p:sp>
      <p:sp>
        <p:nvSpPr>
          <p:cNvPr id="95292" name="Line 235"/>
          <p:cNvSpPr/>
          <p:nvPr/>
        </p:nvSpPr>
        <p:spPr>
          <a:xfrm>
            <a:off x="1030288" y="1157288"/>
            <a:ext cx="250825" cy="1587"/>
          </a:xfrm>
          <a:prstGeom prst="line">
            <a:avLst/>
          </a:prstGeom>
          <a:ln w="14288" cap="flat" cmpd="sng">
            <a:solidFill>
              <a:srgbClr val="000000"/>
            </a:solidFill>
            <a:prstDash val="solid"/>
            <a:headEnd type="none" w="med" len="med"/>
            <a:tailEnd type="none" w="med" len="med"/>
          </a:ln>
        </p:spPr>
      </p:sp>
      <p:sp>
        <p:nvSpPr>
          <p:cNvPr id="95293" name="Line 236"/>
          <p:cNvSpPr/>
          <p:nvPr/>
        </p:nvSpPr>
        <p:spPr>
          <a:xfrm>
            <a:off x="5075238" y="1906588"/>
            <a:ext cx="1587" cy="176212"/>
          </a:xfrm>
          <a:prstGeom prst="line">
            <a:avLst/>
          </a:prstGeom>
          <a:ln w="14288" cap="flat" cmpd="sng">
            <a:solidFill>
              <a:srgbClr val="000000"/>
            </a:solidFill>
            <a:prstDash val="solid"/>
            <a:headEnd type="none" w="med" len="med"/>
            <a:tailEnd type="none" w="med" len="med"/>
          </a:ln>
        </p:spPr>
      </p:sp>
      <p:sp>
        <p:nvSpPr>
          <p:cNvPr id="95294" name="Line 238"/>
          <p:cNvSpPr/>
          <p:nvPr/>
        </p:nvSpPr>
        <p:spPr>
          <a:xfrm>
            <a:off x="7456488" y="3043238"/>
            <a:ext cx="1587" cy="176212"/>
          </a:xfrm>
          <a:prstGeom prst="line">
            <a:avLst/>
          </a:prstGeom>
          <a:ln w="14288" cap="flat" cmpd="sng">
            <a:solidFill>
              <a:srgbClr val="0000FF"/>
            </a:solidFill>
            <a:prstDash val="solid"/>
            <a:headEnd type="none" w="med" len="med"/>
            <a:tailEnd type="none" w="med" len="med"/>
          </a:ln>
        </p:spPr>
      </p:sp>
      <p:sp>
        <p:nvSpPr>
          <p:cNvPr id="95295" name="Line 239"/>
          <p:cNvSpPr/>
          <p:nvPr/>
        </p:nvSpPr>
        <p:spPr>
          <a:xfrm>
            <a:off x="8102600" y="3014663"/>
            <a:ext cx="1588" cy="176212"/>
          </a:xfrm>
          <a:prstGeom prst="line">
            <a:avLst/>
          </a:prstGeom>
          <a:ln w="14288" cap="flat" cmpd="sng">
            <a:solidFill>
              <a:srgbClr val="0000FF"/>
            </a:solidFill>
            <a:prstDash val="solid"/>
            <a:headEnd type="none" w="med" len="med"/>
            <a:tailEnd type="none" w="med" len="med"/>
          </a:ln>
        </p:spPr>
      </p:sp>
      <p:sp>
        <p:nvSpPr>
          <p:cNvPr id="95296" name="Line 241"/>
          <p:cNvSpPr/>
          <p:nvPr/>
        </p:nvSpPr>
        <p:spPr>
          <a:xfrm>
            <a:off x="1403350" y="2997200"/>
            <a:ext cx="6053138" cy="26988"/>
          </a:xfrm>
          <a:prstGeom prst="line">
            <a:avLst/>
          </a:prstGeom>
          <a:ln w="9525" cap="flat" cmpd="sng">
            <a:solidFill>
              <a:srgbClr val="0000FF"/>
            </a:solidFill>
            <a:prstDash val="solid"/>
            <a:headEnd type="none" w="med" len="med"/>
            <a:tailEnd type="none" w="med" len="med"/>
          </a:ln>
        </p:spPr>
      </p:sp>
      <p:sp>
        <p:nvSpPr>
          <p:cNvPr id="95297" name="Line 242"/>
          <p:cNvSpPr/>
          <p:nvPr/>
        </p:nvSpPr>
        <p:spPr>
          <a:xfrm>
            <a:off x="5638800" y="549275"/>
            <a:ext cx="0" cy="2735263"/>
          </a:xfrm>
          <a:prstGeom prst="line">
            <a:avLst/>
          </a:prstGeom>
          <a:ln w="9525" cap="flat" cmpd="sng">
            <a:solidFill>
              <a:schemeClr val="tx1"/>
            </a:solidFill>
            <a:prstDash val="dash"/>
            <a:headEnd type="none" w="med" len="med"/>
            <a:tailEnd type="none" w="med" len="med"/>
          </a:ln>
        </p:spPr>
      </p:sp>
      <p:sp>
        <p:nvSpPr>
          <p:cNvPr id="95298" name="Line 243"/>
          <p:cNvSpPr/>
          <p:nvPr/>
        </p:nvSpPr>
        <p:spPr>
          <a:xfrm>
            <a:off x="3203575" y="620713"/>
            <a:ext cx="0" cy="2735262"/>
          </a:xfrm>
          <a:prstGeom prst="line">
            <a:avLst/>
          </a:prstGeom>
          <a:ln w="9525" cap="flat" cmpd="sng">
            <a:solidFill>
              <a:schemeClr val="tx1"/>
            </a:solidFill>
            <a:prstDash val="dash"/>
            <a:headEnd type="none" w="med" len="med"/>
            <a:tailEnd type="none" w="med" len="med"/>
          </a:ln>
        </p:spPr>
      </p:sp>
      <p:sp>
        <p:nvSpPr>
          <p:cNvPr id="95299" name="Rectangle 247"/>
          <p:cNvSpPr/>
          <p:nvPr/>
        </p:nvSpPr>
        <p:spPr>
          <a:xfrm>
            <a:off x="395288" y="2349500"/>
            <a:ext cx="8424862" cy="1439863"/>
          </a:xfrm>
          <a:prstGeom prst="rect">
            <a:avLst/>
          </a:prstGeom>
          <a:noFill/>
          <a:ln w="9525" cap="flat" cmpd="sng">
            <a:solidFill>
              <a:srgbClr val="FF00FF"/>
            </a:solidFill>
            <a:prstDash val="dash"/>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5300" name="Line 243"/>
          <p:cNvSpPr/>
          <p:nvPr/>
        </p:nvSpPr>
        <p:spPr>
          <a:xfrm>
            <a:off x="3816350" y="620713"/>
            <a:ext cx="0" cy="2735262"/>
          </a:xfrm>
          <a:prstGeom prst="line">
            <a:avLst/>
          </a:prstGeom>
          <a:ln w="9525" cap="flat" cmpd="sng">
            <a:solidFill>
              <a:schemeClr val="tx1"/>
            </a:solidFill>
            <a:prstDash val="dash"/>
            <a:headEnd type="none" w="med" len="med"/>
            <a:tailEnd type="none" w="med" len="med"/>
          </a:ln>
        </p:spPr>
      </p:sp>
      <p:sp>
        <p:nvSpPr>
          <p:cNvPr id="95301" name="Line 212"/>
          <p:cNvSpPr/>
          <p:nvPr/>
        </p:nvSpPr>
        <p:spPr>
          <a:xfrm>
            <a:off x="6948488" y="3024188"/>
            <a:ext cx="1587" cy="160337"/>
          </a:xfrm>
          <a:prstGeom prst="line">
            <a:avLst/>
          </a:prstGeom>
          <a:ln w="14288" cap="flat" cmpd="sng">
            <a:solidFill>
              <a:srgbClr val="0000FF"/>
            </a:solidFill>
            <a:prstDash val="solid"/>
            <a:headEnd type="none" w="med" len="med"/>
            <a:tailEnd type="none" w="med" len="med"/>
          </a:ln>
        </p:spPr>
      </p:sp>
      <p:sp>
        <p:nvSpPr>
          <p:cNvPr id="95302" name="Rectangle 190"/>
          <p:cNvSpPr/>
          <p:nvPr/>
        </p:nvSpPr>
        <p:spPr>
          <a:xfrm>
            <a:off x="5697538" y="3068638"/>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FF"/>
                </a:solidFill>
                <a:latin typeface="Arial" panose="020B0604020202020204" pitchFamily="34" charset="0"/>
              </a:rPr>
              <a:t>3</a:t>
            </a:r>
            <a:endParaRPr lang="en-US" altLang="zh-CN" sz="1800" b="0" dirty="0">
              <a:solidFill>
                <a:srgbClr val="0000FF"/>
              </a:solidFill>
              <a:latin typeface="Arial" panose="020B0604020202020204" pitchFamily="34" charset="0"/>
            </a:endParaRPr>
          </a:p>
        </p:txBody>
      </p:sp>
    </p:spTree>
  </p:cSld>
  <p:clrMapOvr>
    <a:masterClrMapping/>
  </p:clrMapOvr>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5778" name="Rectangle 2"/>
          <p:cNvSpPr>
            <a:spLocks noGrp="1" noChangeArrowheads="1"/>
          </p:cNvSpPr>
          <p:nvPr>
            <p:ph idx="1"/>
          </p:nvPr>
        </p:nvSpPr>
        <p:spPr>
          <a:xfrm>
            <a:off x="230188" y="4251325"/>
            <a:ext cx="8589963" cy="2374900"/>
          </a:xfrm>
          <a:solidFill>
            <a:schemeClr val="accent1"/>
          </a:solidFill>
          <a:ln>
            <a:solidFill>
              <a:srgbClr val="0000FF"/>
            </a:solidFill>
            <a:miter/>
          </a:ln>
        </p:spPr>
        <p:txBody>
          <a:bodyPr vert="horz" wrap="square" lIns="91440" tIns="45720" rIns="91440" bIns="45720" numCol="1" anchor="t" anchorCtr="0" compatLnSpc="1"/>
          <a:lstStyle/>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方式</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4</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的特点②：</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 </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在计数过程中，</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若改变计数初值，则停止计数</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在下一个</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CLK</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的下降沿按新的计数初值开始计数。</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这</a:t>
            </a:r>
            <a:r>
              <a:rPr kumimoji="1" lang="zh-CN" altLang="en-US" sz="2400" b="1" i="0" u="none" strike="noStrike" kern="1200" cap="none" spc="0" normalizeH="0" baseline="0" noProof="0" dirty="0">
                <a:ln>
                  <a:noFill/>
                </a:ln>
                <a:solidFill>
                  <a:srgbClr val="0000FF"/>
                </a:solidFill>
                <a:effectLst/>
                <a:uLnTx/>
                <a:uFillTx/>
                <a:latin typeface="+mn-ea"/>
                <a:ea typeface="+mn-ea"/>
                <a:cs typeface="+mn-cs"/>
              </a:rPr>
              <a:t>称为软件再触发</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16</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位数</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在设置第一个字节后停止计数</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在设置第二个字节后开始计数</a:t>
            </a:r>
            <a:endParaRPr kumimoji="1" lang="en-US" altLang="zh-CN"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96259" name="Line 4"/>
          <p:cNvSpPr/>
          <p:nvPr/>
        </p:nvSpPr>
        <p:spPr>
          <a:xfrm flipV="1">
            <a:off x="3073400" y="781050"/>
            <a:ext cx="144463" cy="503238"/>
          </a:xfrm>
          <a:prstGeom prst="line">
            <a:avLst/>
          </a:prstGeom>
          <a:ln w="9525" cap="flat" cmpd="sng">
            <a:solidFill>
              <a:srgbClr val="FF9900"/>
            </a:solidFill>
            <a:prstDash val="solid"/>
            <a:headEnd type="none" w="med" len="med"/>
            <a:tailEnd type="triangle" w="med" len="med"/>
          </a:ln>
        </p:spPr>
      </p:sp>
      <p:sp>
        <p:nvSpPr>
          <p:cNvPr id="96260" name="Line 5"/>
          <p:cNvSpPr/>
          <p:nvPr/>
        </p:nvSpPr>
        <p:spPr>
          <a:xfrm flipH="1">
            <a:off x="3362325" y="1357313"/>
            <a:ext cx="576263" cy="71437"/>
          </a:xfrm>
          <a:prstGeom prst="line">
            <a:avLst/>
          </a:prstGeom>
          <a:ln w="9525" cap="flat" cmpd="sng">
            <a:solidFill>
              <a:schemeClr val="tx1"/>
            </a:solidFill>
            <a:prstDash val="solid"/>
            <a:headEnd type="none" w="med" len="med"/>
            <a:tailEnd type="triangle" w="med" len="med"/>
          </a:ln>
        </p:spPr>
      </p:sp>
      <p:sp>
        <p:nvSpPr>
          <p:cNvPr id="96261" name="Line 6"/>
          <p:cNvSpPr/>
          <p:nvPr/>
        </p:nvSpPr>
        <p:spPr>
          <a:xfrm>
            <a:off x="3851275" y="620713"/>
            <a:ext cx="73025" cy="1223962"/>
          </a:xfrm>
          <a:prstGeom prst="line">
            <a:avLst/>
          </a:prstGeom>
          <a:ln w="9525" cap="flat" cmpd="sng">
            <a:solidFill>
              <a:srgbClr val="FF00FF"/>
            </a:solidFill>
            <a:prstDash val="solid"/>
            <a:headEnd type="none" w="med" len="med"/>
            <a:tailEnd type="triangle" w="med" len="med"/>
          </a:ln>
        </p:spPr>
      </p:sp>
      <p:sp>
        <p:nvSpPr>
          <p:cNvPr id="96262" name="Line 7"/>
          <p:cNvSpPr/>
          <p:nvPr/>
        </p:nvSpPr>
        <p:spPr>
          <a:xfrm>
            <a:off x="1849438" y="1284288"/>
            <a:ext cx="288925" cy="720725"/>
          </a:xfrm>
          <a:prstGeom prst="line">
            <a:avLst/>
          </a:prstGeom>
          <a:ln w="9525" cap="flat" cmpd="sng">
            <a:solidFill>
              <a:srgbClr val="FF00FF"/>
            </a:solidFill>
            <a:prstDash val="solid"/>
            <a:headEnd type="none" w="med" len="med"/>
            <a:tailEnd type="triangle" w="med" len="med"/>
          </a:ln>
        </p:spPr>
      </p:sp>
      <p:sp>
        <p:nvSpPr>
          <p:cNvPr id="96263" name="Rectangle 8"/>
          <p:cNvSpPr/>
          <p:nvPr/>
        </p:nvSpPr>
        <p:spPr>
          <a:xfrm>
            <a:off x="3865563" y="1212850"/>
            <a:ext cx="4681537" cy="360363"/>
          </a:xfrm>
          <a:prstGeom prst="rect">
            <a:avLst/>
          </a:prstGeom>
          <a:no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zh-CN" altLang="en-US" sz="1800" b="0" dirty="0">
                <a:solidFill>
                  <a:schemeClr val="tx1"/>
                </a:solidFill>
                <a:latin typeface="Arial" panose="020B0604020202020204" pitchFamily="34" charset="0"/>
              </a:rPr>
              <a:t>靠软件将初始值写入后，不要</a:t>
            </a:r>
            <a:r>
              <a:rPr lang="en-US" altLang="zh-CN" sz="1800" b="0" dirty="0">
                <a:solidFill>
                  <a:schemeClr val="tx1"/>
                </a:solidFill>
                <a:latin typeface="Arial" panose="020B0604020202020204" pitchFamily="34" charset="0"/>
              </a:rPr>
              <a:t>GATE</a:t>
            </a:r>
            <a:r>
              <a:rPr lang="zh-CN" altLang="en-US" sz="1800" b="0" dirty="0">
                <a:solidFill>
                  <a:schemeClr val="tx1"/>
                </a:solidFill>
                <a:latin typeface="Arial" panose="020B0604020202020204" pitchFamily="34" charset="0"/>
              </a:rPr>
              <a:t>的上升沿</a:t>
            </a:r>
            <a:endParaRPr lang="zh-CN" altLang="en-US" sz="1800" b="0" dirty="0">
              <a:solidFill>
                <a:schemeClr val="tx1"/>
              </a:solidFill>
              <a:latin typeface="Arial" panose="020B0604020202020204" pitchFamily="34" charset="0"/>
            </a:endParaRPr>
          </a:p>
        </p:txBody>
      </p:sp>
      <p:sp>
        <p:nvSpPr>
          <p:cNvPr id="96264" name="Rectangle 11"/>
          <p:cNvSpPr/>
          <p:nvPr/>
        </p:nvSpPr>
        <p:spPr>
          <a:xfrm>
            <a:off x="1414463" y="1582738"/>
            <a:ext cx="1036637" cy="488950"/>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6265" name="Rectangle 12"/>
          <p:cNvSpPr/>
          <p:nvPr/>
        </p:nvSpPr>
        <p:spPr>
          <a:xfrm>
            <a:off x="1565275" y="1693863"/>
            <a:ext cx="5334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00"/>
                </a:solidFill>
                <a:latin typeface="宋体" panose="02010600030101010101" pitchFamily="2" charset="-122"/>
              </a:rPr>
              <a:t>高电平</a:t>
            </a:r>
            <a:endParaRPr lang="zh-CN" altLang="en-US" sz="1800" b="0" dirty="0">
              <a:solidFill>
                <a:schemeClr val="tx1"/>
              </a:solidFill>
              <a:latin typeface="Arial" panose="020B0604020202020204" pitchFamily="34" charset="0"/>
            </a:endParaRPr>
          </a:p>
        </p:txBody>
      </p:sp>
      <p:sp>
        <p:nvSpPr>
          <p:cNvPr id="96266" name="Rectangle 13"/>
          <p:cNvSpPr/>
          <p:nvPr/>
        </p:nvSpPr>
        <p:spPr>
          <a:xfrm>
            <a:off x="2141538" y="1687513"/>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grpSp>
        <p:nvGrpSpPr>
          <p:cNvPr id="96267" name="Group 14"/>
          <p:cNvGrpSpPr/>
          <p:nvPr/>
        </p:nvGrpSpPr>
        <p:grpSpPr>
          <a:xfrm>
            <a:off x="1309688" y="1098550"/>
            <a:ext cx="7134225" cy="323850"/>
            <a:chOff x="825" y="692"/>
            <a:chExt cx="4494" cy="204"/>
          </a:xfrm>
        </p:grpSpPr>
        <p:grpSp>
          <p:nvGrpSpPr>
            <p:cNvPr id="96423" name="Group 15"/>
            <p:cNvGrpSpPr/>
            <p:nvPr/>
          </p:nvGrpSpPr>
          <p:grpSpPr>
            <a:xfrm>
              <a:off x="1086" y="692"/>
              <a:ext cx="521" cy="204"/>
              <a:chOff x="1086" y="692"/>
              <a:chExt cx="521" cy="204"/>
            </a:xfrm>
          </p:grpSpPr>
          <p:sp>
            <p:nvSpPr>
              <p:cNvPr id="96431" name="Line 16"/>
              <p:cNvSpPr/>
              <p:nvPr/>
            </p:nvSpPr>
            <p:spPr>
              <a:xfrm>
                <a:off x="1151" y="895"/>
                <a:ext cx="261" cy="1"/>
              </a:xfrm>
              <a:prstGeom prst="line">
                <a:avLst/>
              </a:prstGeom>
              <a:ln w="14288" cap="flat" cmpd="sng">
                <a:solidFill>
                  <a:srgbClr val="000000"/>
                </a:solidFill>
                <a:prstDash val="solid"/>
                <a:headEnd type="none" w="med" len="med"/>
                <a:tailEnd type="none" w="med" len="med"/>
              </a:ln>
            </p:spPr>
          </p:sp>
          <p:sp>
            <p:nvSpPr>
              <p:cNvPr id="96432" name="Line 17"/>
              <p:cNvSpPr/>
              <p:nvPr/>
            </p:nvSpPr>
            <p:spPr>
              <a:xfrm flipH="1" flipV="1">
                <a:off x="1086" y="692"/>
                <a:ext cx="65" cy="203"/>
              </a:xfrm>
              <a:prstGeom prst="line">
                <a:avLst/>
              </a:prstGeom>
              <a:ln w="14288" cap="flat" cmpd="sng">
                <a:solidFill>
                  <a:srgbClr val="000000"/>
                </a:solidFill>
                <a:prstDash val="solid"/>
                <a:headEnd type="none" w="med" len="med"/>
                <a:tailEnd type="none" w="med" len="med"/>
              </a:ln>
            </p:spPr>
          </p:sp>
          <p:sp>
            <p:nvSpPr>
              <p:cNvPr id="96433" name="Line 18"/>
              <p:cNvSpPr/>
              <p:nvPr/>
            </p:nvSpPr>
            <p:spPr>
              <a:xfrm flipV="1">
                <a:off x="1412" y="692"/>
                <a:ext cx="65" cy="203"/>
              </a:xfrm>
              <a:prstGeom prst="line">
                <a:avLst/>
              </a:prstGeom>
              <a:ln w="14288" cap="flat" cmpd="sng">
                <a:solidFill>
                  <a:srgbClr val="000000"/>
                </a:solidFill>
                <a:prstDash val="solid"/>
                <a:headEnd type="none" w="med" len="med"/>
                <a:tailEnd type="none" w="med" len="med"/>
              </a:ln>
            </p:spPr>
          </p:sp>
          <p:sp>
            <p:nvSpPr>
              <p:cNvPr id="96434" name="Line 19"/>
              <p:cNvSpPr/>
              <p:nvPr/>
            </p:nvSpPr>
            <p:spPr>
              <a:xfrm>
                <a:off x="1477" y="692"/>
                <a:ext cx="130" cy="1"/>
              </a:xfrm>
              <a:prstGeom prst="line">
                <a:avLst/>
              </a:prstGeom>
              <a:ln w="14288" cap="flat" cmpd="sng">
                <a:solidFill>
                  <a:srgbClr val="000000"/>
                </a:solidFill>
                <a:prstDash val="solid"/>
                <a:headEnd type="none" w="med" len="med"/>
                <a:tailEnd type="none" w="med" len="med"/>
              </a:ln>
            </p:spPr>
          </p:sp>
        </p:grpSp>
        <p:grpSp>
          <p:nvGrpSpPr>
            <p:cNvPr id="96424" name="Group 20"/>
            <p:cNvGrpSpPr/>
            <p:nvPr/>
          </p:nvGrpSpPr>
          <p:grpSpPr>
            <a:xfrm>
              <a:off x="1607" y="692"/>
              <a:ext cx="521" cy="204"/>
              <a:chOff x="1607" y="692"/>
              <a:chExt cx="521" cy="204"/>
            </a:xfrm>
          </p:grpSpPr>
          <p:sp>
            <p:nvSpPr>
              <p:cNvPr id="96427" name="Line 21"/>
              <p:cNvSpPr/>
              <p:nvPr/>
            </p:nvSpPr>
            <p:spPr>
              <a:xfrm>
                <a:off x="1672" y="895"/>
                <a:ext cx="261" cy="1"/>
              </a:xfrm>
              <a:prstGeom prst="line">
                <a:avLst/>
              </a:prstGeom>
              <a:ln w="14288" cap="flat" cmpd="sng">
                <a:solidFill>
                  <a:srgbClr val="000000"/>
                </a:solidFill>
                <a:prstDash val="solid"/>
                <a:headEnd type="none" w="med" len="med"/>
                <a:tailEnd type="none" w="med" len="med"/>
              </a:ln>
            </p:spPr>
          </p:sp>
          <p:sp>
            <p:nvSpPr>
              <p:cNvPr id="96428" name="Line 22"/>
              <p:cNvSpPr/>
              <p:nvPr/>
            </p:nvSpPr>
            <p:spPr>
              <a:xfrm flipH="1" flipV="1">
                <a:off x="1607" y="692"/>
                <a:ext cx="65" cy="203"/>
              </a:xfrm>
              <a:prstGeom prst="line">
                <a:avLst/>
              </a:prstGeom>
              <a:ln w="14288" cap="flat" cmpd="sng">
                <a:solidFill>
                  <a:srgbClr val="000000"/>
                </a:solidFill>
                <a:prstDash val="solid"/>
                <a:headEnd type="none" w="med" len="med"/>
                <a:tailEnd type="none" w="med" len="med"/>
              </a:ln>
            </p:spPr>
          </p:sp>
          <p:sp>
            <p:nvSpPr>
              <p:cNvPr id="96429" name="Line 23"/>
              <p:cNvSpPr/>
              <p:nvPr/>
            </p:nvSpPr>
            <p:spPr>
              <a:xfrm flipV="1">
                <a:off x="1933" y="692"/>
                <a:ext cx="65" cy="203"/>
              </a:xfrm>
              <a:prstGeom prst="line">
                <a:avLst/>
              </a:prstGeom>
              <a:ln w="14288" cap="flat" cmpd="sng">
                <a:solidFill>
                  <a:srgbClr val="000000"/>
                </a:solidFill>
                <a:prstDash val="solid"/>
                <a:headEnd type="none" w="med" len="med"/>
                <a:tailEnd type="none" w="med" len="med"/>
              </a:ln>
            </p:spPr>
          </p:sp>
          <p:sp>
            <p:nvSpPr>
              <p:cNvPr id="96430" name="Line 24"/>
              <p:cNvSpPr/>
              <p:nvPr/>
            </p:nvSpPr>
            <p:spPr>
              <a:xfrm>
                <a:off x="1998" y="692"/>
                <a:ext cx="130" cy="1"/>
              </a:xfrm>
              <a:prstGeom prst="line">
                <a:avLst/>
              </a:prstGeom>
              <a:ln w="14288" cap="flat" cmpd="sng">
                <a:solidFill>
                  <a:srgbClr val="000000"/>
                </a:solidFill>
                <a:prstDash val="solid"/>
                <a:headEnd type="none" w="med" len="med"/>
                <a:tailEnd type="none" w="med" len="med"/>
              </a:ln>
            </p:spPr>
          </p:sp>
        </p:grpSp>
        <p:sp>
          <p:nvSpPr>
            <p:cNvPr id="96425" name="Line 25"/>
            <p:cNvSpPr/>
            <p:nvPr/>
          </p:nvSpPr>
          <p:spPr>
            <a:xfrm flipH="1">
              <a:off x="825" y="692"/>
              <a:ext cx="261" cy="1"/>
            </a:xfrm>
            <a:prstGeom prst="line">
              <a:avLst/>
            </a:prstGeom>
            <a:ln w="14288" cap="flat" cmpd="sng">
              <a:solidFill>
                <a:srgbClr val="000000"/>
              </a:solidFill>
              <a:prstDash val="solid"/>
              <a:headEnd type="none" w="med" len="med"/>
              <a:tailEnd type="none" w="med" len="med"/>
            </a:ln>
          </p:spPr>
        </p:sp>
        <p:sp>
          <p:nvSpPr>
            <p:cNvPr id="96426" name="Line 26"/>
            <p:cNvSpPr/>
            <p:nvPr/>
          </p:nvSpPr>
          <p:spPr>
            <a:xfrm>
              <a:off x="2128" y="692"/>
              <a:ext cx="3191" cy="1"/>
            </a:xfrm>
            <a:prstGeom prst="line">
              <a:avLst/>
            </a:prstGeom>
            <a:ln w="14288" cap="flat" cmpd="sng">
              <a:solidFill>
                <a:srgbClr val="000000"/>
              </a:solidFill>
              <a:prstDash val="solid"/>
              <a:headEnd type="none" w="med" len="med"/>
              <a:tailEnd type="none" w="med" len="med"/>
            </a:ln>
          </p:spPr>
        </p:sp>
      </p:grpSp>
      <p:sp>
        <p:nvSpPr>
          <p:cNvPr id="96268" name="Rectangle 27"/>
          <p:cNvSpPr/>
          <p:nvPr/>
        </p:nvSpPr>
        <p:spPr>
          <a:xfrm>
            <a:off x="1827213" y="935038"/>
            <a:ext cx="415925" cy="328612"/>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6269" name="Rectangle 28"/>
          <p:cNvSpPr/>
          <p:nvPr/>
        </p:nvSpPr>
        <p:spPr>
          <a:xfrm>
            <a:off x="1836738" y="1047750"/>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CW</a:t>
            </a:r>
            <a:endParaRPr lang="en-US" altLang="zh-CN" sz="1800" b="0" dirty="0">
              <a:solidFill>
                <a:schemeClr val="tx1"/>
              </a:solidFill>
              <a:latin typeface="Arial" panose="020B0604020202020204" pitchFamily="34" charset="0"/>
            </a:endParaRPr>
          </a:p>
        </p:txBody>
      </p:sp>
      <p:sp>
        <p:nvSpPr>
          <p:cNvPr id="96270" name="Rectangle 29"/>
          <p:cNvSpPr/>
          <p:nvPr/>
        </p:nvSpPr>
        <p:spPr>
          <a:xfrm>
            <a:off x="2654300" y="935038"/>
            <a:ext cx="415925" cy="328612"/>
          </a:xfrm>
          <a:prstGeom prst="rect">
            <a:avLst/>
          </a:prstGeom>
          <a:solidFill>
            <a:srgbClr val="FFFFFF"/>
          </a:solidFill>
          <a:ln w="14288" cap="flat" cmpd="sng">
            <a:solidFill>
              <a:srgbClr val="FFFF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6271" name="Rectangle 30"/>
          <p:cNvSpPr/>
          <p:nvPr/>
        </p:nvSpPr>
        <p:spPr>
          <a:xfrm>
            <a:off x="2663825" y="1047750"/>
            <a:ext cx="3365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LSB</a:t>
            </a:r>
            <a:endParaRPr lang="en-US" altLang="zh-CN" sz="1800" b="0" dirty="0">
              <a:solidFill>
                <a:schemeClr val="tx1"/>
              </a:solidFill>
              <a:latin typeface="Arial" panose="020B0604020202020204" pitchFamily="34" charset="0"/>
            </a:endParaRPr>
          </a:p>
        </p:txBody>
      </p:sp>
      <p:grpSp>
        <p:nvGrpSpPr>
          <p:cNvPr id="96272" name="Group 31"/>
          <p:cNvGrpSpPr/>
          <p:nvPr/>
        </p:nvGrpSpPr>
        <p:grpSpPr>
          <a:xfrm>
            <a:off x="1309688" y="609600"/>
            <a:ext cx="7134225" cy="327025"/>
            <a:chOff x="825" y="384"/>
            <a:chExt cx="4494" cy="206"/>
          </a:xfrm>
        </p:grpSpPr>
        <p:grpSp>
          <p:nvGrpSpPr>
            <p:cNvPr id="96367" name="Group 32"/>
            <p:cNvGrpSpPr/>
            <p:nvPr/>
          </p:nvGrpSpPr>
          <p:grpSpPr>
            <a:xfrm>
              <a:off x="1022" y="384"/>
              <a:ext cx="390" cy="206"/>
              <a:chOff x="1022" y="384"/>
              <a:chExt cx="390" cy="206"/>
            </a:xfrm>
          </p:grpSpPr>
          <p:sp>
            <p:nvSpPr>
              <p:cNvPr id="96419" name="Line 33"/>
              <p:cNvSpPr/>
              <p:nvPr/>
            </p:nvSpPr>
            <p:spPr>
              <a:xfrm>
                <a:off x="1086" y="384"/>
                <a:ext cx="131" cy="2"/>
              </a:xfrm>
              <a:prstGeom prst="line">
                <a:avLst/>
              </a:prstGeom>
              <a:ln w="14288" cap="flat" cmpd="sng">
                <a:solidFill>
                  <a:srgbClr val="000000"/>
                </a:solidFill>
                <a:prstDash val="solid"/>
                <a:headEnd type="none" w="med" len="med"/>
                <a:tailEnd type="none" w="med" len="med"/>
              </a:ln>
            </p:spPr>
          </p:sp>
          <p:sp>
            <p:nvSpPr>
              <p:cNvPr id="96420" name="Line 34"/>
              <p:cNvSpPr/>
              <p:nvPr/>
            </p:nvSpPr>
            <p:spPr>
              <a:xfrm flipH="1">
                <a:off x="1022" y="384"/>
                <a:ext cx="64" cy="205"/>
              </a:xfrm>
              <a:prstGeom prst="line">
                <a:avLst/>
              </a:prstGeom>
              <a:ln w="14288" cap="flat" cmpd="sng">
                <a:solidFill>
                  <a:srgbClr val="000000"/>
                </a:solidFill>
                <a:prstDash val="solid"/>
                <a:headEnd type="none" w="med" len="med"/>
                <a:tailEnd type="none" w="med" len="med"/>
              </a:ln>
            </p:spPr>
          </p:sp>
          <p:sp>
            <p:nvSpPr>
              <p:cNvPr id="96421" name="Line 35"/>
              <p:cNvSpPr/>
              <p:nvPr/>
            </p:nvSpPr>
            <p:spPr>
              <a:xfrm>
                <a:off x="1217" y="384"/>
                <a:ext cx="65" cy="205"/>
              </a:xfrm>
              <a:prstGeom prst="line">
                <a:avLst/>
              </a:prstGeom>
              <a:ln w="14288" cap="flat" cmpd="sng">
                <a:solidFill>
                  <a:srgbClr val="000000"/>
                </a:solidFill>
                <a:prstDash val="solid"/>
                <a:headEnd type="none" w="med" len="med"/>
                <a:tailEnd type="none" w="med" len="med"/>
              </a:ln>
            </p:spPr>
          </p:sp>
          <p:sp>
            <p:nvSpPr>
              <p:cNvPr id="96422" name="Line 36"/>
              <p:cNvSpPr/>
              <p:nvPr/>
            </p:nvSpPr>
            <p:spPr>
              <a:xfrm>
                <a:off x="1282" y="589"/>
                <a:ext cx="130" cy="1"/>
              </a:xfrm>
              <a:prstGeom prst="line">
                <a:avLst/>
              </a:prstGeom>
              <a:ln w="14288" cap="flat" cmpd="sng">
                <a:solidFill>
                  <a:srgbClr val="000000"/>
                </a:solidFill>
                <a:prstDash val="solid"/>
                <a:headEnd type="none" w="med" len="med"/>
                <a:tailEnd type="none" w="med" len="med"/>
              </a:ln>
            </p:spPr>
          </p:sp>
        </p:grpSp>
        <p:grpSp>
          <p:nvGrpSpPr>
            <p:cNvPr id="96368" name="Group 37"/>
            <p:cNvGrpSpPr/>
            <p:nvPr/>
          </p:nvGrpSpPr>
          <p:grpSpPr>
            <a:xfrm>
              <a:off x="1412" y="384"/>
              <a:ext cx="391" cy="206"/>
              <a:chOff x="1412" y="384"/>
              <a:chExt cx="391" cy="206"/>
            </a:xfrm>
          </p:grpSpPr>
          <p:sp>
            <p:nvSpPr>
              <p:cNvPr id="96415" name="Line 38"/>
              <p:cNvSpPr/>
              <p:nvPr/>
            </p:nvSpPr>
            <p:spPr>
              <a:xfrm>
                <a:off x="1477" y="384"/>
                <a:ext cx="130" cy="2"/>
              </a:xfrm>
              <a:prstGeom prst="line">
                <a:avLst/>
              </a:prstGeom>
              <a:ln w="14288" cap="flat" cmpd="sng">
                <a:solidFill>
                  <a:srgbClr val="000000"/>
                </a:solidFill>
                <a:prstDash val="solid"/>
                <a:headEnd type="none" w="med" len="med"/>
                <a:tailEnd type="none" w="med" len="med"/>
              </a:ln>
            </p:spPr>
          </p:sp>
          <p:sp>
            <p:nvSpPr>
              <p:cNvPr id="96416" name="Line 39"/>
              <p:cNvSpPr/>
              <p:nvPr/>
            </p:nvSpPr>
            <p:spPr>
              <a:xfrm flipH="1">
                <a:off x="1412" y="384"/>
                <a:ext cx="65" cy="205"/>
              </a:xfrm>
              <a:prstGeom prst="line">
                <a:avLst/>
              </a:prstGeom>
              <a:ln w="14288" cap="flat" cmpd="sng">
                <a:solidFill>
                  <a:srgbClr val="000000"/>
                </a:solidFill>
                <a:prstDash val="solid"/>
                <a:headEnd type="none" w="med" len="med"/>
                <a:tailEnd type="none" w="med" len="med"/>
              </a:ln>
            </p:spPr>
          </p:sp>
          <p:sp>
            <p:nvSpPr>
              <p:cNvPr id="96417" name="Line 40"/>
              <p:cNvSpPr/>
              <p:nvPr/>
            </p:nvSpPr>
            <p:spPr>
              <a:xfrm>
                <a:off x="1607" y="384"/>
                <a:ext cx="65" cy="205"/>
              </a:xfrm>
              <a:prstGeom prst="line">
                <a:avLst/>
              </a:prstGeom>
              <a:ln w="14288" cap="flat" cmpd="sng">
                <a:solidFill>
                  <a:srgbClr val="000000"/>
                </a:solidFill>
                <a:prstDash val="solid"/>
                <a:headEnd type="none" w="med" len="med"/>
                <a:tailEnd type="none" w="med" len="med"/>
              </a:ln>
            </p:spPr>
          </p:sp>
          <p:sp>
            <p:nvSpPr>
              <p:cNvPr id="96418" name="Line 41"/>
              <p:cNvSpPr/>
              <p:nvPr/>
            </p:nvSpPr>
            <p:spPr>
              <a:xfrm>
                <a:off x="1672" y="589"/>
                <a:ext cx="131" cy="1"/>
              </a:xfrm>
              <a:prstGeom prst="line">
                <a:avLst/>
              </a:prstGeom>
              <a:ln w="14288" cap="flat" cmpd="sng">
                <a:solidFill>
                  <a:srgbClr val="000000"/>
                </a:solidFill>
                <a:prstDash val="solid"/>
                <a:headEnd type="none" w="med" len="med"/>
                <a:tailEnd type="none" w="med" len="med"/>
              </a:ln>
            </p:spPr>
          </p:sp>
        </p:grpSp>
        <p:grpSp>
          <p:nvGrpSpPr>
            <p:cNvPr id="96369" name="Group 42"/>
            <p:cNvGrpSpPr/>
            <p:nvPr/>
          </p:nvGrpSpPr>
          <p:grpSpPr>
            <a:xfrm>
              <a:off x="1803" y="384"/>
              <a:ext cx="390" cy="206"/>
              <a:chOff x="1803" y="384"/>
              <a:chExt cx="390" cy="206"/>
            </a:xfrm>
          </p:grpSpPr>
          <p:sp>
            <p:nvSpPr>
              <p:cNvPr id="96411" name="Line 43"/>
              <p:cNvSpPr/>
              <p:nvPr/>
            </p:nvSpPr>
            <p:spPr>
              <a:xfrm>
                <a:off x="1867" y="384"/>
                <a:ext cx="131" cy="2"/>
              </a:xfrm>
              <a:prstGeom prst="line">
                <a:avLst/>
              </a:prstGeom>
              <a:ln w="14288" cap="flat" cmpd="sng">
                <a:solidFill>
                  <a:srgbClr val="000000"/>
                </a:solidFill>
                <a:prstDash val="solid"/>
                <a:headEnd type="none" w="med" len="med"/>
                <a:tailEnd type="none" w="med" len="med"/>
              </a:ln>
            </p:spPr>
          </p:sp>
          <p:sp>
            <p:nvSpPr>
              <p:cNvPr id="96412" name="Line 44"/>
              <p:cNvSpPr/>
              <p:nvPr/>
            </p:nvSpPr>
            <p:spPr>
              <a:xfrm flipH="1">
                <a:off x="1803" y="384"/>
                <a:ext cx="64" cy="205"/>
              </a:xfrm>
              <a:prstGeom prst="line">
                <a:avLst/>
              </a:prstGeom>
              <a:ln w="14288" cap="flat" cmpd="sng">
                <a:solidFill>
                  <a:srgbClr val="000000"/>
                </a:solidFill>
                <a:prstDash val="solid"/>
                <a:headEnd type="none" w="med" len="med"/>
                <a:tailEnd type="none" w="med" len="med"/>
              </a:ln>
            </p:spPr>
          </p:sp>
          <p:sp>
            <p:nvSpPr>
              <p:cNvPr id="96413" name="Line 45"/>
              <p:cNvSpPr/>
              <p:nvPr/>
            </p:nvSpPr>
            <p:spPr>
              <a:xfrm>
                <a:off x="1998" y="384"/>
                <a:ext cx="66" cy="205"/>
              </a:xfrm>
              <a:prstGeom prst="line">
                <a:avLst/>
              </a:prstGeom>
              <a:ln w="14288" cap="flat" cmpd="sng">
                <a:solidFill>
                  <a:srgbClr val="000000"/>
                </a:solidFill>
                <a:prstDash val="solid"/>
                <a:headEnd type="none" w="med" len="med"/>
                <a:tailEnd type="none" w="med" len="med"/>
              </a:ln>
            </p:spPr>
          </p:sp>
          <p:sp>
            <p:nvSpPr>
              <p:cNvPr id="96414" name="Line 46"/>
              <p:cNvSpPr/>
              <p:nvPr/>
            </p:nvSpPr>
            <p:spPr>
              <a:xfrm>
                <a:off x="2064" y="589"/>
                <a:ext cx="129" cy="1"/>
              </a:xfrm>
              <a:prstGeom prst="line">
                <a:avLst/>
              </a:prstGeom>
              <a:ln w="14288" cap="flat" cmpd="sng">
                <a:solidFill>
                  <a:srgbClr val="000000"/>
                </a:solidFill>
                <a:prstDash val="solid"/>
                <a:headEnd type="none" w="med" len="med"/>
                <a:tailEnd type="none" w="med" len="med"/>
              </a:ln>
            </p:spPr>
          </p:sp>
        </p:grpSp>
        <p:grpSp>
          <p:nvGrpSpPr>
            <p:cNvPr id="96370" name="Group 47"/>
            <p:cNvGrpSpPr/>
            <p:nvPr/>
          </p:nvGrpSpPr>
          <p:grpSpPr>
            <a:xfrm>
              <a:off x="2193" y="384"/>
              <a:ext cx="392" cy="206"/>
              <a:chOff x="2193" y="384"/>
              <a:chExt cx="392" cy="206"/>
            </a:xfrm>
          </p:grpSpPr>
          <p:sp>
            <p:nvSpPr>
              <p:cNvPr id="96407" name="Line 48"/>
              <p:cNvSpPr/>
              <p:nvPr/>
            </p:nvSpPr>
            <p:spPr>
              <a:xfrm>
                <a:off x="2259" y="384"/>
                <a:ext cx="129" cy="2"/>
              </a:xfrm>
              <a:prstGeom prst="line">
                <a:avLst/>
              </a:prstGeom>
              <a:ln w="14288" cap="flat" cmpd="sng">
                <a:solidFill>
                  <a:srgbClr val="000000"/>
                </a:solidFill>
                <a:prstDash val="solid"/>
                <a:headEnd type="none" w="med" len="med"/>
                <a:tailEnd type="none" w="med" len="med"/>
              </a:ln>
            </p:spPr>
          </p:sp>
          <p:sp>
            <p:nvSpPr>
              <p:cNvPr id="96408" name="Line 49"/>
              <p:cNvSpPr/>
              <p:nvPr/>
            </p:nvSpPr>
            <p:spPr>
              <a:xfrm flipH="1">
                <a:off x="2193" y="384"/>
                <a:ext cx="66" cy="205"/>
              </a:xfrm>
              <a:prstGeom prst="line">
                <a:avLst/>
              </a:prstGeom>
              <a:ln w="14288" cap="flat" cmpd="sng">
                <a:solidFill>
                  <a:srgbClr val="000000"/>
                </a:solidFill>
                <a:prstDash val="solid"/>
                <a:headEnd type="none" w="med" len="med"/>
                <a:tailEnd type="none" w="med" len="med"/>
              </a:ln>
            </p:spPr>
          </p:sp>
          <p:sp>
            <p:nvSpPr>
              <p:cNvPr id="96409" name="Line 50"/>
              <p:cNvSpPr/>
              <p:nvPr/>
            </p:nvSpPr>
            <p:spPr>
              <a:xfrm>
                <a:off x="2388" y="384"/>
                <a:ext cx="66" cy="205"/>
              </a:xfrm>
              <a:prstGeom prst="line">
                <a:avLst/>
              </a:prstGeom>
              <a:ln w="14288" cap="flat" cmpd="sng">
                <a:solidFill>
                  <a:srgbClr val="000000"/>
                </a:solidFill>
                <a:prstDash val="solid"/>
                <a:headEnd type="none" w="med" len="med"/>
                <a:tailEnd type="none" w="med" len="med"/>
              </a:ln>
            </p:spPr>
          </p:sp>
          <p:sp>
            <p:nvSpPr>
              <p:cNvPr id="96410" name="Line 51"/>
              <p:cNvSpPr/>
              <p:nvPr/>
            </p:nvSpPr>
            <p:spPr>
              <a:xfrm>
                <a:off x="2454" y="589"/>
                <a:ext cx="131" cy="1"/>
              </a:xfrm>
              <a:prstGeom prst="line">
                <a:avLst/>
              </a:prstGeom>
              <a:ln w="14288" cap="flat" cmpd="sng">
                <a:solidFill>
                  <a:srgbClr val="000000"/>
                </a:solidFill>
                <a:prstDash val="solid"/>
                <a:headEnd type="none" w="med" len="med"/>
                <a:tailEnd type="none" w="med" len="med"/>
              </a:ln>
            </p:spPr>
          </p:sp>
        </p:grpSp>
        <p:grpSp>
          <p:nvGrpSpPr>
            <p:cNvPr id="96371" name="Group 52"/>
            <p:cNvGrpSpPr/>
            <p:nvPr/>
          </p:nvGrpSpPr>
          <p:grpSpPr>
            <a:xfrm>
              <a:off x="2585" y="384"/>
              <a:ext cx="390" cy="206"/>
              <a:chOff x="2585" y="384"/>
              <a:chExt cx="390" cy="206"/>
            </a:xfrm>
          </p:grpSpPr>
          <p:sp>
            <p:nvSpPr>
              <p:cNvPr id="96403" name="Line 53"/>
              <p:cNvSpPr/>
              <p:nvPr/>
            </p:nvSpPr>
            <p:spPr>
              <a:xfrm>
                <a:off x="2649" y="384"/>
                <a:ext cx="131" cy="2"/>
              </a:xfrm>
              <a:prstGeom prst="line">
                <a:avLst/>
              </a:prstGeom>
              <a:ln w="14288" cap="flat" cmpd="sng">
                <a:solidFill>
                  <a:srgbClr val="000000"/>
                </a:solidFill>
                <a:prstDash val="solid"/>
                <a:headEnd type="none" w="med" len="med"/>
                <a:tailEnd type="none" w="med" len="med"/>
              </a:ln>
            </p:spPr>
          </p:sp>
          <p:sp>
            <p:nvSpPr>
              <p:cNvPr id="96404" name="Line 54"/>
              <p:cNvSpPr/>
              <p:nvPr/>
            </p:nvSpPr>
            <p:spPr>
              <a:xfrm flipH="1">
                <a:off x="2585" y="384"/>
                <a:ext cx="64" cy="205"/>
              </a:xfrm>
              <a:prstGeom prst="line">
                <a:avLst/>
              </a:prstGeom>
              <a:ln w="14288" cap="flat" cmpd="sng">
                <a:solidFill>
                  <a:srgbClr val="000000"/>
                </a:solidFill>
                <a:prstDash val="solid"/>
                <a:headEnd type="none" w="med" len="med"/>
                <a:tailEnd type="none" w="med" len="med"/>
              </a:ln>
            </p:spPr>
          </p:sp>
          <p:sp>
            <p:nvSpPr>
              <p:cNvPr id="96405" name="Line 55"/>
              <p:cNvSpPr/>
              <p:nvPr/>
            </p:nvSpPr>
            <p:spPr>
              <a:xfrm>
                <a:off x="2780" y="384"/>
                <a:ext cx="65" cy="205"/>
              </a:xfrm>
              <a:prstGeom prst="line">
                <a:avLst/>
              </a:prstGeom>
              <a:ln w="14288" cap="flat" cmpd="sng">
                <a:solidFill>
                  <a:srgbClr val="000000"/>
                </a:solidFill>
                <a:prstDash val="solid"/>
                <a:headEnd type="none" w="med" len="med"/>
                <a:tailEnd type="none" w="med" len="med"/>
              </a:ln>
            </p:spPr>
          </p:sp>
          <p:sp>
            <p:nvSpPr>
              <p:cNvPr id="96406" name="Line 56"/>
              <p:cNvSpPr/>
              <p:nvPr/>
            </p:nvSpPr>
            <p:spPr>
              <a:xfrm>
                <a:off x="2845" y="589"/>
                <a:ext cx="130" cy="1"/>
              </a:xfrm>
              <a:prstGeom prst="line">
                <a:avLst/>
              </a:prstGeom>
              <a:ln w="14288" cap="flat" cmpd="sng">
                <a:solidFill>
                  <a:srgbClr val="000000"/>
                </a:solidFill>
                <a:prstDash val="solid"/>
                <a:headEnd type="none" w="med" len="med"/>
                <a:tailEnd type="none" w="med" len="med"/>
              </a:ln>
            </p:spPr>
          </p:sp>
        </p:grpSp>
        <p:grpSp>
          <p:nvGrpSpPr>
            <p:cNvPr id="96372" name="Group 57"/>
            <p:cNvGrpSpPr/>
            <p:nvPr/>
          </p:nvGrpSpPr>
          <p:grpSpPr>
            <a:xfrm>
              <a:off x="2975" y="384"/>
              <a:ext cx="391" cy="206"/>
              <a:chOff x="2975" y="384"/>
              <a:chExt cx="391" cy="206"/>
            </a:xfrm>
          </p:grpSpPr>
          <p:sp>
            <p:nvSpPr>
              <p:cNvPr id="96399" name="Line 58"/>
              <p:cNvSpPr/>
              <p:nvPr/>
            </p:nvSpPr>
            <p:spPr>
              <a:xfrm>
                <a:off x="3040" y="384"/>
                <a:ext cx="130" cy="2"/>
              </a:xfrm>
              <a:prstGeom prst="line">
                <a:avLst/>
              </a:prstGeom>
              <a:ln w="14288" cap="flat" cmpd="sng">
                <a:solidFill>
                  <a:srgbClr val="000000"/>
                </a:solidFill>
                <a:prstDash val="solid"/>
                <a:headEnd type="none" w="med" len="med"/>
                <a:tailEnd type="none" w="med" len="med"/>
              </a:ln>
            </p:spPr>
          </p:sp>
          <p:sp>
            <p:nvSpPr>
              <p:cNvPr id="96400" name="Line 59"/>
              <p:cNvSpPr/>
              <p:nvPr/>
            </p:nvSpPr>
            <p:spPr>
              <a:xfrm flipH="1">
                <a:off x="2975" y="384"/>
                <a:ext cx="65" cy="205"/>
              </a:xfrm>
              <a:prstGeom prst="line">
                <a:avLst/>
              </a:prstGeom>
              <a:ln w="14288" cap="flat" cmpd="sng">
                <a:solidFill>
                  <a:srgbClr val="000000"/>
                </a:solidFill>
                <a:prstDash val="solid"/>
                <a:headEnd type="none" w="med" len="med"/>
                <a:tailEnd type="none" w="med" len="med"/>
              </a:ln>
            </p:spPr>
          </p:sp>
          <p:sp>
            <p:nvSpPr>
              <p:cNvPr id="96401" name="Line 60"/>
              <p:cNvSpPr/>
              <p:nvPr/>
            </p:nvSpPr>
            <p:spPr>
              <a:xfrm>
                <a:off x="3170" y="384"/>
                <a:ext cx="65" cy="205"/>
              </a:xfrm>
              <a:prstGeom prst="line">
                <a:avLst/>
              </a:prstGeom>
              <a:ln w="14288" cap="flat" cmpd="sng">
                <a:solidFill>
                  <a:srgbClr val="000000"/>
                </a:solidFill>
                <a:prstDash val="solid"/>
                <a:headEnd type="none" w="med" len="med"/>
                <a:tailEnd type="none" w="med" len="med"/>
              </a:ln>
            </p:spPr>
          </p:sp>
          <p:sp>
            <p:nvSpPr>
              <p:cNvPr id="96402" name="Line 61"/>
              <p:cNvSpPr/>
              <p:nvPr/>
            </p:nvSpPr>
            <p:spPr>
              <a:xfrm>
                <a:off x="3235" y="589"/>
                <a:ext cx="131" cy="1"/>
              </a:xfrm>
              <a:prstGeom prst="line">
                <a:avLst/>
              </a:prstGeom>
              <a:ln w="14288" cap="flat" cmpd="sng">
                <a:solidFill>
                  <a:srgbClr val="000000"/>
                </a:solidFill>
                <a:prstDash val="solid"/>
                <a:headEnd type="none" w="med" len="med"/>
                <a:tailEnd type="none" w="med" len="med"/>
              </a:ln>
            </p:spPr>
          </p:sp>
        </p:grpSp>
        <p:grpSp>
          <p:nvGrpSpPr>
            <p:cNvPr id="96373" name="Group 62"/>
            <p:cNvGrpSpPr/>
            <p:nvPr/>
          </p:nvGrpSpPr>
          <p:grpSpPr>
            <a:xfrm>
              <a:off x="3366" y="384"/>
              <a:ext cx="390" cy="206"/>
              <a:chOff x="3366" y="384"/>
              <a:chExt cx="390" cy="206"/>
            </a:xfrm>
          </p:grpSpPr>
          <p:sp>
            <p:nvSpPr>
              <p:cNvPr id="96395" name="Line 63"/>
              <p:cNvSpPr/>
              <p:nvPr/>
            </p:nvSpPr>
            <p:spPr>
              <a:xfrm>
                <a:off x="3430" y="384"/>
                <a:ext cx="131" cy="2"/>
              </a:xfrm>
              <a:prstGeom prst="line">
                <a:avLst/>
              </a:prstGeom>
              <a:ln w="14288" cap="flat" cmpd="sng">
                <a:solidFill>
                  <a:srgbClr val="000000"/>
                </a:solidFill>
                <a:prstDash val="solid"/>
                <a:headEnd type="none" w="med" len="med"/>
                <a:tailEnd type="none" w="med" len="med"/>
              </a:ln>
            </p:spPr>
          </p:sp>
          <p:sp>
            <p:nvSpPr>
              <p:cNvPr id="96396" name="Line 64"/>
              <p:cNvSpPr/>
              <p:nvPr/>
            </p:nvSpPr>
            <p:spPr>
              <a:xfrm flipH="1">
                <a:off x="3366" y="384"/>
                <a:ext cx="64" cy="205"/>
              </a:xfrm>
              <a:prstGeom prst="line">
                <a:avLst/>
              </a:prstGeom>
              <a:ln w="14288" cap="flat" cmpd="sng">
                <a:solidFill>
                  <a:srgbClr val="000000"/>
                </a:solidFill>
                <a:prstDash val="solid"/>
                <a:headEnd type="none" w="med" len="med"/>
                <a:tailEnd type="none" w="med" len="med"/>
              </a:ln>
            </p:spPr>
          </p:sp>
          <p:sp>
            <p:nvSpPr>
              <p:cNvPr id="96397" name="Line 65"/>
              <p:cNvSpPr/>
              <p:nvPr/>
            </p:nvSpPr>
            <p:spPr>
              <a:xfrm>
                <a:off x="3561" y="384"/>
                <a:ext cx="66" cy="205"/>
              </a:xfrm>
              <a:prstGeom prst="line">
                <a:avLst/>
              </a:prstGeom>
              <a:ln w="14288" cap="flat" cmpd="sng">
                <a:solidFill>
                  <a:srgbClr val="000000"/>
                </a:solidFill>
                <a:prstDash val="solid"/>
                <a:headEnd type="none" w="med" len="med"/>
                <a:tailEnd type="none" w="med" len="med"/>
              </a:ln>
            </p:spPr>
          </p:sp>
          <p:sp>
            <p:nvSpPr>
              <p:cNvPr id="96398" name="Line 66"/>
              <p:cNvSpPr/>
              <p:nvPr/>
            </p:nvSpPr>
            <p:spPr>
              <a:xfrm>
                <a:off x="3627" y="589"/>
                <a:ext cx="129" cy="1"/>
              </a:xfrm>
              <a:prstGeom prst="line">
                <a:avLst/>
              </a:prstGeom>
              <a:ln w="14288" cap="flat" cmpd="sng">
                <a:solidFill>
                  <a:srgbClr val="000000"/>
                </a:solidFill>
                <a:prstDash val="solid"/>
                <a:headEnd type="none" w="med" len="med"/>
                <a:tailEnd type="none" w="med" len="med"/>
              </a:ln>
            </p:spPr>
          </p:sp>
        </p:grpSp>
        <p:grpSp>
          <p:nvGrpSpPr>
            <p:cNvPr id="96374" name="Group 67"/>
            <p:cNvGrpSpPr/>
            <p:nvPr/>
          </p:nvGrpSpPr>
          <p:grpSpPr>
            <a:xfrm>
              <a:off x="3756" y="384"/>
              <a:ext cx="392" cy="206"/>
              <a:chOff x="3756" y="384"/>
              <a:chExt cx="392" cy="206"/>
            </a:xfrm>
          </p:grpSpPr>
          <p:sp>
            <p:nvSpPr>
              <p:cNvPr id="96391" name="Line 68"/>
              <p:cNvSpPr/>
              <p:nvPr/>
            </p:nvSpPr>
            <p:spPr>
              <a:xfrm>
                <a:off x="3822" y="384"/>
                <a:ext cx="129" cy="2"/>
              </a:xfrm>
              <a:prstGeom prst="line">
                <a:avLst/>
              </a:prstGeom>
              <a:ln w="14288" cap="flat" cmpd="sng">
                <a:solidFill>
                  <a:srgbClr val="000000"/>
                </a:solidFill>
                <a:prstDash val="solid"/>
                <a:headEnd type="none" w="med" len="med"/>
                <a:tailEnd type="none" w="med" len="med"/>
              </a:ln>
            </p:spPr>
          </p:sp>
          <p:sp>
            <p:nvSpPr>
              <p:cNvPr id="96392" name="Line 69"/>
              <p:cNvSpPr/>
              <p:nvPr/>
            </p:nvSpPr>
            <p:spPr>
              <a:xfrm flipH="1">
                <a:off x="3756" y="384"/>
                <a:ext cx="66" cy="205"/>
              </a:xfrm>
              <a:prstGeom prst="line">
                <a:avLst/>
              </a:prstGeom>
              <a:ln w="14288" cap="flat" cmpd="sng">
                <a:solidFill>
                  <a:srgbClr val="000000"/>
                </a:solidFill>
                <a:prstDash val="solid"/>
                <a:headEnd type="none" w="med" len="med"/>
                <a:tailEnd type="none" w="med" len="med"/>
              </a:ln>
            </p:spPr>
          </p:sp>
          <p:sp>
            <p:nvSpPr>
              <p:cNvPr id="96393" name="Line 70"/>
              <p:cNvSpPr/>
              <p:nvPr/>
            </p:nvSpPr>
            <p:spPr>
              <a:xfrm>
                <a:off x="3951" y="384"/>
                <a:ext cx="66" cy="205"/>
              </a:xfrm>
              <a:prstGeom prst="line">
                <a:avLst/>
              </a:prstGeom>
              <a:ln w="14288" cap="flat" cmpd="sng">
                <a:solidFill>
                  <a:srgbClr val="000000"/>
                </a:solidFill>
                <a:prstDash val="solid"/>
                <a:headEnd type="none" w="med" len="med"/>
                <a:tailEnd type="none" w="med" len="med"/>
              </a:ln>
            </p:spPr>
          </p:sp>
          <p:sp>
            <p:nvSpPr>
              <p:cNvPr id="96394" name="Line 71"/>
              <p:cNvSpPr/>
              <p:nvPr/>
            </p:nvSpPr>
            <p:spPr>
              <a:xfrm>
                <a:off x="4017" y="589"/>
                <a:ext cx="131" cy="1"/>
              </a:xfrm>
              <a:prstGeom prst="line">
                <a:avLst/>
              </a:prstGeom>
              <a:ln w="14288" cap="flat" cmpd="sng">
                <a:solidFill>
                  <a:srgbClr val="000000"/>
                </a:solidFill>
                <a:prstDash val="solid"/>
                <a:headEnd type="none" w="med" len="med"/>
                <a:tailEnd type="none" w="med" len="med"/>
              </a:ln>
            </p:spPr>
          </p:sp>
        </p:grpSp>
        <p:grpSp>
          <p:nvGrpSpPr>
            <p:cNvPr id="96375" name="Group 72"/>
            <p:cNvGrpSpPr/>
            <p:nvPr/>
          </p:nvGrpSpPr>
          <p:grpSpPr>
            <a:xfrm>
              <a:off x="4148" y="384"/>
              <a:ext cx="390" cy="206"/>
              <a:chOff x="4148" y="384"/>
              <a:chExt cx="390" cy="206"/>
            </a:xfrm>
          </p:grpSpPr>
          <p:sp>
            <p:nvSpPr>
              <p:cNvPr id="96387" name="Line 73"/>
              <p:cNvSpPr/>
              <p:nvPr/>
            </p:nvSpPr>
            <p:spPr>
              <a:xfrm>
                <a:off x="4212" y="384"/>
                <a:ext cx="131" cy="2"/>
              </a:xfrm>
              <a:prstGeom prst="line">
                <a:avLst/>
              </a:prstGeom>
              <a:ln w="14288" cap="flat" cmpd="sng">
                <a:solidFill>
                  <a:srgbClr val="000000"/>
                </a:solidFill>
                <a:prstDash val="solid"/>
                <a:headEnd type="none" w="med" len="med"/>
                <a:tailEnd type="none" w="med" len="med"/>
              </a:ln>
            </p:spPr>
          </p:sp>
          <p:sp>
            <p:nvSpPr>
              <p:cNvPr id="96388" name="Line 74"/>
              <p:cNvSpPr/>
              <p:nvPr/>
            </p:nvSpPr>
            <p:spPr>
              <a:xfrm flipH="1">
                <a:off x="4148" y="384"/>
                <a:ext cx="64" cy="205"/>
              </a:xfrm>
              <a:prstGeom prst="line">
                <a:avLst/>
              </a:prstGeom>
              <a:ln w="14288" cap="flat" cmpd="sng">
                <a:solidFill>
                  <a:srgbClr val="000000"/>
                </a:solidFill>
                <a:prstDash val="solid"/>
                <a:headEnd type="none" w="med" len="med"/>
                <a:tailEnd type="none" w="med" len="med"/>
              </a:ln>
            </p:spPr>
          </p:sp>
          <p:sp>
            <p:nvSpPr>
              <p:cNvPr id="96389" name="Line 75"/>
              <p:cNvSpPr/>
              <p:nvPr/>
            </p:nvSpPr>
            <p:spPr>
              <a:xfrm>
                <a:off x="4343" y="384"/>
                <a:ext cx="65" cy="205"/>
              </a:xfrm>
              <a:prstGeom prst="line">
                <a:avLst/>
              </a:prstGeom>
              <a:ln w="14288" cap="flat" cmpd="sng">
                <a:solidFill>
                  <a:srgbClr val="000000"/>
                </a:solidFill>
                <a:prstDash val="solid"/>
                <a:headEnd type="none" w="med" len="med"/>
                <a:tailEnd type="none" w="med" len="med"/>
              </a:ln>
            </p:spPr>
          </p:sp>
          <p:sp>
            <p:nvSpPr>
              <p:cNvPr id="96390" name="Line 76"/>
              <p:cNvSpPr/>
              <p:nvPr/>
            </p:nvSpPr>
            <p:spPr>
              <a:xfrm>
                <a:off x="4408" y="589"/>
                <a:ext cx="130" cy="1"/>
              </a:xfrm>
              <a:prstGeom prst="line">
                <a:avLst/>
              </a:prstGeom>
              <a:ln w="14288" cap="flat" cmpd="sng">
                <a:solidFill>
                  <a:srgbClr val="000000"/>
                </a:solidFill>
                <a:prstDash val="solid"/>
                <a:headEnd type="none" w="med" len="med"/>
                <a:tailEnd type="none" w="med" len="med"/>
              </a:ln>
            </p:spPr>
          </p:sp>
        </p:grpSp>
        <p:grpSp>
          <p:nvGrpSpPr>
            <p:cNvPr id="96376" name="Group 77"/>
            <p:cNvGrpSpPr/>
            <p:nvPr/>
          </p:nvGrpSpPr>
          <p:grpSpPr>
            <a:xfrm>
              <a:off x="4538" y="384"/>
              <a:ext cx="391" cy="206"/>
              <a:chOff x="4538" y="384"/>
              <a:chExt cx="391" cy="206"/>
            </a:xfrm>
          </p:grpSpPr>
          <p:sp>
            <p:nvSpPr>
              <p:cNvPr id="96383" name="Line 78"/>
              <p:cNvSpPr/>
              <p:nvPr/>
            </p:nvSpPr>
            <p:spPr>
              <a:xfrm>
                <a:off x="4603" y="384"/>
                <a:ext cx="130" cy="2"/>
              </a:xfrm>
              <a:prstGeom prst="line">
                <a:avLst/>
              </a:prstGeom>
              <a:ln w="14288" cap="flat" cmpd="sng">
                <a:solidFill>
                  <a:srgbClr val="000000"/>
                </a:solidFill>
                <a:prstDash val="solid"/>
                <a:headEnd type="none" w="med" len="med"/>
                <a:tailEnd type="none" w="med" len="med"/>
              </a:ln>
            </p:spPr>
          </p:sp>
          <p:sp>
            <p:nvSpPr>
              <p:cNvPr id="96384" name="Line 79"/>
              <p:cNvSpPr/>
              <p:nvPr/>
            </p:nvSpPr>
            <p:spPr>
              <a:xfrm flipH="1">
                <a:off x="4538" y="384"/>
                <a:ext cx="65" cy="205"/>
              </a:xfrm>
              <a:prstGeom prst="line">
                <a:avLst/>
              </a:prstGeom>
              <a:ln w="14288" cap="flat" cmpd="sng">
                <a:solidFill>
                  <a:srgbClr val="000000"/>
                </a:solidFill>
                <a:prstDash val="solid"/>
                <a:headEnd type="none" w="med" len="med"/>
                <a:tailEnd type="none" w="med" len="med"/>
              </a:ln>
            </p:spPr>
          </p:sp>
          <p:sp>
            <p:nvSpPr>
              <p:cNvPr id="96385" name="Line 80"/>
              <p:cNvSpPr/>
              <p:nvPr/>
            </p:nvSpPr>
            <p:spPr>
              <a:xfrm>
                <a:off x="4733" y="384"/>
                <a:ext cx="65" cy="205"/>
              </a:xfrm>
              <a:prstGeom prst="line">
                <a:avLst/>
              </a:prstGeom>
              <a:ln w="14288" cap="flat" cmpd="sng">
                <a:solidFill>
                  <a:srgbClr val="000000"/>
                </a:solidFill>
                <a:prstDash val="solid"/>
                <a:headEnd type="none" w="med" len="med"/>
                <a:tailEnd type="none" w="med" len="med"/>
              </a:ln>
            </p:spPr>
          </p:sp>
          <p:sp>
            <p:nvSpPr>
              <p:cNvPr id="96386" name="Line 81"/>
              <p:cNvSpPr/>
              <p:nvPr/>
            </p:nvSpPr>
            <p:spPr>
              <a:xfrm>
                <a:off x="4798" y="589"/>
                <a:ext cx="131" cy="1"/>
              </a:xfrm>
              <a:prstGeom prst="line">
                <a:avLst/>
              </a:prstGeom>
              <a:ln w="14288" cap="flat" cmpd="sng">
                <a:solidFill>
                  <a:srgbClr val="000000"/>
                </a:solidFill>
                <a:prstDash val="solid"/>
                <a:headEnd type="none" w="med" len="med"/>
                <a:tailEnd type="none" w="med" len="med"/>
              </a:ln>
            </p:spPr>
          </p:sp>
        </p:grpSp>
        <p:grpSp>
          <p:nvGrpSpPr>
            <p:cNvPr id="96377" name="Group 82"/>
            <p:cNvGrpSpPr/>
            <p:nvPr/>
          </p:nvGrpSpPr>
          <p:grpSpPr>
            <a:xfrm>
              <a:off x="4929" y="384"/>
              <a:ext cx="390" cy="206"/>
              <a:chOff x="4929" y="384"/>
              <a:chExt cx="390" cy="206"/>
            </a:xfrm>
          </p:grpSpPr>
          <p:sp>
            <p:nvSpPr>
              <p:cNvPr id="96379" name="Line 83"/>
              <p:cNvSpPr/>
              <p:nvPr/>
            </p:nvSpPr>
            <p:spPr>
              <a:xfrm>
                <a:off x="4993" y="384"/>
                <a:ext cx="131" cy="2"/>
              </a:xfrm>
              <a:prstGeom prst="line">
                <a:avLst/>
              </a:prstGeom>
              <a:ln w="14288" cap="flat" cmpd="sng">
                <a:solidFill>
                  <a:srgbClr val="000000"/>
                </a:solidFill>
                <a:prstDash val="solid"/>
                <a:headEnd type="none" w="med" len="med"/>
                <a:tailEnd type="none" w="med" len="med"/>
              </a:ln>
            </p:spPr>
          </p:sp>
          <p:sp>
            <p:nvSpPr>
              <p:cNvPr id="96380" name="Line 84"/>
              <p:cNvSpPr/>
              <p:nvPr/>
            </p:nvSpPr>
            <p:spPr>
              <a:xfrm flipH="1">
                <a:off x="4929" y="384"/>
                <a:ext cx="64" cy="205"/>
              </a:xfrm>
              <a:prstGeom prst="line">
                <a:avLst/>
              </a:prstGeom>
              <a:ln w="14288" cap="flat" cmpd="sng">
                <a:solidFill>
                  <a:srgbClr val="000000"/>
                </a:solidFill>
                <a:prstDash val="solid"/>
                <a:headEnd type="none" w="med" len="med"/>
                <a:tailEnd type="none" w="med" len="med"/>
              </a:ln>
            </p:spPr>
          </p:sp>
          <p:sp>
            <p:nvSpPr>
              <p:cNvPr id="96381" name="Line 85"/>
              <p:cNvSpPr/>
              <p:nvPr/>
            </p:nvSpPr>
            <p:spPr>
              <a:xfrm>
                <a:off x="5124" y="384"/>
                <a:ext cx="66" cy="205"/>
              </a:xfrm>
              <a:prstGeom prst="line">
                <a:avLst/>
              </a:prstGeom>
              <a:ln w="14288" cap="flat" cmpd="sng">
                <a:solidFill>
                  <a:srgbClr val="000000"/>
                </a:solidFill>
                <a:prstDash val="solid"/>
                <a:headEnd type="none" w="med" len="med"/>
                <a:tailEnd type="none" w="med" len="med"/>
              </a:ln>
            </p:spPr>
          </p:sp>
          <p:sp>
            <p:nvSpPr>
              <p:cNvPr id="96382" name="Line 86"/>
              <p:cNvSpPr/>
              <p:nvPr/>
            </p:nvSpPr>
            <p:spPr>
              <a:xfrm>
                <a:off x="5190" y="589"/>
                <a:ext cx="129" cy="1"/>
              </a:xfrm>
              <a:prstGeom prst="line">
                <a:avLst/>
              </a:prstGeom>
              <a:ln w="14288" cap="flat" cmpd="sng">
                <a:solidFill>
                  <a:srgbClr val="000000"/>
                </a:solidFill>
                <a:prstDash val="solid"/>
                <a:headEnd type="none" w="med" len="med"/>
                <a:tailEnd type="none" w="med" len="med"/>
              </a:ln>
            </p:spPr>
          </p:sp>
        </p:grpSp>
        <p:sp>
          <p:nvSpPr>
            <p:cNvPr id="96378" name="Line 87"/>
            <p:cNvSpPr/>
            <p:nvPr/>
          </p:nvSpPr>
          <p:spPr>
            <a:xfrm flipH="1">
              <a:off x="825" y="589"/>
              <a:ext cx="197" cy="1"/>
            </a:xfrm>
            <a:prstGeom prst="line">
              <a:avLst/>
            </a:prstGeom>
            <a:ln w="14288" cap="flat" cmpd="sng">
              <a:solidFill>
                <a:srgbClr val="000000"/>
              </a:solidFill>
              <a:prstDash val="solid"/>
              <a:headEnd type="none" w="med" len="med"/>
              <a:tailEnd type="none" w="med" len="med"/>
            </a:ln>
          </p:spPr>
        </p:sp>
      </p:grpSp>
      <p:sp>
        <p:nvSpPr>
          <p:cNvPr id="96273" name="Line 88"/>
          <p:cNvSpPr/>
          <p:nvPr/>
        </p:nvSpPr>
        <p:spPr>
          <a:xfrm>
            <a:off x="1414463" y="1582738"/>
            <a:ext cx="7029450" cy="1587"/>
          </a:xfrm>
          <a:prstGeom prst="line">
            <a:avLst/>
          </a:prstGeom>
          <a:ln w="14288" cap="flat" cmpd="sng">
            <a:solidFill>
              <a:srgbClr val="000000"/>
            </a:solidFill>
            <a:prstDash val="solid"/>
            <a:headEnd type="none" w="med" len="med"/>
            <a:tailEnd type="none" w="med" len="med"/>
          </a:ln>
        </p:spPr>
      </p:sp>
      <p:sp>
        <p:nvSpPr>
          <p:cNvPr id="96274" name="Rectangle 89"/>
          <p:cNvSpPr/>
          <p:nvPr/>
        </p:nvSpPr>
        <p:spPr>
          <a:xfrm>
            <a:off x="4022725" y="19304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96275" name="Rectangle 90"/>
          <p:cNvSpPr/>
          <p:nvPr/>
        </p:nvSpPr>
        <p:spPr>
          <a:xfrm>
            <a:off x="4645025" y="19304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96276" name="Rectangle 91"/>
          <p:cNvSpPr/>
          <p:nvPr/>
        </p:nvSpPr>
        <p:spPr>
          <a:xfrm>
            <a:off x="5264150" y="19304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96277" name="Rectangle 92"/>
          <p:cNvSpPr/>
          <p:nvPr/>
        </p:nvSpPr>
        <p:spPr>
          <a:xfrm>
            <a:off x="5884863" y="19304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96278" name="Line 93"/>
          <p:cNvSpPr/>
          <p:nvPr/>
        </p:nvSpPr>
        <p:spPr>
          <a:xfrm>
            <a:off x="1368425" y="1906588"/>
            <a:ext cx="4319588" cy="9525"/>
          </a:xfrm>
          <a:prstGeom prst="line">
            <a:avLst/>
          </a:prstGeom>
          <a:ln w="14288" cap="flat" cmpd="sng">
            <a:solidFill>
              <a:srgbClr val="000000"/>
            </a:solidFill>
            <a:prstDash val="solid"/>
            <a:headEnd type="none" w="med" len="med"/>
            <a:tailEnd type="none" w="med" len="med"/>
          </a:ln>
        </p:spPr>
      </p:sp>
      <p:grpSp>
        <p:nvGrpSpPr>
          <p:cNvPr id="96279" name="Group 94"/>
          <p:cNvGrpSpPr/>
          <p:nvPr/>
        </p:nvGrpSpPr>
        <p:grpSpPr>
          <a:xfrm>
            <a:off x="1406525" y="2224088"/>
            <a:ext cx="636588" cy="14287"/>
            <a:chOff x="886" y="1401"/>
            <a:chExt cx="401" cy="9"/>
          </a:xfrm>
        </p:grpSpPr>
        <p:sp>
          <p:nvSpPr>
            <p:cNvPr id="96360" name="Freeform 95"/>
            <p:cNvSpPr/>
            <p:nvPr/>
          </p:nvSpPr>
          <p:spPr>
            <a:xfrm>
              <a:off x="886" y="1401"/>
              <a:ext cx="45" cy="9"/>
            </a:xfrm>
            <a:custGeom>
              <a:avLst/>
              <a:gdLst/>
              <a:ahLst/>
              <a:cxnLst>
                <a:cxn ang="0">
                  <a:pos x="6" y="0"/>
                </a:cxn>
                <a:cxn ang="0">
                  <a:pos x="5" y="0"/>
                </a:cxn>
                <a:cxn ang="0">
                  <a:pos x="3" y="2"/>
                </a:cxn>
                <a:cxn ang="0">
                  <a:pos x="2" y="3"/>
                </a:cxn>
                <a:cxn ang="0">
                  <a:pos x="0" y="5"/>
                </a:cxn>
                <a:cxn ang="0">
                  <a:pos x="2" y="6"/>
                </a:cxn>
                <a:cxn ang="0">
                  <a:pos x="3" y="8"/>
                </a:cxn>
                <a:cxn ang="0">
                  <a:pos x="5" y="9"/>
                </a:cxn>
                <a:cxn ang="0">
                  <a:pos x="39" y="9"/>
                </a:cxn>
                <a:cxn ang="0">
                  <a:pos x="40" y="9"/>
                </a:cxn>
                <a:cxn ang="0">
                  <a:pos x="42" y="9"/>
                </a:cxn>
                <a:cxn ang="0">
                  <a:pos x="43" y="8"/>
                </a:cxn>
                <a:cxn ang="0">
                  <a:pos x="45" y="6"/>
                </a:cxn>
                <a:cxn ang="0">
                  <a:pos x="45" y="5"/>
                </a:cxn>
                <a:cxn ang="0">
                  <a:pos x="43" y="3"/>
                </a:cxn>
                <a:cxn ang="0">
                  <a:pos x="42" y="2"/>
                </a:cxn>
                <a:cxn ang="0">
                  <a:pos x="40" y="0"/>
                </a:cxn>
                <a:cxn ang="0">
                  <a:pos x="6" y="0"/>
                </a:cxn>
              </a:cxnLst>
              <a:pathLst>
                <a:path w="45" h="9">
                  <a:moveTo>
                    <a:pt x="6" y="0"/>
                  </a:moveTo>
                  <a:lnTo>
                    <a:pt x="5" y="0"/>
                  </a:lnTo>
                  <a:lnTo>
                    <a:pt x="3" y="2"/>
                  </a:lnTo>
                  <a:lnTo>
                    <a:pt x="2" y="3"/>
                  </a:lnTo>
                  <a:lnTo>
                    <a:pt x="0" y="5"/>
                  </a:lnTo>
                  <a:lnTo>
                    <a:pt x="2" y="6"/>
                  </a:lnTo>
                  <a:lnTo>
                    <a:pt x="3" y="8"/>
                  </a:lnTo>
                  <a:lnTo>
                    <a:pt x="5" y="9"/>
                  </a:lnTo>
                  <a:lnTo>
                    <a:pt x="39" y="9"/>
                  </a:lnTo>
                  <a:lnTo>
                    <a:pt x="40" y="9"/>
                  </a:lnTo>
                  <a:lnTo>
                    <a:pt x="42" y="9"/>
                  </a:lnTo>
                  <a:lnTo>
                    <a:pt x="43" y="8"/>
                  </a:lnTo>
                  <a:lnTo>
                    <a:pt x="45" y="6"/>
                  </a:lnTo>
                  <a:lnTo>
                    <a:pt x="45" y="5"/>
                  </a:lnTo>
                  <a:lnTo>
                    <a:pt x="43" y="3"/>
                  </a:lnTo>
                  <a:lnTo>
                    <a:pt x="42" y="2"/>
                  </a:lnTo>
                  <a:lnTo>
                    <a:pt x="40" y="0"/>
                  </a:lnTo>
                  <a:lnTo>
                    <a:pt x="6" y="0"/>
                  </a:lnTo>
                  <a:close/>
                </a:path>
              </a:pathLst>
            </a:custGeom>
            <a:solidFill>
              <a:srgbClr val="000000">
                <a:alpha val="100000"/>
              </a:srgbClr>
            </a:solidFill>
            <a:ln w="9525">
              <a:noFill/>
            </a:ln>
          </p:spPr>
          <p:txBody>
            <a:bodyPr/>
            <a:p>
              <a:endParaRPr lang="zh-CN" altLang="en-US"/>
            </a:p>
          </p:txBody>
        </p:sp>
        <p:sp>
          <p:nvSpPr>
            <p:cNvPr id="96361" name="Freeform 96"/>
            <p:cNvSpPr/>
            <p:nvPr/>
          </p:nvSpPr>
          <p:spPr>
            <a:xfrm>
              <a:off x="949" y="1401"/>
              <a:ext cx="44"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8" y="9"/>
                </a:cxn>
                <a:cxn ang="0">
                  <a:pos x="40" y="9"/>
                </a:cxn>
                <a:cxn ang="0">
                  <a:pos x="41" y="9"/>
                </a:cxn>
                <a:cxn ang="0">
                  <a:pos x="43" y="8"/>
                </a:cxn>
                <a:cxn ang="0">
                  <a:pos x="44" y="6"/>
                </a:cxn>
                <a:cxn ang="0">
                  <a:pos x="44" y="5"/>
                </a:cxn>
                <a:cxn ang="0">
                  <a:pos x="43" y="3"/>
                </a:cxn>
                <a:cxn ang="0">
                  <a:pos x="41" y="2"/>
                </a:cxn>
                <a:cxn ang="0">
                  <a:pos x="40" y="0"/>
                </a:cxn>
                <a:cxn ang="0">
                  <a:pos x="4" y="0"/>
                </a:cxn>
              </a:cxnLst>
              <a:pathLst>
                <a:path w="44" h="9">
                  <a:moveTo>
                    <a:pt x="4" y="0"/>
                  </a:moveTo>
                  <a:lnTo>
                    <a:pt x="3" y="0"/>
                  </a:lnTo>
                  <a:lnTo>
                    <a:pt x="1" y="2"/>
                  </a:lnTo>
                  <a:lnTo>
                    <a:pt x="0" y="3"/>
                  </a:lnTo>
                  <a:lnTo>
                    <a:pt x="0" y="5"/>
                  </a:lnTo>
                  <a:lnTo>
                    <a:pt x="0" y="6"/>
                  </a:lnTo>
                  <a:lnTo>
                    <a:pt x="0" y="8"/>
                  </a:lnTo>
                  <a:lnTo>
                    <a:pt x="1" y="9"/>
                  </a:lnTo>
                  <a:lnTo>
                    <a:pt x="3" y="9"/>
                  </a:lnTo>
                  <a:lnTo>
                    <a:pt x="38" y="9"/>
                  </a:lnTo>
                  <a:lnTo>
                    <a:pt x="40" y="9"/>
                  </a:lnTo>
                  <a:lnTo>
                    <a:pt x="41" y="9"/>
                  </a:lnTo>
                  <a:lnTo>
                    <a:pt x="43" y="8"/>
                  </a:lnTo>
                  <a:lnTo>
                    <a:pt x="44" y="6"/>
                  </a:lnTo>
                  <a:lnTo>
                    <a:pt x="44" y="5"/>
                  </a:lnTo>
                  <a:lnTo>
                    <a:pt x="43" y="3"/>
                  </a:lnTo>
                  <a:lnTo>
                    <a:pt x="41" y="2"/>
                  </a:lnTo>
                  <a:lnTo>
                    <a:pt x="40" y="0"/>
                  </a:lnTo>
                  <a:lnTo>
                    <a:pt x="4" y="0"/>
                  </a:lnTo>
                  <a:close/>
                </a:path>
              </a:pathLst>
            </a:custGeom>
            <a:solidFill>
              <a:srgbClr val="000000">
                <a:alpha val="100000"/>
              </a:srgbClr>
            </a:solidFill>
            <a:ln w="9525">
              <a:noFill/>
            </a:ln>
          </p:spPr>
          <p:txBody>
            <a:bodyPr/>
            <a:p>
              <a:endParaRPr lang="zh-CN" altLang="en-US"/>
            </a:p>
          </p:txBody>
        </p:sp>
        <p:sp>
          <p:nvSpPr>
            <p:cNvPr id="96362" name="Freeform 97"/>
            <p:cNvSpPr/>
            <p:nvPr/>
          </p:nvSpPr>
          <p:spPr>
            <a:xfrm>
              <a:off x="1011" y="1401"/>
              <a:ext cx="45"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9" y="9"/>
                </a:cxn>
                <a:cxn ang="0">
                  <a:pos x="40" y="9"/>
                </a:cxn>
                <a:cxn ang="0">
                  <a:pos x="42" y="9"/>
                </a:cxn>
                <a:cxn ang="0">
                  <a:pos x="43" y="8"/>
                </a:cxn>
                <a:cxn ang="0">
                  <a:pos x="45" y="6"/>
                </a:cxn>
                <a:cxn ang="0">
                  <a:pos x="45" y="5"/>
                </a:cxn>
                <a:cxn ang="0">
                  <a:pos x="43" y="3"/>
                </a:cxn>
                <a:cxn ang="0">
                  <a:pos x="42" y="2"/>
                </a:cxn>
                <a:cxn ang="0">
                  <a:pos x="40" y="0"/>
                </a:cxn>
                <a:cxn ang="0">
                  <a:pos x="5" y="0"/>
                </a:cxn>
              </a:cxnLst>
              <a:pathLst>
                <a:path w="45" h="9">
                  <a:moveTo>
                    <a:pt x="5" y="0"/>
                  </a:moveTo>
                  <a:lnTo>
                    <a:pt x="3" y="0"/>
                  </a:lnTo>
                  <a:lnTo>
                    <a:pt x="2" y="2"/>
                  </a:lnTo>
                  <a:lnTo>
                    <a:pt x="0" y="3"/>
                  </a:lnTo>
                  <a:lnTo>
                    <a:pt x="0" y="5"/>
                  </a:lnTo>
                  <a:lnTo>
                    <a:pt x="0" y="6"/>
                  </a:lnTo>
                  <a:lnTo>
                    <a:pt x="0" y="8"/>
                  </a:lnTo>
                  <a:lnTo>
                    <a:pt x="2" y="9"/>
                  </a:lnTo>
                  <a:lnTo>
                    <a:pt x="3" y="9"/>
                  </a:lnTo>
                  <a:lnTo>
                    <a:pt x="39" y="9"/>
                  </a:lnTo>
                  <a:lnTo>
                    <a:pt x="40" y="9"/>
                  </a:lnTo>
                  <a:lnTo>
                    <a:pt x="42" y="9"/>
                  </a:lnTo>
                  <a:lnTo>
                    <a:pt x="43" y="8"/>
                  </a:lnTo>
                  <a:lnTo>
                    <a:pt x="45" y="6"/>
                  </a:lnTo>
                  <a:lnTo>
                    <a:pt x="45" y="5"/>
                  </a:lnTo>
                  <a:lnTo>
                    <a:pt x="43" y="3"/>
                  </a:lnTo>
                  <a:lnTo>
                    <a:pt x="42" y="2"/>
                  </a:lnTo>
                  <a:lnTo>
                    <a:pt x="40" y="0"/>
                  </a:lnTo>
                  <a:lnTo>
                    <a:pt x="5" y="0"/>
                  </a:lnTo>
                  <a:close/>
                </a:path>
              </a:pathLst>
            </a:custGeom>
            <a:solidFill>
              <a:srgbClr val="000000">
                <a:alpha val="100000"/>
              </a:srgbClr>
            </a:solidFill>
            <a:ln w="9525">
              <a:noFill/>
            </a:ln>
          </p:spPr>
          <p:txBody>
            <a:bodyPr/>
            <a:p>
              <a:endParaRPr lang="zh-CN" altLang="en-US"/>
            </a:p>
          </p:txBody>
        </p:sp>
        <p:sp>
          <p:nvSpPr>
            <p:cNvPr id="96363" name="Freeform 98"/>
            <p:cNvSpPr/>
            <p:nvPr/>
          </p:nvSpPr>
          <p:spPr>
            <a:xfrm>
              <a:off x="1074" y="1401"/>
              <a:ext cx="44"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8" y="9"/>
                </a:cxn>
                <a:cxn ang="0">
                  <a:pos x="40" y="9"/>
                </a:cxn>
                <a:cxn ang="0">
                  <a:pos x="41" y="9"/>
                </a:cxn>
                <a:cxn ang="0">
                  <a:pos x="43" y="8"/>
                </a:cxn>
                <a:cxn ang="0">
                  <a:pos x="44" y="6"/>
                </a:cxn>
                <a:cxn ang="0">
                  <a:pos x="44" y="5"/>
                </a:cxn>
                <a:cxn ang="0">
                  <a:pos x="43" y="3"/>
                </a:cxn>
                <a:cxn ang="0">
                  <a:pos x="41" y="2"/>
                </a:cxn>
                <a:cxn ang="0">
                  <a:pos x="40" y="0"/>
                </a:cxn>
                <a:cxn ang="0">
                  <a:pos x="4" y="0"/>
                </a:cxn>
              </a:cxnLst>
              <a:pathLst>
                <a:path w="44" h="9">
                  <a:moveTo>
                    <a:pt x="4" y="0"/>
                  </a:moveTo>
                  <a:lnTo>
                    <a:pt x="3" y="0"/>
                  </a:lnTo>
                  <a:lnTo>
                    <a:pt x="1" y="2"/>
                  </a:lnTo>
                  <a:lnTo>
                    <a:pt x="0" y="3"/>
                  </a:lnTo>
                  <a:lnTo>
                    <a:pt x="0" y="5"/>
                  </a:lnTo>
                  <a:lnTo>
                    <a:pt x="0" y="6"/>
                  </a:lnTo>
                  <a:lnTo>
                    <a:pt x="0" y="8"/>
                  </a:lnTo>
                  <a:lnTo>
                    <a:pt x="1" y="9"/>
                  </a:lnTo>
                  <a:lnTo>
                    <a:pt x="3" y="9"/>
                  </a:lnTo>
                  <a:lnTo>
                    <a:pt x="38" y="9"/>
                  </a:lnTo>
                  <a:lnTo>
                    <a:pt x="40" y="9"/>
                  </a:lnTo>
                  <a:lnTo>
                    <a:pt x="41" y="9"/>
                  </a:lnTo>
                  <a:lnTo>
                    <a:pt x="43" y="8"/>
                  </a:lnTo>
                  <a:lnTo>
                    <a:pt x="44" y="6"/>
                  </a:lnTo>
                  <a:lnTo>
                    <a:pt x="44" y="5"/>
                  </a:lnTo>
                  <a:lnTo>
                    <a:pt x="43" y="3"/>
                  </a:lnTo>
                  <a:lnTo>
                    <a:pt x="41" y="2"/>
                  </a:lnTo>
                  <a:lnTo>
                    <a:pt x="40" y="0"/>
                  </a:lnTo>
                  <a:lnTo>
                    <a:pt x="4" y="0"/>
                  </a:lnTo>
                  <a:close/>
                </a:path>
              </a:pathLst>
            </a:custGeom>
            <a:solidFill>
              <a:srgbClr val="000000">
                <a:alpha val="100000"/>
              </a:srgbClr>
            </a:solidFill>
            <a:ln w="9525">
              <a:noFill/>
            </a:ln>
          </p:spPr>
          <p:txBody>
            <a:bodyPr/>
            <a:p>
              <a:endParaRPr lang="zh-CN" altLang="en-US"/>
            </a:p>
          </p:txBody>
        </p:sp>
        <p:sp>
          <p:nvSpPr>
            <p:cNvPr id="96364" name="Freeform 99"/>
            <p:cNvSpPr/>
            <p:nvPr/>
          </p:nvSpPr>
          <p:spPr>
            <a:xfrm>
              <a:off x="1136" y="1401"/>
              <a:ext cx="45"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39" y="9"/>
                </a:cxn>
                <a:cxn ang="0">
                  <a:pos x="40" y="9"/>
                </a:cxn>
                <a:cxn ang="0">
                  <a:pos x="42" y="9"/>
                </a:cxn>
                <a:cxn ang="0">
                  <a:pos x="43" y="8"/>
                </a:cxn>
                <a:cxn ang="0">
                  <a:pos x="45" y="6"/>
                </a:cxn>
                <a:cxn ang="0">
                  <a:pos x="45" y="5"/>
                </a:cxn>
                <a:cxn ang="0">
                  <a:pos x="43" y="3"/>
                </a:cxn>
                <a:cxn ang="0">
                  <a:pos x="42" y="2"/>
                </a:cxn>
                <a:cxn ang="0">
                  <a:pos x="40" y="0"/>
                </a:cxn>
                <a:cxn ang="0">
                  <a:pos x="5" y="0"/>
                </a:cxn>
              </a:cxnLst>
              <a:pathLst>
                <a:path w="45" h="9">
                  <a:moveTo>
                    <a:pt x="5" y="0"/>
                  </a:moveTo>
                  <a:lnTo>
                    <a:pt x="3" y="0"/>
                  </a:lnTo>
                  <a:lnTo>
                    <a:pt x="2" y="2"/>
                  </a:lnTo>
                  <a:lnTo>
                    <a:pt x="0" y="3"/>
                  </a:lnTo>
                  <a:lnTo>
                    <a:pt x="0" y="5"/>
                  </a:lnTo>
                  <a:lnTo>
                    <a:pt x="0" y="6"/>
                  </a:lnTo>
                  <a:lnTo>
                    <a:pt x="0" y="8"/>
                  </a:lnTo>
                  <a:lnTo>
                    <a:pt x="2" y="9"/>
                  </a:lnTo>
                  <a:lnTo>
                    <a:pt x="3" y="9"/>
                  </a:lnTo>
                  <a:lnTo>
                    <a:pt x="39" y="9"/>
                  </a:lnTo>
                  <a:lnTo>
                    <a:pt x="40" y="9"/>
                  </a:lnTo>
                  <a:lnTo>
                    <a:pt x="42" y="9"/>
                  </a:lnTo>
                  <a:lnTo>
                    <a:pt x="43" y="8"/>
                  </a:lnTo>
                  <a:lnTo>
                    <a:pt x="45" y="6"/>
                  </a:lnTo>
                  <a:lnTo>
                    <a:pt x="45" y="5"/>
                  </a:lnTo>
                  <a:lnTo>
                    <a:pt x="43" y="3"/>
                  </a:lnTo>
                  <a:lnTo>
                    <a:pt x="42" y="2"/>
                  </a:lnTo>
                  <a:lnTo>
                    <a:pt x="40" y="0"/>
                  </a:lnTo>
                  <a:lnTo>
                    <a:pt x="5" y="0"/>
                  </a:lnTo>
                  <a:close/>
                </a:path>
              </a:pathLst>
            </a:custGeom>
            <a:solidFill>
              <a:srgbClr val="000000">
                <a:alpha val="100000"/>
              </a:srgbClr>
            </a:solidFill>
            <a:ln w="9525">
              <a:noFill/>
            </a:ln>
          </p:spPr>
          <p:txBody>
            <a:bodyPr/>
            <a:p>
              <a:endParaRPr lang="zh-CN" altLang="en-US"/>
            </a:p>
          </p:txBody>
        </p:sp>
        <p:sp>
          <p:nvSpPr>
            <p:cNvPr id="96365" name="Freeform 100"/>
            <p:cNvSpPr/>
            <p:nvPr/>
          </p:nvSpPr>
          <p:spPr>
            <a:xfrm>
              <a:off x="1199" y="1401"/>
              <a:ext cx="44" cy="9"/>
            </a:xfrm>
            <a:custGeom>
              <a:avLst/>
              <a:gdLst/>
              <a:ahLst/>
              <a:cxnLst>
                <a:cxn ang="0">
                  <a:pos x="4" y="0"/>
                </a:cxn>
                <a:cxn ang="0">
                  <a:pos x="3" y="0"/>
                </a:cxn>
                <a:cxn ang="0">
                  <a:pos x="1" y="2"/>
                </a:cxn>
                <a:cxn ang="0">
                  <a:pos x="0" y="3"/>
                </a:cxn>
                <a:cxn ang="0">
                  <a:pos x="0" y="5"/>
                </a:cxn>
                <a:cxn ang="0">
                  <a:pos x="0" y="6"/>
                </a:cxn>
                <a:cxn ang="0">
                  <a:pos x="0" y="8"/>
                </a:cxn>
                <a:cxn ang="0">
                  <a:pos x="1" y="9"/>
                </a:cxn>
                <a:cxn ang="0">
                  <a:pos x="3" y="9"/>
                </a:cxn>
                <a:cxn ang="0">
                  <a:pos x="38" y="9"/>
                </a:cxn>
                <a:cxn ang="0">
                  <a:pos x="40" y="9"/>
                </a:cxn>
                <a:cxn ang="0">
                  <a:pos x="41" y="9"/>
                </a:cxn>
                <a:cxn ang="0">
                  <a:pos x="43" y="8"/>
                </a:cxn>
                <a:cxn ang="0">
                  <a:pos x="44" y="6"/>
                </a:cxn>
                <a:cxn ang="0">
                  <a:pos x="44" y="5"/>
                </a:cxn>
                <a:cxn ang="0">
                  <a:pos x="43" y="3"/>
                </a:cxn>
                <a:cxn ang="0">
                  <a:pos x="41" y="2"/>
                </a:cxn>
                <a:cxn ang="0">
                  <a:pos x="40" y="0"/>
                </a:cxn>
                <a:cxn ang="0">
                  <a:pos x="4" y="0"/>
                </a:cxn>
              </a:cxnLst>
              <a:pathLst>
                <a:path w="44" h="9">
                  <a:moveTo>
                    <a:pt x="4" y="0"/>
                  </a:moveTo>
                  <a:lnTo>
                    <a:pt x="3" y="0"/>
                  </a:lnTo>
                  <a:lnTo>
                    <a:pt x="1" y="2"/>
                  </a:lnTo>
                  <a:lnTo>
                    <a:pt x="0" y="3"/>
                  </a:lnTo>
                  <a:lnTo>
                    <a:pt x="0" y="5"/>
                  </a:lnTo>
                  <a:lnTo>
                    <a:pt x="0" y="6"/>
                  </a:lnTo>
                  <a:lnTo>
                    <a:pt x="0" y="8"/>
                  </a:lnTo>
                  <a:lnTo>
                    <a:pt x="1" y="9"/>
                  </a:lnTo>
                  <a:lnTo>
                    <a:pt x="3" y="9"/>
                  </a:lnTo>
                  <a:lnTo>
                    <a:pt x="38" y="9"/>
                  </a:lnTo>
                  <a:lnTo>
                    <a:pt x="40" y="9"/>
                  </a:lnTo>
                  <a:lnTo>
                    <a:pt x="41" y="9"/>
                  </a:lnTo>
                  <a:lnTo>
                    <a:pt x="43" y="8"/>
                  </a:lnTo>
                  <a:lnTo>
                    <a:pt x="44" y="6"/>
                  </a:lnTo>
                  <a:lnTo>
                    <a:pt x="44" y="5"/>
                  </a:lnTo>
                  <a:lnTo>
                    <a:pt x="43" y="3"/>
                  </a:lnTo>
                  <a:lnTo>
                    <a:pt x="41" y="2"/>
                  </a:lnTo>
                  <a:lnTo>
                    <a:pt x="40" y="0"/>
                  </a:lnTo>
                  <a:lnTo>
                    <a:pt x="4" y="0"/>
                  </a:lnTo>
                  <a:close/>
                </a:path>
              </a:pathLst>
            </a:custGeom>
            <a:solidFill>
              <a:srgbClr val="000000">
                <a:alpha val="100000"/>
              </a:srgbClr>
            </a:solidFill>
            <a:ln w="9525">
              <a:noFill/>
            </a:ln>
          </p:spPr>
          <p:txBody>
            <a:bodyPr/>
            <a:p>
              <a:endParaRPr lang="zh-CN" altLang="en-US"/>
            </a:p>
          </p:txBody>
        </p:sp>
        <p:sp>
          <p:nvSpPr>
            <p:cNvPr id="96366" name="Freeform 101"/>
            <p:cNvSpPr/>
            <p:nvPr/>
          </p:nvSpPr>
          <p:spPr>
            <a:xfrm>
              <a:off x="1261" y="1401"/>
              <a:ext cx="26" cy="9"/>
            </a:xfrm>
            <a:custGeom>
              <a:avLst/>
              <a:gdLst/>
              <a:ahLst/>
              <a:cxnLst>
                <a:cxn ang="0">
                  <a:pos x="5" y="0"/>
                </a:cxn>
                <a:cxn ang="0">
                  <a:pos x="3" y="0"/>
                </a:cxn>
                <a:cxn ang="0">
                  <a:pos x="2" y="2"/>
                </a:cxn>
                <a:cxn ang="0">
                  <a:pos x="0" y="3"/>
                </a:cxn>
                <a:cxn ang="0">
                  <a:pos x="0" y="5"/>
                </a:cxn>
                <a:cxn ang="0">
                  <a:pos x="0" y="6"/>
                </a:cxn>
                <a:cxn ang="0">
                  <a:pos x="0" y="8"/>
                </a:cxn>
                <a:cxn ang="0">
                  <a:pos x="2" y="9"/>
                </a:cxn>
                <a:cxn ang="0">
                  <a:pos x="3" y="9"/>
                </a:cxn>
                <a:cxn ang="0">
                  <a:pos x="21" y="9"/>
                </a:cxn>
                <a:cxn ang="0">
                  <a:pos x="23" y="8"/>
                </a:cxn>
                <a:cxn ang="0">
                  <a:pos x="24" y="6"/>
                </a:cxn>
                <a:cxn ang="0">
                  <a:pos x="26" y="5"/>
                </a:cxn>
                <a:cxn ang="0">
                  <a:pos x="24" y="3"/>
                </a:cxn>
                <a:cxn ang="0">
                  <a:pos x="23" y="2"/>
                </a:cxn>
                <a:cxn ang="0">
                  <a:pos x="23" y="0"/>
                </a:cxn>
                <a:cxn ang="0">
                  <a:pos x="5" y="0"/>
                </a:cxn>
              </a:cxnLst>
              <a:pathLst>
                <a:path w="26" h="9">
                  <a:moveTo>
                    <a:pt x="5" y="0"/>
                  </a:moveTo>
                  <a:lnTo>
                    <a:pt x="3" y="0"/>
                  </a:lnTo>
                  <a:lnTo>
                    <a:pt x="2" y="2"/>
                  </a:lnTo>
                  <a:lnTo>
                    <a:pt x="0" y="3"/>
                  </a:lnTo>
                  <a:lnTo>
                    <a:pt x="0" y="5"/>
                  </a:lnTo>
                  <a:lnTo>
                    <a:pt x="0" y="6"/>
                  </a:lnTo>
                  <a:lnTo>
                    <a:pt x="0" y="8"/>
                  </a:lnTo>
                  <a:lnTo>
                    <a:pt x="2" y="9"/>
                  </a:lnTo>
                  <a:lnTo>
                    <a:pt x="3" y="9"/>
                  </a:lnTo>
                  <a:lnTo>
                    <a:pt x="21" y="9"/>
                  </a:lnTo>
                  <a:lnTo>
                    <a:pt x="23" y="8"/>
                  </a:lnTo>
                  <a:lnTo>
                    <a:pt x="24" y="6"/>
                  </a:lnTo>
                  <a:lnTo>
                    <a:pt x="26" y="5"/>
                  </a:lnTo>
                  <a:lnTo>
                    <a:pt x="24" y="3"/>
                  </a:lnTo>
                  <a:lnTo>
                    <a:pt x="23" y="2"/>
                  </a:lnTo>
                  <a:lnTo>
                    <a:pt x="23" y="0"/>
                  </a:lnTo>
                  <a:lnTo>
                    <a:pt x="5" y="0"/>
                  </a:lnTo>
                  <a:close/>
                </a:path>
              </a:pathLst>
            </a:custGeom>
            <a:solidFill>
              <a:srgbClr val="000000">
                <a:alpha val="100000"/>
              </a:srgbClr>
            </a:solidFill>
            <a:ln w="9525">
              <a:noFill/>
            </a:ln>
          </p:spPr>
          <p:txBody>
            <a:bodyPr/>
            <a:p>
              <a:endParaRPr lang="zh-CN" altLang="en-US"/>
            </a:p>
          </p:txBody>
        </p:sp>
      </p:grpSp>
      <p:grpSp>
        <p:nvGrpSpPr>
          <p:cNvPr id="96280" name="Group 102"/>
          <p:cNvGrpSpPr/>
          <p:nvPr/>
        </p:nvGrpSpPr>
        <p:grpSpPr>
          <a:xfrm>
            <a:off x="2028825" y="1898650"/>
            <a:ext cx="115888" cy="339725"/>
            <a:chOff x="1278" y="1196"/>
            <a:chExt cx="73" cy="214"/>
          </a:xfrm>
        </p:grpSpPr>
        <p:sp>
          <p:nvSpPr>
            <p:cNvPr id="96356" name="Freeform 103"/>
            <p:cNvSpPr/>
            <p:nvPr/>
          </p:nvSpPr>
          <p:spPr>
            <a:xfrm>
              <a:off x="1278" y="1367"/>
              <a:ext cx="19" cy="43"/>
            </a:xfrm>
            <a:custGeom>
              <a:avLst/>
              <a:gdLst/>
              <a:ahLst/>
              <a:cxnLst>
                <a:cxn ang="0">
                  <a:pos x="0" y="39"/>
                </a:cxn>
                <a:cxn ang="0">
                  <a:pos x="0" y="39"/>
                </a:cxn>
                <a:cxn ang="0">
                  <a:pos x="1" y="40"/>
                </a:cxn>
                <a:cxn ang="0">
                  <a:pos x="3" y="42"/>
                </a:cxn>
                <a:cxn ang="0">
                  <a:pos x="4" y="43"/>
                </a:cxn>
                <a:cxn ang="0">
                  <a:pos x="6" y="42"/>
                </a:cxn>
                <a:cxn ang="0">
                  <a:pos x="7" y="40"/>
                </a:cxn>
                <a:cxn ang="0">
                  <a:pos x="9" y="40"/>
                </a:cxn>
                <a:cxn ang="0">
                  <a:pos x="19" y="6"/>
                </a:cxn>
                <a:cxn ang="0">
                  <a:pos x="19" y="5"/>
                </a:cxn>
                <a:cxn ang="0">
                  <a:pos x="19" y="3"/>
                </a:cxn>
                <a:cxn ang="0">
                  <a:pos x="18" y="2"/>
                </a:cxn>
                <a:cxn ang="0">
                  <a:pos x="16" y="0"/>
                </a:cxn>
                <a:cxn ang="0">
                  <a:pos x="15" y="0"/>
                </a:cxn>
                <a:cxn ang="0">
                  <a:pos x="13" y="2"/>
                </a:cxn>
                <a:cxn ang="0">
                  <a:pos x="12" y="3"/>
                </a:cxn>
                <a:cxn ang="0">
                  <a:pos x="10" y="5"/>
                </a:cxn>
                <a:cxn ang="0">
                  <a:pos x="0" y="39"/>
                </a:cxn>
              </a:cxnLst>
              <a:pathLst>
                <a:path w="19" h="43">
                  <a:moveTo>
                    <a:pt x="0" y="39"/>
                  </a:moveTo>
                  <a:lnTo>
                    <a:pt x="0" y="39"/>
                  </a:lnTo>
                  <a:lnTo>
                    <a:pt x="1" y="40"/>
                  </a:lnTo>
                  <a:lnTo>
                    <a:pt x="3" y="42"/>
                  </a:lnTo>
                  <a:lnTo>
                    <a:pt x="4" y="43"/>
                  </a:lnTo>
                  <a:lnTo>
                    <a:pt x="6" y="42"/>
                  </a:lnTo>
                  <a:lnTo>
                    <a:pt x="7" y="40"/>
                  </a:lnTo>
                  <a:lnTo>
                    <a:pt x="9" y="40"/>
                  </a:lnTo>
                  <a:lnTo>
                    <a:pt x="19" y="6"/>
                  </a:lnTo>
                  <a:lnTo>
                    <a:pt x="19" y="5"/>
                  </a:lnTo>
                  <a:lnTo>
                    <a:pt x="19" y="3"/>
                  </a:lnTo>
                  <a:lnTo>
                    <a:pt x="18" y="2"/>
                  </a:lnTo>
                  <a:lnTo>
                    <a:pt x="16" y="0"/>
                  </a:lnTo>
                  <a:lnTo>
                    <a:pt x="15" y="0"/>
                  </a:lnTo>
                  <a:lnTo>
                    <a:pt x="13" y="2"/>
                  </a:lnTo>
                  <a:lnTo>
                    <a:pt x="12" y="3"/>
                  </a:lnTo>
                  <a:lnTo>
                    <a:pt x="10" y="5"/>
                  </a:lnTo>
                  <a:lnTo>
                    <a:pt x="0" y="39"/>
                  </a:lnTo>
                  <a:close/>
                </a:path>
              </a:pathLst>
            </a:custGeom>
            <a:solidFill>
              <a:srgbClr val="000000">
                <a:alpha val="100000"/>
              </a:srgbClr>
            </a:solidFill>
            <a:ln w="9525">
              <a:noFill/>
            </a:ln>
          </p:spPr>
          <p:txBody>
            <a:bodyPr/>
            <a:p>
              <a:endParaRPr lang="zh-CN" altLang="en-US"/>
            </a:p>
          </p:txBody>
        </p:sp>
        <p:sp>
          <p:nvSpPr>
            <p:cNvPr id="96357" name="Freeform 104"/>
            <p:cNvSpPr/>
            <p:nvPr/>
          </p:nvSpPr>
          <p:spPr>
            <a:xfrm>
              <a:off x="1296" y="1308"/>
              <a:ext cx="20" cy="43"/>
            </a:xfrm>
            <a:custGeom>
              <a:avLst/>
              <a:gdLst/>
              <a:ahLst/>
              <a:cxnLst>
                <a:cxn ang="0">
                  <a:pos x="0" y="37"/>
                </a:cxn>
                <a:cxn ang="0">
                  <a:pos x="0" y="38"/>
                </a:cxn>
                <a:cxn ang="0">
                  <a:pos x="1" y="40"/>
                </a:cxn>
                <a:cxn ang="0">
                  <a:pos x="3" y="41"/>
                </a:cxn>
                <a:cxn ang="0">
                  <a:pos x="4" y="43"/>
                </a:cxn>
                <a:cxn ang="0">
                  <a:pos x="6" y="43"/>
                </a:cxn>
                <a:cxn ang="0">
                  <a:pos x="7" y="41"/>
                </a:cxn>
                <a:cxn ang="0">
                  <a:pos x="8" y="40"/>
                </a:cxn>
                <a:cxn ang="0">
                  <a:pos x="8" y="38"/>
                </a:cxn>
                <a:cxn ang="0">
                  <a:pos x="20" y="4"/>
                </a:cxn>
                <a:cxn ang="0">
                  <a:pos x="20" y="3"/>
                </a:cxn>
                <a:cxn ang="0">
                  <a:pos x="19" y="1"/>
                </a:cxn>
                <a:cxn ang="0">
                  <a:pos x="17" y="0"/>
                </a:cxn>
                <a:cxn ang="0">
                  <a:pos x="16" y="0"/>
                </a:cxn>
                <a:cxn ang="0">
                  <a:pos x="14" y="0"/>
                </a:cxn>
                <a:cxn ang="0">
                  <a:pos x="13" y="0"/>
                </a:cxn>
                <a:cxn ang="0">
                  <a:pos x="11" y="1"/>
                </a:cxn>
                <a:cxn ang="0">
                  <a:pos x="11" y="3"/>
                </a:cxn>
                <a:cxn ang="0">
                  <a:pos x="0" y="37"/>
                </a:cxn>
              </a:cxnLst>
              <a:pathLst>
                <a:path w="20" h="43">
                  <a:moveTo>
                    <a:pt x="0" y="37"/>
                  </a:moveTo>
                  <a:lnTo>
                    <a:pt x="0" y="38"/>
                  </a:lnTo>
                  <a:lnTo>
                    <a:pt x="1" y="40"/>
                  </a:lnTo>
                  <a:lnTo>
                    <a:pt x="3" y="41"/>
                  </a:lnTo>
                  <a:lnTo>
                    <a:pt x="4" y="43"/>
                  </a:lnTo>
                  <a:lnTo>
                    <a:pt x="6" y="43"/>
                  </a:lnTo>
                  <a:lnTo>
                    <a:pt x="7" y="41"/>
                  </a:lnTo>
                  <a:lnTo>
                    <a:pt x="8" y="40"/>
                  </a:lnTo>
                  <a:lnTo>
                    <a:pt x="8" y="38"/>
                  </a:lnTo>
                  <a:lnTo>
                    <a:pt x="20" y="4"/>
                  </a:lnTo>
                  <a:lnTo>
                    <a:pt x="20" y="3"/>
                  </a:lnTo>
                  <a:lnTo>
                    <a:pt x="19" y="1"/>
                  </a:lnTo>
                  <a:lnTo>
                    <a:pt x="17" y="0"/>
                  </a:lnTo>
                  <a:lnTo>
                    <a:pt x="16" y="0"/>
                  </a:lnTo>
                  <a:lnTo>
                    <a:pt x="14" y="0"/>
                  </a:lnTo>
                  <a:lnTo>
                    <a:pt x="13" y="0"/>
                  </a:lnTo>
                  <a:lnTo>
                    <a:pt x="11" y="1"/>
                  </a:lnTo>
                  <a:lnTo>
                    <a:pt x="11" y="3"/>
                  </a:lnTo>
                  <a:lnTo>
                    <a:pt x="0" y="37"/>
                  </a:lnTo>
                  <a:close/>
                </a:path>
              </a:pathLst>
            </a:custGeom>
            <a:solidFill>
              <a:srgbClr val="000000">
                <a:alpha val="100000"/>
              </a:srgbClr>
            </a:solidFill>
            <a:ln w="9525">
              <a:noFill/>
            </a:ln>
          </p:spPr>
          <p:txBody>
            <a:bodyPr/>
            <a:p>
              <a:endParaRPr lang="zh-CN" altLang="en-US"/>
            </a:p>
          </p:txBody>
        </p:sp>
        <p:sp>
          <p:nvSpPr>
            <p:cNvPr id="96358" name="Freeform 105"/>
            <p:cNvSpPr/>
            <p:nvPr/>
          </p:nvSpPr>
          <p:spPr>
            <a:xfrm>
              <a:off x="1315" y="1248"/>
              <a:ext cx="19" cy="43"/>
            </a:xfrm>
            <a:custGeom>
              <a:avLst/>
              <a:gdLst/>
              <a:ahLst/>
              <a:cxnLst>
                <a:cxn ang="0">
                  <a:pos x="0" y="38"/>
                </a:cxn>
                <a:cxn ang="0">
                  <a:pos x="0" y="39"/>
                </a:cxn>
                <a:cxn ang="0">
                  <a:pos x="0" y="41"/>
                </a:cxn>
                <a:cxn ang="0">
                  <a:pos x="1" y="42"/>
                </a:cxn>
                <a:cxn ang="0">
                  <a:pos x="3" y="43"/>
                </a:cxn>
                <a:cxn ang="0">
                  <a:pos x="4" y="43"/>
                </a:cxn>
                <a:cxn ang="0">
                  <a:pos x="6" y="42"/>
                </a:cxn>
                <a:cxn ang="0">
                  <a:pos x="7" y="41"/>
                </a:cxn>
                <a:cxn ang="0">
                  <a:pos x="9" y="39"/>
                </a:cxn>
                <a:cxn ang="0">
                  <a:pos x="19" y="5"/>
                </a:cxn>
                <a:cxn ang="0">
                  <a:pos x="19" y="3"/>
                </a:cxn>
                <a:cxn ang="0">
                  <a:pos x="19" y="2"/>
                </a:cxn>
                <a:cxn ang="0">
                  <a:pos x="18" y="0"/>
                </a:cxn>
                <a:cxn ang="0">
                  <a:pos x="16" y="0"/>
                </a:cxn>
                <a:cxn ang="0">
                  <a:pos x="15" y="0"/>
                </a:cxn>
                <a:cxn ang="0">
                  <a:pos x="13" y="0"/>
                </a:cxn>
                <a:cxn ang="0">
                  <a:pos x="12" y="2"/>
                </a:cxn>
                <a:cxn ang="0">
                  <a:pos x="10" y="3"/>
                </a:cxn>
                <a:cxn ang="0">
                  <a:pos x="0" y="38"/>
                </a:cxn>
              </a:cxnLst>
              <a:pathLst>
                <a:path w="19" h="43">
                  <a:moveTo>
                    <a:pt x="0" y="38"/>
                  </a:moveTo>
                  <a:lnTo>
                    <a:pt x="0" y="39"/>
                  </a:lnTo>
                  <a:lnTo>
                    <a:pt x="0" y="41"/>
                  </a:lnTo>
                  <a:lnTo>
                    <a:pt x="1" y="42"/>
                  </a:lnTo>
                  <a:lnTo>
                    <a:pt x="3" y="43"/>
                  </a:lnTo>
                  <a:lnTo>
                    <a:pt x="4" y="43"/>
                  </a:lnTo>
                  <a:lnTo>
                    <a:pt x="6" y="42"/>
                  </a:lnTo>
                  <a:lnTo>
                    <a:pt x="7" y="41"/>
                  </a:lnTo>
                  <a:lnTo>
                    <a:pt x="9" y="39"/>
                  </a:lnTo>
                  <a:lnTo>
                    <a:pt x="19" y="5"/>
                  </a:lnTo>
                  <a:lnTo>
                    <a:pt x="19" y="3"/>
                  </a:lnTo>
                  <a:lnTo>
                    <a:pt x="19" y="2"/>
                  </a:lnTo>
                  <a:lnTo>
                    <a:pt x="18" y="0"/>
                  </a:lnTo>
                  <a:lnTo>
                    <a:pt x="16" y="0"/>
                  </a:lnTo>
                  <a:lnTo>
                    <a:pt x="15" y="0"/>
                  </a:lnTo>
                  <a:lnTo>
                    <a:pt x="13" y="0"/>
                  </a:lnTo>
                  <a:lnTo>
                    <a:pt x="12" y="2"/>
                  </a:lnTo>
                  <a:lnTo>
                    <a:pt x="10" y="3"/>
                  </a:lnTo>
                  <a:lnTo>
                    <a:pt x="0" y="38"/>
                  </a:lnTo>
                  <a:close/>
                </a:path>
              </a:pathLst>
            </a:custGeom>
            <a:solidFill>
              <a:srgbClr val="000000">
                <a:alpha val="100000"/>
              </a:srgbClr>
            </a:solidFill>
            <a:ln w="9525">
              <a:noFill/>
            </a:ln>
          </p:spPr>
          <p:txBody>
            <a:bodyPr/>
            <a:p>
              <a:endParaRPr lang="zh-CN" altLang="en-US"/>
            </a:p>
          </p:txBody>
        </p:sp>
        <p:sp>
          <p:nvSpPr>
            <p:cNvPr id="96359" name="Freeform 106"/>
            <p:cNvSpPr/>
            <p:nvPr/>
          </p:nvSpPr>
          <p:spPr>
            <a:xfrm>
              <a:off x="1333" y="1196"/>
              <a:ext cx="18" cy="36"/>
            </a:xfrm>
            <a:custGeom>
              <a:avLst/>
              <a:gdLst/>
              <a:ahLst/>
              <a:cxnLst>
                <a:cxn ang="0">
                  <a:pos x="0" y="30"/>
                </a:cxn>
                <a:cxn ang="0">
                  <a:pos x="0" y="32"/>
                </a:cxn>
                <a:cxn ang="0">
                  <a:pos x="1" y="33"/>
                </a:cxn>
                <a:cxn ang="0">
                  <a:pos x="3" y="35"/>
                </a:cxn>
                <a:cxn ang="0">
                  <a:pos x="4" y="36"/>
                </a:cxn>
                <a:cxn ang="0">
                  <a:pos x="6" y="36"/>
                </a:cxn>
                <a:cxn ang="0">
                  <a:pos x="7" y="35"/>
                </a:cxn>
                <a:cxn ang="0">
                  <a:pos x="9" y="33"/>
                </a:cxn>
                <a:cxn ang="0">
                  <a:pos x="9" y="32"/>
                </a:cxn>
                <a:cxn ang="0">
                  <a:pos x="18" y="6"/>
                </a:cxn>
                <a:cxn ang="0">
                  <a:pos x="18" y="5"/>
                </a:cxn>
                <a:cxn ang="0">
                  <a:pos x="16" y="3"/>
                </a:cxn>
                <a:cxn ang="0">
                  <a:pos x="15" y="2"/>
                </a:cxn>
                <a:cxn ang="0">
                  <a:pos x="13" y="0"/>
                </a:cxn>
                <a:cxn ang="0">
                  <a:pos x="12" y="2"/>
                </a:cxn>
                <a:cxn ang="0">
                  <a:pos x="10" y="3"/>
                </a:cxn>
                <a:cxn ang="0">
                  <a:pos x="9" y="5"/>
                </a:cxn>
                <a:cxn ang="0">
                  <a:pos x="0" y="30"/>
                </a:cxn>
              </a:cxnLst>
              <a:pathLst>
                <a:path w="18" h="36">
                  <a:moveTo>
                    <a:pt x="0" y="30"/>
                  </a:moveTo>
                  <a:lnTo>
                    <a:pt x="0" y="32"/>
                  </a:lnTo>
                  <a:lnTo>
                    <a:pt x="1" y="33"/>
                  </a:lnTo>
                  <a:lnTo>
                    <a:pt x="3" y="35"/>
                  </a:lnTo>
                  <a:lnTo>
                    <a:pt x="4" y="36"/>
                  </a:lnTo>
                  <a:lnTo>
                    <a:pt x="6" y="36"/>
                  </a:lnTo>
                  <a:lnTo>
                    <a:pt x="7" y="35"/>
                  </a:lnTo>
                  <a:lnTo>
                    <a:pt x="9" y="33"/>
                  </a:lnTo>
                  <a:lnTo>
                    <a:pt x="9" y="32"/>
                  </a:lnTo>
                  <a:lnTo>
                    <a:pt x="18" y="6"/>
                  </a:lnTo>
                  <a:lnTo>
                    <a:pt x="18" y="5"/>
                  </a:lnTo>
                  <a:lnTo>
                    <a:pt x="16" y="3"/>
                  </a:lnTo>
                  <a:lnTo>
                    <a:pt x="15" y="2"/>
                  </a:lnTo>
                  <a:lnTo>
                    <a:pt x="13" y="0"/>
                  </a:lnTo>
                  <a:lnTo>
                    <a:pt x="12" y="2"/>
                  </a:lnTo>
                  <a:lnTo>
                    <a:pt x="10" y="3"/>
                  </a:lnTo>
                  <a:lnTo>
                    <a:pt x="9" y="5"/>
                  </a:lnTo>
                  <a:lnTo>
                    <a:pt x="0" y="30"/>
                  </a:lnTo>
                  <a:close/>
                </a:path>
              </a:pathLst>
            </a:custGeom>
            <a:solidFill>
              <a:srgbClr val="000000">
                <a:alpha val="100000"/>
              </a:srgbClr>
            </a:solidFill>
            <a:ln w="9525">
              <a:noFill/>
            </a:ln>
          </p:spPr>
          <p:txBody>
            <a:bodyPr/>
            <a:p>
              <a:endParaRPr lang="zh-CN" altLang="en-US"/>
            </a:p>
          </p:txBody>
        </p:sp>
      </p:grpSp>
      <p:sp>
        <p:nvSpPr>
          <p:cNvPr id="96281" name="Line 107"/>
          <p:cNvSpPr/>
          <p:nvPr/>
        </p:nvSpPr>
        <p:spPr>
          <a:xfrm>
            <a:off x="4425950" y="1906588"/>
            <a:ext cx="1588" cy="161925"/>
          </a:xfrm>
          <a:prstGeom prst="line">
            <a:avLst/>
          </a:prstGeom>
          <a:ln w="14288" cap="flat" cmpd="sng">
            <a:solidFill>
              <a:srgbClr val="000000"/>
            </a:solidFill>
            <a:prstDash val="solid"/>
            <a:headEnd type="none" w="med" len="med"/>
            <a:tailEnd type="none" w="med" len="med"/>
          </a:ln>
        </p:spPr>
      </p:sp>
      <p:sp>
        <p:nvSpPr>
          <p:cNvPr id="96282" name="Line 108"/>
          <p:cNvSpPr/>
          <p:nvPr/>
        </p:nvSpPr>
        <p:spPr>
          <a:xfrm>
            <a:off x="5688013" y="1916113"/>
            <a:ext cx="104775" cy="325437"/>
          </a:xfrm>
          <a:prstGeom prst="line">
            <a:avLst/>
          </a:prstGeom>
          <a:ln w="14288" cap="flat" cmpd="sng">
            <a:solidFill>
              <a:srgbClr val="000000"/>
            </a:solidFill>
            <a:prstDash val="solid"/>
            <a:headEnd type="none" w="med" len="med"/>
            <a:tailEnd type="none" w="med" len="med"/>
          </a:ln>
        </p:spPr>
      </p:sp>
      <p:sp>
        <p:nvSpPr>
          <p:cNvPr id="96283" name="Line 109"/>
          <p:cNvSpPr/>
          <p:nvPr/>
        </p:nvSpPr>
        <p:spPr>
          <a:xfrm>
            <a:off x="5786438" y="2232025"/>
            <a:ext cx="504825" cy="1588"/>
          </a:xfrm>
          <a:prstGeom prst="line">
            <a:avLst/>
          </a:prstGeom>
          <a:ln w="14288" cap="flat" cmpd="sng">
            <a:solidFill>
              <a:srgbClr val="000000"/>
            </a:solidFill>
            <a:prstDash val="solid"/>
            <a:headEnd type="none" w="med" len="med"/>
            <a:tailEnd type="none" w="med" len="med"/>
          </a:ln>
        </p:spPr>
      </p:sp>
      <p:sp>
        <p:nvSpPr>
          <p:cNvPr id="96284" name="Line 110"/>
          <p:cNvSpPr/>
          <p:nvPr/>
        </p:nvSpPr>
        <p:spPr>
          <a:xfrm flipV="1">
            <a:off x="6300788" y="1916113"/>
            <a:ext cx="104775" cy="325437"/>
          </a:xfrm>
          <a:prstGeom prst="line">
            <a:avLst/>
          </a:prstGeom>
          <a:ln w="14288" cap="flat" cmpd="sng">
            <a:solidFill>
              <a:srgbClr val="000000"/>
            </a:solidFill>
            <a:prstDash val="solid"/>
            <a:headEnd type="none" w="med" len="med"/>
            <a:tailEnd type="none" w="med" len="med"/>
          </a:ln>
        </p:spPr>
      </p:sp>
      <p:sp>
        <p:nvSpPr>
          <p:cNvPr id="96285" name="Line 112"/>
          <p:cNvSpPr/>
          <p:nvPr/>
        </p:nvSpPr>
        <p:spPr>
          <a:xfrm flipV="1">
            <a:off x="6397625" y="1908175"/>
            <a:ext cx="2530475" cy="7938"/>
          </a:xfrm>
          <a:prstGeom prst="line">
            <a:avLst/>
          </a:prstGeom>
          <a:ln w="14288" cap="flat" cmpd="sng">
            <a:solidFill>
              <a:srgbClr val="000000"/>
            </a:solidFill>
            <a:prstDash val="solid"/>
            <a:headEnd type="none" w="med" len="med"/>
            <a:tailEnd type="none" w="med" len="med"/>
          </a:ln>
        </p:spPr>
      </p:sp>
      <p:sp>
        <p:nvSpPr>
          <p:cNvPr id="96286" name="Rectangle 120"/>
          <p:cNvSpPr/>
          <p:nvPr/>
        </p:nvSpPr>
        <p:spPr>
          <a:xfrm>
            <a:off x="3851275" y="2997200"/>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FF"/>
                </a:solidFill>
                <a:latin typeface="Arial" panose="020B0604020202020204" pitchFamily="34" charset="0"/>
              </a:rPr>
              <a:t>3</a:t>
            </a:r>
            <a:endParaRPr lang="en-US" altLang="zh-CN" sz="1800" b="0" dirty="0">
              <a:solidFill>
                <a:srgbClr val="0000FF"/>
              </a:solidFill>
              <a:latin typeface="Arial" panose="020B0604020202020204" pitchFamily="34" charset="0"/>
            </a:endParaRPr>
          </a:p>
        </p:txBody>
      </p:sp>
      <p:sp>
        <p:nvSpPr>
          <p:cNvPr id="96287" name="Rectangle 123"/>
          <p:cNvSpPr/>
          <p:nvPr/>
        </p:nvSpPr>
        <p:spPr>
          <a:xfrm>
            <a:off x="5967413" y="306387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FF"/>
                </a:solidFill>
                <a:latin typeface="Arial" panose="020B0604020202020204" pitchFamily="34" charset="0"/>
              </a:rPr>
              <a:t>2</a:t>
            </a:r>
            <a:endParaRPr lang="en-US" altLang="zh-CN" sz="1800" b="0" dirty="0">
              <a:solidFill>
                <a:srgbClr val="0000FF"/>
              </a:solidFill>
              <a:latin typeface="Arial" panose="020B0604020202020204" pitchFamily="34" charset="0"/>
            </a:endParaRPr>
          </a:p>
        </p:txBody>
      </p:sp>
      <p:sp>
        <p:nvSpPr>
          <p:cNvPr id="96288" name="Rectangle 124"/>
          <p:cNvSpPr/>
          <p:nvPr/>
        </p:nvSpPr>
        <p:spPr>
          <a:xfrm>
            <a:off x="6589713" y="3063875"/>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FF"/>
                </a:solidFill>
                <a:latin typeface="Arial" panose="020B0604020202020204" pitchFamily="34" charset="0"/>
              </a:rPr>
              <a:t>1</a:t>
            </a:r>
            <a:endParaRPr lang="en-US" altLang="zh-CN" sz="1800" b="0" dirty="0">
              <a:solidFill>
                <a:srgbClr val="0000FF"/>
              </a:solidFill>
              <a:latin typeface="Arial" panose="020B0604020202020204" pitchFamily="34" charset="0"/>
            </a:endParaRPr>
          </a:p>
        </p:txBody>
      </p:sp>
      <p:sp>
        <p:nvSpPr>
          <p:cNvPr id="96289" name="Rectangle 125"/>
          <p:cNvSpPr/>
          <p:nvPr/>
        </p:nvSpPr>
        <p:spPr>
          <a:xfrm>
            <a:off x="7210425" y="3068638"/>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FF"/>
                </a:solidFill>
                <a:latin typeface="Arial" panose="020B0604020202020204" pitchFamily="34" charset="0"/>
              </a:rPr>
              <a:t>0</a:t>
            </a:r>
            <a:endParaRPr lang="en-US" altLang="zh-CN" sz="1800" b="0" dirty="0">
              <a:solidFill>
                <a:srgbClr val="0000FF"/>
              </a:solidFill>
              <a:latin typeface="Arial" panose="020B0604020202020204" pitchFamily="34" charset="0"/>
            </a:endParaRPr>
          </a:p>
        </p:txBody>
      </p:sp>
      <p:grpSp>
        <p:nvGrpSpPr>
          <p:cNvPr id="96290" name="Group 127"/>
          <p:cNvGrpSpPr/>
          <p:nvPr/>
        </p:nvGrpSpPr>
        <p:grpSpPr>
          <a:xfrm>
            <a:off x="1406525" y="3359150"/>
            <a:ext cx="738188" cy="14288"/>
            <a:chOff x="886" y="2116"/>
            <a:chExt cx="465" cy="9"/>
          </a:xfrm>
        </p:grpSpPr>
        <p:sp>
          <p:nvSpPr>
            <p:cNvPr id="96348" name="Freeform 128"/>
            <p:cNvSpPr/>
            <p:nvPr/>
          </p:nvSpPr>
          <p:spPr>
            <a:xfrm>
              <a:off x="886" y="2116"/>
              <a:ext cx="45" cy="9"/>
            </a:xfrm>
            <a:custGeom>
              <a:avLst/>
              <a:gdLst/>
              <a:ahLst/>
              <a:cxnLst>
                <a:cxn ang="0">
                  <a:pos x="6" y="0"/>
                </a:cxn>
                <a:cxn ang="0">
                  <a:pos x="5" y="0"/>
                </a:cxn>
                <a:cxn ang="0">
                  <a:pos x="3" y="1"/>
                </a:cxn>
                <a:cxn ang="0">
                  <a:pos x="2" y="3"/>
                </a:cxn>
                <a:cxn ang="0">
                  <a:pos x="0" y="4"/>
                </a:cxn>
                <a:cxn ang="0">
                  <a:pos x="2" y="6"/>
                </a:cxn>
                <a:cxn ang="0">
                  <a:pos x="3" y="7"/>
                </a:cxn>
                <a:cxn ang="0">
                  <a:pos x="5" y="9"/>
                </a:cxn>
                <a:cxn ang="0">
                  <a:pos x="39" y="9"/>
                </a:cxn>
                <a:cxn ang="0">
                  <a:pos x="40" y="9"/>
                </a:cxn>
                <a:cxn ang="0">
                  <a:pos x="42" y="9"/>
                </a:cxn>
                <a:cxn ang="0">
                  <a:pos x="43" y="7"/>
                </a:cxn>
                <a:cxn ang="0">
                  <a:pos x="45" y="6"/>
                </a:cxn>
                <a:cxn ang="0">
                  <a:pos x="45" y="4"/>
                </a:cxn>
                <a:cxn ang="0">
                  <a:pos x="43" y="3"/>
                </a:cxn>
                <a:cxn ang="0">
                  <a:pos x="42" y="1"/>
                </a:cxn>
                <a:cxn ang="0">
                  <a:pos x="40" y="0"/>
                </a:cxn>
                <a:cxn ang="0">
                  <a:pos x="6" y="0"/>
                </a:cxn>
              </a:cxnLst>
              <a:pathLst>
                <a:path w="45" h="9">
                  <a:moveTo>
                    <a:pt x="6" y="0"/>
                  </a:moveTo>
                  <a:lnTo>
                    <a:pt x="5" y="0"/>
                  </a:lnTo>
                  <a:lnTo>
                    <a:pt x="3" y="1"/>
                  </a:lnTo>
                  <a:lnTo>
                    <a:pt x="2" y="3"/>
                  </a:lnTo>
                  <a:lnTo>
                    <a:pt x="0" y="4"/>
                  </a:lnTo>
                  <a:lnTo>
                    <a:pt x="2" y="6"/>
                  </a:lnTo>
                  <a:lnTo>
                    <a:pt x="3" y="7"/>
                  </a:lnTo>
                  <a:lnTo>
                    <a:pt x="5" y="9"/>
                  </a:lnTo>
                  <a:lnTo>
                    <a:pt x="39" y="9"/>
                  </a:lnTo>
                  <a:lnTo>
                    <a:pt x="40" y="9"/>
                  </a:lnTo>
                  <a:lnTo>
                    <a:pt x="42" y="9"/>
                  </a:lnTo>
                  <a:lnTo>
                    <a:pt x="43" y="7"/>
                  </a:lnTo>
                  <a:lnTo>
                    <a:pt x="45" y="6"/>
                  </a:lnTo>
                  <a:lnTo>
                    <a:pt x="45" y="4"/>
                  </a:lnTo>
                  <a:lnTo>
                    <a:pt x="43" y="3"/>
                  </a:lnTo>
                  <a:lnTo>
                    <a:pt x="42" y="1"/>
                  </a:lnTo>
                  <a:lnTo>
                    <a:pt x="40" y="0"/>
                  </a:lnTo>
                  <a:lnTo>
                    <a:pt x="6" y="0"/>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6349" name="Freeform 129"/>
            <p:cNvSpPr/>
            <p:nvPr/>
          </p:nvSpPr>
          <p:spPr>
            <a:xfrm>
              <a:off x="949" y="2116"/>
              <a:ext cx="44"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8" y="9"/>
                </a:cxn>
                <a:cxn ang="0">
                  <a:pos x="40" y="9"/>
                </a:cxn>
                <a:cxn ang="0">
                  <a:pos x="41" y="9"/>
                </a:cxn>
                <a:cxn ang="0">
                  <a:pos x="43" y="7"/>
                </a:cxn>
                <a:cxn ang="0">
                  <a:pos x="44" y="6"/>
                </a:cxn>
                <a:cxn ang="0">
                  <a:pos x="44" y="4"/>
                </a:cxn>
                <a:cxn ang="0">
                  <a:pos x="43" y="3"/>
                </a:cxn>
                <a:cxn ang="0">
                  <a:pos x="41" y="1"/>
                </a:cxn>
                <a:cxn ang="0">
                  <a:pos x="40" y="0"/>
                </a:cxn>
                <a:cxn ang="0">
                  <a:pos x="4" y="0"/>
                </a:cxn>
              </a:cxnLst>
              <a:pathLst>
                <a:path w="44" h="9">
                  <a:moveTo>
                    <a:pt x="4" y="0"/>
                  </a:moveTo>
                  <a:lnTo>
                    <a:pt x="3" y="0"/>
                  </a:lnTo>
                  <a:lnTo>
                    <a:pt x="1" y="1"/>
                  </a:lnTo>
                  <a:lnTo>
                    <a:pt x="0" y="3"/>
                  </a:lnTo>
                  <a:lnTo>
                    <a:pt x="0" y="4"/>
                  </a:lnTo>
                  <a:lnTo>
                    <a:pt x="0" y="6"/>
                  </a:lnTo>
                  <a:lnTo>
                    <a:pt x="0" y="7"/>
                  </a:lnTo>
                  <a:lnTo>
                    <a:pt x="1" y="9"/>
                  </a:lnTo>
                  <a:lnTo>
                    <a:pt x="3" y="9"/>
                  </a:lnTo>
                  <a:lnTo>
                    <a:pt x="38" y="9"/>
                  </a:lnTo>
                  <a:lnTo>
                    <a:pt x="40" y="9"/>
                  </a:lnTo>
                  <a:lnTo>
                    <a:pt x="41" y="9"/>
                  </a:lnTo>
                  <a:lnTo>
                    <a:pt x="43" y="7"/>
                  </a:lnTo>
                  <a:lnTo>
                    <a:pt x="44" y="6"/>
                  </a:lnTo>
                  <a:lnTo>
                    <a:pt x="44" y="4"/>
                  </a:lnTo>
                  <a:lnTo>
                    <a:pt x="43" y="3"/>
                  </a:lnTo>
                  <a:lnTo>
                    <a:pt x="41" y="1"/>
                  </a:lnTo>
                  <a:lnTo>
                    <a:pt x="40" y="0"/>
                  </a:lnTo>
                  <a:lnTo>
                    <a:pt x="4" y="0"/>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6350" name="Freeform 130"/>
            <p:cNvSpPr/>
            <p:nvPr/>
          </p:nvSpPr>
          <p:spPr>
            <a:xfrm>
              <a:off x="1011" y="2116"/>
              <a:ext cx="45" cy="9"/>
            </a:xfrm>
            <a:custGeom>
              <a:avLst/>
              <a:gdLst/>
              <a:ahLst/>
              <a:cxnLst>
                <a:cxn ang="0">
                  <a:pos x="5" y="0"/>
                </a:cxn>
                <a:cxn ang="0">
                  <a:pos x="3" y="0"/>
                </a:cxn>
                <a:cxn ang="0">
                  <a:pos x="2" y="1"/>
                </a:cxn>
                <a:cxn ang="0">
                  <a:pos x="0" y="3"/>
                </a:cxn>
                <a:cxn ang="0">
                  <a:pos x="0" y="4"/>
                </a:cxn>
                <a:cxn ang="0">
                  <a:pos x="0" y="6"/>
                </a:cxn>
                <a:cxn ang="0">
                  <a:pos x="0" y="7"/>
                </a:cxn>
                <a:cxn ang="0">
                  <a:pos x="2" y="9"/>
                </a:cxn>
                <a:cxn ang="0">
                  <a:pos x="3" y="9"/>
                </a:cxn>
                <a:cxn ang="0">
                  <a:pos x="39" y="9"/>
                </a:cxn>
                <a:cxn ang="0">
                  <a:pos x="40" y="9"/>
                </a:cxn>
                <a:cxn ang="0">
                  <a:pos x="42" y="9"/>
                </a:cxn>
                <a:cxn ang="0">
                  <a:pos x="43" y="7"/>
                </a:cxn>
                <a:cxn ang="0">
                  <a:pos x="45" y="6"/>
                </a:cxn>
                <a:cxn ang="0">
                  <a:pos x="45" y="4"/>
                </a:cxn>
                <a:cxn ang="0">
                  <a:pos x="43" y="3"/>
                </a:cxn>
                <a:cxn ang="0">
                  <a:pos x="42" y="1"/>
                </a:cxn>
                <a:cxn ang="0">
                  <a:pos x="40" y="0"/>
                </a:cxn>
                <a:cxn ang="0">
                  <a:pos x="5" y="0"/>
                </a:cxn>
              </a:cxnLst>
              <a:pathLst>
                <a:path w="45" h="9">
                  <a:moveTo>
                    <a:pt x="5" y="0"/>
                  </a:moveTo>
                  <a:lnTo>
                    <a:pt x="3" y="0"/>
                  </a:lnTo>
                  <a:lnTo>
                    <a:pt x="2" y="1"/>
                  </a:lnTo>
                  <a:lnTo>
                    <a:pt x="0" y="3"/>
                  </a:lnTo>
                  <a:lnTo>
                    <a:pt x="0" y="4"/>
                  </a:lnTo>
                  <a:lnTo>
                    <a:pt x="0" y="6"/>
                  </a:lnTo>
                  <a:lnTo>
                    <a:pt x="0" y="7"/>
                  </a:lnTo>
                  <a:lnTo>
                    <a:pt x="2" y="9"/>
                  </a:lnTo>
                  <a:lnTo>
                    <a:pt x="3" y="9"/>
                  </a:lnTo>
                  <a:lnTo>
                    <a:pt x="39" y="9"/>
                  </a:lnTo>
                  <a:lnTo>
                    <a:pt x="40" y="9"/>
                  </a:lnTo>
                  <a:lnTo>
                    <a:pt x="42" y="9"/>
                  </a:lnTo>
                  <a:lnTo>
                    <a:pt x="43" y="7"/>
                  </a:lnTo>
                  <a:lnTo>
                    <a:pt x="45" y="6"/>
                  </a:lnTo>
                  <a:lnTo>
                    <a:pt x="45" y="4"/>
                  </a:lnTo>
                  <a:lnTo>
                    <a:pt x="43" y="3"/>
                  </a:lnTo>
                  <a:lnTo>
                    <a:pt x="42" y="1"/>
                  </a:lnTo>
                  <a:lnTo>
                    <a:pt x="40" y="0"/>
                  </a:lnTo>
                  <a:lnTo>
                    <a:pt x="5" y="0"/>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6351" name="Freeform 131"/>
            <p:cNvSpPr/>
            <p:nvPr/>
          </p:nvSpPr>
          <p:spPr>
            <a:xfrm>
              <a:off x="1074" y="2116"/>
              <a:ext cx="44"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8" y="9"/>
                </a:cxn>
                <a:cxn ang="0">
                  <a:pos x="40" y="9"/>
                </a:cxn>
                <a:cxn ang="0">
                  <a:pos x="41" y="9"/>
                </a:cxn>
                <a:cxn ang="0">
                  <a:pos x="43" y="7"/>
                </a:cxn>
                <a:cxn ang="0">
                  <a:pos x="44" y="6"/>
                </a:cxn>
                <a:cxn ang="0">
                  <a:pos x="44" y="4"/>
                </a:cxn>
                <a:cxn ang="0">
                  <a:pos x="43" y="3"/>
                </a:cxn>
                <a:cxn ang="0">
                  <a:pos x="41" y="1"/>
                </a:cxn>
                <a:cxn ang="0">
                  <a:pos x="40" y="0"/>
                </a:cxn>
                <a:cxn ang="0">
                  <a:pos x="4" y="0"/>
                </a:cxn>
              </a:cxnLst>
              <a:pathLst>
                <a:path w="44" h="9">
                  <a:moveTo>
                    <a:pt x="4" y="0"/>
                  </a:moveTo>
                  <a:lnTo>
                    <a:pt x="3" y="0"/>
                  </a:lnTo>
                  <a:lnTo>
                    <a:pt x="1" y="1"/>
                  </a:lnTo>
                  <a:lnTo>
                    <a:pt x="0" y="3"/>
                  </a:lnTo>
                  <a:lnTo>
                    <a:pt x="0" y="4"/>
                  </a:lnTo>
                  <a:lnTo>
                    <a:pt x="0" y="6"/>
                  </a:lnTo>
                  <a:lnTo>
                    <a:pt x="0" y="7"/>
                  </a:lnTo>
                  <a:lnTo>
                    <a:pt x="1" y="9"/>
                  </a:lnTo>
                  <a:lnTo>
                    <a:pt x="3" y="9"/>
                  </a:lnTo>
                  <a:lnTo>
                    <a:pt x="38" y="9"/>
                  </a:lnTo>
                  <a:lnTo>
                    <a:pt x="40" y="9"/>
                  </a:lnTo>
                  <a:lnTo>
                    <a:pt x="41" y="9"/>
                  </a:lnTo>
                  <a:lnTo>
                    <a:pt x="43" y="7"/>
                  </a:lnTo>
                  <a:lnTo>
                    <a:pt x="44" y="6"/>
                  </a:lnTo>
                  <a:lnTo>
                    <a:pt x="44" y="4"/>
                  </a:lnTo>
                  <a:lnTo>
                    <a:pt x="43" y="3"/>
                  </a:lnTo>
                  <a:lnTo>
                    <a:pt x="41" y="1"/>
                  </a:lnTo>
                  <a:lnTo>
                    <a:pt x="40" y="0"/>
                  </a:lnTo>
                  <a:lnTo>
                    <a:pt x="4" y="0"/>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6352" name="Freeform 132"/>
            <p:cNvSpPr/>
            <p:nvPr/>
          </p:nvSpPr>
          <p:spPr>
            <a:xfrm>
              <a:off x="1136" y="2116"/>
              <a:ext cx="45" cy="9"/>
            </a:xfrm>
            <a:custGeom>
              <a:avLst/>
              <a:gdLst/>
              <a:ahLst/>
              <a:cxnLst>
                <a:cxn ang="0">
                  <a:pos x="5" y="0"/>
                </a:cxn>
                <a:cxn ang="0">
                  <a:pos x="3" y="0"/>
                </a:cxn>
                <a:cxn ang="0">
                  <a:pos x="2" y="1"/>
                </a:cxn>
                <a:cxn ang="0">
                  <a:pos x="0" y="3"/>
                </a:cxn>
                <a:cxn ang="0">
                  <a:pos x="0" y="4"/>
                </a:cxn>
                <a:cxn ang="0">
                  <a:pos x="0" y="6"/>
                </a:cxn>
                <a:cxn ang="0">
                  <a:pos x="0" y="7"/>
                </a:cxn>
                <a:cxn ang="0">
                  <a:pos x="2" y="9"/>
                </a:cxn>
                <a:cxn ang="0">
                  <a:pos x="3" y="9"/>
                </a:cxn>
                <a:cxn ang="0">
                  <a:pos x="39" y="9"/>
                </a:cxn>
                <a:cxn ang="0">
                  <a:pos x="40" y="9"/>
                </a:cxn>
                <a:cxn ang="0">
                  <a:pos x="42" y="9"/>
                </a:cxn>
                <a:cxn ang="0">
                  <a:pos x="43" y="7"/>
                </a:cxn>
                <a:cxn ang="0">
                  <a:pos x="45" y="6"/>
                </a:cxn>
                <a:cxn ang="0">
                  <a:pos x="45" y="4"/>
                </a:cxn>
                <a:cxn ang="0">
                  <a:pos x="43" y="3"/>
                </a:cxn>
                <a:cxn ang="0">
                  <a:pos x="42" y="1"/>
                </a:cxn>
                <a:cxn ang="0">
                  <a:pos x="40" y="0"/>
                </a:cxn>
                <a:cxn ang="0">
                  <a:pos x="5" y="0"/>
                </a:cxn>
              </a:cxnLst>
              <a:pathLst>
                <a:path w="45" h="9">
                  <a:moveTo>
                    <a:pt x="5" y="0"/>
                  </a:moveTo>
                  <a:lnTo>
                    <a:pt x="3" y="0"/>
                  </a:lnTo>
                  <a:lnTo>
                    <a:pt x="2" y="1"/>
                  </a:lnTo>
                  <a:lnTo>
                    <a:pt x="0" y="3"/>
                  </a:lnTo>
                  <a:lnTo>
                    <a:pt x="0" y="4"/>
                  </a:lnTo>
                  <a:lnTo>
                    <a:pt x="0" y="6"/>
                  </a:lnTo>
                  <a:lnTo>
                    <a:pt x="0" y="7"/>
                  </a:lnTo>
                  <a:lnTo>
                    <a:pt x="2" y="9"/>
                  </a:lnTo>
                  <a:lnTo>
                    <a:pt x="3" y="9"/>
                  </a:lnTo>
                  <a:lnTo>
                    <a:pt x="39" y="9"/>
                  </a:lnTo>
                  <a:lnTo>
                    <a:pt x="40" y="9"/>
                  </a:lnTo>
                  <a:lnTo>
                    <a:pt x="42" y="9"/>
                  </a:lnTo>
                  <a:lnTo>
                    <a:pt x="43" y="7"/>
                  </a:lnTo>
                  <a:lnTo>
                    <a:pt x="45" y="6"/>
                  </a:lnTo>
                  <a:lnTo>
                    <a:pt x="45" y="4"/>
                  </a:lnTo>
                  <a:lnTo>
                    <a:pt x="43" y="3"/>
                  </a:lnTo>
                  <a:lnTo>
                    <a:pt x="42" y="1"/>
                  </a:lnTo>
                  <a:lnTo>
                    <a:pt x="40" y="0"/>
                  </a:lnTo>
                  <a:lnTo>
                    <a:pt x="5" y="0"/>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6353" name="Freeform 133"/>
            <p:cNvSpPr/>
            <p:nvPr/>
          </p:nvSpPr>
          <p:spPr>
            <a:xfrm>
              <a:off x="1199" y="2116"/>
              <a:ext cx="44"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38" y="9"/>
                </a:cxn>
                <a:cxn ang="0">
                  <a:pos x="40" y="9"/>
                </a:cxn>
                <a:cxn ang="0">
                  <a:pos x="41" y="9"/>
                </a:cxn>
                <a:cxn ang="0">
                  <a:pos x="43" y="7"/>
                </a:cxn>
                <a:cxn ang="0">
                  <a:pos x="44" y="6"/>
                </a:cxn>
                <a:cxn ang="0">
                  <a:pos x="44" y="4"/>
                </a:cxn>
                <a:cxn ang="0">
                  <a:pos x="43" y="3"/>
                </a:cxn>
                <a:cxn ang="0">
                  <a:pos x="41" y="1"/>
                </a:cxn>
                <a:cxn ang="0">
                  <a:pos x="40" y="0"/>
                </a:cxn>
                <a:cxn ang="0">
                  <a:pos x="4" y="0"/>
                </a:cxn>
              </a:cxnLst>
              <a:pathLst>
                <a:path w="44" h="9">
                  <a:moveTo>
                    <a:pt x="4" y="0"/>
                  </a:moveTo>
                  <a:lnTo>
                    <a:pt x="3" y="0"/>
                  </a:lnTo>
                  <a:lnTo>
                    <a:pt x="1" y="1"/>
                  </a:lnTo>
                  <a:lnTo>
                    <a:pt x="0" y="3"/>
                  </a:lnTo>
                  <a:lnTo>
                    <a:pt x="0" y="4"/>
                  </a:lnTo>
                  <a:lnTo>
                    <a:pt x="0" y="6"/>
                  </a:lnTo>
                  <a:lnTo>
                    <a:pt x="0" y="7"/>
                  </a:lnTo>
                  <a:lnTo>
                    <a:pt x="1" y="9"/>
                  </a:lnTo>
                  <a:lnTo>
                    <a:pt x="3" y="9"/>
                  </a:lnTo>
                  <a:lnTo>
                    <a:pt x="38" y="9"/>
                  </a:lnTo>
                  <a:lnTo>
                    <a:pt x="40" y="9"/>
                  </a:lnTo>
                  <a:lnTo>
                    <a:pt x="41" y="9"/>
                  </a:lnTo>
                  <a:lnTo>
                    <a:pt x="43" y="7"/>
                  </a:lnTo>
                  <a:lnTo>
                    <a:pt x="44" y="6"/>
                  </a:lnTo>
                  <a:lnTo>
                    <a:pt x="44" y="4"/>
                  </a:lnTo>
                  <a:lnTo>
                    <a:pt x="43" y="3"/>
                  </a:lnTo>
                  <a:lnTo>
                    <a:pt x="41" y="1"/>
                  </a:lnTo>
                  <a:lnTo>
                    <a:pt x="40" y="0"/>
                  </a:lnTo>
                  <a:lnTo>
                    <a:pt x="4" y="0"/>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6354" name="Freeform 134"/>
            <p:cNvSpPr/>
            <p:nvPr/>
          </p:nvSpPr>
          <p:spPr>
            <a:xfrm>
              <a:off x="1261" y="2116"/>
              <a:ext cx="45" cy="9"/>
            </a:xfrm>
            <a:custGeom>
              <a:avLst/>
              <a:gdLst/>
              <a:ahLst/>
              <a:cxnLst>
                <a:cxn ang="0">
                  <a:pos x="5" y="0"/>
                </a:cxn>
                <a:cxn ang="0">
                  <a:pos x="3" y="0"/>
                </a:cxn>
                <a:cxn ang="0">
                  <a:pos x="2" y="1"/>
                </a:cxn>
                <a:cxn ang="0">
                  <a:pos x="0" y="3"/>
                </a:cxn>
                <a:cxn ang="0">
                  <a:pos x="0" y="4"/>
                </a:cxn>
                <a:cxn ang="0">
                  <a:pos x="0" y="6"/>
                </a:cxn>
                <a:cxn ang="0">
                  <a:pos x="0" y="7"/>
                </a:cxn>
                <a:cxn ang="0">
                  <a:pos x="2" y="9"/>
                </a:cxn>
                <a:cxn ang="0">
                  <a:pos x="3" y="9"/>
                </a:cxn>
                <a:cxn ang="0">
                  <a:pos x="39" y="9"/>
                </a:cxn>
                <a:cxn ang="0">
                  <a:pos x="41" y="9"/>
                </a:cxn>
                <a:cxn ang="0">
                  <a:pos x="42" y="9"/>
                </a:cxn>
                <a:cxn ang="0">
                  <a:pos x="43" y="7"/>
                </a:cxn>
                <a:cxn ang="0">
                  <a:pos x="45" y="6"/>
                </a:cxn>
                <a:cxn ang="0">
                  <a:pos x="45" y="4"/>
                </a:cxn>
                <a:cxn ang="0">
                  <a:pos x="43" y="3"/>
                </a:cxn>
                <a:cxn ang="0">
                  <a:pos x="42" y="1"/>
                </a:cxn>
                <a:cxn ang="0">
                  <a:pos x="41" y="0"/>
                </a:cxn>
                <a:cxn ang="0">
                  <a:pos x="5" y="0"/>
                </a:cxn>
              </a:cxnLst>
              <a:pathLst>
                <a:path w="45" h="9">
                  <a:moveTo>
                    <a:pt x="5" y="0"/>
                  </a:moveTo>
                  <a:lnTo>
                    <a:pt x="3" y="0"/>
                  </a:lnTo>
                  <a:lnTo>
                    <a:pt x="2" y="1"/>
                  </a:lnTo>
                  <a:lnTo>
                    <a:pt x="0" y="3"/>
                  </a:lnTo>
                  <a:lnTo>
                    <a:pt x="0" y="4"/>
                  </a:lnTo>
                  <a:lnTo>
                    <a:pt x="0" y="6"/>
                  </a:lnTo>
                  <a:lnTo>
                    <a:pt x="0" y="7"/>
                  </a:lnTo>
                  <a:lnTo>
                    <a:pt x="2" y="9"/>
                  </a:lnTo>
                  <a:lnTo>
                    <a:pt x="3" y="9"/>
                  </a:lnTo>
                  <a:lnTo>
                    <a:pt x="39" y="9"/>
                  </a:lnTo>
                  <a:lnTo>
                    <a:pt x="41" y="9"/>
                  </a:lnTo>
                  <a:lnTo>
                    <a:pt x="42" y="9"/>
                  </a:lnTo>
                  <a:lnTo>
                    <a:pt x="43" y="7"/>
                  </a:lnTo>
                  <a:lnTo>
                    <a:pt x="45" y="6"/>
                  </a:lnTo>
                  <a:lnTo>
                    <a:pt x="45" y="4"/>
                  </a:lnTo>
                  <a:lnTo>
                    <a:pt x="43" y="3"/>
                  </a:lnTo>
                  <a:lnTo>
                    <a:pt x="42" y="1"/>
                  </a:lnTo>
                  <a:lnTo>
                    <a:pt x="41" y="0"/>
                  </a:lnTo>
                  <a:lnTo>
                    <a:pt x="5" y="0"/>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6355" name="Freeform 135"/>
            <p:cNvSpPr/>
            <p:nvPr/>
          </p:nvSpPr>
          <p:spPr>
            <a:xfrm>
              <a:off x="1324" y="2116"/>
              <a:ext cx="27" cy="9"/>
            </a:xfrm>
            <a:custGeom>
              <a:avLst/>
              <a:gdLst/>
              <a:ahLst/>
              <a:cxnLst>
                <a:cxn ang="0">
                  <a:pos x="4" y="0"/>
                </a:cxn>
                <a:cxn ang="0">
                  <a:pos x="3" y="0"/>
                </a:cxn>
                <a:cxn ang="0">
                  <a:pos x="1" y="1"/>
                </a:cxn>
                <a:cxn ang="0">
                  <a:pos x="0" y="3"/>
                </a:cxn>
                <a:cxn ang="0">
                  <a:pos x="0" y="4"/>
                </a:cxn>
                <a:cxn ang="0">
                  <a:pos x="0" y="6"/>
                </a:cxn>
                <a:cxn ang="0">
                  <a:pos x="0" y="7"/>
                </a:cxn>
                <a:cxn ang="0">
                  <a:pos x="1" y="9"/>
                </a:cxn>
                <a:cxn ang="0">
                  <a:pos x="3" y="9"/>
                </a:cxn>
                <a:cxn ang="0">
                  <a:pos x="22" y="9"/>
                </a:cxn>
                <a:cxn ang="0">
                  <a:pos x="24" y="7"/>
                </a:cxn>
                <a:cxn ang="0">
                  <a:pos x="25" y="6"/>
                </a:cxn>
                <a:cxn ang="0">
                  <a:pos x="27" y="4"/>
                </a:cxn>
                <a:cxn ang="0">
                  <a:pos x="25" y="3"/>
                </a:cxn>
                <a:cxn ang="0">
                  <a:pos x="24" y="1"/>
                </a:cxn>
                <a:cxn ang="0">
                  <a:pos x="24" y="0"/>
                </a:cxn>
                <a:cxn ang="0">
                  <a:pos x="4" y="0"/>
                </a:cxn>
              </a:cxnLst>
              <a:pathLst>
                <a:path w="27" h="9">
                  <a:moveTo>
                    <a:pt x="4" y="0"/>
                  </a:moveTo>
                  <a:lnTo>
                    <a:pt x="3" y="0"/>
                  </a:lnTo>
                  <a:lnTo>
                    <a:pt x="1" y="1"/>
                  </a:lnTo>
                  <a:lnTo>
                    <a:pt x="0" y="3"/>
                  </a:lnTo>
                  <a:lnTo>
                    <a:pt x="0" y="4"/>
                  </a:lnTo>
                  <a:lnTo>
                    <a:pt x="0" y="6"/>
                  </a:lnTo>
                  <a:lnTo>
                    <a:pt x="0" y="7"/>
                  </a:lnTo>
                  <a:lnTo>
                    <a:pt x="1" y="9"/>
                  </a:lnTo>
                  <a:lnTo>
                    <a:pt x="3" y="9"/>
                  </a:lnTo>
                  <a:lnTo>
                    <a:pt x="22" y="9"/>
                  </a:lnTo>
                  <a:lnTo>
                    <a:pt x="24" y="7"/>
                  </a:lnTo>
                  <a:lnTo>
                    <a:pt x="25" y="6"/>
                  </a:lnTo>
                  <a:lnTo>
                    <a:pt x="27" y="4"/>
                  </a:lnTo>
                  <a:lnTo>
                    <a:pt x="25" y="3"/>
                  </a:lnTo>
                  <a:lnTo>
                    <a:pt x="24" y="1"/>
                  </a:lnTo>
                  <a:lnTo>
                    <a:pt x="24" y="0"/>
                  </a:lnTo>
                  <a:lnTo>
                    <a:pt x="4" y="0"/>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grpSp>
      <p:grpSp>
        <p:nvGrpSpPr>
          <p:cNvPr id="96291" name="Group 136"/>
          <p:cNvGrpSpPr/>
          <p:nvPr/>
        </p:nvGrpSpPr>
        <p:grpSpPr>
          <a:xfrm>
            <a:off x="2130425" y="3035300"/>
            <a:ext cx="117475" cy="338138"/>
            <a:chOff x="1342" y="1912"/>
            <a:chExt cx="74" cy="213"/>
          </a:xfrm>
        </p:grpSpPr>
        <p:sp>
          <p:nvSpPr>
            <p:cNvPr id="96344" name="Freeform 137"/>
            <p:cNvSpPr/>
            <p:nvPr/>
          </p:nvSpPr>
          <p:spPr>
            <a:xfrm>
              <a:off x="1342" y="2081"/>
              <a:ext cx="19" cy="44"/>
            </a:xfrm>
            <a:custGeom>
              <a:avLst/>
              <a:gdLst/>
              <a:ahLst/>
              <a:cxnLst>
                <a:cxn ang="0">
                  <a:pos x="0" y="39"/>
                </a:cxn>
                <a:cxn ang="0">
                  <a:pos x="0" y="39"/>
                </a:cxn>
                <a:cxn ang="0">
                  <a:pos x="1" y="41"/>
                </a:cxn>
                <a:cxn ang="0">
                  <a:pos x="3" y="42"/>
                </a:cxn>
                <a:cxn ang="0">
                  <a:pos x="4" y="44"/>
                </a:cxn>
                <a:cxn ang="0">
                  <a:pos x="6" y="42"/>
                </a:cxn>
                <a:cxn ang="0">
                  <a:pos x="7" y="41"/>
                </a:cxn>
                <a:cxn ang="0">
                  <a:pos x="9" y="41"/>
                </a:cxn>
                <a:cxn ang="0">
                  <a:pos x="19" y="6"/>
                </a:cxn>
                <a:cxn ang="0">
                  <a:pos x="19" y="5"/>
                </a:cxn>
                <a:cxn ang="0">
                  <a:pos x="19" y="3"/>
                </a:cxn>
                <a:cxn ang="0">
                  <a:pos x="18" y="2"/>
                </a:cxn>
                <a:cxn ang="0">
                  <a:pos x="16" y="0"/>
                </a:cxn>
                <a:cxn ang="0">
                  <a:pos x="15" y="0"/>
                </a:cxn>
                <a:cxn ang="0">
                  <a:pos x="13" y="2"/>
                </a:cxn>
                <a:cxn ang="0">
                  <a:pos x="12" y="3"/>
                </a:cxn>
                <a:cxn ang="0">
                  <a:pos x="10" y="5"/>
                </a:cxn>
                <a:cxn ang="0">
                  <a:pos x="0" y="39"/>
                </a:cxn>
              </a:cxnLst>
              <a:pathLst>
                <a:path w="19" h="44">
                  <a:moveTo>
                    <a:pt x="0" y="39"/>
                  </a:moveTo>
                  <a:lnTo>
                    <a:pt x="0" y="39"/>
                  </a:lnTo>
                  <a:lnTo>
                    <a:pt x="1" y="41"/>
                  </a:lnTo>
                  <a:lnTo>
                    <a:pt x="3" y="42"/>
                  </a:lnTo>
                  <a:lnTo>
                    <a:pt x="4" y="44"/>
                  </a:lnTo>
                  <a:lnTo>
                    <a:pt x="6" y="42"/>
                  </a:lnTo>
                  <a:lnTo>
                    <a:pt x="7" y="41"/>
                  </a:lnTo>
                  <a:lnTo>
                    <a:pt x="9" y="41"/>
                  </a:lnTo>
                  <a:lnTo>
                    <a:pt x="19" y="6"/>
                  </a:lnTo>
                  <a:lnTo>
                    <a:pt x="19" y="5"/>
                  </a:lnTo>
                  <a:lnTo>
                    <a:pt x="19" y="3"/>
                  </a:lnTo>
                  <a:lnTo>
                    <a:pt x="18" y="2"/>
                  </a:lnTo>
                  <a:lnTo>
                    <a:pt x="16" y="0"/>
                  </a:lnTo>
                  <a:lnTo>
                    <a:pt x="15" y="0"/>
                  </a:lnTo>
                  <a:lnTo>
                    <a:pt x="13" y="2"/>
                  </a:lnTo>
                  <a:lnTo>
                    <a:pt x="12" y="3"/>
                  </a:lnTo>
                  <a:lnTo>
                    <a:pt x="10" y="5"/>
                  </a:lnTo>
                  <a:lnTo>
                    <a:pt x="0" y="39"/>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6345" name="Freeform 138"/>
            <p:cNvSpPr/>
            <p:nvPr/>
          </p:nvSpPr>
          <p:spPr>
            <a:xfrm>
              <a:off x="1361" y="2022"/>
              <a:ext cx="19" cy="43"/>
            </a:xfrm>
            <a:custGeom>
              <a:avLst/>
              <a:gdLst/>
              <a:ahLst/>
              <a:cxnLst>
                <a:cxn ang="0">
                  <a:pos x="0" y="39"/>
                </a:cxn>
                <a:cxn ang="0">
                  <a:pos x="0" y="40"/>
                </a:cxn>
                <a:cxn ang="0">
                  <a:pos x="0" y="42"/>
                </a:cxn>
                <a:cxn ang="0">
                  <a:pos x="2" y="43"/>
                </a:cxn>
                <a:cxn ang="0">
                  <a:pos x="3" y="43"/>
                </a:cxn>
                <a:cxn ang="0">
                  <a:pos x="5" y="43"/>
                </a:cxn>
                <a:cxn ang="0">
                  <a:pos x="6" y="43"/>
                </a:cxn>
                <a:cxn ang="0">
                  <a:pos x="7" y="42"/>
                </a:cxn>
                <a:cxn ang="0">
                  <a:pos x="9" y="40"/>
                </a:cxn>
                <a:cxn ang="0">
                  <a:pos x="19" y="6"/>
                </a:cxn>
                <a:cxn ang="0">
                  <a:pos x="19" y="5"/>
                </a:cxn>
                <a:cxn ang="0">
                  <a:pos x="19" y="3"/>
                </a:cxn>
                <a:cxn ang="0">
                  <a:pos x="18" y="2"/>
                </a:cxn>
                <a:cxn ang="0">
                  <a:pos x="16" y="0"/>
                </a:cxn>
                <a:cxn ang="0">
                  <a:pos x="15" y="0"/>
                </a:cxn>
                <a:cxn ang="0">
                  <a:pos x="13" y="2"/>
                </a:cxn>
                <a:cxn ang="0">
                  <a:pos x="12" y="3"/>
                </a:cxn>
                <a:cxn ang="0">
                  <a:pos x="10" y="5"/>
                </a:cxn>
                <a:cxn ang="0">
                  <a:pos x="0" y="39"/>
                </a:cxn>
              </a:cxnLst>
              <a:pathLst>
                <a:path w="19" h="43">
                  <a:moveTo>
                    <a:pt x="0" y="39"/>
                  </a:moveTo>
                  <a:lnTo>
                    <a:pt x="0" y="40"/>
                  </a:lnTo>
                  <a:lnTo>
                    <a:pt x="0" y="42"/>
                  </a:lnTo>
                  <a:lnTo>
                    <a:pt x="2" y="43"/>
                  </a:lnTo>
                  <a:lnTo>
                    <a:pt x="3" y="43"/>
                  </a:lnTo>
                  <a:lnTo>
                    <a:pt x="5" y="43"/>
                  </a:lnTo>
                  <a:lnTo>
                    <a:pt x="6" y="43"/>
                  </a:lnTo>
                  <a:lnTo>
                    <a:pt x="7" y="42"/>
                  </a:lnTo>
                  <a:lnTo>
                    <a:pt x="9" y="40"/>
                  </a:lnTo>
                  <a:lnTo>
                    <a:pt x="19" y="6"/>
                  </a:lnTo>
                  <a:lnTo>
                    <a:pt x="19" y="5"/>
                  </a:lnTo>
                  <a:lnTo>
                    <a:pt x="19" y="3"/>
                  </a:lnTo>
                  <a:lnTo>
                    <a:pt x="18" y="2"/>
                  </a:lnTo>
                  <a:lnTo>
                    <a:pt x="16" y="0"/>
                  </a:lnTo>
                  <a:lnTo>
                    <a:pt x="15" y="0"/>
                  </a:lnTo>
                  <a:lnTo>
                    <a:pt x="13" y="2"/>
                  </a:lnTo>
                  <a:lnTo>
                    <a:pt x="12" y="3"/>
                  </a:lnTo>
                  <a:lnTo>
                    <a:pt x="10" y="5"/>
                  </a:lnTo>
                  <a:lnTo>
                    <a:pt x="0" y="39"/>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6346" name="Freeform 139"/>
            <p:cNvSpPr/>
            <p:nvPr/>
          </p:nvSpPr>
          <p:spPr>
            <a:xfrm>
              <a:off x="1380" y="1963"/>
              <a:ext cx="20" cy="43"/>
            </a:xfrm>
            <a:custGeom>
              <a:avLst/>
              <a:gdLst/>
              <a:ahLst/>
              <a:cxnLst>
                <a:cxn ang="0">
                  <a:pos x="0" y="38"/>
                </a:cxn>
                <a:cxn ang="0">
                  <a:pos x="0" y="40"/>
                </a:cxn>
                <a:cxn ang="0">
                  <a:pos x="0" y="41"/>
                </a:cxn>
                <a:cxn ang="0">
                  <a:pos x="2" y="43"/>
                </a:cxn>
                <a:cxn ang="0">
                  <a:pos x="3" y="43"/>
                </a:cxn>
                <a:cxn ang="0">
                  <a:pos x="5" y="43"/>
                </a:cxn>
                <a:cxn ang="0">
                  <a:pos x="6" y="43"/>
                </a:cxn>
                <a:cxn ang="0">
                  <a:pos x="8" y="41"/>
                </a:cxn>
                <a:cxn ang="0">
                  <a:pos x="9" y="40"/>
                </a:cxn>
                <a:cxn ang="0">
                  <a:pos x="20" y="6"/>
                </a:cxn>
                <a:cxn ang="0">
                  <a:pos x="20" y="4"/>
                </a:cxn>
                <a:cxn ang="0">
                  <a:pos x="20" y="3"/>
                </a:cxn>
                <a:cxn ang="0">
                  <a:pos x="18" y="1"/>
                </a:cxn>
                <a:cxn ang="0">
                  <a:pos x="17" y="0"/>
                </a:cxn>
                <a:cxn ang="0">
                  <a:pos x="15" y="0"/>
                </a:cxn>
                <a:cxn ang="0">
                  <a:pos x="14" y="1"/>
                </a:cxn>
                <a:cxn ang="0">
                  <a:pos x="12" y="3"/>
                </a:cxn>
                <a:cxn ang="0">
                  <a:pos x="11" y="4"/>
                </a:cxn>
                <a:cxn ang="0">
                  <a:pos x="0" y="38"/>
                </a:cxn>
              </a:cxnLst>
              <a:pathLst>
                <a:path w="20" h="43">
                  <a:moveTo>
                    <a:pt x="0" y="38"/>
                  </a:moveTo>
                  <a:lnTo>
                    <a:pt x="0" y="40"/>
                  </a:lnTo>
                  <a:lnTo>
                    <a:pt x="0" y="41"/>
                  </a:lnTo>
                  <a:lnTo>
                    <a:pt x="2" y="43"/>
                  </a:lnTo>
                  <a:lnTo>
                    <a:pt x="3" y="43"/>
                  </a:lnTo>
                  <a:lnTo>
                    <a:pt x="5" y="43"/>
                  </a:lnTo>
                  <a:lnTo>
                    <a:pt x="6" y="43"/>
                  </a:lnTo>
                  <a:lnTo>
                    <a:pt x="8" y="41"/>
                  </a:lnTo>
                  <a:lnTo>
                    <a:pt x="9" y="40"/>
                  </a:lnTo>
                  <a:lnTo>
                    <a:pt x="20" y="6"/>
                  </a:lnTo>
                  <a:lnTo>
                    <a:pt x="20" y="4"/>
                  </a:lnTo>
                  <a:lnTo>
                    <a:pt x="20" y="3"/>
                  </a:lnTo>
                  <a:lnTo>
                    <a:pt x="18" y="1"/>
                  </a:lnTo>
                  <a:lnTo>
                    <a:pt x="17" y="0"/>
                  </a:lnTo>
                  <a:lnTo>
                    <a:pt x="15" y="0"/>
                  </a:lnTo>
                  <a:lnTo>
                    <a:pt x="14" y="1"/>
                  </a:lnTo>
                  <a:lnTo>
                    <a:pt x="12" y="3"/>
                  </a:lnTo>
                  <a:lnTo>
                    <a:pt x="11" y="4"/>
                  </a:lnTo>
                  <a:lnTo>
                    <a:pt x="0" y="38"/>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sp>
          <p:nvSpPr>
            <p:cNvPr id="96347" name="Freeform 140"/>
            <p:cNvSpPr/>
            <p:nvPr/>
          </p:nvSpPr>
          <p:spPr>
            <a:xfrm>
              <a:off x="1400" y="1912"/>
              <a:ext cx="16" cy="34"/>
            </a:xfrm>
            <a:custGeom>
              <a:avLst/>
              <a:gdLst/>
              <a:ahLst/>
              <a:cxnLst>
                <a:cxn ang="0">
                  <a:pos x="0" y="30"/>
                </a:cxn>
                <a:cxn ang="0">
                  <a:pos x="0" y="31"/>
                </a:cxn>
                <a:cxn ang="0">
                  <a:pos x="0" y="33"/>
                </a:cxn>
                <a:cxn ang="0">
                  <a:pos x="1" y="34"/>
                </a:cxn>
                <a:cxn ang="0">
                  <a:pos x="3" y="34"/>
                </a:cxn>
                <a:cxn ang="0">
                  <a:pos x="4" y="34"/>
                </a:cxn>
                <a:cxn ang="0">
                  <a:pos x="6" y="34"/>
                </a:cxn>
                <a:cxn ang="0">
                  <a:pos x="7" y="33"/>
                </a:cxn>
                <a:cxn ang="0">
                  <a:pos x="9" y="31"/>
                </a:cxn>
                <a:cxn ang="0">
                  <a:pos x="16" y="6"/>
                </a:cxn>
                <a:cxn ang="0">
                  <a:pos x="16" y="5"/>
                </a:cxn>
                <a:cxn ang="0">
                  <a:pos x="15" y="3"/>
                </a:cxn>
                <a:cxn ang="0">
                  <a:pos x="13" y="2"/>
                </a:cxn>
                <a:cxn ang="0">
                  <a:pos x="12" y="0"/>
                </a:cxn>
                <a:cxn ang="0">
                  <a:pos x="10" y="2"/>
                </a:cxn>
                <a:cxn ang="0">
                  <a:pos x="9" y="3"/>
                </a:cxn>
                <a:cxn ang="0">
                  <a:pos x="7" y="5"/>
                </a:cxn>
                <a:cxn ang="0">
                  <a:pos x="0" y="30"/>
                </a:cxn>
              </a:cxnLst>
              <a:pathLst>
                <a:path w="16" h="34">
                  <a:moveTo>
                    <a:pt x="0" y="30"/>
                  </a:moveTo>
                  <a:lnTo>
                    <a:pt x="0" y="31"/>
                  </a:lnTo>
                  <a:lnTo>
                    <a:pt x="0" y="33"/>
                  </a:lnTo>
                  <a:lnTo>
                    <a:pt x="1" y="34"/>
                  </a:lnTo>
                  <a:lnTo>
                    <a:pt x="3" y="34"/>
                  </a:lnTo>
                  <a:lnTo>
                    <a:pt x="4" y="34"/>
                  </a:lnTo>
                  <a:lnTo>
                    <a:pt x="6" y="34"/>
                  </a:lnTo>
                  <a:lnTo>
                    <a:pt x="7" y="33"/>
                  </a:lnTo>
                  <a:lnTo>
                    <a:pt x="9" y="31"/>
                  </a:lnTo>
                  <a:lnTo>
                    <a:pt x="16" y="6"/>
                  </a:lnTo>
                  <a:lnTo>
                    <a:pt x="16" y="5"/>
                  </a:lnTo>
                  <a:lnTo>
                    <a:pt x="15" y="3"/>
                  </a:lnTo>
                  <a:lnTo>
                    <a:pt x="13" y="2"/>
                  </a:lnTo>
                  <a:lnTo>
                    <a:pt x="12" y="0"/>
                  </a:lnTo>
                  <a:lnTo>
                    <a:pt x="10" y="2"/>
                  </a:lnTo>
                  <a:lnTo>
                    <a:pt x="9" y="3"/>
                  </a:lnTo>
                  <a:lnTo>
                    <a:pt x="7" y="5"/>
                  </a:lnTo>
                  <a:lnTo>
                    <a:pt x="0" y="30"/>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grpSp>
      <p:sp>
        <p:nvSpPr>
          <p:cNvPr id="96292" name="Line 143"/>
          <p:cNvSpPr/>
          <p:nvPr/>
        </p:nvSpPr>
        <p:spPr>
          <a:xfrm>
            <a:off x="6948488" y="2997200"/>
            <a:ext cx="104775" cy="322263"/>
          </a:xfrm>
          <a:prstGeom prst="line">
            <a:avLst/>
          </a:prstGeom>
          <a:ln w="14288" cap="flat" cmpd="sng">
            <a:solidFill>
              <a:srgbClr val="0000FF"/>
            </a:solidFill>
            <a:prstDash val="solid"/>
            <a:headEnd type="none" w="med" len="med"/>
            <a:tailEnd type="none" w="med" len="med"/>
          </a:ln>
        </p:spPr>
      </p:sp>
      <p:sp>
        <p:nvSpPr>
          <p:cNvPr id="96293" name="Line 144"/>
          <p:cNvSpPr/>
          <p:nvPr/>
        </p:nvSpPr>
        <p:spPr>
          <a:xfrm>
            <a:off x="7019925" y="3284538"/>
            <a:ext cx="412750" cy="1587"/>
          </a:xfrm>
          <a:prstGeom prst="line">
            <a:avLst/>
          </a:prstGeom>
          <a:ln w="14288" cap="flat" cmpd="sng">
            <a:solidFill>
              <a:srgbClr val="0000FF"/>
            </a:solidFill>
            <a:prstDash val="solid"/>
            <a:headEnd type="none" w="med" len="med"/>
            <a:tailEnd type="none" w="med" len="med"/>
          </a:ln>
        </p:spPr>
      </p:sp>
      <p:sp>
        <p:nvSpPr>
          <p:cNvPr id="96294" name="Line 145"/>
          <p:cNvSpPr/>
          <p:nvPr/>
        </p:nvSpPr>
        <p:spPr>
          <a:xfrm flipV="1">
            <a:off x="7453313" y="2997200"/>
            <a:ext cx="104775" cy="322263"/>
          </a:xfrm>
          <a:prstGeom prst="line">
            <a:avLst/>
          </a:prstGeom>
          <a:ln w="14288" cap="flat" cmpd="sng">
            <a:solidFill>
              <a:srgbClr val="0000FF"/>
            </a:solidFill>
            <a:prstDash val="solid"/>
            <a:headEnd type="none" w="med" len="med"/>
            <a:tailEnd type="none" w="med" len="med"/>
          </a:ln>
        </p:spPr>
      </p:sp>
      <p:sp>
        <p:nvSpPr>
          <p:cNvPr id="96295" name="Line 146"/>
          <p:cNvSpPr/>
          <p:nvPr/>
        </p:nvSpPr>
        <p:spPr>
          <a:xfrm>
            <a:off x="7596188" y="2997200"/>
            <a:ext cx="1152525" cy="0"/>
          </a:xfrm>
          <a:prstGeom prst="line">
            <a:avLst/>
          </a:prstGeom>
          <a:ln w="14288" cap="flat" cmpd="sng">
            <a:solidFill>
              <a:srgbClr val="0000FF"/>
            </a:solidFill>
            <a:prstDash val="solid"/>
            <a:headEnd type="none" w="med" len="med"/>
            <a:tailEnd type="none" w="med" len="med"/>
          </a:ln>
        </p:spPr>
      </p:sp>
      <p:sp>
        <p:nvSpPr>
          <p:cNvPr id="96296" name="Rectangle 147"/>
          <p:cNvSpPr/>
          <p:nvPr/>
        </p:nvSpPr>
        <p:spPr>
          <a:xfrm>
            <a:off x="5343525" y="3381375"/>
            <a:ext cx="1555750" cy="325438"/>
          </a:xfrm>
          <a:prstGeom prst="rect">
            <a:avLst/>
          </a:prstGeom>
          <a:noFill/>
          <a:ln w="14351">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6297" name="Rectangle 148"/>
          <p:cNvSpPr/>
          <p:nvPr/>
        </p:nvSpPr>
        <p:spPr>
          <a:xfrm>
            <a:off x="5651500" y="3357563"/>
            <a:ext cx="10668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FF"/>
                </a:solidFill>
                <a:latin typeface="宋体" panose="02010600030101010101" pitchFamily="2" charset="-122"/>
              </a:rPr>
              <a:t>重新开始计数</a:t>
            </a:r>
            <a:endParaRPr lang="zh-CN" altLang="en-US" sz="1800" b="0" dirty="0">
              <a:solidFill>
                <a:srgbClr val="0000FF"/>
              </a:solidFill>
              <a:latin typeface="Arial" panose="020B0604020202020204" pitchFamily="34" charset="0"/>
            </a:endParaRPr>
          </a:p>
        </p:txBody>
      </p:sp>
      <p:grpSp>
        <p:nvGrpSpPr>
          <p:cNvPr id="96298" name="Group 149"/>
          <p:cNvGrpSpPr/>
          <p:nvPr/>
        </p:nvGrpSpPr>
        <p:grpSpPr>
          <a:xfrm>
            <a:off x="5364163" y="3284538"/>
            <a:ext cx="207962" cy="161925"/>
            <a:chOff x="3235" y="2129"/>
            <a:chExt cx="131" cy="102"/>
          </a:xfrm>
        </p:grpSpPr>
        <p:sp>
          <p:nvSpPr>
            <p:cNvPr id="96342" name="Line 150"/>
            <p:cNvSpPr/>
            <p:nvPr/>
          </p:nvSpPr>
          <p:spPr>
            <a:xfrm>
              <a:off x="3308" y="2185"/>
              <a:ext cx="58" cy="46"/>
            </a:xfrm>
            <a:prstGeom prst="line">
              <a:avLst/>
            </a:prstGeom>
            <a:ln w="14288" cap="flat" cmpd="sng">
              <a:solidFill>
                <a:srgbClr val="0000FF"/>
              </a:solidFill>
              <a:prstDash val="solid"/>
              <a:headEnd type="none" w="med" len="med"/>
              <a:tailEnd type="none" w="med" len="med"/>
            </a:ln>
          </p:spPr>
        </p:sp>
        <p:sp>
          <p:nvSpPr>
            <p:cNvPr id="96343" name="Freeform 151"/>
            <p:cNvSpPr/>
            <p:nvPr/>
          </p:nvSpPr>
          <p:spPr>
            <a:xfrm>
              <a:off x="3235" y="2129"/>
              <a:ext cx="97" cy="85"/>
            </a:xfrm>
            <a:custGeom>
              <a:avLst/>
              <a:gdLst/>
              <a:ahLst/>
              <a:cxnLst>
                <a:cxn ang="0">
                  <a:pos x="97" y="34"/>
                </a:cxn>
                <a:cxn ang="0">
                  <a:pos x="0" y="0"/>
                </a:cxn>
                <a:cxn ang="0">
                  <a:pos x="57" y="85"/>
                </a:cxn>
                <a:cxn ang="0">
                  <a:pos x="97" y="34"/>
                </a:cxn>
              </a:cxnLst>
              <a:pathLst>
                <a:path w="97" h="85">
                  <a:moveTo>
                    <a:pt x="97" y="34"/>
                  </a:moveTo>
                  <a:lnTo>
                    <a:pt x="0" y="0"/>
                  </a:lnTo>
                  <a:lnTo>
                    <a:pt x="57" y="85"/>
                  </a:lnTo>
                  <a:lnTo>
                    <a:pt x="97" y="34"/>
                  </a:lnTo>
                  <a:close/>
                </a:path>
              </a:pathLst>
            </a:custGeom>
            <a:solidFill>
              <a:srgbClr val="000000">
                <a:alpha val="100000"/>
              </a:srgbClr>
            </a:solidFill>
            <a:ln w="9525" cap="flat" cmpd="sng">
              <a:solidFill>
                <a:srgbClr val="0000FF">
                  <a:alpha val="100000"/>
                </a:srgbClr>
              </a:solidFill>
              <a:prstDash val="solid"/>
              <a:round/>
              <a:headEnd type="none" w="med" len="med"/>
              <a:tailEnd type="none" w="med" len="med"/>
            </a:ln>
          </p:spPr>
          <p:txBody>
            <a:bodyPr/>
            <a:p>
              <a:endParaRPr lang="zh-CN" altLang="en-US"/>
            </a:p>
          </p:txBody>
        </p:sp>
      </p:grpSp>
      <p:sp>
        <p:nvSpPr>
          <p:cNvPr id="96299" name="Rectangle 152"/>
          <p:cNvSpPr/>
          <p:nvPr/>
        </p:nvSpPr>
        <p:spPr>
          <a:xfrm>
            <a:off x="960438" y="871538"/>
            <a:ext cx="34607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CLK</a:t>
            </a:r>
            <a:endParaRPr lang="en-US" altLang="zh-CN" sz="1800" b="0" dirty="0">
              <a:solidFill>
                <a:schemeClr val="tx1"/>
              </a:solidFill>
              <a:latin typeface="Arial" panose="020B0604020202020204" pitchFamily="34" charset="0"/>
            </a:endParaRPr>
          </a:p>
        </p:txBody>
      </p:sp>
      <p:sp>
        <p:nvSpPr>
          <p:cNvPr id="96300" name="Rectangle 153"/>
          <p:cNvSpPr/>
          <p:nvPr/>
        </p:nvSpPr>
        <p:spPr>
          <a:xfrm>
            <a:off x="1004888" y="1177925"/>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96301" name="Rectangle 154"/>
          <p:cNvSpPr/>
          <p:nvPr/>
        </p:nvSpPr>
        <p:spPr>
          <a:xfrm>
            <a:off x="763588" y="1484313"/>
            <a:ext cx="484187"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GATE</a:t>
            </a:r>
            <a:endParaRPr lang="en-US" altLang="zh-CN" sz="1800" b="0" dirty="0">
              <a:solidFill>
                <a:schemeClr val="tx1"/>
              </a:solidFill>
              <a:latin typeface="Arial" panose="020B0604020202020204" pitchFamily="34" charset="0"/>
            </a:endParaRPr>
          </a:p>
        </p:txBody>
      </p:sp>
      <p:sp>
        <p:nvSpPr>
          <p:cNvPr id="96302" name="Rectangle 155"/>
          <p:cNvSpPr/>
          <p:nvPr/>
        </p:nvSpPr>
        <p:spPr>
          <a:xfrm>
            <a:off x="873125" y="1790700"/>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OUT</a:t>
            </a:r>
            <a:endParaRPr lang="en-US" altLang="zh-CN" sz="1800" b="0" dirty="0">
              <a:solidFill>
                <a:schemeClr val="tx1"/>
              </a:solidFill>
              <a:latin typeface="Arial" panose="020B0604020202020204" pitchFamily="34" charset="0"/>
            </a:endParaRPr>
          </a:p>
        </p:txBody>
      </p:sp>
      <p:sp>
        <p:nvSpPr>
          <p:cNvPr id="96303" name="Rectangle 157"/>
          <p:cNvSpPr/>
          <p:nvPr/>
        </p:nvSpPr>
        <p:spPr>
          <a:xfrm>
            <a:off x="831850" y="2928938"/>
            <a:ext cx="37465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FF"/>
                </a:solidFill>
                <a:latin typeface="Arial" panose="020B0604020202020204" pitchFamily="34" charset="0"/>
              </a:rPr>
              <a:t>OUT</a:t>
            </a:r>
            <a:endParaRPr lang="en-US" altLang="zh-CN" sz="1800" b="0" dirty="0">
              <a:solidFill>
                <a:srgbClr val="0000FF"/>
              </a:solidFill>
              <a:latin typeface="Arial" panose="020B0604020202020204" pitchFamily="34" charset="0"/>
            </a:endParaRPr>
          </a:p>
        </p:txBody>
      </p:sp>
      <p:sp>
        <p:nvSpPr>
          <p:cNvPr id="96304" name="Line 158"/>
          <p:cNvSpPr/>
          <p:nvPr/>
        </p:nvSpPr>
        <p:spPr>
          <a:xfrm>
            <a:off x="1030288" y="1157288"/>
            <a:ext cx="250825" cy="1587"/>
          </a:xfrm>
          <a:prstGeom prst="line">
            <a:avLst/>
          </a:prstGeom>
          <a:ln w="14288" cap="flat" cmpd="sng">
            <a:solidFill>
              <a:srgbClr val="000000"/>
            </a:solidFill>
            <a:prstDash val="solid"/>
            <a:headEnd type="none" w="med" len="med"/>
            <a:tailEnd type="none" w="med" len="med"/>
          </a:ln>
        </p:spPr>
      </p:sp>
      <p:sp>
        <p:nvSpPr>
          <p:cNvPr id="96305" name="Line 161"/>
          <p:cNvSpPr/>
          <p:nvPr/>
        </p:nvSpPr>
        <p:spPr>
          <a:xfrm>
            <a:off x="6953250" y="3043238"/>
            <a:ext cx="1588" cy="176212"/>
          </a:xfrm>
          <a:prstGeom prst="line">
            <a:avLst/>
          </a:prstGeom>
          <a:ln w="14288" cap="flat" cmpd="sng">
            <a:solidFill>
              <a:srgbClr val="0000FF"/>
            </a:solidFill>
            <a:prstDash val="solid"/>
            <a:headEnd type="none" w="med" len="med"/>
            <a:tailEnd type="none" w="med" len="med"/>
          </a:ln>
        </p:spPr>
      </p:sp>
      <p:sp>
        <p:nvSpPr>
          <p:cNvPr id="96306" name="Line 163"/>
          <p:cNvSpPr/>
          <p:nvPr/>
        </p:nvSpPr>
        <p:spPr>
          <a:xfrm flipV="1">
            <a:off x="1331913" y="2997200"/>
            <a:ext cx="5616575" cy="0"/>
          </a:xfrm>
          <a:prstGeom prst="line">
            <a:avLst/>
          </a:prstGeom>
          <a:ln w="9525" cap="flat" cmpd="sng">
            <a:solidFill>
              <a:srgbClr val="0000FF"/>
            </a:solidFill>
            <a:prstDash val="solid"/>
            <a:headEnd type="none" w="med" len="med"/>
            <a:tailEnd type="none" w="med" len="med"/>
          </a:ln>
        </p:spPr>
      </p:sp>
      <p:sp>
        <p:nvSpPr>
          <p:cNvPr id="96307" name="Line 164"/>
          <p:cNvSpPr/>
          <p:nvPr/>
        </p:nvSpPr>
        <p:spPr>
          <a:xfrm>
            <a:off x="5076825" y="549275"/>
            <a:ext cx="0" cy="2735263"/>
          </a:xfrm>
          <a:prstGeom prst="line">
            <a:avLst/>
          </a:prstGeom>
          <a:ln w="9525" cap="flat" cmpd="sng">
            <a:solidFill>
              <a:schemeClr val="tx1"/>
            </a:solidFill>
            <a:prstDash val="dash"/>
            <a:headEnd type="none" w="med" len="med"/>
            <a:tailEnd type="none" w="med" len="med"/>
          </a:ln>
        </p:spPr>
      </p:sp>
      <p:sp>
        <p:nvSpPr>
          <p:cNvPr id="96308" name="Line 165"/>
          <p:cNvSpPr/>
          <p:nvPr/>
        </p:nvSpPr>
        <p:spPr>
          <a:xfrm>
            <a:off x="3203575" y="620713"/>
            <a:ext cx="0" cy="2735262"/>
          </a:xfrm>
          <a:prstGeom prst="line">
            <a:avLst/>
          </a:prstGeom>
          <a:ln w="9525" cap="flat" cmpd="sng">
            <a:solidFill>
              <a:schemeClr val="tx1"/>
            </a:solidFill>
            <a:prstDash val="dash"/>
            <a:headEnd type="none" w="med" len="med"/>
            <a:tailEnd type="none" w="med" len="med"/>
          </a:ln>
        </p:spPr>
      </p:sp>
      <p:grpSp>
        <p:nvGrpSpPr>
          <p:cNvPr id="96309" name="Group 169"/>
          <p:cNvGrpSpPr/>
          <p:nvPr/>
        </p:nvGrpSpPr>
        <p:grpSpPr>
          <a:xfrm>
            <a:off x="1762125" y="2400300"/>
            <a:ext cx="827088" cy="323850"/>
            <a:chOff x="1086" y="692"/>
            <a:chExt cx="521" cy="204"/>
          </a:xfrm>
        </p:grpSpPr>
        <p:sp>
          <p:nvSpPr>
            <p:cNvPr id="96338" name="Line 170"/>
            <p:cNvSpPr/>
            <p:nvPr/>
          </p:nvSpPr>
          <p:spPr>
            <a:xfrm>
              <a:off x="1151" y="895"/>
              <a:ext cx="261" cy="1"/>
            </a:xfrm>
            <a:prstGeom prst="line">
              <a:avLst/>
            </a:prstGeom>
            <a:ln w="14288" cap="flat" cmpd="sng">
              <a:solidFill>
                <a:srgbClr val="000000"/>
              </a:solidFill>
              <a:prstDash val="solid"/>
              <a:headEnd type="none" w="med" len="med"/>
              <a:tailEnd type="none" w="med" len="med"/>
            </a:ln>
          </p:spPr>
        </p:sp>
        <p:sp>
          <p:nvSpPr>
            <p:cNvPr id="96339" name="Line 171"/>
            <p:cNvSpPr/>
            <p:nvPr/>
          </p:nvSpPr>
          <p:spPr>
            <a:xfrm flipH="1" flipV="1">
              <a:off x="1086" y="692"/>
              <a:ext cx="65" cy="203"/>
            </a:xfrm>
            <a:prstGeom prst="line">
              <a:avLst/>
            </a:prstGeom>
            <a:ln w="14288" cap="flat" cmpd="sng">
              <a:solidFill>
                <a:srgbClr val="000000"/>
              </a:solidFill>
              <a:prstDash val="solid"/>
              <a:headEnd type="none" w="med" len="med"/>
              <a:tailEnd type="none" w="med" len="med"/>
            </a:ln>
          </p:spPr>
        </p:sp>
        <p:sp>
          <p:nvSpPr>
            <p:cNvPr id="96340" name="Line 172"/>
            <p:cNvSpPr/>
            <p:nvPr/>
          </p:nvSpPr>
          <p:spPr>
            <a:xfrm flipV="1">
              <a:off x="1412" y="692"/>
              <a:ext cx="65" cy="203"/>
            </a:xfrm>
            <a:prstGeom prst="line">
              <a:avLst/>
            </a:prstGeom>
            <a:ln w="14288" cap="flat" cmpd="sng">
              <a:solidFill>
                <a:srgbClr val="000000"/>
              </a:solidFill>
              <a:prstDash val="solid"/>
              <a:headEnd type="none" w="med" len="med"/>
              <a:tailEnd type="none" w="med" len="med"/>
            </a:ln>
          </p:spPr>
        </p:sp>
        <p:sp>
          <p:nvSpPr>
            <p:cNvPr id="96341" name="Line 173"/>
            <p:cNvSpPr/>
            <p:nvPr/>
          </p:nvSpPr>
          <p:spPr>
            <a:xfrm>
              <a:off x="1477" y="692"/>
              <a:ext cx="130" cy="1"/>
            </a:xfrm>
            <a:prstGeom prst="line">
              <a:avLst/>
            </a:prstGeom>
            <a:ln w="14288" cap="flat" cmpd="sng">
              <a:solidFill>
                <a:srgbClr val="000000"/>
              </a:solidFill>
              <a:prstDash val="solid"/>
              <a:headEnd type="none" w="med" len="med"/>
              <a:tailEnd type="none" w="med" len="med"/>
            </a:ln>
          </p:spPr>
        </p:sp>
      </p:grpSp>
      <p:grpSp>
        <p:nvGrpSpPr>
          <p:cNvPr id="96310" name="Group 174"/>
          <p:cNvGrpSpPr/>
          <p:nvPr/>
        </p:nvGrpSpPr>
        <p:grpSpPr>
          <a:xfrm>
            <a:off x="2589213" y="2400300"/>
            <a:ext cx="827087" cy="323850"/>
            <a:chOff x="1607" y="692"/>
            <a:chExt cx="521" cy="204"/>
          </a:xfrm>
        </p:grpSpPr>
        <p:sp>
          <p:nvSpPr>
            <p:cNvPr id="96334" name="Line 175"/>
            <p:cNvSpPr/>
            <p:nvPr/>
          </p:nvSpPr>
          <p:spPr>
            <a:xfrm>
              <a:off x="1672" y="895"/>
              <a:ext cx="261" cy="1"/>
            </a:xfrm>
            <a:prstGeom prst="line">
              <a:avLst/>
            </a:prstGeom>
            <a:ln w="14288" cap="flat" cmpd="sng">
              <a:solidFill>
                <a:srgbClr val="000000"/>
              </a:solidFill>
              <a:prstDash val="solid"/>
              <a:headEnd type="none" w="med" len="med"/>
              <a:tailEnd type="none" w="med" len="med"/>
            </a:ln>
          </p:spPr>
        </p:sp>
        <p:sp>
          <p:nvSpPr>
            <p:cNvPr id="96335" name="Line 176"/>
            <p:cNvSpPr/>
            <p:nvPr/>
          </p:nvSpPr>
          <p:spPr>
            <a:xfrm flipH="1" flipV="1">
              <a:off x="1607" y="692"/>
              <a:ext cx="65" cy="203"/>
            </a:xfrm>
            <a:prstGeom prst="line">
              <a:avLst/>
            </a:prstGeom>
            <a:ln w="14288" cap="flat" cmpd="sng">
              <a:solidFill>
                <a:srgbClr val="000000"/>
              </a:solidFill>
              <a:prstDash val="solid"/>
              <a:headEnd type="none" w="med" len="med"/>
              <a:tailEnd type="none" w="med" len="med"/>
            </a:ln>
          </p:spPr>
        </p:sp>
        <p:sp>
          <p:nvSpPr>
            <p:cNvPr id="96336" name="Line 177"/>
            <p:cNvSpPr/>
            <p:nvPr/>
          </p:nvSpPr>
          <p:spPr>
            <a:xfrm flipV="1">
              <a:off x="1933" y="692"/>
              <a:ext cx="65" cy="203"/>
            </a:xfrm>
            <a:prstGeom prst="line">
              <a:avLst/>
            </a:prstGeom>
            <a:ln w="14288" cap="flat" cmpd="sng">
              <a:solidFill>
                <a:srgbClr val="000000"/>
              </a:solidFill>
              <a:prstDash val="solid"/>
              <a:headEnd type="none" w="med" len="med"/>
              <a:tailEnd type="none" w="med" len="med"/>
            </a:ln>
          </p:spPr>
        </p:sp>
        <p:sp>
          <p:nvSpPr>
            <p:cNvPr id="96337" name="Line 178"/>
            <p:cNvSpPr/>
            <p:nvPr/>
          </p:nvSpPr>
          <p:spPr>
            <a:xfrm>
              <a:off x="1998" y="692"/>
              <a:ext cx="130" cy="1"/>
            </a:xfrm>
            <a:prstGeom prst="line">
              <a:avLst/>
            </a:prstGeom>
            <a:ln w="14288" cap="flat" cmpd="sng">
              <a:solidFill>
                <a:srgbClr val="000000"/>
              </a:solidFill>
              <a:prstDash val="solid"/>
              <a:headEnd type="none" w="med" len="med"/>
              <a:tailEnd type="none" w="med" len="med"/>
            </a:ln>
          </p:spPr>
        </p:sp>
      </p:grpSp>
      <p:sp>
        <p:nvSpPr>
          <p:cNvPr id="96311" name="Line 179"/>
          <p:cNvSpPr/>
          <p:nvPr/>
        </p:nvSpPr>
        <p:spPr>
          <a:xfrm flipH="1">
            <a:off x="1347788" y="2400300"/>
            <a:ext cx="414337" cy="1588"/>
          </a:xfrm>
          <a:prstGeom prst="line">
            <a:avLst/>
          </a:prstGeom>
          <a:ln w="14288" cap="flat" cmpd="sng">
            <a:solidFill>
              <a:srgbClr val="000000"/>
            </a:solidFill>
            <a:prstDash val="solid"/>
            <a:headEnd type="none" w="med" len="med"/>
            <a:tailEnd type="none" w="med" len="med"/>
          </a:ln>
        </p:spPr>
      </p:sp>
      <p:sp>
        <p:nvSpPr>
          <p:cNvPr id="96312" name="Rectangle 181"/>
          <p:cNvSpPr/>
          <p:nvPr/>
        </p:nvSpPr>
        <p:spPr>
          <a:xfrm>
            <a:off x="1874838" y="2349500"/>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CW</a:t>
            </a:r>
            <a:endParaRPr lang="en-US" altLang="zh-CN" sz="1800" b="0" dirty="0">
              <a:solidFill>
                <a:schemeClr val="tx1"/>
              </a:solidFill>
              <a:latin typeface="Arial" panose="020B0604020202020204" pitchFamily="34" charset="0"/>
            </a:endParaRPr>
          </a:p>
        </p:txBody>
      </p:sp>
      <p:sp>
        <p:nvSpPr>
          <p:cNvPr id="96313" name="Rectangle 182"/>
          <p:cNvSpPr/>
          <p:nvPr/>
        </p:nvSpPr>
        <p:spPr>
          <a:xfrm>
            <a:off x="2701925" y="2349500"/>
            <a:ext cx="3302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N=3</a:t>
            </a:r>
            <a:endParaRPr lang="en-US" altLang="zh-CN" sz="1800" b="0" dirty="0">
              <a:solidFill>
                <a:schemeClr val="tx1"/>
              </a:solidFill>
              <a:latin typeface="Arial" panose="020B0604020202020204" pitchFamily="34" charset="0"/>
            </a:endParaRPr>
          </a:p>
        </p:txBody>
      </p:sp>
      <p:sp>
        <p:nvSpPr>
          <p:cNvPr id="96314" name="Rectangle 184"/>
          <p:cNvSpPr/>
          <p:nvPr/>
        </p:nvSpPr>
        <p:spPr>
          <a:xfrm>
            <a:off x="1042988" y="2479675"/>
            <a:ext cx="296862"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WR</a:t>
            </a:r>
            <a:endParaRPr lang="en-US" altLang="zh-CN" sz="1800" b="0" dirty="0">
              <a:solidFill>
                <a:schemeClr val="tx1"/>
              </a:solidFill>
              <a:latin typeface="Arial" panose="020B0604020202020204" pitchFamily="34" charset="0"/>
            </a:endParaRPr>
          </a:p>
        </p:txBody>
      </p:sp>
      <p:sp>
        <p:nvSpPr>
          <p:cNvPr id="96315" name="Line 185"/>
          <p:cNvSpPr/>
          <p:nvPr/>
        </p:nvSpPr>
        <p:spPr>
          <a:xfrm>
            <a:off x="1068388" y="2459038"/>
            <a:ext cx="250825" cy="1587"/>
          </a:xfrm>
          <a:prstGeom prst="line">
            <a:avLst/>
          </a:prstGeom>
          <a:ln w="14288" cap="flat" cmpd="sng">
            <a:solidFill>
              <a:srgbClr val="000000"/>
            </a:solidFill>
            <a:prstDash val="solid"/>
            <a:headEnd type="none" w="med" len="med"/>
            <a:tailEnd type="none" w="med" len="med"/>
          </a:ln>
        </p:spPr>
      </p:sp>
      <p:sp>
        <p:nvSpPr>
          <p:cNvPr id="96316" name="Line 186"/>
          <p:cNvSpPr/>
          <p:nvPr/>
        </p:nvSpPr>
        <p:spPr>
          <a:xfrm>
            <a:off x="3419475" y="2420938"/>
            <a:ext cx="431800" cy="0"/>
          </a:xfrm>
          <a:prstGeom prst="line">
            <a:avLst/>
          </a:prstGeom>
          <a:ln w="9525" cap="flat" cmpd="sng">
            <a:solidFill>
              <a:schemeClr val="tx1"/>
            </a:solidFill>
            <a:prstDash val="solid"/>
            <a:headEnd type="none" w="med" len="med"/>
            <a:tailEnd type="none" w="med" len="med"/>
          </a:ln>
        </p:spPr>
      </p:sp>
      <p:sp>
        <p:nvSpPr>
          <p:cNvPr id="96317" name="Rectangle 192"/>
          <p:cNvSpPr/>
          <p:nvPr/>
        </p:nvSpPr>
        <p:spPr>
          <a:xfrm>
            <a:off x="4140200" y="2349500"/>
            <a:ext cx="3302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00"/>
                </a:solidFill>
                <a:latin typeface="Arial" panose="020B0604020202020204" pitchFamily="34" charset="0"/>
              </a:rPr>
              <a:t>N=2</a:t>
            </a:r>
            <a:endParaRPr lang="en-US" altLang="zh-CN" sz="1800" b="0" dirty="0">
              <a:solidFill>
                <a:schemeClr val="tx1"/>
              </a:solidFill>
              <a:latin typeface="Arial" panose="020B0604020202020204" pitchFamily="34" charset="0"/>
            </a:endParaRPr>
          </a:p>
        </p:txBody>
      </p:sp>
      <p:sp>
        <p:nvSpPr>
          <p:cNvPr id="96318" name="Line 193"/>
          <p:cNvSpPr/>
          <p:nvPr/>
        </p:nvSpPr>
        <p:spPr>
          <a:xfrm>
            <a:off x="5013325" y="2416175"/>
            <a:ext cx="3303588" cy="4763"/>
          </a:xfrm>
          <a:prstGeom prst="line">
            <a:avLst/>
          </a:prstGeom>
          <a:ln w="19050" cap="flat" cmpd="sng">
            <a:solidFill>
              <a:schemeClr val="tx1"/>
            </a:solidFill>
            <a:prstDash val="solid"/>
            <a:headEnd type="none" w="med" len="med"/>
            <a:tailEnd type="none" w="med" len="med"/>
          </a:ln>
        </p:spPr>
      </p:sp>
      <p:sp>
        <p:nvSpPr>
          <p:cNvPr id="96319" name="Rectangle 194"/>
          <p:cNvSpPr/>
          <p:nvPr/>
        </p:nvSpPr>
        <p:spPr>
          <a:xfrm>
            <a:off x="3924300" y="3429000"/>
            <a:ext cx="711200"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1400" b="0" dirty="0">
                <a:solidFill>
                  <a:srgbClr val="0000FF"/>
                </a:solidFill>
                <a:latin typeface="宋体" panose="02010600030101010101" pitchFamily="2" charset="-122"/>
              </a:rPr>
              <a:t>停止计数</a:t>
            </a:r>
            <a:endParaRPr lang="zh-CN" altLang="en-US" sz="1800" b="0" dirty="0">
              <a:solidFill>
                <a:srgbClr val="0000FF"/>
              </a:solidFill>
              <a:latin typeface="Arial" panose="020B0604020202020204" pitchFamily="34" charset="0"/>
            </a:endParaRPr>
          </a:p>
        </p:txBody>
      </p:sp>
      <p:sp>
        <p:nvSpPr>
          <p:cNvPr id="96320" name="Line 195"/>
          <p:cNvSpPr/>
          <p:nvPr/>
        </p:nvSpPr>
        <p:spPr>
          <a:xfrm flipH="1" flipV="1">
            <a:off x="3924300" y="3141663"/>
            <a:ext cx="287338" cy="287337"/>
          </a:xfrm>
          <a:prstGeom prst="line">
            <a:avLst/>
          </a:prstGeom>
          <a:ln w="9525" cap="flat" cmpd="sng">
            <a:solidFill>
              <a:schemeClr val="tx1"/>
            </a:solidFill>
            <a:prstDash val="solid"/>
            <a:headEnd type="none" w="med" len="med"/>
            <a:tailEnd type="triangle" w="med" len="med"/>
          </a:ln>
        </p:spPr>
      </p:sp>
      <p:sp>
        <p:nvSpPr>
          <p:cNvPr id="96321" name="Line 196"/>
          <p:cNvSpPr/>
          <p:nvPr/>
        </p:nvSpPr>
        <p:spPr>
          <a:xfrm>
            <a:off x="3851275" y="2420938"/>
            <a:ext cx="144463" cy="287337"/>
          </a:xfrm>
          <a:prstGeom prst="line">
            <a:avLst/>
          </a:prstGeom>
          <a:ln w="9525" cap="flat" cmpd="sng">
            <a:solidFill>
              <a:schemeClr val="tx1"/>
            </a:solidFill>
            <a:prstDash val="solid"/>
            <a:headEnd type="none" w="med" len="med"/>
            <a:tailEnd type="none" w="med" len="med"/>
          </a:ln>
        </p:spPr>
      </p:sp>
      <p:sp>
        <p:nvSpPr>
          <p:cNvPr id="96322" name="Line 197"/>
          <p:cNvSpPr/>
          <p:nvPr/>
        </p:nvSpPr>
        <p:spPr>
          <a:xfrm>
            <a:off x="3995738" y="2708275"/>
            <a:ext cx="863600" cy="0"/>
          </a:xfrm>
          <a:prstGeom prst="line">
            <a:avLst/>
          </a:prstGeom>
          <a:ln w="9525" cap="flat" cmpd="sng">
            <a:solidFill>
              <a:schemeClr val="tx1"/>
            </a:solidFill>
            <a:prstDash val="solid"/>
            <a:headEnd type="none" w="med" len="med"/>
            <a:tailEnd type="none" w="med" len="med"/>
          </a:ln>
        </p:spPr>
      </p:sp>
      <p:sp>
        <p:nvSpPr>
          <p:cNvPr id="96323" name="Line 198"/>
          <p:cNvSpPr/>
          <p:nvPr/>
        </p:nvSpPr>
        <p:spPr>
          <a:xfrm flipV="1">
            <a:off x="4873625" y="2420938"/>
            <a:ext cx="142875" cy="287337"/>
          </a:xfrm>
          <a:prstGeom prst="line">
            <a:avLst/>
          </a:prstGeom>
          <a:ln w="9525" cap="flat" cmpd="sng">
            <a:solidFill>
              <a:schemeClr val="tx1"/>
            </a:solidFill>
            <a:prstDash val="solid"/>
            <a:headEnd type="none" w="med" len="med"/>
            <a:tailEnd type="none" w="med" len="med"/>
          </a:ln>
        </p:spPr>
      </p:sp>
      <p:sp>
        <p:nvSpPr>
          <p:cNvPr id="96324" name="Line 199"/>
          <p:cNvSpPr/>
          <p:nvPr/>
        </p:nvSpPr>
        <p:spPr>
          <a:xfrm>
            <a:off x="7523163" y="2997200"/>
            <a:ext cx="1587" cy="176213"/>
          </a:xfrm>
          <a:prstGeom prst="line">
            <a:avLst/>
          </a:prstGeom>
          <a:ln w="14288" cap="flat" cmpd="sng">
            <a:solidFill>
              <a:srgbClr val="0000FF"/>
            </a:solidFill>
            <a:prstDash val="solid"/>
            <a:headEnd type="none" w="med" len="med"/>
            <a:tailEnd type="none" w="med" len="med"/>
          </a:ln>
        </p:spPr>
      </p:sp>
      <p:sp>
        <p:nvSpPr>
          <p:cNvPr id="96325" name="Line 201"/>
          <p:cNvSpPr/>
          <p:nvPr/>
        </p:nvSpPr>
        <p:spPr>
          <a:xfrm>
            <a:off x="5724525" y="549275"/>
            <a:ext cx="0" cy="2735263"/>
          </a:xfrm>
          <a:prstGeom prst="line">
            <a:avLst/>
          </a:prstGeom>
          <a:ln w="9525" cap="flat" cmpd="sng">
            <a:solidFill>
              <a:schemeClr val="tx1"/>
            </a:solidFill>
            <a:prstDash val="dash"/>
            <a:headEnd type="none" w="med" len="med"/>
            <a:tailEnd type="none" w="med" len="med"/>
          </a:ln>
        </p:spPr>
      </p:sp>
      <p:sp>
        <p:nvSpPr>
          <p:cNvPr id="96326" name="Line 202"/>
          <p:cNvSpPr/>
          <p:nvPr/>
        </p:nvSpPr>
        <p:spPr>
          <a:xfrm>
            <a:off x="6372225" y="549275"/>
            <a:ext cx="0" cy="2735263"/>
          </a:xfrm>
          <a:prstGeom prst="line">
            <a:avLst/>
          </a:prstGeom>
          <a:ln w="9525" cap="flat" cmpd="sng">
            <a:solidFill>
              <a:schemeClr val="tx1"/>
            </a:solidFill>
            <a:prstDash val="dash"/>
            <a:headEnd type="none" w="med" len="med"/>
            <a:tailEnd type="none" w="med" len="med"/>
          </a:ln>
        </p:spPr>
      </p:sp>
      <p:sp>
        <p:nvSpPr>
          <p:cNvPr id="96327" name="Line 203"/>
          <p:cNvSpPr/>
          <p:nvPr/>
        </p:nvSpPr>
        <p:spPr>
          <a:xfrm>
            <a:off x="6948488" y="620713"/>
            <a:ext cx="0" cy="2735262"/>
          </a:xfrm>
          <a:prstGeom prst="line">
            <a:avLst/>
          </a:prstGeom>
          <a:ln w="9525" cap="flat" cmpd="sng">
            <a:solidFill>
              <a:schemeClr val="tx1"/>
            </a:solidFill>
            <a:prstDash val="dash"/>
            <a:headEnd type="none" w="med" len="med"/>
            <a:tailEnd type="none" w="med" len="med"/>
          </a:ln>
        </p:spPr>
      </p:sp>
      <p:sp>
        <p:nvSpPr>
          <p:cNvPr id="96328" name="Line 204"/>
          <p:cNvSpPr/>
          <p:nvPr/>
        </p:nvSpPr>
        <p:spPr>
          <a:xfrm>
            <a:off x="7524750" y="620713"/>
            <a:ext cx="0" cy="2735262"/>
          </a:xfrm>
          <a:prstGeom prst="line">
            <a:avLst/>
          </a:prstGeom>
          <a:ln w="9525" cap="flat" cmpd="sng">
            <a:solidFill>
              <a:schemeClr val="tx1"/>
            </a:solidFill>
            <a:prstDash val="dash"/>
            <a:headEnd type="none" w="med" len="med"/>
            <a:tailEnd type="none" w="med" len="med"/>
          </a:ln>
        </p:spPr>
      </p:sp>
      <p:sp>
        <p:nvSpPr>
          <p:cNvPr id="96329" name="Line 205"/>
          <p:cNvSpPr/>
          <p:nvPr/>
        </p:nvSpPr>
        <p:spPr>
          <a:xfrm flipV="1">
            <a:off x="4787900" y="620713"/>
            <a:ext cx="215900" cy="1800225"/>
          </a:xfrm>
          <a:prstGeom prst="line">
            <a:avLst/>
          </a:prstGeom>
          <a:ln w="9525" cap="flat" cmpd="sng">
            <a:solidFill>
              <a:srgbClr val="0000FF"/>
            </a:solidFill>
            <a:prstDash val="solid"/>
            <a:headEnd type="none" w="med" len="med"/>
            <a:tailEnd type="triangle" w="med" len="med"/>
          </a:ln>
        </p:spPr>
      </p:sp>
      <p:sp>
        <p:nvSpPr>
          <p:cNvPr id="96330" name="Arc 207"/>
          <p:cNvSpPr/>
          <p:nvPr/>
        </p:nvSpPr>
        <p:spPr>
          <a:xfrm>
            <a:off x="5083175" y="838200"/>
            <a:ext cx="352425" cy="2016125"/>
          </a:xfrm>
          <a:custGeom>
            <a:avLst/>
            <a:gdLst/>
            <a:ahLst/>
            <a:cxnLst>
              <a:cxn ang="0">
                <a:pos x="0" y="2147483646"/>
              </a:cxn>
              <a:cxn ang="0">
                <a:pos x="2147483646" y="0"/>
              </a:cxn>
              <a:cxn ang="0">
                <a:pos x="2147483646" y="2147483646"/>
              </a:cxn>
              <a:cxn ang="0">
                <a:pos x="0" y="2147483646"/>
              </a:cxn>
              <a:cxn ang="0">
                <a:pos x="2147483646" y="0"/>
              </a:cxn>
              <a:cxn ang="0">
                <a:pos x="2147483646" y="2147483646"/>
              </a:cxn>
              <a:cxn ang="0">
                <a:pos x="2147483646" y="2147483646"/>
              </a:cxn>
              <a:cxn ang="0">
                <a:pos x="0" y="2147483646"/>
              </a:cxn>
            </a:cxnLst>
            <a:pathLst>
              <a:path w="26509" h="21600" fill="none">
                <a:moveTo>
                  <a:pt x="0" y="565"/>
                </a:moveTo>
                <a:cubicBezTo>
                  <a:pt x="1609" y="189"/>
                  <a:pt x="3256" y="-1"/>
                  <a:pt x="4909" y="0"/>
                </a:cubicBezTo>
                <a:cubicBezTo>
                  <a:pt x="16838" y="0"/>
                  <a:pt x="26509" y="9670"/>
                  <a:pt x="26509" y="21600"/>
                </a:cubicBezTo>
              </a:path>
              <a:path w="26509" h="21600" stroke="0">
                <a:moveTo>
                  <a:pt x="0" y="565"/>
                </a:moveTo>
                <a:cubicBezTo>
                  <a:pt x="1609" y="189"/>
                  <a:pt x="3256" y="-1"/>
                  <a:pt x="4909" y="0"/>
                </a:cubicBezTo>
                <a:cubicBezTo>
                  <a:pt x="16838" y="0"/>
                  <a:pt x="26509" y="9670"/>
                  <a:pt x="26509" y="21600"/>
                </a:cubicBezTo>
                <a:lnTo>
                  <a:pt x="4909" y="21600"/>
                </a:lnTo>
                <a:lnTo>
                  <a:pt x="0" y="565"/>
                </a:lnTo>
                <a:close/>
              </a:path>
            </a:pathLst>
          </a:custGeom>
          <a:noFill/>
          <a:ln w="9525" cap="flat" cmpd="sng">
            <a:solidFill>
              <a:srgbClr val="FF00FF">
                <a:alpha val="100000"/>
              </a:srgbClr>
            </a:solidFill>
            <a:prstDash val="solid"/>
            <a:round/>
            <a:headEnd type="none" w="med" len="med"/>
            <a:tailEnd type="triangle" w="med" len="med"/>
          </a:ln>
        </p:spPr>
        <p:txBody>
          <a:bodyPr/>
          <a:p>
            <a:endParaRPr lang="zh-CN" altLang="en-US"/>
          </a:p>
        </p:txBody>
      </p:sp>
      <p:sp>
        <p:nvSpPr>
          <p:cNvPr id="96331" name="Rectangle 208"/>
          <p:cNvSpPr/>
          <p:nvPr/>
        </p:nvSpPr>
        <p:spPr>
          <a:xfrm>
            <a:off x="395288" y="2276475"/>
            <a:ext cx="8424862" cy="1512888"/>
          </a:xfrm>
          <a:prstGeom prst="rect">
            <a:avLst/>
          </a:prstGeom>
          <a:noFill/>
          <a:ln w="9525" cap="flat" cmpd="sng">
            <a:solidFill>
              <a:srgbClr val="FF00FF"/>
            </a:solidFill>
            <a:prstDash val="dash"/>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96332" name="Line 165"/>
          <p:cNvSpPr/>
          <p:nvPr/>
        </p:nvSpPr>
        <p:spPr>
          <a:xfrm>
            <a:off x="3816350" y="620713"/>
            <a:ext cx="0" cy="2735262"/>
          </a:xfrm>
          <a:prstGeom prst="line">
            <a:avLst/>
          </a:prstGeom>
          <a:ln w="9525" cap="flat" cmpd="sng">
            <a:solidFill>
              <a:schemeClr val="tx1"/>
            </a:solidFill>
            <a:prstDash val="dash"/>
            <a:headEnd type="none" w="med" len="med"/>
            <a:tailEnd type="none" w="med" len="med"/>
          </a:ln>
        </p:spPr>
      </p:sp>
      <p:sp>
        <p:nvSpPr>
          <p:cNvPr id="96333" name="Rectangle 120"/>
          <p:cNvSpPr/>
          <p:nvPr/>
        </p:nvSpPr>
        <p:spPr>
          <a:xfrm>
            <a:off x="5292725" y="3068638"/>
            <a:ext cx="98425" cy="2127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1400" b="0" dirty="0">
                <a:solidFill>
                  <a:srgbClr val="0000FF"/>
                </a:solidFill>
                <a:latin typeface="Arial" panose="020B0604020202020204" pitchFamily="34" charset="0"/>
              </a:rPr>
              <a:t>3</a:t>
            </a:r>
            <a:endParaRPr lang="en-US" altLang="zh-CN" sz="1800" b="0" dirty="0">
              <a:solidFill>
                <a:srgbClr val="0000FF"/>
              </a:solidFill>
              <a:latin typeface="Arial" panose="020B0604020202020204" pitchFamily="34" charset="0"/>
            </a:endParaRPr>
          </a:p>
        </p:txBody>
      </p:sp>
    </p:spTree>
  </p:cSld>
  <p:clrMapOvr>
    <a:masterClrMapping/>
  </p:clrMapOvr>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97282" name="Text Box 2"/>
          <p:cNvSpPr txBox="1"/>
          <p:nvPr/>
        </p:nvSpPr>
        <p:spPr>
          <a:xfrm>
            <a:off x="395288" y="260350"/>
            <a:ext cx="8424862" cy="6157913"/>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eaLnBrk="1" hangingPunct="1">
              <a:lnSpc>
                <a:spcPct val="120000"/>
              </a:lnSpc>
              <a:spcBef>
                <a:spcPct val="0"/>
              </a:spcBef>
              <a:spcAft>
                <a:spcPct val="0"/>
              </a:spcAft>
              <a:buClr>
                <a:srgbClr val="CCECFF"/>
              </a:buClr>
              <a:buSzPct val="70000"/>
              <a:buNone/>
            </a:pPr>
            <a:r>
              <a:rPr lang="zh-CN" altLang="en-US" b="0" dirty="0">
                <a:solidFill>
                  <a:schemeClr val="tx1"/>
                </a:solidFill>
                <a:latin typeface="宋体" panose="02010600030101010101" pitchFamily="2" charset="-122"/>
              </a:rPr>
              <a:t>例：设</a:t>
            </a:r>
            <a:r>
              <a:rPr lang="en-US" altLang="zh-CN" b="0" dirty="0">
                <a:solidFill>
                  <a:schemeClr val="tx1"/>
                </a:solidFill>
                <a:latin typeface="宋体" panose="02010600030101010101" pitchFamily="2" charset="-122"/>
              </a:rPr>
              <a:t>8253</a:t>
            </a:r>
            <a:r>
              <a:rPr lang="zh-CN" altLang="en-US" b="0" dirty="0">
                <a:solidFill>
                  <a:schemeClr val="tx1"/>
                </a:solidFill>
                <a:latin typeface="宋体" panose="02010600030101010101" pitchFamily="2" charset="-122"/>
              </a:rPr>
              <a:t>计数器</a:t>
            </a:r>
            <a:r>
              <a:rPr lang="en-US" altLang="zh-CN" b="0" dirty="0">
                <a:solidFill>
                  <a:schemeClr val="tx1"/>
                </a:solidFill>
                <a:latin typeface="宋体" panose="02010600030101010101" pitchFamily="2" charset="-122"/>
              </a:rPr>
              <a:t>1</a:t>
            </a:r>
            <a:r>
              <a:rPr lang="zh-CN" altLang="en-US" b="0" dirty="0">
                <a:solidFill>
                  <a:schemeClr val="tx1"/>
                </a:solidFill>
                <a:latin typeface="宋体" panose="02010600030101010101" pitchFamily="2" charset="-122"/>
              </a:rPr>
              <a:t>工作于方式</a:t>
            </a:r>
            <a:r>
              <a:rPr lang="en-US" altLang="zh-CN" b="0" dirty="0">
                <a:solidFill>
                  <a:schemeClr val="tx1"/>
                </a:solidFill>
                <a:latin typeface="宋体" panose="02010600030101010101" pitchFamily="2" charset="-122"/>
              </a:rPr>
              <a:t>4</a:t>
            </a:r>
            <a:r>
              <a:rPr lang="zh-CN" altLang="en-US" b="0" dirty="0">
                <a:solidFill>
                  <a:schemeClr val="tx1"/>
                </a:solidFill>
                <a:latin typeface="宋体" panose="02010600030101010101" pitchFamily="2" charset="-122"/>
              </a:rPr>
              <a:t>，按二进制计数，计数初值为</a:t>
            </a:r>
            <a:r>
              <a:rPr lang="en-US" altLang="zh-CN" b="0" dirty="0">
                <a:solidFill>
                  <a:schemeClr val="tx1"/>
                </a:solidFill>
                <a:latin typeface="宋体" panose="02010600030101010101" pitchFamily="2" charset="-122"/>
              </a:rPr>
              <a:t>3</a:t>
            </a:r>
            <a:r>
              <a:rPr lang="zh-CN" altLang="en-US" b="0" dirty="0">
                <a:solidFill>
                  <a:schemeClr val="tx1"/>
                </a:solidFill>
                <a:latin typeface="宋体" panose="02010600030101010101" pitchFamily="2" charset="-122"/>
              </a:rPr>
              <a:t>，则初始化程序为：</a:t>
            </a:r>
            <a:endParaRPr lang="zh-CN" altLang="en-US" b="0" dirty="0">
              <a:solidFill>
                <a:schemeClr val="tx1"/>
              </a:solidFill>
              <a:latin typeface="宋体" panose="02010600030101010101" pitchFamily="2" charset="-122"/>
            </a:endParaRPr>
          </a:p>
          <a:p>
            <a:pPr marL="0" lvl="0" indent="0" algn="just" eaLnBrk="1" hangingPunct="1">
              <a:lnSpc>
                <a:spcPct val="120000"/>
              </a:lnSpc>
              <a:spcBef>
                <a:spcPct val="0"/>
              </a:spcBef>
              <a:spcAft>
                <a:spcPct val="0"/>
              </a:spcAft>
              <a:buClr>
                <a:srgbClr val="CCECFF"/>
              </a:buClr>
              <a:buSzPct val="70000"/>
              <a:buNone/>
            </a:pPr>
            <a:r>
              <a:rPr lang="en-US" altLang="zh-CN" b="0" dirty="0">
                <a:solidFill>
                  <a:schemeClr val="tx1"/>
                </a:solidFill>
                <a:latin typeface="宋体" panose="02010600030101010101" pitchFamily="2" charset="-122"/>
              </a:rPr>
              <a:t>MOV	AL</a:t>
            </a:r>
            <a:r>
              <a:rPr lang="zh-CN" altLang="en-US" b="0" dirty="0">
                <a:solidFill>
                  <a:schemeClr val="tx1"/>
                </a:solidFill>
                <a:latin typeface="宋体" panose="02010600030101010101" pitchFamily="2" charset="-122"/>
              </a:rPr>
              <a:t>，</a:t>
            </a:r>
            <a:r>
              <a:rPr lang="en-US" altLang="zh-CN" b="0" dirty="0">
                <a:solidFill>
                  <a:schemeClr val="tx1"/>
                </a:solidFill>
                <a:latin typeface="宋体" panose="02010600030101010101" pitchFamily="2" charset="-122"/>
              </a:rPr>
              <a:t>01</a:t>
            </a:r>
            <a:r>
              <a:rPr lang="en-US" altLang="zh-CN" b="0" dirty="0">
                <a:solidFill>
                  <a:srgbClr val="0000FF"/>
                </a:solidFill>
                <a:latin typeface="宋体" panose="02010600030101010101" pitchFamily="2" charset="-122"/>
              </a:rPr>
              <a:t>01</a:t>
            </a:r>
            <a:r>
              <a:rPr lang="en-US" altLang="zh-CN" b="0" dirty="0">
                <a:solidFill>
                  <a:schemeClr val="tx1"/>
                </a:solidFill>
                <a:latin typeface="宋体" panose="02010600030101010101" pitchFamily="2" charset="-122"/>
              </a:rPr>
              <a:t>1000B	</a:t>
            </a:r>
            <a:r>
              <a:rPr lang="zh-CN" altLang="en-US" b="0" dirty="0">
                <a:solidFill>
                  <a:schemeClr val="tx1"/>
                </a:solidFill>
                <a:latin typeface="宋体" panose="02010600030101010101" pitchFamily="2" charset="-122"/>
              </a:rPr>
              <a:t>；设置控制字寄存器</a:t>
            </a:r>
            <a:endParaRPr lang="zh-CN" altLang="en-US" b="0" dirty="0">
              <a:solidFill>
                <a:schemeClr val="tx1"/>
              </a:solidFill>
              <a:latin typeface="宋体" panose="02010600030101010101" pitchFamily="2" charset="-122"/>
            </a:endParaRPr>
          </a:p>
          <a:p>
            <a:pPr marL="0" lvl="0" indent="0" algn="just" eaLnBrk="1" hangingPunct="1">
              <a:lnSpc>
                <a:spcPct val="120000"/>
              </a:lnSpc>
              <a:spcBef>
                <a:spcPct val="0"/>
              </a:spcBef>
              <a:spcAft>
                <a:spcPct val="0"/>
              </a:spcAft>
              <a:buClr>
                <a:srgbClr val="CCECFF"/>
              </a:buClr>
              <a:buSzPct val="70000"/>
              <a:buNone/>
            </a:pPr>
            <a:r>
              <a:rPr lang="en-US" altLang="zh-CN" b="0" dirty="0">
                <a:solidFill>
                  <a:schemeClr val="tx1"/>
                </a:solidFill>
                <a:latin typeface="宋体" panose="02010600030101010101" pitchFamily="2" charset="-122"/>
              </a:rPr>
              <a:t>OUT	43H</a:t>
            </a:r>
            <a:r>
              <a:rPr lang="zh-CN" altLang="en-US" b="0" dirty="0">
                <a:solidFill>
                  <a:schemeClr val="tx1"/>
                </a:solidFill>
                <a:latin typeface="宋体" panose="02010600030101010101" pitchFamily="2" charset="-122"/>
              </a:rPr>
              <a:t>，</a:t>
            </a:r>
            <a:r>
              <a:rPr lang="en-US" altLang="zh-CN" b="0" dirty="0">
                <a:solidFill>
                  <a:schemeClr val="tx1"/>
                </a:solidFill>
                <a:latin typeface="宋体" panose="02010600030101010101" pitchFamily="2" charset="-122"/>
              </a:rPr>
              <a:t>AL	</a:t>
            </a:r>
            <a:r>
              <a:rPr lang="zh-CN" altLang="en-US" b="0" dirty="0">
                <a:solidFill>
                  <a:schemeClr val="tx1"/>
                </a:solidFill>
                <a:latin typeface="宋体" panose="02010600030101010101" pitchFamily="2" charset="-122"/>
              </a:rPr>
              <a:t>；送控制字</a:t>
            </a:r>
            <a:endParaRPr lang="zh-CN" altLang="en-US" b="0" dirty="0">
              <a:solidFill>
                <a:schemeClr val="tx1"/>
              </a:solidFill>
              <a:latin typeface="宋体" panose="02010600030101010101" pitchFamily="2" charset="-122"/>
            </a:endParaRPr>
          </a:p>
          <a:p>
            <a:pPr marL="0" lvl="0" indent="0" algn="just" eaLnBrk="1" hangingPunct="1">
              <a:lnSpc>
                <a:spcPct val="120000"/>
              </a:lnSpc>
              <a:spcBef>
                <a:spcPct val="0"/>
              </a:spcBef>
              <a:spcAft>
                <a:spcPct val="0"/>
              </a:spcAft>
              <a:buClr>
                <a:srgbClr val="CCECFF"/>
              </a:buClr>
              <a:buSzPct val="70000"/>
              <a:buNone/>
            </a:pPr>
            <a:r>
              <a:rPr lang="en-US" altLang="zh-CN" b="0" dirty="0">
                <a:solidFill>
                  <a:schemeClr val="tx1"/>
                </a:solidFill>
                <a:latin typeface="宋体" panose="02010600030101010101" pitchFamily="2" charset="-122"/>
              </a:rPr>
              <a:t>MOV	AL</a:t>
            </a:r>
            <a:r>
              <a:rPr lang="zh-CN" altLang="en-US" b="0" dirty="0">
                <a:solidFill>
                  <a:schemeClr val="tx1"/>
                </a:solidFill>
                <a:latin typeface="宋体" panose="02010600030101010101" pitchFamily="2" charset="-122"/>
              </a:rPr>
              <a:t>，</a:t>
            </a:r>
            <a:r>
              <a:rPr lang="en-US" altLang="zh-CN" b="0" dirty="0">
                <a:solidFill>
                  <a:schemeClr val="tx1"/>
                </a:solidFill>
                <a:latin typeface="宋体" panose="02010600030101010101" pitchFamily="2" charset="-122"/>
              </a:rPr>
              <a:t>3	</a:t>
            </a:r>
            <a:r>
              <a:rPr lang="zh-CN" altLang="en-US" b="0" dirty="0">
                <a:solidFill>
                  <a:schemeClr val="tx1"/>
                </a:solidFill>
                <a:latin typeface="宋体" panose="02010600030101010101" pitchFamily="2" charset="-122"/>
              </a:rPr>
              <a:t>；置计数初值</a:t>
            </a:r>
            <a:endParaRPr lang="zh-CN" altLang="en-US" b="0" dirty="0">
              <a:solidFill>
                <a:schemeClr val="tx1"/>
              </a:solidFill>
              <a:latin typeface="宋体" panose="02010600030101010101" pitchFamily="2" charset="-122"/>
            </a:endParaRPr>
          </a:p>
          <a:p>
            <a:pPr marL="0" lvl="0" indent="0" algn="just" eaLnBrk="1" hangingPunct="1">
              <a:lnSpc>
                <a:spcPct val="120000"/>
              </a:lnSpc>
              <a:spcBef>
                <a:spcPct val="0"/>
              </a:spcBef>
              <a:spcAft>
                <a:spcPct val="0"/>
              </a:spcAft>
              <a:buClr>
                <a:srgbClr val="CCECFF"/>
              </a:buClr>
              <a:buSzPct val="70000"/>
              <a:buNone/>
            </a:pPr>
            <a:r>
              <a:rPr lang="en-US" altLang="zh-CN" b="0" dirty="0">
                <a:solidFill>
                  <a:schemeClr val="tx1"/>
                </a:solidFill>
                <a:latin typeface="宋体" panose="02010600030101010101" pitchFamily="2" charset="-122"/>
              </a:rPr>
              <a:t>OUT	41H</a:t>
            </a:r>
            <a:r>
              <a:rPr lang="zh-CN" altLang="en-US" b="0" dirty="0">
                <a:solidFill>
                  <a:schemeClr val="tx1"/>
                </a:solidFill>
                <a:latin typeface="宋体" panose="02010600030101010101" pitchFamily="2" charset="-122"/>
              </a:rPr>
              <a:t>，</a:t>
            </a:r>
            <a:r>
              <a:rPr lang="en-US" altLang="zh-CN" b="0" dirty="0">
                <a:solidFill>
                  <a:schemeClr val="tx1"/>
                </a:solidFill>
                <a:latin typeface="宋体" panose="02010600030101010101" pitchFamily="2" charset="-122"/>
              </a:rPr>
              <a:t>AL	</a:t>
            </a:r>
            <a:r>
              <a:rPr lang="zh-CN" altLang="en-US" b="0" dirty="0">
                <a:solidFill>
                  <a:schemeClr val="tx1"/>
                </a:solidFill>
                <a:latin typeface="宋体" panose="02010600030101010101" pitchFamily="2" charset="-122"/>
              </a:rPr>
              <a:t>；送计数初值</a:t>
            </a:r>
            <a:endParaRPr lang="zh-CN" altLang="en-US" b="0" dirty="0">
              <a:solidFill>
                <a:schemeClr val="tx1"/>
              </a:solidFill>
              <a:latin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zh-CN" altLang="en-US" b="0" dirty="0">
                <a:solidFill>
                  <a:schemeClr val="tx1"/>
                </a:solidFill>
                <a:latin typeface="宋体" panose="02010600030101010101" pitchFamily="2" charset="-122"/>
              </a:rPr>
              <a:t>计数初值为</a:t>
            </a:r>
            <a:r>
              <a:rPr lang="en-US" altLang="zh-CN" b="0" dirty="0">
                <a:solidFill>
                  <a:schemeClr val="tx1"/>
                </a:solidFill>
                <a:latin typeface="宋体" panose="02010600030101010101" pitchFamily="2" charset="-122"/>
              </a:rPr>
              <a:t>1234H</a:t>
            </a:r>
            <a:r>
              <a:rPr lang="zh-CN" altLang="en-US" b="0" dirty="0">
                <a:solidFill>
                  <a:schemeClr val="tx1"/>
                </a:solidFill>
                <a:latin typeface="宋体" panose="02010600030101010101" pitchFamily="2" charset="-122"/>
              </a:rPr>
              <a:t>，则初始化程序为：</a:t>
            </a:r>
            <a:endParaRPr lang="zh-CN" altLang="en-US" b="0" dirty="0">
              <a:solidFill>
                <a:schemeClr val="tx1"/>
              </a:solidFill>
              <a:latin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b="0" dirty="0">
                <a:solidFill>
                  <a:schemeClr val="tx1"/>
                </a:solidFill>
                <a:latin typeface="宋体" panose="02010600030101010101" pitchFamily="2" charset="-122"/>
              </a:rPr>
              <a:t>MOV	AL</a:t>
            </a:r>
            <a:r>
              <a:rPr lang="zh-CN" altLang="en-US" b="0" dirty="0">
                <a:solidFill>
                  <a:schemeClr val="tx1"/>
                </a:solidFill>
                <a:latin typeface="宋体" panose="02010600030101010101" pitchFamily="2" charset="-122"/>
              </a:rPr>
              <a:t>，</a:t>
            </a:r>
            <a:r>
              <a:rPr lang="en-US" altLang="zh-CN" b="0" dirty="0">
                <a:solidFill>
                  <a:schemeClr val="tx1"/>
                </a:solidFill>
                <a:latin typeface="Arial" panose="020B0604020202020204" pitchFamily="34" charset="0"/>
              </a:rPr>
              <a:t>01</a:t>
            </a:r>
            <a:r>
              <a:rPr lang="en-US" altLang="zh-CN" b="0" dirty="0">
                <a:solidFill>
                  <a:srgbClr val="0000FF"/>
                </a:solidFill>
                <a:latin typeface="Arial" panose="020B0604020202020204" pitchFamily="34" charset="0"/>
              </a:rPr>
              <a:t>11</a:t>
            </a:r>
            <a:r>
              <a:rPr lang="en-US" altLang="zh-CN" b="0" dirty="0">
                <a:solidFill>
                  <a:schemeClr val="tx1"/>
                </a:solidFill>
                <a:latin typeface="Arial" panose="020B0604020202020204" pitchFamily="34" charset="0"/>
              </a:rPr>
              <a:t>1000B </a:t>
            </a:r>
            <a:r>
              <a:rPr lang="en-US" altLang="zh-CN" b="0" dirty="0">
                <a:solidFill>
                  <a:schemeClr val="tx1"/>
                </a:solidFill>
                <a:latin typeface="宋体" panose="02010600030101010101" pitchFamily="2" charset="-122"/>
              </a:rPr>
              <a:t>	</a:t>
            </a:r>
            <a:r>
              <a:rPr lang="zh-CN" altLang="en-US" b="0" dirty="0">
                <a:solidFill>
                  <a:schemeClr val="tx1"/>
                </a:solidFill>
                <a:latin typeface="宋体" panose="02010600030101010101" pitchFamily="2" charset="-122"/>
              </a:rPr>
              <a:t>；设置控制字寄存器</a:t>
            </a:r>
            <a:endParaRPr lang="zh-CN" altLang="en-US" b="0" dirty="0">
              <a:solidFill>
                <a:schemeClr val="tx1"/>
              </a:solidFill>
              <a:latin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b="0" dirty="0">
                <a:solidFill>
                  <a:schemeClr val="tx1"/>
                </a:solidFill>
                <a:latin typeface="宋体" panose="02010600030101010101" pitchFamily="2" charset="-122"/>
              </a:rPr>
              <a:t>OUT	43H</a:t>
            </a:r>
            <a:r>
              <a:rPr lang="zh-CN" altLang="en-US" b="0" dirty="0">
                <a:solidFill>
                  <a:schemeClr val="tx1"/>
                </a:solidFill>
                <a:latin typeface="宋体" panose="02010600030101010101" pitchFamily="2" charset="-122"/>
              </a:rPr>
              <a:t>，</a:t>
            </a:r>
            <a:r>
              <a:rPr lang="en-US" altLang="zh-CN" b="0" dirty="0">
                <a:solidFill>
                  <a:schemeClr val="tx1"/>
                </a:solidFill>
                <a:latin typeface="宋体" panose="02010600030101010101" pitchFamily="2" charset="-122"/>
              </a:rPr>
              <a:t>AL	</a:t>
            </a:r>
            <a:r>
              <a:rPr lang="zh-CN" altLang="en-US" b="0" dirty="0">
                <a:solidFill>
                  <a:schemeClr val="tx1"/>
                </a:solidFill>
                <a:latin typeface="宋体" panose="02010600030101010101" pitchFamily="2" charset="-122"/>
              </a:rPr>
              <a:t>；送控制字</a:t>
            </a:r>
            <a:endParaRPr lang="zh-CN" altLang="en-US" b="0" dirty="0">
              <a:solidFill>
                <a:schemeClr val="tx1"/>
              </a:solidFill>
              <a:latin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b="0" dirty="0">
                <a:solidFill>
                  <a:schemeClr val="tx1"/>
                </a:solidFill>
                <a:latin typeface="宋体" panose="02010600030101010101" pitchFamily="2" charset="-122"/>
              </a:rPr>
              <a:t>MOV	AL</a:t>
            </a:r>
            <a:r>
              <a:rPr lang="zh-CN" altLang="en-US" b="0" dirty="0">
                <a:solidFill>
                  <a:schemeClr val="tx1"/>
                </a:solidFill>
                <a:latin typeface="宋体" panose="02010600030101010101" pitchFamily="2" charset="-122"/>
              </a:rPr>
              <a:t>，</a:t>
            </a:r>
            <a:r>
              <a:rPr lang="en-US" altLang="zh-CN" b="0" dirty="0">
                <a:solidFill>
                  <a:schemeClr val="tx1"/>
                </a:solidFill>
                <a:latin typeface="宋体" panose="02010600030101010101" pitchFamily="2" charset="-122"/>
              </a:rPr>
              <a:t>34H	</a:t>
            </a:r>
            <a:r>
              <a:rPr lang="zh-CN" altLang="en-US" b="0" dirty="0">
                <a:solidFill>
                  <a:schemeClr val="tx1"/>
                </a:solidFill>
                <a:latin typeface="宋体" panose="02010600030101010101" pitchFamily="2" charset="-122"/>
              </a:rPr>
              <a:t>；置计数初值低</a:t>
            </a:r>
            <a:r>
              <a:rPr lang="en-US" altLang="zh-CN" b="0" dirty="0">
                <a:solidFill>
                  <a:schemeClr val="tx1"/>
                </a:solidFill>
                <a:latin typeface="宋体" panose="02010600030101010101" pitchFamily="2" charset="-122"/>
              </a:rPr>
              <a:t>8</a:t>
            </a:r>
            <a:r>
              <a:rPr lang="zh-CN" altLang="en-US" b="0" dirty="0">
                <a:solidFill>
                  <a:schemeClr val="tx1"/>
                </a:solidFill>
                <a:latin typeface="宋体" panose="02010600030101010101" pitchFamily="2" charset="-122"/>
              </a:rPr>
              <a:t>位</a:t>
            </a:r>
            <a:endParaRPr lang="zh-CN" altLang="en-US" b="0" dirty="0">
              <a:solidFill>
                <a:schemeClr val="tx1"/>
              </a:solidFill>
              <a:latin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b="0" dirty="0">
                <a:solidFill>
                  <a:schemeClr val="tx1"/>
                </a:solidFill>
                <a:latin typeface="宋体" panose="02010600030101010101" pitchFamily="2" charset="-122"/>
              </a:rPr>
              <a:t>OUT	41H</a:t>
            </a:r>
            <a:r>
              <a:rPr lang="zh-CN" altLang="en-US" b="0" dirty="0">
                <a:solidFill>
                  <a:schemeClr val="tx1"/>
                </a:solidFill>
                <a:latin typeface="宋体" panose="02010600030101010101" pitchFamily="2" charset="-122"/>
              </a:rPr>
              <a:t>，</a:t>
            </a:r>
            <a:r>
              <a:rPr lang="en-US" altLang="zh-CN" b="0" dirty="0">
                <a:solidFill>
                  <a:schemeClr val="tx1"/>
                </a:solidFill>
                <a:latin typeface="宋体" panose="02010600030101010101" pitchFamily="2" charset="-122"/>
              </a:rPr>
              <a:t>AL	</a:t>
            </a:r>
            <a:r>
              <a:rPr lang="zh-CN" altLang="en-US" b="0" dirty="0">
                <a:solidFill>
                  <a:schemeClr val="tx1"/>
                </a:solidFill>
                <a:latin typeface="宋体" panose="02010600030101010101" pitchFamily="2" charset="-122"/>
              </a:rPr>
              <a:t>；送计数初值</a:t>
            </a:r>
            <a:endParaRPr lang="zh-CN" altLang="en-US" b="0" dirty="0">
              <a:solidFill>
                <a:schemeClr val="tx1"/>
              </a:solidFill>
              <a:latin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b="0" dirty="0">
                <a:solidFill>
                  <a:schemeClr val="tx1"/>
                </a:solidFill>
                <a:latin typeface="宋体" panose="02010600030101010101" pitchFamily="2" charset="-122"/>
              </a:rPr>
              <a:t>MOV	AL</a:t>
            </a:r>
            <a:r>
              <a:rPr lang="zh-CN" altLang="en-US" b="0" dirty="0">
                <a:solidFill>
                  <a:schemeClr val="tx1"/>
                </a:solidFill>
                <a:latin typeface="宋体" panose="02010600030101010101" pitchFamily="2" charset="-122"/>
              </a:rPr>
              <a:t>，</a:t>
            </a:r>
            <a:r>
              <a:rPr lang="en-US" altLang="zh-CN" b="0" dirty="0">
                <a:solidFill>
                  <a:schemeClr val="tx1"/>
                </a:solidFill>
                <a:latin typeface="宋体" panose="02010600030101010101" pitchFamily="2" charset="-122"/>
              </a:rPr>
              <a:t>12H	</a:t>
            </a:r>
            <a:r>
              <a:rPr lang="zh-CN" altLang="en-US" b="0" dirty="0">
                <a:solidFill>
                  <a:schemeClr val="tx1"/>
                </a:solidFill>
                <a:latin typeface="宋体" panose="02010600030101010101" pitchFamily="2" charset="-122"/>
              </a:rPr>
              <a:t>；置计数初值高</a:t>
            </a:r>
            <a:r>
              <a:rPr lang="en-US" altLang="zh-CN" b="0" dirty="0">
                <a:solidFill>
                  <a:schemeClr val="tx1"/>
                </a:solidFill>
                <a:latin typeface="宋体" panose="02010600030101010101" pitchFamily="2" charset="-122"/>
              </a:rPr>
              <a:t>8</a:t>
            </a:r>
            <a:r>
              <a:rPr lang="zh-CN" altLang="en-US" b="0" dirty="0">
                <a:solidFill>
                  <a:schemeClr val="tx1"/>
                </a:solidFill>
                <a:latin typeface="宋体" panose="02010600030101010101" pitchFamily="2" charset="-122"/>
              </a:rPr>
              <a:t>位</a:t>
            </a:r>
            <a:endParaRPr lang="zh-CN" altLang="en-US" b="0" dirty="0">
              <a:solidFill>
                <a:schemeClr val="tx1"/>
              </a:solidFill>
              <a:latin typeface="宋体" panose="02010600030101010101" pitchFamily="2"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b="0" dirty="0">
                <a:solidFill>
                  <a:schemeClr val="tx1"/>
                </a:solidFill>
                <a:latin typeface="宋体" panose="02010600030101010101" pitchFamily="2" charset="-122"/>
              </a:rPr>
              <a:t>OUT	41H</a:t>
            </a:r>
            <a:r>
              <a:rPr lang="zh-CN" altLang="en-US" b="0" dirty="0">
                <a:solidFill>
                  <a:schemeClr val="tx1"/>
                </a:solidFill>
                <a:latin typeface="宋体" panose="02010600030101010101" pitchFamily="2" charset="-122"/>
              </a:rPr>
              <a:t>，</a:t>
            </a:r>
            <a:r>
              <a:rPr lang="en-US" altLang="zh-CN" b="0" dirty="0">
                <a:solidFill>
                  <a:schemeClr val="tx1"/>
                </a:solidFill>
                <a:latin typeface="宋体" panose="02010600030101010101" pitchFamily="2" charset="-122"/>
              </a:rPr>
              <a:t>AL	</a:t>
            </a:r>
            <a:r>
              <a:rPr lang="zh-CN" altLang="en-US" b="0" dirty="0">
                <a:solidFill>
                  <a:schemeClr val="tx1"/>
                </a:solidFill>
                <a:latin typeface="宋体" panose="02010600030101010101" pitchFamily="2" charset="-122"/>
              </a:rPr>
              <a:t>；送计数初值</a:t>
            </a:r>
            <a:endParaRPr lang="zh-CN" altLang="en-US" b="0" dirty="0">
              <a:solidFill>
                <a:schemeClr val="tx1"/>
              </a:solidFill>
              <a:latin typeface="宋体" panose="02010600030101010101" pitchFamily="2" charset="-122"/>
            </a:endParaRPr>
          </a:p>
        </p:txBody>
      </p:sp>
    </p:spTree>
  </p:cSld>
  <p:clrMapOvr>
    <a:masterClrMapping/>
  </p:clrMapOvr>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7827" name="Rectangle 4"/>
          <p:cNvSpPr>
            <a:spLocks noChangeArrowheads="1"/>
          </p:cNvSpPr>
          <p:nvPr/>
        </p:nvSpPr>
        <p:spPr bwMode="auto">
          <a:xfrm>
            <a:off x="868363" y="1039813"/>
            <a:ext cx="6975475" cy="769938"/>
          </a:xfrm>
          <a:prstGeom prst="rect">
            <a:avLst/>
          </a:prstGeom>
          <a:noFill/>
          <a:ln>
            <a:noFill/>
          </a:ln>
          <a:effectLst/>
        </p:spPr>
        <p:txBody>
          <a:bodyPr wrap="none">
            <a:spAutoFit/>
          </a:bodyPr>
          <a:lstStyle>
            <a:lvl1pPr>
              <a:buFont typeface="Arial" panose="020B0604020202020204" pitchFamily="34" charset="0"/>
              <a:defRPr>
                <a:solidFill>
                  <a:schemeClr val="tx1"/>
                </a:solidFill>
                <a:latin typeface="Arial" panose="020B0604020202020204" pitchFamily="34" charset="0"/>
              </a:defRPr>
            </a:lvl1pPr>
            <a:lvl2pPr marL="742950" indent="-285750">
              <a:buFont typeface="Arial" panose="020B0604020202020204" pitchFamily="34" charset="0"/>
              <a:defRPr>
                <a:solidFill>
                  <a:schemeClr val="tx1"/>
                </a:solidFill>
                <a:latin typeface="Arial" panose="020B0604020202020204" pitchFamily="34" charset="0"/>
              </a:defRPr>
            </a:lvl2pPr>
            <a:lvl3pPr marL="1143000" indent="-228600">
              <a:buFont typeface="Arial" panose="020B0604020202020204" pitchFamily="34" charset="0"/>
              <a:defRPr>
                <a:solidFill>
                  <a:schemeClr val="tx1"/>
                </a:solidFill>
                <a:latin typeface="Arial" panose="020B0604020202020204" pitchFamily="34" charset="0"/>
              </a:defRPr>
            </a:lvl3pPr>
            <a:lvl4pPr marL="1600200" indent="-228600">
              <a:buFont typeface="Arial" panose="020B0604020202020204" pitchFamily="34" charset="0"/>
              <a:defRPr>
                <a:solidFill>
                  <a:schemeClr val="tx1"/>
                </a:solidFill>
                <a:latin typeface="Arial" panose="020B0604020202020204" pitchFamily="34" charset="0"/>
              </a:defRPr>
            </a:lvl4pPr>
            <a:lvl5pPr marL="2057400" indent="-228600">
              <a:buFont typeface="Arial" panose="020B0604020202020204" pitchFamily="34" charset="0"/>
              <a:defRPr>
                <a:solidFill>
                  <a:schemeClr val="tx1"/>
                </a:solidFill>
                <a:latin typeface="Arial" panose="020B060402020202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1" lang="zh-CN" altLang="en-US" sz="4400" b="1" i="0" u="none" strike="noStrike" kern="1200" cap="none" spc="0" normalizeH="0" baseline="0" noProof="0" dirty="0">
                <a:ln>
                  <a:noFill/>
                </a:ln>
                <a:solidFill>
                  <a:srgbClr val="C00000"/>
                </a:solidFill>
                <a:effectLst/>
                <a:uLnTx/>
                <a:uFillTx/>
                <a:latin typeface="+mj-ea"/>
                <a:ea typeface="+mj-ea"/>
                <a:cs typeface="+mn-cs"/>
              </a:rPr>
              <a:t>（</a:t>
            </a:r>
            <a:r>
              <a:rPr kumimoji="1" lang="en-US" altLang="zh-CN" sz="4400" b="1" i="0" u="none" strike="noStrike" kern="1200" cap="none" spc="0" normalizeH="0" baseline="0" noProof="0" dirty="0">
                <a:ln>
                  <a:noFill/>
                </a:ln>
                <a:solidFill>
                  <a:srgbClr val="C00000"/>
                </a:solidFill>
                <a:effectLst/>
                <a:uLnTx/>
                <a:uFillTx/>
                <a:latin typeface="+mj-ea"/>
                <a:ea typeface="+mj-ea"/>
                <a:cs typeface="+mn-cs"/>
              </a:rPr>
              <a:t>6</a:t>
            </a:r>
            <a:r>
              <a:rPr kumimoji="1" lang="zh-CN" altLang="en-US" sz="4400" b="1" i="0" u="none" strike="noStrike" kern="1200" cap="none" spc="0" normalizeH="0" baseline="0" noProof="0" dirty="0">
                <a:ln>
                  <a:noFill/>
                </a:ln>
                <a:solidFill>
                  <a:srgbClr val="C00000"/>
                </a:solidFill>
                <a:effectLst/>
                <a:uLnTx/>
                <a:uFillTx/>
                <a:latin typeface="+mj-ea"/>
                <a:ea typeface="+mj-ea"/>
                <a:cs typeface="+mn-cs"/>
              </a:rPr>
              <a:t>）方式</a:t>
            </a:r>
            <a:r>
              <a:rPr kumimoji="1" lang="en-US" altLang="zh-CN" sz="4400" b="1" i="0" u="none" strike="noStrike" kern="1200" cap="none" spc="0" normalizeH="0" baseline="0" noProof="0" dirty="0">
                <a:ln>
                  <a:noFill/>
                </a:ln>
                <a:solidFill>
                  <a:srgbClr val="C00000"/>
                </a:solidFill>
                <a:effectLst/>
                <a:uLnTx/>
                <a:uFillTx/>
                <a:latin typeface="+mj-ea"/>
                <a:ea typeface="+mj-ea"/>
                <a:cs typeface="+mn-cs"/>
              </a:rPr>
              <a:t>5—</a:t>
            </a:r>
            <a:r>
              <a:rPr kumimoji="1" lang="zh-CN" altLang="en-US" sz="4400" b="1" i="0" u="none" strike="noStrike" kern="1200" cap="none" spc="0" normalizeH="0" baseline="0" noProof="0" dirty="0">
                <a:ln>
                  <a:noFill/>
                </a:ln>
                <a:solidFill>
                  <a:srgbClr val="C00000"/>
                </a:solidFill>
                <a:effectLst/>
                <a:uLnTx/>
                <a:uFillTx/>
                <a:latin typeface="+mj-ea"/>
                <a:ea typeface="+mj-ea"/>
                <a:cs typeface="+mn-cs"/>
              </a:rPr>
              <a:t>硬件触发选通</a:t>
            </a:r>
            <a:endParaRPr kumimoji="1" lang="zh-CN" altLang="en-US" sz="4400" b="1" i="0" u="none" strike="noStrike" kern="1200" cap="none" spc="0" normalizeH="0" baseline="0" noProof="0" dirty="0">
              <a:ln>
                <a:noFill/>
              </a:ln>
              <a:solidFill>
                <a:srgbClr val="C00000"/>
              </a:solidFill>
              <a:effectLst/>
              <a:uLnTx/>
              <a:uFillTx/>
              <a:latin typeface="+mj-ea"/>
              <a:ea typeface="+mj-ea"/>
              <a:cs typeface="+mn-cs"/>
            </a:endParaRPr>
          </a:p>
        </p:txBody>
      </p:sp>
      <p:grpSp>
        <p:nvGrpSpPr>
          <p:cNvPr id="98307" name="Group 305"/>
          <p:cNvGrpSpPr/>
          <p:nvPr/>
        </p:nvGrpSpPr>
        <p:grpSpPr>
          <a:xfrm>
            <a:off x="619125" y="4221163"/>
            <a:ext cx="7473950" cy="2530475"/>
            <a:chOff x="395" y="2562"/>
            <a:chExt cx="4708" cy="1594"/>
          </a:xfrm>
        </p:grpSpPr>
        <p:sp>
          <p:nvSpPr>
            <p:cNvPr id="98309" name="Rectangle 158"/>
            <p:cNvSpPr/>
            <p:nvPr/>
          </p:nvSpPr>
          <p:spPr>
            <a:xfrm>
              <a:off x="552" y="2694"/>
              <a:ext cx="258"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New Roman" panose="02020603050405020304" pitchFamily="18" charset="0"/>
                </a:rPr>
                <a:t>WR</a:t>
              </a:r>
              <a:endParaRPr lang="en-US" altLang="zh-CN" sz="1800" b="0" dirty="0">
                <a:solidFill>
                  <a:schemeClr val="tx1"/>
                </a:solidFill>
                <a:latin typeface="Arial" panose="020B0604020202020204" pitchFamily="34" charset="0"/>
              </a:endParaRPr>
            </a:p>
          </p:txBody>
        </p:sp>
        <p:sp>
          <p:nvSpPr>
            <p:cNvPr id="98310" name="Rectangle 159"/>
            <p:cNvSpPr/>
            <p:nvPr/>
          </p:nvSpPr>
          <p:spPr>
            <a:xfrm>
              <a:off x="500" y="3026"/>
              <a:ext cx="31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CLK</a:t>
              </a:r>
              <a:endParaRPr lang="en-US" altLang="zh-CN" sz="1800" b="0" dirty="0">
                <a:solidFill>
                  <a:schemeClr val="tx1"/>
                </a:solidFill>
                <a:latin typeface="Arial" panose="020B0604020202020204" pitchFamily="34" charset="0"/>
              </a:endParaRPr>
            </a:p>
          </p:txBody>
        </p:sp>
        <p:sp>
          <p:nvSpPr>
            <p:cNvPr id="98311" name="Rectangle 160"/>
            <p:cNvSpPr/>
            <p:nvPr/>
          </p:nvSpPr>
          <p:spPr>
            <a:xfrm>
              <a:off x="395" y="3526"/>
              <a:ext cx="436"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GATE</a:t>
              </a:r>
              <a:endParaRPr lang="en-US" altLang="zh-CN" sz="1800" b="0" dirty="0">
                <a:solidFill>
                  <a:schemeClr val="tx1"/>
                </a:solidFill>
                <a:latin typeface="Arial" panose="020B0604020202020204" pitchFamily="34" charset="0"/>
              </a:endParaRPr>
            </a:p>
          </p:txBody>
        </p:sp>
        <p:sp>
          <p:nvSpPr>
            <p:cNvPr id="98312" name="Rectangle 161"/>
            <p:cNvSpPr/>
            <p:nvPr/>
          </p:nvSpPr>
          <p:spPr>
            <a:xfrm>
              <a:off x="491" y="3964"/>
              <a:ext cx="338"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OUT</a:t>
              </a:r>
              <a:endParaRPr lang="en-US" altLang="zh-CN" sz="1800" b="0" dirty="0">
                <a:solidFill>
                  <a:schemeClr val="tx1"/>
                </a:solidFill>
                <a:latin typeface="Arial" panose="020B0604020202020204" pitchFamily="34" charset="0"/>
              </a:endParaRPr>
            </a:p>
          </p:txBody>
        </p:sp>
        <p:sp>
          <p:nvSpPr>
            <p:cNvPr id="98313" name="Rectangle 162"/>
            <p:cNvSpPr/>
            <p:nvPr/>
          </p:nvSpPr>
          <p:spPr>
            <a:xfrm>
              <a:off x="1111" y="2562"/>
              <a:ext cx="267"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CW</a:t>
              </a:r>
              <a:endParaRPr lang="en-US" altLang="zh-CN" sz="1800" b="0" dirty="0">
                <a:solidFill>
                  <a:schemeClr val="tx1"/>
                </a:solidFill>
                <a:latin typeface="Arial" panose="020B0604020202020204" pitchFamily="34" charset="0"/>
              </a:endParaRPr>
            </a:p>
          </p:txBody>
        </p:sp>
        <p:sp>
          <p:nvSpPr>
            <p:cNvPr id="98314" name="Rectangle 163"/>
            <p:cNvSpPr/>
            <p:nvPr/>
          </p:nvSpPr>
          <p:spPr>
            <a:xfrm>
              <a:off x="1565" y="2562"/>
              <a:ext cx="298"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N=3</a:t>
              </a:r>
              <a:endParaRPr lang="en-US" altLang="zh-CN" sz="1800" b="0" dirty="0">
                <a:solidFill>
                  <a:schemeClr val="tx1"/>
                </a:solidFill>
                <a:latin typeface="Arial" panose="020B0604020202020204" pitchFamily="34" charset="0"/>
              </a:endParaRPr>
            </a:p>
          </p:txBody>
        </p:sp>
        <p:sp>
          <p:nvSpPr>
            <p:cNvPr id="98315" name="Line 164"/>
            <p:cNvSpPr/>
            <p:nvPr/>
          </p:nvSpPr>
          <p:spPr>
            <a:xfrm flipH="1">
              <a:off x="1041" y="2737"/>
              <a:ext cx="103" cy="1"/>
            </a:xfrm>
            <a:prstGeom prst="line">
              <a:avLst/>
            </a:prstGeom>
            <a:ln w="12700" cap="flat" cmpd="sng">
              <a:solidFill>
                <a:srgbClr val="000000"/>
              </a:solidFill>
              <a:prstDash val="solid"/>
              <a:headEnd type="none" w="med" len="med"/>
              <a:tailEnd type="none" w="med" len="med"/>
            </a:ln>
          </p:spPr>
        </p:sp>
        <p:sp>
          <p:nvSpPr>
            <p:cNvPr id="98316" name="Line 165"/>
            <p:cNvSpPr/>
            <p:nvPr/>
          </p:nvSpPr>
          <p:spPr>
            <a:xfrm flipH="1" flipV="1">
              <a:off x="1383" y="2738"/>
              <a:ext cx="136" cy="5"/>
            </a:xfrm>
            <a:prstGeom prst="line">
              <a:avLst/>
            </a:prstGeom>
            <a:ln w="12700" cap="flat" cmpd="sng">
              <a:solidFill>
                <a:srgbClr val="000000"/>
              </a:solidFill>
              <a:prstDash val="solid"/>
              <a:headEnd type="none" w="med" len="med"/>
              <a:tailEnd type="none" w="med" len="med"/>
            </a:ln>
          </p:spPr>
        </p:sp>
        <p:sp>
          <p:nvSpPr>
            <p:cNvPr id="98317" name="Line 166"/>
            <p:cNvSpPr/>
            <p:nvPr/>
          </p:nvSpPr>
          <p:spPr>
            <a:xfrm flipH="1" flipV="1">
              <a:off x="1145" y="2737"/>
              <a:ext cx="57" cy="188"/>
            </a:xfrm>
            <a:prstGeom prst="line">
              <a:avLst/>
            </a:prstGeom>
            <a:ln w="12700" cap="flat" cmpd="sng">
              <a:solidFill>
                <a:srgbClr val="000000"/>
              </a:solidFill>
              <a:prstDash val="solid"/>
              <a:headEnd type="none" w="med" len="med"/>
              <a:tailEnd type="none" w="med" len="med"/>
            </a:ln>
          </p:spPr>
        </p:sp>
        <p:sp>
          <p:nvSpPr>
            <p:cNvPr id="98318" name="Line 167"/>
            <p:cNvSpPr/>
            <p:nvPr/>
          </p:nvSpPr>
          <p:spPr>
            <a:xfrm flipV="1">
              <a:off x="1338" y="2737"/>
              <a:ext cx="44" cy="188"/>
            </a:xfrm>
            <a:prstGeom prst="line">
              <a:avLst/>
            </a:prstGeom>
            <a:ln w="12700" cap="flat" cmpd="sng">
              <a:solidFill>
                <a:srgbClr val="000000"/>
              </a:solidFill>
              <a:prstDash val="solid"/>
              <a:headEnd type="none" w="med" len="med"/>
              <a:tailEnd type="none" w="med" len="med"/>
            </a:ln>
          </p:spPr>
        </p:sp>
        <p:sp>
          <p:nvSpPr>
            <p:cNvPr id="98319" name="Line 168"/>
            <p:cNvSpPr/>
            <p:nvPr/>
          </p:nvSpPr>
          <p:spPr>
            <a:xfrm flipH="1" flipV="1">
              <a:off x="1519" y="2737"/>
              <a:ext cx="46" cy="188"/>
            </a:xfrm>
            <a:prstGeom prst="line">
              <a:avLst/>
            </a:prstGeom>
            <a:ln w="12700" cap="flat" cmpd="sng">
              <a:solidFill>
                <a:srgbClr val="000000"/>
              </a:solidFill>
              <a:prstDash val="solid"/>
              <a:headEnd type="none" w="med" len="med"/>
              <a:tailEnd type="none" w="med" len="med"/>
            </a:ln>
          </p:spPr>
        </p:sp>
        <p:sp>
          <p:nvSpPr>
            <p:cNvPr id="98320" name="Line 169"/>
            <p:cNvSpPr/>
            <p:nvPr/>
          </p:nvSpPr>
          <p:spPr>
            <a:xfrm flipV="1">
              <a:off x="1791" y="2743"/>
              <a:ext cx="46" cy="178"/>
            </a:xfrm>
            <a:prstGeom prst="line">
              <a:avLst/>
            </a:prstGeom>
            <a:ln w="12700" cap="flat" cmpd="sng">
              <a:solidFill>
                <a:srgbClr val="000000"/>
              </a:solidFill>
              <a:prstDash val="solid"/>
              <a:headEnd type="none" w="med" len="med"/>
              <a:tailEnd type="none" w="med" len="med"/>
            </a:ln>
          </p:spPr>
        </p:sp>
        <p:sp>
          <p:nvSpPr>
            <p:cNvPr id="98321" name="Line 170"/>
            <p:cNvSpPr/>
            <p:nvPr/>
          </p:nvSpPr>
          <p:spPr>
            <a:xfrm>
              <a:off x="1559" y="2925"/>
              <a:ext cx="232" cy="1"/>
            </a:xfrm>
            <a:prstGeom prst="line">
              <a:avLst/>
            </a:prstGeom>
            <a:ln w="12700" cap="flat" cmpd="sng">
              <a:solidFill>
                <a:srgbClr val="000000"/>
              </a:solidFill>
              <a:prstDash val="solid"/>
              <a:headEnd type="none" w="med" len="med"/>
              <a:tailEnd type="none" w="med" len="med"/>
            </a:ln>
          </p:spPr>
        </p:sp>
        <p:sp>
          <p:nvSpPr>
            <p:cNvPr id="98322" name="Line 171"/>
            <p:cNvSpPr/>
            <p:nvPr/>
          </p:nvSpPr>
          <p:spPr>
            <a:xfrm flipH="1">
              <a:off x="1837" y="2743"/>
              <a:ext cx="2994" cy="1"/>
            </a:xfrm>
            <a:prstGeom prst="line">
              <a:avLst/>
            </a:prstGeom>
            <a:ln w="12700" cap="flat" cmpd="sng">
              <a:solidFill>
                <a:srgbClr val="000000"/>
              </a:solidFill>
              <a:prstDash val="solid"/>
              <a:headEnd type="none" w="med" len="med"/>
              <a:tailEnd type="none" w="med" len="med"/>
            </a:ln>
          </p:spPr>
        </p:sp>
        <p:sp>
          <p:nvSpPr>
            <p:cNvPr id="98323" name="Line 172"/>
            <p:cNvSpPr/>
            <p:nvPr/>
          </p:nvSpPr>
          <p:spPr>
            <a:xfrm flipH="1">
              <a:off x="1041" y="4063"/>
              <a:ext cx="464" cy="1"/>
            </a:xfrm>
            <a:prstGeom prst="line">
              <a:avLst/>
            </a:prstGeom>
            <a:ln w="12700" cap="flat" cmpd="sng">
              <a:solidFill>
                <a:srgbClr val="000000"/>
              </a:solidFill>
              <a:prstDash val="solid"/>
              <a:headEnd type="none" w="med" len="med"/>
              <a:tailEnd type="none" w="med" len="med"/>
            </a:ln>
          </p:spPr>
        </p:sp>
        <p:sp>
          <p:nvSpPr>
            <p:cNvPr id="98324" name="Line 173"/>
            <p:cNvSpPr/>
            <p:nvPr/>
          </p:nvSpPr>
          <p:spPr>
            <a:xfrm flipV="1">
              <a:off x="1514" y="3846"/>
              <a:ext cx="95" cy="217"/>
            </a:xfrm>
            <a:prstGeom prst="line">
              <a:avLst/>
            </a:prstGeom>
            <a:ln w="12700" cap="flat" cmpd="sng">
              <a:solidFill>
                <a:srgbClr val="000000"/>
              </a:solidFill>
              <a:prstDash val="solid"/>
              <a:headEnd type="none" w="med" len="med"/>
              <a:tailEnd type="none" w="med" len="med"/>
            </a:ln>
          </p:spPr>
        </p:sp>
        <p:sp>
          <p:nvSpPr>
            <p:cNvPr id="98325" name="Line 174"/>
            <p:cNvSpPr/>
            <p:nvPr/>
          </p:nvSpPr>
          <p:spPr>
            <a:xfrm flipH="1">
              <a:off x="1609" y="3834"/>
              <a:ext cx="2042" cy="13"/>
            </a:xfrm>
            <a:prstGeom prst="line">
              <a:avLst/>
            </a:prstGeom>
            <a:ln w="12700" cap="flat" cmpd="sng">
              <a:solidFill>
                <a:srgbClr val="000000"/>
              </a:solidFill>
              <a:prstDash val="solid"/>
              <a:headEnd type="none" w="med" len="med"/>
              <a:tailEnd type="none" w="med" len="med"/>
            </a:ln>
          </p:spPr>
        </p:sp>
        <p:sp>
          <p:nvSpPr>
            <p:cNvPr id="98326" name="Line 175"/>
            <p:cNvSpPr/>
            <p:nvPr/>
          </p:nvSpPr>
          <p:spPr>
            <a:xfrm flipV="1">
              <a:off x="3923" y="3834"/>
              <a:ext cx="47" cy="217"/>
            </a:xfrm>
            <a:prstGeom prst="line">
              <a:avLst/>
            </a:prstGeom>
            <a:ln w="12700" cap="flat" cmpd="sng">
              <a:solidFill>
                <a:srgbClr val="000000"/>
              </a:solidFill>
              <a:prstDash val="solid"/>
              <a:headEnd type="none" w="med" len="med"/>
              <a:tailEnd type="none" w="med" len="med"/>
            </a:ln>
          </p:spPr>
        </p:sp>
        <p:sp>
          <p:nvSpPr>
            <p:cNvPr id="98327" name="Line 176"/>
            <p:cNvSpPr/>
            <p:nvPr/>
          </p:nvSpPr>
          <p:spPr>
            <a:xfrm flipH="1" flipV="1">
              <a:off x="3651" y="3834"/>
              <a:ext cx="45" cy="217"/>
            </a:xfrm>
            <a:prstGeom prst="line">
              <a:avLst/>
            </a:prstGeom>
            <a:ln w="12700" cap="flat" cmpd="sng">
              <a:solidFill>
                <a:srgbClr val="000000"/>
              </a:solidFill>
              <a:prstDash val="solid"/>
              <a:headEnd type="none" w="med" len="med"/>
              <a:tailEnd type="none" w="med" len="med"/>
            </a:ln>
          </p:spPr>
        </p:sp>
        <p:sp>
          <p:nvSpPr>
            <p:cNvPr id="98328" name="Line 177"/>
            <p:cNvSpPr/>
            <p:nvPr/>
          </p:nvSpPr>
          <p:spPr>
            <a:xfrm flipH="1">
              <a:off x="3697" y="4060"/>
              <a:ext cx="232" cy="1"/>
            </a:xfrm>
            <a:prstGeom prst="line">
              <a:avLst/>
            </a:prstGeom>
            <a:ln w="12700" cap="flat" cmpd="sng">
              <a:solidFill>
                <a:srgbClr val="000000"/>
              </a:solidFill>
              <a:prstDash val="solid"/>
              <a:headEnd type="none" w="med" len="med"/>
              <a:tailEnd type="none" w="med" len="med"/>
            </a:ln>
          </p:spPr>
        </p:sp>
        <p:sp>
          <p:nvSpPr>
            <p:cNvPr id="98329" name="Rectangle 178"/>
            <p:cNvSpPr/>
            <p:nvPr/>
          </p:nvSpPr>
          <p:spPr>
            <a:xfrm>
              <a:off x="2744" y="3879"/>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3</a:t>
              </a:r>
              <a:endParaRPr lang="en-US" altLang="zh-CN" sz="1800" b="0" dirty="0">
                <a:solidFill>
                  <a:schemeClr val="tx1"/>
                </a:solidFill>
                <a:latin typeface="Arial" panose="020B0604020202020204" pitchFamily="34" charset="0"/>
              </a:endParaRPr>
            </a:p>
          </p:txBody>
        </p:sp>
        <p:sp>
          <p:nvSpPr>
            <p:cNvPr id="98330" name="Rectangle 179"/>
            <p:cNvSpPr/>
            <p:nvPr/>
          </p:nvSpPr>
          <p:spPr>
            <a:xfrm>
              <a:off x="3107" y="3879"/>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2</a:t>
              </a:r>
              <a:endParaRPr lang="en-US" altLang="zh-CN" sz="1800" b="0" dirty="0">
                <a:solidFill>
                  <a:schemeClr val="tx1"/>
                </a:solidFill>
                <a:latin typeface="Arial" panose="020B0604020202020204" pitchFamily="34" charset="0"/>
              </a:endParaRPr>
            </a:p>
          </p:txBody>
        </p:sp>
        <p:sp>
          <p:nvSpPr>
            <p:cNvPr id="98331" name="Rectangle 180"/>
            <p:cNvSpPr/>
            <p:nvPr/>
          </p:nvSpPr>
          <p:spPr>
            <a:xfrm>
              <a:off x="3470" y="3925"/>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98332" name="Rectangle 181"/>
            <p:cNvSpPr/>
            <p:nvPr/>
          </p:nvSpPr>
          <p:spPr>
            <a:xfrm>
              <a:off x="3787" y="3788"/>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98333" name="Line 182"/>
            <p:cNvSpPr/>
            <p:nvPr/>
          </p:nvSpPr>
          <p:spPr>
            <a:xfrm>
              <a:off x="1196" y="3047"/>
              <a:ext cx="1" cy="250"/>
            </a:xfrm>
            <a:prstGeom prst="line">
              <a:avLst/>
            </a:prstGeom>
            <a:ln w="12700" cap="flat" cmpd="sng">
              <a:solidFill>
                <a:srgbClr val="000000"/>
              </a:solidFill>
              <a:prstDash val="solid"/>
              <a:headEnd type="none" w="med" len="med"/>
              <a:tailEnd type="none" w="med" len="med"/>
            </a:ln>
          </p:spPr>
        </p:sp>
        <p:sp>
          <p:nvSpPr>
            <p:cNvPr id="98334" name="Line 183"/>
            <p:cNvSpPr/>
            <p:nvPr/>
          </p:nvSpPr>
          <p:spPr>
            <a:xfrm flipH="1">
              <a:off x="1193" y="3047"/>
              <a:ext cx="151" cy="1"/>
            </a:xfrm>
            <a:prstGeom prst="line">
              <a:avLst/>
            </a:prstGeom>
            <a:ln w="12700" cap="flat" cmpd="sng">
              <a:solidFill>
                <a:srgbClr val="000000"/>
              </a:solidFill>
              <a:prstDash val="solid"/>
              <a:headEnd type="none" w="med" len="med"/>
              <a:tailEnd type="none" w="med" len="med"/>
            </a:ln>
          </p:spPr>
        </p:sp>
        <p:sp>
          <p:nvSpPr>
            <p:cNvPr id="98335" name="Line 184"/>
            <p:cNvSpPr/>
            <p:nvPr/>
          </p:nvSpPr>
          <p:spPr>
            <a:xfrm>
              <a:off x="1347" y="3047"/>
              <a:ext cx="1" cy="250"/>
            </a:xfrm>
            <a:prstGeom prst="line">
              <a:avLst/>
            </a:prstGeom>
            <a:ln w="12700" cap="flat" cmpd="sng">
              <a:solidFill>
                <a:srgbClr val="000000"/>
              </a:solidFill>
              <a:prstDash val="solid"/>
              <a:headEnd type="none" w="med" len="med"/>
              <a:tailEnd type="none" w="med" len="med"/>
            </a:ln>
          </p:spPr>
        </p:sp>
        <p:sp>
          <p:nvSpPr>
            <p:cNvPr id="98336" name="Line 185"/>
            <p:cNvSpPr/>
            <p:nvPr/>
          </p:nvSpPr>
          <p:spPr>
            <a:xfrm flipH="1">
              <a:off x="1344" y="3297"/>
              <a:ext cx="174" cy="1"/>
            </a:xfrm>
            <a:prstGeom prst="line">
              <a:avLst/>
            </a:prstGeom>
            <a:ln w="12700" cap="flat" cmpd="sng">
              <a:solidFill>
                <a:srgbClr val="000000"/>
              </a:solidFill>
              <a:prstDash val="solid"/>
              <a:headEnd type="none" w="med" len="med"/>
              <a:tailEnd type="none" w="med" len="med"/>
            </a:ln>
          </p:spPr>
        </p:sp>
        <p:sp>
          <p:nvSpPr>
            <p:cNvPr id="98337" name="Line 186"/>
            <p:cNvSpPr/>
            <p:nvPr/>
          </p:nvSpPr>
          <p:spPr>
            <a:xfrm>
              <a:off x="1521" y="3047"/>
              <a:ext cx="1" cy="250"/>
            </a:xfrm>
            <a:prstGeom prst="line">
              <a:avLst/>
            </a:prstGeom>
            <a:ln w="12700" cap="flat" cmpd="sng">
              <a:solidFill>
                <a:srgbClr val="000000"/>
              </a:solidFill>
              <a:prstDash val="solid"/>
              <a:headEnd type="none" w="med" len="med"/>
              <a:tailEnd type="none" w="med" len="med"/>
            </a:ln>
          </p:spPr>
        </p:sp>
        <p:sp>
          <p:nvSpPr>
            <p:cNvPr id="98338" name="Line 187"/>
            <p:cNvSpPr/>
            <p:nvPr/>
          </p:nvSpPr>
          <p:spPr>
            <a:xfrm flipH="1">
              <a:off x="1518" y="3047"/>
              <a:ext cx="152" cy="1"/>
            </a:xfrm>
            <a:prstGeom prst="line">
              <a:avLst/>
            </a:prstGeom>
            <a:ln w="12700" cap="flat" cmpd="sng">
              <a:solidFill>
                <a:srgbClr val="000000"/>
              </a:solidFill>
              <a:prstDash val="solid"/>
              <a:headEnd type="none" w="med" len="med"/>
              <a:tailEnd type="none" w="med" len="med"/>
            </a:ln>
          </p:spPr>
        </p:sp>
        <p:sp>
          <p:nvSpPr>
            <p:cNvPr id="98339" name="Line 188"/>
            <p:cNvSpPr/>
            <p:nvPr/>
          </p:nvSpPr>
          <p:spPr>
            <a:xfrm flipH="1">
              <a:off x="1670" y="3297"/>
              <a:ext cx="174" cy="1"/>
            </a:xfrm>
            <a:prstGeom prst="line">
              <a:avLst/>
            </a:prstGeom>
            <a:ln w="12700" cap="flat" cmpd="sng">
              <a:solidFill>
                <a:srgbClr val="000000"/>
              </a:solidFill>
              <a:prstDash val="solid"/>
              <a:headEnd type="none" w="med" len="med"/>
              <a:tailEnd type="none" w="med" len="med"/>
            </a:ln>
          </p:spPr>
        </p:sp>
        <p:sp>
          <p:nvSpPr>
            <p:cNvPr id="98340" name="Line 189"/>
            <p:cNvSpPr/>
            <p:nvPr/>
          </p:nvSpPr>
          <p:spPr>
            <a:xfrm>
              <a:off x="1856" y="3047"/>
              <a:ext cx="1" cy="250"/>
            </a:xfrm>
            <a:prstGeom prst="line">
              <a:avLst/>
            </a:prstGeom>
            <a:ln w="12700" cap="flat" cmpd="sng">
              <a:solidFill>
                <a:srgbClr val="000000"/>
              </a:solidFill>
              <a:prstDash val="solid"/>
              <a:headEnd type="none" w="med" len="med"/>
              <a:tailEnd type="none" w="med" len="med"/>
            </a:ln>
          </p:spPr>
        </p:sp>
        <p:sp>
          <p:nvSpPr>
            <p:cNvPr id="98341" name="Line 190"/>
            <p:cNvSpPr/>
            <p:nvPr/>
          </p:nvSpPr>
          <p:spPr>
            <a:xfrm flipH="1">
              <a:off x="1853" y="3047"/>
              <a:ext cx="152" cy="1"/>
            </a:xfrm>
            <a:prstGeom prst="line">
              <a:avLst/>
            </a:prstGeom>
            <a:ln w="12700" cap="flat" cmpd="sng">
              <a:solidFill>
                <a:srgbClr val="000000"/>
              </a:solidFill>
              <a:prstDash val="solid"/>
              <a:headEnd type="none" w="med" len="med"/>
              <a:tailEnd type="none" w="med" len="med"/>
            </a:ln>
          </p:spPr>
        </p:sp>
        <p:sp>
          <p:nvSpPr>
            <p:cNvPr id="98342" name="Line 191"/>
            <p:cNvSpPr/>
            <p:nvPr/>
          </p:nvSpPr>
          <p:spPr>
            <a:xfrm>
              <a:off x="2007" y="3047"/>
              <a:ext cx="1" cy="250"/>
            </a:xfrm>
            <a:prstGeom prst="line">
              <a:avLst/>
            </a:prstGeom>
            <a:ln w="12700" cap="flat" cmpd="sng">
              <a:solidFill>
                <a:srgbClr val="000000"/>
              </a:solidFill>
              <a:prstDash val="solid"/>
              <a:headEnd type="none" w="med" len="med"/>
              <a:tailEnd type="none" w="med" len="med"/>
            </a:ln>
          </p:spPr>
        </p:sp>
        <p:sp>
          <p:nvSpPr>
            <p:cNvPr id="98343" name="Line 192"/>
            <p:cNvSpPr/>
            <p:nvPr/>
          </p:nvSpPr>
          <p:spPr>
            <a:xfrm flipH="1">
              <a:off x="2005" y="3297"/>
              <a:ext cx="173" cy="1"/>
            </a:xfrm>
            <a:prstGeom prst="line">
              <a:avLst/>
            </a:prstGeom>
            <a:ln w="12700" cap="flat" cmpd="sng">
              <a:solidFill>
                <a:srgbClr val="000000"/>
              </a:solidFill>
              <a:prstDash val="solid"/>
              <a:headEnd type="none" w="med" len="med"/>
              <a:tailEnd type="none" w="med" len="med"/>
            </a:ln>
          </p:spPr>
        </p:sp>
        <p:sp>
          <p:nvSpPr>
            <p:cNvPr id="98344" name="Line 193"/>
            <p:cNvSpPr/>
            <p:nvPr/>
          </p:nvSpPr>
          <p:spPr>
            <a:xfrm>
              <a:off x="2190" y="3047"/>
              <a:ext cx="1" cy="250"/>
            </a:xfrm>
            <a:prstGeom prst="line">
              <a:avLst/>
            </a:prstGeom>
            <a:ln w="12700" cap="flat" cmpd="sng">
              <a:solidFill>
                <a:srgbClr val="000000"/>
              </a:solidFill>
              <a:prstDash val="solid"/>
              <a:headEnd type="none" w="med" len="med"/>
              <a:tailEnd type="none" w="med" len="med"/>
            </a:ln>
          </p:spPr>
        </p:sp>
        <p:sp>
          <p:nvSpPr>
            <p:cNvPr id="98345" name="Line 194"/>
            <p:cNvSpPr/>
            <p:nvPr/>
          </p:nvSpPr>
          <p:spPr>
            <a:xfrm flipH="1">
              <a:off x="2188" y="3047"/>
              <a:ext cx="151" cy="1"/>
            </a:xfrm>
            <a:prstGeom prst="line">
              <a:avLst/>
            </a:prstGeom>
            <a:ln w="12700" cap="flat" cmpd="sng">
              <a:solidFill>
                <a:srgbClr val="000000"/>
              </a:solidFill>
              <a:prstDash val="solid"/>
              <a:headEnd type="none" w="med" len="med"/>
              <a:tailEnd type="none" w="med" len="med"/>
            </a:ln>
          </p:spPr>
        </p:sp>
        <p:sp>
          <p:nvSpPr>
            <p:cNvPr id="98346" name="Line 195"/>
            <p:cNvSpPr/>
            <p:nvPr/>
          </p:nvSpPr>
          <p:spPr>
            <a:xfrm>
              <a:off x="2341" y="3047"/>
              <a:ext cx="1" cy="250"/>
            </a:xfrm>
            <a:prstGeom prst="line">
              <a:avLst/>
            </a:prstGeom>
            <a:ln w="12700" cap="flat" cmpd="sng">
              <a:solidFill>
                <a:srgbClr val="000000"/>
              </a:solidFill>
              <a:prstDash val="solid"/>
              <a:headEnd type="none" w="med" len="med"/>
              <a:tailEnd type="none" w="med" len="med"/>
            </a:ln>
          </p:spPr>
        </p:sp>
        <p:sp>
          <p:nvSpPr>
            <p:cNvPr id="98347" name="Line 196"/>
            <p:cNvSpPr/>
            <p:nvPr/>
          </p:nvSpPr>
          <p:spPr>
            <a:xfrm flipH="1">
              <a:off x="2339" y="3297"/>
              <a:ext cx="174" cy="1"/>
            </a:xfrm>
            <a:prstGeom prst="line">
              <a:avLst/>
            </a:prstGeom>
            <a:ln w="12700" cap="flat" cmpd="sng">
              <a:solidFill>
                <a:srgbClr val="000000"/>
              </a:solidFill>
              <a:prstDash val="solid"/>
              <a:headEnd type="none" w="med" len="med"/>
              <a:tailEnd type="none" w="med" len="med"/>
            </a:ln>
          </p:spPr>
        </p:sp>
        <p:sp>
          <p:nvSpPr>
            <p:cNvPr id="98348" name="Line 197"/>
            <p:cNvSpPr/>
            <p:nvPr/>
          </p:nvSpPr>
          <p:spPr>
            <a:xfrm>
              <a:off x="2515" y="3047"/>
              <a:ext cx="1" cy="250"/>
            </a:xfrm>
            <a:prstGeom prst="line">
              <a:avLst/>
            </a:prstGeom>
            <a:ln w="12700" cap="flat" cmpd="sng">
              <a:solidFill>
                <a:srgbClr val="000000"/>
              </a:solidFill>
              <a:prstDash val="solid"/>
              <a:headEnd type="none" w="med" len="med"/>
              <a:tailEnd type="none" w="med" len="med"/>
            </a:ln>
          </p:spPr>
        </p:sp>
        <p:sp>
          <p:nvSpPr>
            <p:cNvPr id="98349" name="Line 198"/>
            <p:cNvSpPr/>
            <p:nvPr/>
          </p:nvSpPr>
          <p:spPr>
            <a:xfrm flipH="1">
              <a:off x="2513" y="3047"/>
              <a:ext cx="152" cy="1"/>
            </a:xfrm>
            <a:prstGeom prst="line">
              <a:avLst/>
            </a:prstGeom>
            <a:ln w="12700" cap="flat" cmpd="sng">
              <a:solidFill>
                <a:srgbClr val="000000"/>
              </a:solidFill>
              <a:prstDash val="solid"/>
              <a:headEnd type="none" w="med" len="med"/>
              <a:tailEnd type="none" w="med" len="med"/>
            </a:ln>
          </p:spPr>
        </p:sp>
        <p:sp>
          <p:nvSpPr>
            <p:cNvPr id="98350" name="Line 199"/>
            <p:cNvSpPr/>
            <p:nvPr/>
          </p:nvSpPr>
          <p:spPr>
            <a:xfrm>
              <a:off x="2667" y="3047"/>
              <a:ext cx="1" cy="250"/>
            </a:xfrm>
            <a:prstGeom prst="line">
              <a:avLst/>
            </a:prstGeom>
            <a:ln w="12700" cap="flat" cmpd="sng">
              <a:solidFill>
                <a:srgbClr val="000000"/>
              </a:solidFill>
              <a:prstDash val="solid"/>
              <a:headEnd type="none" w="med" len="med"/>
              <a:tailEnd type="none" w="med" len="med"/>
            </a:ln>
          </p:spPr>
        </p:sp>
        <p:sp>
          <p:nvSpPr>
            <p:cNvPr id="98351" name="Line 200"/>
            <p:cNvSpPr/>
            <p:nvPr/>
          </p:nvSpPr>
          <p:spPr>
            <a:xfrm flipH="1">
              <a:off x="2665" y="3297"/>
              <a:ext cx="173" cy="1"/>
            </a:xfrm>
            <a:prstGeom prst="line">
              <a:avLst/>
            </a:prstGeom>
            <a:ln w="12700" cap="flat" cmpd="sng">
              <a:solidFill>
                <a:srgbClr val="000000"/>
              </a:solidFill>
              <a:prstDash val="solid"/>
              <a:headEnd type="none" w="med" len="med"/>
              <a:tailEnd type="none" w="med" len="med"/>
            </a:ln>
          </p:spPr>
        </p:sp>
        <p:sp>
          <p:nvSpPr>
            <p:cNvPr id="98352" name="Line 201"/>
            <p:cNvSpPr/>
            <p:nvPr/>
          </p:nvSpPr>
          <p:spPr>
            <a:xfrm>
              <a:off x="2849" y="3047"/>
              <a:ext cx="1" cy="250"/>
            </a:xfrm>
            <a:prstGeom prst="line">
              <a:avLst/>
            </a:prstGeom>
            <a:ln w="12700" cap="flat" cmpd="sng">
              <a:solidFill>
                <a:srgbClr val="000000"/>
              </a:solidFill>
              <a:prstDash val="solid"/>
              <a:headEnd type="none" w="med" len="med"/>
              <a:tailEnd type="none" w="med" len="med"/>
            </a:ln>
          </p:spPr>
        </p:sp>
        <p:sp>
          <p:nvSpPr>
            <p:cNvPr id="98353" name="Line 202"/>
            <p:cNvSpPr/>
            <p:nvPr/>
          </p:nvSpPr>
          <p:spPr>
            <a:xfrm flipH="1">
              <a:off x="2847" y="3047"/>
              <a:ext cx="152" cy="1"/>
            </a:xfrm>
            <a:prstGeom prst="line">
              <a:avLst/>
            </a:prstGeom>
            <a:ln w="12700" cap="flat" cmpd="sng">
              <a:solidFill>
                <a:srgbClr val="000000"/>
              </a:solidFill>
              <a:prstDash val="solid"/>
              <a:headEnd type="none" w="med" len="med"/>
              <a:tailEnd type="none" w="med" len="med"/>
            </a:ln>
          </p:spPr>
        </p:sp>
        <p:sp>
          <p:nvSpPr>
            <p:cNvPr id="98354" name="Line 203"/>
            <p:cNvSpPr/>
            <p:nvPr/>
          </p:nvSpPr>
          <p:spPr>
            <a:xfrm>
              <a:off x="3001" y="3047"/>
              <a:ext cx="1" cy="250"/>
            </a:xfrm>
            <a:prstGeom prst="line">
              <a:avLst/>
            </a:prstGeom>
            <a:ln w="12700" cap="flat" cmpd="sng">
              <a:solidFill>
                <a:srgbClr val="000000"/>
              </a:solidFill>
              <a:prstDash val="solid"/>
              <a:headEnd type="none" w="med" len="med"/>
              <a:tailEnd type="none" w="med" len="med"/>
            </a:ln>
          </p:spPr>
        </p:sp>
        <p:sp>
          <p:nvSpPr>
            <p:cNvPr id="98355" name="Line 204"/>
            <p:cNvSpPr/>
            <p:nvPr/>
          </p:nvSpPr>
          <p:spPr>
            <a:xfrm flipH="1">
              <a:off x="2999" y="3297"/>
              <a:ext cx="174" cy="1"/>
            </a:xfrm>
            <a:prstGeom prst="line">
              <a:avLst/>
            </a:prstGeom>
            <a:ln w="12700" cap="flat" cmpd="sng">
              <a:solidFill>
                <a:srgbClr val="000000"/>
              </a:solidFill>
              <a:prstDash val="solid"/>
              <a:headEnd type="none" w="med" len="med"/>
              <a:tailEnd type="none" w="med" len="med"/>
            </a:ln>
          </p:spPr>
        </p:sp>
        <p:sp>
          <p:nvSpPr>
            <p:cNvPr id="98356" name="Line 205"/>
            <p:cNvSpPr/>
            <p:nvPr/>
          </p:nvSpPr>
          <p:spPr>
            <a:xfrm>
              <a:off x="3184" y="3047"/>
              <a:ext cx="1" cy="250"/>
            </a:xfrm>
            <a:prstGeom prst="line">
              <a:avLst/>
            </a:prstGeom>
            <a:ln w="12700" cap="flat" cmpd="sng">
              <a:solidFill>
                <a:srgbClr val="000000"/>
              </a:solidFill>
              <a:prstDash val="solid"/>
              <a:headEnd type="none" w="med" len="med"/>
              <a:tailEnd type="none" w="med" len="med"/>
            </a:ln>
          </p:spPr>
        </p:sp>
        <p:sp>
          <p:nvSpPr>
            <p:cNvPr id="98357" name="Line 206"/>
            <p:cNvSpPr/>
            <p:nvPr/>
          </p:nvSpPr>
          <p:spPr>
            <a:xfrm flipH="1">
              <a:off x="3182" y="3047"/>
              <a:ext cx="151" cy="1"/>
            </a:xfrm>
            <a:prstGeom prst="line">
              <a:avLst/>
            </a:prstGeom>
            <a:ln w="12700" cap="flat" cmpd="sng">
              <a:solidFill>
                <a:srgbClr val="000000"/>
              </a:solidFill>
              <a:prstDash val="solid"/>
              <a:headEnd type="none" w="med" len="med"/>
              <a:tailEnd type="none" w="med" len="med"/>
            </a:ln>
          </p:spPr>
        </p:sp>
        <p:sp>
          <p:nvSpPr>
            <p:cNvPr id="98358" name="Line 207"/>
            <p:cNvSpPr/>
            <p:nvPr/>
          </p:nvSpPr>
          <p:spPr>
            <a:xfrm>
              <a:off x="3336" y="3047"/>
              <a:ext cx="1" cy="250"/>
            </a:xfrm>
            <a:prstGeom prst="line">
              <a:avLst/>
            </a:prstGeom>
            <a:ln w="12700" cap="flat" cmpd="sng">
              <a:solidFill>
                <a:srgbClr val="000000"/>
              </a:solidFill>
              <a:prstDash val="solid"/>
              <a:headEnd type="none" w="med" len="med"/>
              <a:tailEnd type="none" w="med" len="med"/>
            </a:ln>
          </p:spPr>
        </p:sp>
        <p:sp>
          <p:nvSpPr>
            <p:cNvPr id="98359" name="Line 208"/>
            <p:cNvSpPr/>
            <p:nvPr/>
          </p:nvSpPr>
          <p:spPr>
            <a:xfrm flipH="1">
              <a:off x="3333" y="3297"/>
              <a:ext cx="174" cy="1"/>
            </a:xfrm>
            <a:prstGeom prst="line">
              <a:avLst/>
            </a:prstGeom>
            <a:ln w="12700" cap="flat" cmpd="sng">
              <a:solidFill>
                <a:srgbClr val="000000"/>
              </a:solidFill>
              <a:prstDash val="solid"/>
              <a:headEnd type="none" w="med" len="med"/>
              <a:tailEnd type="none" w="med" len="med"/>
            </a:ln>
          </p:spPr>
        </p:sp>
        <p:sp>
          <p:nvSpPr>
            <p:cNvPr id="98360" name="Line 209"/>
            <p:cNvSpPr/>
            <p:nvPr/>
          </p:nvSpPr>
          <p:spPr>
            <a:xfrm>
              <a:off x="3510" y="3047"/>
              <a:ext cx="1" cy="250"/>
            </a:xfrm>
            <a:prstGeom prst="line">
              <a:avLst/>
            </a:prstGeom>
            <a:ln w="12700" cap="flat" cmpd="sng">
              <a:solidFill>
                <a:srgbClr val="000000"/>
              </a:solidFill>
              <a:prstDash val="solid"/>
              <a:headEnd type="none" w="med" len="med"/>
              <a:tailEnd type="none" w="med" len="med"/>
            </a:ln>
          </p:spPr>
        </p:sp>
        <p:sp>
          <p:nvSpPr>
            <p:cNvPr id="98361" name="Line 210"/>
            <p:cNvSpPr/>
            <p:nvPr/>
          </p:nvSpPr>
          <p:spPr>
            <a:xfrm flipH="1">
              <a:off x="3507" y="3047"/>
              <a:ext cx="152" cy="1"/>
            </a:xfrm>
            <a:prstGeom prst="line">
              <a:avLst/>
            </a:prstGeom>
            <a:ln w="12700" cap="flat" cmpd="sng">
              <a:solidFill>
                <a:srgbClr val="000000"/>
              </a:solidFill>
              <a:prstDash val="solid"/>
              <a:headEnd type="none" w="med" len="med"/>
              <a:tailEnd type="none" w="med" len="med"/>
            </a:ln>
          </p:spPr>
        </p:sp>
        <p:sp>
          <p:nvSpPr>
            <p:cNvPr id="98362" name="Line 211"/>
            <p:cNvSpPr/>
            <p:nvPr/>
          </p:nvSpPr>
          <p:spPr>
            <a:xfrm>
              <a:off x="3661" y="3047"/>
              <a:ext cx="1" cy="250"/>
            </a:xfrm>
            <a:prstGeom prst="line">
              <a:avLst/>
            </a:prstGeom>
            <a:ln w="12700" cap="flat" cmpd="sng">
              <a:solidFill>
                <a:srgbClr val="000000"/>
              </a:solidFill>
              <a:prstDash val="solid"/>
              <a:headEnd type="none" w="med" len="med"/>
              <a:tailEnd type="none" w="med" len="med"/>
            </a:ln>
          </p:spPr>
        </p:sp>
        <p:sp>
          <p:nvSpPr>
            <p:cNvPr id="98363" name="Line 212"/>
            <p:cNvSpPr/>
            <p:nvPr/>
          </p:nvSpPr>
          <p:spPr>
            <a:xfrm flipH="1">
              <a:off x="3659" y="3297"/>
              <a:ext cx="174" cy="1"/>
            </a:xfrm>
            <a:prstGeom prst="line">
              <a:avLst/>
            </a:prstGeom>
            <a:ln w="12700" cap="flat" cmpd="sng">
              <a:solidFill>
                <a:srgbClr val="000000"/>
              </a:solidFill>
              <a:prstDash val="solid"/>
              <a:headEnd type="none" w="med" len="med"/>
              <a:tailEnd type="none" w="med" len="med"/>
            </a:ln>
          </p:spPr>
        </p:sp>
        <p:sp>
          <p:nvSpPr>
            <p:cNvPr id="98364" name="Line 213"/>
            <p:cNvSpPr/>
            <p:nvPr/>
          </p:nvSpPr>
          <p:spPr>
            <a:xfrm>
              <a:off x="3831" y="3047"/>
              <a:ext cx="1" cy="250"/>
            </a:xfrm>
            <a:prstGeom prst="line">
              <a:avLst/>
            </a:prstGeom>
            <a:ln w="12700" cap="flat" cmpd="sng">
              <a:solidFill>
                <a:srgbClr val="000000"/>
              </a:solidFill>
              <a:prstDash val="solid"/>
              <a:headEnd type="none" w="med" len="med"/>
              <a:tailEnd type="none" w="med" len="med"/>
            </a:ln>
          </p:spPr>
        </p:sp>
        <p:sp>
          <p:nvSpPr>
            <p:cNvPr id="98365" name="Line 214"/>
            <p:cNvSpPr/>
            <p:nvPr/>
          </p:nvSpPr>
          <p:spPr>
            <a:xfrm flipH="1">
              <a:off x="3828" y="3047"/>
              <a:ext cx="152" cy="1"/>
            </a:xfrm>
            <a:prstGeom prst="line">
              <a:avLst/>
            </a:prstGeom>
            <a:ln w="12700" cap="flat" cmpd="sng">
              <a:solidFill>
                <a:srgbClr val="000000"/>
              </a:solidFill>
              <a:prstDash val="solid"/>
              <a:headEnd type="none" w="med" len="med"/>
              <a:tailEnd type="none" w="med" len="med"/>
            </a:ln>
          </p:spPr>
        </p:sp>
        <p:sp>
          <p:nvSpPr>
            <p:cNvPr id="98366" name="Line 215"/>
            <p:cNvSpPr/>
            <p:nvPr/>
          </p:nvSpPr>
          <p:spPr>
            <a:xfrm>
              <a:off x="3982" y="3047"/>
              <a:ext cx="1" cy="250"/>
            </a:xfrm>
            <a:prstGeom prst="line">
              <a:avLst/>
            </a:prstGeom>
            <a:ln w="12700" cap="flat" cmpd="sng">
              <a:solidFill>
                <a:srgbClr val="000000"/>
              </a:solidFill>
              <a:prstDash val="solid"/>
              <a:headEnd type="none" w="med" len="med"/>
              <a:tailEnd type="none" w="med" len="med"/>
            </a:ln>
          </p:spPr>
        </p:sp>
        <p:sp>
          <p:nvSpPr>
            <p:cNvPr id="98367" name="Line 216"/>
            <p:cNvSpPr/>
            <p:nvPr/>
          </p:nvSpPr>
          <p:spPr>
            <a:xfrm flipH="1">
              <a:off x="3980" y="3297"/>
              <a:ext cx="174" cy="1"/>
            </a:xfrm>
            <a:prstGeom prst="line">
              <a:avLst/>
            </a:prstGeom>
            <a:ln w="12700" cap="flat" cmpd="sng">
              <a:solidFill>
                <a:srgbClr val="000000"/>
              </a:solidFill>
              <a:prstDash val="solid"/>
              <a:headEnd type="none" w="med" len="med"/>
              <a:tailEnd type="none" w="med" len="med"/>
            </a:ln>
          </p:spPr>
        </p:sp>
        <p:sp>
          <p:nvSpPr>
            <p:cNvPr id="98368" name="Line 217"/>
            <p:cNvSpPr/>
            <p:nvPr/>
          </p:nvSpPr>
          <p:spPr>
            <a:xfrm>
              <a:off x="4156" y="3047"/>
              <a:ext cx="1" cy="250"/>
            </a:xfrm>
            <a:prstGeom prst="line">
              <a:avLst/>
            </a:prstGeom>
            <a:ln w="12700" cap="flat" cmpd="sng">
              <a:solidFill>
                <a:srgbClr val="000000"/>
              </a:solidFill>
              <a:prstDash val="solid"/>
              <a:headEnd type="none" w="med" len="med"/>
              <a:tailEnd type="none" w="med" len="med"/>
            </a:ln>
          </p:spPr>
        </p:sp>
        <p:sp>
          <p:nvSpPr>
            <p:cNvPr id="98369" name="Line 218"/>
            <p:cNvSpPr/>
            <p:nvPr/>
          </p:nvSpPr>
          <p:spPr>
            <a:xfrm flipH="1">
              <a:off x="4154" y="3047"/>
              <a:ext cx="151" cy="1"/>
            </a:xfrm>
            <a:prstGeom prst="line">
              <a:avLst/>
            </a:prstGeom>
            <a:ln w="12700" cap="flat" cmpd="sng">
              <a:solidFill>
                <a:srgbClr val="000000"/>
              </a:solidFill>
              <a:prstDash val="solid"/>
              <a:headEnd type="none" w="med" len="med"/>
              <a:tailEnd type="none" w="med" len="med"/>
            </a:ln>
          </p:spPr>
        </p:sp>
        <p:sp>
          <p:nvSpPr>
            <p:cNvPr id="98370" name="Line 219"/>
            <p:cNvSpPr/>
            <p:nvPr/>
          </p:nvSpPr>
          <p:spPr>
            <a:xfrm>
              <a:off x="4308" y="3047"/>
              <a:ext cx="1" cy="250"/>
            </a:xfrm>
            <a:prstGeom prst="line">
              <a:avLst/>
            </a:prstGeom>
            <a:ln w="12700" cap="flat" cmpd="sng">
              <a:solidFill>
                <a:srgbClr val="000000"/>
              </a:solidFill>
              <a:prstDash val="solid"/>
              <a:headEnd type="none" w="med" len="med"/>
              <a:tailEnd type="none" w="med" len="med"/>
            </a:ln>
          </p:spPr>
        </p:sp>
        <p:sp>
          <p:nvSpPr>
            <p:cNvPr id="98371" name="Line 220"/>
            <p:cNvSpPr/>
            <p:nvPr/>
          </p:nvSpPr>
          <p:spPr>
            <a:xfrm flipH="1">
              <a:off x="4305" y="3297"/>
              <a:ext cx="174" cy="1"/>
            </a:xfrm>
            <a:prstGeom prst="line">
              <a:avLst/>
            </a:prstGeom>
            <a:ln w="12700" cap="flat" cmpd="sng">
              <a:solidFill>
                <a:srgbClr val="000000"/>
              </a:solidFill>
              <a:prstDash val="solid"/>
              <a:headEnd type="none" w="med" len="med"/>
              <a:tailEnd type="none" w="med" len="med"/>
            </a:ln>
          </p:spPr>
        </p:sp>
        <p:sp>
          <p:nvSpPr>
            <p:cNvPr id="98372" name="Line 221"/>
            <p:cNvSpPr/>
            <p:nvPr/>
          </p:nvSpPr>
          <p:spPr>
            <a:xfrm>
              <a:off x="4479" y="3047"/>
              <a:ext cx="1" cy="250"/>
            </a:xfrm>
            <a:prstGeom prst="line">
              <a:avLst/>
            </a:prstGeom>
            <a:ln w="12700" cap="flat" cmpd="sng">
              <a:solidFill>
                <a:srgbClr val="000000"/>
              </a:solidFill>
              <a:prstDash val="solid"/>
              <a:headEnd type="none" w="med" len="med"/>
              <a:tailEnd type="none" w="med" len="med"/>
            </a:ln>
          </p:spPr>
        </p:sp>
        <p:sp>
          <p:nvSpPr>
            <p:cNvPr id="98373" name="Line 222"/>
            <p:cNvSpPr/>
            <p:nvPr/>
          </p:nvSpPr>
          <p:spPr>
            <a:xfrm flipH="1">
              <a:off x="4477" y="3047"/>
              <a:ext cx="152" cy="1"/>
            </a:xfrm>
            <a:prstGeom prst="line">
              <a:avLst/>
            </a:prstGeom>
            <a:ln w="12700" cap="flat" cmpd="sng">
              <a:solidFill>
                <a:srgbClr val="000000"/>
              </a:solidFill>
              <a:prstDash val="solid"/>
              <a:headEnd type="none" w="med" len="med"/>
              <a:tailEnd type="none" w="med" len="med"/>
            </a:ln>
          </p:spPr>
        </p:sp>
        <p:sp>
          <p:nvSpPr>
            <p:cNvPr id="98374" name="Line 223"/>
            <p:cNvSpPr/>
            <p:nvPr/>
          </p:nvSpPr>
          <p:spPr>
            <a:xfrm flipH="1">
              <a:off x="1041" y="3297"/>
              <a:ext cx="151" cy="1"/>
            </a:xfrm>
            <a:prstGeom prst="line">
              <a:avLst/>
            </a:prstGeom>
            <a:ln w="12700" cap="flat" cmpd="sng">
              <a:solidFill>
                <a:srgbClr val="000000"/>
              </a:solidFill>
              <a:prstDash val="solid"/>
              <a:headEnd type="none" w="med" len="med"/>
              <a:tailEnd type="none" w="med" len="med"/>
            </a:ln>
          </p:spPr>
        </p:sp>
        <p:sp>
          <p:nvSpPr>
            <p:cNvPr id="98375" name="Line 224"/>
            <p:cNvSpPr/>
            <p:nvPr/>
          </p:nvSpPr>
          <p:spPr>
            <a:xfrm>
              <a:off x="1672" y="3047"/>
              <a:ext cx="1" cy="250"/>
            </a:xfrm>
            <a:prstGeom prst="line">
              <a:avLst/>
            </a:prstGeom>
            <a:ln w="12700" cap="flat" cmpd="sng">
              <a:solidFill>
                <a:srgbClr val="000000"/>
              </a:solidFill>
              <a:prstDash val="solid"/>
              <a:headEnd type="none" w="med" len="med"/>
              <a:tailEnd type="none" w="med" len="med"/>
            </a:ln>
          </p:spPr>
        </p:sp>
        <p:sp>
          <p:nvSpPr>
            <p:cNvPr id="98376" name="Line 225"/>
            <p:cNvSpPr/>
            <p:nvPr/>
          </p:nvSpPr>
          <p:spPr>
            <a:xfrm>
              <a:off x="2341" y="3269"/>
              <a:ext cx="1" cy="63"/>
            </a:xfrm>
            <a:prstGeom prst="line">
              <a:avLst/>
            </a:prstGeom>
            <a:ln w="12700" cap="flat" cmpd="sng">
              <a:solidFill>
                <a:srgbClr val="000000"/>
              </a:solidFill>
              <a:prstDash val="solid"/>
              <a:headEnd type="none" w="med" len="med"/>
              <a:tailEnd type="none" w="med" len="med"/>
            </a:ln>
          </p:spPr>
        </p:sp>
        <p:sp>
          <p:nvSpPr>
            <p:cNvPr id="98377" name="Line 226"/>
            <p:cNvSpPr/>
            <p:nvPr/>
          </p:nvSpPr>
          <p:spPr>
            <a:xfrm>
              <a:off x="2341" y="3371"/>
              <a:ext cx="1" cy="63"/>
            </a:xfrm>
            <a:prstGeom prst="line">
              <a:avLst/>
            </a:prstGeom>
            <a:ln w="12700" cap="flat" cmpd="sng">
              <a:solidFill>
                <a:srgbClr val="000000"/>
              </a:solidFill>
              <a:prstDash val="solid"/>
              <a:headEnd type="none" w="med" len="med"/>
              <a:tailEnd type="none" w="med" len="med"/>
            </a:ln>
          </p:spPr>
        </p:sp>
        <p:sp>
          <p:nvSpPr>
            <p:cNvPr id="98378" name="Line 227"/>
            <p:cNvSpPr/>
            <p:nvPr/>
          </p:nvSpPr>
          <p:spPr>
            <a:xfrm>
              <a:off x="2341" y="3473"/>
              <a:ext cx="1" cy="63"/>
            </a:xfrm>
            <a:prstGeom prst="line">
              <a:avLst/>
            </a:prstGeom>
            <a:ln w="12700" cap="flat" cmpd="sng">
              <a:solidFill>
                <a:srgbClr val="000000"/>
              </a:solidFill>
              <a:prstDash val="solid"/>
              <a:headEnd type="none" w="med" len="med"/>
              <a:tailEnd type="none" w="med" len="med"/>
            </a:ln>
          </p:spPr>
        </p:sp>
        <p:sp>
          <p:nvSpPr>
            <p:cNvPr id="98379" name="Line 228"/>
            <p:cNvSpPr/>
            <p:nvPr/>
          </p:nvSpPr>
          <p:spPr>
            <a:xfrm>
              <a:off x="2341" y="3575"/>
              <a:ext cx="1" cy="63"/>
            </a:xfrm>
            <a:prstGeom prst="line">
              <a:avLst/>
            </a:prstGeom>
            <a:ln w="12700" cap="flat" cmpd="sng">
              <a:solidFill>
                <a:srgbClr val="000000"/>
              </a:solidFill>
              <a:prstDash val="solid"/>
              <a:headEnd type="none" w="med" len="med"/>
              <a:tailEnd type="none" w="med" len="med"/>
            </a:ln>
          </p:spPr>
        </p:sp>
        <p:sp>
          <p:nvSpPr>
            <p:cNvPr id="98380" name="Line 229"/>
            <p:cNvSpPr/>
            <p:nvPr/>
          </p:nvSpPr>
          <p:spPr>
            <a:xfrm>
              <a:off x="2341" y="3677"/>
              <a:ext cx="1" cy="63"/>
            </a:xfrm>
            <a:prstGeom prst="line">
              <a:avLst/>
            </a:prstGeom>
            <a:ln w="12700" cap="flat" cmpd="sng">
              <a:solidFill>
                <a:srgbClr val="000000"/>
              </a:solidFill>
              <a:prstDash val="solid"/>
              <a:headEnd type="none" w="med" len="med"/>
              <a:tailEnd type="none" w="med" len="med"/>
            </a:ln>
          </p:spPr>
        </p:sp>
        <p:sp>
          <p:nvSpPr>
            <p:cNvPr id="98381" name="Line 230"/>
            <p:cNvSpPr/>
            <p:nvPr/>
          </p:nvSpPr>
          <p:spPr>
            <a:xfrm>
              <a:off x="2341" y="3779"/>
              <a:ext cx="1" cy="63"/>
            </a:xfrm>
            <a:prstGeom prst="line">
              <a:avLst/>
            </a:prstGeom>
            <a:ln w="12700" cap="flat" cmpd="sng">
              <a:solidFill>
                <a:srgbClr val="000000"/>
              </a:solidFill>
              <a:prstDash val="solid"/>
              <a:headEnd type="none" w="med" len="med"/>
              <a:tailEnd type="none" w="med" len="med"/>
            </a:ln>
          </p:spPr>
        </p:sp>
        <p:sp>
          <p:nvSpPr>
            <p:cNvPr id="98382" name="Line 231"/>
            <p:cNvSpPr/>
            <p:nvPr/>
          </p:nvSpPr>
          <p:spPr>
            <a:xfrm>
              <a:off x="2341" y="3791"/>
              <a:ext cx="1" cy="63"/>
            </a:xfrm>
            <a:prstGeom prst="line">
              <a:avLst/>
            </a:prstGeom>
            <a:ln w="12700" cap="flat" cmpd="sng">
              <a:solidFill>
                <a:srgbClr val="000000"/>
              </a:solidFill>
              <a:prstDash val="solid"/>
              <a:headEnd type="none" w="med" len="med"/>
              <a:tailEnd type="none" w="med" len="med"/>
            </a:ln>
          </p:spPr>
        </p:sp>
        <p:sp>
          <p:nvSpPr>
            <p:cNvPr id="98383" name="Line 232"/>
            <p:cNvSpPr/>
            <p:nvPr/>
          </p:nvSpPr>
          <p:spPr>
            <a:xfrm>
              <a:off x="2341" y="3893"/>
              <a:ext cx="1" cy="63"/>
            </a:xfrm>
            <a:prstGeom prst="line">
              <a:avLst/>
            </a:prstGeom>
            <a:ln w="12700" cap="flat" cmpd="sng">
              <a:solidFill>
                <a:srgbClr val="000000"/>
              </a:solidFill>
              <a:prstDash val="solid"/>
              <a:headEnd type="none" w="med" len="med"/>
              <a:tailEnd type="none" w="med" len="med"/>
            </a:ln>
          </p:spPr>
        </p:sp>
        <p:sp>
          <p:nvSpPr>
            <p:cNvPr id="98384" name="Line 233"/>
            <p:cNvSpPr/>
            <p:nvPr/>
          </p:nvSpPr>
          <p:spPr>
            <a:xfrm>
              <a:off x="2341" y="3995"/>
              <a:ext cx="1" cy="63"/>
            </a:xfrm>
            <a:prstGeom prst="line">
              <a:avLst/>
            </a:prstGeom>
            <a:ln w="12700" cap="flat" cmpd="sng">
              <a:solidFill>
                <a:srgbClr val="000000"/>
              </a:solidFill>
              <a:prstDash val="solid"/>
              <a:headEnd type="none" w="med" len="med"/>
              <a:tailEnd type="none" w="med" len="med"/>
            </a:ln>
          </p:spPr>
        </p:sp>
        <p:sp>
          <p:nvSpPr>
            <p:cNvPr id="98385" name="Line 234"/>
            <p:cNvSpPr/>
            <p:nvPr/>
          </p:nvSpPr>
          <p:spPr>
            <a:xfrm>
              <a:off x="2341" y="4097"/>
              <a:ext cx="1" cy="27"/>
            </a:xfrm>
            <a:prstGeom prst="line">
              <a:avLst/>
            </a:prstGeom>
            <a:ln w="12700" cap="flat" cmpd="sng">
              <a:solidFill>
                <a:srgbClr val="000000"/>
              </a:solidFill>
              <a:prstDash val="solid"/>
              <a:headEnd type="none" w="med" len="med"/>
              <a:tailEnd type="none" w="med" len="med"/>
            </a:ln>
          </p:spPr>
        </p:sp>
        <p:sp>
          <p:nvSpPr>
            <p:cNvPr id="98386" name="Line 235"/>
            <p:cNvSpPr/>
            <p:nvPr/>
          </p:nvSpPr>
          <p:spPr>
            <a:xfrm>
              <a:off x="2667" y="3269"/>
              <a:ext cx="1" cy="63"/>
            </a:xfrm>
            <a:prstGeom prst="line">
              <a:avLst/>
            </a:prstGeom>
            <a:ln w="12700" cap="flat" cmpd="sng">
              <a:solidFill>
                <a:srgbClr val="000000"/>
              </a:solidFill>
              <a:prstDash val="solid"/>
              <a:headEnd type="none" w="med" len="med"/>
              <a:tailEnd type="none" w="med" len="med"/>
            </a:ln>
          </p:spPr>
        </p:sp>
        <p:sp>
          <p:nvSpPr>
            <p:cNvPr id="98387" name="Line 236"/>
            <p:cNvSpPr/>
            <p:nvPr/>
          </p:nvSpPr>
          <p:spPr>
            <a:xfrm>
              <a:off x="2667" y="3371"/>
              <a:ext cx="1" cy="63"/>
            </a:xfrm>
            <a:prstGeom prst="line">
              <a:avLst/>
            </a:prstGeom>
            <a:ln w="12700" cap="flat" cmpd="sng">
              <a:solidFill>
                <a:srgbClr val="000000"/>
              </a:solidFill>
              <a:prstDash val="solid"/>
              <a:headEnd type="none" w="med" len="med"/>
              <a:tailEnd type="none" w="med" len="med"/>
            </a:ln>
          </p:spPr>
        </p:sp>
        <p:sp>
          <p:nvSpPr>
            <p:cNvPr id="98388" name="Line 237"/>
            <p:cNvSpPr/>
            <p:nvPr/>
          </p:nvSpPr>
          <p:spPr>
            <a:xfrm>
              <a:off x="2667" y="3473"/>
              <a:ext cx="1" cy="63"/>
            </a:xfrm>
            <a:prstGeom prst="line">
              <a:avLst/>
            </a:prstGeom>
            <a:ln w="12700" cap="flat" cmpd="sng">
              <a:solidFill>
                <a:srgbClr val="000000"/>
              </a:solidFill>
              <a:prstDash val="solid"/>
              <a:headEnd type="none" w="med" len="med"/>
              <a:tailEnd type="none" w="med" len="med"/>
            </a:ln>
          </p:spPr>
        </p:sp>
        <p:sp>
          <p:nvSpPr>
            <p:cNvPr id="98389" name="Line 238"/>
            <p:cNvSpPr/>
            <p:nvPr/>
          </p:nvSpPr>
          <p:spPr>
            <a:xfrm>
              <a:off x="2667" y="3575"/>
              <a:ext cx="1" cy="63"/>
            </a:xfrm>
            <a:prstGeom prst="line">
              <a:avLst/>
            </a:prstGeom>
            <a:ln w="12700" cap="flat" cmpd="sng">
              <a:solidFill>
                <a:srgbClr val="000000"/>
              </a:solidFill>
              <a:prstDash val="solid"/>
              <a:headEnd type="none" w="med" len="med"/>
              <a:tailEnd type="none" w="med" len="med"/>
            </a:ln>
          </p:spPr>
        </p:sp>
        <p:sp>
          <p:nvSpPr>
            <p:cNvPr id="98390" name="Line 239"/>
            <p:cNvSpPr/>
            <p:nvPr/>
          </p:nvSpPr>
          <p:spPr>
            <a:xfrm>
              <a:off x="2667" y="3677"/>
              <a:ext cx="1" cy="63"/>
            </a:xfrm>
            <a:prstGeom prst="line">
              <a:avLst/>
            </a:prstGeom>
            <a:ln w="12700" cap="flat" cmpd="sng">
              <a:solidFill>
                <a:srgbClr val="000000"/>
              </a:solidFill>
              <a:prstDash val="solid"/>
              <a:headEnd type="none" w="med" len="med"/>
              <a:tailEnd type="none" w="med" len="med"/>
            </a:ln>
          </p:spPr>
        </p:sp>
        <p:sp>
          <p:nvSpPr>
            <p:cNvPr id="98391" name="Line 240"/>
            <p:cNvSpPr/>
            <p:nvPr/>
          </p:nvSpPr>
          <p:spPr>
            <a:xfrm>
              <a:off x="2667" y="3779"/>
              <a:ext cx="1" cy="63"/>
            </a:xfrm>
            <a:prstGeom prst="line">
              <a:avLst/>
            </a:prstGeom>
            <a:ln w="12700" cap="flat" cmpd="sng">
              <a:solidFill>
                <a:srgbClr val="000000"/>
              </a:solidFill>
              <a:prstDash val="solid"/>
              <a:headEnd type="none" w="med" len="med"/>
              <a:tailEnd type="none" w="med" len="med"/>
            </a:ln>
          </p:spPr>
        </p:sp>
        <p:sp>
          <p:nvSpPr>
            <p:cNvPr id="98392" name="Line 241"/>
            <p:cNvSpPr/>
            <p:nvPr/>
          </p:nvSpPr>
          <p:spPr>
            <a:xfrm>
              <a:off x="2667" y="3791"/>
              <a:ext cx="1" cy="63"/>
            </a:xfrm>
            <a:prstGeom prst="line">
              <a:avLst/>
            </a:prstGeom>
            <a:ln w="12700" cap="flat" cmpd="sng">
              <a:solidFill>
                <a:srgbClr val="000000"/>
              </a:solidFill>
              <a:prstDash val="solid"/>
              <a:headEnd type="none" w="med" len="med"/>
              <a:tailEnd type="none" w="med" len="med"/>
            </a:ln>
          </p:spPr>
        </p:sp>
        <p:sp>
          <p:nvSpPr>
            <p:cNvPr id="98393" name="Line 242"/>
            <p:cNvSpPr/>
            <p:nvPr/>
          </p:nvSpPr>
          <p:spPr>
            <a:xfrm>
              <a:off x="2667" y="3893"/>
              <a:ext cx="1" cy="63"/>
            </a:xfrm>
            <a:prstGeom prst="line">
              <a:avLst/>
            </a:prstGeom>
            <a:ln w="12700" cap="flat" cmpd="sng">
              <a:solidFill>
                <a:srgbClr val="000000"/>
              </a:solidFill>
              <a:prstDash val="solid"/>
              <a:headEnd type="none" w="med" len="med"/>
              <a:tailEnd type="none" w="med" len="med"/>
            </a:ln>
          </p:spPr>
        </p:sp>
        <p:sp>
          <p:nvSpPr>
            <p:cNvPr id="98394" name="Line 243"/>
            <p:cNvSpPr/>
            <p:nvPr/>
          </p:nvSpPr>
          <p:spPr>
            <a:xfrm>
              <a:off x="2667" y="3995"/>
              <a:ext cx="1" cy="63"/>
            </a:xfrm>
            <a:prstGeom prst="line">
              <a:avLst/>
            </a:prstGeom>
            <a:ln w="12700" cap="flat" cmpd="sng">
              <a:solidFill>
                <a:srgbClr val="000000"/>
              </a:solidFill>
              <a:prstDash val="solid"/>
              <a:headEnd type="none" w="med" len="med"/>
              <a:tailEnd type="none" w="med" len="med"/>
            </a:ln>
          </p:spPr>
        </p:sp>
        <p:sp>
          <p:nvSpPr>
            <p:cNvPr id="98395" name="Line 244"/>
            <p:cNvSpPr/>
            <p:nvPr/>
          </p:nvSpPr>
          <p:spPr>
            <a:xfrm>
              <a:off x="2667" y="4097"/>
              <a:ext cx="1" cy="27"/>
            </a:xfrm>
            <a:prstGeom prst="line">
              <a:avLst/>
            </a:prstGeom>
            <a:ln w="12700" cap="flat" cmpd="sng">
              <a:solidFill>
                <a:srgbClr val="000000"/>
              </a:solidFill>
              <a:prstDash val="solid"/>
              <a:headEnd type="none" w="med" len="med"/>
              <a:tailEnd type="none" w="med" len="med"/>
            </a:ln>
          </p:spPr>
        </p:sp>
        <p:sp>
          <p:nvSpPr>
            <p:cNvPr id="98396" name="Line 245"/>
            <p:cNvSpPr/>
            <p:nvPr/>
          </p:nvSpPr>
          <p:spPr>
            <a:xfrm>
              <a:off x="3001" y="3269"/>
              <a:ext cx="1" cy="63"/>
            </a:xfrm>
            <a:prstGeom prst="line">
              <a:avLst/>
            </a:prstGeom>
            <a:ln w="12700" cap="flat" cmpd="sng">
              <a:solidFill>
                <a:srgbClr val="000000"/>
              </a:solidFill>
              <a:prstDash val="solid"/>
              <a:headEnd type="none" w="med" len="med"/>
              <a:tailEnd type="none" w="med" len="med"/>
            </a:ln>
          </p:spPr>
        </p:sp>
        <p:sp>
          <p:nvSpPr>
            <p:cNvPr id="98397" name="Line 246"/>
            <p:cNvSpPr/>
            <p:nvPr/>
          </p:nvSpPr>
          <p:spPr>
            <a:xfrm>
              <a:off x="3001" y="3371"/>
              <a:ext cx="1" cy="63"/>
            </a:xfrm>
            <a:prstGeom prst="line">
              <a:avLst/>
            </a:prstGeom>
            <a:ln w="12700" cap="flat" cmpd="sng">
              <a:solidFill>
                <a:srgbClr val="000000"/>
              </a:solidFill>
              <a:prstDash val="solid"/>
              <a:headEnd type="none" w="med" len="med"/>
              <a:tailEnd type="none" w="med" len="med"/>
            </a:ln>
          </p:spPr>
        </p:sp>
        <p:sp>
          <p:nvSpPr>
            <p:cNvPr id="98398" name="Line 247"/>
            <p:cNvSpPr/>
            <p:nvPr/>
          </p:nvSpPr>
          <p:spPr>
            <a:xfrm>
              <a:off x="3001" y="3473"/>
              <a:ext cx="1" cy="63"/>
            </a:xfrm>
            <a:prstGeom prst="line">
              <a:avLst/>
            </a:prstGeom>
            <a:ln w="12700" cap="flat" cmpd="sng">
              <a:solidFill>
                <a:srgbClr val="000000"/>
              </a:solidFill>
              <a:prstDash val="solid"/>
              <a:headEnd type="none" w="med" len="med"/>
              <a:tailEnd type="none" w="med" len="med"/>
            </a:ln>
          </p:spPr>
        </p:sp>
        <p:sp>
          <p:nvSpPr>
            <p:cNvPr id="98399" name="Line 248"/>
            <p:cNvSpPr/>
            <p:nvPr/>
          </p:nvSpPr>
          <p:spPr>
            <a:xfrm>
              <a:off x="3001" y="3575"/>
              <a:ext cx="1" cy="63"/>
            </a:xfrm>
            <a:prstGeom prst="line">
              <a:avLst/>
            </a:prstGeom>
            <a:ln w="12700" cap="flat" cmpd="sng">
              <a:solidFill>
                <a:srgbClr val="000000"/>
              </a:solidFill>
              <a:prstDash val="solid"/>
              <a:headEnd type="none" w="med" len="med"/>
              <a:tailEnd type="none" w="med" len="med"/>
            </a:ln>
          </p:spPr>
        </p:sp>
        <p:sp>
          <p:nvSpPr>
            <p:cNvPr id="98400" name="Line 249"/>
            <p:cNvSpPr/>
            <p:nvPr/>
          </p:nvSpPr>
          <p:spPr>
            <a:xfrm>
              <a:off x="3001" y="3677"/>
              <a:ext cx="1" cy="63"/>
            </a:xfrm>
            <a:prstGeom prst="line">
              <a:avLst/>
            </a:prstGeom>
            <a:ln w="12700" cap="flat" cmpd="sng">
              <a:solidFill>
                <a:srgbClr val="000000"/>
              </a:solidFill>
              <a:prstDash val="solid"/>
              <a:headEnd type="none" w="med" len="med"/>
              <a:tailEnd type="none" w="med" len="med"/>
            </a:ln>
          </p:spPr>
        </p:sp>
        <p:sp>
          <p:nvSpPr>
            <p:cNvPr id="98401" name="Line 250"/>
            <p:cNvSpPr/>
            <p:nvPr/>
          </p:nvSpPr>
          <p:spPr>
            <a:xfrm>
              <a:off x="3001" y="3779"/>
              <a:ext cx="1" cy="63"/>
            </a:xfrm>
            <a:prstGeom prst="line">
              <a:avLst/>
            </a:prstGeom>
            <a:ln w="12700" cap="flat" cmpd="sng">
              <a:solidFill>
                <a:srgbClr val="000000"/>
              </a:solidFill>
              <a:prstDash val="solid"/>
              <a:headEnd type="none" w="med" len="med"/>
              <a:tailEnd type="none" w="med" len="med"/>
            </a:ln>
          </p:spPr>
        </p:sp>
        <p:sp>
          <p:nvSpPr>
            <p:cNvPr id="98402" name="Line 251"/>
            <p:cNvSpPr/>
            <p:nvPr/>
          </p:nvSpPr>
          <p:spPr>
            <a:xfrm>
              <a:off x="3001" y="3791"/>
              <a:ext cx="1" cy="63"/>
            </a:xfrm>
            <a:prstGeom prst="line">
              <a:avLst/>
            </a:prstGeom>
            <a:ln w="12700" cap="flat" cmpd="sng">
              <a:solidFill>
                <a:srgbClr val="000000"/>
              </a:solidFill>
              <a:prstDash val="solid"/>
              <a:headEnd type="none" w="med" len="med"/>
              <a:tailEnd type="none" w="med" len="med"/>
            </a:ln>
          </p:spPr>
        </p:sp>
        <p:sp>
          <p:nvSpPr>
            <p:cNvPr id="98403" name="Line 252"/>
            <p:cNvSpPr/>
            <p:nvPr/>
          </p:nvSpPr>
          <p:spPr>
            <a:xfrm>
              <a:off x="3001" y="3893"/>
              <a:ext cx="1" cy="63"/>
            </a:xfrm>
            <a:prstGeom prst="line">
              <a:avLst/>
            </a:prstGeom>
            <a:ln w="12700" cap="flat" cmpd="sng">
              <a:solidFill>
                <a:srgbClr val="000000"/>
              </a:solidFill>
              <a:prstDash val="solid"/>
              <a:headEnd type="none" w="med" len="med"/>
              <a:tailEnd type="none" w="med" len="med"/>
            </a:ln>
          </p:spPr>
        </p:sp>
        <p:sp>
          <p:nvSpPr>
            <p:cNvPr id="98404" name="Line 253"/>
            <p:cNvSpPr/>
            <p:nvPr/>
          </p:nvSpPr>
          <p:spPr>
            <a:xfrm>
              <a:off x="3001" y="3995"/>
              <a:ext cx="1" cy="63"/>
            </a:xfrm>
            <a:prstGeom prst="line">
              <a:avLst/>
            </a:prstGeom>
            <a:ln w="12700" cap="flat" cmpd="sng">
              <a:solidFill>
                <a:srgbClr val="000000"/>
              </a:solidFill>
              <a:prstDash val="solid"/>
              <a:headEnd type="none" w="med" len="med"/>
              <a:tailEnd type="none" w="med" len="med"/>
            </a:ln>
          </p:spPr>
        </p:sp>
        <p:sp>
          <p:nvSpPr>
            <p:cNvPr id="98405" name="Line 254"/>
            <p:cNvSpPr/>
            <p:nvPr/>
          </p:nvSpPr>
          <p:spPr>
            <a:xfrm>
              <a:off x="3001" y="4097"/>
              <a:ext cx="1" cy="27"/>
            </a:xfrm>
            <a:prstGeom prst="line">
              <a:avLst/>
            </a:prstGeom>
            <a:ln w="12700" cap="flat" cmpd="sng">
              <a:solidFill>
                <a:srgbClr val="000000"/>
              </a:solidFill>
              <a:prstDash val="solid"/>
              <a:headEnd type="none" w="med" len="med"/>
              <a:tailEnd type="none" w="med" len="med"/>
            </a:ln>
          </p:spPr>
        </p:sp>
        <p:sp>
          <p:nvSpPr>
            <p:cNvPr id="98406" name="Line 255"/>
            <p:cNvSpPr/>
            <p:nvPr/>
          </p:nvSpPr>
          <p:spPr>
            <a:xfrm>
              <a:off x="3338" y="3269"/>
              <a:ext cx="1" cy="63"/>
            </a:xfrm>
            <a:prstGeom prst="line">
              <a:avLst/>
            </a:prstGeom>
            <a:ln w="12700" cap="flat" cmpd="sng">
              <a:solidFill>
                <a:srgbClr val="000000"/>
              </a:solidFill>
              <a:prstDash val="solid"/>
              <a:headEnd type="none" w="med" len="med"/>
              <a:tailEnd type="none" w="med" len="med"/>
            </a:ln>
          </p:spPr>
        </p:sp>
        <p:sp>
          <p:nvSpPr>
            <p:cNvPr id="98407" name="Line 256"/>
            <p:cNvSpPr/>
            <p:nvPr/>
          </p:nvSpPr>
          <p:spPr>
            <a:xfrm>
              <a:off x="3338" y="3371"/>
              <a:ext cx="1" cy="63"/>
            </a:xfrm>
            <a:prstGeom prst="line">
              <a:avLst/>
            </a:prstGeom>
            <a:ln w="12700" cap="flat" cmpd="sng">
              <a:solidFill>
                <a:srgbClr val="000000"/>
              </a:solidFill>
              <a:prstDash val="solid"/>
              <a:headEnd type="none" w="med" len="med"/>
              <a:tailEnd type="none" w="med" len="med"/>
            </a:ln>
          </p:spPr>
        </p:sp>
        <p:sp>
          <p:nvSpPr>
            <p:cNvPr id="98408" name="Line 257"/>
            <p:cNvSpPr/>
            <p:nvPr/>
          </p:nvSpPr>
          <p:spPr>
            <a:xfrm>
              <a:off x="3338" y="3473"/>
              <a:ext cx="1" cy="63"/>
            </a:xfrm>
            <a:prstGeom prst="line">
              <a:avLst/>
            </a:prstGeom>
            <a:ln w="12700" cap="flat" cmpd="sng">
              <a:solidFill>
                <a:srgbClr val="000000"/>
              </a:solidFill>
              <a:prstDash val="solid"/>
              <a:headEnd type="none" w="med" len="med"/>
              <a:tailEnd type="none" w="med" len="med"/>
            </a:ln>
          </p:spPr>
        </p:sp>
        <p:sp>
          <p:nvSpPr>
            <p:cNvPr id="98409" name="Line 258"/>
            <p:cNvSpPr/>
            <p:nvPr/>
          </p:nvSpPr>
          <p:spPr>
            <a:xfrm>
              <a:off x="3338" y="3575"/>
              <a:ext cx="1" cy="63"/>
            </a:xfrm>
            <a:prstGeom prst="line">
              <a:avLst/>
            </a:prstGeom>
            <a:ln w="12700" cap="flat" cmpd="sng">
              <a:solidFill>
                <a:srgbClr val="000000"/>
              </a:solidFill>
              <a:prstDash val="solid"/>
              <a:headEnd type="none" w="med" len="med"/>
              <a:tailEnd type="none" w="med" len="med"/>
            </a:ln>
          </p:spPr>
        </p:sp>
        <p:sp>
          <p:nvSpPr>
            <p:cNvPr id="98410" name="Line 259"/>
            <p:cNvSpPr/>
            <p:nvPr/>
          </p:nvSpPr>
          <p:spPr>
            <a:xfrm>
              <a:off x="3338" y="3677"/>
              <a:ext cx="1" cy="63"/>
            </a:xfrm>
            <a:prstGeom prst="line">
              <a:avLst/>
            </a:prstGeom>
            <a:ln w="12700" cap="flat" cmpd="sng">
              <a:solidFill>
                <a:srgbClr val="000000"/>
              </a:solidFill>
              <a:prstDash val="solid"/>
              <a:headEnd type="none" w="med" len="med"/>
              <a:tailEnd type="none" w="med" len="med"/>
            </a:ln>
          </p:spPr>
        </p:sp>
        <p:sp>
          <p:nvSpPr>
            <p:cNvPr id="98411" name="Line 260"/>
            <p:cNvSpPr/>
            <p:nvPr/>
          </p:nvSpPr>
          <p:spPr>
            <a:xfrm>
              <a:off x="3338" y="3779"/>
              <a:ext cx="1" cy="63"/>
            </a:xfrm>
            <a:prstGeom prst="line">
              <a:avLst/>
            </a:prstGeom>
            <a:ln w="12700" cap="flat" cmpd="sng">
              <a:solidFill>
                <a:srgbClr val="000000"/>
              </a:solidFill>
              <a:prstDash val="solid"/>
              <a:headEnd type="none" w="med" len="med"/>
              <a:tailEnd type="none" w="med" len="med"/>
            </a:ln>
          </p:spPr>
        </p:sp>
        <p:sp>
          <p:nvSpPr>
            <p:cNvPr id="98412" name="Line 261"/>
            <p:cNvSpPr/>
            <p:nvPr/>
          </p:nvSpPr>
          <p:spPr>
            <a:xfrm>
              <a:off x="3338" y="3893"/>
              <a:ext cx="1" cy="63"/>
            </a:xfrm>
            <a:prstGeom prst="line">
              <a:avLst/>
            </a:prstGeom>
            <a:ln w="12700" cap="flat" cmpd="sng">
              <a:solidFill>
                <a:srgbClr val="000000"/>
              </a:solidFill>
              <a:prstDash val="solid"/>
              <a:headEnd type="none" w="med" len="med"/>
              <a:tailEnd type="none" w="med" len="med"/>
            </a:ln>
          </p:spPr>
        </p:sp>
        <p:sp>
          <p:nvSpPr>
            <p:cNvPr id="98413" name="Line 262"/>
            <p:cNvSpPr/>
            <p:nvPr/>
          </p:nvSpPr>
          <p:spPr>
            <a:xfrm>
              <a:off x="3338" y="3995"/>
              <a:ext cx="1" cy="63"/>
            </a:xfrm>
            <a:prstGeom prst="line">
              <a:avLst/>
            </a:prstGeom>
            <a:ln w="12700" cap="flat" cmpd="sng">
              <a:solidFill>
                <a:srgbClr val="000000"/>
              </a:solidFill>
              <a:prstDash val="solid"/>
              <a:headEnd type="none" w="med" len="med"/>
              <a:tailEnd type="none" w="med" len="med"/>
            </a:ln>
          </p:spPr>
        </p:sp>
        <p:sp>
          <p:nvSpPr>
            <p:cNvPr id="98414" name="Line 263"/>
            <p:cNvSpPr/>
            <p:nvPr/>
          </p:nvSpPr>
          <p:spPr>
            <a:xfrm>
              <a:off x="3338" y="4097"/>
              <a:ext cx="1" cy="27"/>
            </a:xfrm>
            <a:prstGeom prst="line">
              <a:avLst/>
            </a:prstGeom>
            <a:ln w="12700" cap="flat" cmpd="sng">
              <a:solidFill>
                <a:srgbClr val="000000"/>
              </a:solidFill>
              <a:prstDash val="solid"/>
              <a:headEnd type="none" w="med" len="med"/>
              <a:tailEnd type="none" w="med" len="med"/>
            </a:ln>
          </p:spPr>
        </p:sp>
        <p:sp>
          <p:nvSpPr>
            <p:cNvPr id="98415" name="Line 264"/>
            <p:cNvSpPr/>
            <p:nvPr/>
          </p:nvSpPr>
          <p:spPr>
            <a:xfrm>
              <a:off x="3661" y="3269"/>
              <a:ext cx="1" cy="63"/>
            </a:xfrm>
            <a:prstGeom prst="line">
              <a:avLst/>
            </a:prstGeom>
            <a:ln w="12700" cap="flat" cmpd="sng">
              <a:solidFill>
                <a:srgbClr val="000000"/>
              </a:solidFill>
              <a:prstDash val="solid"/>
              <a:headEnd type="none" w="med" len="med"/>
              <a:tailEnd type="none" w="med" len="med"/>
            </a:ln>
          </p:spPr>
        </p:sp>
        <p:sp>
          <p:nvSpPr>
            <p:cNvPr id="98416" name="Line 265"/>
            <p:cNvSpPr/>
            <p:nvPr/>
          </p:nvSpPr>
          <p:spPr>
            <a:xfrm>
              <a:off x="3661" y="3371"/>
              <a:ext cx="1" cy="63"/>
            </a:xfrm>
            <a:prstGeom prst="line">
              <a:avLst/>
            </a:prstGeom>
            <a:ln w="12700" cap="flat" cmpd="sng">
              <a:solidFill>
                <a:srgbClr val="000000"/>
              </a:solidFill>
              <a:prstDash val="solid"/>
              <a:headEnd type="none" w="med" len="med"/>
              <a:tailEnd type="none" w="med" len="med"/>
            </a:ln>
          </p:spPr>
        </p:sp>
        <p:sp>
          <p:nvSpPr>
            <p:cNvPr id="98417" name="Line 266"/>
            <p:cNvSpPr/>
            <p:nvPr/>
          </p:nvSpPr>
          <p:spPr>
            <a:xfrm>
              <a:off x="3661" y="3473"/>
              <a:ext cx="1" cy="63"/>
            </a:xfrm>
            <a:prstGeom prst="line">
              <a:avLst/>
            </a:prstGeom>
            <a:ln w="12700" cap="flat" cmpd="sng">
              <a:solidFill>
                <a:srgbClr val="000000"/>
              </a:solidFill>
              <a:prstDash val="solid"/>
              <a:headEnd type="none" w="med" len="med"/>
              <a:tailEnd type="none" w="med" len="med"/>
            </a:ln>
          </p:spPr>
        </p:sp>
        <p:sp>
          <p:nvSpPr>
            <p:cNvPr id="98418" name="Line 267"/>
            <p:cNvSpPr/>
            <p:nvPr/>
          </p:nvSpPr>
          <p:spPr>
            <a:xfrm>
              <a:off x="3661" y="3575"/>
              <a:ext cx="1" cy="63"/>
            </a:xfrm>
            <a:prstGeom prst="line">
              <a:avLst/>
            </a:prstGeom>
            <a:ln w="12700" cap="flat" cmpd="sng">
              <a:solidFill>
                <a:srgbClr val="000000"/>
              </a:solidFill>
              <a:prstDash val="solid"/>
              <a:headEnd type="none" w="med" len="med"/>
              <a:tailEnd type="none" w="med" len="med"/>
            </a:ln>
          </p:spPr>
        </p:sp>
        <p:sp>
          <p:nvSpPr>
            <p:cNvPr id="98419" name="Line 268"/>
            <p:cNvSpPr/>
            <p:nvPr/>
          </p:nvSpPr>
          <p:spPr>
            <a:xfrm>
              <a:off x="3661" y="3677"/>
              <a:ext cx="1" cy="63"/>
            </a:xfrm>
            <a:prstGeom prst="line">
              <a:avLst/>
            </a:prstGeom>
            <a:ln w="12700" cap="flat" cmpd="sng">
              <a:solidFill>
                <a:srgbClr val="000000"/>
              </a:solidFill>
              <a:prstDash val="solid"/>
              <a:headEnd type="none" w="med" len="med"/>
              <a:tailEnd type="none" w="med" len="med"/>
            </a:ln>
          </p:spPr>
        </p:sp>
        <p:sp>
          <p:nvSpPr>
            <p:cNvPr id="98420" name="Line 269"/>
            <p:cNvSpPr/>
            <p:nvPr/>
          </p:nvSpPr>
          <p:spPr>
            <a:xfrm>
              <a:off x="3661" y="3779"/>
              <a:ext cx="1" cy="63"/>
            </a:xfrm>
            <a:prstGeom prst="line">
              <a:avLst/>
            </a:prstGeom>
            <a:ln w="12700" cap="flat" cmpd="sng">
              <a:solidFill>
                <a:srgbClr val="000000"/>
              </a:solidFill>
              <a:prstDash val="solid"/>
              <a:headEnd type="none" w="med" len="med"/>
              <a:tailEnd type="none" w="med" len="med"/>
            </a:ln>
          </p:spPr>
        </p:sp>
        <p:sp>
          <p:nvSpPr>
            <p:cNvPr id="98421" name="Line 270"/>
            <p:cNvSpPr/>
            <p:nvPr/>
          </p:nvSpPr>
          <p:spPr>
            <a:xfrm>
              <a:off x="3661" y="3791"/>
              <a:ext cx="1" cy="63"/>
            </a:xfrm>
            <a:prstGeom prst="line">
              <a:avLst/>
            </a:prstGeom>
            <a:ln w="12700" cap="flat" cmpd="sng">
              <a:solidFill>
                <a:srgbClr val="000000"/>
              </a:solidFill>
              <a:prstDash val="solid"/>
              <a:headEnd type="none" w="med" len="med"/>
              <a:tailEnd type="none" w="med" len="med"/>
            </a:ln>
          </p:spPr>
        </p:sp>
        <p:sp>
          <p:nvSpPr>
            <p:cNvPr id="98422" name="Line 271"/>
            <p:cNvSpPr/>
            <p:nvPr/>
          </p:nvSpPr>
          <p:spPr>
            <a:xfrm>
              <a:off x="3661" y="3893"/>
              <a:ext cx="1" cy="63"/>
            </a:xfrm>
            <a:prstGeom prst="line">
              <a:avLst/>
            </a:prstGeom>
            <a:ln w="12700" cap="flat" cmpd="sng">
              <a:solidFill>
                <a:srgbClr val="000000"/>
              </a:solidFill>
              <a:prstDash val="solid"/>
              <a:headEnd type="none" w="med" len="med"/>
              <a:tailEnd type="none" w="med" len="med"/>
            </a:ln>
          </p:spPr>
        </p:sp>
        <p:sp>
          <p:nvSpPr>
            <p:cNvPr id="98423" name="Line 272"/>
            <p:cNvSpPr/>
            <p:nvPr/>
          </p:nvSpPr>
          <p:spPr>
            <a:xfrm>
              <a:off x="3661" y="3995"/>
              <a:ext cx="1" cy="63"/>
            </a:xfrm>
            <a:prstGeom prst="line">
              <a:avLst/>
            </a:prstGeom>
            <a:ln w="12700" cap="flat" cmpd="sng">
              <a:solidFill>
                <a:srgbClr val="000000"/>
              </a:solidFill>
              <a:prstDash val="solid"/>
              <a:headEnd type="none" w="med" len="med"/>
              <a:tailEnd type="none" w="med" len="med"/>
            </a:ln>
          </p:spPr>
        </p:sp>
        <p:sp>
          <p:nvSpPr>
            <p:cNvPr id="98424" name="Line 273"/>
            <p:cNvSpPr/>
            <p:nvPr/>
          </p:nvSpPr>
          <p:spPr>
            <a:xfrm>
              <a:off x="3661" y="4097"/>
              <a:ext cx="1" cy="27"/>
            </a:xfrm>
            <a:prstGeom prst="line">
              <a:avLst/>
            </a:prstGeom>
            <a:ln w="12700" cap="flat" cmpd="sng">
              <a:solidFill>
                <a:srgbClr val="000000"/>
              </a:solidFill>
              <a:prstDash val="solid"/>
              <a:headEnd type="none" w="med" len="med"/>
              <a:tailEnd type="none" w="med" len="med"/>
            </a:ln>
          </p:spPr>
        </p:sp>
        <p:sp>
          <p:nvSpPr>
            <p:cNvPr id="98425" name="Line 274"/>
            <p:cNvSpPr/>
            <p:nvPr/>
          </p:nvSpPr>
          <p:spPr>
            <a:xfrm>
              <a:off x="3983" y="3269"/>
              <a:ext cx="1" cy="63"/>
            </a:xfrm>
            <a:prstGeom prst="line">
              <a:avLst/>
            </a:prstGeom>
            <a:ln w="12700" cap="flat" cmpd="sng">
              <a:solidFill>
                <a:srgbClr val="000000"/>
              </a:solidFill>
              <a:prstDash val="solid"/>
              <a:headEnd type="none" w="med" len="med"/>
              <a:tailEnd type="none" w="med" len="med"/>
            </a:ln>
          </p:spPr>
        </p:sp>
        <p:sp>
          <p:nvSpPr>
            <p:cNvPr id="98426" name="Line 275"/>
            <p:cNvSpPr/>
            <p:nvPr/>
          </p:nvSpPr>
          <p:spPr>
            <a:xfrm>
              <a:off x="3983" y="3371"/>
              <a:ext cx="1" cy="63"/>
            </a:xfrm>
            <a:prstGeom prst="line">
              <a:avLst/>
            </a:prstGeom>
            <a:ln w="12700" cap="flat" cmpd="sng">
              <a:solidFill>
                <a:srgbClr val="000000"/>
              </a:solidFill>
              <a:prstDash val="solid"/>
              <a:headEnd type="none" w="med" len="med"/>
              <a:tailEnd type="none" w="med" len="med"/>
            </a:ln>
          </p:spPr>
        </p:sp>
        <p:sp>
          <p:nvSpPr>
            <p:cNvPr id="98427" name="Line 276"/>
            <p:cNvSpPr/>
            <p:nvPr/>
          </p:nvSpPr>
          <p:spPr>
            <a:xfrm>
              <a:off x="3983" y="3473"/>
              <a:ext cx="1" cy="63"/>
            </a:xfrm>
            <a:prstGeom prst="line">
              <a:avLst/>
            </a:prstGeom>
            <a:ln w="12700" cap="flat" cmpd="sng">
              <a:solidFill>
                <a:srgbClr val="000000"/>
              </a:solidFill>
              <a:prstDash val="solid"/>
              <a:headEnd type="none" w="med" len="med"/>
              <a:tailEnd type="none" w="med" len="med"/>
            </a:ln>
          </p:spPr>
        </p:sp>
        <p:sp>
          <p:nvSpPr>
            <p:cNvPr id="98428" name="Line 277"/>
            <p:cNvSpPr/>
            <p:nvPr/>
          </p:nvSpPr>
          <p:spPr>
            <a:xfrm>
              <a:off x="3983" y="3575"/>
              <a:ext cx="1" cy="63"/>
            </a:xfrm>
            <a:prstGeom prst="line">
              <a:avLst/>
            </a:prstGeom>
            <a:ln w="12700" cap="flat" cmpd="sng">
              <a:solidFill>
                <a:srgbClr val="000000"/>
              </a:solidFill>
              <a:prstDash val="solid"/>
              <a:headEnd type="none" w="med" len="med"/>
              <a:tailEnd type="none" w="med" len="med"/>
            </a:ln>
          </p:spPr>
        </p:sp>
        <p:sp>
          <p:nvSpPr>
            <p:cNvPr id="98429" name="Line 278"/>
            <p:cNvSpPr/>
            <p:nvPr/>
          </p:nvSpPr>
          <p:spPr>
            <a:xfrm>
              <a:off x="3983" y="3677"/>
              <a:ext cx="1" cy="63"/>
            </a:xfrm>
            <a:prstGeom prst="line">
              <a:avLst/>
            </a:prstGeom>
            <a:ln w="12700" cap="flat" cmpd="sng">
              <a:solidFill>
                <a:srgbClr val="000000"/>
              </a:solidFill>
              <a:prstDash val="solid"/>
              <a:headEnd type="none" w="med" len="med"/>
              <a:tailEnd type="none" w="med" len="med"/>
            </a:ln>
          </p:spPr>
        </p:sp>
        <p:sp>
          <p:nvSpPr>
            <p:cNvPr id="98430" name="Line 279"/>
            <p:cNvSpPr/>
            <p:nvPr/>
          </p:nvSpPr>
          <p:spPr>
            <a:xfrm>
              <a:off x="3983" y="3779"/>
              <a:ext cx="1" cy="63"/>
            </a:xfrm>
            <a:prstGeom prst="line">
              <a:avLst/>
            </a:prstGeom>
            <a:ln w="12700" cap="flat" cmpd="sng">
              <a:solidFill>
                <a:srgbClr val="000000"/>
              </a:solidFill>
              <a:prstDash val="solid"/>
              <a:headEnd type="none" w="med" len="med"/>
              <a:tailEnd type="none" w="med" len="med"/>
            </a:ln>
          </p:spPr>
        </p:sp>
        <p:sp>
          <p:nvSpPr>
            <p:cNvPr id="98431" name="Line 280"/>
            <p:cNvSpPr/>
            <p:nvPr/>
          </p:nvSpPr>
          <p:spPr>
            <a:xfrm>
              <a:off x="3983" y="3791"/>
              <a:ext cx="1" cy="63"/>
            </a:xfrm>
            <a:prstGeom prst="line">
              <a:avLst/>
            </a:prstGeom>
            <a:ln w="12700" cap="flat" cmpd="sng">
              <a:solidFill>
                <a:srgbClr val="000000"/>
              </a:solidFill>
              <a:prstDash val="solid"/>
              <a:headEnd type="none" w="med" len="med"/>
              <a:tailEnd type="none" w="med" len="med"/>
            </a:ln>
          </p:spPr>
        </p:sp>
        <p:sp>
          <p:nvSpPr>
            <p:cNvPr id="98432" name="Line 281"/>
            <p:cNvSpPr/>
            <p:nvPr/>
          </p:nvSpPr>
          <p:spPr>
            <a:xfrm>
              <a:off x="3983" y="3893"/>
              <a:ext cx="1" cy="63"/>
            </a:xfrm>
            <a:prstGeom prst="line">
              <a:avLst/>
            </a:prstGeom>
            <a:ln w="12700" cap="flat" cmpd="sng">
              <a:solidFill>
                <a:srgbClr val="000000"/>
              </a:solidFill>
              <a:prstDash val="solid"/>
              <a:headEnd type="none" w="med" len="med"/>
              <a:tailEnd type="none" w="med" len="med"/>
            </a:ln>
          </p:spPr>
        </p:sp>
        <p:sp>
          <p:nvSpPr>
            <p:cNvPr id="98433" name="Line 282"/>
            <p:cNvSpPr/>
            <p:nvPr/>
          </p:nvSpPr>
          <p:spPr>
            <a:xfrm>
              <a:off x="3983" y="3995"/>
              <a:ext cx="1" cy="63"/>
            </a:xfrm>
            <a:prstGeom prst="line">
              <a:avLst/>
            </a:prstGeom>
            <a:ln w="12700" cap="flat" cmpd="sng">
              <a:solidFill>
                <a:srgbClr val="000000"/>
              </a:solidFill>
              <a:prstDash val="solid"/>
              <a:headEnd type="none" w="med" len="med"/>
              <a:tailEnd type="none" w="med" len="med"/>
            </a:ln>
          </p:spPr>
        </p:sp>
        <p:sp>
          <p:nvSpPr>
            <p:cNvPr id="98434" name="Line 283"/>
            <p:cNvSpPr/>
            <p:nvPr/>
          </p:nvSpPr>
          <p:spPr>
            <a:xfrm>
              <a:off x="3983" y="4097"/>
              <a:ext cx="1" cy="27"/>
            </a:xfrm>
            <a:prstGeom prst="line">
              <a:avLst/>
            </a:prstGeom>
            <a:ln w="12700" cap="flat" cmpd="sng">
              <a:solidFill>
                <a:srgbClr val="000000"/>
              </a:solidFill>
              <a:prstDash val="solid"/>
              <a:headEnd type="none" w="med" len="med"/>
              <a:tailEnd type="none" w="med" len="med"/>
            </a:ln>
          </p:spPr>
        </p:sp>
        <p:sp>
          <p:nvSpPr>
            <p:cNvPr id="98435" name="Line 284"/>
            <p:cNvSpPr/>
            <p:nvPr/>
          </p:nvSpPr>
          <p:spPr>
            <a:xfrm>
              <a:off x="4308" y="3269"/>
              <a:ext cx="1" cy="63"/>
            </a:xfrm>
            <a:prstGeom prst="line">
              <a:avLst/>
            </a:prstGeom>
            <a:ln w="12700" cap="flat" cmpd="sng">
              <a:solidFill>
                <a:srgbClr val="000000"/>
              </a:solidFill>
              <a:prstDash val="solid"/>
              <a:headEnd type="none" w="med" len="med"/>
              <a:tailEnd type="none" w="med" len="med"/>
            </a:ln>
          </p:spPr>
        </p:sp>
        <p:sp>
          <p:nvSpPr>
            <p:cNvPr id="98436" name="Line 285"/>
            <p:cNvSpPr/>
            <p:nvPr/>
          </p:nvSpPr>
          <p:spPr>
            <a:xfrm>
              <a:off x="4308" y="3371"/>
              <a:ext cx="1" cy="63"/>
            </a:xfrm>
            <a:prstGeom prst="line">
              <a:avLst/>
            </a:prstGeom>
            <a:ln w="12700" cap="flat" cmpd="sng">
              <a:solidFill>
                <a:srgbClr val="000000"/>
              </a:solidFill>
              <a:prstDash val="solid"/>
              <a:headEnd type="none" w="med" len="med"/>
              <a:tailEnd type="none" w="med" len="med"/>
            </a:ln>
          </p:spPr>
        </p:sp>
        <p:sp>
          <p:nvSpPr>
            <p:cNvPr id="98437" name="Line 286"/>
            <p:cNvSpPr/>
            <p:nvPr/>
          </p:nvSpPr>
          <p:spPr>
            <a:xfrm>
              <a:off x="4308" y="3473"/>
              <a:ext cx="1" cy="63"/>
            </a:xfrm>
            <a:prstGeom prst="line">
              <a:avLst/>
            </a:prstGeom>
            <a:ln w="12700" cap="flat" cmpd="sng">
              <a:solidFill>
                <a:srgbClr val="000000"/>
              </a:solidFill>
              <a:prstDash val="solid"/>
              <a:headEnd type="none" w="med" len="med"/>
              <a:tailEnd type="none" w="med" len="med"/>
            </a:ln>
          </p:spPr>
        </p:sp>
        <p:sp>
          <p:nvSpPr>
            <p:cNvPr id="98438" name="Line 287"/>
            <p:cNvSpPr/>
            <p:nvPr/>
          </p:nvSpPr>
          <p:spPr>
            <a:xfrm>
              <a:off x="4308" y="3575"/>
              <a:ext cx="1" cy="63"/>
            </a:xfrm>
            <a:prstGeom prst="line">
              <a:avLst/>
            </a:prstGeom>
            <a:ln w="12700" cap="flat" cmpd="sng">
              <a:solidFill>
                <a:srgbClr val="000000"/>
              </a:solidFill>
              <a:prstDash val="solid"/>
              <a:headEnd type="none" w="med" len="med"/>
              <a:tailEnd type="none" w="med" len="med"/>
            </a:ln>
          </p:spPr>
        </p:sp>
        <p:sp>
          <p:nvSpPr>
            <p:cNvPr id="98439" name="Line 288"/>
            <p:cNvSpPr/>
            <p:nvPr/>
          </p:nvSpPr>
          <p:spPr>
            <a:xfrm>
              <a:off x="4308" y="3677"/>
              <a:ext cx="1" cy="63"/>
            </a:xfrm>
            <a:prstGeom prst="line">
              <a:avLst/>
            </a:prstGeom>
            <a:ln w="12700" cap="flat" cmpd="sng">
              <a:solidFill>
                <a:srgbClr val="000000"/>
              </a:solidFill>
              <a:prstDash val="solid"/>
              <a:headEnd type="none" w="med" len="med"/>
              <a:tailEnd type="none" w="med" len="med"/>
            </a:ln>
          </p:spPr>
        </p:sp>
        <p:sp>
          <p:nvSpPr>
            <p:cNvPr id="98440" name="Line 289"/>
            <p:cNvSpPr/>
            <p:nvPr/>
          </p:nvSpPr>
          <p:spPr>
            <a:xfrm>
              <a:off x="4308" y="3779"/>
              <a:ext cx="1" cy="63"/>
            </a:xfrm>
            <a:prstGeom prst="line">
              <a:avLst/>
            </a:prstGeom>
            <a:ln w="12700" cap="flat" cmpd="sng">
              <a:solidFill>
                <a:srgbClr val="000000"/>
              </a:solidFill>
              <a:prstDash val="solid"/>
              <a:headEnd type="none" w="med" len="med"/>
              <a:tailEnd type="none" w="med" len="med"/>
            </a:ln>
          </p:spPr>
        </p:sp>
        <p:sp>
          <p:nvSpPr>
            <p:cNvPr id="98441" name="Line 290"/>
            <p:cNvSpPr/>
            <p:nvPr/>
          </p:nvSpPr>
          <p:spPr>
            <a:xfrm>
              <a:off x="4308" y="3791"/>
              <a:ext cx="1" cy="63"/>
            </a:xfrm>
            <a:prstGeom prst="line">
              <a:avLst/>
            </a:prstGeom>
            <a:ln w="12700" cap="flat" cmpd="sng">
              <a:solidFill>
                <a:srgbClr val="000000"/>
              </a:solidFill>
              <a:prstDash val="solid"/>
              <a:headEnd type="none" w="med" len="med"/>
              <a:tailEnd type="none" w="med" len="med"/>
            </a:ln>
          </p:spPr>
        </p:sp>
        <p:sp>
          <p:nvSpPr>
            <p:cNvPr id="98442" name="Line 291"/>
            <p:cNvSpPr/>
            <p:nvPr/>
          </p:nvSpPr>
          <p:spPr>
            <a:xfrm>
              <a:off x="4308" y="3995"/>
              <a:ext cx="1" cy="63"/>
            </a:xfrm>
            <a:prstGeom prst="line">
              <a:avLst/>
            </a:prstGeom>
            <a:ln w="12700" cap="flat" cmpd="sng">
              <a:solidFill>
                <a:srgbClr val="000000"/>
              </a:solidFill>
              <a:prstDash val="solid"/>
              <a:headEnd type="none" w="med" len="med"/>
              <a:tailEnd type="none" w="med" len="med"/>
            </a:ln>
          </p:spPr>
        </p:sp>
        <p:sp>
          <p:nvSpPr>
            <p:cNvPr id="98443" name="Line 292"/>
            <p:cNvSpPr/>
            <p:nvPr/>
          </p:nvSpPr>
          <p:spPr>
            <a:xfrm>
              <a:off x="4308" y="4097"/>
              <a:ext cx="1" cy="27"/>
            </a:xfrm>
            <a:prstGeom prst="line">
              <a:avLst/>
            </a:prstGeom>
            <a:ln w="12700" cap="flat" cmpd="sng">
              <a:solidFill>
                <a:srgbClr val="000000"/>
              </a:solidFill>
              <a:prstDash val="solid"/>
              <a:headEnd type="none" w="med" len="med"/>
              <a:tailEnd type="none" w="med" len="med"/>
            </a:ln>
          </p:spPr>
        </p:sp>
        <p:sp>
          <p:nvSpPr>
            <p:cNvPr id="98444" name="Line 293"/>
            <p:cNvSpPr/>
            <p:nvPr/>
          </p:nvSpPr>
          <p:spPr>
            <a:xfrm flipH="1">
              <a:off x="1042" y="3686"/>
              <a:ext cx="1296" cy="1"/>
            </a:xfrm>
            <a:prstGeom prst="line">
              <a:avLst/>
            </a:prstGeom>
            <a:ln w="12700" cap="flat" cmpd="sng">
              <a:solidFill>
                <a:srgbClr val="000000"/>
              </a:solidFill>
              <a:prstDash val="solid"/>
              <a:headEnd type="none" w="med" len="med"/>
              <a:tailEnd type="none" w="med" len="med"/>
            </a:ln>
          </p:spPr>
        </p:sp>
        <p:sp>
          <p:nvSpPr>
            <p:cNvPr id="98445" name="Line 294"/>
            <p:cNvSpPr/>
            <p:nvPr/>
          </p:nvSpPr>
          <p:spPr>
            <a:xfrm>
              <a:off x="2340" y="3436"/>
              <a:ext cx="1" cy="250"/>
            </a:xfrm>
            <a:prstGeom prst="line">
              <a:avLst/>
            </a:prstGeom>
            <a:ln w="12700" cap="flat" cmpd="sng">
              <a:solidFill>
                <a:srgbClr val="000000"/>
              </a:solidFill>
              <a:prstDash val="solid"/>
              <a:headEnd type="none" w="med" len="med"/>
              <a:tailEnd type="none" w="med" len="med"/>
            </a:ln>
          </p:spPr>
        </p:sp>
        <p:sp>
          <p:nvSpPr>
            <p:cNvPr id="98446" name="Line 295"/>
            <p:cNvSpPr/>
            <p:nvPr/>
          </p:nvSpPr>
          <p:spPr>
            <a:xfrm flipH="1">
              <a:off x="2338" y="3436"/>
              <a:ext cx="174" cy="1"/>
            </a:xfrm>
            <a:prstGeom prst="line">
              <a:avLst/>
            </a:prstGeom>
            <a:ln w="12700" cap="flat" cmpd="sng">
              <a:solidFill>
                <a:srgbClr val="000000"/>
              </a:solidFill>
              <a:prstDash val="solid"/>
              <a:headEnd type="none" w="med" len="med"/>
              <a:tailEnd type="none" w="med" len="med"/>
            </a:ln>
          </p:spPr>
        </p:sp>
        <p:sp>
          <p:nvSpPr>
            <p:cNvPr id="98447" name="Line 296"/>
            <p:cNvSpPr/>
            <p:nvPr/>
          </p:nvSpPr>
          <p:spPr>
            <a:xfrm>
              <a:off x="2518" y="3436"/>
              <a:ext cx="1" cy="250"/>
            </a:xfrm>
            <a:prstGeom prst="line">
              <a:avLst/>
            </a:prstGeom>
            <a:ln w="12700" cap="flat" cmpd="sng">
              <a:solidFill>
                <a:srgbClr val="000000"/>
              </a:solidFill>
              <a:prstDash val="solid"/>
              <a:headEnd type="none" w="med" len="med"/>
              <a:tailEnd type="none" w="med" len="med"/>
            </a:ln>
          </p:spPr>
        </p:sp>
        <p:sp>
          <p:nvSpPr>
            <p:cNvPr id="98448" name="Line 297"/>
            <p:cNvSpPr/>
            <p:nvPr/>
          </p:nvSpPr>
          <p:spPr>
            <a:xfrm>
              <a:off x="4286" y="3425"/>
              <a:ext cx="1" cy="250"/>
            </a:xfrm>
            <a:prstGeom prst="line">
              <a:avLst/>
            </a:prstGeom>
            <a:ln w="12700" cap="flat" cmpd="sng">
              <a:solidFill>
                <a:srgbClr val="000000"/>
              </a:solidFill>
              <a:prstDash val="solid"/>
              <a:headEnd type="none" w="med" len="med"/>
              <a:tailEnd type="none" w="med" len="med"/>
            </a:ln>
          </p:spPr>
        </p:sp>
        <p:sp>
          <p:nvSpPr>
            <p:cNvPr id="98449" name="Line 298"/>
            <p:cNvSpPr/>
            <p:nvPr/>
          </p:nvSpPr>
          <p:spPr>
            <a:xfrm flipH="1">
              <a:off x="4286" y="3425"/>
              <a:ext cx="174" cy="1"/>
            </a:xfrm>
            <a:prstGeom prst="line">
              <a:avLst/>
            </a:prstGeom>
            <a:ln w="12700" cap="flat" cmpd="sng">
              <a:solidFill>
                <a:srgbClr val="000000"/>
              </a:solidFill>
              <a:prstDash val="solid"/>
              <a:headEnd type="none" w="med" len="med"/>
              <a:tailEnd type="none" w="med" len="med"/>
            </a:ln>
          </p:spPr>
        </p:sp>
        <p:sp>
          <p:nvSpPr>
            <p:cNvPr id="98450" name="Line 299"/>
            <p:cNvSpPr/>
            <p:nvPr/>
          </p:nvSpPr>
          <p:spPr>
            <a:xfrm>
              <a:off x="4468" y="3425"/>
              <a:ext cx="1" cy="250"/>
            </a:xfrm>
            <a:prstGeom prst="line">
              <a:avLst/>
            </a:prstGeom>
            <a:ln w="12700" cap="flat" cmpd="sng">
              <a:solidFill>
                <a:srgbClr val="000000"/>
              </a:solidFill>
              <a:prstDash val="solid"/>
              <a:headEnd type="none" w="med" len="med"/>
              <a:tailEnd type="none" w="med" len="med"/>
            </a:ln>
          </p:spPr>
        </p:sp>
        <p:sp>
          <p:nvSpPr>
            <p:cNvPr id="98451" name="Line 300"/>
            <p:cNvSpPr/>
            <p:nvPr/>
          </p:nvSpPr>
          <p:spPr>
            <a:xfrm>
              <a:off x="1202" y="2925"/>
              <a:ext cx="136" cy="0"/>
            </a:xfrm>
            <a:prstGeom prst="line">
              <a:avLst/>
            </a:prstGeom>
            <a:ln w="12700" cap="flat" cmpd="sng">
              <a:solidFill>
                <a:schemeClr val="tx1"/>
              </a:solidFill>
              <a:prstDash val="solid"/>
              <a:headEnd type="none" w="med" len="med"/>
              <a:tailEnd type="none" w="med" len="med"/>
            </a:ln>
          </p:spPr>
        </p:sp>
        <p:sp>
          <p:nvSpPr>
            <p:cNvPr id="98452" name="Line 301"/>
            <p:cNvSpPr/>
            <p:nvPr/>
          </p:nvSpPr>
          <p:spPr>
            <a:xfrm>
              <a:off x="3969" y="3834"/>
              <a:ext cx="771" cy="0"/>
            </a:xfrm>
            <a:prstGeom prst="line">
              <a:avLst/>
            </a:prstGeom>
            <a:ln w="9525" cap="flat" cmpd="sng">
              <a:solidFill>
                <a:schemeClr val="tx1"/>
              </a:solidFill>
              <a:prstDash val="solid"/>
              <a:headEnd type="none" w="med" len="med"/>
              <a:tailEnd type="none" w="med" len="med"/>
            </a:ln>
          </p:spPr>
        </p:sp>
        <p:sp>
          <p:nvSpPr>
            <p:cNvPr id="98453" name="Line 302"/>
            <p:cNvSpPr/>
            <p:nvPr/>
          </p:nvSpPr>
          <p:spPr>
            <a:xfrm>
              <a:off x="2517" y="3697"/>
              <a:ext cx="1769" cy="0"/>
            </a:xfrm>
            <a:prstGeom prst="line">
              <a:avLst/>
            </a:prstGeom>
            <a:ln w="9525" cap="flat" cmpd="sng">
              <a:solidFill>
                <a:schemeClr val="tx1"/>
              </a:solidFill>
              <a:prstDash val="solid"/>
              <a:headEnd type="none" w="med" len="med"/>
              <a:tailEnd type="none" w="med" len="med"/>
            </a:ln>
          </p:spPr>
        </p:sp>
        <p:sp>
          <p:nvSpPr>
            <p:cNvPr id="98454" name="Line 303"/>
            <p:cNvSpPr/>
            <p:nvPr/>
          </p:nvSpPr>
          <p:spPr>
            <a:xfrm>
              <a:off x="4468" y="3652"/>
              <a:ext cx="635" cy="0"/>
            </a:xfrm>
            <a:prstGeom prst="line">
              <a:avLst/>
            </a:prstGeom>
            <a:ln w="9525" cap="flat" cmpd="sng">
              <a:solidFill>
                <a:schemeClr val="tx1"/>
              </a:solidFill>
              <a:prstDash val="solid"/>
              <a:headEnd type="none" w="med" len="med"/>
              <a:tailEnd type="none" w="med" len="med"/>
            </a:ln>
          </p:spPr>
        </p:sp>
      </p:grpSp>
      <p:sp>
        <p:nvSpPr>
          <p:cNvPr id="98308" name="Rectangle 304"/>
          <p:cNvSpPr/>
          <p:nvPr/>
        </p:nvSpPr>
        <p:spPr>
          <a:xfrm>
            <a:off x="198438" y="1757363"/>
            <a:ext cx="8642350" cy="2362200"/>
          </a:xfrm>
          <a:prstGeom prst="rect">
            <a:avLst/>
          </a:prstGeom>
          <a:solidFill>
            <a:schemeClr val="accent1">
              <a:alpha val="27843"/>
            </a:schemeClr>
          </a:solidFill>
          <a:ln w="9525" cap="flat" cmpd="sng">
            <a:solidFill>
              <a:srgbClr val="0000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spcAft>
                <a:spcPct val="0"/>
              </a:spcAft>
              <a:buClrTx/>
              <a:buSzTx/>
              <a:buFont typeface="Arial" panose="020B0604020202020204" pitchFamily="34" charset="0"/>
              <a:buNone/>
            </a:pPr>
            <a:r>
              <a:rPr lang="zh-CN" altLang="en-US" sz="2400" b="0" dirty="0">
                <a:solidFill>
                  <a:schemeClr val="tx1"/>
                </a:solidFill>
                <a:latin typeface="楷体_GB2312" pitchFamily="1" charset="-122"/>
              </a:rPr>
              <a:t>工作过程：硬件启动，写入控制字后，输出变为高电平</a:t>
            </a:r>
            <a:r>
              <a:rPr lang="en-US" altLang="zh-CN" sz="2400" b="0" dirty="0">
                <a:solidFill>
                  <a:schemeClr val="tx1"/>
                </a:solidFill>
                <a:latin typeface="楷体_GB2312" pitchFamily="1" charset="-122"/>
              </a:rPr>
              <a:t>,</a:t>
            </a:r>
            <a:r>
              <a:rPr lang="zh-CN" altLang="en-US" sz="2400" b="0" dirty="0">
                <a:solidFill>
                  <a:srgbClr val="FF3300"/>
                </a:solidFill>
                <a:latin typeface="楷体_GB2312" pitchFamily="1" charset="-122"/>
              </a:rPr>
              <a:t>写入计数初值后，计数器并不立即开始计数，而是要由门控脉冲的上升沿来启动计数，称为硬件触发。</a:t>
            </a:r>
            <a:r>
              <a:rPr lang="zh-CN" altLang="en-US" sz="2400" b="0" dirty="0">
                <a:solidFill>
                  <a:schemeClr val="tx1"/>
                </a:solidFill>
                <a:latin typeface="楷体_GB2312" pitchFamily="1" charset="-122"/>
              </a:rPr>
              <a:t>当计数到</a:t>
            </a:r>
            <a:r>
              <a:rPr lang="en-US" altLang="zh-CN" sz="2400" b="0" dirty="0">
                <a:solidFill>
                  <a:schemeClr val="tx1"/>
                </a:solidFill>
                <a:latin typeface="楷体_GB2312" pitchFamily="1" charset="-122"/>
              </a:rPr>
              <a:t>0</a:t>
            </a:r>
            <a:r>
              <a:rPr lang="zh-CN" altLang="en-US" sz="2400" b="0" dirty="0">
                <a:solidFill>
                  <a:schemeClr val="tx1"/>
                </a:solidFill>
                <a:latin typeface="楷体_GB2312" pitchFamily="1" charset="-122"/>
              </a:rPr>
              <a:t>时，输出变低，又经过一个</a:t>
            </a:r>
            <a:r>
              <a:rPr lang="en-US" altLang="zh-CN" sz="2400" b="0" dirty="0">
                <a:solidFill>
                  <a:schemeClr val="tx1"/>
                </a:solidFill>
                <a:latin typeface="楷体_GB2312" pitchFamily="1" charset="-122"/>
              </a:rPr>
              <a:t>CLK</a:t>
            </a:r>
            <a:r>
              <a:rPr lang="zh-CN" altLang="en-US" sz="2400" b="0" dirty="0">
                <a:solidFill>
                  <a:schemeClr val="tx1"/>
                </a:solidFill>
                <a:latin typeface="楷体_GB2312" pitchFamily="1" charset="-122"/>
              </a:rPr>
              <a:t>脉冲，输出恢复为高。这样在输出端得到一个负脉冲选通信号。计数器停止计数后要等到下次门控脉冲触发，才能再进行计数。</a:t>
            </a:r>
            <a:endParaRPr lang="zh-CN" altLang="en-US" sz="2400" b="0" dirty="0">
              <a:solidFill>
                <a:schemeClr val="tx1"/>
              </a:solidFill>
              <a:latin typeface="楷体_GB2312" pitchFamily="1" charset="-122"/>
            </a:endParaRPr>
          </a:p>
        </p:txBody>
      </p:sp>
    </p:spTree>
  </p:cSld>
  <p:clrMapOvr>
    <a:masterClrMapping/>
  </p:clrMapOvr>
  <p:transition spd="slow">
    <p:zoom/>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pSp>
        <p:nvGrpSpPr>
          <p:cNvPr id="99330" name="Group 165"/>
          <p:cNvGrpSpPr/>
          <p:nvPr/>
        </p:nvGrpSpPr>
        <p:grpSpPr>
          <a:xfrm>
            <a:off x="611188" y="1916113"/>
            <a:ext cx="7473950" cy="2530475"/>
            <a:chOff x="395" y="707"/>
            <a:chExt cx="4708" cy="1594"/>
          </a:xfrm>
        </p:grpSpPr>
        <p:sp>
          <p:nvSpPr>
            <p:cNvPr id="99332" name="Rectangle 9"/>
            <p:cNvSpPr/>
            <p:nvPr/>
          </p:nvSpPr>
          <p:spPr>
            <a:xfrm>
              <a:off x="612" y="799"/>
              <a:ext cx="258"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New Roman" panose="02020603050405020304" pitchFamily="18" charset="0"/>
                </a:rPr>
                <a:t>WR</a:t>
              </a:r>
              <a:endParaRPr lang="en-US" altLang="zh-CN" sz="1800" b="0" dirty="0">
                <a:solidFill>
                  <a:schemeClr val="tx1"/>
                </a:solidFill>
                <a:latin typeface="Arial" panose="020B0604020202020204" pitchFamily="34" charset="0"/>
              </a:endParaRPr>
            </a:p>
          </p:txBody>
        </p:sp>
        <p:sp>
          <p:nvSpPr>
            <p:cNvPr id="99333" name="Rectangle 11"/>
            <p:cNvSpPr/>
            <p:nvPr/>
          </p:nvSpPr>
          <p:spPr>
            <a:xfrm>
              <a:off x="500" y="1171"/>
              <a:ext cx="31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CLK</a:t>
              </a:r>
              <a:endParaRPr lang="en-US" altLang="zh-CN" sz="1800" b="0" dirty="0">
                <a:solidFill>
                  <a:schemeClr val="tx1"/>
                </a:solidFill>
                <a:latin typeface="Arial" panose="020B0604020202020204" pitchFamily="34" charset="0"/>
              </a:endParaRPr>
            </a:p>
          </p:txBody>
        </p:sp>
        <p:sp>
          <p:nvSpPr>
            <p:cNvPr id="99334" name="Rectangle 12"/>
            <p:cNvSpPr/>
            <p:nvPr/>
          </p:nvSpPr>
          <p:spPr>
            <a:xfrm>
              <a:off x="395" y="1671"/>
              <a:ext cx="436"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GATE</a:t>
              </a:r>
              <a:endParaRPr lang="en-US" altLang="zh-CN" sz="1800" b="0" dirty="0">
                <a:solidFill>
                  <a:schemeClr val="tx1"/>
                </a:solidFill>
                <a:latin typeface="Arial" panose="020B0604020202020204" pitchFamily="34" charset="0"/>
              </a:endParaRPr>
            </a:p>
          </p:txBody>
        </p:sp>
        <p:sp>
          <p:nvSpPr>
            <p:cNvPr id="99335" name="Rectangle 13"/>
            <p:cNvSpPr/>
            <p:nvPr/>
          </p:nvSpPr>
          <p:spPr>
            <a:xfrm>
              <a:off x="491" y="2109"/>
              <a:ext cx="338"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OUT</a:t>
              </a:r>
              <a:endParaRPr lang="en-US" altLang="zh-CN" sz="1800" b="0" dirty="0">
                <a:solidFill>
                  <a:schemeClr val="tx1"/>
                </a:solidFill>
                <a:latin typeface="Arial" panose="020B0604020202020204" pitchFamily="34" charset="0"/>
              </a:endParaRPr>
            </a:p>
          </p:txBody>
        </p:sp>
        <p:sp>
          <p:nvSpPr>
            <p:cNvPr id="99336" name="Rectangle 14"/>
            <p:cNvSpPr/>
            <p:nvPr/>
          </p:nvSpPr>
          <p:spPr>
            <a:xfrm>
              <a:off x="1111" y="707"/>
              <a:ext cx="267"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CW</a:t>
              </a:r>
              <a:endParaRPr lang="en-US" altLang="zh-CN" sz="1800" b="0" dirty="0">
                <a:solidFill>
                  <a:schemeClr val="tx1"/>
                </a:solidFill>
                <a:latin typeface="Arial" panose="020B0604020202020204" pitchFamily="34" charset="0"/>
              </a:endParaRPr>
            </a:p>
          </p:txBody>
        </p:sp>
        <p:sp>
          <p:nvSpPr>
            <p:cNvPr id="99337" name="Rectangle 15"/>
            <p:cNvSpPr/>
            <p:nvPr/>
          </p:nvSpPr>
          <p:spPr>
            <a:xfrm>
              <a:off x="1565" y="707"/>
              <a:ext cx="298"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N=3</a:t>
              </a:r>
              <a:endParaRPr lang="en-US" altLang="zh-CN" sz="1800" b="0" dirty="0">
                <a:solidFill>
                  <a:schemeClr val="tx1"/>
                </a:solidFill>
                <a:latin typeface="Arial" panose="020B0604020202020204" pitchFamily="34" charset="0"/>
              </a:endParaRPr>
            </a:p>
          </p:txBody>
        </p:sp>
        <p:sp>
          <p:nvSpPr>
            <p:cNvPr id="99338" name="Line 16"/>
            <p:cNvSpPr/>
            <p:nvPr/>
          </p:nvSpPr>
          <p:spPr>
            <a:xfrm flipH="1">
              <a:off x="1041" y="882"/>
              <a:ext cx="103" cy="1"/>
            </a:xfrm>
            <a:prstGeom prst="line">
              <a:avLst/>
            </a:prstGeom>
            <a:ln w="12700" cap="flat" cmpd="sng">
              <a:solidFill>
                <a:srgbClr val="000000"/>
              </a:solidFill>
              <a:prstDash val="solid"/>
              <a:headEnd type="none" w="med" len="med"/>
              <a:tailEnd type="none" w="med" len="med"/>
            </a:ln>
          </p:spPr>
        </p:sp>
        <p:sp>
          <p:nvSpPr>
            <p:cNvPr id="99339" name="Line 17"/>
            <p:cNvSpPr/>
            <p:nvPr/>
          </p:nvSpPr>
          <p:spPr>
            <a:xfrm flipH="1" flipV="1">
              <a:off x="1383" y="883"/>
              <a:ext cx="136" cy="5"/>
            </a:xfrm>
            <a:prstGeom prst="line">
              <a:avLst/>
            </a:prstGeom>
            <a:ln w="12700" cap="flat" cmpd="sng">
              <a:solidFill>
                <a:srgbClr val="000000"/>
              </a:solidFill>
              <a:prstDash val="solid"/>
              <a:headEnd type="none" w="med" len="med"/>
              <a:tailEnd type="none" w="med" len="med"/>
            </a:ln>
          </p:spPr>
        </p:sp>
        <p:sp>
          <p:nvSpPr>
            <p:cNvPr id="99340" name="Line 18"/>
            <p:cNvSpPr/>
            <p:nvPr/>
          </p:nvSpPr>
          <p:spPr>
            <a:xfrm flipH="1" flipV="1">
              <a:off x="1145" y="882"/>
              <a:ext cx="57" cy="188"/>
            </a:xfrm>
            <a:prstGeom prst="line">
              <a:avLst/>
            </a:prstGeom>
            <a:ln w="12700" cap="flat" cmpd="sng">
              <a:solidFill>
                <a:srgbClr val="000000"/>
              </a:solidFill>
              <a:prstDash val="solid"/>
              <a:headEnd type="none" w="med" len="med"/>
              <a:tailEnd type="none" w="med" len="med"/>
            </a:ln>
          </p:spPr>
        </p:sp>
        <p:sp>
          <p:nvSpPr>
            <p:cNvPr id="99341" name="Line 19"/>
            <p:cNvSpPr/>
            <p:nvPr/>
          </p:nvSpPr>
          <p:spPr>
            <a:xfrm flipV="1">
              <a:off x="1338" y="882"/>
              <a:ext cx="44" cy="188"/>
            </a:xfrm>
            <a:prstGeom prst="line">
              <a:avLst/>
            </a:prstGeom>
            <a:ln w="12700" cap="flat" cmpd="sng">
              <a:solidFill>
                <a:srgbClr val="000000"/>
              </a:solidFill>
              <a:prstDash val="solid"/>
              <a:headEnd type="none" w="med" len="med"/>
              <a:tailEnd type="none" w="med" len="med"/>
            </a:ln>
          </p:spPr>
        </p:sp>
        <p:sp>
          <p:nvSpPr>
            <p:cNvPr id="99342" name="Line 21"/>
            <p:cNvSpPr/>
            <p:nvPr/>
          </p:nvSpPr>
          <p:spPr>
            <a:xfrm flipH="1" flipV="1">
              <a:off x="1519" y="882"/>
              <a:ext cx="46" cy="188"/>
            </a:xfrm>
            <a:prstGeom prst="line">
              <a:avLst/>
            </a:prstGeom>
            <a:ln w="12700" cap="flat" cmpd="sng">
              <a:solidFill>
                <a:srgbClr val="000000"/>
              </a:solidFill>
              <a:prstDash val="solid"/>
              <a:headEnd type="none" w="med" len="med"/>
              <a:tailEnd type="none" w="med" len="med"/>
            </a:ln>
          </p:spPr>
        </p:sp>
        <p:sp>
          <p:nvSpPr>
            <p:cNvPr id="99343" name="Line 22"/>
            <p:cNvSpPr/>
            <p:nvPr/>
          </p:nvSpPr>
          <p:spPr>
            <a:xfrm flipV="1">
              <a:off x="1791" y="888"/>
              <a:ext cx="46" cy="178"/>
            </a:xfrm>
            <a:prstGeom prst="line">
              <a:avLst/>
            </a:prstGeom>
            <a:ln w="12700" cap="flat" cmpd="sng">
              <a:solidFill>
                <a:srgbClr val="000000"/>
              </a:solidFill>
              <a:prstDash val="solid"/>
              <a:headEnd type="none" w="med" len="med"/>
              <a:tailEnd type="none" w="med" len="med"/>
            </a:ln>
          </p:spPr>
        </p:sp>
        <p:sp>
          <p:nvSpPr>
            <p:cNvPr id="99344" name="Line 23"/>
            <p:cNvSpPr/>
            <p:nvPr/>
          </p:nvSpPr>
          <p:spPr>
            <a:xfrm>
              <a:off x="1559" y="1070"/>
              <a:ext cx="232" cy="1"/>
            </a:xfrm>
            <a:prstGeom prst="line">
              <a:avLst/>
            </a:prstGeom>
            <a:ln w="12700" cap="flat" cmpd="sng">
              <a:solidFill>
                <a:srgbClr val="000000"/>
              </a:solidFill>
              <a:prstDash val="solid"/>
              <a:headEnd type="none" w="med" len="med"/>
              <a:tailEnd type="none" w="med" len="med"/>
            </a:ln>
          </p:spPr>
        </p:sp>
        <p:sp>
          <p:nvSpPr>
            <p:cNvPr id="99345" name="Line 24"/>
            <p:cNvSpPr/>
            <p:nvPr/>
          </p:nvSpPr>
          <p:spPr>
            <a:xfrm flipH="1">
              <a:off x="1837" y="888"/>
              <a:ext cx="2994" cy="1"/>
            </a:xfrm>
            <a:prstGeom prst="line">
              <a:avLst/>
            </a:prstGeom>
            <a:ln w="12700" cap="flat" cmpd="sng">
              <a:solidFill>
                <a:srgbClr val="000000"/>
              </a:solidFill>
              <a:prstDash val="solid"/>
              <a:headEnd type="none" w="med" len="med"/>
              <a:tailEnd type="none" w="med" len="med"/>
            </a:ln>
          </p:spPr>
        </p:sp>
        <p:sp>
          <p:nvSpPr>
            <p:cNvPr id="99346" name="Line 25"/>
            <p:cNvSpPr/>
            <p:nvPr/>
          </p:nvSpPr>
          <p:spPr>
            <a:xfrm flipH="1">
              <a:off x="1041" y="2208"/>
              <a:ext cx="464" cy="1"/>
            </a:xfrm>
            <a:prstGeom prst="line">
              <a:avLst/>
            </a:prstGeom>
            <a:ln w="12700" cap="flat" cmpd="sng">
              <a:solidFill>
                <a:srgbClr val="000000"/>
              </a:solidFill>
              <a:prstDash val="solid"/>
              <a:headEnd type="none" w="med" len="med"/>
              <a:tailEnd type="none" w="med" len="med"/>
            </a:ln>
          </p:spPr>
        </p:sp>
        <p:sp>
          <p:nvSpPr>
            <p:cNvPr id="99347" name="Line 26"/>
            <p:cNvSpPr/>
            <p:nvPr/>
          </p:nvSpPr>
          <p:spPr>
            <a:xfrm flipV="1">
              <a:off x="1514" y="1991"/>
              <a:ext cx="95" cy="217"/>
            </a:xfrm>
            <a:prstGeom prst="line">
              <a:avLst/>
            </a:prstGeom>
            <a:ln w="12700" cap="flat" cmpd="sng">
              <a:solidFill>
                <a:srgbClr val="000000"/>
              </a:solidFill>
              <a:prstDash val="solid"/>
              <a:headEnd type="none" w="med" len="med"/>
              <a:tailEnd type="none" w="med" len="med"/>
            </a:ln>
          </p:spPr>
        </p:sp>
        <p:sp>
          <p:nvSpPr>
            <p:cNvPr id="99348" name="Line 27"/>
            <p:cNvSpPr/>
            <p:nvPr/>
          </p:nvSpPr>
          <p:spPr>
            <a:xfrm flipH="1">
              <a:off x="1609" y="1979"/>
              <a:ext cx="2042" cy="13"/>
            </a:xfrm>
            <a:prstGeom prst="line">
              <a:avLst/>
            </a:prstGeom>
            <a:ln w="12700" cap="flat" cmpd="sng">
              <a:solidFill>
                <a:srgbClr val="000000"/>
              </a:solidFill>
              <a:prstDash val="solid"/>
              <a:headEnd type="none" w="med" len="med"/>
              <a:tailEnd type="none" w="med" len="med"/>
            </a:ln>
          </p:spPr>
        </p:sp>
        <p:sp>
          <p:nvSpPr>
            <p:cNvPr id="99349" name="Line 28"/>
            <p:cNvSpPr/>
            <p:nvPr/>
          </p:nvSpPr>
          <p:spPr>
            <a:xfrm flipV="1">
              <a:off x="3923" y="1979"/>
              <a:ext cx="47" cy="217"/>
            </a:xfrm>
            <a:prstGeom prst="line">
              <a:avLst/>
            </a:prstGeom>
            <a:ln w="12700" cap="flat" cmpd="sng">
              <a:solidFill>
                <a:srgbClr val="000000"/>
              </a:solidFill>
              <a:prstDash val="solid"/>
              <a:headEnd type="none" w="med" len="med"/>
              <a:tailEnd type="none" w="med" len="med"/>
            </a:ln>
          </p:spPr>
        </p:sp>
        <p:sp>
          <p:nvSpPr>
            <p:cNvPr id="99350" name="Line 29"/>
            <p:cNvSpPr/>
            <p:nvPr/>
          </p:nvSpPr>
          <p:spPr>
            <a:xfrm flipH="1" flipV="1">
              <a:off x="3651" y="1979"/>
              <a:ext cx="45" cy="217"/>
            </a:xfrm>
            <a:prstGeom prst="line">
              <a:avLst/>
            </a:prstGeom>
            <a:ln w="12700" cap="flat" cmpd="sng">
              <a:solidFill>
                <a:srgbClr val="000000"/>
              </a:solidFill>
              <a:prstDash val="solid"/>
              <a:headEnd type="none" w="med" len="med"/>
              <a:tailEnd type="none" w="med" len="med"/>
            </a:ln>
          </p:spPr>
        </p:sp>
        <p:sp>
          <p:nvSpPr>
            <p:cNvPr id="99351" name="Line 31"/>
            <p:cNvSpPr/>
            <p:nvPr/>
          </p:nvSpPr>
          <p:spPr>
            <a:xfrm flipH="1">
              <a:off x="3697" y="2205"/>
              <a:ext cx="232" cy="1"/>
            </a:xfrm>
            <a:prstGeom prst="line">
              <a:avLst/>
            </a:prstGeom>
            <a:ln w="12700" cap="flat" cmpd="sng">
              <a:solidFill>
                <a:srgbClr val="000000"/>
              </a:solidFill>
              <a:prstDash val="solid"/>
              <a:headEnd type="none" w="med" len="med"/>
              <a:tailEnd type="none" w="med" len="med"/>
            </a:ln>
          </p:spPr>
        </p:sp>
        <p:sp>
          <p:nvSpPr>
            <p:cNvPr id="99352" name="Rectangle 32"/>
            <p:cNvSpPr/>
            <p:nvPr/>
          </p:nvSpPr>
          <p:spPr>
            <a:xfrm>
              <a:off x="2744" y="2024"/>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3</a:t>
              </a:r>
              <a:endParaRPr lang="en-US" altLang="zh-CN" sz="1800" b="0" dirty="0">
                <a:solidFill>
                  <a:schemeClr val="tx1"/>
                </a:solidFill>
                <a:latin typeface="Arial" panose="020B0604020202020204" pitchFamily="34" charset="0"/>
              </a:endParaRPr>
            </a:p>
          </p:txBody>
        </p:sp>
        <p:sp>
          <p:nvSpPr>
            <p:cNvPr id="99353" name="Rectangle 33"/>
            <p:cNvSpPr/>
            <p:nvPr/>
          </p:nvSpPr>
          <p:spPr>
            <a:xfrm>
              <a:off x="3107" y="2024"/>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2</a:t>
              </a:r>
              <a:endParaRPr lang="en-US" altLang="zh-CN" sz="1800" b="0" dirty="0">
                <a:solidFill>
                  <a:schemeClr val="tx1"/>
                </a:solidFill>
                <a:latin typeface="Arial" panose="020B0604020202020204" pitchFamily="34" charset="0"/>
              </a:endParaRPr>
            </a:p>
          </p:txBody>
        </p:sp>
        <p:sp>
          <p:nvSpPr>
            <p:cNvPr id="99354" name="Rectangle 34"/>
            <p:cNvSpPr/>
            <p:nvPr/>
          </p:nvSpPr>
          <p:spPr>
            <a:xfrm>
              <a:off x="3470" y="2070"/>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99355" name="Rectangle 35"/>
            <p:cNvSpPr/>
            <p:nvPr/>
          </p:nvSpPr>
          <p:spPr>
            <a:xfrm>
              <a:off x="3787" y="1933"/>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99356" name="Line 36"/>
            <p:cNvSpPr/>
            <p:nvPr/>
          </p:nvSpPr>
          <p:spPr>
            <a:xfrm>
              <a:off x="1196" y="1192"/>
              <a:ext cx="1" cy="250"/>
            </a:xfrm>
            <a:prstGeom prst="line">
              <a:avLst/>
            </a:prstGeom>
            <a:ln w="12700" cap="flat" cmpd="sng">
              <a:solidFill>
                <a:srgbClr val="000000"/>
              </a:solidFill>
              <a:prstDash val="solid"/>
              <a:headEnd type="none" w="med" len="med"/>
              <a:tailEnd type="none" w="med" len="med"/>
            </a:ln>
          </p:spPr>
        </p:sp>
        <p:sp>
          <p:nvSpPr>
            <p:cNvPr id="99357" name="Line 37"/>
            <p:cNvSpPr/>
            <p:nvPr/>
          </p:nvSpPr>
          <p:spPr>
            <a:xfrm flipH="1">
              <a:off x="1193" y="1192"/>
              <a:ext cx="151" cy="1"/>
            </a:xfrm>
            <a:prstGeom prst="line">
              <a:avLst/>
            </a:prstGeom>
            <a:ln w="12700" cap="flat" cmpd="sng">
              <a:solidFill>
                <a:srgbClr val="000000"/>
              </a:solidFill>
              <a:prstDash val="solid"/>
              <a:headEnd type="none" w="med" len="med"/>
              <a:tailEnd type="none" w="med" len="med"/>
            </a:ln>
          </p:spPr>
        </p:sp>
        <p:sp>
          <p:nvSpPr>
            <p:cNvPr id="99358" name="Line 38"/>
            <p:cNvSpPr/>
            <p:nvPr/>
          </p:nvSpPr>
          <p:spPr>
            <a:xfrm>
              <a:off x="1347" y="1192"/>
              <a:ext cx="1" cy="250"/>
            </a:xfrm>
            <a:prstGeom prst="line">
              <a:avLst/>
            </a:prstGeom>
            <a:ln w="12700" cap="flat" cmpd="sng">
              <a:solidFill>
                <a:srgbClr val="000000"/>
              </a:solidFill>
              <a:prstDash val="solid"/>
              <a:headEnd type="none" w="med" len="med"/>
              <a:tailEnd type="none" w="med" len="med"/>
            </a:ln>
          </p:spPr>
        </p:sp>
        <p:sp>
          <p:nvSpPr>
            <p:cNvPr id="99359" name="Line 39"/>
            <p:cNvSpPr/>
            <p:nvPr/>
          </p:nvSpPr>
          <p:spPr>
            <a:xfrm flipH="1">
              <a:off x="1344" y="1442"/>
              <a:ext cx="174" cy="1"/>
            </a:xfrm>
            <a:prstGeom prst="line">
              <a:avLst/>
            </a:prstGeom>
            <a:ln w="12700" cap="flat" cmpd="sng">
              <a:solidFill>
                <a:srgbClr val="000000"/>
              </a:solidFill>
              <a:prstDash val="solid"/>
              <a:headEnd type="none" w="med" len="med"/>
              <a:tailEnd type="none" w="med" len="med"/>
            </a:ln>
          </p:spPr>
        </p:sp>
        <p:sp>
          <p:nvSpPr>
            <p:cNvPr id="99360" name="Line 40"/>
            <p:cNvSpPr/>
            <p:nvPr/>
          </p:nvSpPr>
          <p:spPr>
            <a:xfrm>
              <a:off x="1521" y="1192"/>
              <a:ext cx="1" cy="250"/>
            </a:xfrm>
            <a:prstGeom prst="line">
              <a:avLst/>
            </a:prstGeom>
            <a:ln w="12700" cap="flat" cmpd="sng">
              <a:solidFill>
                <a:srgbClr val="000000"/>
              </a:solidFill>
              <a:prstDash val="solid"/>
              <a:headEnd type="none" w="med" len="med"/>
              <a:tailEnd type="none" w="med" len="med"/>
            </a:ln>
          </p:spPr>
        </p:sp>
        <p:sp>
          <p:nvSpPr>
            <p:cNvPr id="99361" name="Line 41"/>
            <p:cNvSpPr/>
            <p:nvPr/>
          </p:nvSpPr>
          <p:spPr>
            <a:xfrm flipH="1">
              <a:off x="1518" y="1192"/>
              <a:ext cx="152" cy="1"/>
            </a:xfrm>
            <a:prstGeom prst="line">
              <a:avLst/>
            </a:prstGeom>
            <a:ln w="12700" cap="flat" cmpd="sng">
              <a:solidFill>
                <a:srgbClr val="000000"/>
              </a:solidFill>
              <a:prstDash val="solid"/>
              <a:headEnd type="none" w="med" len="med"/>
              <a:tailEnd type="none" w="med" len="med"/>
            </a:ln>
          </p:spPr>
        </p:sp>
        <p:sp>
          <p:nvSpPr>
            <p:cNvPr id="99362" name="Line 42"/>
            <p:cNvSpPr/>
            <p:nvPr/>
          </p:nvSpPr>
          <p:spPr>
            <a:xfrm flipH="1">
              <a:off x="1670" y="1442"/>
              <a:ext cx="174" cy="1"/>
            </a:xfrm>
            <a:prstGeom prst="line">
              <a:avLst/>
            </a:prstGeom>
            <a:ln w="12700" cap="flat" cmpd="sng">
              <a:solidFill>
                <a:srgbClr val="000000"/>
              </a:solidFill>
              <a:prstDash val="solid"/>
              <a:headEnd type="none" w="med" len="med"/>
              <a:tailEnd type="none" w="med" len="med"/>
            </a:ln>
          </p:spPr>
        </p:sp>
        <p:sp>
          <p:nvSpPr>
            <p:cNvPr id="99363" name="Line 43"/>
            <p:cNvSpPr/>
            <p:nvPr/>
          </p:nvSpPr>
          <p:spPr>
            <a:xfrm>
              <a:off x="1856" y="1192"/>
              <a:ext cx="1" cy="250"/>
            </a:xfrm>
            <a:prstGeom prst="line">
              <a:avLst/>
            </a:prstGeom>
            <a:ln w="12700" cap="flat" cmpd="sng">
              <a:solidFill>
                <a:srgbClr val="000000"/>
              </a:solidFill>
              <a:prstDash val="solid"/>
              <a:headEnd type="none" w="med" len="med"/>
              <a:tailEnd type="none" w="med" len="med"/>
            </a:ln>
          </p:spPr>
        </p:sp>
        <p:sp>
          <p:nvSpPr>
            <p:cNvPr id="99364" name="Line 44"/>
            <p:cNvSpPr/>
            <p:nvPr/>
          </p:nvSpPr>
          <p:spPr>
            <a:xfrm flipH="1">
              <a:off x="1853" y="1192"/>
              <a:ext cx="152" cy="1"/>
            </a:xfrm>
            <a:prstGeom prst="line">
              <a:avLst/>
            </a:prstGeom>
            <a:ln w="12700" cap="flat" cmpd="sng">
              <a:solidFill>
                <a:srgbClr val="000000"/>
              </a:solidFill>
              <a:prstDash val="solid"/>
              <a:headEnd type="none" w="med" len="med"/>
              <a:tailEnd type="none" w="med" len="med"/>
            </a:ln>
          </p:spPr>
        </p:sp>
        <p:sp>
          <p:nvSpPr>
            <p:cNvPr id="99365" name="Line 45"/>
            <p:cNvSpPr/>
            <p:nvPr/>
          </p:nvSpPr>
          <p:spPr>
            <a:xfrm>
              <a:off x="2007" y="1192"/>
              <a:ext cx="1" cy="250"/>
            </a:xfrm>
            <a:prstGeom prst="line">
              <a:avLst/>
            </a:prstGeom>
            <a:ln w="12700" cap="flat" cmpd="sng">
              <a:solidFill>
                <a:srgbClr val="000000"/>
              </a:solidFill>
              <a:prstDash val="solid"/>
              <a:headEnd type="none" w="med" len="med"/>
              <a:tailEnd type="none" w="med" len="med"/>
            </a:ln>
          </p:spPr>
        </p:sp>
        <p:sp>
          <p:nvSpPr>
            <p:cNvPr id="99366" name="Line 46"/>
            <p:cNvSpPr/>
            <p:nvPr/>
          </p:nvSpPr>
          <p:spPr>
            <a:xfrm flipH="1">
              <a:off x="2005" y="1442"/>
              <a:ext cx="173" cy="1"/>
            </a:xfrm>
            <a:prstGeom prst="line">
              <a:avLst/>
            </a:prstGeom>
            <a:ln w="12700" cap="flat" cmpd="sng">
              <a:solidFill>
                <a:srgbClr val="000000"/>
              </a:solidFill>
              <a:prstDash val="solid"/>
              <a:headEnd type="none" w="med" len="med"/>
              <a:tailEnd type="none" w="med" len="med"/>
            </a:ln>
          </p:spPr>
        </p:sp>
        <p:sp>
          <p:nvSpPr>
            <p:cNvPr id="99367" name="Line 47"/>
            <p:cNvSpPr/>
            <p:nvPr/>
          </p:nvSpPr>
          <p:spPr>
            <a:xfrm>
              <a:off x="2190" y="1192"/>
              <a:ext cx="1" cy="250"/>
            </a:xfrm>
            <a:prstGeom prst="line">
              <a:avLst/>
            </a:prstGeom>
            <a:ln w="12700" cap="flat" cmpd="sng">
              <a:solidFill>
                <a:srgbClr val="000000"/>
              </a:solidFill>
              <a:prstDash val="solid"/>
              <a:headEnd type="none" w="med" len="med"/>
              <a:tailEnd type="none" w="med" len="med"/>
            </a:ln>
          </p:spPr>
        </p:sp>
        <p:sp>
          <p:nvSpPr>
            <p:cNvPr id="99368" name="Line 48"/>
            <p:cNvSpPr/>
            <p:nvPr/>
          </p:nvSpPr>
          <p:spPr>
            <a:xfrm flipH="1">
              <a:off x="2188" y="1192"/>
              <a:ext cx="151" cy="1"/>
            </a:xfrm>
            <a:prstGeom prst="line">
              <a:avLst/>
            </a:prstGeom>
            <a:ln w="12700" cap="flat" cmpd="sng">
              <a:solidFill>
                <a:srgbClr val="000000"/>
              </a:solidFill>
              <a:prstDash val="solid"/>
              <a:headEnd type="none" w="med" len="med"/>
              <a:tailEnd type="none" w="med" len="med"/>
            </a:ln>
          </p:spPr>
        </p:sp>
        <p:sp>
          <p:nvSpPr>
            <p:cNvPr id="99369" name="Line 49"/>
            <p:cNvSpPr/>
            <p:nvPr/>
          </p:nvSpPr>
          <p:spPr>
            <a:xfrm>
              <a:off x="2341" y="1192"/>
              <a:ext cx="1" cy="250"/>
            </a:xfrm>
            <a:prstGeom prst="line">
              <a:avLst/>
            </a:prstGeom>
            <a:ln w="12700" cap="flat" cmpd="sng">
              <a:solidFill>
                <a:srgbClr val="000000"/>
              </a:solidFill>
              <a:prstDash val="solid"/>
              <a:headEnd type="none" w="med" len="med"/>
              <a:tailEnd type="none" w="med" len="med"/>
            </a:ln>
          </p:spPr>
        </p:sp>
        <p:sp>
          <p:nvSpPr>
            <p:cNvPr id="99370" name="Line 50"/>
            <p:cNvSpPr/>
            <p:nvPr/>
          </p:nvSpPr>
          <p:spPr>
            <a:xfrm flipH="1">
              <a:off x="2339" y="1442"/>
              <a:ext cx="174" cy="1"/>
            </a:xfrm>
            <a:prstGeom prst="line">
              <a:avLst/>
            </a:prstGeom>
            <a:ln w="12700" cap="flat" cmpd="sng">
              <a:solidFill>
                <a:srgbClr val="000000"/>
              </a:solidFill>
              <a:prstDash val="solid"/>
              <a:headEnd type="none" w="med" len="med"/>
              <a:tailEnd type="none" w="med" len="med"/>
            </a:ln>
          </p:spPr>
        </p:sp>
        <p:sp>
          <p:nvSpPr>
            <p:cNvPr id="99371" name="Line 51"/>
            <p:cNvSpPr/>
            <p:nvPr/>
          </p:nvSpPr>
          <p:spPr>
            <a:xfrm>
              <a:off x="2515" y="1192"/>
              <a:ext cx="1" cy="250"/>
            </a:xfrm>
            <a:prstGeom prst="line">
              <a:avLst/>
            </a:prstGeom>
            <a:ln w="12700" cap="flat" cmpd="sng">
              <a:solidFill>
                <a:srgbClr val="000000"/>
              </a:solidFill>
              <a:prstDash val="solid"/>
              <a:headEnd type="none" w="med" len="med"/>
              <a:tailEnd type="none" w="med" len="med"/>
            </a:ln>
          </p:spPr>
        </p:sp>
        <p:sp>
          <p:nvSpPr>
            <p:cNvPr id="99372" name="Line 52"/>
            <p:cNvSpPr/>
            <p:nvPr/>
          </p:nvSpPr>
          <p:spPr>
            <a:xfrm flipH="1">
              <a:off x="2513" y="1192"/>
              <a:ext cx="152" cy="1"/>
            </a:xfrm>
            <a:prstGeom prst="line">
              <a:avLst/>
            </a:prstGeom>
            <a:ln w="12700" cap="flat" cmpd="sng">
              <a:solidFill>
                <a:srgbClr val="000000"/>
              </a:solidFill>
              <a:prstDash val="solid"/>
              <a:headEnd type="none" w="med" len="med"/>
              <a:tailEnd type="none" w="med" len="med"/>
            </a:ln>
          </p:spPr>
        </p:sp>
        <p:sp>
          <p:nvSpPr>
            <p:cNvPr id="99373" name="Line 53"/>
            <p:cNvSpPr/>
            <p:nvPr/>
          </p:nvSpPr>
          <p:spPr>
            <a:xfrm>
              <a:off x="2667" y="1192"/>
              <a:ext cx="1" cy="250"/>
            </a:xfrm>
            <a:prstGeom prst="line">
              <a:avLst/>
            </a:prstGeom>
            <a:ln w="12700" cap="flat" cmpd="sng">
              <a:solidFill>
                <a:srgbClr val="000000"/>
              </a:solidFill>
              <a:prstDash val="solid"/>
              <a:headEnd type="none" w="med" len="med"/>
              <a:tailEnd type="none" w="med" len="med"/>
            </a:ln>
          </p:spPr>
        </p:sp>
        <p:sp>
          <p:nvSpPr>
            <p:cNvPr id="99374" name="Line 54"/>
            <p:cNvSpPr/>
            <p:nvPr/>
          </p:nvSpPr>
          <p:spPr>
            <a:xfrm flipH="1">
              <a:off x="2665" y="1442"/>
              <a:ext cx="173" cy="1"/>
            </a:xfrm>
            <a:prstGeom prst="line">
              <a:avLst/>
            </a:prstGeom>
            <a:ln w="12700" cap="flat" cmpd="sng">
              <a:solidFill>
                <a:srgbClr val="000000"/>
              </a:solidFill>
              <a:prstDash val="solid"/>
              <a:headEnd type="none" w="med" len="med"/>
              <a:tailEnd type="none" w="med" len="med"/>
            </a:ln>
          </p:spPr>
        </p:sp>
        <p:sp>
          <p:nvSpPr>
            <p:cNvPr id="99375" name="Line 55"/>
            <p:cNvSpPr/>
            <p:nvPr/>
          </p:nvSpPr>
          <p:spPr>
            <a:xfrm>
              <a:off x="2849" y="1192"/>
              <a:ext cx="1" cy="250"/>
            </a:xfrm>
            <a:prstGeom prst="line">
              <a:avLst/>
            </a:prstGeom>
            <a:ln w="12700" cap="flat" cmpd="sng">
              <a:solidFill>
                <a:srgbClr val="000000"/>
              </a:solidFill>
              <a:prstDash val="solid"/>
              <a:headEnd type="none" w="med" len="med"/>
              <a:tailEnd type="none" w="med" len="med"/>
            </a:ln>
          </p:spPr>
        </p:sp>
        <p:sp>
          <p:nvSpPr>
            <p:cNvPr id="99376" name="Line 56"/>
            <p:cNvSpPr/>
            <p:nvPr/>
          </p:nvSpPr>
          <p:spPr>
            <a:xfrm flipH="1">
              <a:off x="2847" y="1192"/>
              <a:ext cx="152" cy="1"/>
            </a:xfrm>
            <a:prstGeom prst="line">
              <a:avLst/>
            </a:prstGeom>
            <a:ln w="12700" cap="flat" cmpd="sng">
              <a:solidFill>
                <a:srgbClr val="000000"/>
              </a:solidFill>
              <a:prstDash val="solid"/>
              <a:headEnd type="none" w="med" len="med"/>
              <a:tailEnd type="none" w="med" len="med"/>
            </a:ln>
          </p:spPr>
        </p:sp>
        <p:sp>
          <p:nvSpPr>
            <p:cNvPr id="99377" name="Line 57"/>
            <p:cNvSpPr/>
            <p:nvPr/>
          </p:nvSpPr>
          <p:spPr>
            <a:xfrm>
              <a:off x="3001" y="1192"/>
              <a:ext cx="1" cy="250"/>
            </a:xfrm>
            <a:prstGeom prst="line">
              <a:avLst/>
            </a:prstGeom>
            <a:ln w="12700" cap="flat" cmpd="sng">
              <a:solidFill>
                <a:srgbClr val="000000"/>
              </a:solidFill>
              <a:prstDash val="solid"/>
              <a:headEnd type="none" w="med" len="med"/>
              <a:tailEnd type="none" w="med" len="med"/>
            </a:ln>
          </p:spPr>
        </p:sp>
        <p:sp>
          <p:nvSpPr>
            <p:cNvPr id="99378" name="Line 58"/>
            <p:cNvSpPr/>
            <p:nvPr/>
          </p:nvSpPr>
          <p:spPr>
            <a:xfrm flipH="1">
              <a:off x="2999" y="1442"/>
              <a:ext cx="174" cy="1"/>
            </a:xfrm>
            <a:prstGeom prst="line">
              <a:avLst/>
            </a:prstGeom>
            <a:ln w="12700" cap="flat" cmpd="sng">
              <a:solidFill>
                <a:srgbClr val="000000"/>
              </a:solidFill>
              <a:prstDash val="solid"/>
              <a:headEnd type="none" w="med" len="med"/>
              <a:tailEnd type="none" w="med" len="med"/>
            </a:ln>
          </p:spPr>
        </p:sp>
        <p:sp>
          <p:nvSpPr>
            <p:cNvPr id="99379" name="Line 59"/>
            <p:cNvSpPr/>
            <p:nvPr/>
          </p:nvSpPr>
          <p:spPr>
            <a:xfrm>
              <a:off x="3184" y="1192"/>
              <a:ext cx="1" cy="250"/>
            </a:xfrm>
            <a:prstGeom prst="line">
              <a:avLst/>
            </a:prstGeom>
            <a:ln w="12700" cap="flat" cmpd="sng">
              <a:solidFill>
                <a:srgbClr val="000000"/>
              </a:solidFill>
              <a:prstDash val="solid"/>
              <a:headEnd type="none" w="med" len="med"/>
              <a:tailEnd type="none" w="med" len="med"/>
            </a:ln>
          </p:spPr>
        </p:sp>
        <p:sp>
          <p:nvSpPr>
            <p:cNvPr id="99380" name="Line 60"/>
            <p:cNvSpPr/>
            <p:nvPr/>
          </p:nvSpPr>
          <p:spPr>
            <a:xfrm flipH="1">
              <a:off x="3182" y="1192"/>
              <a:ext cx="151" cy="1"/>
            </a:xfrm>
            <a:prstGeom prst="line">
              <a:avLst/>
            </a:prstGeom>
            <a:ln w="12700" cap="flat" cmpd="sng">
              <a:solidFill>
                <a:srgbClr val="000000"/>
              </a:solidFill>
              <a:prstDash val="solid"/>
              <a:headEnd type="none" w="med" len="med"/>
              <a:tailEnd type="none" w="med" len="med"/>
            </a:ln>
          </p:spPr>
        </p:sp>
        <p:sp>
          <p:nvSpPr>
            <p:cNvPr id="99381" name="Line 61"/>
            <p:cNvSpPr/>
            <p:nvPr/>
          </p:nvSpPr>
          <p:spPr>
            <a:xfrm>
              <a:off x="3336" y="1192"/>
              <a:ext cx="1" cy="250"/>
            </a:xfrm>
            <a:prstGeom prst="line">
              <a:avLst/>
            </a:prstGeom>
            <a:ln w="12700" cap="flat" cmpd="sng">
              <a:solidFill>
                <a:srgbClr val="000000"/>
              </a:solidFill>
              <a:prstDash val="solid"/>
              <a:headEnd type="none" w="med" len="med"/>
              <a:tailEnd type="none" w="med" len="med"/>
            </a:ln>
          </p:spPr>
        </p:sp>
        <p:sp>
          <p:nvSpPr>
            <p:cNvPr id="99382" name="Line 62"/>
            <p:cNvSpPr/>
            <p:nvPr/>
          </p:nvSpPr>
          <p:spPr>
            <a:xfrm flipH="1">
              <a:off x="3333" y="1442"/>
              <a:ext cx="174" cy="1"/>
            </a:xfrm>
            <a:prstGeom prst="line">
              <a:avLst/>
            </a:prstGeom>
            <a:ln w="12700" cap="flat" cmpd="sng">
              <a:solidFill>
                <a:srgbClr val="000000"/>
              </a:solidFill>
              <a:prstDash val="solid"/>
              <a:headEnd type="none" w="med" len="med"/>
              <a:tailEnd type="none" w="med" len="med"/>
            </a:ln>
          </p:spPr>
        </p:sp>
        <p:sp>
          <p:nvSpPr>
            <p:cNvPr id="99383" name="Line 63"/>
            <p:cNvSpPr/>
            <p:nvPr/>
          </p:nvSpPr>
          <p:spPr>
            <a:xfrm>
              <a:off x="3510" y="1192"/>
              <a:ext cx="1" cy="250"/>
            </a:xfrm>
            <a:prstGeom prst="line">
              <a:avLst/>
            </a:prstGeom>
            <a:ln w="12700" cap="flat" cmpd="sng">
              <a:solidFill>
                <a:srgbClr val="000000"/>
              </a:solidFill>
              <a:prstDash val="solid"/>
              <a:headEnd type="none" w="med" len="med"/>
              <a:tailEnd type="none" w="med" len="med"/>
            </a:ln>
          </p:spPr>
        </p:sp>
        <p:sp>
          <p:nvSpPr>
            <p:cNvPr id="99384" name="Line 64"/>
            <p:cNvSpPr/>
            <p:nvPr/>
          </p:nvSpPr>
          <p:spPr>
            <a:xfrm flipH="1">
              <a:off x="3507" y="1192"/>
              <a:ext cx="152" cy="1"/>
            </a:xfrm>
            <a:prstGeom prst="line">
              <a:avLst/>
            </a:prstGeom>
            <a:ln w="12700" cap="flat" cmpd="sng">
              <a:solidFill>
                <a:srgbClr val="000000"/>
              </a:solidFill>
              <a:prstDash val="solid"/>
              <a:headEnd type="none" w="med" len="med"/>
              <a:tailEnd type="none" w="med" len="med"/>
            </a:ln>
          </p:spPr>
        </p:sp>
        <p:sp>
          <p:nvSpPr>
            <p:cNvPr id="99385" name="Line 65"/>
            <p:cNvSpPr/>
            <p:nvPr/>
          </p:nvSpPr>
          <p:spPr>
            <a:xfrm>
              <a:off x="3661" y="1192"/>
              <a:ext cx="1" cy="250"/>
            </a:xfrm>
            <a:prstGeom prst="line">
              <a:avLst/>
            </a:prstGeom>
            <a:ln w="12700" cap="flat" cmpd="sng">
              <a:solidFill>
                <a:srgbClr val="000000"/>
              </a:solidFill>
              <a:prstDash val="solid"/>
              <a:headEnd type="none" w="med" len="med"/>
              <a:tailEnd type="none" w="med" len="med"/>
            </a:ln>
          </p:spPr>
        </p:sp>
        <p:sp>
          <p:nvSpPr>
            <p:cNvPr id="99386" name="Line 66"/>
            <p:cNvSpPr/>
            <p:nvPr/>
          </p:nvSpPr>
          <p:spPr>
            <a:xfrm flipH="1">
              <a:off x="3659" y="1442"/>
              <a:ext cx="174" cy="1"/>
            </a:xfrm>
            <a:prstGeom prst="line">
              <a:avLst/>
            </a:prstGeom>
            <a:ln w="12700" cap="flat" cmpd="sng">
              <a:solidFill>
                <a:srgbClr val="000000"/>
              </a:solidFill>
              <a:prstDash val="solid"/>
              <a:headEnd type="none" w="med" len="med"/>
              <a:tailEnd type="none" w="med" len="med"/>
            </a:ln>
          </p:spPr>
        </p:sp>
        <p:sp>
          <p:nvSpPr>
            <p:cNvPr id="99387" name="Line 67"/>
            <p:cNvSpPr/>
            <p:nvPr/>
          </p:nvSpPr>
          <p:spPr>
            <a:xfrm>
              <a:off x="3831" y="1192"/>
              <a:ext cx="1" cy="250"/>
            </a:xfrm>
            <a:prstGeom prst="line">
              <a:avLst/>
            </a:prstGeom>
            <a:ln w="12700" cap="flat" cmpd="sng">
              <a:solidFill>
                <a:srgbClr val="000000"/>
              </a:solidFill>
              <a:prstDash val="solid"/>
              <a:headEnd type="none" w="med" len="med"/>
              <a:tailEnd type="none" w="med" len="med"/>
            </a:ln>
          </p:spPr>
        </p:sp>
        <p:sp>
          <p:nvSpPr>
            <p:cNvPr id="99388" name="Line 68"/>
            <p:cNvSpPr/>
            <p:nvPr/>
          </p:nvSpPr>
          <p:spPr>
            <a:xfrm flipH="1">
              <a:off x="3828" y="1192"/>
              <a:ext cx="152" cy="1"/>
            </a:xfrm>
            <a:prstGeom prst="line">
              <a:avLst/>
            </a:prstGeom>
            <a:ln w="12700" cap="flat" cmpd="sng">
              <a:solidFill>
                <a:srgbClr val="000000"/>
              </a:solidFill>
              <a:prstDash val="solid"/>
              <a:headEnd type="none" w="med" len="med"/>
              <a:tailEnd type="none" w="med" len="med"/>
            </a:ln>
          </p:spPr>
        </p:sp>
        <p:sp>
          <p:nvSpPr>
            <p:cNvPr id="99389" name="Line 69"/>
            <p:cNvSpPr/>
            <p:nvPr/>
          </p:nvSpPr>
          <p:spPr>
            <a:xfrm>
              <a:off x="3982" y="1192"/>
              <a:ext cx="1" cy="250"/>
            </a:xfrm>
            <a:prstGeom prst="line">
              <a:avLst/>
            </a:prstGeom>
            <a:ln w="12700" cap="flat" cmpd="sng">
              <a:solidFill>
                <a:srgbClr val="000000"/>
              </a:solidFill>
              <a:prstDash val="solid"/>
              <a:headEnd type="none" w="med" len="med"/>
              <a:tailEnd type="none" w="med" len="med"/>
            </a:ln>
          </p:spPr>
        </p:sp>
        <p:sp>
          <p:nvSpPr>
            <p:cNvPr id="99390" name="Line 70"/>
            <p:cNvSpPr/>
            <p:nvPr/>
          </p:nvSpPr>
          <p:spPr>
            <a:xfrm flipH="1">
              <a:off x="3980" y="1442"/>
              <a:ext cx="174" cy="1"/>
            </a:xfrm>
            <a:prstGeom prst="line">
              <a:avLst/>
            </a:prstGeom>
            <a:ln w="12700" cap="flat" cmpd="sng">
              <a:solidFill>
                <a:srgbClr val="000000"/>
              </a:solidFill>
              <a:prstDash val="solid"/>
              <a:headEnd type="none" w="med" len="med"/>
              <a:tailEnd type="none" w="med" len="med"/>
            </a:ln>
          </p:spPr>
        </p:sp>
        <p:sp>
          <p:nvSpPr>
            <p:cNvPr id="99391" name="Line 71"/>
            <p:cNvSpPr/>
            <p:nvPr/>
          </p:nvSpPr>
          <p:spPr>
            <a:xfrm>
              <a:off x="4156" y="1192"/>
              <a:ext cx="1" cy="250"/>
            </a:xfrm>
            <a:prstGeom prst="line">
              <a:avLst/>
            </a:prstGeom>
            <a:ln w="12700" cap="flat" cmpd="sng">
              <a:solidFill>
                <a:srgbClr val="000000"/>
              </a:solidFill>
              <a:prstDash val="solid"/>
              <a:headEnd type="none" w="med" len="med"/>
              <a:tailEnd type="none" w="med" len="med"/>
            </a:ln>
          </p:spPr>
        </p:sp>
        <p:sp>
          <p:nvSpPr>
            <p:cNvPr id="99392" name="Line 72"/>
            <p:cNvSpPr/>
            <p:nvPr/>
          </p:nvSpPr>
          <p:spPr>
            <a:xfrm flipH="1">
              <a:off x="4154" y="1192"/>
              <a:ext cx="151" cy="1"/>
            </a:xfrm>
            <a:prstGeom prst="line">
              <a:avLst/>
            </a:prstGeom>
            <a:ln w="12700" cap="flat" cmpd="sng">
              <a:solidFill>
                <a:srgbClr val="000000"/>
              </a:solidFill>
              <a:prstDash val="solid"/>
              <a:headEnd type="none" w="med" len="med"/>
              <a:tailEnd type="none" w="med" len="med"/>
            </a:ln>
          </p:spPr>
        </p:sp>
        <p:sp>
          <p:nvSpPr>
            <p:cNvPr id="99393" name="Line 73"/>
            <p:cNvSpPr/>
            <p:nvPr/>
          </p:nvSpPr>
          <p:spPr>
            <a:xfrm>
              <a:off x="4308" y="1192"/>
              <a:ext cx="1" cy="250"/>
            </a:xfrm>
            <a:prstGeom prst="line">
              <a:avLst/>
            </a:prstGeom>
            <a:ln w="12700" cap="flat" cmpd="sng">
              <a:solidFill>
                <a:srgbClr val="000000"/>
              </a:solidFill>
              <a:prstDash val="solid"/>
              <a:headEnd type="none" w="med" len="med"/>
              <a:tailEnd type="none" w="med" len="med"/>
            </a:ln>
          </p:spPr>
        </p:sp>
        <p:sp>
          <p:nvSpPr>
            <p:cNvPr id="99394" name="Line 74"/>
            <p:cNvSpPr/>
            <p:nvPr/>
          </p:nvSpPr>
          <p:spPr>
            <a:xfrm flipH="1">
              <a:off x="4305" y="1442"/>
              <a:ext cx="174" cy="1"/>
            </a:xfrm>
            <a:prstGeom prst="line">
              <a:avLst/>
            </a:prstGeom>
            <a:ln w="12700" cap="flat" cmpd="sng">
              <a:solidFill>
                <a:srgbClr val="000000"/>
              </a:solidFill>
              <a:prstDash val="solid"/>
              <a:headEnd type="none" w="med" len="med"/>
              <a:tailEnd type="none" w="med" len="med"/>
            </a:ln>
          </p:spPr>
        </p:sp>
        <p:sp>
          <p:nvSpPr>
            <p:cNvPr id="99395" name="Line 75"/>
            <p:cNvSpPr/>
            <p:nvPr/>
          </p:nvSpPr>
          <p:spPr>
            <a:xfrm>
              <a:off x="4479" y="1192"/>
              <a:ext cx="1" cy="250"/>
            </a:xfrm>
            <a:prstGeom prst="line">
              <a:avLst/>
            </a:prstGeom>
            <a:ln w="12700" cap="flat" cmpd="sng">
              <a:solidFill>
                <a:srgbClr val="000000"/>
              </a:solidFill>
              <a:prstDash val="solid"/>
              <a:headEnd type="none" w="med" len="med"/>
              <a:tailEnd type="none" w="med" len="med"/>
            </a:ln>
          </p:spPr>
        </p:sp>
        <p:sp>
          <p:nvSpPr>
            <p:cNvPr id="99396" name="Line 76"/>
            <p:cNvSpPr/>
            <p:nvPr/>
          </p:nvSpPr>
          <p:spPr>
            <a:xfrm flipH="1">
              <a:off x="4477" y="1192"/>
              <a:ext cx="152" cy="1"/>
            </a:xfrm>
            <a:prstGeom prst="line">
              <a:avLst/>
            </a:prstGeom>
            <a:ln w="12700" cap="flat" cmpd="sng">
              <a:solidFill>
                <a:srgbClr val="000000"/>
              </a:solidFill>
              <a:prstDash val="solid"/>
              <a:headEnd type="none" w="med" len="med"/>
              <a:tailEnd type="none" w="med" len="med"/>
            </a:ln>
          </p:spPr>
        </p:sp>
        <p:sp>
          <p:nvSpPr>
            <p:cNvPr id="99397" name="Line 77"/>
            <p:cNvSpPr/>
            <p:nvPr/>
          </p:nvSpPr>
          <p:spPr>
            <a:xfrm flipH="1">
              <a:off x="1041" y="1442"/>
              <a:ext cx="151" cy="1"/>
            </a:xfrm>
            <a:prstGeom prst="line">
              <a:avLst/>
            </a:prstGeom>
            <a:ln w="12700" cap="flat" cmpd="sng">
              <a:solidFill>
                <a:srgbClr val="000000"/>
              </a:solidFill>
              <a:prstDash val="solid"/>
              <a:headEnd type="none" w="med" len="med"/>
              <a:tailEnd type="none" w="med" len="med"/>
            </a:ln>
          </p:spPr>
        </p:sp>
        <p:sp>
          <p:nvSpPr>
            <p:cNvPr id="99398" name="Line 78"/>
            <p:cNvSpPr/>
            <p:nvPr/>
          </p:nvSpPr>
          <p:spPr>
            <a:xfrm>
              <a:off x="1672" y="1192"/>
              <a:ext cx="1" cy="250"/>
            </a:xfrm>
            <a:prstGeom prst="line">
              <a:avLst/>
            </a:prstGeom>
            <a:ln w="12700" cap="flat" cmpd="sng">
              <a:solidFill>
                <a:srgbClr val="000000"/>
              </a:solidFill>
              <a:prstDash val="solid"/>
              <a:headEnd type="none" w="med" len="med"/>
              <a:tailEnd type="none" w="med" len="med"/>
            </a:ln>
          </p:spPr>
        </p:sp>
        <p:sp>
          <p:nvSpPr>
            <p:cNvPr id="99399" name="Line 79"/>
            <p:cNvSpPr/>
            <p:nvPr/>
          </p:nvSpPr>
          <p:spPr>
            <a:xfrm>
              <a:off x="2341" y="1414"/>
              <a:ext cx="1" cy="63"/>
            </a:xfrm>
            <a:prstGeom prst="line">
              <a:avLst/>
            </a:prstGeom>
            <a:ln w="12700" cap="flat" cmpd="sng">
              <a:solidFill>
                <a:srgbClr val="000000"/>
              </a:solidFill>
              <a:prstDash val="solid"/>
              <a:headEnd type="none" w="med" len="med"/>
              <a:tailEnd type="none" w="med" len="med"/>
            </a:ln>
          </p:spPr>
        </p:sp>
        <p:sp>
          <p:nvSpPr>
            <p:cNvPr id="99400" name="Line 80"/>
            <p:cNvSpPr/>
            <p:nvPr/>
          </p:nvSpPr>
          <p:spPr>
            <a:xfrm>
              <a:off x="2341" y="1516"/>
              <a:ext cx="1" cy="63"/>
            </a:xfrm>
            <a:prstGeom prst="line">
              <a:avLst/>
            </a:prstGeom>
            <a:ln w="12700" cap="flat" cmpd="sng">
              <a:solidFill>
                <a:srgbClr val="000000"/>
              </a:solidFill>
              <a:prstDash val="solid"/>
              <a:headEnd type="none" w="med" len="med"/>
              <a:tailEnd type="none" w="med" len="med"/>
            </a:ln>
          </p:spPr>
        </p:sp>
        <p:sp>
          <p:nvSpPr>
            <p:cNvPr id="99401" name="Line 81"/>
            <p:cNvSpPr/>
            <p:nvPr/>
          </p:nvSpPr>
          <p:spPr>
            <a:xfrm>
              <a:off x="2341" y="1618"/>
              <a:ext cx="1" cy="63"/>
            </a:xfrm>
            <a:prstGeom prst="line">
              <a:avLst/>
            </a:prstGeom>
            <a:ln w="12700" cap="flat" cmpd="sng">
              <a:solidFill>
                <a:srgbClr val="000000"/>
              </a:solidFill>
              <a:prstDash val="solid"/>
              <a:headEnd type="none" w="med" len="med"/>
              <a:tailEnd type="none" w="med" len="med"/>
            </a:ln>
          </p:spPr>
        </p:sp>
        <p:sp>
          <p:nvSpPr>
            <p:cNvPr id="99402" name="Line 82"/>
            <p:cNvSpPr/>
            <p:nvPr/>
          </p:nvSpPr>
          <p:spPr>
            <a:xfrm>
              <a:off x="2341" y="1720"/>
              <a:ext cx="1" cy="63"/>
            </a:xfrm>
            <a:prstGeom prst="line">
              <a:avLst/>
            </a:prstGeom>
            <a:ln w="12700" cap="flat" cmpd="sng">
              <a:solidFill>
                <a:srgbClr val="000000"/>
              </a:solidFill>
              <a:prstDash val="solid"/>
              <a:headEnd type="none" w="med" len="med"/>
              <a:tailEnd type="none" w="med" len="med"/>
            </a:ln>
          </p:spPr>
        </p:sp>
        <p:sp>
          <p:nvSpPr>
            <p:cNvPr id="99403" name="Line 83"/>
            <p:cNvSpPr/>
            <p:nvPr/>
          </p:nvSpPr>
          <p:spPr>
            <a:xfrm>
              <a:off x="2341" y="1822"/>
              <a:ext cx="1" cy="63"/>
            </a:xfrm>
            <a:prstGeom prst="line">
              <a:avLst/>
            </a:prstGeom>
            <a:ln w="12700" cap="flat" cmpd="sng">
              <a:solidFill>
                <a:srgbClr val="000000"/>
              </a:solidFill>
              <a:prstDash val="solid"/>
              <a:headEnd type="none" w="med" len="med"/>
              <a:tailEnd type="none" w="med" len="med"/>
            </a:ln>
          </p:spPr>
        </p:sp>
        <p:sp>
          <p:nvSpPr>
            <p:cNvPr id="99404" name="Line 84"/>
            <p:cNvSpPr/>
            <p:nvPr/>
          </p:nvSpPr>
          <p:spPr>
            <a:xfrm>
              <a:off x="2341" y="1924"/>
              <a:ext cx="1" cy="63"/>
            </a:xfrm>
            <a:prstGeom prst="line">
              <a:avLst/>
            </a:prstGeom>
            <a:ln w="12700" cap="flat" cmpd="sng">
              <a:solidFill>
                <a:srgbClr val="000000"/>
              </a:solidFill>
              <a:prstDash val="solid"/>
              <a:headEnd type="none" w="med" len="med"/>
              <a:tailEnd type="none" w="med" len="med"/>
            </a:ln>
          </p:spPr>
        </p:sp>
        <p:sp>
          <p:nvSpPr>
            <p:cNvPr id="99405" name="Line 85"/>
            <p:cNvSpPr/>
            <p:nvPr/>
          </p:nvSpPr>
          <p:spPr>
            <a:xfrm>
              <a:off x="2341" y="1936"/>
              <a:ext cx="1" cy="63"/>
            </a:xfrm>
            <a:prstGeom prst="line">
              <a:avLst/>
            </a:prstGeom>
            <a:ln w="12700" cap="flat" cmpd="sng">
              <a:solidFill>
                <a:srgbClr val="000000"/>
              </a:solidFill>
              <a:prstDash val="solid"/>
              <a:headEnd type="none" w="med" len="med"/>
              <a:tailEnd type="none" w="med" len="med"/>
            </a:ln>
          </p:spPr>
        </p:sp>
        <p:sp>
          <p:nvSpPr>
            <p:cNvPr id="99406" name="Line 86"/>
            <p:cNvSpPr/>
            <p:nvPr/>
          </p:nvSpPr>
          <p:spPr>
            <a:xfrm>
              <a:off x="2341" y="2038"/>
              <a:ext cx="1" cy="63"/>
            </a:xfrm>
            <a:prstGeom prst="line">
              <a:avLst/>
            </a:prstGeom>
            <a:ln w="12700" cap="flat" cmpd="sng">
              <a:solidFill>
                <a:srgbClr val="000000"/>
              </a:solidFill>
              <a:prstDash val="solid"/>
              <a:headEnd type="none" w="med" len="med"/>
              <a:tailEnd type="none" w="med" len="med"/>
            </a:ln>
          </p:spPr>
        </p:sp>
        <p:sp>
          <p:nvSpPr>
            <p:cNvPr id="99407" name="Line 87"/>
            <p:cNvSpPr/>
            <p:nvPr/>
          </p:nvSpPr>
          <p:spPr>
            <a:xfrm>
              <a:off x="2341" y="2140"/>
              <a:ext cx="1" cy="63"/>
            </a:xfrm>
            <a:prstGeom prst="line">
              <a:avLst/>
            </a:prstGeom>
            <a:ln w="12700" cap="flat" cmpd="sng">
              <a:solidFill>
                <a:srgbClr val="000000"/>
              </a:solidFill>
              <a:prstDash val="solid"/>
              <a:headEnd type="none" w="med" len="med"/>
              <a:tailEnd type="none" w="med" len="med"/>
            </a:ln>
          </p:spPr>
        </p:sp>
        <p:sp>
          <p:nvSpPr>
            <p:cNvPr id="99408" name="Line 88"/>
            <p:cNvSpPr/>
            <p:nvPr/>
          </p:nvSpPr>
          <p:spPr>
            <a:xfrm>
              <a:off x="2341" y="2242"/>
              <a:ext cx="1" cy="27"/>
            </a:xfrm>
            <a:prstGeom prst="line">
              <a:avLst/>
            </a:prstGeom>
            <a:ln w="12700" cap="flat" cmpd="sng">
              <a:solidFill>
                <a:srgbClr val="000000"/>
              </a:solidFill>
              <a:prstDash val="solid"/>
              <a:headEnd type="none" w="med" len="med"/>
              <a:tailEnd type="none" w="med" len="med"/>
            </a:ln>
          </p:spPr>
        </p:sp>
        <p:sp>
          <p:nvSpPr>
            <p:cNvPr id="99409" name="Line 89"/>
            <p:cNvSpPr/>
            <p:nvPr/>
          </p:nvSpPr>
          <p:spPr>
            <a:xfrm>
              <a:off x="2667" y="1414"/>
              <a:ext cx="1" cy="63"/>
            </a:xfrm>
            <a:prstGeom prst="line">
              <a:avLst/>
            </a:prstGeom>
            <a:ln w="12700" cap="flat" cmpd="sng">
              <a:solidFill>
                <a:srgbClr val="000000"/>
              </a:solidFill>
              <a:prstDash val="solid"/>
              <a:headEnd type="none" w="med" len="med"/>
              <a:tailEnd type="none" w="med" len="med"/>
            </a:ln>
          </p:spPr>
        </p:sp>
        <p:sp>
          <p:nvSpPr>
            <p:cNvPr id="99410" name="Line 90"/>
            <p:cNvSpPr/>
            <p:nvPr/>
          </p:nvSpPr>
          <p:spPr>
            <a:xfrm>
              <a:off x="2667" y="1516"/>
              <a:ext cx="1" cy="63"/>
            </a:xfrm>
            <a:prstGeom prst="line">
              <a:avLst/>
            </a:prstGeom>
            <a:ln w="12700" cap="flat" cmpd="sng">
              <a:solidFill>
                <a:srgbClr val="000000"/>
              </a:solidFill>
              <a:prstDash val="solid"/>
              <a:headEnd type="none" w="med" len="med"/>
              <a:tailEnd type="none" w="med" len="med"/>
            </a:ln>
          </p:spPr>
        </p:sp>
        <p:sp>
          <p:nvSpPr>
            <p:cNvPr id="99411" name="Line 91"/>
            <p:cNvSpPr/>
            <p:nvPr/>
          </p:nvSpPr>
          <p:spPr>
            <a:xfrm>
              <a:off x="2667" y="1618"/>
              <a:ext cx="1" cy="63"/>
            </a:xfrm>
            <a:prstGeom prst="line">
              <a:avLst/>
            </a:prstGeom>
            <a:ln w="12700" cap="flat" cmpd="sng">
              <a:solidFill>
                <a:srgbClr val="000000"/>
              </a:solidFill>
              <a:prstDash val="solid"/>
              <a:headEnd type="none" w="med" len="med"/>
              <a:tailEnd type="none" w="med" len="med"/>
            </a:ln>
          </p:spPr>
        </p:sp>
        <p:sp>
          <p:nvSpPr>
            <p:cNvPr id="99412" name="Line 92"/>
            <p:cNvSpPr/>
            <p:nvPr/>
          </p:nvSpPr>
          <p:spPr>
            <a:xfrm>
              <a:off x="2667" y="1720"/>
              <a:ext cx="1" cy="63"/>
            </a:xfrm>
            <a:prstGeom prst="line">
              <a:avLst/>
            </a:prstGeom>
            <a:ln w="12700" cap="flat" cmpd="sng">
              <a:solidFill>
                <a:srgbClr val="000000"/>
              </a:solidFill>
              <a:prstDash val="solid"/>
              <a:headEnd type="none" w="med" len="med"/>
              <a:tailEnd type="none" w="med" len="med"/>
            </a:ln>
          </p:spPr>
        </p:sp>
        <p:sp>
          <p:nvSpPr>
            <p:cNvPr id="99413" name="Line 93"/>
            <p:cNvSpPr/>
            <p:nvPr/>
          </p:nvSpPr>
          <p:spPr>
            <a:xfrm>
              <a:off x="2667" y="1822"/>
              <a:ext cx="1" cy="63"/>
            </a:xfrm>
            <a:prstGeom prst="line">
              <a:avLst/>
            </a:prstGeom>
            <a:ln w="12700" cap="flat" cmpd="sng">
              <a:solidFill>
                <a:srgbClr val="000000"/>
              </a:solidFill>
              <a:prstDash val="solid"/>
              <a:headEnd type="none" w="med" len="med"/>
              <a:tailEnd type="none" w="med" len="med"/>
            </a:ln>
          </p:spPr>
        </p:sp>
        <p:sp>
          <p:nvSpPr>
            <p:cNvPr id="99414" name="Line 94"/>
            <p:cNvSpPr/>
            <p:nvPr/>
          </p:nvSpPr>
          <p:spPr>
            <a:xfrm>
              <a:off x="2667" y="1924"/>
              <a:ext cx="1" cy="63"/>
            </a:xfrm>
            <a:prstGeom prst="line">
              <a:avLst/>
            </a:prstGeom>
            <a:ln w="12700" cap="flat" cmpd="sng">
              <a:solidFill>
                <a:srgbClr val="000000"/>
              </a:solidFill>
              <a:prstDash val="solid"/>
              <a:headEnd type="none" w="med" len="med"/>
              <a:tailEnd type="none" w="med" len="med"/>
            </a:ln>
          </p:spPr>
        </p:sp>
        <p:sp>
          <p:nvSpPr>
            <p:cNvPr id="99415" name="Line 95"/>
            <p:cNvSpPr/>
            <p:nvPr/>
          </p:nvSpPr>
          <p:spPr>
            <a:xfrm>
              <a:off x="2667" y="1936"/>
              <a:ext cx="1" cy="63"/>
            </a:xfrm>
            <a:prstGeom prst="line">
              <a:avLst/>
            </a:prstGeom>
            <a:ln w="12700" cap="flat" cmpd="sng">
              <a:solidFill>
                <a:srgbClr val="000000"/>
              </a:solidFill>
              <a:prstDash val="solid"/>
              <a:headEnd type="none" w="med" len="med"/>
              <a:tailEnd type="none" w="med" len="med"/>
            </a:ln>
          </p:spPr>
        </p:sp>
        <p:sp>
          <p:nvSpPr>
            <p:cNvPr id="99416" name="Line 96"/>
            <p:cNvSpPr/>
            <p:nvPr/>
          </p:nvSpPr>
          <p:spPr>
            <a:xfrm>
              <a:off x="2667" y="2038"/>
              <a:ext cx="1" cy="63"/>
            </a:xfrm>
            <a:prstGeom prst="line">
              <a:avLst/>
            </a:prstGeom>
            <a:ln w="12700" cap="flat" cmpd="sng">
              <a:solidFill>
                <a:srgbClr val="000000"/>
              </a:solidFill>
              <a:prstDash val="solid"/>
              <a:headEnd type="none" w="med" len="med"/>
              <a:tailEnd type="none" w="med" len="med"/>
            </a:ln>
          </p:spPr>
        </p:sp>
        <p:sp>
          <p:nvSpPr>
            <p:cNvPr id="99417" name="Line 97"/>
            <p:cNvSpPr/>
            <p:nvPr/>
          </p:nvSpPr>
          <p:spPr>
            <a:xfrm>
              <a:off x="2667" y="2140"/>
              <a:ext cx="1" cy="63"/>
            </a:xfrm>
            <a:prstGeom prst="line">
              <a:avLst/>
            </a:prstGeom>
            <a:ln w="12700" cap="flat" cmpd="sng">
              <a:solidFill>
                <a:srgbClr val="000000"/>
              </a:solidFill>
              <a:prstDash val="solid"/>
              <a:headEnd type="none" w="med" len="med"/>
              <a:tailEnd type="none" w="med" len="med"/>
            </a:ln>
          </p:spPr>
        </p:sp>
        <p:sp>
          <p:nvSpPr>
            <p:cNvPr id="99418" name="Line 98"/>
            <p:cNvSpPr/>
            <p:nvPr/>
          </p:nvSpPr>
          <p:spPr>
            <a:xfrm>
              <a:off x="2667" y="2242"/>
              <a:ext cx="1" cy="27"/>
            </a:xfrm>
            <a:prstGeom prst="line">
              <a:avLst/>
            </a:prstGeom>
            <a:ln w="12700" cap="flat" cmpd="sng">
              <a:solidFill>
                <a:srgbClr val="000000"/>
              </a:solidFill>
              <a:prstDash val="solid"/>
              <a:headEnd type="none" w="med" len="med"/>
              <a:tailEnd type="none" w="med" len="med"/>
            </a:ln>
          </p:spPr>
        </p:sp>
        <p:sp>
          <p:nvSpPr>
            <p:cNvPr id="99419" name="Line 99"/>
            <p:cNvSpPr/>
            <p:nvPr/>
          </p:nvSpPr>
          <p:spPr>
            <a:xfrm>
              <a:off x="3001" y="1414"/>
              <a:ext cx="1" cy="63"/>
            </a:xfrm>
            <a:prstGeom prst="line">
              <a:avLst/>
            </a:prstGeom>
            <a:ln w="12700" cap="flat" cmpd="sng">
              <a:solidFill>
                <a:srgbClr val="000000"/>
              </a:solidFill>
              <a:prstDash val="solid"/>
              <a:headEnd type="none" w="med" len="med"/>
              <a:tailEnd type="none" w="med" len="med"/>
            </a:ln>
          </p:spPr>
        </p:sp>
        <p:sp>
          <p:nvSpPr>
            <p:cNvPr id="99420" name="Line 100"/>
            <p:cNvSpPr/>
            <p:nvPr/>
          </p:nvSpPr>
          <p:spPr>
            <a:xfrm>
              <a:off x="3001" y="1516"/>
              <a:ext cx="1" cy="63"/>
            </a:xfrm>
            <a:prstGeom prst="line">
              <a:avLst/>
            </a:prstGeom>
            <a:ln w="12700" cap="flat" cmpd="sng">
              <a:solidFill>
                <a:srgbClr val="000000"/>
              </a:solidFill>
              <a:prstDash val="solid"/>
              <a:headEnd type="none" w="med" len="med"/>
              <a:tailEnd type="none" w="med" len="med"/>
            </a:ln>
          </p:spPr>
        </p:sp>
        <p:sp>
          <p:nvSpPr>
            <p:cNvPr id="99421" name="Line 101"/>
            <p:cNvSpPr/>
            <p:nvPr/>
          </p:nvSpPr>
          <p:spPr>
            <a:xfrm>
              <a:off x="3001" y="1618"/>
              <a:ext cx="1" cy="63"/>
            </a:xfrm>
            <a:prstGeom prst="line">
              <a:avLst/>
            </a:prstGeom>
            <a:ln w="12700" cap="flat" cmpd="sng">
              <a:solidFill>
                <a:srgbClr val="000000"/>
              </a:solidFill>
              <a:prstDash val="solid"/>
              <a:headEnd type="none" w="med" len="med"/>
              <a:tailEnd type="none" w="med" len="med"/>
            </a:ln>
          </p:spPr>
        </p:sp>
        <p:sp>
          <p:nvSpPr>
            <p:cNvPr id="99422" name="Line 102"/>
            <p:cNvSpPr/>
            <p:nvPr/>
          </p:nvSpPr>
          <p:spPr>
            <a:xfrm>
              <a:off x="3001" y="1720"/>
              <a:ext cx="1" cy="63"/>
            </a:xfrm>
            <a:prstGeom prst="line">
              <a:avLst/>
            </a:prstGeom>
            <a:ln w="12700" cap="flat" cmpd="sng">
              <a:solidFill>
                <a:srgbClr val="000000"/>
              </a:solidFill>
              <a:prstDash val="solid"/>
              <a:headEnd type="none" w="med" len="med"/>
              <a:tailEnd type="none" w="med" len="med"/>
            </a:ln>
          </p:spPr>
        </p:sp>
        <p:sp>
          <p:nvSpPr>
            <p:cNvPr id="99423" name="Line 103"/>
            <p:cNvSpPr/>
            <p:nvPr/>
          </p:nvSpPr>
          <p:spPr>
            <a:xfrm>
              <a:off x="3001" y="1822"/>
              <a:ext cx="1" cy="63"/>
            </a:xfrm>
            <a:prstGeom prst="line">
              <a:avLst/>
            </a:prstGeom>
            <a:ln w="12700" cap="flat" cmpd="sng">
              <a:solidFill>
                <a:srgbClr val="000000"/>
              </a:solidFill>
              <a:prstDash val="solid"/>
              <a:headEnd type="none" w="med" len="med"/>
              <a:tailEnd type="none" w="med" len="med"/>
            </a:ln>
          </p:spPr>
        </p:sp>
        <p:sp>
          <p:nvSpPr>
            <p:cNvPr id="99424" name="Line 104"/>
            <p:cNvSpPr/>
            <p:nvPr/>
          </p:nvSpPr>
          <p:spPr>
            <a:xfrm>
              <a:off x="3001" y="1924"/>
              <a:ext cx="1" cy="63"/>
            </a:xfrm>
            <a:prstGeom prst="line">
              <a:avLst/>
            </a:prstGeom>
            <a:ln w="12700" cap="flat" cmpd="sng">
              <a:solidFill>
                <a:srgbClr val="000000"/>
              </a:solidFill>
              <a:prstDash val="solid"/>
              <a:headEnd type="none" w="med" len="med"/>
              <a:tailEnd type="none" w="med" len="med"/>
            </a:ln>
          </p:spPr>
        </p:sp>
        <p:sp>
          <p:nvSpPr>
            <p:cNvPr id="99425" name="Line 105"/>
            <p:cNvSpPr/>
            <p:nvPr/>
          </p:nvSpPr>
          <p:spPr>
            <a:xfrm>
              <a:off x="3001" y="1936"/>
              <a:ext cx="1" cy="63"/>
            </a:xfrm>
            <a:prstGeom prst="line">
              <a:avLst/>
            </a:prstGeom>
            <a:ln w="12700" cap="flat" cmpd="sng">
              <a:solidFill>
                <a:srgbClr val="000000"/>
              </a:solidFill>
              <a:prstDash val="solid"/>
              <a:headEnd type="none" w="med" len="med"/>
              <a:tailEnd type="none" w="med" len="med"/>
            </a:ln>
          </p:spPr>
        </p:sp>
        <p:sp>
          <p:nvSpPr>
            <p:cNvPr id="99426" name="Line 106"/>
            <p:cNvSpPr/>
            <p:nvPr/>
          </p:nvSpPr>
          <p:spPr>
            <a:xfrm>
              <a:off x="3001" y="2038"/>
              <a:ext cx="1" cy="63"/>
            </a:xfrm>
            <a:prstGeom prst="line">
              <a:avLst/>
            </a:prstGeom>
            <a:ln w="12700" cap="flat" cmpd="sng">
              <a:solidFill>
                <a:srgbClr val="000000"/>
              </a:solidFill>
              <a:prstDash val="solid"/>
              <a:headEnd type="none" w="med" len="med"/>
              <a:tailEnd type="none" w="med" len="med"/>
            </a:ln>
          </p:spPr>
        </p:sp>
        <p:sp>
          <p:nvSpPr>
            <p:cNvPr id="99427" name="Line 107"/>
            <p:cNvSpPr/>
            <p:nvPr/>
          </p:nvSpPr>
          <p:spPr>
            <a:xfrm>
              <a:off x="3001" y="2140"/>
              <a:ext cx="1" cy="63"/>
            </a:xfrm>
            <a:prstGeom prst="line">
              <a:avLst/>
            </a:prstGeom>
            <a:ln w="12700" cap="flat" cmpd="sng">
              <a:solidFill>
                <a:srgbClr val="000000"/>
              </a:solidFill>
              <a:prstDash val="solid"/>
              <a:headEnd type="none" w="med" len="med"/>
              <a:tailEnd type="none" w="med" len="med"/>
            </a:ln>
          </p:spPr>
        </p:sp>
        <p:sp>
          <p:nvSpPr>
            <p:cNvPr id="99428" name="Line 108"/>
            <p:cNvSpPr/>
            <p:nvPr/>
          </p:nvSpPr>
          <p:spPr>
            <a:xfrm>
              <a:off x="3001" y="2242"/>
              <a:ext cx="1" cy="27"/>
            </a:xfrm>
            <a:prstGeom prst="line">
              <a:avLst/>
            </a:prstGeom>
            <a:ln w="12700" cap="flat" cmpd="sng">
              <a:solidFill>
                <a:srgbClr val="000000"/>
              </a:solidFill>
              <a:prstDash val="solid"/>
              <a:headEnd type="none" w="med" len="med"/>
              <a:tailEnd type="none" w="med" len="med"/>
            </a:ln>
          </p:spPr>
        </p:sp>
        <p:sp>
          <p:nvSpPr>
            <p:cNvPr id="99429" name="Line 109"/>
            <p:cNvSpPr/>
            <p:nvPr/>
          </p:nvSpPr>
          <p:spPr>
            <a:xfrm>
              <a:off x="3338" y="1414"/>
              <a:ext cx="1" cy="63"/>
            </a:xfrm>
            <a:prstGeom prst="line">
              <a:avLst/>
            </a:prstGeom>
            <a:ln w="12700" cap="flat" cmpd="sng">
              <a:solidFill>
                <a:srgbClr val="000000"/>
              </a:solidFill>
              <a:prstDash val="solid"/>
              <a:headEnd type="none" w="med" len="med"/>
              <a:tailEnd type="none" w="med" len="med"/>
            </a:ln>
          </p:spPr>
        </p:sp>
        <p:sp>
          <p:nvSpPr>
            <p:cNvPr id="99430" name="Line 110"/>
            <p:cNvSpPr/>
            <p:nvPr/>
          </p:nvSpPr>
          <p:spPr>
            <a:xfrm>
              <a:off x="3338" y="1516"/>
              <a:ext cx="1" cy="63"/>
            </a:xfrm>
            <a:prstGeom prst="line">
              <a:avLst/>
            </a:prstGeom>
            <a:ln w="12700" cap="flat" cmpd="sng">
              <a:solidFill>
                <a:srgbClr val="000000"/>
              </a:solidFill>
              <a:prstDash val="solid"/>
              <a:headEnd type="none" w="med" len="med"/>
              <a:tailEnd type="none" w="med" len="med"/>
            </a:ln>
          </p:spPr>
        </p:sp>
        <p:sp>
          <p:nvSpPr>
            <p:cNvPr id="99431" name="Line 111"/>
            <p:cNvSpPr/>
            <p:nvPr/>
          </p:nvSpPr>
          <p:spPr>
            <a:xfrm>
              <a:off x="3338" y="1618"/>
              <a:ext cx="1" cy="63"/>
            </a:xfrm>
            <a:prstGeom prst="line">
              <a:avLst/>
            </a:prstGeom>
            <a:ln w="12700" cap="flat" cmpd="sng">
              <a:solidFill>
                <a:srgbClr val="000000"/>
              </a:solidFill>
              <a:prstDash val="solid"/>
              <a:headEnd type="none" w="med" len="med"/>
              <a:tailEnd type="none" w="med" len="med"/>
            </a:ln>
          </p:spPr>
        </p:sp>
        <p:sp>
          <p:nvSpPr>
            <p:cNvPr id="99432" name="Line 112"/>
            <p:cNvSpPr/>
            <p:nvPr/>
          </p:nvSpPr>
          <p:spPr>
            <a:xfrm>
              <a:off x="3338" y="1720"/>
              <a:ext cx="1" cy="63"/>
            </a:xfrm>
            <a:prstGeom prst="line">
              <a:avLst/>
            </a:prstGeom>
            <a:ln w="12700" cap="flat" cmpd="sng">
              <a:solidFill>
                <a:srgbClr val="000000"/>
              </a:solidFill>
              <a:prstDash val="solid"/>
              <a:headEnd type="none" w="med" len="med"/>
              <a:tailEnd type="none" w="med" len="med"/>
            </a:ln>
          </p:spPr>
        </p:sp>
        <p:sp>
          <p:nvSpPr>
            <p:cNvPr id="99433" name="Line 113"/>
            <p:cNvSpPr/>
            <p:nvPr/>
          </p:nvSpPr>
          <p:spPr>
            <a:xfrm>
              <a:off x="3338" y="1822"/>
              <a:ext cx="1" cy="63"/>
            </a:xfrm>
            <a:prstGeom prst="line">
              <a:avLst/>
            </a:prstGeom>
            <a:ln w="12700" cap="flat" cmpd="sng">
              <a:solidFill>
                <a:srgbClr val="000000"/>
              </a:solidFill>
              <a:prstDash val="solid"/>
              <a:headEnd type="none" w="med" len="med"/>
              <a:tailEnd type="none" w="med" len="med"/>
            </a:ln>
          </p:spPr>
        </p:sp>
        <p:sp>
          <p:nvSpPr>
            <p:cNvPr id="99434" name="Line 114"/>
            <p:cNvSpPr/>
            <p:nvPr/>
          </p:nvSpPr>
          <p:spPr>
            <a:xfrm>
              <a:off x="3338" y="1924"/>
              <a:ext cx="1" cy="63"/>
            </a:xfrm>
            <a:prstGeom prst="line">
              <a:avLst/>
            </a:prstGeom>
            <a:ln w="12700" cap="flat" cmpd="sng">
              <a:solidFill>
                <a:srgbClr val="000000"/>
              </a:solidFill>
              <a:prstDash val="solid"/>
              <a:headEnd type="none" w="med" len="med"/>
              <a:tailEnd type="none" w="med" len="med"/>
            </a:ln>
          </p:spPr>
        </p:sp>
        <p:sp>
          <p:nvSpPr>
            <p:cNvPr id="99435" name="Line 116"/>
            <p:cNvSpPr/>
            <p:nvPr/>
          </p:nvSpPr>
          <p:spPr>
            <a:xfrm>
              <a:off x="3338" y="2038"/>
              <a:ext cx="1" cy="63"/>
            </a:xfrm>
            <a:prstGeom prst="line">
              <a:avLst/>
            </a:prstGeom>
            <a:ln w="12700" cap="flat" cmpd="sng">
              <a:solidFill>
                <a:srgbClr val="000000"/>
              </a:solidFill>
              <a:prstDash val="solid"/>
              <a:headEnd type="none" w="med" len="med"/>
              <a:tailEnd type="none" w="med" len="med"/>
            </a:ln>
          </p:spPr>
        </p:sp>
        <p:sp>
          <p:nvSpPr>
            <p:cNvPr id="99436" name="Line 117"/>
            <p:cNvSpPr/>
            <p:nvPr/>
          </p:nvSpPr>
          <p:spPr>
            <a:xfrm>
              <a:off x="3338" y="2140"/>
              <a:ext cx="1" cy="63"/>
            </a:xfrm>
            <a:prstGeom prst="line">
              <a:avLst/>
            </a:prstGeom>
            <a:ln w="12700" cap="flat" cmpd="sng">
              <a:solidFill>
                <a:srgbClr val="000000"/>
              </a:solidFill>
              <a:prstDash val="solid"/>
              <a:headEnd type="none" w="med" len="med"/>
              <a:tailEnd type="none" w="med" len="med"/>
            </a:ln>
          </p:spPr>
        </p:sp>
        <p:sp>
          <p:nvSpPr>
            <p:cNvPr id="99437" name="Line 118"/>
            <p:cNvSpPr/>
            <p:nvPr/>
          </p:nvSpPr>
          <p:spPr>
            <a:xfrm>
              <a:off x="3338" y="2242"/>
              <a:ext cx="1" cy="27"/>
            </a:xfrm>
            <a:prstGeom prst="line">
              <a:avLst/>
            </a:prstGeom>
            <a:ln w="12700" cap="flat" cmpd="sng">
              <a:solidFill>
                <a:srgbClr val="000000"/>
              </a:solidFill>
              <a:prstDash val="solid"/>
              <a:headEnd type="none" w="med" len="med"/>
              <a:tailEnd type="none" w="med" len="med"/>
            </a:ln>
          </p:spPr>
        </p:sp>
        <p:sp>
          <p:nvSpPr>
            <p:cNvPr id="99438" name="Line 119"/>
            <p:cNvSpPr/>
            <p:nvPr/>
          </p:nvSpPr>
          <p:spPr>
            <a:xfrm>
              <a:off x="3661" y="1414"/>
              <a:ext cx="1" cy="63"/>
            </a:xfrm>
            <a:prstGeom prst="line">
              <a:avLst/>
            </a:prstGeom>
            <a:ln w="12700" cap="flat" cmpd="sng">
              <a:solidFill>
                <a:srgbClr val="000000"/>
              </a:solidFill>
              <a:prstDash val="solid"/>
              <a:headEnd type="none" w="med" len="med"/>
              <a:tailEnd type="none" w="med" len="med"/>
            </a:ln>
          </p:spPr>
        </p:sp>
        <p:sp>
          <p:nvSpPr>
            <p:cNvPr id="99439" name="Line 120"/>
            <p:cNvSpPr/>
            <p:nvPr/>
          </p:nvSpPr>
          <p:spPr>
            <a:xfrm>
              <a:off x="3661" y="1516"/>
              <a:ext cx="1" cy="63"/>
            </a:xfrm>
            <a:prstGeom prst="line">
              <a:avLst/>
            </a:prstGeom>
            <a:ln w="12700" cap="flat" cmpd="sng">
              <a:solidFill>
                <a:srgbClr val="000000"/>
              </a:solidFill>
              <a:prstDash val="solid"/>
              <a:headEnd type="none" w="med" len="med"/>
              <a:tailEnd type="none" w="med" len="med"/>
            </a:ln>
          </p:spPr>
        </p:sp>
        <p:sp>
          <p:nvSpPr>
            <p:cNvPr id="99440" name="Line 121"/>
            <p:cNvSpPr/>
            <p:nvPr/>
          </p:nvSpPr>
          <p:spPr>
            <a:xfrm>
              <a:off x="3661" y="1618"/>
              <a:ext cx="1" cy="63"/>
            </a:xfrm>
            <a:prstGeom prst="line">
              <a:avLst/>
            </a:prstGeom>
            <a:ln w="12700" cap="flat" cmpd="sng">
              <a:solidFill>
                <a:srgbClr val="000000"/>
              </a:solidFill>
              <a:prstDash val="solid"/>
              <a:headEnd type="none" w="med" len="med"/>
              <a:tailEnd type="none" w="med" len="med"/>
            </a:ln>
          </p:spPr>
        </p:sp>
        <p:sp>
          <p:nvSpPr>
            <p:cNvPr id="99441" name="Line 122"/>
            <p:cNvSpPr/>
            <p:nvPr/>
          </p:nvSpPr>
          <p:spPr>
            <a:xfrm>
              <a:off x="3661" y="1720"/>
              <a:ext cx="1" cy="63"/>
            </a:xfrm>
            <a:prstGeom prst="line">
              <a:avLst/>
            </a:prstGeom>
            <a:ln w="12700" cap="flat" cmpd="sng">
              <a:solidFill>
                <a:srgbClr val="000000"/>
              </a:solidFill>
              <a:prstDash val="solid"/>
              <a:headEnd type="none" w="med" len="med"/>
              <a:tailEnd type="none" w="med" len="med"/>
            </a:ln>
          </p:spPr>
        </p:sp>
        <p:sp>
          <p:nvSpPr>
            <p:cNvPr id="99442" name="Line 123"/>
            <p:cNvSpPr/>
            <p:nvPr/>
          </p:nvSpPr>
          <p:spPr>
            <a:xfrm>
              <a:off x="3661" y="1822"/>
              <a:ext cx="1" cy="63"/>
            </a:xfrm>
            <a:prstGeom prst="line">
              <a:avLst/>
            </a:prstGeom>
            <a:ln w="12700" cap="flat" cmpd="sng">
              <a:solidFill>
                <a:srgbClr val="000000"/>
              </a:solidFill>
              <a:prstDash val="solid"/>
              <a:headEnd type="none" w="med" len="med"/>
              <a:tailEnd type="none" w="med" len="med"/>
            </a:ln>
          </p:spPr>
        </p:sp>
        <p:sp>
          <p:nvSpPr>
            <p:cNvPr id="99443" name="Line 124"/>
            <p:cNvSpPr/>
            <p:nvPr/>
          </p:nvSpPr>
          <p:spPr>
            <a:xfrm>
              <a:off x="3661" y="1924"/>
              <a:ext cx="1" cy="63"/>
            </a:xfrm>
            <a:prstGeom prst="line">
              <a:avLst/>
            </a:prstGeom>
            <a:ln w="12700" cap="flat" cmpd="sng">
              <a:solidFill>
                <a:srgbClr val="000000"/>
              </a:solidFill>
              <a:prstDash val="solid"/>
              <a:headEnd type="none" w="med" len="med"/>
              <a:tailEnd type="none" w="med" len="med"/>
            </a:ln>
          </p:spPr>
        </p:sp>
        <p:sp>
          <p:nvSpPr>
            <p:cNvPr id="99444" name="Line 125"/>
            <p:cNvSpPr/>
            <p:nvPr/>
          </p:nvSpPr>
          <p:spPr>
            <a:xfrm>
              <a:off x="3661" y="1936"/>
              <a:ext cx="1" cy="63"/>
            </a:xfrm>
            <a:prstGeom prst="line">
              <a:avLst/>
            </a:prstGeom>
            <a:ln w="12700" cap="flat" cmpd="sng">
              <a:solidFill>
                <a:srgbClr val="000000"/>
              </a:solidFill>
              <a:prstDash val="solid"/>
              <a:headEnd type="none" w="med" len="med"/>
              <a:tailEnd type="none" w="med" len="med"/>
            </a:ln>
          </p:spPr>
        </p:sp>
        <p:sp>
          <p:nvSpPr>
            <p:cNvPr id="99445" name="Line 126"/>
            <p:cNvSpPr/>
            <p:nvPr/>
          </p:nvSpPr>
          <p:spPr>
            <a:xfrm>
              <a:off x="3661" y="2038"/>
              <a:ext cx="1" cy="63"/>
            </a:xfrm>
            <a:prstGeom prst="line">
              <a:avLst/>
            </a:prstGeom>
            <a:ln w="12700" cap="flat" cmpd="sng">
              <a:solidFill>
                <a:srgbClr val="000000"/>
              </a:solidFill>
              <a:prstDash val="solid"/>
              <a:headEnd type="none" w="med" len="med"/>
              <a:tailEnd type="none" w="med" len="med"/>
            </a:ln>
          </p:spPr>
        </p:sp>
        <p:sp>
          <p:nvSpPr>
            <p:cNvPr id="99446" name="Line 127"/>
            <p:cNvSpPr/>
            <p:nvPr/>
          </p:nvSpPr>
          <p:spPr>
            <a:xfrm>
              <a:off x="3661" y="2140"/>
              <a:ext cx="1" cy="63"/>
            </a:xfrm>
            <a:prstGeom prst="line">
              <a:avLst/>
            </a:prstGeom>
            <a:ln w="12700" cap="flat" cmpd="sng">
              <a:solidFill>
                <a:srgbClr val="000000"/>
              </a:solidFill>
              <a:prstDash val="solid"/>
              <a:headEnd type="none" w="med" len="med"/>
              <a:tailEnd type="none" w="med" len="med"/>
            </a:ln>
          </p:spPr>
        </p:sp>
        <p:sp>
          <p:nvSpPr>
            <p:cNvPr id="99447" name="Line 128"/>
            <p:cNvSpPr/>
            <p:nvPr/>
          </p:nvSpPr>
          <p:spPr>
            <a:xfrm>
              <a:off x="3661" y="2242"/>
              <a:ext cx="1" cy="27"/>
            </a:xfrm>
            <a:prstGeom prst="line">
              <a:avLst/>
            </a:prstGeom>
            <a:ln w="12700" cap="flat" cmpd="sng">
              <a:solidFill>
                <a:srgbClr val="000000"/>
              </a:solidFill>
              <a:prstDash val="solid"/>
              <a:headEnd type="none" w="med" len="med"/>
              <a:tailEnd type="none" w="med" len="med"/>
            </a:ln>
          </p:spPr>
        </p:sp>
        <p:sp>
          <p:nvSpPr>
            <p:cNvPr id="99448" name="Line 129"/>
            <p:cNvSpPr/>
            <p:nvPr/>
          </p:nvSpPr>
          <p:spPr>
            <a:xfrm>
              <a:off x="3983" y="1414"/>
              <a:ext cx="1" cy="63"/>
            </a:xfrm>
            <a:prstGeom prst="line">
              <a:avLst/>
            </a:prstGeom>
            <a:ln w="12700" cap="flat" cmpd="sng">
              <a:solidFill>
                <a:srgbClr val="000000"/>
              </a:solidFill>
              <a:prstDash val="solid"/>
              <a:headEnd type="none" w="med" len="med"/>
              <a:tailEnd type="none" w="med" len="med"/>
            </a:ln>
          </p:spPr>
        </p:sp>
        <p:sp>
          <p:nvSpPr>
            <p:cNvPr id="99449" name="Line 130"/>
            <p:cNvSpPr/>
            <p:nvPr/>
          </p:nvSpPr>
          <p:spPr>
            <a:xfrm>
              <a:off x="3983" y="1516"/>
              <a:ext cx="1" cy="63"/>
            </a:xfrm>
            <a:prstGeom prst="line">
              <a:avLst/>
            </a:prstGeom>
            <a:ln w="12700" cap="flat" cmpd="sng">
              <a:solidFill>
                <a:srgbClr val="000000"/>
              </a:solidFill>
              <a:prstDash val="solid"/>
              <a:headEnd type="none" w="med" len="med"/>
              <a:tailEnd type="none" w="med" len="med"/>
            </a:ln>
          </p:spPr>
        </p:sp>
        <p:sp>
          <p:nvSpPr>
            <p:cNvPr id="99450" name="Line 131"/>
            <p:cNvSpPr/>
            <p:nvPr/>
          </p:nvSpPr>
          <p:spPr>
            <a:xfrm>
              <a:off x="3983" y="1618"/>
              <a:ext cx="1" cy="63"/>
            </a:xfrm>
            <a:prstGeom prst="line">
              <a:avLst/>
            </a:prstGeom>
            <a:ln w="12700" cap="flat" cmpd="sng">
              <a:solidFill>
                <a:srgbClr val="000000"/>
              </a:solidFill>
              <a:prstDash val="solid"/>
              <a:headEnd type="none" w="med" len="med"/>
              <a:tailEnd type="none" w="med" len="med"/>
            </a:ln>
          </p:spPr>
        </p:sp>
        <p:sp>
          <p:nvSpPr>
            <p:cNvPr id="99451" name="Line 132"/>
            <p:cNvSpPr/>
            <p:nvPr/>
          </p:nvSpPr>
          <p:spPr>
            <a:xfrm>
              <a:off x="3983" y="1720"/>
              <a:ext cx="1" cy="63"/>
            </a:xfrm>
            <a:prstGeom prst="line">
              <a:avLst/>
            </a:prstGeom>
            <a:ln w="12700" cap="flat" cmpd="sng">
              <a:solidFill>
                <a:srgbClr val="000000"/>
              </a:solidFill>
              <a:prstDash val="solid"/>
              <a:headEnd type="none" w="med" len="med"/>
              <a:tailEnd type="none" w="med" len="med"/>
            </a:ln>
          </p:spPr>
        </p:sp>
        <p:sp>
          <p:nvSpPr>
            <p:cNvPr id="99452" name="Line 133"/>
            <p:cNvSpPr/>
            <p:nvPr/>
          </p:nvSpPr>
          <p:spPr>
            <a:xfrm>
              <a:off x="3983" y="1822"/>
              <a:ext cx="1" cy="63"/>
            </a:xfrm>
            <a:prstGeom prst="line">
              <a:avLst/>
            </a:prstGeom>
            <a:ln w="12700" cap="flat" cmpd="sng">
              <a:solidFill>
                <a:srgbClr val="000000"/>
              </a:solidFill>
              <a:prstDash val="solid"/>
              <a:headEnd type="none" w="med" len="med"/>
              <a:tailEnd type="none" w="med" len="med"/>
            </a:ln>
          </p:spPr>
        </p:sp>
        <p:sp>
          <p:nvSpPr>
            <p:cNvPr id="99453" name="Line 134"/>
            <p:cNvSpPr/>
            <p:nvPr/>
          </p:nvSpPr>
          <p:spPr>
            <a:xfrm>
              <a:off x="3983" y="1924"/>
              <a:ext cx="1" cy="63"/>
            </a:xfrm>
            <a:prstGeom prst="line">
              <a:avLst/>
            </a:prstGeom>
            <a:ln w="12700" cap="flat" cmpd="sng">
              <a:solidFill>
                <a:srgbClr val="000000"/>
              </a:solidFill>
              <a:prstDash val="solid"/>
              <a:headEnd type="none" w="med" len="med"/>
              <a:tailEnd type="none" w="med" len="med"/>
            </a:ln>
          </p:spPr>
        </p:sp>
        <p:sp>
          <p:nvSpPr>
            <p:cNvPr id="99454" name="Line 135"/>
            <p:cNvSpPr/>
            <p:nvPr/>
          </p:nvSpPr>
          <p:spPr>
            <a:xfrm>
              <a:off x="3983" y="1936"/>
              <a:ext cx="1" cy="63"/>
            </a:xfrm>
            <a:prstGeom prst="line">
              <a:avLst/>
            </a:prstGeom>
            <a:ln w="12700" cap="flat" cmpd="sng">
              <a:solidFill>
                <a:srgbClr val="000000"/>
              </a:solidFill>
              <a:prstDash val="solid"/>
              <a:headEnd type="none" w="med" len="med"/>
              <a:tailEnd type="none" w="med" len="med"/>
            </a:ln>
          </p:spPr>
        </p:sp>
        <p:sp>
          <p:nvSpPr>
            <p:cNvPr id="99455" name="Line 136"/>
            <p:cNvSpPr/>
            <p:nvPr/>
          </p:nvSpPr>
          <p:spPr>
            <a:xfrm>
              <a:off x="3983" y="2038"/>
              <a:ext cx="1" cy="63"/>
            </a:xfrm>
            <a:prstGeom prst="line">
              <a:avLst/>
            </a:prstGeom>
            <a:ln w="12700" cap="flat" cmpd="sng">
              <a:solidFill>
                <a:srgbClr val="000000"/>
              </a:solidFill>
              <a:prstDash val="solid"/>
              <a:headEnd type="none" w="med" len="med"/>
              <a:tailEnd type="none" w="med" len="med"/>
            </a:ln>
          </p:spPr>
        </p:sp>
        <p:sp>
          <p:nvSpPr>
            <p:cNvPr id="99456" name="Line 137"/>
            <p:cNvSpPr/>
            <p:nvPr/>
          </p:nvSpPr>
          <p:spPr>
            <a:xfrm>
              <a:off x="3983" y="2140"/>
              <a:ext cx="1" cy="63"/>
            </a:xfrm>
            <a:prstGeom prst="line">
              <a:avLst/>
            </a:prstGeom>
            <a:ln w="12700" cap="flat" cmpd="sng">
              <a:solidFill>
                <a:srgbClr val="000000"/>
              </a:solidFill>
              <a:prstDash val="solid"/>
              <a:headEnd type="none" w="med" len="med"/>
              <a:tailEnd type="none" w="med" len="med"/>
            </a:ln>
          </p:spPr>
        </p:sp>
        <p:sp>
          <p:nvSpPr>
            <p:cNvPr id="99457" name="Line 138"/>
            <p:cNvSpPr/>
            <p:nvPr/>
          </p:nvSpPr>
          <p:spPr>
            <a:xfrm>
              <a:off x="3983" y="2242"/>
              <a:ext cx="1" cy="27"/>
            </a:xfrm>
            <a:prstGeom prst="line">
              <a:avLst/>
            </a:prstGeom>
            <a:ln w="12700" cap="flat" cmpd="sng">
              <a:solidFill>
                <a:srgbClr val="000000"/>
              </a:solidFill>
              <a:prstDash val="solid"/>
              <a:headEnd type="none" w="med" len="med"/>
              <a:tailEnd type="none" w="med" len="med"/>
            </a:ln>
          </p:spPr>
        </p:sp>
        <p:sp>
          <p:nvSpPr>
            <p:cNvPr id="99458" name="Line 139"/>
            <p:cNvSpPr/>
            <p:nvPr/>
          </p:nvSpPr>
          <p:spPr>
            <a:xfrm>
              <a:off x="4308" y="1414"/>
              <a:ext cx="1" cy="63"/>
            </a:xfrm>
            <a:prstGeom prst="line">
              <a:avLst/>
            </a:prstGeom>
            <a:ln w="12700" cap="flat" cmpd="sng">
              <a:solidFill>
                <a:srgbClr val="000000"/>
              </a:solidFill>
              <a:prstDash val="solid"/>
              <a:headEnd type="none" w="med" len="med"/>
              <a:tailEnd type="none" w="med" len="med"/>
            </a:ln>
          </p:spPr>
        </p:sp>
        <p:sp>
          <p:nvSpPr>
            <p:cNvPr id="99459" name="Line 140"/>
            <p:cNvSpPr/>
            <p:nvPr/>
          </p:nvSpPr>
          <p:spPr>
            <a:xfrm>
              <a:off x="4308" y="1516"/>
              <a:ext cx="1" cy="63"/>
            </a:xfrm>
            <a:prstGeom prst="line">
              <a:avLst/>
            </a:prstGeom>
            <a:ln w="12700" cap="flat" cmpd="sng">
              <a:solidFill>
                <a:srgbClr val="000000"/>
              </a:solidFill>
              <a:prstDash val="solid"/>
              <a:headEnd type="none" w="med" len="med"/>
              <a:tailEnd type="none" w="med" len="med"/>
            </a:ln>
          </p:spPr>
        </p:sp>
        <p:sp>
          <p:nvSpPr>
            <p:cNvPr id="99460" name="Line 141"/>
            <p:cNvSpPr/>
            <p:nvPr/>
          </p:nvSpPr>
          <p:spPr>
            <a:xfrm>
              <a:off x="4308" y="1618"/>
              <a:ext cx="1" cy="63"/>
            </a:xfrm>
            <a:prstGeom prst="line">
              <a:avLst/>
            </a:prstGeom>
            <a:ln w="12700" cap="flat" cmpd="sng">
              <a:solidFill>
                <a:srgbClr val="000000"/>
              </a:solidFill>
              <a:prstDash val="solid"/>
              <a:headEnd type="none" w="med" len="med"/>
              <a:tailEnd type="none" w="med" len="med"/>
            </a:ln>
          </p:spPr>
        </p:sp>
        <p:sp>
          <p:nvSpPr>
            <p:cNvPr id="99461" name="Line 142"/>
            <p:cNvSpPr/>
            <p:nvPr/>
          </p:nvSpPr>
          <p:spPr>
            <a:xfrm>
              <a:off x="4308" y="1720"/>
              <a:ext cx="1" cy="63"/>
            </a:xfrm>
            <a:prstGeom prst="line">
              <a:avLst/>
            </a:prstGeom>
            <a:ln w="12700" cap="flat" cmpd="sng">
              <a:solidFill>
                <a:srgbClr val="000000"/>
              </a:solidFill>
              <a:prstDash val="solid"/>
              <a:headEnd type="none" w="med" len="med"/>
              <a:tailEnd type="none" w="med" len="med"/>
            </a:ln>
          </p:spPr>
        </p:sp>
        <p:sp>
          <p:nvSpPr>
            <p:cNvPr id="99462" name="Line 143"/>
            <p:cNvSpPr/>
            <p:nvPr/>
          </p:nvSpPr>
          <p:spPr>
            <a:xfrm>
              <a:off x="4308" y="1822"/>
              <a:ext cx="1" cy="63"/>
            </a:xfrm>
            <a:prstGeom prst="line">
              <a:avLst/>
            </a:prstGeom>
            <a:ln w="12700" cap="flat" cmpd="sng">
              <a:solidFill>
                <a:srgbClr val="000000"/>
              </a:solidFill>
              <a:prstDash val="solid"/>
              <a:headEnd type="none" w="med" len="med"/>
              <a:tailEnd type="none" w="med" len="med"/>
            </a:ln>
          </p:spPr>
        </p:sp>
        <p:sp>
          <p:nvSpPr>
            <p:cNvPr id="99463" name="Line 144"/>
            <p:cNvSpPr/>
            <p:nvPr/>
          </p:nvSpPr>
          <p:spPr>
            <a:xfrm>
              <a:off x="4308" y="1924"/>
              <a:ext cx="1" cy="63"/>
            </a:xfrm>
            <a:prstGeom prst="line">
              <a:avLst/>
            </a:prstGeom>
            <a:ln w="12700" cap="flat" cmpd="sng">
              <a:solidFill>
                <a:srgbClr val="000000"/>
              </a:solidFill>
              <a:prstDash val="solid"/>
              <a:headEnd type="none" w="med" len="med"/>
              <a:tailEnd type="none" w="med" len="med"/>
            </a:ln>
          </p:spPr>
        </p:sp>
        <p:sp>
          <p:nvSpPr>
            <p:cNvPr id="99464" name="Line 145"/>
            <p:cNvSpPr/>
            <p:nvPr/>
          </p:nvSpPr>
          <p:spPr>
            <a:xfrm>
              <a:off x="4308" y="1936"/>
              <a:ext cx="1" cy="63"/>
            </a:xfrm>
            <a:prstGeom prst="line">
              <a:avLst/>
            </a:prstGeom>
            <a:ln w="12700" cap="flat" cmpd="sng">
              <a:solidFill>
                <a:srgbClr val="000000"/>
              </a:solidFill>
              <a:prstDash val="solid"/>
              <a:headEnd type="none" w="med" len="med"/>
              <a:tailEnd type="none" w="med" len="med"/>
            </a:ln>
          </p:spPr>
        </p:sp>
        <p:sp>
          <p:nvSpPr>
            <p:cNvPr id="99465" name="Line 147"/>
            <p:cNvSpPr/>
            <p:nvPr/>
          </p:nvSpPr>
          <p:spPr>
            <a:xfrm>
              <a:off x="4308" y="2140"/>
              <a:ext cx="1" cy="63"/>
            </a:xfrm>
            <a:prstGeom prst="line">
              <a:avLst/>
            </a:prstGeom>
            <a:ln w="12700" cap="flat" cmpd="sng">
              <a:solidFill>
                <a:srgbClr val="000000"/>
              </a:solidFill>
              <a:prstDash val="solid"/>
              <a:headEnd type="none" w="med" len="med"/>
              <a:tailEnd type="none" w="med" len="med"/>
            </a:ln>
          </p:spPr>
        </p:sp>
        <p:sp>
          <p:nvSpPr>
            <p:cNvPr id="99466" name="Line 148"/>
            <p:cNvSpPr/>
            <p:nvPr/>
          </p:nvSpPr>
          <p:spPr>
            <a:xfrm>
              <a:off x="4308" y="2242"/>
              <a:ext cx="1" cy="27"/>
            </a:xfrm>
            <a:prstGeom prst="line">
              <a:avLst/>
            </a:prstGeom>
            <a:ln w="12700" cap="flat" cmpd="sng">
              <a:solidFill>
                <a:srgbClr val="000000"/>
              </a:solidFill>
              <a:prstDash val="solid"/>
              <a:headEnd type="none" w="med" len="med"/>
              <a:tailEnd type="none" w="med" len="med"/>
            </a:ln>
          </p:spPr>
        </p:sp>
        <p:sp>
          <p:nvSpPr>
            <p:cNvPr id="99467" name="Line 149"/>
            <p:cNvSpPr/>
            <p:nvPr/>
          </p:nvSpPr>
          <p:spPr>
            <a:xfrm flipH="1">
              <a:off x="1042" y="1831"/>
              <a:ext cx="1296" cy="1"/>
            </a:xfrm>
            <a:prstGeom prst="line">
              <a:avLst/>
            </a:prstGeom>
            <a:ln w="12700" cap="flat" cmpd="sng">
              <a:solidFill>
                <a:srgbClr val="000000"/>
              </a:solidFill>
              <a:prstDash val="solid"/>
              <a:headEnd type="none" w="med" len="med"/>
              <a:tailEnd type="none" w="med" len="med"/>
            </a:ln>
          </p:spPr>
        </p:sp>
        <p:sp>
          <p:nvSpPr>
            <p:cNvPr id="99468" name="Line 150"/>
            <p:cNvSpPr/>
            <p:nvPr/>
          </p:nvSpPr>
          <p:spPr>
            <a:xfrm>
              <a:off x="2340" y="1581"/>
              <a:ext cx="1" cy="250"/>
            </a:xfrm>
            <a:prstGeom prst="line">
              <a:avLst/>
            </a:prstGeom>
            <a:ln w="12700" cap="flat" cmpd="sng">
              <a:solidFill>
                <a:srgbClr val="000000"/>
              </a:solidFill>
              <a:prstDash val="solid"/>
              <a:headEnd type="none" w="med" len="med"/>
              <a:tailEnd type="none" w="med" len="med"/>
            </a:ln>
          </p:spPr>
        </p:sp>
        <p:sp>
          <p:nvSpPr>
            <p:cNvPr id="99469" name="Line 151"/>
            <p:cNvSpPr/>
            <p:nvPr/>
          </p:nvSpPr>
          <p:spPr>
            <a:xfrm flipH="1">
              <a:off x="2338" y="1581"/>
              <a:ext cx="174" cy="1"/>
            </a:xfrm>
            <a:prstGeom prst="line">
              <a:avLst/>
            </a:prstGeom>
            <a:ln w="12700" cap="flat" cmpd="sng">
              <a:solidFill>
                <a:srgbClr val="000000"/>
              </a:solidFill>
              <a:prstDash val="solid"/>
              <a:headEnd type="none" w="med" len="med"/>
              <a:tailEnd type="none" w="med" len="med"/>
            </a:ln>
          </p:spPr>
        </p:sp>
        <p:sp>
          <p:nvSpPr>
            <p:cNvPr id="99470" name="Line 152"/>
            <p:cNvSpPr/>
            <p:nvPr/>
          </p:nvSpPr>
          <p:spPr>
            <a:xfrm>
              <a:off x="2518" y="1581"/>
              <a:ext cx="1" cy="250"/>
            </a:xfrm>
            <a:prstGeom prst="line">
              <a:avLst/>
            </a:prstGeom>
            <a:ln w="12700" cap="flat" cmpd="sng">
              <a:solidFill>
                <a:srgbClr val="000000"/>
              </a:solidFill>
              <a:prstDash val="solid"/>
              <a:headEnd type="none" w="med" len="med"/>
              <a:tailEnd type="none" w="med" len="med"/>
            </a:ln>
          </p:spPr>
        </p:sp>
        <p:sp>
          <p:nvSpPr>
            <p:cNvPr id="99471" name="Line 154"/>
            <p:cNvSpPr/>
            <p:nvPr/>
          </p:nvSpPr>
          <p:spPr>
            <a:xfrm>
              <a:off x="4286" y="1570"/>
              <a:ext cx="1" cy="250"/>
            </a:xfrm>
            <a:prstGeom prst="line">
              <a:avLst/>
            </a:prstGeom>
            <a:ln w="12700" cap="flat" cmpd="sng">
              <a:solidFill>
                <a:srgbClr val="000000"/>
              </a:solidFill>
              <a:prstDash val="solid"/>
              <a:headEnd type="none" w="med" len="med"/>
              <a:tailEnd type="none" w="med" len="med"/>
            </a:ln>
          </p:spPr>
        </p:sp>
        <p:sp>
          <p:nvSpPr>
            <p:cNvPr id="99472" name="Line 155"/>
            <p:cNvSpPr/>
            <p:nvPr/>
          </p:nvSpPr>
          <p:spPr>
            <a:xfrm flipH="1">
              <a:off x="4286" y="1570"/>
              <a:ext cx="174" cy="1"/>
            </a:xfrm>
            <a:prstGeom prst="line">
              <a:avLst/>
            </a:prstGeom>
            <a:ln w="12700" cap="flat" cmpd="sng">
              <a:solidFill>
                <a:srgbClr val="000000"/>
              </a:solidFill>
              <a:prstDash val="solid"/>
              <a:headEnd type="none" w="med" len="med"/>
              <a:tailEnd type="none" w="med" len="med"/>
            </a:ln>
          </p:spPr>
        </p:sp>
        <p:sp>
          <p:nvSpPr>
            <p:cNvPr id="99473" name="Line 156"/>
            <p:cNvSpPr/>
            <p:nvPr/>
          </p:nvSpPr>
          <p:spPr>
            <a:xfrm>
              <a:off x="4468" y="1570"/>
              <a:ext cx="1" cy="250"/>
            </a:xfrm>
            <a:prstGeom prst="line">
              <a:avLst/>
            </a:prstGeom>
            <a:ln w="12700" cap="flat" cmpd="sng">
              <a:solidFill>
                <a:srgbClr val="000000"/>
              </a:solidFill>
              <a:prstDash val="solid"/>
              <a:headEnd type="none" w="med" len="med"/>
              <a:tailEnd type="none" w="med" len="med"/>
            </a:ln>
          </p:spPr>
        </p:sp>
        <p:sp>
          <p:nvSpPr>
            <p:cNvPr id="99474" name="Line 158"/>
            <p:cNvSpPr/>
            <p:nvPr/>
          </p:nvSpPr>
          <p:spPr>
            <a:xfrm>
              <a:off x="1202" y="1070"/>
              <a:ext cx="136" cy="0"/>
            </a:xfrm>
            <a:prstGeom prst="line">
              <a:avLst/>
            </a:prstGeom>
            <a:ln w="12700" cap="flat" cmpd="sng">
              <a:solidFill>
                <a:schemeClr val="tx1"/>
              </a:solidFill>
              <a:prstDash val="solid"/>
              <a:headEnd type="none" w="med" len="med"/>
              <a:tailEnd type="none" w="med" len="med"/>
            </a:ln>
          </p:spPr>
        </p:sp>
        <p:sp>
          <p:nvSpPr>
            <p:cNvPr id="99475" name="Line 159"/>
            <p:cNvSpPr/>
            <p:nvPr/>
          </p:nvSpPr>
          <p:spPr>
            <a:xfrm>
              <a:off x="3969" y="1979"/>
              <a:ext cx="771" cy="0"/>
            </a:xfrm>
            <a:prstGeom prst="line">
              <a:avLst/>
            </a:prstGeom>
            <a:ln w="9525" cap="flat" cmpd="sng">
              <a:solidFill>
                <a:schemeClr val="tx1"/>
              </a:solidFill>
              <a:prstDash val="solid"/>
              <a:headEnd type="none" w="med" len="med"/>
              <a:tailEnd type="none" w="med" len="med"/>
            </a:ln>
          </p:spPr>
        </p:sp>
        <p:sp>
          <p:nvSpPr>
            <p:cNvPr id="99476" name="Line 160"/>
            <p:cNvSpPr/>
            <p:nvPr/>
          </p:nvSpPr>
          <p:spPr>
            <a:xfrm>
              <a:off x="2517" y="1842"/>
              <a:ext cx="1769" cy="0"/>
            </a:xfrm>
            <a:prstGeom prst="line">
              <a:avLst/>
            </a:prstGeom>
            <a:ln w="9525" cap="flat" cmpd="sng">
              <a:solidFill>
                <a:schemeClr val="tx1"/>
              </a:solidFill>
              <a:prstDash val="solid"/>
              <a:headEnd type="none" w="med" len="med"/>
              <a:tailEnd type="none" w="med" len="med"/>
            </a:ln>
          </p:spPr>
        </p:sp>
        <p:sp>
          <p:nvSpPr>
            <p:cNvPr id="99477" name="Line 161"/>
            <p:cNvSpPr/>
            <p:nvPr/>
          </p:nvSpPr>
          <p:spPr>
            <a:xfrm>
              <a:off x="4468" y="1797"/>
              <a:ext cx="635" cy="0"/>
            </a:xfrm>
            <a:prstGeom prst="line">
              <a:avLst/>
            </a:prstGeom>
            <a:ln w="9525" cap="flat" cmpd="sng">
              <a:solidFill>
                <a:schemeClr val="tx1"/>
              </a:solidFill>
              <a:prstDash val="solid"/>
              <a:headEnd type="none" w="med" len="med"/>
              <a:tailEnd type="none" w="med" len="med"/>
            </a:ln>
          </p:spPr>
        </p:sp>
      </p:grpSp>
      <p:sp>
        <p:nvSpPr>
          <p:cNvPr id="99331" name="Rectangle 163"/>
          <p:cNvSpPr/>
          <p:nvPr/>
        </p:nvSpPr>
        <p:spPr>
          <a:xfrm>
            <a:off x="266700" y="4727575"/>
            <a:ext cx="8507413" cy="1727200"/>
          </a:xfrm>
          <a:prstGeom prst="rect">
            <a:avLst/>
          </a:prstGeom>
          <a:solidFill>
            <a:schemeClr val="accent1">
              <a:alpha val="34117"/>
            </a:schemeClr>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50000"/>
              </a:lnSpc>
              <a:spcAft>
                <a:spcPct val="0"/>
              </a:spcAft>
              <a:buClrTx/>
              <a:buSzTx/>
              <a:buFont typeface="Arial" panose="020B0604020202020204" pitchFamily="34" charset="0"/>
              <a:buNone/>
            </a:pPr>
            <a:r>
              <a:rPr lang="zh-CN" altLang="en-US" sz="2400" dirty="0">
                <a:solidFill>
                  <a:srgbClr val="FF00FF"/>
                </a:solidFill>
                <a:latin typeface="宋体" panose="02010600030101010101" pitchFamily="2" charset="-122"/>
                <a:ea typeface="宋体" panose="02010600030101010101" pitchFamily="2" charset="-122"/>
              </a:rPr>
              <a:t>方式</a:t>
            </a:r>
            <a:r>
              <a:rPr lang="en-US" altLang="zh-CN" sz="2400" dirty="0">
                <a:solidFill>
                  <a:srgbClr val="FF00FF"/>
                </a:solidFill>
                <a:latin typeface="宋体" panose="02010600030101010101" pitchFamily="2" charset="-122"/>
                <a:ea typeface="宋体" panose="02010600030101010101" pitchFamily="2" charset="-122"/>
              </a:rPr>
              <a:t>5</a:t>
            </a:r>
            <a:r>
              <a:rPr lang="zh-CN" altLang="en-US" sz="2400" dirty="0">
                <a:solidFill>
                  <a:srgbClr val="FF00FF"/>
                </a:solidFill>
                <a:latin typeface="宋体" panose="02010600030101010101" pitchFamily="2" charset="-122"/>
                <a:ea typeface="宋体" panose="02010600030101010101" pitchFamily="2" charset="-122"/>
              </a:rPr>
              <a:t>的特点① ：</a:t>
            </a:r>
            <a:r>
              <a:rPr lang="zh-CN" altLang="en-US" sz="2400" b="0" dirty="0">
                <a:solidFill>
                  <a:schemeClr val="tx1"/>
                </a:solidFill>
                <a:latin typeface="宋体" panose="02010600030101010101" pitchFamily="2" charset="-122"/>
                <a:ea typeface="宋体" panose="02010600030101010101" pitchFamily="2" charset="-122"/>
              </a:rPr>
              <a:t> </a:t>
            </a:r>
            <a:endParaRPr lang="zh-CN" altLang="en-US" sz="2400" b="0" dirty="0">
              <a:solidFill>
                <a:schemeClr val="tx1"/>
              </a:solidFill>
              <a:latin typeface="宋体" panose="02010600030101010101" pitchFamily="2" charset="-122"/>
              <a:ea typeface="宋体" panose="02010600030101010101" pitchFamily="2" charset="-122"/>
            </a:endParaRPr>
          </a:p>
          <a:p>
            <a:pPr marL="0" lvl="0" indent="0" eaLnBrk="1" hangingPunct="1">
              <a:lnSpc>
                <a:spcPct val="150000"/>
              </a:lnSpc>
              <a:spcAft>
                <a:spcPct val="0"/>
              </a:spcAft>
              <a:buClrTx/>
              <a:buSzTx/>
              <a:buFont typeface="Arial" panose="020B0604020202020204" pitchFamily="34" charset="0"/>
              <a:buNone/>
            </a:pPr>
            <a:r>
              <a:rPr lang="zh-CN" altLang="en-US" sz="2400" b="0" dirty="0">
                <a:solidFill>
                  <a:schemeClr val="tx1"/>
                </a:solidFill>
                <a:latin typeface="宋体" panose="02010600030101010101" pitchFamily="2" charset="-122"/>
                <a:ea typeface="宋体" panose="02010600030101010101" pitchFamily="2" charset="-122"/>
              </a:rPr>
              <a:t>若设置计数初值为</a:t>
            </a:r>
            <a:r>
              <a:rPr lang="en-US" altLang="zh-CN" sz="2400" b="0" dirty="0">
                <a:solidFill>
                  <a:schemeClr val="tx1"/>
                </a:solidFill>
                <a:latin typeface="宋体" panose="02010600030101010101" pitchFamily="2" charset="-122"/>
                <a:ea typeface="宋体" panose="02010600030101010101" pitchFamily="2" charset="-122"/>
              </a:rPr>
              <a:t>N</a:t>
            </a:r>
            <a:r>
              <a:rPr lang="zh-CN" altLang="en-US" sz="2400" b="0" dirty="0">
                <a:solidFill>
                  <a:schemeClr val="tx1"/>
                </a:solidFill>
                <a:latin typeface="宋体" panose="02010600030101010101" pitchFamily="2" charset="-122"/>
                <a:ea typeface="宋体" panose="02010600030101010101" pitchFamily="2" charset="-122"/>
              </a:rPr>
              <a:t>，则在门控脉冲触发后，经过</a:t>
            </a:r>
            <a:r>
              <a:rPr lang="en-US" altLang="zh-CN" sz="2400" b="0" dirty="0">
                <a:solidFill>
                  <a:schemeClr val="tx1"/>
                </a:solidFill>
                <a:latin typeface="宋体" panose="02010600030101010101" pitchFamily="2" charset="-122"/>
                <a:ea typeface="宋体" panose="02010600030101010101" pitchFamily="2" charset="-122"/>
              </a:rPr>
              <a:t>N</a:t>
            </a:r>
            <a:r>
              <a:rPr lang="zh-CN" altLang="en-US" sz="2400" b="0" dirty="0">
                <a:solidFill>
                  <a:schemeClr val="tx1"/>
                </a:solidFill>
                <a:latin typeface="宋体" panose="02010600030101010101" pitchFamily="2" charset="-122"/>
                <a:ea typeface="宋体" panose="02010600030101010101" pitchFamily="2" charset="-122"/>
              </a:rPr>
              <a:t>个</a:t>
            </a:r>
            <a:r>
              <a:rPr lang="en-US" altLang="zh-CN" sz="2400" b="0" dirty="0">
                <a:solidFill>
                  <a:schemeClr val="tx1"/>
                </a:solidFill>
                <a:latin typeface="宋体" panose="02010600030101010101" pitchFamily="2" charset="-122"/>
                <a:ea typeface="宋体" panose="02010600030101010101" pitchFamily="2" charset="-122"/>
              </a:rPr>
              <a:t>CLK</a:t>
            </a:r>
            <a:r>
              <a:rPr lang="zh-CN" altLang="en-US" sz="2400" b="0" dirty="0">
                <a:solidFill>
                  <a:schemeClr val="tx1"/>
                </a:solidFill>
                <a:latin typeface="宋体" panose="02010600030101010101" pitchFamily="2" charset="-122"/>
                <a:ea typeface="宋体" panose="02010600030101010101" pitchFamily="2" charset="-122"/>
              </a:rPr>
              <a:t>脉冲，才输出一个</a:t>
            </a:r>
            <a:r>
              <a:rPr lang="en-US" altLang="zh-CN" sz="2400" b="0" dirty="0">
                <a:solidFill>
                  <a:schemeClr val="tx1"/>
                </a:solidFill>
                <a:latin typeface="宋体" panose="02010600030101010101" pitchFamily="2" charset="-122"/>
                <a:ea typeface="宋体" panose="02010600030101010101" pitchFamily="2" charset="-122"/>
              </a:rPr>
              <a:t>CLK</a:t>
            </a:r>
            <a:r>
              <a:rPr lang="zh-CN" altLang="en-US" sz="2400" b="0" dirty="0">
                <a:solidFill>
                  <a:schemeClr val="tx1"/>
                </a:solidFill>
                <a:latin typeface="宋体" panose="02010600030101010101" pitchFamily="2" charset="-122"/>
                <a:ea typeface="宋体" panose="02010600030101010101" pitchFamily="2" charset="-122"/>
              </a:rPr>
              <a:t>周期的负脉冲。</a:t>
            </a:r>
            <a:endParaRPr lang="zh-CN" altLang="en-US" sz="2400" b="0" dirty="0">
              <a:solidFill>
                <a:schemeClr val="tx1"/>
              </a:solidFill>
              <a:latin typeface="宋体" panose="02010600030101010101" pitchFamily="2" charset="-122"/>
              <a:ea typeface="宋体" panose="02010600030101010101" pitchFamily="2" charset="-122"/>
            </a:endParaRPr>
          </a:p>
        </p:txBody>
      </p:sp>
    </p:spTree>
  </p:cSld>
  <p:clrMapOvr>
    <a:masterClrMapping/>
  </p:clrMapOvr>
  <p:transition spd="slow">
    <p:zoom/>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0354" name="AutoShape 3"/>
          <p:cNvSpPr>
            <a:spLocks noChangeAspect="1" noTextEdit="1"/>
          </p:cNvSpPr>
          <p:nvPr/>
        </p:nvSpPr>
        <p:spPr>
          <a:xfrm>
            <a:off x="468313" y="620713"/>
            <a:ext cx="7416800" cy="3557587"/>
          </a:xfrm>
          <a:prstGeom prst="rect">
            <a:avLst/>
          </a:prstGeom>
          <a:noFill/>
          <a:ln w="9525">
            <a:noFill/>
          </a:ln>
        </p:spPr>
        <p:txBody>
          <a:bodyPr/>
          <a:p>
            <a:endParaRPr lang="zh-CN" altLang="en-US"/>
          </a:p>
        </p:txBody>
      </p:sp>
      <p:sp>
        <p:nvSpPr>
          <p:cNvPr id="100355" name="Rectangle 152"/>
          <p:cNvSpPr/>
          <p:nvPr/>
        </p:nvSpPr>
        <p:spPr>
          <a:xfrm>
            <a:off x="395288" y="4437063"/>
            <a:ext cx="8507412" cy="2087562"/>
          </a:xfrm>
          <a:prstGeom prst="rect">
            <a:avLst/>
          </a:prstGeom>
          <a:solidFill>
            <a:schemeClr val="accent1">
              <a:alpha val="27843"/>
            </a:schemeClr>
          </a:solidFill>
          <a:ln w="9525" cap="flat" cmpd="sng">
            <a:solidFill>
              <a:srgbClr val="3366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50000"/>
              </a:lnSpc>
              <a:spcAft>
                <a:spcPct val="0"/>
              </a:spcAft>
              <a:buClrTx/>
              <a:buSzTx/>
              <a:buFont typeface="Arial" panose="020B0604020202020204" pitchFamily="34" charset="0"/>
              <a:buNone/>
            </a:pPr>
            <a:r>
              <a:rPr lang="zh-CN" altLang="en-US" sz="2400" dirty="0">
                <a:solidFill>
                  <a:srgbClr val="FF00FF"/>
                </a:solidFill>
                <a:latin typeface="楷体_GB2312" pitchFamily="1" charset="-122"/>
              </a:rPr>
              <a:t>方式</a:t>
            </a:r>
            <a:r>
              <a:rPr lang="en-US" altLang="zh-CN" sz="2400" dirty="0">
                <a:solidFill>
                  <a:srgbClr val="FF00FF"/>
                </a:solidFill>
                <a:latin typeface="楷体_GB2312" pitchFamily="1" charset="-122"/>
              </a:rPr>
              <a:t>5</a:t>
            </a:r>
            <a:r>
              <a:rPr lang="zh-CN" altLang="en-US" sz="2400" dirty="0">
                <a:solidFill>
                  <a:srgbClr val="FF00FF"/>
                </a:solidFill>
                <a:latin typeface="楷体_GB2312" pitchFamily="1" charset="-122"/>
              </a:rPr>
              <a:t>的特点②：</a:t>
            </a:r>
            <a:r>
              <a:rPr lang="zh-CN" altLang="en-US" sz="2400" b="0" dirty="0">
                <a:solidFill>
                  <a:schemeClr val="tx1"/>
                </a:solidFill>
                <a:latin typeface="楷体_GB2312" pitchFamily="1" charset="-122"/>
              </a:rPr>
              <a:t> </a:t>
            </a:r>
            <a:endParaRPr lang="zh-CN" altLang="en-US" sz="2400" b="0" dirty="0">
              <a:solidFill>
                <a:schemeClr val="tx1"/>
              </a:solidFill>
              <a:latin typeface="楷体_GB2312" pitchFamily="1" charset="-122"/>
            </a:endParaRPr>
          </a:p>
          <a:p>
            <a:pPr marL="0" lvl="0" indent="0" eaLnBrk="1" hangingPunct="1">
              <a:lnSpc>
                <a:spcPct val="150000"/>
              </a:lnSpc>
              <a:spcAft>
                <a:spcPct val="0"/>
              </a:spcAft>
              <a:buClrTx/>
              <a:buSzTx/>
              <a:buFont typeface="Arial" panose="020B0604020202020204" pitchFamily="34" charset="0"/>
              <a:buNone/>
            </a:pPr>
            <a:r>
              <a:rPr lang="zh-CN" altLang="en-US" sz="2400" b="0" dirty="0">
                <a:solidFill>
                  <a:schemeClr val="tx1"/>
                </a:solidFill>
                <a:latin typeface="楷体_GB2312" pitchFamily="1" charset="-122"/>
              </a:rPr>
              <a:t>在计数过程中，若</a:t>
            </a:r>
            <a:r>
              <a:rPr lang="en-US" altLang="zh-CN" sz="2400" b="0" dirty="0">
                <a:solidFill>
                  <a:schemeClr val="tx1"/>
                </a:solidFill>
                <a:latin typeface="楷体_GB2312" pitchFamily="1" charset="-122"/>
              </a:rPr>
              <a:t>GATE</a:t>
            </a:r>
            <a:r>
              <a:rPr lang="zh-CN" altLang="en-US" sz="2400" b="0" dirty="0">
                <a:solidFill>
                  <a:schemeClr val="tx1"/>
                </a:solidFill>
                <a:latin typeface="楷体_GB2312" pitchFamily="1" charset="-122"/>
              </a:rPr>
              <a:t>端又出现一个脉冲进行触发，则使计数器重新开始计数，但对输出状态没有影响。</a:t>
            </a:r>
            <a:endParaRPr lang="zh-CN" altLang="en-US" sz="2400" b="0" dirty="0">
              <a:solidFill>
                <a:schemeClr val="tx1"/>
              </a:solidFill>
              <a:latin typeface="楷体_GB2312" pitchFamily="1" charset="-122"/>
            </a:endParaRPr>
          </a:p>
        </p:txBody>
      </p:sp>
      <p:grpSp>
        <p:nvGrpSpPr>
          <p:cNvPr id="100356" name="Group 155"/>
          <p:cNvGrpSpPr/>
          <p:nvPr/>
        </p:nvGrpSpPr>
        <p:grpSpPr>
          <a:xfrm>
            <a:off x="627063" y="908050"/>
            <a:ext cx="7258050" cy="2887663"/>
            <a:chOff x="395" y="572"/>
            <a:chExt cx="4572" cy="1819"/>
          </a:xfrm>
        </p:grpSpPr>
        <p:grpSp>
          <p:nvGrpSpPr>
            <p:cNvPr id="100357" name="Group 4"/>
            <p:cNvGrpSpPr/>
            <p:nvPr/>
          </p:nvGrpSpPr>
          <p:grpSpPr>
            <a:xfrm>
              <a:off x="552" y="627"/>
              <a:ext cx="258" cy="202"/>
              <a:chOff x="688" y="945"/>
              <a:chExt cx="258" cy="202"/>
            </a:xfrm>
          </p:grpSpPr>
          <p:sp>
            <p:nvSpPr>
              <p:cNvPr id="100504" name="Line 5"/>
              <p:cNvSpPr/>
              <p:nvPr/>
            </p:nvSpPr>
            <p:spPr>
              <a:xfrm>
                <a:off x="688" y="945"/>
                <a:ext cx="254" cy="1"/>
              </a:xfrm>
              <a:prstGeom prst="line">
                <a:avLst/>
              </a:prstGeom>
              <a:ln w="15875" cap="flat" cmpd="sng">
                <a:solidFill>
                  <a:srgbClr val="000000"/>
                </a:solidFill>
                <a:prstDash val="solid"/>
                <a:headEnd type="none" w="med" len="med"/>
                <a:tailEnd type="none" w="med" len="med"/>
              </a:ln>
            </p:spPr>
          </p:sp>
          <p:sp>
            <p:nvSpPr>
              <p:cNvPr id="100505" name="Rectangle 6"/>
              <p:cNvSpPr/>
              <p:nvPr/>
            </p:nvSpPr>
            <p:spPr>
              <a:xfrm>
                <a:off x="688" y="955"/>
                <a:ext cx="258"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New Roman" panose="02020603050405020304" pitchFamily="18" charset="0"/>
                  </a:rPr>
                  <a:t>WR</a:t>
                </a:r>
                <a:endParaRPr lang="en-US" altLang="zh-CN" sz="1800" b="0" dirty="0">
                  <a:solidFill>
                    <a:schemeClr val="tx1"/>
                  </a:solidFill>
                  <a:latin typeface="Arial" panose="020B0604020202020204" pitchFamily="34" charset="0"/>
                </a:endParaRPr>
              </a:p>
            </p:txBody>
          </p:sp>
        </p:grpSp>
        <p:sp>
          <p:nvSpPr>
            <p:cNvPr id="100358" name="Rectangle 7"/>
            <p:cNvSpPr/>
            <p:nvPr/>
          </p:nvSpPr>
          <p:spPr>
            <a:xfrm>
              <a:off x="500" y="1171"/>
              <a:ext cx="31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CLK</a:t>
              </a:r>
              <a:endParaRPr lang="en-US" altLang="zh-CN" sz="1800" b="0" dirty="0">
                <a:solidFill>
                  <a:schemeClr val="tx1"/>
                </a:solidFill>
                <a:latin typeface="Arial" panose="020B0604020202020204" pitchFamily="34" charset="0"/>
              </a:endParaRPr>
            </a:p>
          </p:txBody>
        </p:sp>
        <p:sp>
          <p:nvSpPr>
            <p:cNvPr id="100359" name="Rectangle 8"/>
            <p:cNvSpPr/>
            <p:nvPr/>
          </p:nvSpPr>
          <p:spPr>
            <a:xfrm>
              <a:off x="395" y="1671"/>
              <a:ext cx="436"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GATE</a:t>
              </a:r>
              <a:endParaRPr lang="en-US" altLang="zh-CN" sz="1800" b="0" dirty="0">
                <a:solidFill>
                  <a:schemeClr val="tx1"/>
                </a:solidFill>
                <a:latin typeface="Arial" panose="020B0604020202020204" pitchFamily="34" charset="0"/>
              </a:endParaRPr>
            </a:p>
          </p:txBody>
        </p:sp>
        <p:sp>
          <p:nvSpPr>
            <p:cNvPr id="100360" name="Rectangle 9"/>
            <p:cNvSpPr/>
            <p:nvPr/>
          </p:nvSpPr>
          <p:spPr>
            <a:xfrm>
              <a:off x="491" y="2199"/>
              <a:ext cx="338"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OUT</a:t>
              </a:r>
              <a:endParaRPr lang="en-US" altLang="zh-CN" sz="1800" b="0" dirty="0">
                <a:solidFill>
                  <a:schemeClr val="tx1"/>
                </a:solidFill>
                <a:latin typeface="Arial" panose="020B0604020202020204" pitchFamily="34" charset="0"/>
              </a:endParaRPr>
            </a:p>
          </p:txBody>
        </p:sp>
        <p:sp>
          <p:nvSpPr>
            <p:cNvPr id="100361" name="Rectangle 10"/>
            <p:cNvSpPr/>
            <p:nvPr/>
          </p:nvSpPr>
          <p:spPr>
            <a:xfrm>
              <a:off x="1111" y="572"/>
              <a:ext cx="267"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CW</a:t>
              </a:r>
              <a:endParaRPr lang="en-US" altLang="zh-CN" sz="1800" b="0" dirty="0">
                <a:solidFill>
                  <a:schemeClr val="tx1"/>
                </a:solidFill>
                <a:latin typeface="Arial" panose="020B0604020202020204" pitchFamily="34" charset="0"/>
              </a:endParaRPr>
            </a:p>
          </p:txBody>
        </p:sp>
        <p:sp>
          <p:nvSpPr>
            <p:cNvPr id="100362" name="Rectangle 11"/>
            <p:cNvSpPr/>
            <p:nvPr/>
          </p:nvSpPr>
          <p:spPr>
            <a:xfrm>
              <a:off x="1565" y="572"/>
              <a:ext cx="298"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N=3</a:t>
              </a:r>
              <a:endParaRPr lang="en-US" altLang="zh-CN" sz="1800" b="0" dirty="0">
                <a:solidFill>
                  <a:schemeClr val="tx1"/>
                </a:solidFill>
                <a:latin typeface="Arial" panose="020B0604020202020204" pitchFamily="34" charset="0"/>
              </a:endParaRPr>
            </a:p>
          </p:txBody>
        </p:sp>
        <p:sp>
          <p:nvSpPr>
            <p:cNvPr id="100363" name="Line 12"/>
            <p:cNvSpPr/>
            <p:nvPr/>
          </p:nvSpPr>
          <p:spPr>
            <a:xfrm flipH="1">
              <a:off x="1041" y="747"/>
              <a:ext cx="103" cy="1"/>
            </a:xfrm>
            <a:prstGeom prst="line">
              <a:avLst/>
            </a:prstGeom>
            <a:ln w="12700" cap="flat" cmpd="sng">
              <a:solidFill>
                <a:srgbClr val="000000"/>
              </a:solidFill>
              <a:prstDash val="solid"/>
              <a:headEnd type="none" w="med" len="med"/>
              <a:tailEnd type="none" w="med" len="med"/>
            </a:ln>
          </p:spPr>
        </p:sp>
        <p:sp>
          <p:nvSpPr>
            <p:cNvPr id="100364" name="Line 13"/>
            <p:cNvSpPr/>
            <p:nvPr/>
          </p:nvSpPr>
          <p:spPr>
            <a:xfrm flipH="1" flipV="1">
              <a:off x="1383" y="748"/>
              <a:ext cx="136" cy="5"/>
            </a:xfrm>
            <a:prstGeom prst="line">
              <a:avLst/>
            </a:prstGeom>
            <a:ln w="12700" cap="flat" cmpd="sng">
              <a:solidFill>
                <a:srgbClr val="000000"/>
              </a:solidFill>
              <a:prstDash val="solid"/>
              <a:headEnd type="none" w="med" len="med"/>
              <a:tailEnd type="none" w="med" len="med"/>
            </a:ln>
          </p:spPr>
        </p:sp>
        <p:sp>
          <p:nvSpPr>
            <p:cNvPr id="100365" name="Line 14"/>
            <p:cNvSpPr/>
            <p:nvPr/>
          </p:nvSpPr>
          <p:spPr>
            <a:xfrm flipH="1" flipV="1">
              <a:off x="1145" y="747"/>
              <a:ext cx="57" cy="188"/>
            </a:xfrm>
            <a:prstGeom prst="line">
              <a:avLst/>
            </a:prstGeom>
            <a:ln w="12700" cap="flat" cmpd="sng">
              <a:solidFill>
                <a:srgbClr val="000000"/>
              </a:solidFill>
              <a:prstDash val="solid"/>
              <a:headEnd type="none" w="med" len="med"/>
              <a:tailEnd type="none" w="med" len="med"/>
            </a:ln>
          </p:spPr>
        </p:sp>
        <p:sp>
          <p:nvSpPr>
            <p:cNvPr id="100366" name="Line 15"/>
            <p:cNvSpPr/>
            <p:nvPr/>
          </p:nvSpPr>
          <p:spPr>
            <a:xfrm flipV="1">
              <a:off x="1338" y="747"/>
              <a:ext cx="44" cy="188"/>
            </a:xfrm>
            <a:prstGeom prst="line">
              <a:avLst/>
            </a:prstGeom>
            <a:ln w="12700" cap="flat" cmpd="sng">
              <a:solidFill>
                <a:srgbClr val="000000"/>
              </a:solidFill>
              <a:prstDash val="solid"/>
              <a:headEnd type="none" w="med" len="med"/>
              <a:tailEnd type="none" w="med" len="med"/>
            </a:ln>
          </p:spPr>
        </p:sp>
        <p:sp>
          <p:nvSpPr>
            <p:cNvPr id="100367" name="Line 16"/>
            <p:cNvSpPr/>
            <p:nvPr/>
          </p:nvSpPr>
          <p:spPr>
            <a:xfrm flipH="1" flipV="1">
              <a:off x="1519" y="747"/>
              <a:ext cx="46" cy="188"/>
            </a:xfrm>
            <a:prstGeom prst="line">
              <a:avLst/>
            </a:prstGeom>
            <a:ln w="12700" cap="flat" cmpd="sng">
              <a:solidFill>
                <a:srgbClr val="000000"/>
              </a:solidFill>
              <a:prstDash val="solid"/>
              <a:headEnd type="none" w="med" len="med"/>
              <a:tailEnd type="none" w="med" len="med"/>
            </a:ln>
          </p:spPr>
        </p:sp>
        <p:sp>
          <p:nvSpPr>
            <p:cNvPr id="100368" name="Line 17"/>
            <p:cNvSpPr/>
            <p:nvPr/>
          </p:nvSpPr>
          <p:spPr>
            <a:xfrm flipV="1">
              <a:off x="1791" y="753"/>
              <a:ext cx="46" cy="178"/>
            </a:xfrm>
            <a:prstGeom prst="line">
              <a:avLst/>
            </a:prstGeom>
            <a:ln w="12700" cap="flat" cmpd="sng">
              <a:solidFill>
                <a:srgbClr val="000000"/>
              </a:solidFill>
              <a:prstDash val="solid"/>
              <a:headEnd type="none" w="med" len="med"/>
              <a:tailEnd type="none" w="med" len="med"/>
            </a:ln>
          </p:spPr>
        </p:sp>
        <p:sp>
          <p:nvSpPr>
            <p:cNvPr id="100369" name="Line 18"/>
            <p:cNvSpPr/>
            <p:nvPr/>
          </p:nvSpPr>
          <p:spPr>
            <a:xfrm>
              <a:off x="1559" y="935"/>
              <a:ext cx="232" cy="1"/>
            </a:xfrm>
            <a:prstGeom prst="line">
              <a:avLst/>
            </a:prstGeom>
            <a:ln w="12700" cap="flat" cmpd="sng">
              <a:solidFill>
                <a:srgbClr val="000000"/>
              </a:solidFill>
              <a:prstDash val="solid"/>
              <a:headEnd type="none" w="med" len="med"/>
              <a:tailEnd type="none" w="med" len="med"/>
            </a:ln>
          </p:spPr>
        </p:sp>
        <p:sp>
          <p:nvSpPr>
            <p:cNvPr id="100370" name="Line 19"/>
            <p:cNvSpPr/>
            <p:nvPr/>
          </p:nvSpPr>
          <p:spPr>
            <a:xfrm flipH="1">
              <a:off x="1837" y="753"/>
              <a:ext cx="2994" cy="1"/>
            </a:xfrm>
            <a:prstGeom prst="line">
              <a:avLst/>
            </a:prstGeom>
            <a:ln w="12700" cap="flat" cmpd="sng">
              <a:solidFill>
                <a:srgbClr val="000000"/>
              </a:solidFill>
              <a:prstDash val="solid"/>
              <a:headEnd type="none" w="med" len="med"/>
              <a:tailEnd type="none" w="med" len="med"/>
            </a:ln>
          </p:spPr>
        </p:sp>
        <p:sp>
          <p:nvSpPr>
            <p:cNvPr id="100371" name="Line 20"/>
            <p:cNvSpPr/>
            <p:nvPr/>
          </p:nvSpPr>
          <p:spPr>
            <a:xfrm flipH="1">
              <a:off x="1041" y="2298"/>
              <a:ext cx="464" cy="1"/>
            </a:xfrm>
            <a:prstGeom prst="line">
              <a:avLst/>
            </a:prstGeom>
            <a:ln w="12700" cap="flat" cmpd="sng">
              <a:solidFill>
                <a:srgbClr val="000000"/>
              </a:solidFill>
              <a:prstDash val="solid"/>
              <a:headEnd type="none" w="med" len="med"/>
              <a:tailEnd type="none" w="med" len="med"/>
            </a:ln>
          </p:spPr>
        </p:sp>
        <p:sp>
          <p:nvSpPr>
            <p:cNvPr id="100372" name="Line 21"/>
            <p:cNvSpPr/>
            <p:nvPr/>
          </p:nvSpPr>
          <p:spPr>
            <a:xfrm flipV="1">
              <a:off x="1514" y="2081"/>
              <a:ext cx="95" cy="217"/>
            </a:xfrm>
            <a:prstGeom prst="line">
              <a:avLst/>
            </a:prstGeom>
            <a:ln w="12700" cap="flat" cmpd="sng">
              <a:solidFill>
                <a:srgbClr val="000000"/>
              </a:solidFill>
              <a:prstDash val="solid"/>
              <a:headEnd type="none" w="med" len="med"/>
              <a:tailEnd type="none" w="med" len="med"/>
            </a:ln>
          </p:spPr>
        </p:sp>
        <p:sp>
          <p:nvSpPr>
            <p:cNvPr id="100373" name="Line 22"/>
            <p:cNvSpPr/>
            <p:nvPr/>
          </p:nvSpPr>
          <p:spPr>
            <a:xfrm flipH="1">
              <a:off x="1609" y="2069"/>
              <a:ext cx="2723" cy="13"/>
            </a:xfrm>
            <a:prstGeom prst="line">
              <a:avLst/>
            </a:prstGeom>
            <a:ln w="12700" cap="flat" cmpd="sng">
              <a:solidFill>
                <a:srgbClr val="000000"/>
              </a:solidFill>
              <a:prstDash val="solid"/>
              <a:headEnd type="none" w="med" len="med"/>
              <a:tailEnd type="none" w="med" len="med"/>
            </a:ln>
          </p:spPr>
        </p:sp>
        <p:sp>
          <p:nvSpPr>
            <p:cNvPr id="100374" name="Line 23"/>
            <p:cNvSpPr/>
            <p:nvPr/>
          </p:nvSpPr>
          <p:spPr>
            <a:xfrm flipV="1">
              <a:off x="4602" y="2069"/>
              <a:ext cx="47" cy="217"/>
            </a:xfrm>
            <a:prstGeom prst="line">
              <a:avLst/>
            </a:prstGeom>
            <a:ln w="12700" cap="flat" cmpd="sng">
              <a:solidFill>
                <a:srgbClr val="000000"/>
              </a:solidFill>
              <a:prstDash val="solid"/>
              <a:headEnd type="none" w="med" len="med"/>
              <a:tailEnd type="none" w="med" len="med"/>
            </a:ln>
          </p:spPr>
        </p:sp>
        <p:sp>
          <p:nvSpPr>
            <p:cNvPr id="100375" name="Line 24"/>
            <p:cNvSpPr/>
            <p:nvPr/>
          </p:nvSpPr>
          <p:spPr>
            <a:xfrm flipH="1" flipV="1">
              <a:off x="4332" y="2079"/>
              <a:ext cx="45" cy="217"/>
            </a:xfrm>
            <a:prstGeom prst="line">
              <a:avLst/>
            </a:prstGeom>
            <a:ln w="12700" cap="flat" cmpd="sng">
              <a:solidFill>
                <a:srgbClr val="000000"/>
              </a:solidFill>
              <a:prstDash val="solid"/>
              <a:headEnd type="none" w="med" len="med"/>
              <a:tailEnd type="none" w="med" len="med"/>
            </a:ln>
          </p:spPr>
        </p:sp>
        <p:sp>
          <p:nvSpPr>
            <p:cNvPr id="100376" name="Line 25"/>
            <p:cNvSpPr/>
            <p:nvPr/>
          </p:nvSpPr>
          <p:spPr>
            <a:xfrm flipH="1">
              <a:off x="4372" y="2296"/>
              <a:ext cx="232" cy="1"/>
            </a:xfrm>
            <a:prstGeom prst="line">
              <a:avLst/>
            </a:prstGeom>
            <a:ln w="12700" cap="flat" cmpd="sng">
              <a:solidFill>
                <a:srgbClr val="000000"/>
              </a:solidFill>
              <a:prstDash val="solid"/>
              <a:headEnd type="none" w="med" len="med"/>
              <a:tailEnd type="none" w="med" len="med"/>
            </a:ln>
          </p:spPr>
        </p:sp>
        <p:sp>
          <p:nvSpPr>
            <p:cNvPr id="100377" name="Rectangle 26"/>
            <p:cNvSpPr/>
            <p:nvPr/>
          </p:nvSpPr>
          <p:spPr>
            <a:xfrm>
              <a:off x="2744" y="2114"/>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3</a:t>
              </a:r>
              <a:endParaRPr lang="en-US" altLang="zh-CN" sz="1800" b="0" dirty="0">
                <a:solidFill>
                  <a:schemeClr val="tx1"/>
                </a:solidFill>
                <a:latin typeface="Arial" panose="020B0604020202020204" pitchFamily="34" charset="0"/>
              </a:endParaRPr>
            </a:p>
          </p:txBody>
        </p:sp>
        <p:sp>
          <p:nvSpPr>
            <p:cNvPr id="100378" name="Rectangle 27"/>
            <p:cNvSpPr/>
            <p:nvPr/>
          </p:nvSpPr>
          <p:spPr>
            <a:xfrm>
              <a:off x="3107" y="2114"/>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2</a:t>
              </a:r>
              <a:endParaRPr lang="en-US" altLang="zh-CN" sz="1800" b="0" dirty="0">
                <a:solidFill>
                  <a:schemeClr val="tx1"/>
                </a:solidFill>
                <a:latin typeface="Arial" panose="020B0604020202020204" pitchFamily="34" charset="0"/>
              </a:endParaRPr>
            </a:p>
          </p:txBody>
        </p:sp>
        <p:sp>
          <p:nvSpPr>
            <p:cNvPr id="100379" name="Rectangle 28"/>
            <p:cNvSpPr/>
            <p:nvPr/>
          </p:nvSpPr>
          <p:spPr>
            <a:xfrm>
              <a:off x="3470" y="2115"/>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3</a:t>
              </a:r>
              <a:endParaRPr lang="en-US" altLang="zh-CN" sz="1800" b="0" dirty="0">
                <a:solidFill>
                  <a:schemeClr val="tx1"/>
                </a:solidFill>
                <a:latin typeface="Arial" panose="020B0604020202020204" pitchFamily="34" charset="0"/>
              </a:endParaRPr>
            </a:p>
          </p:txBody>
        </p:sp>
        <p:sp>
          <p:nvSpPr>
            <p:cNvPr id="100380" name="Rectangle 29"/>
            <p:cNvSpPr/>
            <p:nvPr/>
          </p:nvSpPr>
          <p:spPr>
            <a:xfrm>
              <a:off x="4469" y="2069"/>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100381" name="Line 30"/>
            <p:cNvSpPr/>
            <p:nvPr/>
          </p:nvSpPr>
          <p:spPr>
            <a:xfrm>
              <a:off x="1196" y="1192"/>
              <a:ext cx="1" cy="250"/>
            </a:xfrm>
            <a:prstGeom prst="line">
              <a:avLst/>
            </a:prstGeom>
            <a:ln w="12700" cap="flat" cmpd="sng">
              <a:solidFill>
                <a:srgbClr val="000000"/>
              </a:solidFill>
              <a:prstDash val="solid"/>
              <a:headEnd type="none" w="med" len="med"/>
              <a:tailEnd type="none" w="med" len="med"/>
            </a:ln>
          </p:spPr>
        </p:sp>
        <p:sp>
          <p:nvSpPr>
            <p:cNvPr id="100382" name="Line 31"/>
            <p:cNvSpPr/>
            <p:nvPr/>
          </p:nvSpPr>
          <p:spPr>
            <a:xfrm flipH="1">
              <a:off x="1193" y="1192"/>
              <a:ext cx="151" cy="1"/>
            </a:xfrm>
            <a:prstGeom prst="line">
              <a:avLst/>
            </a:prstGeom>
            <a:ln w="12700" cap="flat" cmpd="sng">
              <a:solidFill>
                <a:srgbClr val="000000"/>
              </a:solidFill>
              <a:prstDash val="solid"/>
              <a:headEnd type="none" w="med" len="med"/>
              <a:tailEnd type="none" w="med" len="med"/>
            </a:ln>
          </p:spPr>
        </p:sp>
        <p:sp>
          <p:nvSpPr>
            <p:cNvPr id="100383" name="Line 32"/>
            <p:cNvSpPr/>
            <p:nvPr/>
          </p:nvSpPr>
          <p:spPr>
            <a:xfrm>
              <a:off x="1347" y="1192"/>
              <a:ext cx="1" cy="250"/>
            </a:xfrm>
            <a:prstGeom prst="line">
              <a:avLst/>
            </a:prstGeom>
            <a:ln w="12700" cap="flat" cmpd="sng">
              <a:solidFill>
                <a:srgbClr val="000000"/>
              </a:solidFill>
              <a:prstDash val="solid"/>
              <a:headEnd type="none" w="med" len="med"/>
              <a:tailEnd type="none" w="med" len="med"/>
            </a:ln>
          </p:spPr>
        </p:sp>
        <p:sp>
          <p:nvSpPr>
            <p:cNvPr id="100384" name="Line 33"/>
            <p:cNvSpPr/>
            <p:nvPr/>
          </p:nvSpPr>
          <p:spPr>
            <a:xfrm flipH="1">
              <a:off x="1344" y="1442"/>
              <a:ext cx="174" cy="1"/>
            </a:xfrm>
            <a:prstGeom prst="line">
              <a:avLst/>
            </a:prstGeom>
            <a:ln w="12700" cap="flat" cmpd="sng">
              <a:solidFill>
                <a:srgbClr val="000000"/>
              </a:solidFill>
              <a:prstDash val="solid"/>
              <a:headEnd type="none" w="med" len="med"/>
              <a:tailEnd type="none" w="med" len="med"/>
            </a:ln>
          </p:spPr>
        </p:sp>
        <p:sp>
          <p:nvSpPr>
            <p:cNvPr id="100385" name="Line 34"/>
            <p:cNvSpPr/>
            <p:nvPr/>
          </p:nvSpPr>
          <p:spPr>
            <a:xfrm>
              <a:off x="1521" y="1192"/>
              <a:ext cx="1" cy="250"/>
            </a:xfrm>
            <a:prstGeom prst="line">
              <a:avLst/>
            </a:prstGeom>
            <a:ln w="12700" cap="flat" cmpd="sng">
              <a:solidFill>
                <a:srgbClr val="000000"/>
              </a:solidFill>
              <a:prstDash val="solid"/>
              <a:headEnd type="none" w="med" len="med"/>
              <a:tailEnd type="none" w="med" len="med"/>
            </a:ln>
          </p:spPr>
        </p:sp>
        <p:sp>
          <p:nvSpPr>
            <p:cNvPr id="100386" name="Line 35"/>
            <p:cNvSpPr/>
            <p:nvPr/>
          </p:nvSpPr>
          <p:spPr>
            <a:xfrm flipH="1">
              <a:off x="1518" y="1192"/>
              <a:ext cx="152" cy="1"/>
            </a:xfrm>
            <a:prstGeom prst="line">
              <a:avLst/>
            </a:prstGeom>
            <a:ln w="12700" cap="flat" cmpd="sng">
              <a:solidFill>
                <a:srgbClr val="000000"/>
              </a:solidFill>
              <a:prstDash val="solid"/>
              <a:headEnd type="none" w="med" len="med"/>
              <a:tailEnd type="none" w="med" len="med"/>
            </a:ln>
          </p:spPr>
        </p:sp>
        <p:sp>
          <p:nvSpPr>
            <p:cNvPr id="100387" name="Line 36"/>
            <p:cNvSpPr/>
            <p:nvPr/>
          </p:nvSpPr>
          <p:spPr>
            <a:xfrm flipH="1">
              <a:off x="1670" y="1442"/>
              <a:ext cx="174" cy="1"/>
            </a:xfrm>
            <a:prstGeom prst="line">
              <a:avLst/>
            </a:prstGeom>
            <a:ln w="12700" cap="flat" cmpd="sng">
              <a:solidFill>
                <a:srgbClr val="000000"/>
              </a:solidFill>
              <a:prstDash val="solid"/>
              <a:headEnd type="none" w="med" len="med"/>
              <a:tailEnd type="none" w="med" len="med"/>
            </a:ln>
          </p:spPr>
        </p:sp>
        <p:sp>
          <p:nvSpPr>
            <p:cNvPr id="100388" name="Line 37"/>
            <p:cNvSpPr/>
            <p:nvPr/>
          </p:nvSpPr>
          <p:spPr>
            <a:xfrm>
              <a:off x="1856" y="1192"/>
              <a:ext cx="1" cy="250"/>
            </a:xfrm>
            <a:prstGeom prst="line">
              <a:avLst/>
            </a:prstGeom>
            <a:ln w="12700" cap="flat" cmpd="sng">
              <a:solidFill>
                <a:srgbClr val="000000"/>
              </a:solidFill>
              <a:prstDash val="solid"/>
              <a:headEnd type="none" w="med" len="med"/>
              <a:tailEnd type="none" w="med" len="med"/>
            </a:ln>
          </p:spPr>
        </p:sp>
        <p:sp>
          <p:nvSpPr>
            <p:cNvPr id="100389" name="Line 38"/>
            <p:cNvSpPr/>
            <p:nvPr/>
          </p:nvSpPr>
          <p:spPr>
            <a:xfrm flipH="1">
              <a:off x="1853" y="1192"/>
              <a:ext cx="152" cy="1"/>
            </a:xfrm>
            <a:prstGeom prst="line">
              <a:avLst/>
            </a:prstGeom>
            <a:ln w="12700" cap="flat" cmpd="sng">
              <a:solidFill>
                <a:srgbClr val="000000"/>
              </a:solidFill>
              <a:prstDash val="solid"/>
              <a:headEnd type="none" w="med" len="med"/>
              <a:tailEnd type="none" w="med" len="med"/>
            </a:ln>
          </p:spPr>
        </p:sp>
        <p:sp>
          <p:nvSpPr>
            <p:cNvPr id="100390" name="Line 39"/>
            <p:cNvSpPr/>
            <p:nvPr/>
          </p:nvSpPr>
          <p:spPr>
            <a:xfrm>
              <a:off x="2007" y="1192"/>
              <a:ext cx="1" cy="250"/>
            </a:xfrm>
            <a:prstGeom prst="line">
              <a:avLst/>
            </a:prstGeom>
            <a:ln w="12700" cap="flat" cmpd="sng">
              <a:solidFill>
                <a:srgbClr val="000000"/>
              </a:solidFill>
              <a:prstDash val="solid"/>
              <a:headEnd type="none" w="med" len="med"/>
              <a:tailEnd type="none" w="med" len="med"/>
            </a:ln>
          </p:spPr>
        </p:sp>
        <p:sp>
          <p:nvSpPr>
            <p:cNvPr id="100391" name="Line 40"/>
            <p:cNvSpPr/>
            <p:nvPr/>
          </p:nvSpPr>
          <p:spPr>
            <a:xfrm flipH="1">
              <a:off x="2005" y="1442"/>
              <a:ext cx="173" cy="1"/>
            </a:xfrm>
            <a:prstGeom prst="line">
              <a:avLst/>
            </a:prstGeom>
            <a:ln w="12700" cap="flat" cmpd="sng">
              <a:solidFill>
                <a:srgbClr val="000000"/>
              </a:solidFill>
              <a:prstDash val="solid"/>
              <a:headEnd type="none" w="med" len="med"/>
              <a:tailEnd type="none" w="med" len="med"/>
            </a:ln>
          </p:spPr>
        </p:sp>
        <p:sp>
          <p:nvSpPr>
            <p:cNvPr id="100392" name="Line 41"/>
            <p:cNvSpPr/>
            <p:nvPr/>
          </p:nvSpPr>
          <p:spPr>
            <a:xfrm>
              <a:off x="2190" y="1192"/>
              <a:ext cx="1" cy="250"/>
            </a:xfrm>
            <a:prstGeom prst="line">
              <a:avLst/>
            </a:prstGeom>
            <a:ln w="12700" cap="flat" cmpd="sng">
              <a:solidFill>
                <a:srgbClr val="000000"/>
              </a:solidFill>
              <a:prstDash val="solid"/>
              <a:headEnd type="none" w="med" len="med"/>
              <a:tailEnd type="none" w="med" len="med"/>
            </a:ln>
          </p:spPr>
        </p:sp>
        <p:sp>
          <p:nvSpPr>
            <p:cNvPr id="100393" name="Line 42"/>
            <p:cNvSpPr/>
            <p:nvPr/>
          </p:nvSpPr>
          <p:spPr>
            <a:xfrm flipH="1">
              <a:off x="2188" y="1192"/>
              <a:ext cx="151" cy="1"/>
            </a:xfrm>
            <a:prstGeom prst="line">
              <a:avLst/>
            </a:prstGeom>
            <a:ln w="12700" cap="flat" cmpd="sng">
              <a:solidFill>
                <a:srgbClr val="000000"/>
              </a:solidFill>
              <a:prstDash val="solid"/>
              <a:headEnd type="none" w="med" len="med"/>
              <a:tailEnd type="none" w="med" len="med"/>
            </a:ln>
          </p:spPr>
        </p:sp>
        <p:sp>
          <p:nvSpPr>
            <p:cNvPr id="100394" name="Line 43"/>
            <p:cNvSpPr/>
            <p:nvPr/>
          </p:nvSpPr>
          <p:spPr>
            <a:xfrm>
              <a:off x="2341" y="1192"/>
              <a:ext cx="1" cy="250"/>
            </a:xfrm>
            <a:prstGeom prst="line">
              <a:avLst/>
            </a:prstGeom>
            <a:ln w="12700" cap="flat" cmpd="sng">
              <a:solidFill>
                <a:srgbClr val="000000"/>
              </a:solidFill>
              <a:prstDash val="solid"/>
              <a:headEnd type="none" w="med" len="med"/>
              <a:tailEnd type="none" w="med" len="med"/>
            </a:ln>
          </p:spPr>
        </p:sp>
        <p:sp>
          <p:nvSpPr>
            <p:cNvPr id="100395" name="Line 44"/>
            <p:cNvSpPr/>
            <p:nvPr/>
          </p:nvSpPr>
          <p:spPr>
            <a:xfrm flipH="1">
              <a:off x="2339" y="1442"/>
              <a:ext cx="174" cy="1"/>
            </a:xfrm>
            <a:prstGeom prst="line">
              <a:avLst/>
            </a:prstGeom>
            <a:ln w="12700" cap="flat" cmpd="sng">
              <a:solidFill>
                <a:srgbClr val="000000"/>
              </a:solidFill>
              <a:prstDash val="solid"/>
              <a:headEnd type="none" w="med" len="med"/>
              <a:tailEnd type="none" w="med" len="med"/>
            </a:ln>
          </p:spPr>
        </p:sp>
        <p:sp>
          <p:nvSpPr>
            <p:cNvPr id="100396" name="Line 45"/>
            <p:cNvSpPr/>
            <p:nvPr/>
          </p:nvSpPr>
          <p:spPr>
            <a:xfrm>
              <a:off x="2515" y="1192"/>
              <a:ext cx="1" cy="250"/>
            </a:xfrm>
            <a:prstGeom prst="line">
              <a:avLst/>
            </a:prstGeom>
            <a:ln w="12700" cap="flat" cmpd="sng">
              <a:solidFill>
                <a:srgbClr val="000000"/>
              </a:solidFill>
              <a:prstDash val="solid"/>
              <a:headEnd type="none" w="med" len="med"/>
              <a:tailEnd type="none" w="med" len="med"/>
            </a:ln>
          </p:spPr>
        </p:sp>
        <p:sp>
          <p:nvSpPr>
            <p:cNvPr id="100397" name="Line 46"/>
            <p:cNvSpPr/>
            <p:nvPr/>
          </p:nvSpPr>
          <p:spPr>
            <a:xfrm flipH="1">
              <a:off x="2513" y="1192"/>
              <a:ext cx="152" cy="1"/>
            </a:xfrm>
            <a:prstGeom prst="line">
              <a:avLst/>
            </a:prstGeom>
            <a:ln w="12700" cap="flat" cmpd="sng">
              <a:solidFill>
                <a:srgbClr val="000000"/>
              </a:solidFill>
              <a:prstDash val="solid"/>
              <a:headEnd type="none" w="med" len="med"/>
              <a:tailEnd type="none" w="med" len="med"/>
            </a:ln>
          </p:spPr>
        </p:sp>
        <p:sp>
          <p:nvSpPr>
            <p:cNvPr id="100398" name="Line 47"/>
            <p:cNvSpPr/>
            <p:nvPr/>
          </p:nvSpPr>
          <p:spPr>
            <a:xfrm>
              <a:off x="2667" y="1192"/>
              <a:ext cx="1" cy="250"/>
            </a:xfrm>
            <a:prstGeom prst="line">
              <a:avLst/>
            </a:prstGeom>
            <a:ln w="12700" cap="flat" cmpd="sng">
              <a:solidFill>
                <a:srgbClr val="000000"/>
              </a:solidFill>
              <a:prstDash val="solid"/>
              <a:headEnd type="none" w="med" len="med"/>
              <a:tailEnd type="none" w="med" len="med"/>
            </a:ln>
          </p:spPr>
        </p:sp>
        <p:sp>
          <p:nvSpPr>
            <p:cNvPr id="100399" name="Line 48"/>
            <p:cNvSpPr/>
            <p:nvPr/>
          </p:nvSpPr>
          <p:spPr>
            <a:xfrm flipH="1">
              <a:off x="2665" y="1442"/>
              <a:ext cx="173" cy="1"/>
            </a:xfrm>
            <a:prstGeom prst="line">
              <a:avLst/>
            </a:prstGeom>
            <a:ln w="12700" cap="flat" cmpd="sng">
              <a:solidFill>
                <a:srgbClr val="000000"/>
              </a:solidFill>
              <a:prstDash val="solid"/>
              <a:headEnd type="none" w="med" len="med"/>
              <a:tailEnd type="none" w="med" len="med"/>
            </a:ln>
          </p:spPr>
        </p:sp>
        <p:sp>
          <p:nvSpPr>
            <p:cNvPr id="100400" name="Line 49"/>
            <p:cNvSpPr/>
            <p:nvPr/>
          </p:nvSpPr>
          <p:spPr>
            <a:xfrm>
              <a:off x="2849" y="1192"/>
              <a:ext cx="1" cy="250"/>
            </a:xfrm>
            <a:prstGeom prst="line">
              <a:avLst/>
            </a:prstGeom>
            <a:ln w="12700" cap="flat" cmpd="sng">
              <a:solidFill>
                <a:srgbClr val="000000"/>
              </a:solidFill>
              <a:prstDash val="solid"/>
              <a:headEnd type="none" w="med" len="med"/>
              <a:tailEnd type="none" w="med" len="med"/>
            </a:ln>
          </p:spPr>
        </p:sp>
        <p:sp>
          <p:nvSpPr>
            <p:cNvPr id="100401" name="Line 50"/>
            <p:cNvSpPr/>
            <p:nvPr/>
          </p:nvSpPr>
          <p:spPr>
            <a:xfrm flipH="1">
              <a:off x="2847" y="1192"/>
              <a:ext cx="152" cy="1"/>
            </a:xfrm>
            <a:prstGeom prst="line">
              <a:avLst/>
            </a:prstGeom>
            <a:ln w="12700" cap="flat" cmpd="sng">
              <a:solidFill>
                <a:srgbClr val="000000"/>
              </a:solidFill>
              <a:prstDash val="solid"/>
              <a:headEnd type="none" w="med" len="med"/>
              <a:tailEnd type="none" w="med" len="med"/>
            </a:ln>
          </p:spPr>
        </p:sp>
        <p:sp>
          <p:nvSpPr>
            <p:cNvPr id="100402" name="Line 51"/>
            <p:cNvSpPr/>
            <p:nvPr/>
          </p:nvSpPr>
          <p:spPr>
            <a:xfrm>
              <a:off x="3001" y="1192"/>
              <a:ext cx="1" cy="250"/>
            </a:xfrm>
            <a:prstGeom prst="line">
              <a:avLst/>
            </a:prstGeom>
            <a:ln w="12700" cap="flat" cmpd="sng">
              <a:solidFill>
                <a:srgbClr val="000000"/>
              </a:solidFill>
              <a:prstDash val="solid"/>
              <a:headEnd type="none" w="med" len="med"/>
              <a:tailEnd type="none" w="med" len="med"/>
            </a:ln>
          </p:spPr>
        </p:sp>
        <p:sp>
          <p:nvSpPr>
            <p:cNvPr id="100403" name="Line 52"/>
            <p:cNvSpPr/>
            <p:nvPr/>
          </p:nvSpPr>
          <p:spPr>
            <a:xfrm flipH="1">
              <a:off x="2999" y="1442"/>
              <a:ext cx="174" cy="1"/>
            </a:xfrm>
            <a:prstGeom prst="line">
              <a:avLst/>
            </a:prstGeom>
            <a:ln w="12700" cap="flat" cmpd="sng">
              <a:solidFill>
                <a:srgbClr val="000000"/>
              </a:solidFill>
              <a:prstDash val="solid"/>
              <a:headEnd type="none" w="med" len="med"/>
              <a:tailEnd type="none" w="med" len="med"/>
            </a:ln>
          </p:spPr>
        </p:sp>
        <p:sp>
          <p:nvSpPr>
            <p:cNvPr id="100404" name="Line 53"/>
            <p:cNvSpPr/>
            <p:nvPr/>
          </p:nvSpPr>
          <p:spPr>
            <a:xfrm>
              <a:off x="3184" y="1192"/>
              <a:ext cx="1" cy="250"/>
            </a:xfrm>
            <a:prstGeom prst="line">
              <a:avLst/>
            </a:prstGeom>
            <a:ln w="12700" cap="flat" cmpd="sng">
              <a:solidFill>
                <a:srgbClr val="000000"/>
              </a:solidFill>
              <a:prstDash val="solid"/>
              <a:headEnd type="none" w="med" len="med"/>
              <a:tailEnd type="none" w="med" len="med"/>
            </a:ln>
          </p:spPr>
        </p:sp>
        <p:sp>
          <p:nvSpPr>
            <p:cNvPr id="100405" name="Line 54"/>
            <p:cNvSpPr/>
            <p:nvPr/>
          </p:nvSpPr>
          <p:spPr>
            <a:xfrm flipH="1">
              <a:off x="3182" y="1192"/>
              <a:ext cx="151" cy="1"/>
            </a:xfrm>
            <a:prstGeom prst="line">
              <a:avLst/>
            </a:prstGeom>
            <a:ln w="12700" cap="flat" cmpd="sng">
              <a:solidFill>
                <a:srgbClr val="000000"/>
              </a:solidFill>
              <a:prstDash val="solid"/>
              <a:headEnd type="none" w="med" len="med"/>
              <a:tailEnd type="none" w="med" len="med"/>
            </a:ln>
          </p:spPr>
        </p:sp>
        <p:sp>
          <p:nvSpPr>
            <p:cNvPr id="100406" name="Line 55"/>
            <p:cNvSpPr/>
            <p:nvPr/>
          </p:nvSpPr>
          <p:spPr>
            <a:xfrm>
              <a:off x="3336" y="1192"/>
              <a:ext cx="1" cy="250"/>
            </a:xfrm>
            <a:prstGeom prst="line">
              <a:avLst/>
            </a:prstGeom>
            <a:ln w="12700" cap="flat" cmpd="sng">
              <a:solidFill>
                <a:srgbClr val="000000"/>
              </a:solidFill>
              <a:prstDash val="solid"/>
              <a:headEnd type="none" w="med" len="med"/>
              <a:tailEnd type="none" w="med" len="med"/>
            </a:ln>
          </p:spPr>
        </p:sp>
        <p:sp>
          <p:nvSpPr>
            <p:cNvPr id="100407" name="Line 56"/>
            <p:cNvSpPr/>
            <p:nvPr/>
          </p:nvSpPr>
          <p:spPr>
            <a:xfrm flipH="1">
              <a:off x="3333" y="1442"/>
              <a:ext cx="174" cy="1"/>
            </a:xfrm>
            <a:prstGeom prst="line">
              <a:avLst/>
            </a:prstGeom>
            <a:ln w="12700" cap="flat" cmpd="sng">
              <a:solidFill>
                <a:srgbClr val="000000"/>
              </a:solidFill>
              <a:prstDash val="solid"/>
              <a:headEnd type="none" w="med" len="med"/>
              <a:tailEnd type="none" w="med" len="med"/>
            </a:ln>
          </p:spPr>
        </p:sp>
        <p:sp>
          <p:nvSpPr>
            <p:cNvPr id="100408" name="Line 57"/>
            <p:cNvSpPr/>
            <p:nvPr/>
          </p:nvSpPr>
          <p:spPr>
            <a:xfrm>
              <a:off x="3510" y="1192"/>
              <a:ext cx="1" cy="250"/>
            </a:xfrm>
            <a:prstGeom prst="line">
              <a:avLst/>
            </a:prstGeom>
            <a:ln w="12700" cap="flat" cmpd="sng">
              <a:solidFill>
                <a:srgbClr val="000000"/>
              </a:solidFill>
              <a:prstDash val="solid"/>
              <a:headEnd type="none" w="med" len="med"/>
              <a:tailEnd type="none" w="med" len="med"/>
            </a:ln>
          </p:spPr>
        </p:sp>
        <p:sp>
          <p:nvSpPr>
            <p:cNvPr id="100409" name="Line 58"/>
            <p:cNvSpPr/>
            <p:nvPr/>
          </p:nvSpPr>
          <p:spPr>
            <a:xfrm flipH="1">
              <a:off x="3507" y="1192"/>
              <a:ext cx="152" cy="1"/>
            </a:xfrm>
            <a:prstGeom prst="line">
              <a:avLst/>
            </a:prstGeom>
            <a:ln w="12700" cap="flat" cmpd="sng">
              <a:solidFill>
                <a:srgbClr val="000000"/>
              </a:solidFill>
              <a:prstDash val="solid"/>
              <a:headEnd type="none" w="med" len="med"/>
              <a:tailEnd type="none" w="med" len="med"/>
            </a:ln>
          </p:spPr>
        </p:sp>
        <p:sp>
          <p:nvSpPr>
            <p:cNvPr id="100410" name="Line 59"/>
            <p:cNvSpPr/>
            <p:nvPr/>
          </p:nvSpPr>
          <p:spPr>
            <a:xfrm>
              <a:off x="3661" y="1192"/>
              <a:ext cx="1" cy="250"/>
            </a:xfrm>
            <a:prstGeom prst="line">
              <a:avLst/>
            </a:prstGeom>
            <a:ln w="12700" cap="flat" cmpd="sng">
              <a:solidFill>
                <a:srgbClr val="000000"/>
              </a:solidFill>
              <a:prstDash val="solid"/>
              <a:headEnd type="none" w="med" len="med"/>
              <a:tailEnd type="none" w="med" len="med"/>
            </a:ln>
          </p:spPr>
        </p:sp>
        <p:sp>
          <p:nvSpPr>
            <p:cNvPr id="100411" name="Line 60"/>
            <p:cNvSpPr/>
            <p:nvPr/>
          </p:nvSpPr>
          <p:spPr>
            <a:xfrm flipH="1">
              <a:off x="3659" y="1442"/>
              <a:ext cx="174" cy="1"/>
            </a:xfrm>
            <a:prstGeom prst="line">
              <a:avLst/>
            </a:prstGeom>
            <a:ln w="12700" cap="flat" cmpd="sng">
              <a:solidFill>
                <a:srgbClr val="000000"/>
              </a:solidFill>
              <a:prstDash val="solid"/>
              <a:headEnd type="none" w="med" len="med"/>
              <a:tailEnd type="none" w="med" len="med"/>
            </a:ln>
          </p:spPr>
        </p:sp>
        <p:sp>
          <p:nvSpPr>
            <p:cNvPr id="100412" name="Line 61"/>
            <p:cNvSpPr/>
            <p:nvPr/>
          </p:nvSpPr>
          <p:spPr>
            <a:xfrm>
              <a:off x="3831" y="1192"/>
              <a:ext cx="1" cy="250"/>
            </a:xfrm>
            <a:prstGeom prst="line">
              <a:avLst/>
            </a:prstGeom>
            <a:ln w="12700" cap="flat" cmpd="sng">
              <a:solidFill>
                <a:srgbClr val="000000"/>
              </a:solidFill>
              <a:prstDash val="solid"/>
              <a:headEnd type="none" w="med" len="med"/>
              <a:tailEnd type="none" w="med" len="med"/>
            </a:ln>
          </p:spPr>
        </p:sp>
        <p:sp>
          <p:nvSpPr>
            <p:cNvPr id="100413" name="Line 62"/>
            <p:cNvSpPr/>
            <p:nvPr/>
          </p:nvSpPr>
          <p:spPr>
            <a:xfrm flipH="1">
              <a:off x="3828" y="1192"/>
              <a:ext cx="152" cy="1"/>
            </a:xfrm>
            <a:prstGeom prst="line">
              <a:avLst/>
            </a:prstGeom>
            <a:ln w="12700" cap="flat" cmpd="sng">
              <a:solidFill>
                <a:srgbClr val="000000"/>
              </a:solidFill>
              <a:prstDash val="solid"/>
              <a:headEnd type="none" w="med" len="med"/>
              <a:tailEnd type="none" w="med" len="med"/>
            </a:ln>
          </p:spPr>
        </p:sp>
        <p:sp>
          <p:nvSpPr>
            <p:cNvPr id="100414" name="Line 63"/>
            <p:cNvSpPr/>
            <p:nvPr/>
          </p:nvSpPr>
          <p:spPr>
            <a:xfrm>
              <a:off x="3982" y="1192"/>
              <a:ext cx="1" cy="250"/>
            </a:xfrm>
            <a:prstGeom prst="line">
              <a:avLst/>
            </a:prstGeom>
            <a:ln w="12700" cap="flat" cmpd="sng">
              <a:solidFill>
                <a:srgbClr val="000000"/>
              </a:solidFill>
              <a:prstDash val="solid"/>
              <a:headEnd type="none" w="med" len="med"/>
              <a:tailEnd type="none" w="med" len="med"/>
            </a:ln>
          </p:spPr>
        </p:sp>
        <p:sp>
          <p:nvSpPr>
            <p:cNvPr id="100415" name="Line 64"/>
            <p:cNvSpPr/>
            <p:nvPr/>
          </p:nvSpPr>
          <p:spPr>
            <a:xfrm flipH="1">
              <a:off x="3980" y="1442"/>
              <a:ext cx="174" cy="1"/>
            </a:xfrm>
            <a:prstGeom prst="line">
              <a:avLst/>
            </a:prstGeom>
            <a:ln w="12700" cap="flat" cmpd="sng">
              <a:solidFill>
                <a:srgbClr val="000000"/>
              </a:solidFill>
              <a:prstDash val="solid"/>
              <a:headEnd type="none" w="med" len="med"/>
              <a:tailEnd type="none" w="med" len="med"/>
            </a:ln>
          </p:spPr>
        </p:sp>
        <p:sp>
          <p:nvSpPr>
            <p:cNvPr id="100416" name="Line 65"/>
            <p:cNvSpPr/>
            <p:nvPr/>
          </p:nvSpPr>
          <p:spPr>
            <a:xfrm>
              <a:off x="4156" y="1192"/>
              <a:ext cx="1" cy="250"/>
            </a:xfrm>
            <a:prstGeom prst="line">
              <a:avLst/>
            </a:prstGeom>
            <a:ln w="12700" cap="flat" cmpd="sng">
              <a:solidFill>
                <a:srgbClr val="000000"/>
              </a:solidFill>
              <a:prstDash val="solid"/>
              <a:headEnd type="none" w="med" len="med"/>
              <a:tailEnd type="none" w="med" len="med"/>
            </a:ln>
          </p:spPr>
        </p:sp>
        <p:sp>
          <p:nvSpPr>
            <p:cNvPr id="100417" name="Line 66"/>
            <p:cNvSpPr/>
            <p:nvPr/>
          </p:nvSpPr>
          <p:spPr>
            <a:xfrm flipH="1">
              <a:off x="4154" y="1192"/>
              <a:ext cx="151" cy="1"/>
            </a:xfrm>
            <a:prstGeom prst="line">
              <a:avLst/>
            </a:prstGeom>
            <a:ln w="12700" cap="flat" cmpd="sng">
              <a:solidFill>
                <a:srgbClr val="000000"/>
              </a:solidFill>
              <a:prstDash val="solid"/>
              <a:headEnd type="none" w="med" len="med"/>
              <a:tailEnd type="none" w="med" len="med"/>
            </a:ln>
          </p:spPr>
        </p:sp>
        <p:sp>
          <p:nvSpPr>
            <p:cNvPr id="100418" name="Line 67"/>
            <p:cNvSpPr/>
            <p:nvPr/>
          </p:nvSpPr>
          <p:spPr>
            <a:xfrm>
              <a:off x="4308" y="1192"/>
              <a:ext cx="1" cy="250"/>
            </a:xfrm>
            <a:prstGeom prst="line">
              <a:avLst/>
            </a:prstGeom>
            <a:ln w="12700" cap="flat" cmpd="sng">
              <a:solidFill>
                <a:srgbClr val="000000"/>
              </a:solidFill>
              <a:prstDash val="solid"/>
              <a:headEnd type="none" w="med" len="med"/>
              <a:tailEnd type="none" w="med" len="med"/>
            </a:ln>
          </p:spPr>
        </p:sp>
        <p:sp>
          <p:nvSpPr>
            <p:cNvPr id="100419" name="Line 68"/>
            <p:cNvSpPr/>
            <p:nvPr/>
          </p:nvSpPr>
          <p:spPr>
            <a:xfrm flipH="1">
              <a:off x="4305" y="1442"/>
              <a:ext cx="174" cy="1"/>
            </a:xfrm>
            <a:prstGeom prst="line">
              <a:avLst/>
            </a:prstGeom>
            <a:ln w="12700" cap="flat" cmpd="sng">
              <a:solidFill>
                <a:srgbClr val="000000"/>
              </a:solidFill>
              <a:prstDash val="solid"/>
              <a:headEnd type="none" w="med" len="med"/>
              <a:tailEnd type="none" w="med" len="med"/>
            </a:ln>
          </p:spPr>
        </p:sp>
        <p:sp>
          <p:nvSpPr>
            <p:cNvPr id="100420" name="Line 69"/>
            <p:cNvSpPr/>
            <p:nvPr/>
          </p:nvSpPr>
          <p:spPr>
            <a:xfrm>
              <a:off x="4479" y="1192"/>
              <a:ext cx="1" cy="250"/>
            </a:xfrm>
            <a:prstGeom prst="line">
              <a:avLst/>
            </a:prstGeom>
            <a:ln w="12700" cap="flat" cmpd="sng">
              <a:solidFill>
                <a:srgbClr val="000000"/>
              </a:solidFill>
              <a:prstDash val="solid"/>
              <a:headEnd type="none" w="med" len="med"/>
              <a:tailEnd type="none" w="med" len="med"/>
            </a:ln>
          </p:spPr>
        </p:sp>
        <p:sp>
          <p:nvSpPr>
            <p:cNvPr id="100421" name="Line 70"/>
            <p:cNvSpPr/>
            <p:nvPr/>
          </p:nvSpPr>
          <p:spPr>
            <a:xfrm flipH="1">
              <a:off x="4477" y="1192"/>
              <a:ext cx="152" cy="1"/>
            </a:xfrm>
            <a:prstGeom prst="line">
              <a:avLst/>
            </a:prstGeom>
            <a:ln w="12700" cap="flat" cmpd="sng">
              <a:solidFill>
                <a:srgbClr val="000000"/>
              </a:solidFill>
              <a:prstDash val="solid"/>
              <a:headEnd type="none" w="med" len="med"/>
              <a:tailEnd type="none" w="med" len="med"/>
            </a:ln>
          </p:spPr>
        </p:sp>
        <p:sp>
          <p:nvSpPr>
            <p:cNvPr id="100422" name="Line 71"/>
            <p:cNvSpPr/>
            <p:nvPr/>
          </p:nvSpPr>
          <p:spPr>
            <a:xfrm flipH="1">
              <a:off x="1041" y="1442"/>
              <a:ext cx="151" cy="1"/>
            </a:xfrm>
            <a:prstGeom prst="line">
              <a:avLst/>
            </a:prstGeom>
            <a:ln w="12700" cap="flat" cmpd="sng">
              <a:solidFill>
                <a:srgbClr val="000000"/>
              </a:solidFill>
              <a:prstDash val="solid"/>
              <a:headEnd type="none" w="med" len="med"/>
              <a:tailEnd type="none" w="med" len="med"/>
            </a:ln>
          </p:spPr>
        </p:sp>
        <p:sp>
          <p:nvSpPr>
            <p:cNvPr id="100423" name="Line 72"/>
            <p:cNvSpPr/>
            <p:nvPr/>
          </p:nvSpPr>
          <p:spPr>
            <a:xfrm>
              <a:off x="1672" y="1192"/>
              <a:ext cx="1" cy="250"/>
            </a:xfrm>
            <a:prstGeom prst="line">
              <a:avLst/>
            </a:prstGeom>
            <a:ln w="12700" cap="flat" cmpd="sng">
              <a:solidFill>
                <a:srgbClr val="000000"/>
              </a:solidFill>
              <a:prstDash val="solid"/>
              <a:headEnd type="none" w="med" len="med"/>
              <a:tailEnd type="none" w="med" len="med"/>
            </a:ln>
          </p:spPr>
        </p:sp>
        <p:sp>
          <p:nvSpPr>
            <p:cNvPr id="100424" name="Line 73"/>
            <p:cNvSpPr/>
            <p:nvPr/>
          </p:nvSpPr>
          <p:spPr>
            <a:xfrm>
              <a:off x="2341" y="1414"/>
              <a:ext cx="1" cy="63"/>
            </a:xfrm>
            <a:prstGeom prst="line">
              <a:avLst/>
            </a:prstGeom>
            <a:ln w="12700" cap="flat" cmpd="sng">
              <a:solidFill>
                <a:srgbClr val="000000"/>
              </a:solidFill>
              <a:prstDash val="solid"/>
              <a:headEnd type="none" w="med" len="med"/>
              <a:tailEnd type="none" w="med" len="med"/>
            </a:ln>
          </p:spPr>
        </p:sp>
        <p:sp>
          <p:nvSpPr>
            <p:cNvPr id="100425" name="Line 74"/>
            <p:cNvSpPr/>
            <p:nvPr/>
          </p:nvSpPr>
          <p:spPr>
            <a:xfrm>
              <a:off x="2341" y="1516"/>
              <a:ext cx="1" cy="63"/>
            </a:xfrm>
            <a:prstGeom prst="line">
              <a:avLst/>
            </a:prstGeom>
            <a:ln w="12700" cap="flat" cmpd="sng">
              <a:solidFill>
                <a:srgbClr val="000000"/>
              </a:solidFill>
              <a:prstDash val="solid"/>
              <a:headEnd type="none" w="med" len="med"/>
              <a:tailEnd type="none" w="med" len="med"/>
            </a:ln>
          </p:spPr>
        </p:sp>
        <p:sp>
          <p:nvSpPr>
            <p:cNvPr id="100426" name="Line 75"/>
            <p:cNvSpPr/>
            <p:nvPr/>
          </p:nvSpPr>
          <p:spPr>
            <a:xfrm>
              <a:off x="2341" y="1618"/>
              <a:ext cx="1" cy="63"/>
            </a:xfrm>
            <a:prstGeom prst="line">
              <a:avLst/>
            </a:prstGeom>
            <a:ln w="12700" cap="flat" cmpd="sng">
              <a:solidFill>
                <a:srgbClr val="000000"/>
              </a:solidFill>
              <a:prstDash val="solid"/>
              <a:headEnd type="none" w="med" len="med"/>
              <a:tailEnd type="none" w="med" len="med"/>
            </a:ln>
          </p:spPr>
        </p:sp>
        <p:sp>
          <p:nvSpPr>
            <p:cNvPr id="100427" name="Line 76"/>
            <p:cNvSpPr/>
            <p:nvPr/>
          </p:nvSpPr>
          <p:spPr>
            <a:xfrm>
              <a:off x="2341" y="1720"/>
              <a:ext cx="1" cy="63"/>
            </a:xfrm>
            <a:prstGeom prst="line">
              <a:avLst/>
            </a:prstGeom>
            <a:ln w="12700" cap="flat" cmpd="sng">
              <a:solidFill>
                <a:srgbClr val="000000"/>
              </a:solidFill>
              <a:prstDash val="solid"/>
              <a:headEnd type="none" w="med" len="med"/>
              <a:tailEnd type="none" w="med" len="med"/>
            </a:ln>
          </p:spPr>
        </p:sp>
        <p:sp>
          <p:nvSpPr>
            <p:cNvPr id="100428" name="Line 77"/>
            <p:cNvSpPr/>
            <p:nvPr/>
          </p:nvSpPr>
          <p:spPr>
            <a:xfrm>
              <a:off x="2341" y="1822"/>
              <a:ext cx="1" cy="63"/>
            </a:xfrm>
            <a:prstGeom prst="line">
              <a:avLst/>
            </a:prstGeom>
            <a:ln w="12700" cap="flat" cmpd="sng">
              <a:solidFill>
                <a:srgbClr val="000000"/>
              </a:solidFill>
              <a:prstDash val="solid"/>
              <a:headEnd type="none" w="med" len="med"/>
              <a:tailEnd type="none" w="med" len="med"/>
            </a:ln>
          </p:spPr>
        </p:sp>
        <p:sp>
          <p:nvSpPr>
            <p:cNvPr id="100429" name="Line 78"/>
            <p:cNvSpPr/>
            <p:nvPr/>
          </p:nvSpPr>
          <p:spPr>
            <a:xfrm>
              <a:off x="2341" y="1924"/>
              <a:ext cx="1" cy="63"/>
            </a:xfrm>
            <a:prstGeom prst="line">
              <a:avLst/>
            </a:prstGeom>
            <a:ln w="12700" cap="flat" cmpd="sng">
              <a:solidFill>
                <a:srgbClr val="000000"/>
              </a:solidFill>
              <a:prstDash val="solid"/>
              <a:headEnd type="none" w="med" len="med"/>
              <a:tailEnd type="none" w="med" len="med"/>
            </a:ln>
          </p:spPr>
        </p:sp>
        <p:sp>
          <p:nvSpPr>
            <p:cNvPr id="100430" name="Line 79"/>
            <p:cNvSpPr/>
            <p:nvPr/>
          </p:nvSpPr>
          <p:spPr>
            <a:xfrm>
              <a:off x="2341" y="2026"/>
              <a:ext cx="1" cy="63"/>
            </a:xfrm>
            <a:prstGeom prst="line">
              <a:avLst/>
            </a:prstGeom>
            <a:ln w="12700" cap="flat" cmpd="sng">
              <a:solidFill>
                <a:srgbClr val="000000"/>
              </a:solidFill>
              <a:prstDash val="solid"/>
              <a:headEnd type="none" w="med" len="med"/>
              <a:tailEnd type="none" w="med" len="med"/>
            </a:ln>
          </p:spPr>
        </p:sp>
        <p:sp>
          <p:nvSpPr>
            <p:cNvPr id="100431" name="Line 80"/>
            <p:cNvSpPr/>
            <p:nvPr/>
          </p:nvSpPr>
          <p:spPr>
            <a:xfrm>
              <a:off x="2341" y="2128"/>
              <a:ext cx="1" cy="63"/>
            </a:xfrm>
            <a:prstGeom prst="line">
              <a:avLst/>
            </a:prstGeom>
            <a:ln w="12700" cap="flat" cmpd="sng">
              <a:solidFill>
                <a:srgbClr val="000000"/>
              </a:solidFill>
              <a:prstDash val="solid"/>
              <a:headEnd type="none" w="med" len="med"/>
              <a:tailEnd type="none" w="med" len="med"/>
            </a:ln>
          </p:spPr>
        </p:sp>
        <p:sp>
          <p:nvSpPr>
            <p:cNvPr id="100432" name="Line 81"/>
            <p:cNvSpPr/>
            <p:nvPr/>
          </p:nvSpPr>
          <p:spPr>
            <a:xfrm>
              <a:off x="2341" y="2230"/>
              <a:ext cx="1" cy="63"/>
            </a:xfrm>
            <a:prstGeom prst="line">
              <a:avLst/>
            </a:prstGeom>
            <a:ln w="12700" cap="flat" cmpd="sng">
              <a:solidFill>
                <a:srgbClr val="000000"/>
              </a:solidFill>
              <a:prstDash val="solid"/>
              <a:headEnd type="none" w="med" len="med"/>
              <a:tailEnd type="none" w="med" len="med"/>
            </a:ln>
          </p:spPr>
        </p:sp>
        <p:sp>
          <p:nvSpPr>
            <p:cNvPr id="100433" name="Line 82"/>
            <p:cNvSpPr/>
            <p:nvPr/>
          </p:nvSpPr>
          <p:spPr>
            <a:xfrm>
              <a:off x="2341" y="2332"/>
              <a:ext cx="1" cy="27"/>
            </a:xfrm>
            <a:prstGeom prst="line">
              <a:avLst/>
            </a:prstGeom>
            <a:ln w="12700" cap="flat" cmpd="sng">
              <a:solidFill>
                <a:srgbClr val="000000"/>
              </a:solidFill>
              <a:prstDash val="solid"/>
              <a:headEnd type="none" w="med" len="med"/>
              <a:tailEnd type="none" w="med" len="med"/>
            </a:ln>
          </p:spPr>
        </p:sp>
        <p:sp>
          <p:nvSpPr>
            <p:cNvPr id="100434" name="Line 83"/>
            <p:cNvSpPr/>
            <p:nvPr/>
          </p:nvSpPr>
          <p:spPr>
            <a:xfrm>
              <a:off x="2667" y="1414"/>
              <a:ext cx="1" cy="63"/>
            </a:xfrm>
            <a:prstGeom prst="line">
              <a:avLst/>
            </a:prstGeom>
            <a:ln w="12700" cap="flat" cmpd="sng">
              <a:solidFill>
                <a:srgbClr val="000000"/>
              </a:solidFill>
              <a:prstDash val="solid"/>
              <a:headEnd type="none" w="med" len="med"/>
              <a:tailEnd type="none" w="med" len="med"/>
            </a:ln>
          </p:spPr>
        </p:sp>
        <p:sp>
          <p:nvSpPr>
            <p:cNvPr id="100435" name="Line 84"/>
            <p:cNvSpPr/>
            <p:nvPr/>
          </p:nvSpPr>
          <p:spPr>
            <a:xfrm>
              <a:off x="2667" y="1516"/>
              <a:ext cx="1" cy="63"/>
            </a:xfrm>
            <a:prstGeom prst="line">
              <a:avLst/>
            </a:prstGeom>
            <a:ln w="12700" cap="flat" cmpd="sng">
              <a:solidFill>
                <a:srgbClr val="000000"/>
              </a:solidFill>
              <a:prstDash val="solid"/>
              <a:headEnd type="none" w="med" len="med"/>
              <a:tailEnd type="none" w="med" len="med"/>
            </a:ln>
          </p:spPr>
        </p:sp>
        <p:sp>
          <p:nvSpPr>
            <p:cNvPr id="100436" name="Line 85"/>
            <p:cNvSpPr/>
            <p:nvPr/>
          </p:nvSpPr>
          <p:spPr>
            <a:xfrm>
              <a:off x="2667" y="1618"/>
              <a:ext cx="1" cy="63"/>
            </a:xfrm>
            <a:prstGeom prst="line">
              <a:avLst/>
            </a:prstGeom>
            <a:ln w="12700" cap="flat" cmpd="sng">
              <a:solidFill>
                <a:srgbClr val="000000"/>
              </a:solidFill>
              <a:prstDash val="solid"/>
              <a:headEnd type="none" w="med" len="med"/>
              <a:tailEnd type="none" w="med" len="med"/>
            </a:ln>
          </p:spPr>
        </p:sp>
        <p:sp>
          <p:nvSpPr>
            <p:cNvPr id="100437" name="Line 86"/>
            <p:cNvSpPr/>
            <p:nvPr/>
          </p:nvSpPr>
          <p:spPr>
            <a:xfrm>
              <a:off x="2667" y="1720"/>
              <a:ext cx="1" cy="63"/>
            </a:xfrm>
            <a:prstGeom prst="line">
              <a:avLst/>
            </a:prstGeom>
            <a:ln w="12700" cap="flat" cmpd="sng">
              <a:solidFill>
                <a:srgbClr val="000000"/>
              </a:solidFill>
              <a:prstDash val="solid"/>
              <a:headEnd type="none" w="med" len="med"/>
              <a:tailEnd type="none" w="med" len="med"/>
            </a:ln>
          </p:spPr>
        </p:sp>
        <p:sp>
          <p:nvSpPr>
            <p:cNvPr id="100438" name="Line 87"/>
            <p:cNvSpPr/>
            <p:nvPr/>
          </p:nvSpPr>
          <p:spPr>
            <a:xfrm>
              <a:off x="2667" y="1822"/>
              <a:ext cx="1" cy="63"/>
            </a:xfrm>
            <a:prstGeom prst="line">
              <a:avLst/>
            </a:prstGeom>
            <a:ln w="12700" cap="flat" cmpd="sng">
              <a:solidFill>
                <a:srgbClr val="000000"/>
              </a:solidFill>
              <a:prstDash val="solid"/>
              <a:headEnd type="none" w="med" len="med"/>
              <a:tailEnd type="none" w="med" len="med"/>
            </a:ln>
          </p:spPr>
        </p:sp>
        <p:sp>
          <p:nvSpPr>
            <p:cNvPr id="100439" name="Line 88"/>
            <p:cNvSpPr/>
            <p:nvPr/>
          </p:nvSpPr>
          <p:spPr>
            <a:xfrm>
              <a:off x="2667" y="1924"/>
              <a:ext cx="1" cy="63"/>
            </a:xfrm>
            <a:prstGeom prst="line">
              <a:avLst/>
            </a:prstGeom>
            <a:ln w="12700" cap="flat" cmpd="sng">
              <a:solidFill>
                <a:srgbClr val="000000"/>
              </a:solidFill>
              <a:prstDash val="solid"/>
              <a:headEnd type="none" w="med" len="med"/>
              <a:tailEnd type="none" w="med" len="med"/>
            </a:ln>
          </p:spPr>
        </p:sp>
        <p:sp>
          <p:nvSpPr>
            <p:cNvPr id="100440" name="Line 89"/>
            <p:cNvSpPr/>
            <p:nvPr/>
          </p:nvSpPr>
          <p:spPr>
            <a:xfrm>
              <a:off x="2667" y="2026"/>
              <a:ext cx="1" cy="63"/>
            </a:xfrm>
            <a:prstGeom prst="line">
              <a:avLst/>
            </a:prstGeom>
            <a:ln w="12700" cap="flat" cmpd="sng">
              <a:solidFill>
                <a:srgbClr val="000000"/>
              </a:solidFill>
              <a:prstDash val="solid"/>
              <a:headEnd type="none" w="med" len="med"/>
              <a:tailEnd type="none" w="med" len="med"/>
            </a:ln>
          </p:spPr>
        </p:sp>
        <p:sp>
          <p:nvSpPr>
            <p:cNvPr id="100441" name="Line 90"/>
            <p:cNvSpPr/>
            <p:nvPr/>
          </p:nvSpPr>
          <p:spPr>
            <a:xfrm>
              <a:off x="2667" y="2128"/>
              <a:ext cx="1" cy="63"/>
            </a:xfrm>
            <a:prstGeom prst="line">
              <a:avLst/>
            </a:prstGeom>
            <a:ln w="12700" cap="flat" cmpd="sng">
              <a:solidFill>
                <a:srgbClr val="000000"/>
              </a:solidFill>
              <a:prstDash val="solid"/>
              <a:headEnd type="none" w="med" len="med"/>
              <a:tailEnd type="none" w="med" len="med"/>
            </a:ln>
          </p:spPr>
        </p:sp>
        <p:sp>
          <p:nvSpPr>
            <p:cNvPr id="100442" name="Line 91"/>
            <p:cNvSpPr/>
            <p:nvPr/>
          </p:nvSpPr>
          <p:spPr>
            <a:xfrm>
              <a:off x="2667" y="2230"/>
              <a:ext cx="1" cy="63"/>
            </a:xfrm>
            <a:prstGeom prst="line">
              <a:avLst/>
            </a:prstGeom>
            <a:ln w="12700" cap="flat" cmpd="sng">
              <a:solidFill>
                <a:srgbClr val="000000"/>
              </a:solidFill>
              <a:prstDash val="solid"/>
              <a:headEnd type="none" w="med" len="med"/>
              <a:tailEnd type="none" w="med" len="med"/>
            </a:ln>
          </p:spPr>
        </p:sp>
        <p:sp>
          <p:nvSpPr>
            <p:cNvPr id="100443" name="Line 92"/>
            <p:cNvSpPr/>
            <p:nvPr/>
          </p:nvSpPr>
          <p:spPr>
            <a:xfrm>
              <a:off x="2667" y="2332"/>
              <a:ext cx="1" cy="27"/>
            </a:xfrm>
            <a:prstGeom prst="line">
              <a:avLst/>
            </a:prstGeom>
            <a:ln w="12700" cap="flat" cmpd="sng">
              <a:solidFill>
                <a:srgbClr val="000000"/>
              </a:solidFill>
              <a:prstDash val="solid"/>
              <a:headEnd type="none" w="med" len="med"/>
              <a:tailEnd type="none" w="med" len="med"/>
            </a:ln>
          </p:spPr>
        </p:sp>
        <p:sp>
          <p:nvSpPr>
            <p:cNvPr id="100444" name="Line 93"/>
            <p:cNvSpPr/>
            <p:nvPr/>
          </p:nvSpPr>
          <p:spPr>
            <a:xfrm>
              <a:off x="3001" y="1414"/>
              <a:ext cx="1" cy="63"/>
            </a:xfrm>
            <a:prstGeom prst="line">
              <a:avLst/>
            </a:prstGeom>
            <a:ln w="12700" cap="flat" cmpd="sng">
              <a:solidFill>
                <a:srgbClr val="000000"/>
              </a:solidFill>
              <a:prstDash val="solid"/>
              <a:headEnd type="none" w="med" len="med"/>
              <a:tailEnd type="none" w="med" len="med"/>
            </a:ln>
          </p:spPr>
        </p:sp>
        <p:sp>
          <p:nvSpPr>
            <p:cNvPr id="100445" name="Line 94"/>
            <p:cNvSpPr/>
            <p:nvPr/>
          </p:nvSpPr>
          <p:spPr>
            <a:xfrm>
              <a:off x="3001" y="1516"/>
              <a:ext cx="1" cy="63"/>
            </a:xfrm>
            <a:prstGeom prst="line">
              <a:avLst/>
            </a:prstGeom>
            <a:ln w="12700" cap="flat" cmpd="sng">
              <a:solidFill>
                <a:srgbClr val="000000"/>
              </a:solidFill>
              <a:prstDash val="solid"/>
              <a:headEnd type="none" w="med" len="med"/>
              <a:tailEnd type="none" w="med" len="med"/>
            </a:ln>
          </p:spPr>
        </p:sp>
        <p:sp>
          <p:nvSpPr>
            <p:cNvPr id="100446" name="Line 95"/>
            <p:cNvSpPr/>
            <p:nvPr/>
          </p:nvSpPr>
          <p:spPr>
            <a:xfrm>
              <a:off x="3001" y="1618"/>
              <a:ext cx="1" cy="63"/>
            </a:xfrm>
            <a:prstGeom prst="line">
              <a:avLst/>
            </a:prstGeom>
            <a:ln w="12700" cap="flat" cmpd="sng">
              <a:solidFill>
                <a:srgbClr val="000000"/>
              </a:solidFill>
              <a:prstDash val="solid"/>
              <a:headEnd type="none" w="med" len="med"/>
              <a:tailEnd type="none" w="med" len="med"/>
            </a:ln>
          </p:spPr>
        </p:sp>
        <p:sp>
          <p:nvSpPr>
            <p:cNvPr id="100447" name="Line 96"/>
            <p:cNvSpPr/>
            <p:nvPr/>
          </p:nvSpPr>
          <p:spPr>
            <a:xfrm>
              <a:off x="3001" y="1720"/>
              <a:ext cx="1" cy="63"/>
            </a:xfrm>
            <a:prstGeom prst="line">
              <a:avLst/>
            </a:prstGeom>
            <a:ln w="12700" cap="flat" cmpd="sng">
              <a:solidFill>
                <a:srgbClr val="000000"/>
              </a:solidFill>
              <a:prstDash val="solid"/>
              <a:headEnd type="none" w="med" len="med"/>
              <a:tailEnd type="none" w="med" len="med"/>
            </a:ln>
          </p:spPr>
        </p:sp>
        <p:sp>
          <p:nvSpPr>
            <p:cNvPr id="100448" name="Line 97"/>
            <p:cNvSpPr/>
            <p:nvPr/>
          </p:nvSpPr>
          <p:spPr>
            <a:xfrm>
              <a:off x="3001" y="1822"/>
              <a:ext cx="1" cy="63"/>
            </a:xfrm>
            <a:prstGeom prst="line">
              <a:avLst/>
            </a:prstGeom>
            <a:ln w="12700" cap="flat" cmpd="sng">
              <a:solidFill>
                <a:srgbClr val="000000"/>
              </a:solidFill>
              <a:prstDash val="solid"/>
              <a:headEnd type="none" w="med" len="med"/>
              <a:tailEnd type="none" w="med" len="med"/>
            </a:ln>
          </p:spPr>
        </p:sp>
        <p:sp>
          <p:nvSpPr>
            <p:cNvPr id="100449" name="Line 98"/>
            <p:cNvSpPr/>
            <p:nvPr/>
          </p:nvSpPr>
          <p:spPr>
            <a:xfrm>
              <a:off x="3001" y="1924"/>
              <a:ext cx="1" cy="63"/>
            </a:xfrm>
            <a:prstGeom prst="line">
              <a:avLst/>
            </a:prstGeom>
            <a:ln w="12700" cap="flat" cmpd="sng">
              <a:solidFill>
                <a:srgbClr val="000000"/>
              </a:solidFill>
              <a:prstDash val="solid"/>
              <a:headEnd type="none" w="med" len="med"/>
              <a:tailEnd type="none" w="med" len="med"/>
            </a:ln>
          </p:spPr>
        </p:sp>
        <p:sp>
          <p:nvSpPr>
            <p:cNvPr id="100450" name="Line 99"/>
            <p:cNvSpPr/>
            <p:nvPr/>
          </p:nvSpPr>
          <p:spPr>
            <a:xfrm>
              <a:off x="3001" y="2026"/>
              <a:ext cx="1" cy="63"/>
            </a:xfrm>
            <a:prstGeom prst="line">
              <a:avLst/>
            </a:prstGeom>
            <a:ln w="12700" cap="flat" cmpd="sng">
              <a:solidFill>
                <a:srgbClr val="000000"/>
              </a:solidFill>
              <a:prstDash val="solid"/>
              <a:headEnd type="none" w="med" len="med"/>
              <a:tailEnd type="none" w="med" len="med"/>
            </a:ln>
          </p:spPr>
        </p:sp>
        <p:sp>
          <p:nvSpPr>
            <p:cNvPr id="100451" name="Line 100"/>
            <p:cNvSpPr/>
            <p:nvPr/>
          </p:nvSpPr>
          <p:spPr>
            <a:xfrm>
              <a:off x="3001" y="2128"/>
              <a:ext cx="1" cy="63"/>
            </a:xfrm>
            <a:prstGeom prst="line">
              <a:avLst/>
            </a:prstGeom>
            <a:ln w="12700" cap="flat" cmpd="sng">
              <a:solidFill>
                <a:srgbClr val="000000"/>
              </a:solidFill>
              <a:prstDash val="solid"/>
              <a:headEnd type="none" w="med" len="med"/>
              <a:tailEnd type="none" w="med" len="med"/>
            </a:ln>
          </p:spPr>
        </p:sp>
        <p:sp>
          <p:nvSpPr>
            <p:cNvPr id="100452" name="Line 101"/>
            <p:cNvSpPr/>
            <p:nvPr/>
          </p:nvSpPr>
          <p:spPr>
            <a:xfrm>
              <a:off x="3001" y="2230"/>
              <a:ext cx="1" cy="63"/>
            </a:xfrm>
            <a:prstGeom prst="line">
              <a:avLst/>
            </a:prstGeom>
            <a:ln w="12700" cap="flat" cmpd="sng">
              <a:solidFill>
                <a:srgbClr val="000000"/>
              </a:solidFill>
              <a:prstDash val="solid"/>
              <a:headEnd type="none" w="med" len="med"/>
              <a:tailEnd type="none" w="med" len="med"/>
            </a:ln>
          </p:spPr>
        </p:sp>
        <p:sp>
          <p:nvSpPr>
            <p:cNvPr id="100453" name="Line 102"/>
            <p:cNvSpPr/>
            <p:nvPr/>
          </p:nvSpPr>
          <p:spPr>
            <a:xfrm>
              <a:off x="3001" y="2332"/>
              <a:ext cx="1" cy="27"/>
            </a:xfrm>
            <a:prstGeom prst="line">
              <a:avLst/>
            </a:prstGeom>
            <a:ln w="12700" cap="flat" cmpd="sng">
              <a:solidFill>
                <a:srgbClr val="000000"/>
              </a:solidFill>
              <a:prstDash val="solid"/>
              <a:headEnd type="none" w="med" len="med"/>
              <a:tailEnd type="none" w="med" len="med"/>
            </a:ln>
          </p:spPr>
        </p:sp>
        <p:sp>
          <p:nvSpPr>
            <p:cNvPr id="100454" name="Line 103"/>
            <p:cNvSpPr/>
            <p:nvPr/>
          </p:nvSpPr>
          <p:spPr>
            <a:xfrm>
              <a:off x="3338" y="1414"/>
              <a:ext cx="1" cy="63"/>
            </a:xfrm>
            <a:prstGeom prst="line">
              <a:avLst/>
            </a:prstGeom>
            <a:ln w="12700" cap="flat" cmpd="sng">
              <a:solidFill>
                <a:srgbClr val="000000"/>
              </a:solidFill>
              <a:prstDash val="solid"/>
              <a:headEnd type="none" w="med" len="med"/>
              <a:tailEnd type="none" w="med" len="med"/>
            </a:ln>
          </p:spPr>
        </p:sp>
        <p:sp>
          <p:nvSpPr>
            <p:cNvPr id="100455" name="Line 104"/>
            <p:cNvSpPr/>
            <p:nvPr/>
          </p:nvSpPr>
          <p:spPr>
            <a:xfrm>
              <a:off x="3338" y="1516"/>
              <a:ext cx="1" cy="63"/>
            </a:xfrm>
            <a:prstGeom prst="line">
              <a:avLst/>
            </a:prstGeom>
            <a:ln w="12700" cap="flat" cmpd="sng">
              <a:solidFill>
                <a:srgbClr val="000000"/>
              </a:solidFill>
              <a:prstDash val="solid"/>
              <a:headEnd type="none" w="med" len="med"/>
              <a:tailEnd type="none" w="med" len="med"/>
            </a:ln>
          </p:spPr>
        </p:sp>
        <p:sp>
          <p:nvSpPr>
            <p:cNvPr id="100456" name="Line 105"/>
            <p:cNvSpPr/>
            <p:nvPr/>
          </p:nvSpPr>
          <p:spPr>
            <a:xfrm>
              <a:off x="3338" y="1618"/>
              <a:ext cx="1" cy="63"/>
            </a:xfrm>
            <a:prstGeom prst="line">
              <a:avLst/>
            </a:prstGeom>
            <a:ln w="12700" cap="flat" cmpd="sng">
              <a:solidFill>
                <a:srgbClr val="000000"/>
              </a:solidFill>
              <a:prstDash val="solid"/>
              <a:headEnd type="none" w="med" len="med"/>
              <a:tailEnd type="none" w="med" len="med"/>
            </a:ln>
          </p:spPr>
        </p:sp>
        <p:sp>
          <p:nvSpPr>
            <p:cNvPr id="100457" name="Line 106"/>
            <p:cNvSpPr/>
            <p:nvPr/>
          </p:nvSpPr>
          <p:spPr>
            <a:xfrm>
              <a:off x="3338" y="1720"/>
              <a:ext cx="1" cy="63"/>
            </a:xfrm>
            <a:prstGeom prst="line">
              <a:avLst/>
            </a:prstGeom>
            <a:ln w="12700" cap="flat" cmpd="sng">
              <a:solidFill>
                <a:srgbClr val="000000"/>
              </a:solidFill>
              <a:prstDash val="solid"/>
              <a:headEnd type="none" w="med" len="med"/>
              <a:tailEnd type="none" w="med" len="med"/>
            </a:ln>
          </p:spPr>
        </p:sp>
        <p:sp>
          <p:nvSpPr>
            <p:cNvPr id="100458" name="Line 107"/>
            <p:cNvSpPr/>
            <p:nvPr/>
          </p:nvSpPr>
          <p:spPr>
            <a:xfrm>
              <a:off x="3338" y="1822"/>
              <a:ext cx="1" cy="63"/>
            </a:xfrm>
            <a:prstGeom prst="line">
              <a:avLst/>
            </a:prstGeom>
            <a:ln w="12700" cap="flat" cmpd="sng">
              <a:solidFill>
                <a:srgbClr val="000000"/>
              </a:solidFill>
              <a:prstDash val="solid"/>
              <a:headEnd type="none" w="med" len="med"/>
              <a:tailEnd type="none" w="med" len="med"/>
            </a:ln>
          </p:spPr>
        </p:sp>
        <p:sp>
          <p:nvSpPr>
            <p:cNvPr id="100459" name="Line 108"/>
            <p:cNvSpPr/>
            <p:nvPr/>
          </p:nvSpPr>
          <p:spPr>
            <a:xfrm>
              <a:off x="3338" y="1924"/>
              <a:ext cx="1" cy="63"/>
            </a:xfrm>
            <a:prstGeom prst="line">
              <a:avLst/>
            </a:prstGeom>
            <a:ln w="12700" cap="flat" cmpd="sng">
              <a:solidFill>
                <a:srgbClr val="000000"/>
              </a:solidFill>
              <a:prstDash val="solid"/>
              <a:headEnd type="none" w="med" len="med"/>
              <a:tailEnd type="none" w="med" len="med"/>
            </a:ln>
          </p:spPr>
        </p:sp>
        <p:sp>
          <p:nvSpPr>
            <p:cNvPr id="100460" name="Line 109"/>
            <p:cNvSpPr/>
            <p:nvPr/>
          </p:nvSpPr>
          <p:spPr>
            <a:xfrm>
              <a:off x="3338" y="2128"/>
              <a:ext cx="1" cy="63"/>
            </a:xfrm>
            <a:prstGeom prst="line">
              <a:avLst/>
            </a:prstGeom>
            <a:ln w="12700" cap="flat" cmpd="sng">
              <a:solidFill>
                <a:srgbClr val="000000"/>
              </a:solidFill>
              <a:prstDash val="solid"/>
              <a:headEnd type="none" w="med" len="med"/>
              <a:tailEnd type="none" w="med" len="med"/>
            </a:ln>
          </p:spPr>
        </p:sp>
        <p:sp>
          <p:nvSpPr>
            <p:cNvPr id="100461" name="Line 110"/>
            <p:cNvSpPr/>
            <p:nvPr/>
          </p:nvSpPr>
          <p:spPr>
            <a:xfrm>
              <a:off x="3338" y="2230"/>
              <a:ext cx="1" cy="63"/>
            </a:xfrm>
            <a:prstGeom prst="line">
              <a:avLst/>
            </a:prstGeom>
            <a:ln w="12700" cap="flat" cmpd="sng">
              <a:solidFill>
                <a:srgbClr val="000000"/>
              </a:solidFill>
              <a:prstDash val="solid"/>
              <a:headEnd type="none" w="med" len="med"/>
              <a:tailEnd type="none" w="med" len="med"/>
            </a:ln>
          </p:spPr>
        </p:sp>
        <p:sp>
          <p:nvSpPr>
            <p:cNvPr id="100462" name="Line 111"/>
            <p:cNvSpPr/>
            <p:nvPr/>
          </p:nvSpPr>
          <p:spPr>
            <a:xfrm>
              <a:off x="3338" y="2332"/>
              <a:ext cx="1" cy="27"/>
            </a:xfrm>
            <a:prstGeom prst="line">
              <a:avLst/>
            </a:prstGeom>
            <a:ln w="12700" cap="flat" cmpd="sng">
              <a:solidFill>
                <a:srgbClr val="000000"/>
              </a:solidFill>
              <a:prstDash val="solid"/>
              <a:headEnd type="none" w="med" len="med"/>
              <a:tailEnd type="none" w="med" len="med"/>
            </a:ln>
          </p:spPr>
        </p:sp>
        <p:sp>
          <p:nvSpPr>
            <p:cNvPr id="100463" name="Line 112"/>
            <p:cNvSpPr/>
            <p:nvPr/>
          </p:nvSpPr>
          <p:spPr>
            <a:xfrm>
              <a:off x="3661" y="1414"/>
              <a:ext cx="1" cy="63"/>
            </a:xfrm>
            <a:prstGeom prst="line">
              <a:avLst/>
            </a:prstGeom>
            <a:ln w="12700" cap="flat" cmpd="sng">
              <a:solidFill>
                <a:srgbClr val="000000"/>
              </a:solidFill>
              <a:prstDash val="solid"/>
              <a:headEnd type="none" w="med" len="med"/>
              <a:tailEnd type="none" w="med" len="med"/>
            </a:ln>
          </p:spPr>
        </p:sp>
        <p:sp>
          <p:nvSpPr>
            <p:cNvPr id="100464" name="Line 113"/>
            <p:cNvSpPr/>
            <p:nvPr/>
          </p:nvSpPr>
          <p:spPr>
            <a:xfrm>
              <a:off x="3661" y="1516"/>
              <a:ext cx="1" cy="63"/>
            </a:xfrm>
            <a:prstGeom prst="line">
              <a:avLst/>
            </a:prstGeom>
            <a:ln w="12700" cap="flat" cmpd="sng">
              <a:solidFill>
                <a:srgbClr val="000000"/>
              </a:solidFill>
              <a:prstDash val="solid"/>
              <a:headEnd type="none" w="med" len="med"/>
              <a:tailEnd type="none" w="med" len="med"/>
            </a:ln>
          </p:spPr>
        </p:sp>
        <p:sp>
          <p:nvSpPr>
            <p:cNvPr id="100465" name="Line 114"/>
            <p:cNvSpPr/>
            <p:nvPr/>
          </p:nvSpPr>
          <p:spPr>
            <a:xfrm>
              <a:off x="3661" y="1618"/>
              <a:ext cx="1" cy="63"/>
            </a:xfrm>
            <a:prstGeom prst="line">
              <a:avLst/>
            </a:prstGeom>
            <a:ln w="12700" cap="flat" cmpd="sng">
              <a:solidFill>
                <a:srgbClr val="000000"/>
              </a:solidFill>
              <a:prstDash val="solid"/>
              <a:headEnd type="none" w="med" len="med"/>
              <a:tailEnd type="none" w="med" len="med"/>
            </a:ln>
          </p:spPr>
        </p:sp>
        <p:sp>
          <p:nvSpPr>
            <p:cNvPr id="100466" name="Line 115"/>
            <p:cNvSpPr/>
            <p:nvPr/>
          </p:nvSpPr>
          <p:spPr>
            <a:xfrm>
              <a:off x="3661" y="1720"/>
              <a:ext cx="1" cy="63"/>
            </a:xfrm>
            <a:prstGeom prst="line">
              <a:avLst/>
            </a:prstGeom>
            <a:ln w="12700" cap="flat" cmpd="sng">
              <a:solidFill>
                <a:srgbClr val="000000"/>
              </a:solidFill>
              <a:prstDash val="solid"/>
              <a:headEnd type="none" w="med" len="med"/>
              <a:tailEnd type="none" w="med" len="med"/>
            </a:ln>
          </p:spPr>
        </p:sp>
        <p:sp>
          <p:nvSpPr>
            <p:cNvPr id="100467" name="Line 116"/>
            <p:cNvSpPr/>
            <p:nvPr/>
          </p:nvSpPr>
          <p:spPr>
            <a:xfrm>
              <a:off x="3661" y="1822"/>
              <a:ext cx="1" cy="63"/>
            </a:xfrm>
            <a:prstGeom prst="line">
              <a:avLst/>
            </a:prstGeom>
            <a:ln w="12700" cap="flat" cmpd="sng">
              <a:solidFill>
                <a:srgbClr val="000000"/>
              </a:solidFill>
              <a:prstDash val="solid"/>
              <a:headEnd type="none" w="med" len="med"/>
              <a:tailEnd type="none" w="med" len="med"/>
            </a:ln>
          </p:spPr>
        </p:sp>
        <p:sp>
          <p:nvSpPr>
            <p:cNvPr id="100468" name="Line 117"/>
            <p:cNvSpPr/>
            <p:nvPr/>
          </p:nvSpPr>
          <p:spPr>
            <a:xfrm>
              <a:off x="3661" y="1924"/>
              <a:ext cx="1" cy="63"/>
            </a:xfrm>
            <a:prstGeom prst="line">
              <a:avLst/>
            </a:prstGeom>
            <a:ln w="12700" cap="flat" cmpd="sng">
              <a:solidFill>
                <a:srgbClr val="000000"/>
              </a:solidFill>
              <a:prstDash val="solid"/>
              <a:headEnd type="none" w="med" len="med"/>
              <a:tailEnd type="none" w="med" len="med"/>
            </a:ln>
          </p:spPr>
        </p:sp>
        <p:sp>
          <p:nvSpPr>
            <p:cNvPr id="100469" name="Line 118"/>
            <p:cNvSpPr/>
            <p:nvPr/>
          </p:nvSpPr>
          <p:spPr>
            <a:xfrm>
              <a:off x="3661" y="2026"/>
              <a:ext cx="1" cy="63"/>
            </a:xfrm>
            <a:prstGeom prst="line">
              <a:avLst/>
            </a:prstGeom>
            <a:ln w="12700" cap="flat" cmpd="sng">
              <a:solidFill>
                <a:srgbClr val="000000"/>
              </a:solidFill>
              <a:prstDash val="solid"/>
              <a:headEnd type="none" w="med" len="med"/>
              <a:tailEnd type="none" w="med" len="med"/>
            </a:ln>
          </p:spPr>
        </p:sp>
        <p:sp>
          <p:nvSpPr>
            <p:cNvPr id="100470" name="Line 119"/>
            <p:cNvSpPr/>
            <p:nvPr/>
          </p:nvSpPr>
          <p:spPr>
            <a:xfrm>
              <a:off x="3661" y="2128"/>
              <a:ext cx="1" cy="63"/>
            </a:xfrm>
            <a:prstGeom prst="line">
              <a:avLst/>
            </a:prstGeom>
            <a:ln w="12700" cap="flat" cmpd="sng">
              <a:solidFill>
                <a:srgbClr val="000000"/>
              </a:solidFill>
              <a:prstDash val="solid"/>
              <a:headEnd type="none" w="med" len="med"/>
              <a:tailEnd type="none" w="med" len="med"/>
            </a:ln>
          </p:spPr>
        </p:sp>
        <p:sp>
          <p:nvSpPr>
            <p:cNvPr id="100471" name="Line 121"/>
            <p:cNvSpPr/>
            <p:nvPr/>
          </p:nvSpPr>
          <p:spPr>
            <a:xfrm>
              <a:off x="3661" y="2332"/>
              <a:ext cx="1" cy="27"/>
            </a:xfrm>
            <a:prstGeom prst="line">
              <a:avLst/>
            </a:prstGeom>
            <a:ln w="12700" cap="flat" cmpd="sng">
              <a:solidFill>
                <a:srgbClr val="000000"/>
              </a:solidFill>
              <a:prstDash val="solid"/>
              <a:headEnd type="none" w="med" len="med"/>
              <a:tailEnd type="none" w="med" len="med"/>
            </a:ln>
          </p:spPr>
        </p:sp>
        <p:sp>
          <p:nvSpPr>
            <p:cNvPr id="100472" name="Line 122"/>
            <p:cNvSpPr/>
            <p:nvPr/>
          </p:nvSpPr>
          <p:spPr>
            <a:xfrm>
              <a:off x="3983" y="1414"/>
              <a:ext cx="1" cy="63"/>
            </a:xfrm>
            <a:prstGeom prst="line">
              <a:avLst/>
            </a:prstGeom>
            <a:ln w="12700" cap="flat" cmpd="sng">
              <a:solidFill>
                <a:srgbClr val="000000"/>
              </a:solidFill>
              <a:prstDash val="solid"/>
              <a:headEnd type="none" w="med" len="med"/>
              <a:tailEnd type="none" w="med" len="med"/>
            </a:ln>
          </p:spPr>
        </p:sp>
        <p:sp>
          <p:nvSpPr>
            <p:cNvPr id="100473" name="Line 123"/>
            <p:cNvSpPr/>
            <p:nvPr/>
          </p:nvSpPr>
          <p:spPr>
            <a:xfrm>
              <a:off x="3983" y="1516"/>
              <a:ext cx="1" cy="63"/>
            </a:xfrm>
            <a:prstGeom prst="line">
              <a:avLst/>
            </a:prstGeom>
            <a:ln w="12700" cap="flat" cmpd="sng">
              <a:solidFill>
                <a:srgbClr val="000000"/>
              </a:solidFill>
              <a:prstDash val="solid"/>
              <a:headEnd type="none" w="med" len="med"/>
              <a:tailEnd type="none" w="med" len="med"/>
            </a:ln>
          </p:spPr>
        </p:sp>
        <p:sp>
          <p:nvSpPr>
            <p:cNvPr id="100474" name="Line 124"/>
            <p:cNvSpPr/>
            <p:nvPr/>
          </p:nvSpPr>
          <p:spPr>
            <a:xfrm>
              <a:off x="3983" y="1618"/>
              <a:ext cx="1" cy="63"/>
            </a:xfrm>
            <a:prstGeom prst="line">
              <a:avLst/>
            </a:prstGeom>
            <a:ln w="12700" cap="flat" cmpd="sng">
              <a:solidFill>
                <a:srgbClr val="000000"/>
              </a:solidFill>
              <a:prstDash val="solid"/>
              <a:headEnd type="none" w="med" len="med"/>
              <a:tailEnd type="none" w="med" len="med"/>
            </a:ln>
          </p:spPr>
        </p:sp>
        <p:sp>
          <p:nvSpPr>
            <p:cNvPr id="100475" name="Line 125"/>
            <p:cNvSpPr/>
            <p:nvPr/>
          </p:nvSpPr>
          <p:spPr>
            <a:xfrm>
              <a:off x="3983" y="1720"/>
              <a:ext cx="1" cy="63"/>
            </a:xfrm>
            <a:prstGeom prst="line">
              <a:avLst/>
            </a:prstGeom>
            <a:ln w="12700" cap="flat" cmpd="sng">
              <a:solidFill>
                <a:srgbClr val="000000"/>
              </a:solidFill>
              <a:prstDash val="solid"/>
              <a:headEnd type="none" w="med" len="med"/>
              <a:tailEnd type="none" w="med" len="med"/>
            </a:ln>
          </p:spPr>
        </p:sp>
        <p:sp>
          <p:nvSpPr>
            <p:cNvPr id="100476" name="Line 126"/>
            <p:cNvSpPr/>
            <p:nvPr/>
          </p:nvSpPr>
          <p:spPr>
            <a:xfrm>
              <a:off x="3983" y="1822"/>
              <a:ext cx="1" cy="63"/>
            </a:xfrm>
            <a:prstGeom prst="line">
              <a:avLst/>
            </a:prstGeom>
            <a:ln w="12700" cap="flat" cmpd="sng">
              <a:solidFill>
                <a:srgbClr val="000000"/>
              </a:solidFill>
              <a:prstDash val="solid"/>
              <a:headEnd type="none" w="med" len="med"/>
              <a:tailEnd type="none" w="med" len="med"/>
            </a:ln>
          </p:spPr>
        </p:sp>
        <p:sp>
          <p:nvSpPr>
            <p:cNvPr id="100477" name="Line 127"/>
            <p:cNvSpPr/>
            <p:nvPr/>
          </p:nvSpPr>
          <p:spPr>
            <a:xfrm>
              <a:off x="3983" y="1924"/>
              <a:ext cx="1" cy="63"/>
            </a:xfrm>
            <a:prstGeom prst="line">
              <a:avLst/>
            </a:prstGeom>
            <a:ln w="12700" cap="flat" cmpd="sng">
              <a:solidFill>
                <a:srgbClr val="000000"/>
              </a:solidFill>
              <a:prstDash val="solid"/>
              <a:headEnd type="none" w="med" len="med"/>
              <a:tailEnd type="none" w="med" len="med"/>
            </a:ln>
          </p:spPr>
        </p:sp>
        <p:sp>
          <p:nvSpPr>
            <p:cNvPr id="100478" name="Line 128"/>
            <p:cNvSpPr/>
            <p:nvPr/>
          </p:nvSpPr>
          <p:spPr>
            <a:xfrm>
              <a:off x="3983" y="2026"/>
              <a:ext cx="1" cy="63"/>
            </a:xfrm>
            <a:prstGeom prst="line">
              <a:avLst/>
            </a:prstGeom>
            <a:ln w="12700" cap="flat" cmpd="sng">
              <a:solidFill>
                <a:srgbClr val="000000"/>
              </a:solidFill>
              <a:prstDash val="solid"/>
              <a:headEnd type="none" w="med" len="med"/>
              <a:tailEnd type="none" w="med" len="med"/>
            </a:ln>
          </p:spPr>
        </p:sp>
        <p:sp>
          <p:nvSpPr>
            <p:cNvPr id="100479" name="Line 129"/>
            <p:cNvSpPr/>
            <p:nvPr/>
          </p:nvSpPr>
          <p:spPr>
            <a:xfrm>
              <a:off x="3983" y="2128"/>
              <a:ext cx="1" cy="63"/>
            </a:xfrm>
            <a:prstGeom prst="line">
              <a:avLst/>
            </a:prstGeom>
            <a:ln w="12700" cap="flat" cmpd="sng">
              <a:solidFill>
                <a:srgbClr val="000000"/>
              </a:solidFill>
              <a:prstDash val="solid"/>
              <a:headEnd type="none" w="med" len="med"/>
              <a:tailEnd type="none" w="med" len="med"/>
            </a:ln>
          </p:spPr>
        </p:sp>
        <p:sp>
          <p:nvSpPr>
            <p:cNvPr id="100480" name="Line 130"/>
            <p:cNvSpPr/>
            <p:nvPr/>
          </p:nvSpPr>
          <p:spPr>
            <a:xfrm>
              <a:off x="3983" y="2230"/>
              <a:ext cx="1" cy="63"/>
            </a:xfrm>
            <a:prstGeom prst="line">
              <a:avLst/>
            </a:prstGeom>
            <a:ln w="12700" cap="flat" cmpd="sng">
              <a:solidFill>
                <a:srgbClr val="000000"/>
              </a:solidFill>
              <a:prstDash val="solid"/>
              <a:headEnd type="none" w="med" len="med"/>
              <a:tailEnd type="none" w="med" len="med"/>
            </a:ln>
          </p:spPr>
        </p:sp>
        <p:sp>
          <p:nvSpPr>
            <p:cNvPr id="100481" name="Line 131"/>
            <p:cNvSpPr/>
            <p:nvPr/>
          </p:nvSpPr>
          <p:spPr>
            <a:xfrm>
              <a:off x="3983" y="2332"/>
              <a:ext cx="1" cy="27"/>
            </a:xfrm>
            <a:prstGeom prst="line">
              <a:avLst/>
            </a:prstGeom>
            <a:ln w="12700" cap="flat" cmpd="sng">
              <a:solidFill>
                <a:srgbClr val="000000"/>
              </a:solidFill>
              <a:prstDash val="solid"/>
              <a:headEnd type="none" w="med" len="med"/>
              <a:tailEnd type="none" w="med" len="med"/>
            </a:ln>
          </p:spPr>
        </p:sp>
        <p:sp>
          <p:nvSpPr>
            <p:cNvPr id="100482" name="Line 132"/>
            <p:cNvSpPr/>
            <p:nvPr/>
          </p:nvSpPr>
          <p:spPr>
            <a:xfrm>
              <a:off x="4308" y="1414"/>
              <a:ext cx="1" cy="63"/>
            </a:xfrm>
            <a:prstGeom prst="line">
              <a:avLst/>
            </a:prstGeom>
            <a:ln w="12700" cap="flat" cmpd="sng">
              <a:solidFill>
                <a:srgbClr val="000000"/>
              </a:solidFill>
              <a:prstDash val="solid"/>
              <a:headEnd type="none" w="med" len="med"/>
              <a:tailEnd type="none" w="med" len="med"/>
            </a:ln>
          </p:spPr>
        </p:sp>
        <p:sp>
          <p:nvSpPr>
            <p:cNvPr id="100483" name="Line 133"/>
            <p:cNvSpPr/>
            <p:nvPr/>
          </p:nvSpPr>
          <p:spPr>
            <a:xfrm>
              <a:off x="4308" y="1516"/>
              <a:ext cx="1" cy="63"/>
            </a:xfrm>
            <a:prstGeom prst="line">
              <a:avLst/>
            </a:prstGeom>
            <a:ln w="12700" cap="flat" cmpd="sng">
              <a:solidFill>
                <a:srgbClr val="000000"/>
              </a:solidFill>
              <a:prstDash val="solid"/>
              <a:headEnd type="none" w="med" len="med"/>
              <a:tailEnd type="none" w="med" len="med"/>
            </a:ln>
          </p:spPr>
        </p:sp>
        <p:sp>
          <p:nvSpPr>
            <p:cNvPr id="100484" name="Line 134"/>
            <p:cNvSpPr/>
            <p:nvPr/>
          </p:nvSpPr>
          <p:spPr>
            <a:xfrm>
              <a:off x="4308" y="1618"/>
              <a:ext cx="1" cy="63"/>
            </a:xfrm>
            <a:prstGeom prst="line">
              <a:avLst/>
            </a:prstGeom>
            <a:ln w="12700" cap="flat" cmpd="sng">
              <a:solidFill>
                <a:srgbClr val="000000"/>
              </a:solidFill>
              <a:prstDash val="solid"/>
              <a:headEnd type="none" w="med" len="med"/>
              <a:tailEnd type="none" w="med" len="med"/>
            </a:ln>
          </p:spPr>
        </p:sp>
        <p:sp>
          <p:nvSpPr>
            <p:cNvPr id="100485" name="Line 135"/>
            <p:cNvSpPr/>
            <p:nvPr/>
          </p:nvSpPr>
          <p:spPr>
            <a:xfrm>
              <a:off x="4308" y="1720"/>
              <a:ext cx="1" cy="63"/>
            </a:xfrm>
            <a:prstGeom prst="line">
              <a:avLst/>
            </a:prstGeom>
            <a:ln w="12700" cap="flat" cmpd="sng">
              <a:solidFill>
                <a:srgbClr val="000000"/>
              </a:solidFill>
              <a:prstDash val="solid"/>
              <a:headEnd type="none" w="med" len="med"/>
              <a:tailEnd type="none" w="med" len="med"/>
            </a:ln>
          </p:spPr>
        </p:sp>
        <p:sp>
          <p:nvSpPr>
            <p:cNvPr id="100486" name="Line 136"/>
            <p:cNvSpPr/>
            <p:nvPr/>
          </p:nvSpPr>
          <p:spPr>
            <a:xfrm>
              <a:off x="4308" y="1822"/>
              <a:ext cx="1" cy="63"/>
            </a:xfrm>
            <a:prstGeom prst="line">
              <a:avLst/>
            </a:prstGeom>
            <a:ln w="12700" cap="flat" cmpd="sng">
              <a:solidFill>
                <a:srgbClr val="000000"/>
              </a:solidFill>
              <a:prstDash val="solid"/>
              <a:headEnd type="none" w="med" len="med"/>
              <a:tailEnd type="none" w="med" len="med"/>
            </a:ln>
          </p:spPr>
        </p:sp>
        <p:sp>
          <p:nvSpPr>
            <p:cNvPr id="100487" name="Line 137"/>
            <p:cNvSpPr/>
            <p:nvPr/>
          </p:nvSpPr>
          <p:spPr>
            <a:xfrm>
              <a:off x="4308" y="1924"/>
              <a:ext cx="1" cy="63"/>
            </a:xfrm>
            <a:prstGeom prst="line">
              <a:avLst/>
            </a:prstGeom>
            <a:ln w="12700" cap="flat" cmpd="sng">
              <a:solidFill>
                <a:srgbClr val="000000"/>
              </a:solidFill>
              <a:prstDash val="solid"/>
              <a:headEnd type="none" w="med" len="med"/>
              <a:tailEnd type="none" w="med" len="med"/>
            </a:ln>
          </p:spPr>
        </p:sp>
        <p:sp>
          <p:nvSpPr>
            <p:cNvPr id="100488" name="Line 138"/>
            <p:cNvSpPr/>
            <p:nvPr/>
          </p:nvSpPr>
          <p:spPr>
            <a:xfrm>
              <a:off x="4308" y="2026"/>
              <a:ext cx="1" cy="63"/>
            </a:xfrm>
            <a:prstGeom prst="line">
              <a:avLst/>
            </a:prstGeom>
            <a:ln w="12700" cap="flat" cmpd="sng">
              <a:solidFill>
                <a:srgbClr val="000000"/>
              </a:solidFill>
              <a:prstDash val="solid"/>
              <a:headEnd type="none" w="med" len="med"/>
              <a:tailEnd type="none" w="med" len="med"/>
            </a:ln>
          </p:spPr>
        </p:sp>
        <p:sp>
          <p:nvSpPr>
            <p:cNvPr id="100489" name="Line 139"/>
            <p:cNvSpPr/>
            <p:nvPr/>
          </p:nvSpPr>
          <p:spPr>
            <a:xfrm>
              <a:off x="4308" y="2230"/>
              <a:ext cx="1" cy="63"/>
            </a:xfrm>
            <a:prstGeom prst="line">
              <a:avLst/>
            </a:prstGeom>
            <a:ln w="12700" cap="flat" cmpd="sng">
              <a:solidFill>
                <a:srgbClr val="000000"/>
              </a:solidFill>
              <a:prstDash val="solid"/>
              <a:headEnd type="none" w="med" len="med"/>
              <a:tailEnd type="none" w="med" len="med"/>
            </a:ln>
          </p:spPr>
        </p:sp>
        <p:sp>
          <p:nvSpPr>
            <p:cNvPr id="100490" name="Line 140"/>
            <p:cNvSpPr/>
            <p:nvPr/>
          </p:nvSpPr>
          <p:spPr>
            <a:xfrm>
              <a:off x="4308" y="2332"/>
              <a:ext cx="1" cy="27"/>
            </a:xfrm>
            <a:prstGeom prst="line">
              <a:avLst/>
            </a:prstGeom>
            <a:ln w="12700" cap="flat" cmpd="sng">
              <a:solidFill>
                <a:srgbClr val="000000"/>
              </a:solidFill>
              <a:prstDash val="solid"/>
              <a:headEnd type="none" w="med" len="med"/>
              <a:tailEnd type="none" w="med" len="med"/>
            </a:ln>
          </p:spPr>
        </p:sp>
        <p:sp>
          <p:nvSpPr>
            <p:cNvPr id="100491" name="Line 141"/>
            <p:cNvSpPr/>
            <p:nvPr/>
          </p:nvSpPr>
          <p:spPr>
            <a:xfrm flipH="1">
              <a:off x="1042" y="1831"/>
              <a:ext cx="1296" cy="1"/>
            </a:xfrm>
            <a:prstGeom prst="line">
              <a:avLst/>
            </a:prstGeom>
            <a:ln w="12700" cap="flat" cmpd="sng">
              <a:solidFill>
                <a:srgbClr val="000000"/>
              </a:solidFill>
              <a:prstDash val="solid"/>
              <a:headEnd type="none" w="med" len="med"/>
              <a:tailEnd type="none" w="med" len="med"/>
            </a:ln>
          </p:spPr>
        </p:sp>
        <p:sp>
          <p:nvSpPr>
            <p:cNvPr id="100492" name="Line 142"/>
            <p:cNvSpPr/>
            <p:nvPr/>
          </p:nvSpPr>
          <p:spPr>
            <a:xfrm>
              <a:off x="2340" y="1581"/>
              <a:ext cx="1" cy="250"/>
            </a:xfrm>
            <a:prstGeom prst="line">
              <a:avLst/>
            </a:prstGeom>
            <a:ln w="12700" cap="flat" cmpd="sng">
              <a:solidFill>
                <a:srgbClr val="000000"/>
              </a:solidFill>
              <a:prstDash val="solid"/>
              <a:headEnd type="none" w="med" len="med"/>
              <a:tailEnd type="none" w="med" len="med"/>
            </a:ln>
          </p:spPr>
        </p:sp>
        <p:sp>
          <p:nvSpPr>
            <p:cNvPr id="100493" name="Line 143"/>
            <p:cNvSpPr/>
            <p:nvPr/>
          </p:nvSpPr>
          <p:spPr>
            <a:xfrm flipH="1">
              <a:off x="2338" y="1581"/>
              <a:ext cx="174" cy="1"/>
            </a:xfrm>
            <a:prstGeom prst="line">
              <a:avLst/>
            </a:prstGeom>
            <a:ln w="12700" cap="flat" cmpd="sng">
              <a:solidFill>
                <a:srgbClr val="000000"/>
              </a:solidFill>
              <a:prstDash val="solid"/>
              <a:headEnd type="none" w="med" len="med"/>
              <a:tailEnd type="none" w="med" len="med"/>
            </a:ln>
          </p:spPr>
        </p:sp>
        <p:sp>
          <p:nvSpPr>
            <p:cNvPr id="100494" name="Line 144"/>
            <p:cNvSpPr/>
            <p:nvPr/>
          </p:nvSpPr>
          <p:spPr>
            <a:xfrm>
              <a:off x="2518" y="1581"/>
              <a:ext cx="1" cy="250"/>
            </a:xfrm>
            <a:prstGeom prst="line">
              <a:avLst/>
            </a:prstGeom>
            <a:ln w="12700" cap="flat" cmpd="sng">
              <a:solidFill>
                <a:srgbClr val="000000"/>
              </a:solidFill>
              <a:prstDash val="solid"/>
              <a:headEnd type="none" w="med" len="med"/>
              <a:tailEnd type="none" w="med" len="med"/>
            </a:ln>
          </p:spPr>
        </p:sp>
        <p:sp>
          <p:nvSpPr>
            <p:cNvPr id="100495" name="Line 145"/>
            <p:cNvSpPr/>
            <p:nvPr/>
          </p:nvSpPr>
          <p:spPr>
            <a:xfrm>
              <a:off x="3107" y="1570"/>
              <a:ext cx="1" cy="250"/>
            </a:xfrm>
            <a:prstGeom prst="line">
              <a:avLst/>
            </a:prstGeom>
            <a:ln w="12700" cap="flat" cmpd="sng">
              <a:solidFill>
                <a:srgbClr val="000000"/>
              </a:solidFill>
              <a:prstDash val="solid"/>
              <a:headEnd type="none" w="med" len="med"/>
              <a:tailEnd type="none" w="med" len="med"/>
            </a:ln>
          </p:spPr>
        </p:sp>
        <p:sp>
          <p:nvSpPr>
            <p:cNvPr id="100496" name="Line 146"/>
            <p:cNvSpPr/>
            <p:nvPr/>
          </p:nvSpPr>
          <p:spPr>
            <a:xfrm flipH="1">
              <a:off x="3107" y="1570"/>
              <a:ext cx="174" cy="1"/>
            </a:xfrm>
            <a:prstGeom prst="line">
              <a:avLst/>
            </a:prstGeom>
            <a:ln w="12700" cap="flat" cmpd="sng">
              <a:solidFill>
                <a:srgbClr val="000000"/>
              </a:solidFill>
              <a:prstDash val="solid"/>
              <a:headEnd type="none" w="med" len="med"/>
              <a:tailEnd type="none" w="med" len="med"/>
            </a:ln>
          </p:spPr>
        </p:sp>
        <p:sp>
          <p:nvSpPr>
            <p:cNvPr id="100497" name="Line 147"/>
            <p:cNvSpPr/>
            <p:nvPr/>
          </p:nvSpPr>
          <p:spPr>
            <a:xfrm>
              <a:off x="3287" y="1570"/>
              <a:ext cx="1" cy="250"/>
            </a:xfrm>
            <a:prstGeom prst="line">
              <a:avLst/>
            </a:prstGeom>
            <a:ln w="12700" cap="flat" cmpd="sng">
              <a:solidFill>
                <a:srgbClr val="000000"/>
              </a:solidFill>
              <a:prstDash val="solid"/>
              <a:headEnd type="none" w="med" len="med"/>
              <a:tailEnd type="none" w="med" len="med"/>
            </a:ln>
          </p:spPr>
        </p:sp>
        <p:sp>
          <p:nvSpPr>
            <p:cNvPr id="100498" name="Line 148"/>
            <p:cNvSpPr/>
            <p:nvPr/>
          </p:nvSpPr>
          <p:spPr>
            <a:xfrm>
              <a:off x="1202" y="935"/>
              <a:ext cx="136" cy="0"/>
            </a:xfrm>
            <a:prstGeom prst="line">
              <a:avLst/>
            </a:prstGeom>
            <a:ln w="12700" cap="flat" cmpd="sng">
              <a:solidFill>
                <a:schemeClr val="tx1"/>
              </a:solidFill>
              <a:prstDash val="solid"/>
              <a:headEnd type="none" w="med" len="med"/>
              <a:tailEnd type="none" w="med" len="med"/>
            </a:ln>
          </p:spPr>
        </p:sp>
        <p:sp>
          <p:nvSpPr>
            <p:cNvPr id="100499" name="Line 149"/>
            <p:cNvSpPr/>
            <p:nvPr/>
          </p:nvSpPr>
          <p:spPr>
            <a:xfrm>
              <a:off x="4695" y="2069"/>
              <a:ext cx="272" cy="0"/>
            </a:xfrm>
            <a:prstGeom prst="line">
              <a:avLst/>
            </a:prstGeom>
            <a:ln w="9525" cap="flat" cmpd="sng">
              <a:solidFill>
                <a:schemeClr val="tx1"/>
              </a:solidFill>
              <a:prstDash val="solid"/>
              <a:headEnd type="none" w="med" len="med"/>
              <a:tailEnd type="none" w="med" len="med"/>
            </a:ln>
          </p:spPr>
        </p:sp>
        <p:sp>
          <p:nvSpPr>
            <p:cNvPr id="100500" name="Line 150"/>
            <p:cNvSpPr/>
            <p:nvPr/>
          </p:nvSpPr>
          <p:spPr>
            <a:xfrm>
              <a:off x="2517" y="1842"/>
              <a:ext cx="590" cy="0"/>
            </a:xfrm>
            <a:prstGeom prst="line">
              <a:avLst/>
            </a:prstGeom>
            <a:ln w="9525" cap="flat" cmpd="sng">
              <a:solidFill>
                <a:schemeClr val="tx1"/>
              </a:solidFill>
              <a:prstDash val="solid"/>
              <a:headEnd type="none" w="med" len="med"/>
              <a:tailEnd type="none" w="med" len="med"/>
            </a:ln>
          </p:spPr>
        </p:sp>
        <p:sp>
          <p:nvSpPr>
            <p:cNvPr id="100501" name="Line 151"/>
            <p:cNvSpPr/>
            <p:nvPr/>
          </p:nvSpPr>
          <p:spPr>
            <a:xfrm>
              <a:off x="3288" y="1842"/>
              <a:ext cx="1452" cy="0"/>
            </a:xfrm>
            <a:prstGeom prst="line">
              <a:avLst/>
            </a:prstGeom>
            <a:ln w="9525" cap="flat" cmpd="sng">
              <a:solidFill>
                <a:schemeClr val="tx1"/>
              </a:solidFill>
              <a:prstDash val="solid"/>
              <a:headEnd type="none" w="med" len="med"/>
              <a:tailEnd type="none" w="med" len="med"/>
            </a:ln>
          </p:spPr>
        </p:sp>
        <p:sp>
          <p:nvSpPr>
            <p:cNvPr id="100502" name="Rectangle 153"/>
            <p:cNvSpPr/>
            <p:nvPr/>
          </p:nvSpPr>
          <p:spPr>
            <a:xfrm>
              <a:off x="3787" y="2115"/>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2</a:t>
              </a:r>
              <a:endParaRPr lang="en-US" altLang="zh-CN" sz="1800" b="0" dirty="0">
                <a:solidFill>
                  <a:schemeClr val="tx1"/>
                </a:solidFill>
                <a:latin typeface="Arial" panose="020B0604020202020204" pitchFamily="34" charset="0"/>
              </a:endParaRPr>
            </a:p>
          </p:txBody>
        </p:sp>
        <p:sp>
          <p:nvSpPr>
            <p:cNvPr id="100503" name="Rectangle 154"/>
            <p:cNvSpPr/>
            <p:nvPr/>
          </p:nvSpPr>
          <p:spPr>
            <a:xfrm>
              <a:off x="4106" y="2115"/>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grpSp>
    </p:spTree>
  </p:cSld>
  <p:clrMapOvr>
    <a:masterClrMapping/>
  </p:clrMapOvr>
  <p:transition spd="slow">
    <p:zoom/>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1378" name="Rectangle 3"/>
          <p:cNvSpPr/>
          <p:nvPr/>
        </p:nvSpPr>
        <p:spPr>
          <a:xfrm>
            <a:off x="249238" y="5011738"/>
            <a:ext cx="8507412" cy="1800225"/>
          </a:xfrm>
          <a:prstGeom prst="rect">
            <a:avLst/>
          </a:prstGeom>
          <a:solidFill>
            <a:schemeClr val="accent1">
              <a:alpha val="43137"/>
            </a:schemeClr>
          </a:solidFill>
          <a:ln w="9525" cap="flat" cmpd="sng">
            <a:solidFill>
              <a:srgbClr val="0000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50000"/>
              </a:lnSpc>
              <a:spcAft>
                <a:spcPct val="0"/>
              </a:spcAft>
              <a:buClrTx/>
              <a:buSzTx/>
              <a:buFont typeface="Arial" panose="020B0604020202020204" pitchFamily="34" charset="0"/>
              <a:buNone/>
            </a:pPr>
            <a:r>
              <a:rPr lang="zh-CN" altLang="en-US" sz="2400" dirty="0">
                <a:solidFill>
                  <a:srgbClr val="FF00FF"/>
                </a:solidFill>
                <a:latin typeface="宋体" panose="02010600030101010101" pitchFamily="2" charset="-122"/>
                <a:ea typeface="宋体" panose="02010600030101010101" pitchFamily="2" charset="-122"/>
              </a:rPr>
              <a:t>方式</a:t>
            </a:r>
            <a:r>
              <a:rPr lang="en-US" altLang="zh-CN" sz="2400" dirty="0">
                <a:solidFill>
                  <a:srgbClr val="FF00FF"/>
                </a:solidFill>
                <a:latin typeface="宋体" panose="02010600030101010101" pitchFamily="2" charset="-122"/>
                <a:ea typeface="宋体" panose="02010600030101010101" pitchFamily="2" charset="-122"/>
              </a:rPr>
              <a:t>5</a:t>
            </a:r>
            <a:r>
              <a:rPr lang="zh-CN" altLang="en-US" sz="2400" dirty="0">
                <a:solidFill>
                  <a:srgbClr val="FF00FF"/>
                </a:solidFill>
                <a:latin typeface="宋体" panose="02010600030101010101" pitchFamily="2" charset="-122"/>
                <a:ea typeface="宋体" panose="02010600030101010101" pitchFamily="2" charset="-122"/>
              </a:rPr>
              <a:t>的特点③ ：</a:t>
            </a:r>
            <a:r>
              <a:rPr lang="zh-CN" altLang="en-US" sz="2400" b="0" dirty="0">
                <a:solidFill>
                  <a:schemeClr val="tx1"/>
                </a:solidFill>
                <a:latin typeface="宋体" panose="02010600030101010101" pitchFamily="2" charset="-122"/>
                <a:ea typeface="宋体" panose="02010600030101010101" pitchFamily="2" charset="-122"/>
              </a:rPr>
              <a:t> </a:t>
            </a:r>
            <a:endParaRPr lang="zh-CN" altLang="en-US" sz="2400" b="0" dirty="0">
              <a:solidFill>
                <a:schemeClr val="tx1"/>
              </a:solidFill>
              <a:latin typeface="宋体" panose="02010600030101010101" pitchFamily="2" charset="-122"/>
              <a:ea typeface="宋体" panose="02010600030101010101" pitchFamily="2" charset="-122"/>
            </a:endParaRPr>
          </a:p>
          <a:p>
            <a:pPr marL="0" lvl="0" indent="0" eaLnBrk="1" hangingPunct="1">
              <a:lnSpc>
                <a:spcPct val="150000"/>
              </a:lnSpc>
              <a:spcAft>
                <a:spcPct val="0"/>
              </a:spcAft>
              <a:buClrTx/>
              <a:buSzTx/>
              <a:buFont typeface="Arial" panose="020B0604020202020204" pitchFamily="34" charset="0"/>
              <a:buNone/>
            </a:pPr>
            <a:r>
              <a:rPr lang="zh-CN" altLang="en-US" sz="2400" b="0" dirty="0">
                <a:solidFill>
                  <a:schemeClr val="tx1"/>
                </a:solidFill>
                <a:latin typeface="Arial" panose="020B0604020202020204" pitchFamily="34" charset="0"/>
                <a:ea typeface="宋体" panose="02010600030101010101" pitchFamily="2" charset="-122"/>
              </a:rPr>
              <a:t>若在计数过程中改变计数值，只要没有门控信号的触发， 就不影响本次计数过程。</a:t>
            </a:r>
            <a:endParaRPr lang="zh-CN" altLang="en-US" sz="2400" b="0" dirty="0">
              <a:solidFill>
                <a:schemeClr val="tx1"/>
              </a:solidFill>
              <a:latin typeface="Arial" panose="020B0604020202020204" pitchFamily="34" charset="0"/>
              <a:ea typeface="宋体" panose="02010600030101010101" pitchFamily="2" charset="-122"/>
            </a:endParaRPr>
          </a:p>
        </p:txBody>
      </p:sp>
      <p:grpSp>
        <p:nvGrpSpPr>
          <p:cNvPr id="101379" name="Group 163"/>
          <p:cNvGrpSpPr/>
          <p:nvPr/>
        </p:nvGrpSpPr>
        <p:grpSpPr>
          <a:xfrm>
            <a:off x="900113" y="1989138"/>
            <a:ext cx="6897687" cy="2887662"/>
            <a:chOff x="395" y="572"/>
            <a:chExt cx="4345" cy="1819"/>
          </a:xfrm>
        </p:grpSpPr>
        <p:grpSp>
          <p:nvGrpSpPr>
            <p:cNvPr id="101380" name="Group 5"/>
            <p:cNvGrpSpPr/>
            <p:nvPr/>
          </p:nvGrpSpPr>
          <p:grpSpPr>
            <a:xfrm>
              <a:off x="552" y="627"/>
              <a:ext cx="258" cy="202"/>
              <a:chOff x="688" y="945"/>
              <a:chExt cx="258" cy="202"/>
            </a:xfrm>
          </p:grpSpPr>
          <p:sp>
            <p:nvSpPr>
              <p:cNvPr id="101528" name="Line 6"/>
              <p:cNvSpPr/>
              <p:nvPr/>
            </p:nvSpPr>
            <p:spPr>
              <a:xfrm>
                <a:off x="688" y="945"/>
                <a:ext cx="254" cy="1"/>
              </a:xfrm>
              <a:prstGeom prst="line">
                <a:avLst/>
              </a:prstGeom>
              <a:ln w="15875" cap="flat" cmpd="sng">
                <a:solidFill>
                  <a:srgbClr val="000000"/>
                </a:solidFill>
                <a:prstDash val="solid"/>
                <a:headEnd type="none" w="med" len="med"/>
                <a:tailEnd type="none" w="med" len="med"/>
              </a:ln>
            </p:spPr>
          </p:sp>
          <p:sp>
            <p:nvSpPr>
              <p:cNvPr id="101529" name="Rectangle 7"/>
              <p:cNvSpPr/>
              <p:nvPr/>
            </p:nvSpPr>
            <p:spPr>
              <a:xfrm>
                <a:off x="688" y="955"/>
                <a:ext cx="258"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New Roman" panose="02020603050405020304" pitchFamily="18" charset="0"/>
                  </a:rPr>
                  <a:t>WR</a:t>
                </a:r>
                <a:endParaRPr lang="en-US" altLang="zh-CN" sz="1800" b="0" dirty="0">
                  <a:solidFill>
                    <a:schemeClr val="tx1"/>
                  </a:solidFill>
                  <a:latin typeface="Arial" panose="020B0604020202020204" pitchFamily="34" charset="0"/>
                </a:endParaRPr>
              </a:p>
            </p:txBody>
          </p:sp>
        </p:grpSp>
        <p:sp>
          <p:nvSpPr>
            <p:cNvPr id="101381" name="Rectangle 8"/>
            <p:cNvSpPr/>
            <p:nvPr/>
          </p:nvSpPr>
          <p:spPr>
            <a:xfrm>
              <a:off x="500" y="1171"/>
              <a:ext cx="31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CLK</a:t>
              </a:r>
              <a:endParaRPr lang="en-US" altLang="zh-CN" sz="1800" b="0" dirty="0">
                <a:solidFill>
                  <a:schemeClr val="tx1"/>
                </a:solidFill>
                <a:latin typeface="Arial" panose="020B0604020202020204" pitchFamily="34" charset="0"/>
              </a:endParaRPr>
            </a:p>
          </p:txBody>
        </p:sp>
        <p:sp>
          <p:nvSpPr>
            <p:cNvPr id="101382" name="Rectangle 9"/>
            <p:cNvSpPr/>
            <p:nvPr/>
          </p:nvSpPr>
          <p:spPr>
            <a:xfrm>
              <a:off x="395" y="1671"/>
              <a:ext cx="436"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GATE</a:t>
              </a:r>
              <a:endParaRPr lang="en-US" altLang="zh-CN" sz="1800" b="0" dirty="0">
                <a:solidFill>
                  <a:schemeClr val="tx1"/>
                </a:solidFill>
                <a:latin typeface="Arial" panose="020B0604020202020204" pitchFamily="34" charset="0"/>
              </a:endParaRPr>
            </a:p>
          </p:txBody>
        </p:sp>
        <p:sp>
          <p:nvSpPr>
            <p:cNvPr id="101383" name="Rectangle 10"/>
            <p:cNvSpPr/>
            <p:nvPr/>
          </p:nvSpPr>
          <p:spPr>
            <a:xfrm>
              <a:off x="491" y="2199"/>
              <a:ext cx="338"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OUT</a:t>
              </a:r>
              <a:endParaRPr lang="en-US" altLang="zh-CN" sz="1800" b="0" dirty="0">
                <a:solidFill>
                  <a:schemeClr val="tx1"/>
                </a:solidFill>
                <a:latin typeface="Arial" panose="020B0604020202020204" pitchFamily="34" charset="0"/>
              </a:endParaRPr>
            </a:p>
          </p:txBody>
        </p:sp>
        <p:sp>
          <p:nvSpPr>
            <p:cNvPr id="101384" name="Rectangle 11"/>
            <p:cNvSpPr/>
            <p:nvPr/>
          </p:nvSpPr>
          <p:spPr>
            <a:xfrm>
              <a:off x="1111" y="572"/>
              <a:ext cx="267"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CW</a:t>
              </a:r>
              <a:endParaRPr lang="en-US" altLang="zh-CN" sz="1800" b="0" dirty="0">
                <a:solidFill>
                  <a:schemeClr val="tx1"/>
                </a:solidFill>
                <a:latin typeface="Arial" panose="020B0604020202020204" pitchFamily="34" charset="0"/>
              </a:endParaRPr>
            </a:p>
          </p:txBody>
        </p:sp>
        <p:sp>
          <p:nvSpPr>
            <p:cNvPr id="101385" name="Rectangle 12"/>
            <p:cNvSpPr/>
            <p:nvPr/>
          </p:nvSpPr>
          <p:spPr>
            <a:xfrm>
              <a:off x="1565" y="572"/>
              <a:ext cx="298"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N=3</a:t>
              </a:r>
              <a:endParaRPr lang="en-US" altLang="zh-CN" sz="1800" b="0" dirty="0">
                <a:solidFill>
                  <a:schemeClr val="tx1"/>
                </a:solidFill>
                <a:latin typeface="Arial" panose="020B0604020202020204" pitchFamily="34" charset="0"/>
              </a:endParaRPr>
            </a:p>
          </p:txBody>
        </p:sp>
        <p:sp>
          <p:nvSpPr>
            <p:cNvPr id="101386" name="Line 13"/>
            <p:cNvSpPr/>
            <p:nvPr/>
          </p:nvSpPr>
          <p:spPr>
            <a:xfrm flipH="1">
              <a:off x="1041" y="747"/>
              <a:ext cx="103" cy="1"/>
            </a:xfrm>
            <a:prstGeom prst="line">
              <a:avLst/>
            </a:prstGeom>
            <a:ln w="12700" cap="flat" cmpd="sng">
              <a:solidFill>
                <a:srgbClr val="000000"/>
              </a:solidFill>
              <a:prstDash val="solid"/>
              <a:headEnd type="none" w="med" len="med"/>
              <a:tailEnd type="none" w="med" len="med"/>
            </a:ln>
          </p:spPr>
        </p:sp>
        <p:sp>
          <p:nvSpPr>
            <p:cNvPr id="101387" name="Line 14"/>
            <p:cNvSpPr/>
            <p:nvPr/>
          </p:nvSpPr>
          <p:spPr>
            <a:xfrm flipH="1" flipV="1">
              <a:off x="1383" y="748"/>
              <a:ext cx="136" cy="5"/>
            </a:xfrm>
            <a:prstGeom prst="line">
              <a:avLst/>
            </a:prstGeom>
            <a:ln w="12700" cap="flat" cmpd="sng">
              <a:solidFill>
                <a:srgbClr val="000000"/>
              </a:solidFill>
              <a:prstDash val="solid"/>
              <a:headEnd type="none" w="med" len="med"/>
              <a:tailEnd type="none" w="med" len="med"/>
            </a:ln>
          </p:spPr>
        </p:sp>
        <p:sp>
          <p:nvSpPr>
            <p:cNvPr id="101388" name="Line 15"/>
            <p:cNvSpPr/>
            <p:nvPr/>
          </p:nvSpPr>
          <p:spPr>
            <a:xfrm flipH="1" flipV="1">
              <a:off x="1145" y="747"/>
              <a:ext cx="57" cy="188"/>
            </a:xfrm>
            <a:prstGeom prst="line">
              <a:avLst/>
            </a:prstGeom>
            <a:ln w="12700" cap="flat" cmpd="sng">
              <a:solidFill>
                <a:srgbClr val="000000"/>
              </a:solidFill>
              <a:prstDash val="solid"/>
              <a:headEnd type="none" w="med" len="med"/>
              <a:tailEnd type="none" w="med" len="med"/>
            </a:ln>
          </p:spPr>
        </p:sp>
        <p:sp>
          <p:nvSpPr>
            <p:cNvPr id="101389" name="Line 16"/>
            <p:cNvSpPr/>
            <p:nvPr/>
          </p:nvSpPr>
          <p:spPr>
            <a:xfrm flipV="1">
              <a:off x="1338" y="747"/>
              <a:ext cx="44" cy="188"/>
            </a:xfrm>
            <a:prstGeom prst="line">
              <a:avLst/>
            </a:prstGeom>
            <a:ln w="12700" cap="flat" cmpd="sng">
              <a:solidFill>
                <a:srgbClr val="000000"/>
              </a:solidFill>
              <a:prstDash val="solid"/>
              <a:headEnd type="none" w="med" len="med"/>
              <a:tailEnd type="none" w="med" len="med"/>
            </a:ln>
          </p:spPr>
        </p:sp>
        <p:sp>
          <p:nvSpPr>
            <p:cNvPr id="101390" name="Line 17"/>
            <p:cNvSpPr/>
            <p:nvPr/>
          </p:nvSpPr>
          <p:spPr>
            <a:xfrm flipH="1" flipV="1">
              <a:off x="1519" y="747"/>
              <a:ext cx="46" cy="188"/>
            </a:xfrm>
            <a:prstGeom prst="line">
              <a:avLst/>
            </a:prstGeom>
            <a:ln w="12700" cap="flat" cmpd="sng">
              <a:solidFill>
                <a:srgbClr val="000000"/>
              </a:solidFill>
              <a:prstDash val="solid"/>
              <a:headEnd type="none" w="med" len="med"/>
              <a:tailEnd type="none" w="med" len="med"/>
            </a:ln>
          </p:spPr>
        </p:sp>
        <p:sp>
          <p:nvSpPr>
            <p:cNvPr id="101391" name="Line 18"/>
            <p:cNvSpPr/>
            <p:nvPr/>
          </p:nvSpPr>
          <p:spPr>
            <a:xfrm flipV="1">
              <a:off x="1791" y="753"/>
              <a:ext cx="46" cy="178"/>
            </a:xfrm>
            <a:prstGeom prst="line">
              <a:avLst/>
            </a:prstGeom>
            <a:ln w="12700" cap="flat" cmpd="sng">
              <a:solidFill>
                <a:srgbClr val="000000"/>
              </a:solidFill>
              <a:prstDash val="solid"/>
              <a:headEnd type="none" w="med" len="med"/>
              <a:tailEnd type="none" w="med" len="med"/>
            </a:ln>
          </p:spPr>
        </p:sp>
        <p:sp>
          <p:nvSpPr>
            <p:cNvPr id="101392" name="Line 19"/>
            <p:cNvSpPr/>
            <p:nvPr/>
          </p:nvSpPr>
          <p:spPr>
            <a:xfrm>
              <a:off x="1559" y="935"/>
              <a:ext cx="232" cy="1"/>
            </a:xfrm>
            <a:prstGeom prst="line">
              <a:avLst/>
            </a:prstGeom>
            <a:ln w="12700" cap="flat" cmpd="sng">
              <a:solidFill>
                <a:srgbClr val="000000"/>
              </a:solidFill>
              <a:prstDash val="solid"/>
              <a:headEnd type="none" w="med" len="med"/>
              <a:tailEnd type="none" w="med" len="med"/>
            </a:ln>
          </p:spPr>
        </p:sp>
        <p:sp>
          <p:nvSpPr>
            <p:cNvPr id="101393" name="Line 20"/>
            <p:cNvSpPr/>
            <p:nvPr/>
          </p:nvSpPr>
          <p:spPr>
            <a:xfrm flipH="1">
              <a:off x="1837" y="754"/>
              <a:ext cx="635" cy="0"/>
            </a:xfrm>
            <a:prstGeom prst="line">
              <a:avLst/>
            </a:prstGeom>
            <a:ln w="12700" cap="flat" cmpd="sng">
              <a:solidFill>
                <a:srgbClr val="000000"/>
              </a:solidFill>
              <a:prstDash val="solid"/>
              <a:headEnd type="none" w="med" len="med"/>
              <a:tailEnd type="none" w="med" len="med"/>
            </a:ln>
          </p:spPr>
        </p:sp>
        <p:sp>
          <p:nvSpPr>
            <p:cNvPr id="101394" name="Line 21"/>
            <p:cNvSpPr/>
            <p:nvPr/>
          </p:nvSpPr>
          <p:spPr>
            <a:xfrm flipH="1">
              <a:off x="1041" y="2298"/>
              <a:ext cx="464" cy="1"/>
            </a:xfrm>
            <a:prstGeom prst="line">
              <a:avLst/>
            </a:prstGeom>
            <a:ln w="12700" cap="flat" cmpd="sng">
              <a:solidFill>
                <a:srgbClr val="000000"/>
              </a:solidFill>
              <a:prstDash val="solid"/>
              <a:headEnd type="none" w="med" len="med"/>
              <a:tailEnd type="none" w="med" len="med"/>
            </a:ln>
          </p:spPr>
        </p:sp>
        <p:sp>
          <p:nvSpPr>
            <p:cNvPr id="101395" name="Line 22"/>
            <p:cNvSpPr/>
            <p:nvPr/>
          </p:nvSpPr>
          <p:spPr>
            <a:xfrm flipV="1">
              <a:off x="1514" y="2081"/>
              <a:ext cx="95" cy="217"/>
            </a:xfrm>
            <a:prstGeom prst="line">
              <a:avLst/>
            </a:prstGeom>
            <a:ln w="12700" cap="flat" cmpd="sng">
              <a:solidFill>
                <a:srgbClr val="000000"/>
              </a:solidFill>
              <a:prstDash val="solid"/>
              <a:headEnd type="none" w="med" len="med"/>
              <a:tailEnd type="none" w="med" len="med"/>
            </a:ln>
          </p:spPr>
        </p:sp>
        <p:sp>
          <p:nvSpPr>
            <p:cNvPr id="101396" name="Line 23"/>
            <p:cNvSpPr/>
            <p:nvPr/>
          </p:nvSpPr>
          <p:spPr>
            <a:xfrm flipH="1">
              <a:off x="1609" y="2069"/>
              <a:ext cx="2042" cy="13"/>
            </a:xfrm>
            <a:prstGeom prst="line">
              <a:avLst/>
            </a:prstGeom>
            <a:ln w="12700" cap="flat" cmpd="sng">
              <a:solidFill>
                <a:srgbClr val="000000"/>
              </a:solidFill>
              <a:prstDash val="solid"/>
              <a:headEnd type="none" w="med" len="med"/>
              <a:tailEnd type="none" w="med" len="med"/>
            </a:ln>
          </p:spPr>
        </p:sp>
        <p:sp>
          <p:nvSpPr>
            <p:cNvPr id="101397" name="Line 24"/>
            <p:cNvSpPr/>
            <p:nvPr/>
          </p:nvSpPr>
          <p:spPr>
            <a:xfrm flipV="1">
              <a:off x="3969" y="2069"/>
              <a:ext cx="47" cy="217"/>
            </a:xfrm>
            <a:prstGeom prst="line">
              <a:avLst/>
            </a:prstGeom>
            <a:ln w="12700" cap="flat" cmpd="sng">
              <a:solidFill>
                <a:srgbClr val="000000"/>
              </a:solidFill>
              <a:prstDash val="solid"/>
              <a:headEnd type="none" w="med" len="med"/>
              <a:tailEnd type="none" w="med" len="med"/>
            </a:ln>
          </p:spPr>
        </p:sp>
        <p:sp>
          <p:nvSpPr>
            <p:cNvPr id="101398" name="Line 25"/>
            <p:cNvSpPr/>
            <p:nvPr/>
          </p:nvSpPr>
          <p:spPr>
            <a:xfrm flipH="1" flipV="1">
              <a:off x="3651" y="2079"/>
              <a:ext cx="45" cy="217"/>
            </a:xfrm>
            <a:prstGeom prst="line">
              <a:avLst/>
            </a:prstGeom>
            <a:ln w="12700" cap="flat" cmpd="sng">
              <a:solidFill>
                <a:srgbClr val="000000"/>
              </a:solidFill>
              <a:prstDash val="solid"/>
              <a:headEnd type="none" w="med" len="med"/>
              <a:tailEnd type="none" w="med" len="med"/>
            </a:ln>
          </p:spPr>
        </p:sp>
        <p:sp>
          <p:nvSpPr>
            <p:cNvPr id="101399" name="Line 26"/>
            <p:cNvSpPr/>
            <p:nvPr/>
          </p:nvSpPr>
          <p:spPr>
            <a:xfrm flipH="1">
              <a:off x="3696" y="2296"/>
              <a:ext cx="232" cy="1"/>
            </a:xfrm>
            <a:prstGeom prst="line">
              <a:avLst/>
            </a:prstGeom>
            <a:ln w="12700" cap="flat" cmpd="sng">
              <a:solidFill>
                <a:srgbClr val="000000"/>
              </a:solidFill>
              <a:prstDash val="solid"/>
              <a:headEnd type="none" w="med" len="med"/>
              <a:tailEnd type="none" w="med" len="med"/>
            </a:ln>
          </p:spPr>
        </p:sp>
        <p:sp>
          <p:nvSpPr>
            <p:cNvPr id="101400" name="Rectangle 27"/>
            <p:cNvSpPr/>
            <p:nvPr/>
          </p:nvSpPr>
          <p:spPr>
            <a:xfrm>
              <a:off x="2744" y="2114"/>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3</a:t>
              </a:r>
              <a:endParaRPr lang="en-US" altLang="zh-CN" sz="1800" b="0" dirty="0">
                <a:solidFill>
                  <a:schemeClr val="tx1"/>
                </a:solidFill>
                <a:latin typeface="Arial" panose="020B0604020202020204" pitchFamily="34" charset="0"/>
              </a:endParaRPr>
            </a:p>
          </p:txBody>
        </p:sp>
        <p:sp>
          <p:nvSpPr>
            <p:cNvPr id="101401" name="Rectangle 28"/>
            <p:cNvSpPr/>
            <p:nvPr/>
          </p:nvSpPr>
          <p:spPr>
            <a:xfrm>
              <a:off x="3107" y="2114"/>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2</a:t>
              </a:r>
              <a:endParaRPr lang="en-US" altLang="zh-CN" sz="1800" b="0" dirty="0">
                <a:solidFill>
                  <a:schemeClr val="tx1"/>
                </a:solidFill>
                <a:latin typeface="Arial" panose="020B0604020202020204" pitchFamily="34" charset="0"/>
              </a:endParaRPr>
            </a:p>
          </p:txBody>
        </p:sp>
        <p:sp>
          <p:nvSpPr>
            <p:cNvPr id="101402" name="Rectangle 30"/>
            <p:cNvSpPr/>
            <p:nvPr/>
          </p:nvSpPr>
          <p:spPr>
            <a:xfrm>
              <a:off x="3787" y="2069"/>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101403" name="Line 31"/>
            <p:cNvSpPr/>
            <p:nvPr/>
          </p:nvSpPr>
          <p:spPr>
            <a:xfrm>
              <a:off x="1196" y="1192"/>
              <a:ext cx="1" cy="250"/>
            </a:xfrm>
            <a:prstGeom prst="line">
              <a:avLst/>
            </a:prstGeom>
            <a:ln w="12700" cap="flat" cmpd="sng">
              <a:solidFill>
                <a:srgbClr val="000000"/>
              </a:solidFill>
              <a:prstDash val="solid"/>
              <a:headEnd type="none" w="med" len="med"/>
              <a:tailEnd type="none" w="med" len="med"/>
            </a:ln>
          </p:spPr>
        </p:sp>
        <p:sp>
          <p:nvSpPr>
            <p:cNvPr id="101404" name="Line 32"/>
            <p:cNvSpPr/>
            <p:nvPr/>
          </p:nvSpPr>
          <p:spPr>
            <a:xfrm flipH="1">
              <a:off x="1193" y="1192"/>
              <a:ext cx="151" cy="1"/>
            </a:xfrm>
            <a:prstGeom prst="line">
              <a:avLst/>
            </a:prstGeom>
            <a:ln w="12700" cap="flat" cmpd="sng">
              <a:solidFill>
                <a:srgbClr val="000000"/>
              </a:solidFill>
              <a:prstDash val="solid"/>
              <a:headEnd type="none" w="med" len="med"/>
              <a:tailEnd type="none" w="med" len="med"/>
            </a:ln>
          </p:spPr>
        </p:sp>
        <p:sp>
          <p:nvSpPr>
            <p:cNvPr id="101405" name="Line 33"/>
            <p:cNvSpPr/>
            <p:nvPr/>
          </p:nvSpPr>
          <p:spPr>
            <a:xfrm>
              <a:off x="1347" y="1192"/>
              <a:ext cx="1" cy="250"/>
            </a:xfrm>
            <a:prstGeom prst="line">
              <a:avLst/>
            </a:prstGeom>
            <a:ln w="12700" cap="flat" cmpd="sng">
              <a:solidFill>
                <a:srgbClr val="000000"/>
              </a:solidFill>
              <a:prstDash val="solid"/>
              <a:headEnd type="none" w="med" len="med"/>
              <a:tailEnd type="none" w="med" len="med"/>
            </a:ln>
          </p:spPr>
        </p:sp>
        <p:sp>
          <p:nvSpPr>
            <p:cNvPr id="101406" name="Line 34"/>
            <p:cNvSpPr/>
            <p:nvPr/>
          </p:nvSpPr>
          <p:spPr>
            <a:xfrm flipH="1">
              <a:off x="1344" y="1442"/>
              <a:ext cx="174" cy="1"/>
            </a:xfrm>
            <a:prstGeom prst="line">
              <a:avLst/>
            </a:prstGeom>
            <a:ln w="12700" cap="flat" cmpd="sng">
              <a:solidFill>
                <a:srgbClr val="000000"/>
              </a:solidFill>
              <a:prstDash val="solid"/>
              <a:headEnd type="none" w="med" len="med"/>
              <a:tailEnd type="none" w="med" len="med"/>
            </a:ln>
          </p:spPr>
        </p:sp>
        <p:sp>
          <p:nvSpPr>
            <p:cNvPr id="101407" name="Line 35"/>
            <p:cNvSpPr/>
            <p:nvPr/>
          </p:nvSpPr>
          <p:spPr>
            <a:xfrm>
              <a:off x="1521" y="1192"/>
              <a:ext cx="1" cy="250"/>
            </a:xfrm>
            <a:prstGeom prst="line">
              <a:avLst/>
            </a:prstGeom>
            <a:ln w="12700" cap="flat" cmpd="sng">
              <a:solidFill>
                <a:srgbClr val="000000"/>
              </a:solidFill>
              <a:prstDash val="solid"/>
              <a:headEnd type="none" w="med" len="med"/>
              <a:tailEnd type="none" w="med" len="med"/>
            </a:ln>
          </p:spPr>
        </p:sp>
        <p:sp>
          <p:nvSpPr>
            <p:cNvPr id="101408" name="Line 36"/>
            <p:cNvSpPr/>
            <p:nvPr/>
          </p:nvSpPr>
          <p:spPr>
            <a:xfrm flipH="1">
              <a:off x="1518" y="1192"/>
              <a:ext cx="152" cy="1"/>
            </a:xfrm>
            <a:prstGeom prst="line">
              <a:avLst/>
            </a:prstGeom>
            <a:ln w="12700" cap="flat" cmpd="sng">
              <a:solidFill>
                <a:srgbClr val="000000"/>
              </a:solidFill>
              <a:prstDash val="solid"/>
              <a:headEnd type="none" w="med" len="med"/>
              <a:tailEnd type="none" w="med" len="med"/>
            </a:ln>
          </p:spPr>
        </p:sp>
        <p:sp>
          <p:nvSpPr>
            <p:cNvPr id="101409" name="Line 37"/>
            <p:cNvSpPr/>
            <p:nvPr/>
          </p:nvSpPr>
          <p:spPr>
            <a:xfrm flipH="1">
              <a:off x="1670" y="1442"/>
              <a:ext cx="174" cy="1"/>
            </a:xfrm>
            <a:prstGeom prst="line">
              <a:avLst/>
            </a:prstGeom>
            <a:ln w="12700" cap="flat" cmpd="sng">
              <a:solidFill>
                <a:srgbClr val="000000"/>
              </a:solidFill>
              <a:prstDash val="solid"/>
              <a:headEnd type="none" w="med" len="med"/>
              <a:tailEnd type="none" w="med" len="med"/>
            </a:ln>
          </p:spPr>
        </p:sp>
        <p:sp>
          <p:nvSpPr>
            <p:cNvPr id="101410" name="Line 38"/>
            <p:cNvSpPr/>
            <p:nvPr/>
          </p:nvSpPr>
          <p:spPr>
            <a:xfrm>
              <a:off x="1856" y="1192"/>
              <a:ext cx="1" cy="250"/>
            </a:xfrm>
            <a:prstGeom prst="line">
              <a:avLst/>
            </a:prstGeom>
            <a:ln w="12700" cap="flat" cmpd="sng">
              <a:solidFill>
                <a:srgbClr val="000000"/>
              </a:solidFill>
              <a:prstDash val="solid"/>
              <a:headEnd type="none" w="med" len="med"/>
              <a:tailEnd type="none" w="med" len="med"/>
            </a:ln>
          </p:spPr>
        </p:sp>
        <p:sp>
          <p:nvSpPr>
            <p:cNvPr id="101411" name="Line 39"/>
            <p:cNvSpPr/>
            <p:nvPr/>
          </p:nvSpPr>
          <p:spPr>
            <a:xfrm flipH="1">
              <a:off x="1853" y="1192"/>
              <a:ext cx="152" cy="1"/>
            </a:xfrm>
            <a:prstGeom prst="line">
              <a:avLst/>
            </a:prstGeom>
            <a:ln w="12700" cap="flat" cmpd="sng">
              <a:solidFill>
                <a:srgbClr val="000000"/>
              </a:solidFill>
              <a:prstDash val="solid"/>
              <a:headEnd type="none" w="med" len="med"/>
              <a:tailEnd type="none" w="med" len="med"/>
            </a:ln>
          </p:spPr>
        </p:sp>
        <p:sp>
          <p:nvSpPr>
            <p:cNvPr id="101412" name="Line 40"/>
            <p:cNvSpPr/>
            <p:nvPr/>
          </p:nvSpPr>
          <p:spPr>
            <a:xfrm>
              <a:off x="2007" y="1192"/>
              <a:ext cx="1" cy="250"/>
            </a:xfrm>
            <a:prstGeom prst="line">
              <a:avLst/>
            </a:prstGeom>
            <a:ln w="12700" cap="flat" cmpd="sng">
              <a:solidFill>
                <a:srgbClr val="000000"/>
              </a:solidFill>
              <a:prstDash val="solid"/>
              <a:headEnd type="none" w="med" len="med"/>
              <a:tailEnd type="none" w="med" len="med"/>
            </a:ln>
          </p:spPr>
        </p:sp>
        <p:sp>
          <p:nvSpPr>
            <p:cNvPr id="101413" name="Line 41"/>
            <p:cNvSpPr/>
            <p:nvPr/>
          </p:nvSpPr>
          <p:spPr>
            <a:xfrm flipH="1">
              <a:off x="2005" y="1442"/>
              <a:ext cx="173" cy="1"/>
            </a:xfrm>
            <a:prstGeom prst="line">
              <a:avLst/>
            </a:prstGeom>
            <a:ln w="12700" cap="flat" cmpd="sng">
              <a:solidFill>
                <a:srgbClr val="000000"/>
              </a:solidFill>
              <a:prstDash val="solid"/>
              <a:headEnd type="none" w="med" len="med"/>
              <a:tailEnd type="none" w="med" len="med"/>
            </a:ln>
          </p:spPr>
        </p:sp>
        <p:sp>
          <p:nvSpPr>
            <p:cNvPr id="101414" name="Line 42"/>
            <p:cNvSpPr/>
            <p:nvPr/>
          </p:nvSpPr>
          <p:spPr>
            <a:xfrm>
              <a:off x="2190" y="1192"/>
              <a:ext cx="1" cy="250"/>
            </a:xfrm>
            <a:prstGeom prst="line">
              <a:avLst/>
            </a:prstGeom>
            <a:ln w="12700" cap="flat" cmpd="sng">
              <a:solidFill>
                <a:srgbClr val="000000"/>
              </a:solidFill>
              <a:prstDash val="solid"/>
              <a:headEnd type="none" w="med" len="med"/>
              <a:tailEnd type="none" w="med" len="med"/>
            </a:ln>
          </p:spPr>
        </p:sp>
        <p:sp>
          <p:nvSpPr>
            <p:cNvPr id="101415" name="Line 43"/>
            <p:cNvSpPr/>
            <p:nvPr/>
          </p:nvSpPr>
          <p:spPr>
            <a:xfrm flipH="1">
              <a:off x="2188" y="1192"/>
              <a:ext cx="151" cy="1"/>
            </a:xfrm>
            <a:prstGeom prst="line">
              <a:avLst/>
            </a:prstGeom>
            <a:ln w="12700" cap="flat" cmpd="sng">
              <a:solidFill>
                <a:srgbClr val="000000"/>
              </a:solidFill>
              <a:prstDash val="solid"/>
              <a:headEnd type="none" w="med" len="med"/>
              <a:tailEnd type="none" w="med" len="med"/>
            </a:ln>
          </p:spPr>
        </p:sp>
        <p:sp>
          <p:nvSpPr>
            <p:cNvPr id="101416" name="Line 44"/>
            <p:cNvSpPr/>
            <p:nvPr/>
          </p:nvSpPr>
          <p:spPr>
            <a:xfrm>
              <a:off x="2341" y="1192"/>
              <a:ext cx="1" cy="250"/>
            </a:xfrm>
            <a:prstGeom prst="line">
              <a:avLst/>
            </a:prstGeom>
            <a:ln w="12700" cap="flat" cmpd="sng">
              <a:solidFill>
                <a:srgbClr val="000000"/>
              </a:solidFill>
              <a:prstDash val="solid"/>
              <a:headEnd type="none" w="med" len="med"/>
              <a:tailEnd type="none" w="med" len="med"/>
            </a:ln>
          </p:spPr>
        </p:sp>
        <p:sp>
          <p:nvSpPr>
            <p:cNvPr id="101417" name="Line 45"/>
            <p:cNvSpPr/>
            <p:nvPr/>
          </p:nvSpPr>
          <p:spPr>
            <a:xfrm flipH="1">
              <a:off x="2339" y="1442"/>
              <a:ext cx="174" cy="1"/>
            </a:xfrm>
            <a:prstGeom prst="line">
              <a:avLst/>
            </a:prstGeom>
            <a:ln w="12700" cap="flat" cmpd="sng">
              <a:solidFill>
                <a:srgbClr val="000000"/>
              </a:solidFill>
              <a:prstDash val="solid"/>
              <a:headEnd type="none" w="med" len="med"/>
              <a:tailEnd type="none" w="med" len="med"/>
            </a:ln>
          </p:spPr>
        </p:sp>
        <p:sp>
          <p:nvSpPr>
            <p:cNvPr id="101418" name="Line 46"/>
            <p:cNvSpPr/>
            <p:nvPr/>
          </p:nvSpPr>
          <p:spPr>
            <a:xfrm>
              <a:off x="2515" y="1192"/>
              <a:ext cx="1" cy="250"/>
            </a:xfrm>
            <a:prstGeom prst="line">
              <a:avLst/>
            </a:prstGeom>
            <a:ln w="12700" cap="flat" cmpd="sng">
              <a:solidFill>
                <a:srgbClr val="000000"/>
              </a:solidFill>
              <a:prstDash val="solid"/>
              <a:headEnd type="none" w="med" len="med"/>
              <a:tailEnd type="none" w="med" len="med"/>
            </a:ln>
          </p:spPr>
        </p:sp>
        <p:sp>
          <p:nvSpPr>
            <p:cNvPr id="101419" name="Line 47"/>
            <p:cNvSpPr/>
            <p:nvPr/>
          </p:nvSpPr>
          <p:spPr>
            <a:xfrm flipH="1">
              <a:off x="2513" y="1192"/>
              <a:ext cx="152" cy="1"/>
            </a:xfrm>
            <a:prstGeom prst="line">
              <a:avLst/>
            </a:prstGeom>
            <a:ln w="12700" cap="flat" cmpd="sng">
              <a:solidFill>
                <a:srgbClr val="000000"/>
              </a:solidFill>
              <a:prstDash val="solid"/>
              <a:headEnd type="none" w="med" len="med"/>
              <a:tailEnd type="none" w="med" len="med"/>
            </a:ln>
          </p:spPr>
        </p:sp>
        <p:sp>
          <p:nvSpPr>
            <p:cNvPr id="101420" name="Line 48"/>
            <p:cNvSpPr/>
            <p:nvPr/>
          </p:nvSpPr>
          <p:spPr>
            <a:xfrm>
              <a:off x="2667" y="1192"/>
              <a:ext cx="1" cy="250"/>
            </a:xfrm>
            <a:prstGeom prst="line">
              <a:avLst/>
            </a:prstGeom>
            <a:ln w="12700" cap="flat" cmpd="sng">
              <a:solidFill>
                <a:srgbClr val="000000"/>
              </a:solidFill>
              <a:prstDash val="solid"/>
              <a:headEnd type="none" w="med" len="med"/>
              <a:tailEnd type="none" w="med" len="med"/>
            </a:ln>
          </p:spPr>
        </p:sp>
        <p:sp>
          <p:nvSpPr>
            <p:cNvPr id="101421" name="Line 49"/>
            <p:cNvSpPr/>
            <p:nvPr/>
          </p:nvSpPr>
          <p:spPr>
            <a:xfrm flipH="1">
              <a:off x="2665" y="1442"/>
              <a:ext cx="173" cy="1"/>
            </a:xfrm>
            <a:prstGeom prst="line">
              <a:avLst/>
            </a:prstGeom>
            <a:ln w="12700" cap="flat" cmpd="sng">
              <a:solidFill>
                <a:srgbClr val="000000"/>
              </a:solidFill>
              <a:prstDash val="solid"/>
              <a:headEnd type="none" w="med" len="med"/>
              <a:tailEnd type="none" w="med" len="med"/>
            </a:ln>
          </p:spPr>
        </p:sp>
        <p:sp>
          <p:nvSpPr>
            <p:cNvPr id="101422" name="Line 50"/>
            <p:cNvSpPr/>
            <p:nvPr/>
          </p:nvSpPr>
          <p:spPr>
            <a:xfrm>
              <a:off x="2849" y="1192"/>
              <a:ext cx="1" cy="250"/>
            </a:xfrm>
            <a:prstGeom prst="line">
              <a:avLst/>
            </a:prstGeom>
            <a:ln w="12700" cap="flat" cmpd="sng">
              <a:solidFill>
                <a:srgbClr val="000000"/>
              </a:solidFill>
              <a:prstDash val="solid"/>
              <a:headEnd type="none" w="med" len="med"/>
              <a:tailEnd type="none" w="med" len="med"/>
            </a:ln>
          </p:spPr>
        </p:sp>
        <p:sp>
          <p:nvSpPr>
            <p:cNvPr id="101423" name="Line 51"/>
            <p:cNvSpPr/>
            <p:nvPr/>
          </p:nvSpPr>
          <p:spPr>
            <a:xfrm flipH="1">
              <a:off x="2847" y="1192"/>
              <a:ext cx="152" cy="1"/>
            </a:xfrm>
            <a:prstGeom prst="line">
              <a:avLst/>
            </a:prstGeom>
            <a:ln w="12700" cap="flat" cmpd="sng">
              <a:solidFill>
                <a:srgbClr val="000000"/>
              </a:solidFill>
              <a:prstDash val="solid"/>
              <a:headEnd type="none" w="med" len="med"/>
              <a:tailEnd type="none" w="med" len="med"/>
            </a:ln>
          </p:spPr>
        </p:sp>
        <p:sp>
          <p:nvSpPr>
            <p:cNvPr id="101424" name="Line 52"/>
            <p:cNvSpPr/>
            <p:nvPr/>
          </p:nvSpPr>
          <p:spPr>
            <a:xfrm>
              <a:off x="3001" y="1192"/>
              <a:ext cx="1" cy="250"/>
            </a:xfrm>
            <a:prstGeom prst="line">
              <a:avLst/>
            </a:prstGeom>
            <a:ln w="12700" cap="flat" cmpd="sng">
              <a:solidFill>
                <a:srgbClr val="000000"/>
              </a:solidFill>
              <a:prstDash val="solid"/>
              <a:headEnd type="none" w="med" len="med"/>
              <a:tailEnd type="none" w="med" len="med"/>
            </a:ln>
          </p:spPr>
        </p:sp>
        <p:sp>
          <p:nvSpPr>
            <p:cNvPr id="101425" name="Line 53"/>
            <p:cNvSpPr/>
            <p:nvPr/>
          </p:nvSpPr>
          <p:spPr>
            <a:xfrm flipH="1">
              <a:off x="2999" y="1442"/>
              <a:ext cx="174" cy="1"/>
            </a:xfrm>
            <a:prstGeom prst="line">
              <a:avLst/>
            </a:prstGeom>
            <a:ln w="12700" cap="flat" cmpd="sng">
              <a:solidFill>
                <a:srgbClr val="000000"/>
              </a:solidFill>
              <a:prstDash val="solid"/>
              <a:headEnd type="none" w="med" len="med"/>
              <a:tailEnd type="none" w="med" len="med"/>
            </a:ln>
          </p:spPr>
        </p:sp>
        <p:sp>
          <p:nvSpPr>
            <p:cNvPr id="101426" name="Line 54"/>
            <p:cNvSpPr/>
            <p:nvPr/>
          </p:nvSpPr>
          <p:spPr>
            <a:xfrm>
              <a:off x="3184" y="1192"/>
              <a:ext cx="1" cy="250"/>
            </a:xfrm>
            <a:prstGeom prst="line">
              <a:avLst/>
            </a:prstGeom>
            <a:ln w="12700" cap="flat" cmpd="sng">
              <a:solidFill>
                <a:srgbClr val="000000"/>
              </a:solidFill>
              <a:prstDash val="solid"/>
              <a:headEnd type="none" w="med" len="med"/>
              <a:tailEnd type="none" w="med" len="med"/>
            </a:ln>
          </p:spPr>
        </p:sp>
        <p:sp>
          <p:nvSpPr>
            <p:cNvPr id="101427" name="Line 55"/>
            <p:cNvSpPr/>
            <p:nvPr/>
          </p:nvSpPr>
          <p:spPr>
            <a:xfrm flipH="1">
              <a:off x="3182" y="1192"/>
              <a:ext cx="151" cy="1"/>
            </a:xfrm>
            <a:prstGeom prst="line">
              <a:avLst/>
            </a:prstGeom>
            <a:ln w="12700" cap="flat" cmpd="sng">
              <a:solidFill>
                <a:srgbClr val="000000"/>
              </a:solidFill>
              <a:prstDash val="solid"/>
              <a:headEnd type="none" w="med" len="med"/>
              <a:tailEnd type="none" w="med" len="med"/>
            </a:ln>
          </p:spPr>
        </p:sp>
        <p:sp>
          <p:nvSpPr>
            <p:cNvPr id="101428" name="Line 56"/>
            <p:cNvSpPr/>
            <p:nvPr/>
          </p:nvSpPr>
          <p:spPr>
            <a:xfrm>
              <a:off x="3336" y="1192"/>
              <a:ext cx="1" cy="250"/>
            </a:xfrm>
            <a:prstGeom prst="line">
              <a:avLst/>
            </a:prstGeom>
            <a:ln w="12700" cap="flat" cmpd="sng">
              <a:solidFill>
                <a:srgbClr val="000000"/>
              </a:solidFill>
              <a:prstDash val="solid"/>
              <a:headEnd type="none" w="med" len="med"/>
              <a:tailEnd type="none" w="med" len="med"/>
            </a:ln>
          </p:spPr>
        </p:sp>
        <p:sp>
          <p:nvSpPr>
            <p:cNvPr id="101429" name="Line 57"/>
            <p:cNvSpPr/>
            <p:nvPr/>
          </p:nvSpPr>
          <p:spPr>
            <a:xfrm flipH="1">
              <a:off x="3333" y="1442"/>
              <a:ext cx="174" cy="1"/>
            </a:xfrm>
            <a:prstGeom prst="line">
              <a:avLst/>
            </a:prstGeom>
            <a:ln w="12700" cap="flat" cmpd="sng">
              <a:solidFill>
                <a:srgbClr val="000000"/>
              </a:solidFill>
              <a:prstDash val="solid"/>
              <a:headEnd type="none" w="med" len="med"/>
              <a:tailEnd type="none" w="med" len="med"/>
            </a:ln>
          </p:spPr>
        </p:sp>
        <p:sp>
          <p:nvSpPr>
            <p:cNvPr id="101430" name="Line 58"/>
            <p:cNvSpPr/>
            <p:nvPr/>
          </p:nvSpPr>
          <p:spPr>
            <a:xfrm>
              <a:off x="3510" y="1192"/>
              <a:ext cx="1" cy="250"/>
            </a:xfrm>
            <a:prstGeom prst="line">
              <a:avLst/>
            </a:prstGeom>
            <a:ln w="12700" cap="flat" cmpd="sng">
              <a:solidFill>
                <a:srgbClr val="000000"/>
              </a:solidFill>
              <a:prstDash val="solid"/>
              <a:headEnd type="none" w="med" len="med"/>
              <a:tailEnd type="none" w="med" len="med"/>
            </a:ln>
          </p:spPr>
        </p:sp>
        <p:sp>
          <p:nvSpPr>
            <p:cNvPr id="101431" name="Line 59"/>
            <p:cNvSpPr/>
            <p:nvPr/>
          </p:nvSpPr>
          <p:spPr>
            <a:xfrm flipH="1">
              <a:off x="3507" y="1192"/>
              <a:ext cx="152" cy="1"/>
            </a:xfrm>
            <a:prstGeom prst="line">
              <a:avLst/>
            </a:prstGeom>
            <a:ln w="12700" cap="flat" cmpd="sng">
              <a:solidFill>
                <a:srgbClr val="000000"/>
              </a:solidFill>
              <a:prstDash val="solid"/>
              <a:headEnd type="none" w="med" len="med"/>
              <a:tailEnd type="none" w="med" len="med"/>
            </a:ln>
          </p:spPr>
        </p:sp>
        <p:sp>
          <p:nvSpPr>
            <p:cNvPr id="101432" name="Line 60"/>
            <p:cNvSpPr/>
            <p:nvPr/>
          </p:nvSpPr>
          <p:spPr>
            <a:xfrm>
              <a:off x="3661" y="1192"/>
              <a:ext cx="1" cy="250"/>
            </a:xfrm>
            <a:prstGeom prst="line">
              <a:avLst/>
            </a:prstGeom>
            <a:ln w="12700" cap="flat" cmpd="sng">
              <a:solidFill>
                <a:srgbClr val="000000"/>
              </a:solidFill>
              <a:prstDash val="solid"/>
              <a:headEnd type="none" w="med" len="med"/>
              <a:tailEnd type="none" w="med" len="med"/>
            </a:ln>
          </p:spPr>
        </p:sp>
        <p:sp>
          <p:nvSpPr>
            <p:cNvPr id="101433" name="Line 61"/>
            <p:cNvSpPr/>
            <p:nvPr/>
          </p:nvSpPr>
          <p:spPr>
            <a:xfrm flipH="1">
              <a:off x="3659" y="1442"/>
              <a:ext cx="174" cy="1"/>
            </a:xfrm>
            <a:prstGeom prst="line">
              <a:avLst/>
            </a:prstGeom>
            <a:ln w="12700" cap="flat" cmpd="sng">
              <a:solidFill>
                <a:srgbClr val="000000"/>
              </a:solidFill>
              <a:prstDash val="solid"/>
              <a:headEnd type="none" w="med" len="med"/>
              <a:tailEnd type="none" w="med" len="med"/>
            </a:ln>
          </p:spPr>
        </p:sp>
        <p:sp>
          <p:nvSpPr>
            <p:cNvPr id="101434" name="Line 62"/>
            <p:cNvSpPr/>
            <p:nvPr/>
          </p:nvSpPr>
          <p:spPr>
            <a:xfrm>
              <a:off x="3831" y="1192"/>
              <a:ext cx="1" cy="250"/>
            </a:xfrm>
            <a:prstGeom prst="line">
              <a:avLst/>
            </a:prstGeom>
            <a:ln w="12700" cap="flat" cmpd="sng">
              <a:solidFill>
                <a:srgbClr val="000000"/>
              </a:solidFill>
              <a:prstDash val="solid"/>
              <a:headEnd type="none" w="med" len="med"/>
              <a:tailEnd type="none" w="med" len="med"/>
            </a:ln>
          </p:spPr>
        </p:sp>
        <p:sp>
          <p:nvSpPr>
            <p:cNvPr id="101435" name="Line 63"/>
            <p:cNvSpPr/>
            <p:nvPr/>
          </p:nvSpPr>
          <p:spPr>
            <a:xfrm flipH="1">
              <a:off x="3828" y="1192"/>
              <a:ext cx="152" cy="1"/>
            </a:xfrm>
            <a:prstGeom prst="line">
              <a:avLst/>
            </a:prstGeom>
            <a:ln w="12700" cap="flat" cmpd="sng">
              <a:solidFill>
                <a:srgbClr val="000000"/>
              </a:solidFill>
              <a:prstDash val="solid"/>
              <a:headEnd type="none" w="med" len="med"/>
              <a:tailEnd type="none" w="med" len="med"/>
            </a:ln>
          </p:spPr>
        </p:sp>
        <p:sp>
          <p:nvSpPr>
            <p:cNvPr id="101436" name="Line 64"/>
            <p:cNvSpPr/>
            <p:nvPr/>
          </p:nvSpPr>
          <p:spPr>
            <a:xfrm>
              <a:off x="3982" y="1192"/>
              <a:ext cx="1" cy="250"/>
            </a:xfrm>
            <a:prstGeom prst="line">
              <a:avLst/>
            </a:prstGeom>
            <a:ln w="12700" cap="flat" cmpd="sng">
              <a:solidFill>
                <a:srgbClr val="000000"/>
              </a:solidFill>
              <a:prstDash val="solid"/>
              <a:headEnd type="none" w="med" len="med"/>
              <a:tailEnd type="none" w="med" len="med"/>
            </a:ln>
          </p:spPr>
        </p:sp>
        <p:sp>
          <p:nvSpPr>
            <p:cNvPr id="101437" name="Line 65"/>
            <p:cNvSpPr/>
            <p:nvPr/>
          </p:nvSpPr>
          <p:spPr>
            <a:xfrm flipH="1">
              <a:off x="3980" y="1442"/>
              <a:ext cx="174" cy="1"/>
            </a:xfrm>
            <a:prstGeom prst="line">
              <a:avLst/>
            </a:prstGeom>
            <a:ln w="12700" cap="flat" cmpd="sng">
              <a:solidFill>
                <a:srgbClr val="000000"/>
              </a:solidFill>
              <a:prstDash val="solid"/>
              <a:headEnd type="none" w="med" len="med"/>
              <a:tailEnd type="none" w="med" len="med"/>
            </a:ln>
          </p:spPr>
        </p:sp>
        <p:sp>
          <p:nvSpPr>
            <p:cNvPr id="101438" name="Line 66"/>
            <p:cNvSpPr/>
            <p:nvPr/>
          </p:nvSpPr>
          <p:spPr>
            <a:xfrm>
              <a:off x="4156" y="1192"/>
              <a:ext cx="1" cy="250"/>
            </a:xfrm>
            <a:prstGeom prst="line">
              <a:avLst/>
            </a:prstGeom>
            <a:ln w="12700" cap="flat" cmpd="sng">
              <a:solidFill>
                <a:srgbClr val="000000"/>
              </a:solidFill>
              <a:prstDash val="solid"/>
              <a:headEnd type="none" w="med" len="med"/>
              <a:tailEnd type="none" w="med" len="med"/>
            </a:ln>
          </p:spPr>
        </p:sp>
        <p:sp>
          <p:nvSpPr>
            <p:cNvPr id="101439" name="Line 67"/>
            <p:cNvSpPr/>
            <p:nvPr/>
          </p:nvSpPr>
          <p:spPr>
            <a:xfrm flipH="1">
              <a:off x="4154" y="1192"/>
              <a:ext cx="151" cy="1"/>
            </a:xfrm>
            <a:prstGeom prst="line">
              <a:avLst/>
            </a:prstGeom>
            <a:ln w="12700" cap="flat" cmpd="sng">
              <a:solidFill>
                <a:srgbClr val="000000"/>
              </a:solidFill>
              <a:prstDash val="solid"/>
              <a:headEnd type="none" w="med" len="med"/>
              <a:tailEnd type="none" w="med" len="med"/>
            </a:ln>
          </p:spPr>
        </p:sp>
        <p:sp>
          <p:nvSpPr>
            <p:cNvPr id="101440" name="Line 68"/>
            <p:cNvSpPr/>
            <p:nvPr/>
          </p:nvSpPr>
          <p:spPr>
            <a:xfrm>
              <a:off x="4308" y="1192"/>
              <a:ext cx="1" cy="250"/>
            </a:xfrm>
            <a:prstGeom prst="line">
              <a:avLst/>
            </a:prstGeom>
            <a:ln w="12700" cap="flat" cmpd="sng">
              <a:solidFill>
                <a:srgbClr val="000000"/>
              </a:solidFill>
              <a:prstDash val="solid"/>
              <a:headEnd type="none" w="med" len="med"/>
              <a:tailEnd type="none" w="med" len="med"/>
            </a:ln>
          </p:spPr>
        </p:sp>
        <p:sp>
          <p:nvSpPr>
            <p:cNvPr id="101441" name="Line 69"/>
            <p:cNvSpPr/>
            <p:nvPr/>
          </p:nvSpPr>
          <p:spPr>
            <a:xfrm flipH="1">
              <a:off x="4305" y="1442"/>
              <a:ext cx="174" cy="1"/>
            </a:xfrm>
            <a:prstGeom prst="line">
              <a:avLst/>
            </a:prstGeom>
            <a:ln w="12700" cap="flat" cmpd="sng">
              <a:solidFill>
                <a:srgbClr val="000000"/>
              </a:solidFill>
              <a:prstDash val="solid"/>
              <a:headEnd type="none" w="med" len="med"/>
              <a:tailEnd type="none" w="med" len="med"/>
            </a:ln>
          </p:spPr>
        </p:sp>
        <p:sp>
          <p:nvSpPr>
            <p:cNvPr id="101442" name="Line 70"/>
            <p:cNvSpPr/>
            <p:nvPr/>
          </p:nvSpPr>
          <p:spPr>
            <a:xfrm>
              <a:off x="4479" y="1192"/>
              <a:ext cx="1" cy="250"/>
            </a:xfrm>
            <a:prstGeom prst="line">
              <a:avLst/>
            </a:prstGeom>
            <a:ln w="12700" cap="flat" cmpd="sng">
              <a:solidFill>
                <a:srgbClr val="000000"/>
              </a:solidFill>
              <a:prstDash val="solid"/>
              <a:headEnd type="none" w="med" len="med"/>
              <a:tailEnd type="none" w="med" len="med"/>
            </a:ln>
          </p:spPr>
        </p:sp>
        <p:sp>
          <p:nvSpPr>
            <p:cNvPr id="101443" name="Line 71"/>
            <p:cNvSpPr/>
            <p:nvPr/>
          </p:nvSpPr>
          <p:spPr>
            <a:xfrm flipH="1">
              <a:off x="4477" y="1192"/>
              <a:ext cx="152" cy="1"/>
            </a:xfrm>
            <a:prstGeom prst="line">
              <a:avLst/>
            </a:prstGeom>
            <a:ln w="12700" cap="flat" cmpd="sng">
              <a:solidFill>
                <a:srgbClr val="000000"/>
              </a:solidFill>
              <a:prstDash val="solid"/>
              <a:headEnd type="none" w="med" len="med"/>
              <a:tailEnd type="none" w="med" len="med"/>
            </a:ln>
          </p:spPr>
        </p:sp>
        <p:sp>
          <p:nvSpPr>
            <p:cNvPr id="101444" name="Line 72"/>
            <p:cNvSpPr/>
            <p:nvPr/>
          </p:nvSpPr>
          <p:spPr>
            <a:xfrm flipH="1">
              <a:off x="1041" y="1442"/>
              <a:ext cx="151" cy="1"/>
            </a:xfrm>
            <a:prstGeom prst="line">
              <a:avLst/>
            </a:prstGeom>
            <a:ln w="12700" cap="flat" cmpd="sng">
              <a:solidFill>
                <a:srgbClr val="000000"/>
              </a:solidFill>
              <a:prstDash val="solid"/>
              <a:headEnd type="none" w="med" len="med"/>
              <a:tailEnd type="none" w="med" len="med"/>
            </a:ln>
          </p:spPr>
        </p:sp>
        <p:sp>
          <p:nvSpPr>
            <p:cNvPr id="101445" name="Line 73"/>
            <p:cNvSpPr/>
            <p:nvPr/>
          </p:nvSpPr>
          <p:spPr>
            <a:xfrm>
              <a:off x="1672" y="1192"/>
              <a:ext cx="1" cy="250"/>
            </a:xfrm>
            <a:prstGeom prst="line">
              <a:avLst/>
            </a:prstGeom>
            <a:ln w="12700" cap="flat" cmpd="sng">
              <a:solidFill>
                <a:srgbClr val="000000"/>
              </a:solidFill>
              <a:prstDash val="solid"/>
              <a:headEnd type="none" w="med" len="med"/>
              <a:tailEnd type="none" w="med" len="med"/>
            </a:ln>
          </p:spPr>
        </p:sp>
        <p:sp>
          <p:nvSpPr>
            <p:cNvPr id="101446" name="Line 74"/>
            <p:cNvSpPr/>
            <p:nvPr/>
          </p:nvSpPr>
          <p:spPr>
            <a:xfrm>
              <a:off x="2341" y="1414"/>
              <a:ext cx="1" cy="63"/>
            </a:xfrm>
            <a:prstGeom prst="line">
              <a:avLst/>
            </a:prstGeom>
            <a:ln w="12700" cap="flat" cmpd="sng">
              <a:solidFill>
                <a:srgbClr val="000000"/>
              </a:solidFill>
              <a:prstDash val="solid"/>
              <a:headEnd type="none" w="med" len="med"/>
              <a:tailEnd type="none" w="med" len="med"/>
            </a:ln>
          </p:spPr>
        </p:sp>
        <p:sp>
          <p:nvSpPr>
            <p:cNvPr id="101447" name="Line 75"/>
            <p:cNvSpPr/>
            <p:nvPr/>
          </p:nvSpPr>
          <p:spPr>
            <a:xfrm>
              <a:off x="2341" y="1516"/>
              <a:ext cx="1" cy="63"/>
            </a:xfrm>
            <a:prstGeom prst="line">
              <a:avLst/>
            </a:prstGeom>
            <a:ln w="12700" cap="flat" cmpd="sng">
              <a:solidFill>
                <a:srgbClr val="000000"/>
              </a:solidFill>
              <a:prstDash val="solid"/>
              <a:headEnd type="none" w="med" len="med"/>
              <a:tailEnd type="none" w="med" len="med"/>
            </a:ln>
          </p:spPr>
        </p:sp>
        <p:sp>
          <p:nvSpPr>
            <p:cNvPr id="101448" name="Line 76"/>
            <p:cNvSpPr/>
            <p:nvPr/>
          </p:nvSpPr>
          <p:spPr>
            <a:xfrm>
              <a:off x="2341" y="1618"/>
              <a:ext cx="1" cy="63"/>
            </a:xfrm>
            <a:prstGeom prst="line">
              <a:avLst/>
            </a:prstGeom>
            <a:ln w="12700" cap="flat" cmpd="sng">
              <a:solidFill>
                <a:srgbClr val="000000"/>
              </a:solidFill>
              <a:prstDash val="solid"/>
              <a:headEnd type="none" w="med" len="med"/>
              <a:tailEnd type="none" w="med" len="med"/>
            </a:ln>
          </p:spPr>
        </p:sp>
        <p:sp>
          <p:nvSpPr>
            <p:cNvPr id="101449" name="Line 77"/>
            <p:cNvSpPr/>
            <p:nvPr/>
          </p:nvSpPr>
          <p:spPr>
            <a:xfrm>
              <a:off x="2341" y="1720"/>
              <a:ext cx="1" cy="63"/>
            </a:xfrm>
            <a:prstGeom prst="line">
              <a:avLst/>
            </a:prstGeom>
            <a:ln w="12700" cap="flat" cmpd="sng">
              <a:solidFill>
                <a:srgbClr val="000000"/>
              </a:solidFill>
              <a:prstDash val="solid"/>
              <a:headEnd type="none" w="med" len="med"/>
              <a:tailEnd type="none" w="med" len="med"/>
            </a:ln>
          </p:spPr>
        </p:sp>
        <p:sp>
          <p:nvSpPr>
            <p:cNvPr id="101450" name="Line 78"/>
            <p:cNvSpPr/>
            <p:nvPr/>
          </p:nvSpPr>
          <p:spPr>
            <a:xfrm>
              <a:off x="2341" y="1822"/>
              <a:ext cx="1" cy="63"/>
            </a:xfrm>
            <a:prstGeom prst="line">
              <a:avLst/>
            </a:prstGeom>
            <a:ln w="12700" cap="flat" cmpd="sng">
              <a:solidFill>
                <a:srgbClr val="000000"/>
              </a:solidFill>
              <a:prstDash val="solid"/>
              <a:headEnd type="none" w="med" len="med"/>
              <a:tailEnd type="none" w="med" len="med"/>
            </a:ln>
          </p:spPr>
        </p:sp>
        <p:sp>
          <p:nvSpPr>
            <p:cNvPr id="101451" name="Line 79"/>
            <p:cNvSpPr/>
            <p:nvPr/>
          </p:nvSpPr>
          <p:spPr>
            <a:xfrm>
              <a:off x="2341" y="1924"/>
              <a:ext cx="1" cy="63"/>
            </a:xfrm>
            <a:prstGeom prst="line">
              <a:avLst/>
            </a:prstGeom>
            <a:ln w="12700" cap="flat" cmpd="sng">
              <a:solidFill>
                <a:srgbClr val="000000"/>
              </a:solidFill>
              <a:prstDash val="solid"/>
              <a:headEnd type="none" w="med" len="med"/>
              <a:tailEnd type="none" w="med" len="med"/>
            </a:ln>
          </p:spPr>
        </p:sp>
        <p:sp>
          <p:nvSpPr>
            <p:cNvPr id="101452" name="Line 80"/>
            <p:cNvSpPr/>
            <p:nvPr/>
          </p:nvSpPr>
          <p:spPr>
            <a:xfrm>
              <a:off x="2341" y="2026"/>
              <a:ext cx="1" cy="63"/>
            </a:xfrm>
            <a:prstGeom prst="line">
              <a:avLst/>
            </a:prstGeom>
            <a:ln w="12700" cap="flat" cmpd="sng">
              <a:solidFill>
                <a:srgbClr val="000000"/>
              </a:solidFill>
              <a:prstDash val="solid"/>
              <a:headEnd type="none" w="med" len="med"/>
              <a:tailEnd type="none" w="med" len="med"/>
            </a:ln>
          </p:spPr>
        </p:sp>
        <p:sp>
          <p:nvSpPr>
            <p:cNvPr id="101453" name="Line 81"/>
            <p:cNvSpPr/>
            <p:nvPr/>
          </p:nvSpPr>
          <p:spPr>
            <a:xfrm>
              <a:off x="2341" y="2128"/>
              <a:ext cx="1" cy="63"/>
            </a:xfrm>
            <a:prstGeom prst="line">
              <a:avLst/>
            </a:prstGeom>
            <a:ln w="12700" cap="flat" cmpd="sng">
              <a:solidFill>
                <a:srgbClr val="000000"/>
              </a:solidFill>
              <a:prstDash val="solid"/>
              <a:headEnd type="none" w="med" len="med"/>
              <a:tailEnd type="none" w="med" len="med"/>
            </a:ln>
          </p:spPr>
        </p:sp>
        <p:sp>
          <p:nvSpPr>
            <p:cNvPr id="101454" name="Line 82"/>
            <p:cNvSpPr/>
            <p:nvPr/>
          </p:nvSpPr>
          <p:spPr>
            <a:xfrm>
              <a:off x="2341" y="2230"/>
              <a:ext cx="1" cy="63"/>
            </a:xfrm>
            <a:prstGeom prst="line">
              <a:avLst/>
            </a:prstGeom>
            <a:ln w="12700" cap="flat" cmpd="sng">
              <a:solidFill>
                <a:srgbClr val="000000"/>
              </a:solidFill>
              <a:prstDash val="solid"/>
              <a:headEnd type="none" w="med" len="med"/>
              <a:tailEnd type="none" w="med" len="med"/>
            </a:ln>
          </p:spPr>
        </p:sp>
        <p:sp>
          <p:nvSpPr>
            <p:cNvPr id="101455" name="Line 83"/>
            <p:cNvSpPr/>
            <p:nvPr/>
          </p:nvSpPr>
          <p:spPr>
            <a:xfrm>
              <a:off x="2341" y="2332"/>
              <a:ext cx="1" cy="27"/>
            </a:xfrm>
            <a:prstGeom prst="line">
              <a:avLst/>
            </a:prstGeom>
            <a:ln w="12700" cap="flat" cmpd="sng">
              <a:solidFill>
                <a:srgbClr val="000000"/>
              </a:solidFill>
              <a:prstDash val="solid"/>
              <a:headEnd type="none" w="med" len="med"/>
              <a:tailEnd type="none" w="med" len="med"/>
            </a:ln>
          </p:spPr>
        </p:sp>
        <p:sp>
          <p:nvSpPr>
            <p:cNvPr id="101456" name="Line 84"/>
            <p:cNvSpPr/>
            <p:nvPr/>
          </p:nvSpPr>
          <p:spPr>
            <a:xfrm>
              <a:off x="2667" y="1414"/>
              <a:ext cx="1" cy="63"/>
            </a:xfrm>
            <a:prstGeom prst="line">
              <a:avLst/>
            </a:prstGeom>
            <a:ln w="12700" cap="flat" cmpd="sng">
              <a:solidFill>
                <a:srgbClr val="000000"/>
              </a:solidFill>
              <a:prstDash val="solid"/>
              <a:headEnd type="none" w="med" len="med"/>
              <a:tailEnd type="none" w="med" len="med"/>
            </a:ln>
          </p:spPr>
        </p:sp>
        <p:sp>
          <p:nvSpPr>
            <p:cNvPr id="101457" name="Line 85"/>
            <p:cNvSpPr/>
            <p:nvPr/>
          </p:nvSpPr>
          <p:spPr>
            <a:xfrm>
              <a:off x="2667" y="1516"/>
              <a:ext cx="1" cy="63"/>
            </a:xfrm>
            <a:prstGeom prst="line">
              <a:avLst/>
            </a:prstGeom>
            <a:ln w="12700" cap="flat" cmpd="sng">
              <a:solidFill>
                <a:srgbClr val="000000"/>
              </a:solidFill>
              <a:prstDash val="solid"/>
              <a:headEnd type="none" w="med" len="med"/>
              <a:tailEnd type="none" w="med" len="med"/>
            </a:ln>
          </p:spPr>
        </p:sp>
        <p:sp>
          <p:nvSpPr>
            <p:cNvPr id="101458" name="Line 86"/>
            <p:cNvSpPr/>
            <p:nvPr/>
          </p:nvSpPr>
          <p:spPr>
            <a:xfrm>
              <a:off x="2667" y="1618"/>
              <a:ext cx="1" cy="63"/>
            </a:xfrm>
            <a:prstGeom prst="line">
              <a:avLst/>
            </a:prstGeom>
            <a:ln w="12700" cap="flat" cmpd="sng">
              <a:solidFill>
                <a:srgbClr val="000000"/>
              </a:solidFill>
              <a:prstDash val="solid"/>
              <a:headEnd type="none" w="med" len="med"/>
              <a:tailEnd type="none" w="med" len="med"/>
            </a:ln>
          </p:spPr>
        </p:sp>
        <p:sp>
          <p:nvSpPr>
            <p:cNvPr id="101459" name="Line 87"/>
            <p:cNvSpPr/>
            <p:nvPr/>
          </p:nvSpPr>
          <p:spPr>
            <a:xfrm>
              <a:off x="2667" y="1720"/>
              <a:ext cx="1" cy="63"/>
            </a:xfrm>
            <a:prstGeom prst="line">
              <a:avLst/>
            </a:prstGeom>
            <a:ln w="12700" cap="flat" cmpd="sng">
              <a:solidFill>
                <a:srgbClr val="000000"/>
              </a:solidFill>
              <a:prstDash val="solid"/>
              <a:headEnd type="none" w="med" len="med"/>
              <a:tailEnd type="none" w="med" len="med"/>
            </a:ln>
          </p:spPr>
        </p:sp>
        <p:sp>
          <p:nvSpPr>
            <p:cNvPr id="101460" name="Line 88"/>
            <p:cNvSpPr/>
            <p:nvPr/>
          </p:nvSpPr>
          <p:spPr>
            <a:xfrm>
              <a:off x="2667" y="1822"/>
              <a:ext cx="1" cy="63"/>
            </a:xfrm>
            <a:prstGeom prst="line">
              <a:avLst/>
            </a:prstGeom>
            <a:ln w="12700" cap="flat" cmpd="sng">
              <a:solidFill>
                <a:srgbClr val="000000"/>
              </a:solidFill>
              <a:prstDash val="solid"/>
              <a:headEnd type="none" w="med" len="med"/>
              <a:tailEnd type="none" w="med" len="med"/>
            </a:ln>
          </p:spPr>
        </p:sp>
        <p:sp>
          <p:nvSpPr>
            <p:cNvPr id="101461" name="Line 89"/>
            <p:cNvSpPr/>
            <p:nvPr/>
          </p:nvSpPr>
          <p:spPr>
            <a:xfrm>
              <a:off x="2667" y="1924"/>
              <a:ext cx="1" cy="63"/>
            </a:xfrm>
            <a:prstGeom prst="line">
              <a:avLst/>
            </a:prstGeom>
            <a:ln w="12700" cap="flat" cmpd="sng">
              <a:solidFill>
                <a:srgbClr val="000000"/>
              </a:solidFill>
              <a:prstDash val="solid"/>
              <a:headEnd type="none" w="med" len="med"/>
              <a:tailEnd type="none" w="med" len="med"/>
            </a:ln>
          </p:spPr>
        </p:sp>
        <p:sp>
          <p:nvSpPr>
            <p:cNvPr id="101462" name="Line 90"/>
            <p:cNvSpPr/>
            <p:nvPr/>
          </p:nvSpPr>
          <p:spPr>
            <a:xfrm>
              <a:off x="2667" y="2026"/>
              <a:ext cx="1" cy="63"/>
            </a:xfrm>
            <a:prstGeom prst="line">
              <a:avLst/>
            </a:prstGeom>
            <a:ln w="12700" cap="flat" cmpd="sng">
              <a:solidFill>
                <a:srgbClr val="000000"/>
              </a:solidFill>
              <a:prstDash val="solid"/>
              <a:headEnd type="none" w="med" len="med"/>
              <a:tailEnd type="none" w="med" len="med"/>
            </a:ln>
          </p:spPr>
        </p:sp>
        <p:sp>
          <p:nvSpPr>
            <p:cNvPr id="101463" name="Line 91"/>
            <p:cNvSpPr/>
            <p:nvPr/>
          </p:nvSpPr>
          <p:spPr>
            <a:xfrm>
              <a:off x="2667" y="2128"/>
              <a:ext cx="1" cy="63"/>
            </a:xfrm>
            <a:prstGeom prst="line">
              <a:avLst/>
            </a:prstGeom>
            <a:ln w="12700" cap="flat" cmpd="sng">
              <a:solidFill>
                <a:srgbClr val="000000"/>
              </a:solidFill>
              <a:prstDash val="solid"/>
              <a:headEnd type="none" w="med" len="med"/>
              <a:tailEnd type="none" w="med" len="med"/>
            </a:ln>
          </p:spPr>
        </p:sp>
        <p:sp>
          <p:nvSpPr>
            <p:cNvPr id="101464" name="Line 92"/>
            <p:cNvSpPr/>
            <p:nvPr/>
          </p:nvSpPr>
          <p:spPr>
            <a:xfrm>
              <a:off x="2667" y="2230"/>
              <a:ext cx="1" cy="63"/>
            </a:xfrm>
            <a:prstGeom prst="line">
              <a:avLst/>
            </a:prstGeom>
            <a:ln w="12700" cap="flat" cmpd="sng">
              <a:solidFill>
                <a:srgbClr val="000000"/>
              </a:solidFill>
              <a:prstDash val="solid"/>
              <a:headEnd type="none" w="med" len="med"/>
              <a:tailEnd type="none" w="med" len="med"/>
            </a:ln>
          </p:spPr>
        </p:sp>
        <p:sp>
          <p:nvSpPr>
            <p:cNvPr id="101465" name="Line 93"/>
            <p:cNvSpPr/>
            <p:nvPr/>
          </p:nvSpPr>
          <p:spPr>
            <a:xfrm>
              <a:off x="2667" y="2332"/>
              <a:ext cx="1" cy="27"/>
            </a:xfrm>
            <a:prstGeom prst="line">
              <a:avLst/>
            </a:prstGeom>
            <a:ln w="12700" cap="flat" cmpd="sng">
              <a:solidFill>
                <a:srgbClr val="000000"/>
              </a:solidFill>
              <a:prstDash val="solid"/>
              <a:headEnd type="none" w="med" len="med"/>
              <a:tailEnd type="none" w="med" len="med"/>
            </a:ln>
          </p:spPr>
        </p:sp>
        <p:sp>
          <p:nvSpPr>
            <p:cNvPr id="101466" name="Line 94"/>
            <p:cNvSpPr/>
            <p:nvPr/>
          </p:nvSpPr>
          <p:spPr>
            <a:xfrm>
              <a:off x="3001" y="1414"/>
              <a:ext cx="1" cy="63"/>
            </a:xfrm>
            <a:prstGeom prst="line">
              <a:avLst/>
            </a:prstGeom>
            <a:ln w="12700" cap="flat" cmpd="sng">
              <a:solidFill>
                <a:srgbClr val="000000"/>
              </a:solidFill>
              <a:prstDash val="solid"/>
              <a:headEnd type="none" w="med" len="med"/>
              <a:tailEnd type="none" w="med" len="med"/>
            </a:ln>
          </p:spPr>
        </p:sp>
        <p:sp>
          <p:nvSpPr>
            <p:cNvPr id="101467" name="Line 95"/>
            <p:cNvSpPr/>
            <p:nvPr/>
          </p:nvSpPr>
          <p:spPr>
            <a:xfrm>
              <a:off x="3001" y="1516"/>
              <a:ext cx="1" cy="63"/>
            </a:xfrm>
            <a:prstGeom prst="line">
              <a:avLst/>
            </a:prstGeom>
            <a:ln w="12700" cap="flat" cmpd="sng">
              <a:solidFill>
                <a:srgbClr val="000000"/>
              </a:solidFill>
              <a:prstDash val="solid"/>
              <a:headEnd type="none" w="med" len="med"/>
              <a:tailEnd type="none" w="med" len="med"/>
            </a:ln>
          </p:spPr>
        </p:sp>
        <p:sp>
          <p:nvSpPr>
            <p:cNvPr id="101468" name="Line 96"/>
            <p:cNvSpPr/>
            <p:nvPr/>
          </p:nvSpPr>
          <p:spPr>
            <a:xfrm>
              <a:off x="3001" y="1618"/>
              <a:ext cx="1" cy="63"/>
            </a:xfrm>
            <a:prstGeom prst="line">
              <a:avLst/>
            </a:prstGeom>
            <a:ln w="12700" cap="flat" cmpd="sng">
              <a:solidFill>
                <a:srgbClr val="000000"/>
              </a:solidFill>
              <a:prstDash val="solid"/>
              <a:headEnd type="none" w="med" len="med"/>
              <a:tailEnd type="none" w="med" len="med"/>
            </a:ln>
          </p:spPr>
        </p:sp>
        <p:sp>
          <p:nvSpPr>
            <p:cNvPr id="101469" name="Line 97"/>
            <p:cNvSpPr/>
            <p:nvPr/>
          </p:nvSpPr>
          <p:spPr>
            <a:xfrm>
              <a:off x="3001" y="1720"/>
              <a:ext cx="1" cy="63"/>
            </a:xfrm>
            <a:prstGeom prst="line">
              <a:avLst/>
            </a:prstGeom>
            <a:ln w="12700" cap="flat" cmpd="sng">
              <a:solidFill>
                <a:srgbClr val="000000"/>
              </a:solidFill>
              <a:prstDash val="solid"/>
              <a:headEnd type="none" w="med" len="med"/>
              <a:tailEnd type="none" w="med" len="med"/>
            </a:ln>
          </p:spPr>
        </p:sp>
        <p:sp>
          <p:nvSpPr>
            <p:cNvPr id="101470" name="Line 98"/>
            <p:cNvSpPr/>
            <p:nvPr/>
          </p:nvSpPr>
          <p:spPr>
            <a:xfrm>
              <a:off x="3001" y="1822"/>
              <a:ext cx="1" cy="63"/>
            </a:xfrm>
            <a:prstGeom prst="line">
              <a:avLst/>
            </a:prstGeom>
            <a:ln w="12700" cap="flat" cmpd="sng">
              <a:solidFill>
                <a:srgbClr val="000000"/>
              </a:solidFill>
              <a:prstDash val="solid"/>
              <a:headEnd type="none" w="med" len="med"/>
              <a:tailEnd type="none" w="med" len="med"/>
            </a:ln>
          </p:spPr>
        </p:sp>
        <p:sp>
          <p:nvSpPr>
            <p:cNvPr id="101471" name="Line 99"/>
            <p:cNvSpPr/>
            <p:nvPr/>
          </p:nvSpPr>
          <p:spPr>
            <a:xfrm>
              <a:off x="3001" y="1924"/>
              <a:ext cx="1" cy="63"/>
            </a:xfrm>
            <a:prstGeom prst="line">
              <a:avLst/>
            </a:prstGeom>
            <a:ln w="12700" cap="flat" cmpd="sng">
              <a:solidFill>
                <a:srgbClr val="000000"/>
              </a:solidFill>
              <a:prstDash val="solid"/>
              <a:headEnd type="none" w="med" len="med"/>
              <a:tailEnd type="none" w="med" len="med"/>
            </a:ln>
          </p:spPr>
        </p:sp>
        <p:sp>
          <p:nvSpPr>
            <p:cNvPr id="101472" name="Line 100"/>
            <p:cNvSpPr/>
            <p:nvPr/>
          </p:nvSpPr>
          <p:spPr>
            <a:xfrm>
              <a:off x="3001" y="2026"/>
              <a:ext cx="1" cy="63"/>
            </a:xfrm>
            <a:prstGeom prst="line">
              <a:avLst/>
            </a:prstGeom>
            <a:ln w="12700" cap="flat" cmpd="sng">
              <a:solidFill>
                <a:srgbClr val="000000"/>
              </a:solidFill>
              <a:prstDash val="solid"/>
              <a:headEnd type="none" w="med" len="med"/>
              <a:tailEnd type="none" w="med" len="med"/>
            </a:ln>
          </p:spPr>
        </p:sp>
        <p:sp>
          <p:nvSpPr>
            <p:cNvPr id="101473" name="Line 101"/>
            <p:cNvSpPr/>
            <p:nvPr/>
          </p:nvSpPr>
          <p:spPr>
            <a:xfrm>
              <a:off x="3001" y="2128"/>
              <a:ext cx="1" cy="63"/>
            </a:xfrm>
            <a:prstGeom prst="line">
              <a:avLst/>
            </a:prstGeom>
            <a:ln w="12700" cap="flat" cmpd="sng">
              <a:solidFill>
                <a:srgbClr val="000000"/>
              </a:solidFill>
              <a:prstDash val="solid"/>
              <a:headEnd type="none" w="med" len="med"/>
              <a:tailEnd type="none" w="med" len="med"/>
            </a:ln>
          </p:spPr>
        </p:sp>
        <p:sp>
          <p:nvSpPr>
            <p:cNvPr id="101474" name="Line 102"/>
            <p:cNvSpPr/>
            <p:nvPr/>
          </p:nvSpPr>
          <p:spPr>
            <a:xfrm>
              <a:off x="3001" y="2230"/>
              <a:ext cx="1" cy="63"/>
            </a:xfrm>
            <a:prstGeom prst="line">
              <a:avLst/>
            </a:prstGeom>
            <a:ln w="12700" cap="flat" cmpd="sng">
              <a:solidFill>
                <a:srgbClr val="000000"/>
              </a:solidFill>
              <a:prstDash val="solid"/>
              <a:headEnd type="none" w="med" len="med"/>
              <a:tailEnd type="none" w="med" len="med"/>
            </a:ln>
          </p:spPr>
        </p:sp>
        <p:sp>
          <p:nvSpPr>
            <p:cNvPr id="101475" name="Line 103"/>
            <p:cNvSpPr/>
            <p:nvPr/>
          </p:nvSpPr>
          <p:spPr>
            <a:xfrm>
              <a:off x="3001" y="2332"/>
              <a:ext cx="1" cy="27"/>
            </a:xfrm>
            <a:prstGeom prst="line">
              <a:avLst/>
            </a:prstGeom>
            <a:ln w="12700" cap="flat" cmpd="sng">
              <a:solidFill>
                <a:srgbClr val="000000"/>
              </a:solidFill>
              <a:prstDash val="solid"/>
              <a:headEnd type="none" w="med" len="med"/>
              <a:tailEnd type="none" w="med" len="med"/>
            </a:ln>
          </p:spPr>
        </p:sp>
        <p:sp>
          <p:nvSpPr>
            <p:cNvPr id="101476" name="Line 104"/>
            <p:cNvSpPr/>
            <p:nvPr/>
          </p:nvSpPr>
          <p:spPr>
            <a:xfrm>
              <a:off x="3338" y="1414"/>
              <a:ext cx="1" cy="63"/>
            </a:xfrm>
            <a:prstGeom prst="line">
              <a:avLst/>
            </a:prstGeom>
            <a:ln w="12700" cap="flat" cmpd="sng">
              <a:solidFill>
                <a:srgbClr val="000000"/>
              </a:solidFill>
              <a:prstDash val="solid"/>
              <a:headEnd type="none" w="med" len="med"/>
              <a:tailEnd type="none" w="med" len="med"/>
            </a:ln>
          </p:spPr>
        </p:sp>
        <p:sp>
          <p:nvSpPr>
            <p:cNvPr id="101477" name="Line 105"/>
            <p:cNvSpPr/>
            <p:nvPr/>
          </p:nvSpPr>
          <p:spPr>
            <a:xfrm>
              <a:off x="3338" y="1516"/>
              <a:ext cx="1" cy="63"/>
            </a:xfrm>
            <a:prstGeom prst="line">
              <a:avLst/>
            </a:prstGeom>
            <a:ln w="12700" cap="flat" cmpd="sng">
              <a:solidFill>
                <a:srgbClr val="000000"/>
              </a:solidFill>
              <a:prstDash val="solid"/>
              <a:headEnd type="none" w="med" len="med"/>
              <a:tailEnd type="none" w="med" len="med"/>
            </a:ln>
          </p:spPr>
        </p:sp>
        <p:sp>
          <p:nvSpPr>
            <p:cNvPr id="101478" name="Line 106"/>
            <p:cNvSpPr/>
            <p:nvPr/>
          </p:nvSpPr>
          <p:spPr>
            <a:xfrm>
              <a:off x="3338" y="1618"/>
              <a:ext cx="1" cy="63"/>
            </a:xfrm>
            <a:prstGeom prst="line">
              <a:avLst/>
            </a:prstGeom>
            <a:ln w="12700" cap="flat" cmpd="sng">
              <a:solidFill>
                <a:srgbClr val="000000"/>
              </a:solidFill>
              <a:prstDash val="solid"/>
              <a:headEnd type="none" w="med" len="med"/>
              <a:tailEnd type="none" w="med" len="med"/>
            </a:ln>
          </p:spPr>
        </p:sp>
        <p:sp>
          <p:nvSpPr>
            <p:cNvPr id="101479" name="Line 107"/>
            <p:cNvSpPr/>
            <p:nvPr/>
          </p:nvSpPr>
          <p:spPr>
            <a:xfrm>
              <a:off x="3338" y="1720"/>
              <a:ext cx="1" cy="63"/>
            </a:xfrm>
            <a:prstGeom prst="line">
              <a:avLst/>
            </a:prstGeom>
            <a:ln w="12700" cap="flat" cmpd="sng">
              <a:solidFill>
                <a:srgbClr val="000000"/>
              </a:solidFill>
              <a:prstDash val="solid"/>
              <a:headEnd type="none" w="med" len="med"/>
              <a:tailEnd type="none" w="med" len="med"/>
            </a:ln>
          </p:spPr>
        </p:sp>
        <p:sp>
          <p:nvSpPr>
            <p:cNvPr id="101480" name="Line 108"/>
            <p:cNvSpPr/>
            <p:nvPr/>
          </p:nvSpPr>
          <p:spPr>
            <a:xfrm>
              <a:off x="3338" y="1822"/>
              <a:ext cx="1" cy="63"/>
            </a:xfrm>
            <a:prstGeom prst="line">
              <a:avLst/>
            </a:prstGeom>
            <a:ln w="12700" cap="flat" cmpd="sng">
              <a:solidFill>
                <a:srgbClr val="000000"/>
              </a:solidFill>
              <a:prstDash val="solid"/>
              <a:headEnd type="none" w="med" len="med"/>
              <a:tailEnd type="none" w="med" len="med"/>
            </a:ln>
          </p:spPr>
        </p:sp>
        <p:sp>
          <p:nvSpPr>
            <p:cNvPr id="101481" name="Line 109"/>
            <p:cNvSpPr/>
            <p:nvPr/>
          </p:nvSpPr>
          <p:spPr>
            <a:xfrm>
              <a:off x="3338" y="1924"/>
              <a:ext cx="1" cy="63"/>
            </a:xfrm>
            <a:prstGeom prst="line">
              <a:avLst/>
            </a:prstGeom>
            <a:ln w="12700" cap="flat" cmpd="sng">
              <a:solidFill>
                <a:srgbClr val="000000"/>
              </a:solidFill>
              <a:prstDash val="solid"/>
              <a:headEnd type="none" w="med" len="med"/>
              <a:tailEnd type="none" w="med" len="med"/>
            </a:ln>
          </p:spPr>
        </p:sp>
        <p:sp>
          <p:nvSpPr>
            <p:cNvPr id="101482" name="Line 110"/>
            <p:cNvSpPr/>
            <p:nvPr/>
          </p:nvSpPr>
          <p:spPr>
            <a:xfrm>
              <a:off x="3338" y="2128"/>
              <a:ext cx="1" cy="63"/>
            </a:xfrm>
            <a:prstGeom prst="line">
              <a:avLst/>
            </a:prstGeom>
            <a:ln w="12700" cap="flat" cmpd="sng">
              <a:solidFill>
                <a:srgbClr val="000000"/>
              </a:solidFill>
              <a:prstDash val="solid"/>
              <a:headEnd type="none" w="med" len="med"/>
              <a:tailEnd type="none" w="med" len="med"/>
            </a:ln>
          </p:spPr>
        </p:sp>
        <p:sp>
          <p:nvSpPr>
            <p:cNvPr id="101483" name="Line 111"/>
            <p:cNvSpPr/>
            <p:nvPr/>
          </p:nvSpPr>
          <p:spPr>
            <a:xfrm>
              <a:off x="3338" y="2230"/>
              <a:ext cx="1" cy="63"/>
            </a:xfrm>
            <a:prstGeom prst="line">
              <a:avLst/>
            </a:prstGeom>
            <a:ln w="12700" cap="flat" cmpd="sng">
              <a:solidFill>
                <a:srgbClr val="000000"/>
              </a:solidFill>
              <a:prstDash val="solid"/>
              <a:headEnd type="none" w="med" len="med"/>
              <a:tailEnd type="none" w="med" len="med"/>
            </a:ln>
          </p:spPr>
        </p:sp>
        <p:sp>
          <p:nvSpPr>
            <p:cNvPr id="101484" name="Line 112"/>
            <p:cNvSpPr/>
            <p:nvPr/>
          </p:nvSpPr>
          <p:spPr>
            <a:xfrm>
              <a:off x="3338" y="2332"/>
              <a:ext cx="1" cy="27"/>
            </a:xfrm>
            <a:prstGeom prst="line">
              <a:avLst/>
            </a:prstGeom>
            <a:ln w="12700" cap="flat" cmpd="sng">
              <a:solidFill>
                <a:srgbClr val="000000"/>
              </a:solidFill>
              <a:prstDash val="solid"/>
              <a:headEnd type="none" w="med" len="med"/>
              <a:tailEnd type="none" w="med" len="med"/>
            </a:ln>
          </p:spPr>
        </p:sp>
        <p:sp>
          <p:nvSpPr>
            <p:cNvPr id="101485" name="Line 113"/>
            <p:cNvSpPr/>
            <p:nvPr/>
          </p:nvSpPr>
          <p:spPr>
            <a:xfrm>
              <a:off x="3661" y="1414"/>
              <a:ext cx="1" cy="63"/>
            </a:xfrm>
            <a:prstGeom prst="line">
              <a:avLst/>
            </a:prstGeom>
            <a:ln w="12700" cap="flat" cmpd="sng">
              <a:solidFill>
                <a:srgbClr val="000000"/>
              </a:solidFill>
              <a:prstDash val="solid"/>
              <a:headEnd type="none" w="med" len="med"/>
              <a:tailEnd type="none" w="med" len="med"/>
            </a:ln>
          </p:spPr>
        </p:sp>
        <p:sp>
          <p:nvSpPr>
            <p:cNvPr id="101486" name="Line 114"/>
            <p:cNvSpPr/>
            <p:nvPr/>
          </p:nvSpPr>
          <p:spPr>
            <a:xfrm>
              <a:off x="3661" y="1516"/>
              <a:ext cx="1" cy="63"/>
            </a:xfrm>
            <a:prstGeom prst="line">
              <a:avLst/>
            </a:prstGeom>
            <a:ln w="12700" cap="flat" cmpd="sng">
              <a:solidFill>
                <a:srgbClr val="000000"/>
              </a:solidFill>
              <a:prstDash val="solid"/>
              <a:headEnd type="none" w="med" len="med"/>
              <a:tailEnd type="none" w="med" len="med"/>
            </a:ln>
          </p:spPr>
        </p:sp>
        <p:sp>
          <p:nvSpPr>
            <p:cNvPr id="101487" name="Line 115"/>
            <p:cNvSpPr/>
            <p:nvPr/>
          </p:nvSpPr>
          <p:spPr>
            <a:xfrm>
              <a:off x="3661" y="1618"/>
              <a:ext cx="1" cy="63"/>
            </a:xfrm>
            <a:prstGeom prst="line">
              <a:avLst/>
            </a:prstGeom>
            <a:ln w="12700" cap="flat" cmpd="sng">
              <a:solidFill>
                <a:srgbClr val="000000"/>
              </a:solidFill>
              <a:prstDash val="solid"/>
              <a:headEnd type="none" w="med" len="med"/>
              <a:tailEnd type="none" w="med" len="med"/>
            </a:ln>
          </p:spPr>
        </p:sp>
        <p:sp>
          <p:nvSpPr>
            <p:cNvPr id="101488" name="Line 116"/>
            <p:cNvSpPr/>
            <p:nvPr/>
          </p:nvSpPr>
          <p:spPr>
            <a:xfrm>
              <a:off x="3661" y="1720"/>
              <a:ext cx="1" cy="63"/>
            </a:xfrm>
            <a:prstGeom prst="line">
              <a:avLst/>
            </a:prstGeom>
            <a:ln w="12700" cap="flat" cmpd="sng">
              <a:solidFill>
                <a:srgbClr val="000000"/>
              </a:solidFill>
              <a:prstDash val="solid"/>
              <a:headEnd type="none" w="med" len="med"/>
              <a:tailEnd type="none" w="med" len="med"/>
            </a:ln>
          </p:spPr>
        </p:sp>
        <p:sp>
          <p:nvSpPr>
            <p:cNvPr id="101489" name="Line 117"/>
            <p:cNvSpPr/>
            <p:nvPr/>
          </p:nvSpPr>
          <p:spPr>
            <a:xfrm>
              <a:off x="3661" y="1822"/>
              <a:ext cx="1" cy="63"/>
            </a:xfrm>
            <a:prstGeom prst="line">
              <a:avLst/>
            </a:prstGeom>
            <a:ln w="12700" cap="flat" cmpd="sng">
              <a:solidFill>
                <a:srgbClr val="000000"/>
              </a:solidFill>
              <a:prstDash val="solid"/>
              <a:headEnd type="none" w="med" len="med"/>
              <a:tailEnd type="none" w="med" len="med"/>
            </a:ln>
          </p:spPr>
        </p:sp>
        <p:sp>
          <p:nvSpPr>
            <p:cNvPr id="101490" name="Line 118"/>
            <p:cNvSpPr/>
            <p:nvPr/>
          </p:nvSpPr>
          <p:spPr>
            <a:xfrm>
              <a:off x="3661" y="1924"/>
              <a:ext cx="1" cy="63"/>
            </a:xfrm>
            <a:prstGeom prst="line">
              <a:avLst/>
            </a:prstGeom>
            <a:ln w="12700" cap="flat" cmpd="sng">
              <a:solidFill>
                <a:srgbClr val="000000"/>
              </a:solidFill>
              <a:prstDash val="solid"/>
              <a:headEnd type="none" w="med" len="med"/>
              <a:tailEnd type="none" w="med" len="med"/>
            </a:ln>
          </p:spPr>
        </p:sp>
        <p:sp>
          <p:nvSpPr>
            <p:cNvPr id="101491" name="Line 119"/>
            <p:cNvSpPr/>
            <p:nvPr/>
          </p:nvSpPr>
          <p:spPr>
            <a:xfrm>
              <a:off x="3661" y="2026"/>
              <a:ext cx="1" cy="63"/>
            </a:xfrm>
            <a:prstGeom prst="line">
              <a:avLst/>
            </a:prstGeom>
            <a:ln w="12700" cap="flat" cmpd="sng">
              <a:solidFill>
                <a:srgbClr val="000000"/>
              </a:solidFill>
              <a:prstDash val="solid"/>
              <a:headEnd type="none" w="med" len="med"/>
              <a:tailEnd type="none" w="med" len="med"/>
            </a:ln>
          </p:spPr>
        </p:sp>
        <p:sp>
          <p:nvSpPr>
            <p:cNvPr id="101492" name="Line 120"/>
            <p:cNvSpPr/>
            <p:nvPr/>
          </p:nvSpPr>
          <p:spPr>
            <a:xfrm>
              <a:off x="3661" y="2128"/>
              <a:ext cx="1" cy="63"/>
            </a:xfrm>
            <a:prstGeom prst="line">
              <a:avLst/>
            </a:prstGeom>
            <a:ln w="12700" cap="flat" cmpd="sng">
              <a:solidFill>
                <a:srgbClr val="000000"/>
              </a:solidFill>
              <a:prstDash val="solid"/>
              <a:headEnd type="none" w="med" len="med"/>
              <a:tailEnd type="none" w="med" len="med"/>
            </a:ln>
          </p:spPr>
        </p:sp>
        <p:sp>
          <p:nvSpPr>
            <p:cNvPr id="101493" name="Line 121"/>
            <p:cNvSpPr/>
            <p:nvPr/>
          </p:nvSpPr>
          <p:spPr>
            <a:xfrm>
              <a:off x="3661" y="2332"/>
              <a:ext cx="1" cy="27"/>
            </a:xfrm>
            <a:prstGeom prst="line">
              <a:avLst/>
            </a:prstGeom>
            <a:ln w="12700" cap="flat" cmpd="sng">
              <a:solidFill>
                <a:srgbClr val="000000"/>
              </a:solidFill>
              <a:prstDash val="solid"/>
              <a:headEnd type="none" w="med" len="med"/>
              <a:tailEnd type="none" w="med" len="med"/>
            </a:ln>
          </p:spPr>
        </p:sp>
        <p:sp>
          <p:nvSpPr>
            <p:cNvPr id="101494" name="Line 122"/>
            <p:cNvSpPr/>
            <p:nvPr/>
          </p:nvSpPr>
          <p:spPr>
            <a:xfrm>
              <a:off x="3983" y="1414"/>
              <a:ext cx="1" cy="63"/>
            </a:xfrm>
            <a:prstGeom prst="line">
              <a:avLst/>
            </a:prstGeom>
            <a:ln w="12700" cap="flat" cmpd="sng">
              <a:solidFill>
                <a:srgbClr val="000000"/>
              </a:solidFill>
              <a:prstDash val="solid"/>
              <a:headEnd type="none" w="med" len="med"/>
              <a:tailEnd type="none" w="med" len="med"/>
            </a:ln>
          </p:spPr>
        </p:sp>
        <p:sp>
          <p:nvSpPr>
            <p:cNvPr id="101495" name="Line 123"/>
            <p:cNvSpPr/>
            <p:nvPr/>
          </p:nvSpPr>
          <p:spPr>
            <a:xfrm>
              <a:off x="3983" y="1516"/>
              <a:ext cx="1" cy="63"/>
            </a:xfrm>
            <a:prstGeom prst="line">
              <a:avLst/>
            </a:prstGeom>
            <a:ln w="12700" cap="flat" cmpd="sng">
              <a:solidFill>
                <a:srgbClr val="000000"/>
              </a:solidFill>
              <a:prstDash val="solid"/>
              <a:headEnd type="none" w="med" len="med"/>
              <a:tailEnd type="none" w="med" len="med"/>
            </a:ln>
          </p:spPr>
        </p:sp>
        <p:sp>
          <p:nvSpPr>
            <p:cNvPr id="101496" name="Line 124"/>
            <p:cNvSpPr/>
            <p:nvPr/>
          </p:nvSpPr>
          <p:spPr>
            <a:xfrm>
              <a:off x="3983" y="1618"/>
              <a:ext cx="1" cy="63"/>
            </a:xfrm>
            <a:prstGeom prst="line">
              <a:avLst/>
            </a:prstGeom>
            <a:ln w="12700" cap="flat" cmpd="sng">
              <a:solidFill>
                <a:srgbClr val="000000"/>
              </a:solidFill>
              <a:prstDash val="solid"/>
              <a:headEnd type="none" w="med" len="med"/>
              <a:tailEnd type="none" w="med" len="med"/>
            </a:ln>
          </p:spPr>
        </p:sp>
        <p:sp>
          <p:nvSpPr>
            <p:cNvPr id="101497" name="Line 125"/>
            <p:cNvSpPr/>
            <p:nvPr/>
          </p:nvSpPr>
          <p:spPr>
            <a:xfrm>
              <a:off x="3983" y="1720"/>
              <a:ext cx="1" cy="63"/>
            </a:xfrm>
            <a:prstGeom prst="line">
              <a:avLst/>
            </a:prstGeom>
            <a:ln w="12700" cap="flat" cmpd="sng">
              <a:solidFill>
                <a:srgbClr val="000000"/>
              </a:solidFill>
              <a:prstDash val="solid"/>
              <a:headEnd type="none" w="med" len="med"/>
              <a:tailEnd type="none" w="med" len="med"/>
            </a:ln>
          </p:spPr>
        </p:sp>
        <p:sp>
          <p:nvSpPr>
            <p:cNvPr id="101498" name="Line 126"/>
            <p:cNvSpPr/>
            <p:nvPr/>
          </p:nvSpPr>
          <p:spPr>
            <a:xfrm>
              <a:off x="3983" y="1822"/>
              <a:ext cx="1" cy="63"/>
            </a:xfrm>
            <a:prstGeom prst="line">
              <a:avLst/>
            </a:prstGeom>
            <a:ln w="12700" cap="flat" cmpd="sng">
              <a:solidFill>
                <a:srgbClr val="000000"/>
              </a:solidFill>
              <a:prstDash val="solid"/>
              <a:headEnd type="none" w="med" len="med"/>
              <a:tailEnd type="none" w="med" len="med"/>
            </a:ln>
          </p:spPr>
        </p:sp>
        <p:sp>
          <p:nvSpPr>
            <p:cNvPr id="101499" name="Line 127"/>
            <p:cNvSpPr/>
            <p:nvPr/>
          </p:nvSpPr>
          <p:spPr>
            <a:xfrm>
              <a:off x="3983" y="1924"/>
              <a:ext cx="1" cy="63"/>
            </a:xfrm>
            <a:prstGeom prst="line">
              <a:avLst/>
            </a:prstGeom>
            <a:ln w="12700" cap="flat" cmpd="sng">
              <a:solidFill>
                <a:srgbClr val="000000"/>
              </a:solidFill>
              <a:prstDash val="solid"/>
              <a:headEnd type="none" w="med" len="med"/>
              <a:tailEnd type="none" w="med" len="med"/>
            </a:ln>
          </p:spPr>
        </p:sp>
        <p:sp>
          <p:nvSpPr>
            <p:cNvPr id="101500" name="Line 128"/>
            <p:cNvSpPr/>
            <p:nvPr/>
          </p:nvSpPr>
          <p:spPr>
            <a:xfrm>
              <a:off x="3983" y="2026"/>
              <a:ext cx="1" cy="63"/>
            </a:xfrm>
            <a:prstGeom prst="line">
              <a:avLst/>
            </a:prstGeom>
            <a:ln w="12700" cap="flat" cmpd="sng">
              <a:solidFill>
                <a:srgbClr val="000000"/>
              </a:solidFill>
              <a:prstDash val="solid"/>
              <a:headEnd type="none" w="med" len="med"/>
              <a:tailEnd type="none" w="med" len="med"/>
            </a:ln>
          </p:spPr>
        </p:sp>
        <p:sp>
          <p:nvSpPr>
            <p:cNvPr id="101501" name="Line 129"/>
            <p:cNvSpPr/>
            <p:nvPr/>
          </p:nvSpPr>
          <p:spPr>
            <a:xfrm>
              <a:off x="3983" y="2128"/>
              <a:ext cx="1" cy="63"/>
            </a:xfrm>
            <a:prstGeom prst="line">
              <a:avLst/>
            </a:prstGeom>
            <a:ln w="12700" cap="flat" cmpd="sng">
              <a:solidFill>
                <a:srgbClr val="000000"/>
              </a:solidFill>
              <a:prstDash val="solid"/>
              <a:headEnd type="none" w="med" len="med"/>
              <a:tailEnd type="none" w="med" len="med"/>
            </a:ln>
          </p:spPr>
        </p:sp>
        <p:sp>
          <p:nvSpPr>
            <p:cNvPr id="101502" name="Line 130"/>
            <p:cNvSpPr/>
            <p:nvPr/>
          </p:nvSpPr>
          <p:spPr>
            <a:xfrm>
              <a:off x="3983" y="2230"/>
              <a:ext cx="1" cy="63"/>
            </a:xfrm>
            <a:prstGeom prst="line">
              <a:avLst/>
            </a:prstGeom>
            <a:ln w="12700" cap="flat" cmpd="sng">
              <a:solidFill>
                <a:srgbClr val="000000"/>
              </a:solidFill>
              <a:prstDash val="solid"/>
              <a:headEnd type="none" w="med" len="med"/>
              <a:tailEnd type="none" w="med" len="med"/>
            </a:ln>
          </p:spPr>
        </p:sp>
        <p:sp>
          <p:nvSpPr>
            <p:cNvPr id="101503" name="Line 131"/>
            <p:cNvSpPr/>
            <p:nvPr/>
          </p:nvSpPr>
          <p:spPr>
            <a:xfrm>
              <a:off x="3983" y="2332"/>
              <a:ext cx="1" cy="27"/>
            </a:xfrm>
            <a:prstGeom prst="line">
              <a:avLst/>
            </a:prstGeom>
            <a:ln w="12700" cap="flat" cmpd="sng">
              <a:solidFill>
                <a:srgbClr val="000000"/>
              </a:solidFill>
              <a:prstDash val="solid"/>
              <a:headEnd type="none" w="med" len="med"/>
              <a:tailEnd type="none" w="med" len="med"/>
            </a:ln>
          </p:spPr>
        </p:sp>
        <p:sp>
          <p:nvSpPr>
            <p:cNvPr id="101504" name="Line 132"/>
            <p:cNvSpPr/>
            <p:nvPr/>
          </p:nvSpPr>
          <p:spPr>
            <a:xfrm>
              <a:off x="4308" y="1414"/>
              <a:ext cx="1" cy="63"/>
            </a:xfrm>
            <a:prstGeom prst="line">
              <a:avLst/>
            </a:prstGeom>
            <a:ln w="12700" cap="flat" cmpd="sng">
              <a:solidFill>
                <a:srgbClr val="000000"/>
              </a:solidFill>
              <a:prstDash val="solid"/>
              <a:headEnd type="none" w="med" len="med"/>
              <a:tailEnd type="none" w="med" len="med"/>
            </a:ln>
          </p:spPr>
        </p:sp>
        <p:sp>
          <p:nvSpPr>
            <p:cNvPr id="101505" name="Line 133"/>
            <p:cNvSpPr/>
            <p:nvPr/>
          </p:nvSpPr>
          <p:spPr>
            <a:xfrm>
              <a:off x="4308" y="1516"/>
              <a:ext cx="1" cy="63"/>
            </a:xfrm>
            <a:prstGeom prst="line">
              <a:avLst/>
            </a:prstGeom>
            <a:ln w="12700" cap="flat" cmpd="sng">
              <a:solidFill>
                <a:srgbClr val="000000"/>
              </a:solidFill>
              <a:prstDash val="solid"/>
              <a:headEnd type="none" w="med" len="med"/>
              <a:tailEnd type="none" w="med" len="med"/>
            </a:ln>
          </p:spPr>
        </p:sp>
        <p:sp>
          <p:nvSpPr>
            <p:cNvPr id="101506" name="Line 134"/>
            <p:cNvSpPr/>
            <p:nvPr/>
          </p:nvSpPr>
          <p:spPr>
            <a:xfrm>
              <a:off x="4308" y="1618"/>
              <a:ext cx="1" cy="63"/>
            </a:xfrm>
            <a:prstGeom prst="line">
              <a:avLst/>
            </a:prstGeom>
            <a:ln w="12700" cap="flat" cmpd="sng">
              <a:solidFill>
                <a:srgbClr val="000000"/>
              </a:solidFill>
              <a:prstDash val="solid"/>
              <a:headEnd type="none" w="med" len="med"/>
              <a:tailEnd type="none" w="med" len="med"/>
            </a:ln>
          </p:spPr>
        </p:sp>
        <p:sp>
          <p:nvSpPr>
            <p:cNvPr id="101507" name="Line 135"/>
            <p:cNvSpPr/>
            <p:nvPr/>
          </p:nvSpPr>
          <p:spPr>
            <a:xfrm>
              <a:off x="4308" y="1720"/>
              <a:ext cx="1" cy="63"/>
            </a:xfrm>
            <a:prstGeom prst="line">
              <a:avLst/>
            </a:prstGeom>
            <a:ln w="12700" cap="flat" cmpd="sng">
              <a:solidFill>
                <a:srgbClr val="000000"/>
              </a:solidFill>
              <a:prstDash val="solid"/>
              <a:headEnd type="none" w="med" len="med"/>
              <a:tailEnd type="none" w="med" len="med"/>
            </a:ln>
          </p:spPr>
        </p:sp>
        <p:sp>
          <p:nvSpPr>
            <p:cNvPr id="101508" name="Line 136"/>
            <p:cNvSpPr/>
            <p:nvPr/>
          </p:nvSpPr>
          <p:spPr>
            <a:xfrm>
              <a:off x="4308" y="1822"/>
              <a:ext cx="1" cy="63"/>
            </a:xfrm>
            <a:prstGeom prst="line">
              <a:avLst/>
            </a:prstGeom>
            <a:ln w="12700" cap="flat" cmpd="sng">
              <a:solidFill>
                <a:srgbClr val="000000"/>
              </a:solidFill>
              <a:prstDash val="solid"/>
              <a:headEnd type="none" w="med" len="med"/>
              <a:tailEnd type="none" w="med" len="med"/>
            </a:ln>
          </p:spPr>
        </p:sp>
        <p:sp>
          <p:nvSpPr>
            <p:cNvPr id="101509" name="Line 137"/>
            <p:cNvSpPr/>
            <p:nvPr/>
          </p:nvSpPr>
          <p:spPr>
            <a:xfrm>
              <a:off x="4308" y="1924"/>
              <a:ext cx="1" cy="63"/>
            </a:xfrm>
            <a:prstGeom prst="line">
              <a:avLst/>
            </a:prstGeom>
            <a:ln w="12700" cap="flat" cmpd="sng">
              <a:solidFill>
                <a:srgbClr val="000000"/>
              </a:solidFill>
              <a:prstDash val="solid"/>
              <a:headEnd type="none" w="med" len="med"/>
              <a:tailEnd type="none" w="med" len="med"/>
            </a:ln>
          </p:spPr>
        </p:sp>
        <p:sp>
          <p:nvSpPr>
            <p:cNvPr id="101510" name="Line 138"/>
            <p:cNvSpPr/>
            <p:nvPr/>
          </p:nvSpPr>
          <p:spPr>
            <a:xfrm>
              <a:off x="4308" y="2026"/>
              <a:ext cx="1" cy="63"/>
            </a:xfrm>
            <a:prstGeom prst="line">
              <a:avLst/>
            </a:prstGeom>
            <a:ln w="12700" cap="flat" cmpd="sng">
              <a:solidFill>
                <a:srgbClr val="000000"/>
              </a:solidFill>
              <a:prstDash val="solid"/>
              <a:headEnd type="none" w="med" len="med"/>
              <a:tailEnd type="none" w="med" len="med"/>
            </a:ln>
          </p:spPr>
        </p:sp>
        <p:sp>
          <p:nvSpPr>
            <p:cNvPr id="101511" name="Line 139"/>
            <p:cNvSpPr/>
            <p:nvPr/>
          </p:nvSpPr>
          <p:spPr>
            <a:xfrm>
              <a:off x="4308" y="2230"/>
              <a:ext cx="1" cy="63"/>
            </a:xfrm>
            <a:prstGeom prst="line">
              <a:avLst/>
            </a:prstGeom>
            <a:ln w="12700" cap="flat" cmpd="sng">
              <a:solidFill>
                <a:srgbClr val="000000"/>
              </a:solidFill>
              <a:prstDash val="solid"/>
              <a:headEnd type="none" w="med" len="med"/>
              <a:tailEnd type="none" w="med" len="med"/>
            </a:ln>
          </p:spPr>
        </p:sp>
        <p:sp>
          <p:nvSpPr>
            <p:cNvPr id="101512" name="Line 140"/>
            <p:cNvSpPr/>
            <p:nvPr/>
          </p:nvSpPr>
          <p:spPr>
            <a:xfrm>
              <a:off x="4308" y="2332"/>
              <a:ext cx="1" cy="27"/>
            </a:xfrm>
            <a:prstGeom prst="line">
              <a:avLst/>
            </a:prstGeom>
            <a:ln w="12700" cap="flat" cmpd="sng">
              <a:solidFill>
                <a:srgbClr val="000000"/>
              </a:solidFill>
              <a:prstDash val="solid"/>
              <a:headEnd type="none" w="med" len="med"/>
              <a:tailEnd type="none" w="med" len="med"/>
            </a:ln>
          </p:spPr>
        </p:sp>
        <p:sp>
          <p:nvSpPr>
            <p:cNvPr id="101513" name="Line 141"/>
            <p:cNvSpPr/>
            <p:nvPr/>
          </p:nvSpPr>
          <p:spPr>
            <a:xfrm flipH="1" flipV="1">
              <a:off x="1042" y="1832"/>
              <a:ext cx="1333" cy="4"/>
            </a:xfrm>
            <a:prstGeom prst="line">
              <a:avLst/>
            </a:prstGeom>
            <a:ln w="12700" cap="flat" cmpd="sng">
              <a:solidFill>
                <a:srgbClr val="000000"/>
              </a:solidFill>
              <a:prstDash val="solid"/>
              <a:headEnd type="none" w="med" len="med"/>
              <a:tailEnd type="none" w="med" len="med"/>
            </a:ln>
          </p:spPr>
        </p:sp>
        <p:sp>
          <p:nvSpPr>
            <p:cNvPr id="101514" name="Line 142"/>
            <p:cNvSpPr/>
            <p:nvPr/>
          </p:nvSpPr>
          <p:spPr>
            <a:xfrm>
              <a:off x="2389" y="1581"/>
              <a:ext cx="1" cy="250"/>
            </a:xfrm>
            <a:prstGeom prst="line">
              <a:avLst/>
            </a:prstGeom>
            <a:ln w="12700" cap="flat" cmpd="sng">
              <a:solidFill>
                <a:srgbClr val="000000"/>
              </a:solidFill>
              <a:prstDash val="solid"/>
              <a:headEnd type="none" w="med" len="med"/>
              <a:tailEnd type="none" w="med" len="med"/>
            </a:ln>
          </p:spPr>
        </p:sp>
        <p:sp>
          <p:nvSpPr>
            <p:cNvPr id="101515" name="Line 143"/>
            <p:cNvSpPr/>
            <p:nvPr/>
          </p:nvSpPr>
          <p:spPr>
            <a:xfrm flipH="1">
              <a:off x="2389" y="1580"/>
              <a:ext cx="183" cy="7"/>
            </a:xfrm>
            <a:prstGeom prst="line">
              <a:avLst/>
            </a:prstGeom>
            <a:ln w="12700" cap="flat" cmpd="sng">
              <a:solidFill>
                <a:srgbClr val="000000"/>
              </a:solidFill>
              <a:prstDash val="solid"/>
              <a:headEnd type="none" w="med" len="med"/>
              <a:tailEnd type="none" w="med" len="med"/>
            </a:ln>
          </p:spPr>
        </p:sp>
        <p:sp>
          <p:nvSpPr>
            <p:cNvPr id="101516" name="Line 144"/>
            <p:cNvSpPr/>
            <p:nvPr/>
          </p:nvSpPr>
          <p:spPr>
            <a:xfrm>
              <a:off x="2571" y="1581"/>
              <a:ext cx="1" cy="250"/>
            </a:xfrm>
            <a:prstGeom prst="line">
              <a:avLst/>
            </a:prstGeom>
            <a:ln w="12700" cap="flat" cmpd="sng">
              <a:solidFill>
                <a:srgbClr val="000000"/>
              </a:solidFill>
              <a:prstDash val="solid"/>
              <a:headEnd type="none" w="med" len="med"/>
              <a:tailEnd type="none" w="med" len="med"/>
            </a:ln>
          </p:spPr>
        </p:sp>
        <p:sp>
          <p:nvSpPr>
            <p:cNvPr id="101517" name="Line 148"/>
            <p:cNvSpPr/>
            <p:nvPr/>
          </p:nvSpPr>
          <p:spPr>
            <a:xfrm>
              <a:off x="1202" y="935"/>
              <a:ext cx="136" cy="0"/>
            </a:xfrm>
            <a:prstGeom prst="line">
              <a:avLst/>
            </a:prstGeom>
            <a:ln w="12700" cap="flat" cmpd="sng">
              <a:solidFill>
                <a:schemeClr val="tx1"/>
              </a:solidFill>
              <a:prstDash val="solid"/>
              <a:headEnd type="none" w="med" len="med"/>
              <a:tailEnd type="none" w="med" len="med"/>
            </a:ln>
          </p:spPr>
        </p:sp>
        <p:sp>
          <p:nvSpPr>
            <p:cNvPr id="101518" name="Line 149"/>
            <p:cNvSpPr/>
            <p:nvPr/>
          </p:nvSpPr>
          <p:spPr>
            <a:xfrm>
              <a:off x="4014" y="2069"/>
              <a:ext cx="726" cy="0"/>
            </a:xfrm>
            <a:prstGeom prst="line">
              <a:avLst/>
            </a:prstGeom>
            <a:ln w="9525" cap="flat" cmpd="sng">
              <a:solidFill>
                <a:schemeClr val="tx1"/>
              </a:solidFill>
              <a:prstDash val="solid"/>
              <a:headEnd type="none" w="med" len="med"/>
              <a:tailEnd type="none" w="med" len="med"/>
            </a:ln>
          </p:spPr>
        </p:sp>
        <p:sp>
          <p:nvSpPr>
            <p:cNvPr id="101519" name="Line 150"/>
            <p:cNvSpPr/>
            <p:nvPr/>
          </p:nvSpPr>
          <p:spPr>
            <a:xfrm>
              <a:off x="2571" y="1842"/>
              <a:ext cx="763" cy="0"/>
            </a:xfrm>
            <a:prstGeom prst="line">
              <a:avLst/>
            </a:prstGeom>
            <a:ln w="9525" cap="flat" cmpd="sng">
              <a:solidFill>
                <a:schemeClr val="tx1"/>
              </a:solidFill>
              <a:prstDash val="solid"/>
              <a:headEnd type="none" w="med" len="med"/>
              <a:tailEnd type="none" w="med" len="med"/>
            </a:ln>
          </p:spPr>
        </p:sp>
        <p:sp>
          <p:nvSpPr>
            <p:cNvPr id="101520" name="Line 151"/>
            <p:cNvSpPr/>
            <p:nvPr/>
          </p:nvSpPr>
          <p:spPr>
            <a:xfrm>
              <a:off x="3288" y="1842"/>
              <a:ext cx="1452" cy="0"/>
            </a:xfrm>
            <a:prstGeom prst="line">
              <a:avLst/>
            </a:prstGeom>
            <a:ln w="9525" cap="flat" cmpd="sng">
              <a:solidFill>
                <a:schemeClr val="tx1"/>
              </a:solidFill>
              <a:prstDash val="solid"/>
              <a:headEnd type="none" w="med" len="med"/>
              <a:tailEnd type="none" w="med" len="med"/>
            </a:ln>
          </p:spPr>
        </p:sp>
        <p:sp>
          <p:nvSpPr>
            <p:cNvPr id="101521" name="Rectangle 152"/>
            <p:cNvSpPr/>
            <p:nvPr/>
          </p:nvSpPr>
          <p:spPr>
            <a:xfrm>
              <a:off x="3470" y="2115"/>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101522" name="Line 154"/>
            <p:cNvSpPr/>
            <p:nvPr/>
          </p:nvSpPr>
          <p:spPr>
            <a:xfrm flipH="1">
              <a:off x="2789" y="754"/>
              <a:ext cx="1951" cy="0"/>
            </a:xfrm>
            <a:prstGeom prst="line">
              <a:avLst/>
            </a:prstGeom>
            <a:ln w="12700" cap="flat" cmpd="sng">
              <a:solidFill>
                <a:srgbClr val="000000"/>
              </a:solidFill>
              <a:prstDash val="solid"/>
              <a:headEnd type="none" w="med" len="med"/>
              <a:tailEnd type="none" w="med" len="med"/>
            </a:ln>
          </p:spPr>
        </p:sp>
        <p:sp>
          <p:nvSpPr>
            <p:cNvPr id="101523" name="Line 155"/>
            <p:cNvSpPr/>
            <p:nvPr/>
          </p:nvSpPr>
          <p:spPr>
            <a:xfrm flipH="1" flipV="1">
              <a:off x="2472" y="754"/>
              <a:ext cx="46" cy="188"/>
            </a:xfrm>
            <a:prstGeom prst="line">
              <a:avLst/>
            </a:prstGeom>
            <a:ln w="12700" cap="flat" cmpd="sng">
              <a:solidFill>
                <a:srgbClr val="000000"/>
              </a:solidFill>
              <a:prstDash val="solid"/>
              <a:headEnd type="none" w="med" len="med"/>
              <a:tailEnd type="none" w="med" len="med"/>
            </a:ln>
          </p:spPr>
        </p:sp>
        <p:sp>
          <p:nvSpPr>
            <p:cNvPr id="101524" name="Line 156"/>
            <p:cNvSpPr/>
            <p:nvPr/>
          </p:nvSpPr>
          <p:spPr>
            <a:xfrm flipV="1">
              <a:off x="2743" y="754"/>
              <a:ext cx="46" cy="178"/>
            </a:xfrm>
            <a:prstGeom prst="line">
              <a:avLst/>
            </a:prstGeom>
            <a:ln w="12700" cap="flat" cmpd="sng">
              <a:solidFill>
                <a:srgbClr val="000000"/>
              </a:solidFill>
              <a:prstDash val="solid"/>
              <a:headEnd type="none" w="med" len="med"/>
              <a:tailEnd type="none" w="med" len="med"/>
            </a:ln>
          </p:spPr>
        </p:sp>
        <p:sp>
          <p:nvSpPr>
            <p:cNvPr id="101525" name="Line 157"/>
            <p:cNvSpPr/>
            <p:nvPr/>
          </p:nvSpPr>
          <p:spPr>
            <a:xfrm>
              <a:off x="2517" y="934"/>
              <a:ext cx="232" cy="1"/>
            </a:xfrm>
            <a:prstGeom prst="line">
              <a:avLst/>
            </a:prstGeom>
            <a:ln w="12700" cap="flat" cmpd="sng">
              <a:solidFill>
                <a:srgbClr val="000000"/>
              </a:solidFill>
              <a:prstDash val="solid"/>
              <a:headEnd type="none" w="med" len="med"/>
              <a:tailEnd type="none" w="med" len="med"/>
            </a:ln>
          </p:spPr>
        </p:sp>
        <p:sp>
          <p:nvSpPr>
            <p:cNvPr id="101526" name="Rectangle 158"/>
            <p:cNvSpPr/>
            <p:nvPr/>
          </p:nvSpPr>
          <p:spPr>
            <a:xfrm>
              <a:off x="2472" y="572"/>
              <a:ext cx="298"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FF"/>
                  </a:solidFill>
                  <a:latin typeface="Times" charset="0"/>
                </a:rPr>
                <a:t>N=2</a:t>
              </a:r>
              <a:endParaRPr lang="en-US" altLang="zh-CN" sz="1800" b="0" dirty="0">
                <a:solidFill>
                  <a:srgbClr val="0000FF"/>
                </a:solidFill>
                <a:latin typeface="Arial" panose="020B0604020202020204" pitchFamily="34" charset="0"/>
              </a:endParaRPr>
            </a:p>
          </p:txBody>
        </p:sp>
        <p:sp>
          <p:nvSpPr>
            <p:cNvPr id="101527" name="Line 161"/>
            <p:cNvSpPr/>
            <p:nvPr/>
          </p:nvSpPr>
          <p:spPr>
            <a:xfrm>
              <a:off x="1746" y="845"/>
              <a:ext cx="1089" cy="1315"/>
            </a:xfrm>
            <a:prstGeom prst="line">
              <a:avLst/>
            </a:prstGeom>
            <a:ln w="9525" cap="flat" cmpd="sng">
              <a:solidFill>
                <a:srgbClr val="FF00FF"/>
              </a:solidFill>
              <a:prstDash val="solid"/>
              <a:headEnd type="none" w="med" len="med"/>
              <a:tailEnd type="triangle" w="med" len="med"/>
            </a:ln>
          </p:spPr>
        </p:sp>
      </p:grpSp>
    </p:spTree>
  </p:cSld>
  <p:clrMapOvr>
    <a:masterClrMapping/>
  </p:clrMapOvr>
  <p:transition spd="slow">
    <p:zoom/>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2402" name="Rectangle 2"/>
          <p:cNvSpPr/>
          <p:nvPr/>
        </p:nvSpPr>
        <p:spPr>
          <a:xfrm>
            <a:off x="242888" y="4995863"/>
            <a:ext cx="8507412" cy="1655762"/>
          </a:xfrm>
          <a:prstGeom prst="rect">
            <a:avLst/>
          </a:prstGeom>
          <a:solidFill>
            <a:schemeClr val="accent1">
              <a:alpha val="43137"/>
            </a:schemeClr>
          </a:solidFill>
          <a:ln w="9525" cap="flat" cmpd="sng">
            <a:solidFill>
              <a:srgbClr val="0000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50000"/>
              </a:lnSpc>
              <a:spcAft>
                <a:spcPct val="0"/>
              </a:spcAft>
              <a:buClrTx/>
              <a:buSzTx/>
              <a:buFont typeface="Arial" panose="020B0604020202020204" pitchFamily="34" charset="0"/>
              <a:buNone/>
            </a:pPr>
            <a:r>
              <a:rPr lang="zh-CN" altLang="en-US" sz="2400" dirty="0">
                <a:solidFill>
                  <a:srgbClr val="FF00FF"/>
                </a:solidFill>
                <a:latin typeface="宋体" panose="02010600030101010101" pitchFamily="2" charset="-122"/>
                <a:ea typeface="宋体" panose="02010600030101010101" pitchFamily="2" charset="-122"/>
              </a:rPr>
              <a:t>方式</a:t>
            </a:r>
            <a:r>
              <a:rPr lang="en-US" altLang="zh-CN" sz="2400" dirty="0">
                <a:solidFill>
                  <a:srgbClr val="FF00FF"/>
                </a:solidFill>
                <a:latin typeface="宋体" panose="02010600030101010101" pitchFamily="2" charset="-122"/>
                <a:ea typeface="宋体" panose="02010600030101010101" pitchFamily="2" charset="-122"/>
              </a:rPr>
              <a:t>5</a:t>
            </a:r>
            <a:r>
              <a:rPr lang="zh-CN" altLang="en-US" sz="2400" dirty="0">
                <a:solidFill>
                  <a:srgbClr val="FF00FF"/>
                </a:solidFill>
                <a:latin typeface="宋体" panose="02010600030101010101" pitchFamily="2" charset="-122"/>
                <a:ea typeface="宋体" panose="02010600030101010101" pitchFamily="2" charset="-122"/>
              </a:rPr>
              <a:t>的特点③ ：</a:t>
            </a:r>
            <a:r>
              <a:rPr lang="zh-CN" altLang="en-US" sz="2400" b="0" dirty="0">
                <a:solidFill>
                  <a:schemeClr val="tx1"/>
                </a:solidFill>
                <a:latin typeface="宋体" panose="02010600030101010101" pitchFamily="2" charset="-122"/>
                <a:ea typeface="宋体" panose="02010600030101010101" pitchFamily="2" charset="-122"/>
              </a:rPr>
              <a:t> </a:t>
            </a:r>
            <a:endParaRPr lang="zh-CN" altLang="en-US" sz="2400" b="0" dirty="0">
              <a:solidFill>
                <a:schemeClr val="tx1"/>
              </a:solidFill>
              <a:latin typeface="宋体" panose="02010600030101010101" pitchFamily="2" charset="-122"/>
              <a:ea typeface="宋体" panose="02010600030101010101" pitchFamily="2" charset="-122"/>
            </a:endParaRPr>
          </a:p>
          <a:p>
            <a:pPr marL="0" lvl="0" indent="0" eaLnBrk="1" hangingPunct="1">
              <a:lnSpc>
                <a:spcPct val="150000"/>
              </a:lnSpc>
              <a:spcAft>
                <a:spcPct val="0"/>
              </a:spcAft>
              <a:buClrTx/>
              <a:buSzTx/>
              <a:buFont typeface="Arial" panose="020B0604020202020204" pitchFamily="34" charset="0"/>
              <a:buNone/>
            </a:pPr>
            <a:r>
              <a:rPr lang="zh-CN" altLang="en-US" sz="2400" b="0" dirty="0">
                <a:solidFill>
                  <a:schemeClr val="tx1"/>
                </a:solidFill>
                <a:latin typeface="Arial" panose="020B0604020202020204" pitchFamily="34" charset="0"/>
                <a:ea typeface="宋体" panose="02010600030101010101" pitchFamily="2" charset="-122"/>
              </a:rPr>
              <a:t>若在计数过程中改变计数值，若有新的门控信号的触发，则按新的计数初值计数。</a:t>
            </a:r>
            <a:endParaRPr lang="zh-CN" altLang="en-US" sz="2400" b="0" dirty="0">
              <a:solidFill>
                <a:schemeClr val="tx1"/>
              </a:solidFill>
              <a:latin typeface="Arial" panose="020B0604020202020204" pitchFamily="34" charset="0"/>
              <a:ea typeface="宋体" panose="02010600030101010101" pitchFamily="2" charset="-122"/>
            </a:endParaRPr>
          </a:p>
        </p:txBody>
      </p:sp>
      <p:grpSp>
        <p:nvGrpSpPr>
          <p:cNvPr id="102403" name="Group 3"/>
          <p:cNvGrpSpPr/>
          <p:nvPr/>
        </p:nvGrpSpPr>
        <p:grpSpPr>
          <a:xfrm>
            <a:off x="976313" y="1916113"/>
            <a:ext cx="7040562" cy="2887662"/>
            <a:chOff x="395" y="572"/>
            <a:chExt cx="4435" cy="1819"/>
          </a:xfrm>
        </p:grpSpPr>
        <p:grpSp>
          <p:nvGrpSpPr>
            <p:cNvPr id="102404" name="Group 4"/>
            <p:cNvGrpSpPr/>
            <p:nvPr/>
          </p:nvGrpSpPr>
          <p:grpSpPr>
            <a:xfrm>
              <a:off x="395" y="572"/>
              <a:ext cx="4435" cy="1819"/>
              <a:chOff x="395" y="572"/>
              <a:chExt cx="4435" cy="1819"/>
            </a:xfrm>
          </p:grpSpPr>
          <p:grpSp>
            <p:nvGrpSpPr>
              <p:cNvPr id="102407" name="Group 5"/>
              <p:cNvGrpSpPr/>
              <p:nvPr/>
            </p:nvGrpSpPr>
            <p:grpSpPr>
              <a:xfrm>
                <a:off x="552" y="627"/>
                <a:ext cx="258" cy="202"/>
                <a:chOff x="688" y="945"/>
                <a:chExt cx="258" cy="202"/>
              </a:xfrm>
            </p:grpSpPr>
            <p:sp>
              <p:nvSpPr>
                <p:cNvPr id="102558" name="Line 6"/>
                <p:cNvSpPr/>
                <p:nvPr/>
              </p:nvSpPr>
              <p:spPr>
                <a:xfrm>
                  <a:off x="688" y="945"/>
                  <a:ext cx="254" cy="1"/>
                </a:xfrm>
                <a:prstGeom prst="line">
                  <a:avLst/>
                </a:prstGeom>
                <a:ln w="15875" cap="flat" cmpd="sng">
                  <a:solidFill>
                    <a:srgbClr val="000000"/>
                  </a:solidFill>
                  <a:prstDash val="solid"/>
                  <a:headEnd type="none" w="med" len="med"/>
                  <a:tailEnd type="none" w="med" len="med"/>
                </a:ln>
              </p:spPr>
            </p:sp>
            <p:sp>
              <p:nvSpPr>
                <p:cNvPr id="102559" name="Rectangle 7"/>
                <p:cNvSpPr/>
                <p:nvPr/>
              </p:nvSpPr>
              <p:spPr>
                <a:xfrm>
                  <a:off x="688" y="955"/>
                  <a:ext cx="258"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New Roman" panose="02020603050405020304" pitchFamily="18" charset="0"/>
                    </a:rPr>
                    <a:t>WR</a:t>
                  </a:r>
                  <a:endParaRPr lang="en-US" altLang="zh-CN" sz="1800" b="0" dirty="0">
                    <a:solidFill>
                      <a:schemeClr val="tx1"/>
                    </a:solidFill>
                    <a:latin typeface="Arial" panose="020B0604020202020204" pitchFamily="34" charset="0"/>
                  </a:endParaRPr>
                </a:p>
              </p:txBody>
            </p:sp>
          </p:grpSp>
          <p:sp>
            <p:nvSpPr>
              <p:cNvPr id="102408" name="Rectangle 8"/>
              <p:cNvSpPr/>
              <p:nvPr/>
            </p:nvSpPr>
            <p:spPr>
              <a:xfrm>
                <a:off x="500" y="1171"/>
                <a:ext cx="31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CLK</a:t>
                </a:r>
                <a:endParaRPr lang="en-US" altLang="zh-CN" sz="1800" b="0" dirty="0">
                  <a:solidFill>
                    <a:schemeClr val="tx1"/>
                  </a:solidFill>
                  <a:latin typeface="Arial" panose="020B0604020202020204" pitchFamily="34" charset="0"/>
                </a:endParaRPr>
              </a:p>
            </p:txBody>
          </p:sp>
          <p:sp>
            <p:nvSpPr>
              <p:cNvPr id="102409" name="Rectangle 9"/>
              <p:cNvSpPr/>
              <p:nvPr/>
            </p:nvSpPr>
            <p:spPr>
              <a:xfrm>
                <a:off x="395" y="1671"/>
                <a:ext cx="436"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GATE</a:t>
                </a:r>
                <a:endParaRPr lang="en-US" altLang="zh-CN" sz="1800" b="0" dirty="0">
                  <a:solidFill>
                    <a:schemeClr val="tx1"/>
                  </a:solidFill>
                  <a:latin typeface="Arial" panose="020B0604020202020204" pitchFamily="34" charset="0"/>
                </a:endParaRPr>
              </a:p>
            </p:txBody>
          </p:sp>
          <p:sp>
            <p:nvSpPr>
              <p:cNvPr id="102410" name="Rectangle 10"/>
              <p:cNvSpPr/>
              <p:nvPr/>
            </p:nvSpPr>
            <p:spPr>
              <a:xfrm>
                <a:off x="491" y="2199"/>
                <a:ext cx="338"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OUT</a:t>
                </a:r>
                <a:endParaRPr lang="en-US" altLang="zh-CN" sz="1800" b="0" dirty="0">
                  <a:solidFill>
                    <a:schemeClr val="tx1"/>
                  </a:solidFill>
                  <a:latin typeface="Arial" panose="020B0604020202020204" pitchFamily="34" charset="0"/>
                </a:endParaRPr>
              </a:p>
            </p:txBody>
          </p:sp>
          <p:sp>
            <p:nvSpPr>
              <p:cNvPr id="102411" name="Rectangle 11"/>
              <p:cNvSpPr/>
              <p:nvPr/>
            </p:nvSpPr>
            <p:spPr>
              <a:xfrm>
                <a:off x="1111" y="572"/>
                <a:ext cx="267"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CW</a:t>
                </a:r>
                <a:endParaRPr lang="en-US" altLang="zh-CN" sz="1800" b="0" dirty="0">
                  <a:solidFill>
                    <a:schemeClr val="tx1"/>
                  </a:solidFill>
                  <a:latin typeface="Arial" panose="020B0604020202020204" pitchFamily="34" charset="0"/>
                </a:endParaRPr>
              </a:p>
            </p:txBody>
          </p:sp>
          <p:sp>
            <p:nvSpPr>
              <p:cNvPr id="102412" name="Rectangle 12"/>
              <p:cNvSpPr/>
              <p:nvPr/>
            </p:nvSpPr>
            <p:spPr>
              <a:xfrm>
                <a:off x="1565" y="572"/>
                <a:ext cx="298"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N=3</a:t>
                </a:r>
                <a:endParaRPr lang="en-US" altLang="zh-CN" sz="1800" b="0" dirty="0">
                  <a:solidFill>
                    <a:schemeClr val="tx1"/>
                  </a:solidFill>
                  <a:latin typeface="Arial" panose="020B0604020202020204" pitchFamily="34" charset="0"/>
                </a:endParaRPr>
              </a:p>
            </p:txBody>
          </p:sp>
          <p:sp>
            <p:nvSpPr>
              <p:cNvPr id="102413" name="Line 13"/>
              <p:cNvSpPr/>
              <p:nvPr/>
            </p:nvSpPr>
            <p:spPr>
              <a:xfrm flipH="1">
                <a:off x="1041" y="747"/>
                <a:ext cx="103" cy="1"/>
              </a:xfrm>
              <a:prstGeom prst="line">
                <a:avLst/>
              </a:prstGeom>
              <a:ln w="12700" cap="flat" cmpd="sng">
                <a:solidFill>
                  <a:srgbClr val="000000"/>
                </a:solidFill>
                <a:prstDash val="solid"/>
                <a:headEnd type="none" w="med" len="med"/>
                <a:tailEnd type="none" w="med" len="med"/>
              </a:ln>
            </p:spPr>
          </p:sp>
          <p:sp>
            <p:nvSpPr>
              <p:cNvPr id="102414" name="Line 14"/>
              <p:cNvSpPr/>
              <p:nvPr/>
            </p:nvSpPr>
            <p:spPr>
              <a:xfrm flipH="1" flipV="1">
                <a:off x="1383" y="748"/>
                <a:ext cx="136" cy="5"/>
              </a:xfrm>
              <a:prstGeom prst="line">
                <a:avLst/>
              </a:prstGeom>
              <a:ln w="12700" cap="flat" cmpd="sng">
                <a:solidFill>
                  <a:srgbClr val="000000"/>
                </a:solidFill>
                <a:prstDash val="solid"/>
                <a:headEnd type="none" w="med" len="med"/>
                <a:tailEnd type="none" w="med" len="med"/>
              </a:ln>
            </p:spPr>
          </p:sp>
          <p:sp>
            <p:nvSpPr>
              <p:cNvPr id="102415" name="Line 15"/>
              <p:cNvSpPr/>
              <p:nvPr/>
            </p:nvSpPr>
            <p:spPr>
              <a:xfrm flipH="1" flipV="1">
                <a:off x="1145" y="747"/>
                <a:ext cx="57" cy="188"/>
              </a:xfrm>
              <a:prstGeom prst="line">
                <a:avLst/>
              </a:prstGeom>
              <a:ln w="12700" cap="flat" cmpd="sng">
                <a:solidFill>
                  <a:srgbClr val="000000"/>
                </a:solidFill>
                <a:prstDash val="solid"/>
                <a:headEnd type="none" w="med" len="med"/>
                <a:tailEnd type="none" w="med" len="med"/>
              </a:ln>
            </p:spPr>
          </p:sp>
          <p:sp>
            <p:nvSpPr>
              <p:cNvPr id="102416" name="Line 16"/>
              <p:cNvSpPr/>
              <p:nvPr/>
            </p:nvSpPr>
            <p:spPr>
              <a:xfrm flipV="1">
                <a:off x="1338" y="747"/>
                <a:ext cx="44" cy="188"/>
              </a:xfrm>
              <a:prstGeom prst="line">
                <a:avLst/>
              </a:prstGeom>
              <a:ln w="12700" cap="flat" cmpd="sng">
                <a:solidFill>
                  <a:srgbClr val="000000"/>
                </a:solidFill>
                <a:prstDash val="solid"/>
                <a:headEnd type="none" w="med" len="med"/>
                <a:tailEnd type="none" w="med" len="med"/>
              </a:ln>
            </p:spPr>
          </p:sp>
          <p:sp>
            <p:nvSpPr>
              <p:cNvPr id="102417" name="Line 17"/>
              <p:cNvSpPr/>
              <p:nvPr/>
            </p:nvSpPr>
            <p:spPr>
              <a:xfrm flipH="1" flipV="1">
                <a:off x="1519" y="747"/>
                <a:ext cx="46" cy="188"/>
              </a:xfrm>
              <a:prstGeom prst="line">
                <a:avLst/>
              </a:prstGeom>
              <a:ln w="12700" cap="flat" cmpd="sng">
                <a:solidFill>
                  <a:srgbClr val="000000"/>
                </a:solidFill>
                <a:prstDash val="solid"/>
                <a:headEnd type="none" w="med" len="med"/>
                <a:tailEnd type="none" w="med" len="med"/>
              </a:ln>
            </p:spPr>
          </p:sp>
          <p:sp>
            <p:nvSpPr>
              <p:cNvPr id="102418" name="Line 18"/>
              <p:cNvSpPr/>
              <p:nvPr/>
            </p:nvSpPr>
            <p:spPr>
              <a:xfrm flipV="1">
                <a:off x="1791" y="753"/>
                <a:ext cx="46" cy="178"/>
              </a:xfrm>
              <a:prstGeom prst="line">
                <a:avLst/>
              </a:prstGeom>
              <a:ln w="12700" cap="flat" cmpd="sng">
                <a:solidFill>
                  <a:srgbClr val="000000"/>
                </a:solidFill>
                <a:prstDash val="solid"/>
                <a:headEnd type="none" w="med" len="med"/>
                <a:tailEnd type="none" w="med" len="med"/>
              </a:ln>
            </p:spPr>
          </p:sp>
          <p:sp>
            <p:nvSpPr>
              <p:cNvPr id="102419" name="Line 19"/>
              <p:cNvSpPr/>
              <p:nvPr/>
            </p:nvSpPr>
            <p:spPr>
              <a:xfrm>
                <a:off x="1559" y="935"/>
                <a:ext cx="232" cy="1"/>
              </a:xfrm>
              <a:prstGeom prst="line">
                <a:avLst/>
              </a:prstGeom>
              <a:ln w="12700" cap="flat" cmpd="sng">
                <a:solidFill>
                  <a:srgbClr val="000000"/>
                </a:solidFill>
                <a:prstDash val="solid"/>
                <a:headEnd type="none" w="med" len="med"/>
                <a:tailEnd type="none" w="med" len="med"/>
              </a:ln>
            </p:spPr>
          </p:sp>
          <p:sp>
            <p:nvSpPr>
              <p:cNvPr id="102420" name="Line 20"/>
              <p:cNvSpPr/>
              <p:nvPr/>
            </p:nvSpPr>
            <p:spPr>
              <a:xfrm flipH="1">
                <a:off x="1837" y="754"/>
                <a:ext cx="635" cy="0"/>
              </a:xfrm>
              <a:prstGeom prst="line">
                <a:avLst/>
              </a:prstGeom>
              <a:ln w="12700" cap="flat" cmpd="sng">
                <a:solidFill>
                  <a:srgbClr val="000000"/>
                </a:solidFill>
                <a:prstDash val="solid"/>
                <a:headEnd type="none" w="med" len="med"/>
                <a:tailEnd type="none" w="med" len="med"/>
              </a:ln>
            </p:spPr>
          </p:sp>
          <p:sp>
            <p:nvSpPr>
              <p:cNvPr id="102421" name="Line 21"/>
              <p:cNvSpPr/>
              <p:nvPr/>
            </p:nvSpPr>
            <p:spPr>
              <a:xfrm flipH="1">
                <a:off x="1041" y="2298"/>
                <a:ext cx="464" cy="1"/>
              </a:xfrm>
              <a:prstGeom prst="line">
                <a:avLst/>
              </a:prstGeom>
              <a:ln w="12700" cap="flat" cmpd="sng">
                <a:solidFill>
                  <a:srgbClr val="000000"/>
                </a:solidFill>
                <a:prstDash val="solid"/>
                <a:headEnd type="none" w="med" len="med"/>
                <a:tailEnd type="none" w="med" len="med"/>
              </a:ln>
            </p:spPr>
          </p:sp>
          <p:sp>
            <p:nvSpPr>
              <p:cNvPr id="102422" name="Line 22"/>
              <p:cNvSpPr/>
              <p:nvPr/>
            </p:nvSpPr>
            <p:spPr>
              <a:xfrm flipV="1">
                <a:off x="1514" y="2081"/>
                <a:ext cx="95" cy="217"/>
              </a:xfrm>
              <a:prstGeom prst="line">
                <a:avLst/>
              </a:prstGeom>
              <a:ln w="12700" cap="flat" cmpd="sng">
                <a:solidFill>
                  <a:srgbClr val="000000"/>
                </a:solidFill>
                <a:prstDash val="solid"/>
                <a:headEnd type="none" w="med" len="med"/>
                <a:tailEnd type="none" w="med" len="med"/>
              </a:ln>
            </p:spPr>
          </p:sp>
          <p:sp>
            <p:nvSpPr>
              <p:cNvPr id="102423" name="Line 23"/>
              <p:cNvSpPr/>
              <p:nvPr/>
            </p:nvSpPr>
            <p:spPr>
              <a:xfrm flipH="1">
                <a:off x="1609" y="2069"/>
                <a:ext cx="2405" cy="13"/>
              </a:xfrm>
              <a:prstGeom prst="line">
                <a:avLst/>
              </a:prstGeom>
              <a:ln w="12700" cap="flat" cmpd="sng">
                <a:solidFill>
                  <a:srgbClr val="000000"/>
                </a:solidFill>
                <a:prstDash val="solid"/>
                <a:headEnd type="none" w="med" len="med"/>
                <a:tailEnd type="none" w="med" len="med"/>
              </a:ln>
            </p:spPr>
          </p:sp>
          <p:sp>
            <p:nvSpPr>
              <p:cNvPr id="102424" name="Line 24"/>
              <p:cNvSpPr/>
              <p:nvPr/>
            </p:nvSpPr>
            <p:spPr>
              <a:xfrm flipV="1">
                <a:off x="4286" y="2069"/>
                <a:ext cx="47" cy="217"/>
              </a:xfrm>
              <a:prstGeom prst="line">
                <a:avLst/>
              </a:prstGeom>
              <a:ln w="12700" cap="flat" cmpd="sng">
                <a:solidFill>
                  <a:srgbClr val="000000"/>
                </a:solidFill>
                <a:prstDash val="solid"/>
                <a:headEnd type="none" w="med" len="med"/>
                <a:tailEnd type="none" w="med" len="med"/>
              </a:ln>
            </p:spPr>
          </p:sp>
          <p:sp>
            <p:nvSpPr>
              <p:cNvPr id="102425" name="Line 25"/>
              <p:cNvSpPr/>
              <p:nvPr/>
            </p:nvSpPr>
            <p:spPr>
              <a:xfrm flipH="1" flipV="1">
                <a:off x="4014" y="2079"/>
                <a:ext cx="45" cy="217"/>
              </a:xfrm>
              <a:prstGeom prst="line">
                <a:avLst/>
              </a:prstGeom>
              <a:ln w="12700" cap="flat" cmpd="sng">
                <a:solidFill>
                  <a:srgbClr val="000000"/>
                </a:solidFill>
                <a:prstDash val="solid"/>
                <a:headEnd type="none" w="med" len="med"/>
                <a:tailEnd type="none" w="med" len="med"/>
              </a:ln>
            </p:spPr>
          </p:sp>
          <p:sp>
            <p:nvSpPr>
              <p:cNvPr id="102426" name="Line 26"/>
              <p:cNvSpPr/>
              <p:nvPr/>
            </p:nvSpPr>
            <p:spPr>
              <a:xfrm flipH="1">
                <a:off x="4059" y="2296"/>
                <a:ext cx="232" cy="1"/>
              </a:xfrm>
              <a:prstGeom prst="line">
                <a:avLst/>
              </a:prstGeom>
              <a:ln w="12700" cap="flat" cmpd="sng">
                <a:solidFill>
                  <a:srgbClr val="000000"/>
                </a:solidFill>
                <a:prstDash val="solid"/>
                <a:headEnd type="none" w="med" len="med"/>
                <a:tailEnd type="none" w="med" len="med"/>
              </a:ln>
            </p:spPr>
          </p:sp>
          <p:sp>
            <p:nvSpPr>
              <p:cNvPr id="102427" name="Rectangle 27"/>
              <p:cNvSpPr/>
              <p:nvPr/>
            </p:nvSpPr>
            <p:spPr>
              <a:xfrm>
                <a:off x="2744" y="2114"/>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3</a:t>
                </a:r>
                <a:endParaRPr lang="en-US" altLang="zh-CN" sz="1800" b="0" dirty="0">
                  <a:solidFill>
                    <a:schemeClr val="tx1"/>
                  </a:solidFill>
                  <a:latin typeface="Arial" panose="020B0604020202020204" pitchFamily="34" charset="0"/>
                </a:endParaRPr>
              </a:p>
            </p:txBody>
          </p:sp>
          <p:sp>
            <p:nvSpPr>
              <p:cNvPr id="102428" name="Rectangle 28"/>
              <p:cNvSpPr/>
              <p:nvPr/>
            </p:nvSpPr>
            <p:spPr>
              <a:xfrm>
                <a:off x="3107" y="2114"/>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2</a:t>
                </a:r>
                <a:endParaRPr lang="en-US" altLang="zh-CN" sz="1800" b="0" dirty="0">
                  <a:solidFill>
                    <a:schemeClr val="tx1"/>
                  </a:solidFill>
                  <a:latin typeface="Arial" panose="020B0604020202020204" pitchFamily="34" charset="0"/>
                </a:endParaRPr>
              </a:p>
            </p:txBody>
          </p:sp>
          <p:sp>
            <p:nvSpPr>
              <p:cNvPr id="102429" name="Rectangle 29"/>
              <p:cNvSpPr/>
              <p:nvPr/>
            </p:nvSpPr>
            <p:spPr>
              <a:xfrm>
                <a:off x="3470" y="2115"/>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FF"/>
                    </a:solidFill>
                    <a:latin typeface="Times" charset="0"/>
                  </a:rPr>
                  <a:t>2</a:t>
                </a:r>
                <a:endParaRPr lang="en-US" altLang="zh-CN" sz="1800" b="0" dirty="0">
                  <a:solidFill>
                    <a:srgbClr val="0000FF"/>
                  </a:solidFill>
                  <a:latin typeface="Arial" panose="020B0604020202020204" pitchFamily="34" charset="0"/>
                </a:endParaRPr>
              </a:p>
            </p:txBody>
          </p:sp>
          <p:sp>
            <p:nvSpPr>
              <p:cNvPr id="102430" name="Rectangle 30"/>
              <p:cNvSpPr/>
              <p:nvPr/>
            </p:nvSpPr>
            <p:spPr>
              <a:xfrm>
                <a:off x="4105" y="2069"/>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102431" name="Line 31"/>
              <p:cNvSpPr/>
              <p:nvPr/>
            </p:nvSpPr>
            <p:spPr>
              <a:xfrm>
                <a:off x="1196" y="1192"/>
                <a:ext cx="1" cy="250"/>
              </a:xfrm>
              <a:prstGeom prst="line">
                <a:avLst/>
              </a:prstGeom>
              <a:ln w="12700" cap="flat" cmpd="sng">
                <a:solidFill>
                  <a:srgbClr val="000000"/>
                </a:solidFill>
                <a:prstDash val="solid"/>
                <a:headEnd type="none" w="med" len="med"/>
                <a:tailEnd type="none" w="med" len="med"/>
              </a:ln>
            </p:spPr>
          </p:sp>
          <p:sp>
            <p:nvSpPr>
              <p:cNvPr id="102432" name="Line 32"/>
              <p:cNvSpPr/>
              <p:nvPr/>
            </p:nvSpPr>
            <p:spPr>
              <a:xfrm flipH="1">
                <a:off x="1193" y="1192"/>
                <a:ext cx="151" cy="1"/>
              </a:xfrm>
              <a:prstGeom prst="line">
                <a:avLst/>
              </a:prstGeom>
              <a:ln w="12700" cap="flat" cmpd="sng">
                <a:solidFill>
                  <a:srgbClr val="000000"/>
                </a:solidFill>
                <a:prstDash val="solid"/>
                <a:headEnd type="none" w="med" len="med"/>
                <a:tailEnd type="none" w="med" len="med"/>
              </a:ln>
            </p:spPr>
          </p:sp>
          <p:sp>
            <p:nvSpPr>
              <p:cNvPr id="102433" name="Line 33"/>
              <p:cNvSpPr/>
              <p:nvPr/>
            </p:nvSpPr>
            <p:spPr>
              <a:xfrm>
                <a:off x="1347" y="1192"/>
                <a:ext cx="1" cy="250"/>
              </a:xfrm>
              <a:prstGeom prst="line">
                <a:avLst/>
              </a:prstGeom>
              <a:ln w="12700" cap="flat" cmpd="sng">
                <a:solidFill>
                  <a:srgbClr val="000000"/>
                </a:solidFill>
                <a:prstDash val="solid"/>
                <a:headEnd type="none" w="med" len="med"/>
                <a:tailEnd type="none" w="med" len="med"/>
              </a:ln>
            </p:spPr>
          </p:sp>
          <p:sp>
            <p:nvSpPr>
              <p:cNvPr id="102434" name="Line 34"/>
              <p:cNvSpPr/>
              <p:nvPr/>
            </p:nvSpPr>
            <p:spPr>
              <a:xfrm flipH="1">
                <a:off x="1344" y="1442"/>
                <a:ext cx="174" cy="1"/>
              </a:xfrm>
              <a:prstGeom prst="line">
                <a:avLst/>
              </a:prstGeom>
              <a:ln w="12700" cap="flat" cmpd="sng">
                <a:solidFill>
                  <a:srgbClr val="000000"/>
                </a:solidFill>
                <a:prstDash val="solid"/>
                <a:headEnd type="none" w="med" len="med"/>
                <a:tailEnd type="none" w="med" len="med"/>
              </a:ln>
            </p:spPr>
          </p:sp>
          <p:sp>
            <p:nvSpPr>
              <p:cNvPr id="102435" name="Line 35"/>
              <p:cNvSpPr/>
              <p:nvPr/>
            </p:nvSpPr>
            <p:spPr>
              <a:xfrm>
                <a:off x="1521" y="1192"/>
                <a:ext cx="1" cy="250"/>
              </a:xfrm>
              <a:prstGeom prst="line">
                <a:avLst/>
              </a:prstGeom>
              <a:ln w="12700" cap="flat" cmpd="sng">
                <a:solidFill>
                  <a:srgbClr val="000000"/>
                </a:solidFill>
                <a:prstDash val="solid"/>
                <a:headEnd type="none" w="med" len="med"/>
                <a:tailEnd type="none" w="med" len="med"/>
              </a:ln>
            </p:spPr>
          </p:sp>
          <p:sp>
            <p:nvSpPr>
              <p:cNvPr id="102436" name="Line 36"/>
              <p:cNvSpPr/>
              <p:nvPr/>
            </p:nvSpPr>
            <p:spPr>
              <a:xfrm flipH="1">
                <a:off x="1518" y="1192"/>
                <a:ext cx="152" cy="1"/>
              </a:xfrm>
              <a:prstGeom prst="line">
                <a:avLst/>
              </a:prstGeom>
              <a:ln w="12700" cap="flat" cmpd="sng">
                <a:solidFill>
                  <a:srgbClr val="000000"/>
                </a:solidFill>
                <a:prstDash val="solid"/>
                <a:headEnd type="none" w="med" len="med"/>
                <a:tailEnd type="none" w="med" len="med"/>
              </a:ln>
            </p:spPr>
          </p:sp>
          <p:sp>
            <p:nvSpPr>
              <p:cNvPr id="102437" name="Line 37"/>
              <p:cNvSpPr/>
              <p:nvPr/>
            </p:nvSpPr>
            <p:spPr>
              <a:xfrm flipH="1">
                <a:off x="1670" y="1442"/>
                <a:ext cx="174" cy="1"/>
              </a:xfrm>
              <a:prstGeom prst="line">
                <a:avLst/>
              </a:prstGeom>
              <a:ln w="12700" cap="flat" cmpd="sng">
                <a:solidFill>
                  <a:srgbClr val="000000"/>
                </a:solidFill>
                <a:prstDash val="solid"/>
                <a:headEnd type="none" w="med" len="med"/>
                <a:tailEnd type="none" w="med" len="med"/>
              </a:ln>
            </p:spPr>
          </p:sp>
          <p:sp>
            <p:nvSpPr>
              <p:cNvPr id="102438" name="Line 38"/>
              <p:cNvSpPr/>
              <p:nvPr/>
            </p:nvSpPr>
            <p:spPr>
              <a:xfrm>
                <a:off x="1856" y="1192"/>
                <a:ext cx="1" cy="250"/>
              </a:xfrm>
              <a:prstGeom prst="line">
                <a:avLst/>
              </a:prstGeom>
              <a:ln w="12700" cap="flat" cmpd="sng">
                <a:solidFill>
                  <a:srgbClr val="000000"/>
                </a:solidFill>
                <a:prstDash val="solid"/>
                <a:headEnd type="none" w="med" len="med"/>
                <a:tailEnd type="none" w="med" len="med"/>
              </a:ln>
            </p:spPr>
          </p:sp>
          <p:sp>
            <p:nvSpPr>
              <p:cNvPr id="102439" name="Line 39"/>
              <p:cNvSpPr/>
              <p:nvPr/>
            </p:nvSpPr>
            <p:spPr>
              <a:xfrm flipH="1">
                <a:off x="1853" y="1192"/>
                <a:ext cx="152" cy="1"/>
              </a:xfrm>
              <a:prstGeom prst="line">
                <a:avLst/>
              </a:prstGeom>
              <a:ln w="12700" cap="flat" cmpd="sng">
                <a:solidFill>
                  <a:srgbClr val="000000"/>
                </a:solidFill>
                <a:prstDash val="solid"/>
                <a:headEnd type="none" w="med" len="med"/>
                <a:tailEnd type="none" w="med" len="med"/>
              </a:ln>
            </p:spPr>
          </p:sp>
          <p:sp>
            <p:nvSpPr>
              <p:cNvPr id="102440" name="Line 40"/>
              <p:cNvSpPr/>
              <p:nvPr/>
            </p:nvSpPr>
            <p:spPr>
              <a:xfrm>
                <a:off x="2007" y="1192"/>
                <a:ext cx="1" cy="250"/>
              </a:xfrm>
              <a:prstGeom prst="line">
                <a:avLst/>
              </a:prstGeom>
              <a:ln w="12700" cap="flat" cmpd="sng">
                <a:solidFill>
                  <a:srgbClr val="000000"/>
                </a:solidFill>
                <a:prstDash val="solid"/>
                <a:headEnd type="none" w="med" len="med"/>
                <a:tailEnd type="none" w="med" len="med"/>
              </a:ln>
            </p:spPr>
          </p:sp>
          <p:sp>
            <p:nvSpPr>
              <p:cNvPr id="102441" name="Line 41"/>
              <p:cNvSpPr/>
              <p:nvPr/>
            </p:nvSpPr>
            <p:spPr>
              <a:xfrm flipH="1">
                <a:off x="2005" y="1442"/>
                <a:ext cx="173" cy="1"/>
              </a:xfrm>
              <a:prstGeom prst="line">
                <a:avLst/>
              </a:prstGeom>
              <a:ln w="12700" cap="flat" cmpd="sng">
                <a:solidFill>
                  <a:srgbClr val="000000"/>
                </a:solidFill>
                <a:prstDash val="solid"/>
                <a:headEnd type="none" w="med" len="med"/>
                <a:tailEnd type="none" w="med" len="med"/>
              </a:ln>
            </p:spPr>
          </p:sp>
          <p:sp>
            <p:nvSpPr>
              <p:cNvPr id="102442" name="Line 42"/>
              <p:cNvSpPr/>
              <p:nvPr/>
            </p:nvSpPr>
            <p:spPr>
              <a:xfrm>
                <a:off x="2190" y="1192"/>
                <a:ext cx="1" cy="250"/>
              </a:xfrm>
              <a:prstGeom prst="line">
                <a:avLst/>
              </a:prstGeom>
              <a:ln w="12700" cap="flat" cmpd="sng">
                <a:solidFill>
                  <a:srgbClr val="000000"/>
                </a:solidFill>
                <a:prstDash val="solid"/>
                <a:headEnd type="none" w="med" len="med"/>
                <a:tailEnd type="none" w="med" len="med"/>
              </a:ln>
            </p:spPr>
          </p:sp>
          <p:sp>
            <p:nvSpPr>
              <p:cNvPr id="102443" name="Line 43"/>
              <p:cNvSpPr/>
              <p:nvPr/>
            </p:nvSpPr>
            <p:spPr>
              <a:xfrm flipH="1">
                <a:off x="2188" y="1192"/>
                <a:ext cx="151" cy="1"/>
              </a:xfrm>
              <a:prstGeom prst="line">
                <a:avLst/>
              </a:prstGeom>
              <a:ln w="12700" cap="flat" cmpd="sng">
                <a:solidFill>
                  <a:srgbClr val="000000"/>
                </a:solidFill>
                <a:prstDash val="solid"/>
                <a:headEnd type="none" w="med" len="med"/>
                <a:tailEnd type="none" w="med" len="med"/>
              </a:ln>
            </p:spPr>
          </p:sp>
          <p:sp>
            <p:nvSpPr>
              <p:cNvPr id="102444" name="Line 44"/>
              <p:cNvSpPr/>
              <p:nvPr/>
            </p:nvSpPr>
            <p:spPr>
              <a:xfrm>
                <a:off x="2341" y="1192"/>
                <a:ext cx="1" cy="250"/>
              </a:xfrm>
              <a:prstGeom prst="line">
                <a:avLst/>
              </a:prstGeom>
              <a:ln w="12700" cap="flat" cmpd="sng">
                <a:solidFill>
                  <a:srgbClr val="000000"/>
                </a:solidFill>
                <a:prstDash val="solid"/>
                <a:headEnd type="none" w="med" len="med"/>
                <a:tailEnd type="none" w="med" len="med"/>
              </a:ln>
            </p:spPr>
          </p:sp>
          <p:sp>
            <p:nvSpPr>
              <p:cNvPr id="102445" name="Line 45"/>
              <p:cNvSpPr/>
              <p:nvPr/>
            </p:nvSpPr>
            <p:spPr>
              <a:xfrm flipH="1">
                <a:off x="2339" y="1442"/>
                <a:ext cx="174" cy="1"/>
              </a:xfrm>
              <a:prstGeom prst="line">
                <a:avLst/>
              </a:prstGeom>
              <a:ln w="12700" cap="flat" cmpd="sng">
                <a:solidFill>
                  <a:srgbClr val="000000"/>
                </a:solidFill>
                <a:prstDash val="solid"/>
                <a:headEnd type="none" w="med" len="med"/>
                <a:tailEnd type="none" w="med" len="med"/>
              </a:ln>
            </p:spPr>
          </p:sp>
          <p:sp>
            <p:nvSpPr>
              <p:cNvPr id="102446" name="Line 46"/>
              <p:cNvSpPr/>
              <p:nvPr/>
            </p:nvSpPr>
            <p:spPr>
              <a:xfrm>
                <a:off x="2515" y="1192"/>
                <a:ext cx="1" cy="250"/>
              </a:xfrm>
              <a:prstGeom prst="line">
                <a:avLst/>
              </a:prstGeom>
              <a:ln w="12700" cap="flat" cmpd="sng">
                <a:solidFill>
                  <a:srgbClr val="000000"/>
                </a:solidFill>
                <a:prstDash val="solid"/>
                <a:headEnd type="none" w="med" len="med"/>
                <a:tailEnd type="none" w="med" len="med"/>
              </a:ln>
            </p:spPr>
          </p:sp>
          <p:sp>
            <p:nvSpPr>
              <p:cNvPr id="102447" name="Line 47"/>
              <p:cNvSpPr/>
              <p:nvPr/>
            </p:nvSpPr>
            <p:spPr>
              <a:xfrm flipH="1">
                <a:off x="2513" y="1192"/>
                <a:ext cx="152" cy="1"/>
              </a:xfrm>
              <a:prstGeom prst="line">
                <a:avLst/>
              </a:prstGeom>
              <a:ln w="12700" cap="flat" cmpd="sng">
                <a:solidFill>
                  <a:srgbClr val="000000"/>
                </a:solidFill>
                <a:prstDash val="solid"/>
                <a:headEnd type="none" w="med" len="med"/>
                <a:tailEnd type="none" w="med" len="med"/>
              </a:ln>
            </p:spPr>
          </p:sp>
          <p:sp>
            <p:nvSpPr>
              <p:cNvPr id="102448" name="Line 48"/>
              <p:cNvSpPr/>
              <p:nvPr/>
            </p:nvSpPr>
            <p:spPr>
              <a:xfrm>
                <a:off x="2667" y="1192"/>
                <a:ext cx="1" cy="250"/>
              </a:xfrm>
              <a:prstGeom prst="line">
                <a:avLst/>
              </a:prstGeom>
              <a:ln w="12700" cap="flat" cmpd="sng">
                <a:solidFill>
                  <a:srgbClr val="000000"/>
                </a:solidFill>
                <a:prstDash val="solid"/>
                <a:headEnd type="none" w="med" len="med"/>
                <a:tailEnd type="none" w="med" len="med"/>
              </a:ln>
            </p:spPr>
          </p:sp>
          <p:sp>
            <p:nvSpPr>
              <p:cNvPr id="102449" name="Line 49"/>
              <p:cNvSpPr/>
              <p:nvPr/>
            </p:nvSpPr>
            <p:spPr>
              <a:xfrm flipH="1">
                <a:off x="2665" y="1442"/>
                <a:ext cx="173" cy="1"/>
              </a:xfrm>
              <a:prstGeom prst="line">
                <a:avLst/>
              </a:prstGeom>
              <a:ln w="12700" cap="flat" cmpd="sng">
                <a:solidFill>
                  <a:srgbClr val="000000"/>
                </a:solidFill>
                <a:prstDash val="solid"/>
                <a:headEnd type="none" w="med" len="med"/>
                <a:tailEnd type="none" w="med" len="med"/>
              </a:ln>
            </p:spPr>
          </p:sp>
          <p:sp>
            <p:nvSpPr>
              <p:cNvPr id="102450" name="Line 50"/>
              <p:cNvSpPr/>
              <p:nvPr/>
            </p:nvSpPr>
            <p:spPr>
              <a:xfrm>
                <a:off x="2849" y="1192"/>
                <a:ext cx="1" cy="250"/>
              </a:xfrm>
              <a:prstGeom prst="line">
                <a:avLst/>
              </a:prstGeom>
              <a:ln w="12700" cap="flat" cmpd="sng">
                <a:solidFill>
                  <a:srgbClr val="000000"/>
                </a:solidFill>
                <a:prstDash val="solid"/>
                <a:headEnd type="none" w="med" len="med"/>
                <a:tailEnd type="none" w="med" len="med"/>
              </a:ln>
            </p:spPr>
          </p:sp>
          <p:sp>
            <p:nvSpPr>
              <p:cNvPr id="102451" name="Line 51"/>
              <p:cNvSpPr/>
              <p:nvPr/>
            </p:nvSpPr>
            <p:spPr>
              <a:xfrm flipH="1">
                <a:off x="2847" y="1192"/>
                <a:ext cx="152" cy="1"/>
              </a:xfrm>
              <a:prstGeom prst="line">
                <a:avLst/>
              </a:prstGeom>
              <a:ln w="12700" cap="flat" cmpd="sng">
                <a:solidFill>
                  <a:srgbClr val="000000"/>
                </a:solidFill>
                <a:prstDash val="solid"/>
                <a:headEnd type="none" w="med" len="med"/>
                <a:tailEnd type="none" w="med" len="med"/>
              </a:ln>
            </p:spPr>
          </p:sp>
          <p:sp>
            <p:nvSpPr>
              <p:cNvPr id="102452" name="Line 52"/>
              <p:cNvSpPr/>
              <p:nvPr/>
            </p:nvSpPr>
            <p:spPr>
              <a:xfrm>
                <a:off x="3001" y="1192"/>
                <a:ext cx="1" cy="250"/>
              </a:xfrm>
              <a:prstGeom prst="line">
                <a:avLst/>
              </a:prstGeom>
              <a:ln w="12700" cap="flat" cmpd="sng">
                <a:solidFill>
                  <a:srgbClr val="000000"/>
                </a:solidFill>
                <a:prstDash val="solid"/>
                <a:headEnd type="none" w="med" len="med"/>
                <a:tailEnd type="none" w="med" len="med"/>
              </a:ln>
            </p:spPr>
          </p:sp>
          <p:sp>
            <p:nvSpPr>
              <p:cNvPr id="102453" name="Line 53"/>
              <p:cNvSpPr/>
              <p:nvPr/>
            </p:nvSpPr>
            <p:spPr>
              <a:xfrm flipH="1">
                <a:off x="2999" y="1442"/>
                <a:ext cx="174" cy="1"/>
              </a:xfrm>
              <a:prstGeom prst="line">
                <a:avLst/>
              </a:prstGeom>
              <a:ln w="12700" cap="flat" cmpd="sng">
                <a:solidFill>
                  <a:srgbClr val="000000"/>
                </a:solidFill>
                <a:prstDash val="solid"/>
                <a:headEnd type="none" w="med" len="med"/>
                <a:tailEnd type="none" w="med" len="med"/>
              </a:ln>
            </p:spPr>
          </p:sp>
          <p:sp>
            <p:nvSpPr>
              <p:cNvPr id="102454" name="Line 54"/>
              <p:cNvSpPr/>
              <p:nvPr/>
            </p:nvSpPr>
            <p:spPr>
              <a:xfrm>
                <a:off x="3184" y="1192"/>
                <a:ext cx="1" cy="250"/>
              </a:xfrm>
              <a:prstGeom prst="line">
                <a:avLst/>
              </a:prstGeom>
              <a:ln w="12700" cap="flat" cmpd="sng">
                <a:solidFill>
                  <a:srgbClr val="000000"/>
                </a:solidFill>
                <a:prstDash val="solid"/>
                <a:headEnd type="none" w="med" len="med"/>
                <a:tailEnd type="none" w="med" len="med"/>
              </a:ln>
            </p:spPr>
          </p:sp>
          <p:sp>
            <p:nvSpPr>
              <p:cNvPr id="102455" name="Line 55"/>
              <p:cNvSpPr/>
              <p:nvPr/>
            </p:nvSpPr>
            <p:spPr>
              <a:xfrm flipH="1">
                <a:off x="3182" y="1192"/>
                <a:ext cx="151" cy="1"/>
              </a:xfrm>
              <a:prstGeom prst="line">
                <a:avLst/>
              </a:prstGeom>
              <a:ln w="12700" cap="flat" cmpd="sng">
                <a:solidFill>
                  <a:srgbClr val="000000"/>
                </a:solidFill>
                <a:prstDash val="solid"/>
                <a:headEnd type="none" w="med" len="med"/>
                <a:tailEnd type="none" w="med" len="med"/>
              </a:ln>
            </p:spPr>
          </p:sp>
          <p:sp>
            <p:nvSpPr>
              <p:cNvPr id="102456" name="Line 56"/>
              <p:cNvSpPr/>
              <p:nvPr/>
            </p:nvSpPr>
            <p:spPr>
              <a:xfrm>
                <a:off x="3336" y="1192"/>
                <a:ext cx="1" cy="250"/>
              </a:xfrm>
              <a:prstGeom prst="line">
                <a:avLst/>
              </a:prstGeom>
              <a:ln w="12700" cap="flat" cmpd="sng">
                <a:solidFill>
                  <a:srgbClr val="000000"/>
                </a:solidFill>
                <a:prstDash val="solid"/>
                <a:headEnd type="none" w="med" len="med"/>
                <a:tailEnd type="none" w="med" len="med"/>
              </a:ln>
            </p:spPr>
          </p:sp>
          <p:sp>
            <p:nvSpPr>
              <p:cNvPr id="102457" name="Line 57"/>
              <p:cNvSpPr/>
              <p:nvPr/>
            </p:nvSpPr>
            <p:spPr>
              <a:xfrm flipH="1">
                <a:off x="3333" y="1442"/>
                <a:ext cx="174" cy="1"/>
              </a:xfrm>
              <a:prstGeom prst="line">
                <a:avLst/>
              </a:prstGeom>
              <a:ln w="12700" cap="flat" cmpd="sng">
                <a:solidFill>
                  <a:srgbClr val="000000"/>
                </a:solidFill>
                <a:prstDash val="solid"/>
                <a:headEnd type="none" w="med" len="med"/>
                <a:tailEnd type="none" w="med" len="med"/>
              </a:ln>
            </p:spPr>
          </p:sp>
          <p:sp>
            <p:nvSpPr>
              <p:cNvPr id="102458" name="Line 58"/>
              <p:cNvSpPr/>
              <p:nvPr/>
            </p:nvSpPr>
            <p:spPr>
              <a:xfrm>
                <a:off x="3510" y="1192"/>
                <a:ext cx="1" cy="250"/>
              </a:xfrm>
              <a:prstGeom prst="line">
                <a:avLst/>
              </a:prstGeom>
              <a:ln w="12700" cap="flat" cmpd="sng">
                <a:solidFill>
                  <a:srgbClr val="000000"/>
                </a:solidFill>
                <a:prstDash val="solid"/>
                <a:headEnd type="none" w="med" len="med"/>
                <a:tailEnd type="none" w="med" len="med"/>
              </a:ln>
            </p:spPr>
          </p:sp>
          <p:sp>
            <p:nvSpPr>
              <p:cNvPr id="102459" name="Line 59"/>
              <p:cNvSpPr/>
              <p:nvPr/>
            </p:nvSpPr>
            <p:spPr>
              <a:xfrm flipH="1">
                <a:off x="3507" y="1192"/>
                <a:ext cx="152" cy="1"/>
              </a:xfrm>
              <a:prstGeom prst="line">
                <a:avLst/>
              </a:prstGeom>
              <a:ln w="12700" cap="flat" cmpd="sng">
                <a:solidFill>
                  <a:srgbClr val="000000"/>
                </a:solidFill>
                <a:prstDash val="solid"/>
                <a:headEnd type="none" w="med" len="med"/>
                <a:tailEnd type="none" w="med" len="med"/>
              </a:ln>
            </p:spPr>
          </p:sp>
          <p:sp>
            <p:nvSpPr>
              <p:cNvPr id="102460" name="Line 60"/>
              <p:cNvSpPr/>
              <p:nvPr/>
            </p:nvSpPr>
            <p:spPr>
              <a:xfrm>
                <a:off x="3661" y="1192"/>
                <a:ext cx="1" cy="250"/>
              </a:xfrm>
              <a:prstGeom prst="line">
                <a:avLst/>
              </a:prstGeom>
              <a:ln w="12700" cap="flat" cmpd="sng">
                <a:solidFill>
                  <a:srgbClr val="000000"/>
                </a:solidFill>
                <a:prstDash val="solid"/>
                <a:headEnd type="none" w="med" len="med"/>
                <a:tailEnd type="none" w="med" len="med"/>
              </a:ln>
            </p:spPr>
          </p:sp>
          <p:sp>
            <p:nvSpPr>
              <p:cNvPr id="102461" name="Line 61"/>
              <p:cNvSpPr/>
              <p:nvPr/>
            </p:nvSpPr>
            <p:spPr>
              <a:xfrm flipH="1">
                <a:off x="3659" y="1442"/>
                <a:ext cx="174" cy="1"/>
              </a:xfrm>
              <a:prstGeom prst="line">
                <a:avLst/>
              </a:prstGeom>
              <a:ln w="12700" cap="flat" cmpd="sng">
                <a:solidFill>
                  <a:srgbClr val="000000"/>
                </a:solidFill>
                <a:prstDash val="solid"/>
                <a:headEnd type="none" w="med" len="med"/>
                <a:tailEnd type="none" w="med" len="med"/>
              </a:ln>
            </p:spPr>
          </p:sp>
          <p:sp>
            <p:nvSpPr>
              <p:cNvPr id="102462" name="Line 62"/>
              <p:cNvSpPr/>
              <p:nvPr/>
            </p:nvSpPr>
            <p:spPr>
              <a:xfrm>
                <a:off x="3831" y="1192"/>
                <a:ext cx="1" cy="250"/>
              </a:xfrm>
              <a:prstGeom prst="line">
                <a:avLst/>
              </a:prstGeom>
              <a:ln w="12700" cap="flat" cmpd="sng">
                <a:solidFill>
                  <a:srgbClr val="000000"/>
                </a:solidFill>
                <a:prstDash val="solid"/>
                <a:headEnd type="none" w="med" len="med"/>
                <a:tailEnd type="none" w="med" len="med"/>
              </a:ln>
            </p:spPr>
          </p:sp>
          <p:sp>
            <p:nvSpPr>
              <p:cNvPr id="102463" name="Line 63"/>
              <p:cNvSpPr/>
              <p:nvPr/>
            </p:nvSpPr>
            <p:spPr>
              <a:xfrm flipH="1">
                <a:off x="3828" y="1192"/>
                <a:ext cx="152" cy="1"/>
              </a:xfrm>
              <a:prstGeom prst="line">
                <a:avLst/>
              </a:prstGeom>
              <a:ln w="12700" cap="flat" cmpd="sng">
                <a:solidFill>
                  <a:srgbClr val="000000"/>
                </a:solidFill>
                <a:prstDash val="solid"/>
                <a:headEnd type="none" w="med" len="med"/>
                <a:tailEnd type="none" w="med" len="med"/>
              </a:ln>
            </p:spPr>
          </p:sp>
          <p:sp>
            <p:nvSpPr>
              <p:cNvPr id="102464" name="Line 64"/>
              <p:cNvSpPr/>
              <p:nvPr/>
            </p:nvSpPr>
            <p:spPr>
              <a:xfrm>
                <a:off x="3982" y="1192"/>
                <a:ext cx="1" cy="250"/>
              </a:xfrm>
              <a:prstGeom prst="line">
                <a:avLst/>
              </a:prstGeom>
              <a:ln w="12700" cap="flat" cmpd="sng">
                <a:solidFill>
                  <a:srgbClr val="000000"/>
                </a:solidFill>
                <a:prstDash val="solid"/>
                <a:headEnd type="none" w="med" len="med"/>
                <a:tailEnd type="none" w="med" len="med"/>
              </a:ln>
            </p:spPr>
          </p:sp>
          <p:sp>
            <p:nvSpPr>
              <p:cNvPr id="102465" name="Line 65"/>
              <p:cNvSpPr/>
              <p:nvPr/>
            </p:nvSpPr>
            <p:spPr>
              <a:xfrm flipH="1">
                <a:off x="3980" y="1442"/>
                <a:ext cx="174" cy="1"/>
              </a:xfrm>
              <a:prstGeom prst="line">
                <a:avLst/>
              </a:prstGeom>
              <a:ln w="12700" cap="flat" cmpd="sng">
                <a:solidFill>
                  <a:srgbClr val="000000"/>
                </a:solidFill>
                <a:prstDash val="solid"/>
                <a:headEnd type="none" w="med" len="med"/>
                <a:tailEnd type="none" w="med" len="med"/>
              </a:ln>
            </p:spPr>
          </p:sp>
          <p:sp>
            <p:nvSpPr>
              <p:cNvPr id="102466" name="Line 66"/>
              <p:cNvSpPr/>
              <p:nvPr/>
            </p:nvSpPr>
            <p:spPr>
              <a:xfrm>
                <a:off x="4156" y="1192"/>
                <a:ext cx="1" cy="250"/>
              </a:xfrm>
              <a:prstGeom prst="line">
                <a:avLst/>
              </a:prstGeom>
              <a:ln w="12700" cap="flat" cmpd="sng">
                <a:solidFill>
                  <a:srgbClr val="000000"/>
                </a:solidFill>
                <a:prstDash val="solid"/>
                <a:headEnd type="none" w="med" len="med"/>
                <a:tailEnd type="none" w="med" len="med"/>
              </a:ln>
            </p:spPr>
          </p:sp>
          <p:sp>
            <p:nvSpPr>
              <p:cNvPr id="102467" name="Line 67"/>
              <p:cNvSpPr/>
              <p:nvPr/>
            </p:nvSpPr>
            <p:spPr>
              <a:xfrm flipH="1">
                <a:off x="4154" y="1192"/>
                <a:ext cx="151" cy="1"/>
              </a:xfrm>
              <a:prstGeom prst="line">
                <a:avLst/>
              </a:prstGeom>
              <a:ln w="12700" cap="flat" cmpd="sng">
                <a:solidFill>
                  <a:srgbClr val="000000"/>
                </a:solidFill>
                <a:prstDash val="solid"/>
                <a:headEnd type="none" w="med" len="med"/>
                <a:tailEnd type="none" w="med" len="med"/>
              </a:ln>
            </p:spPr>
          </p:sp>
          <p:sp>
            <p:nvSpPr>
              <p:cNvPr id="102468" name="Line 68"/>
              <p:cNvSpPr/>
              <p:nvPr/>
            </p:nvSpPr>
            <p:spPr>
              <a:xfrm>
                <a:off x="4308" y="1192"/>
                <a:ext cx="1" cy="250"/>
              </a:xfrm>
              <a:prstGeom prst="line">
                <a:avLst/>
              </a:prstGeom>
              <a:ln w="12700" cap="flat" cmpd="sng">
                <a:solidFill>
                  <a:srgbClr val="000000"/>
                </a:solidFill>
                <a:prstDash val="solid"/>
                <a:headEnd type="none" w="med" len="med"/>
                <a:tailEnd type="none" w="med" len="med"/>
              </a:ln>
            </p:spPr>
          </p:sp>
          <p:sp>
            <p:nvSpPr>
              <p:cNvPr id="102469" name="Line 69"/>
              <p:cNvSpPr/>
              <p:nvPr/>
            </p:nvSpPr>
            <p:spPr>
              <a:xfrm flipH="1">
                <a:off x="4305" y="1442"/>
                <a:ext cx="174" cy="1"/>
              </a:xfrm>
              <a:prstGeom prst="line">
                <a:avLst/>
              </a:prstGeom>
              <a:ln w="12700" cap="flat" cmpd="sng">
                <a:solidFill>
                  <a:srgbClr val="000000"/>
                </a:solidFill>
                <a:prstDash val="solid"/>
                <a:headEnd type="none" w="med" len="med"/>
                <a:tailEnd type="none" w="med" len="med"/>
              </a:ln>
            </p:spPr>
          </p:sp>
          <p:sp>
            <p:nvSpPr>
              <p:cNvPr id="102470" name="Line 70"/>
              <p:cNvSpPr/>
              <p:nvPr/>
            </p:nvSpPr>
            <p:spPr>
              <a:xfrm>
                <a:off x="4479" y="1192"/>
                <a:ext cx="1" cy="250"/>
              </a:xfrm>
              <a:prstGeom prst="line">
                <a:avLst/>
              </a:prstGeom>
              <a:ln w="12700" cap="flat" cmpd="sng">
                <a:solidFill>
                  <a:srgbClr val="000000"/>
                </a:solidFill>
                <a:prstDash val="solid"/>
                <a:headEnd type="none" w="med" len="med"/>
                <a:tailEnd type="none" w="med" len="med"/>
              </a:ln>
            </p:spPr>
          </p:sp>
          <p:sp>
            <p:nvSpPr>
              <p:cNvPr id="102471" name="Line 71"/>
              <p:cNvSpPr/>
              <p:nvPr/>
            </p:nvSpPr>
            <p:spPr>
              <a:xfrm flipH="1">
                <a:off x="4477" y="1192"/>
                <a:ext cx="152" cy="1"/>
              </a:xfrm>
              <a:prstGeom prst="line">
                <a:avLst/>
              </a:prstGeom>
              <a:ln w="12700" cap="flat" cmpd="sng">
                <a:solidFill>
                  <a:srgbClr val="000000"/>
                </a:solidFill>
                <a:prstDash val="solid"/>
                <a:headEnd type="none" w="med" len="med"/>
                <a:tailEnd type="none" w="med" len="med"/>
              </a:ln>
            </p:spPr>
          </p:sp>
          <p:sp>
            <p:nvSpPr>
              <p:cNvPr id="102472" name="Line 72"/>
              <p:cNvSpPr/>
              <p:nvPr/>
            </p:nvSpPr>
            <p:spPr>
              <a:xfrm flipH="1">
                <a:off x="1041" y="1442"/>
                <a:ext cx="151" cy="1"/>
              </a:xfrm>
              <a:prstGeom prst="line">
                <a:avLst/>
              </a:prstGeom>
              <a:ln w="12700" cap="flat" cmpd="sng">
                <a:solidFill>
                  <a:srgbClr val="000000"/>
                </a:solidFill>
                <a:prstDash val="solid"/>
                <a:headEnd type="none" w="med" len="med"/>
                <a:tailEnd type="none" w="med" len="med"/>
              </a:ln>
            </p:spPr>
          </p:sp>
          <p:sp>
            <p:nvSpPr>
              <p:cNvPr id="102473" name="Line 73"/>
              <p:cNvSpPr/>
              <p:nvPr/>
            </p:nvSpPr>
            <p:spPr>
              <a:xfrm>
                <a:off x="1672" y="1192"/>
                <a:ext cx="1" cy="250"/>
              </a:xfrm>
              <a:prstGeom prst="line">
                <a:avLst/>
              </a:prstGeom>
              <a:ln w="12700" cap="flat" cmpd="sng">
                <a:solidFill>
                  <a:srgbClr val="000000"/>
                </a:solidFill>
                <a:prstDash val="solid"/>
                <a:headEnd type="none" w="med" len="med"/>
                <a:tailEnd type="none" w="med" len="med"/>
              </a:ln>
            </p:spPr>
          </p:sp>
          <p:sp>
            <p:nvSpPr>
              <p:cNvPr id="102474" name="Line 74"/>
              <p:cNvSpPr/>
              <p:nvPr/>
            </p:nvSpPr>
            <p:spPr>
              <a:xfrm>
                <a:off x="2341" y="1414"/>
                <a:ext cx="1" cy="63"/>
              </a:xfrm>
              <a:prstGeom prst="line">
                <a:avLst/>
              </a:prstGeom>
              <a:ln w="12700" cap="flat" cmpd="sng">
                <a:solidFill>
                  <a:srgbClr val="000000"/>
                </a:solidFill>
                <a:prstDash val="solid"/>
                <a:headEnd type="none" w="med" len="med"/>
                <a:tailEnd type="none" w="med" len="med"/>
              </a:ln>
            </p:spPr>
          </p:sp>
          <p:sp>
            <p:nvSpPr>
              <p:cNvPr id="102475" name="Line 75"/>
              <p:cNvSpPr/>
              <p:nvPr/>
            </p:nvSpPr>
            <p:spPr>
              <a:xfrm>
                <a:off x="2341" y="1516"/>
                <a:ext cx="1" cy="63"/>
              </a:xfrm>
              <a:prstGeom prst="line">
                <a:avLst/>
              </a:prstGeom>
              <a:ln w="12700" cap="flat" cmpd="sng">
                <a:solidFill>
                  <a:srgbClr val="000000"/>
                </a:solidFill>
                <a:prstDash val="solid"/>
                <a:headEnd type="none" w="med" len="med"/>
                <a:tailEnd type="none" w="med" len="med"/>
              </a:ln>
            </p:spPr>
          </p:sp>
          <p:sp>
            <p:nvSpPr>
              <p:cNvPr id="102476" name="Line 76"/>
              <p:cNvSpPr/>
              <p:nvPr/>
            </p:nvSpPr>
            <p:spPr>
              <a:xfrm>
                <a:off x="2341" y="1618"/>
                <a:ext cx="1" cy="63"/>
              </a:xfrm>
              <a:prstGeom prst="line">
                <a:avLst/>
              </a:prstGeom>
              <a:ln w="12700" cap="flat" cmpd="sng">
                <a:solidFill>
                  <a:srgbClr val="000000"/>
                </a:solidFill>
                <a:prstDash val="solid"/>
                <a:headEnd type="none" w="med" len="med"/>
                <a:tailEnd type="none" w="med" len="med"/>
              </a:ln>
            </p:spPr>
          </p:sp>
          <p:sp>
            <p:nvSpPr>
              <p:cNvPr id="102477" name="Line 77"/>
              <p:cNvSpPr/>
              <p:nvPr/>
            </p:nvSpPr>
            <p:spPr>
              <a:xfrm>
                <a:off x="2341" y="1720"/>
                <a:ext cx="1" cy="63"/>
              </a:xfrm>
              <a:prstGeom prst="line">
                <a:avLst/>
              </a:prstGeom>
              <a:ln w="12700" cap="flat" cmpd="sng">
                <a:solidFill>
                  <a:srgbClr val="000000"/>
                </a:solidFill>
                <a:prstDash val="solid"/>
                <a:headEnd type="none" w="med" len="med"/>
                <a:tailEnd type="none" w="med" len="med"/>
              </a:ln>
            </p:spPr>
          </p:sp>
          <p:sp>
            <p:nvSpPr>
              <p:cNvPr id="102478" name="Line 78"/>
              <p:cNvSpPr/>
              <p:nvPr/>
            </p:nvSpPr>
            <p:spPr>
              <a:xfrm>
                <a:off x="2341" y="1822"/>
                <a:ext cx="1" cy="63"/>
              </a:xfrm>
              <a:prstGeom prst="line">
                <a:avLst/>
              </a:prstGeom>
              <a:ln w="12700" cap="flat" cmpd="sng">
                <a:solidFill>
                  <a:srgbClr val="000000"/>
                </a:solidFill>
                <a:prstDash val="solid"/>
                <a:headEnd type="none" w="med" len="med"/>
                <a:tailEnd type="none" w="med" len="med"/>
              </a:ln>
            </p:spPr>
          </p:sp>
          <p:sp>
            <p:nvSpPr>
              <p:cNvPr id="102479" name="Line 79"/>
              <p:cNvSpPr/>
              <p:nvPr/>
            </p:nvSpPr>
            <p:spPr>
              <a:xfrm>
                <a:off x="2341" y="1924"/>
                <a:ext cx="1" cy="63"/>
              </a:xfrm>
              <a:prstGeom prst="line">
                <a:avLst/>
              </a:prstGeom>
              <a:ln w="12700" cap="flat" cmpd="sng">
                <a:solidFill>
                  <a:srgbClr val="000000"/>
                </a:solidFill>
                <a:prstDash val="solid"/>
                <a:headEnd type="none" w="med" len="med"/>
                <a:tailEnd type="none" w="med" len="med"/>
              </a:ln>
            </p:spPr>
          </p:sp>
          <p:sp>
            <p:nvSpPr>
              <p:cNvPr id="102480" name="Line 80"/>
              <p:cNvSpPr/>
              <p:nvPr/>
            </p:nvSpPr>
            <p:spPr>
              <a:xfrm>
                <a:off x="2341" y="2026"/>
                <a:ext cx="1" cy="63"/>
              </a:xfrm>
              <a:prstGeom prst="line">
                <a:avLst/>
              </a:prstGeom>
              <a:ln w="12700" cap="flat" cmpd="sng">
                <a:solidFill>
                  <a:srgbClr val="000000"/>
                </a:solidFill>
                <a:prstDash val="solid"/>
                <a:headEnd type="none" w="med" len="med"/>
                <a:tailEnd type="none" w="med" len="med"/>
              </a:ln>
            </p:spPr>
          </p:sp>
          <p:sp>
            <p:nvSpPr>
              <p:cNvPr id="102481" name="Line 81"/>
              <p:cNvSpPr/>
              <p:nvPr/>
            </p:nvSpPr>
            <p:spPr>
              <a:xfrm>
                <a:off x="2341" y="2128"/>
                <a:ext cx="1" cy="63"/>
              </a:xfrm>
              <a:prstGeom prst="line">
                <a:avLst/>
              </a:prstGeom>
              <a:ln w="12700" cap="flat" cmpd="sng">
                <a:solidFill>
                  <a:srgbClr val="000000"/>
                </a:solidFill>
                <a:prstDash val="solid"/>
                <a:headEnd type="none" w="med" len="med"/>
                <a:tailEnd type="none" w="med" len="med"/>
              </a:ln>
            </p:spPr>
          </p:sp>
          <p:sp>
            <p:nvSpPr>
              <p:cNvPr id="102482" name="Line 82"/>
              <p:cNvSpPr/>
              <p:nvPr/>
            </p:nvSpPr>
            <p:spPr>
              <a:xfrm>
                <a:off x="2341" y="2230"/>
                <a:ext cx="1" cy="63"/>
              </a:xfrm>
              <a:prstGeom prst="line">
                <a:avLst/>
              </a:prstGeom>
              <a:ln w="12700" cap="flat" cmpd="sng">
                <a:solidFill>
                  <a:srgbClr val="000000"/>
                </a:solidFill>
                <a:prstDash val="solid"/>
                <a:headEnd type="none" w="med" len="med"/>
                <a:tailEnd type="none" w="med" len="med"/>
              </a:ln>
            </p:spPr>
          </p:sp>
          <p:sp>
            <p:nvSpPr>
              <p:cNvPr id="102483" name="Line 83"/>
              <p:cNvSpPr/>
              <p:nvPr/>
            </p:nvSpPr>
            <p:spPr>
              <a:xfrm>
                <a:off x="2341" y="2332"/>
                <a:ext cx="1" cy="27"/>
              </a:xfrm>
              <a:prstGeom prst="line">
                <a:avLst/>
              </a:prstGeom>
              <a:ln w="12700" cap="flat" cmpd="sng">
                <a:solidFill>
                  <a:srgbClr val="000000"/>
                </a:solidFill>
                <a:prstDash val="solid"/>
                <a:headEnd type="none" w="med" len="med"/>
                <a:tailEnd type="none" w="med" len="med"/>
              </a:ln>
            </p:spPr>
          </p:sp>
          <p:sp>
            <p:nvSpPr>
              <p:cNvPr id="102484" name="Line 84"/>
              <p:cNvSpPr/>
              <p:nvPr/>
            </p:nvSpPr>
            <p:spPr>
              <a:xfrm>
                <a:off x="2667" y="1414"/>
                <a:ext cx="1" cy="63"/>
              </a:xfrm>
              <a:prstGeom prst="line">
                <a:avLst/>
              </a:prstGeom>
              <a:ln w="12700" cap="flat" cmpd="sng">
                <a:solidFill>
                  <a:srgbClr val="000000"/>
                </a:solidFill>
                <a:prstDash val="solid"/>
                <a:headEnd type="none" w="med" len="med"/>
                <a:tailEnd type="none" w="med" len="med"/>
              </a:ln>
            </p:spPr>
          </p:sp>
          <p:sp>
            <p:nvSpPr>
              <p:cNvPr id="102485" name="Line 85"/>
              <p:cNvSpPr/>
              <p:nvPr/>
            </p:nvSpPr>
            <p:spPr>
              <a:xfrm>
                <a:off x="2667" y="1516"/>
                <a:ext cx="1" cy="63"/>
              </a:xfrm>
              <a:prstGeom prst="line">
                <a:avLst/>
              </a:prstGeom>
              <a:ln w="12700" cap="flat" cmpd="sng">
                <a:solidFill>
                  <a:srgbClr val="000000"/>
                </a:solidFill>
                <a:prstDash val="solid"/>
                <a:headEnd type="none" w="med" len="med"/>
                <a:tailEnd type="none" w="med" len="med"/>
              </a:ln>
            </p:spPr>
          </p:sp>
          <p:sp>
            <p:nvSpPr>
              <p:cNvPr id="102486" name="Line 86"/>
              <p:cNvSpPr/>
              <p:nvPr/>
            </p:nvSpPr>
            <p:spPr>
              <a:xfrm>
                <a:off x="2667" y="1618"/>
                <a:ext cx="1" cy="63"/>
              </a:xfrm>
              <a:prstGeom prst="line">
                <a:avLst/>
              </a:prstGeom>
              <a:ln w="12700" cap="flat" cmpd="sng">
                <a:solidFill>
                  <a:srgbClr val="000000"/>
                </a:solidFill>
                <a:prstDash val="solid"/>
                <a:headEnd type="none" w="med" len="med"/>
                <a:tailEnd type="none" w="med" len="med"/>
              </a:ln>
            </p:spPr>
          </p:sp>
          <p:sp>
            <p:nvSpPr>
              <p:cNvPr id="102487" name="Line 87"/>
              <p:cNvSpPr/>
              <p:nvPr/>
            </p:nvSpPr>
            <p:spPr>
              <a:xfrm>
                <a:off x="2667" y="1720"/>
                <a:ext cx="1" cy="63"/>
              </a:xfrm>
              <a:prstGeom prst="line">
                <a:avLst/>
              </a:prstGeom>
              <a:ln w="12700" cap="flat" cmpd="sng">
                <a:solidFill>
                  <a:srgbClr val="000000"/>
                </a:solidFill>
                <a:prstDash val="solid"/>
                <a:headEnd type="none" w="med" len="med"/>
                <a:tailEnd type="none" w="med" len="med"/>
              </a:ln>
            </p:spPr>
          </p:sp>
          <p:sp>
            <p:nvSpPr>
              <p:cNvPr id="102488" name="Line 88"/>
              <p:cNvSpPr/>
              <p:nvPr/>
            </p:nvSpPr>
            <p:spPr>
              <a:xfrm>
                <a:off x="2667" y="1822"/>
                <a:ext cx="1" cy="63"/>
              </a:xfrm>
              <a:prstGeom prst="line">
                <a:avLst/>
              </a:prstGeom>
              <a:ln w="12700" cap="flat" cmpd="sng">
                <a:solidFill>
                  <a:srgbClr val="000000"/>
                </a:solidFill>
                <a:prstDash val="solid"/>
                <a:headEnd type="none" w="med" len="med"/>
                <a:tailEnd type="none" w="med" len="med"/>
              </a:ln>
            </p:spPr>
          </p:sp>
          <p:sp>
            <p:nvSpPr>
              <p:cNvPr id="102489" name="Line 89"/>
              <p:cNvSpPr/>
              <p:nvPr/>
            </p:nvSpPr>
            <p:spPr>
              <a:xfrm>
                <a:off x="2667" y="1924"/>
                <a:ext cx="1" cy="63"/>
              </a:xfrm>
              <a:prstGeom prst="line">
                <a:avLst/>
              </a:prstGeom>
              <a:ln w="12700" cap="flat" cmpd="sng">
                <a:solidFill>
                  <a:srgbClr val="000000"/>
                </a:solidFill>
                <a:prstDash val="solid"/>
                <a:headEnd type="none" w="med" len="med"/>
                <a:tailEnd type="none" w="med" len="med"/>
              </a:ln>
            </p:spPr>
          </p:sp>
          <p:sp>
            <p:nvSpPr>
              <p:cNvPr id="102490" name="Line 90"/>
              <p:cNvSpPr/>
              <p:nvPr/>
            </p:nvSpPr>
            <p:spPr>
              <a:xfrm>
                <a:off x="2667" y="2026"/>
                <a:ext cx="1" cy="63"/>
              </a:xfrm>
              <a:prstGeom prst="line">
                <a:avLst/>
              </a:prstGeom>
              <a:ln w="12700" cap="flat" cmpd="sng">
                <a:solidFill>
                  <a:srgbClr val="000000"/>
                </a:solidFill>
                <a:prstDash val="solid"/>
                <a:headEnd type="none" w="med" len="med"/>
                <a:tailEnd type="none" w="med" len="med"/>
              </a:ln>
            </p:spPr>
          </p:sp>
          <p:sp>
            <p:nvSpPr>
              <p:cNvPr id="102491" name="Line 91"/>
              <p:cNvSpPr/>
              <p:nvPr/>
            </p:nvSpPr>
            <p:spPr>
              <a:xfrm>
                <a:off x="2667" y="2128"/>
                <a:ext cx="1" cy="63"/>
              </a:xfrm>
              <a:prstGeom prst="line">
                <a:avLst/>
              </a:prstGeom>
              <a:ln w="12700" cap="flat" cmpd="sng">
                <a:solidFill>
                  <a:srgbClr val="000000"/>
                </a:solidFill>
                <a:prstDash val="solid"/>
                <a:headEnd type="none" w="med" len="med"/>
                <a:tailEnd type="none" w="med" len="med"/>
              </a:ln>
            </p:spPr>
          </p:sp>
          <p:sp>
            <p:nvSpPr>
              <p:cNvPr id="102492" name="Line 92"/>
              <p:cNvSpPr/>
              <p:nvPr/>
            </p:nvSpPr>
            <p:spPr>
              <a:xfrm>
                <a:off x="2667" y="2230"/>
                <a:ext cx="1" cy="63"/>
              </a:xfrm>
              <a:prstGeom prst="line">
                <a:avLst/>
              </a:prstGeom>
              <a:ln w="12700" cap="flat" cmpd="sng">
                <a:solidFill>
                  <a:srgbClr val="000000"/>
                </a:solidFill>
                <a:prstDash val="solid"/>
                <a:headEnd type="none" w="med" len="med"/>
                <a:tailEnd type="none" w="med" len="med"/>
              </a:ln>
            </p:spPr>
          </p:sp>
          <p:sp>
            <p:nvSpPr>
              <p:cNvPr id="102493" name="Line 93"/>
              <p:cNvSpPr/>
              <p:nvPr/>
            </p:nvSpPr>
            <p:spPr>
              <a:xfrm>
                <a:off x="2667" y="2332"/>
                <a:ext cx="1" cy="27"/>
              </a:xfrm>
              <a:prstGeom prst="line">
                <a:avLst/>
              </a:prstGeom>
              <a:ln w="12700" cap="flat" cmpd="sng">
                <a:solidFill>
                  <a:srgbClr val="000000"/>
                </a:solidFill>
                <a:prstDash val="solid"/>
                <a:headEnd type="none" w="med" len="med"/>
                <a:tailEnd type="none" w="med" len="med"/>
              </a:ln>
            </p:spPr>
          </p:sp>
          <p:sp>
            <p:nvSpPr>
              <p:cNvPr id="102494" name="Line 94"/>
              <p:cNvSpPr/>
              <p:nvPr/>
            </p:nvSpPr>
            <p:spPr>
              <a:xfrm>
                <a:off x="3001" y="1414"/>
                <a:ext cx="1" cy="63"/>
              </a:xfrm>
              <a:prstGeom prst="line">
                <a:avLst/>
              </a:prstGeom>
              <a:ln w="12700" cap="flat" cmpd="sng">
                <a:solidFill>
                  <a:srgbClr val="000000"/>
                </a:solidFill>
                <a:prstDash val="solid"/>
                <a:headEnd type="none" w="med" len="med"/>
                <a:tailEnd type="none" w="med" len="med"/>
              </a:ln>
            </p:spPr>
          </p:sp>
          <p:sp>
            <p:nvSpPr>
              <p:cNvPr id="102495" name="Line 95"/>
              <p:cNvSpPr/>
              <p:nvPr/>
            </p:nvSpPr>
            <p:spPr>
              <a:xfrm>
                <a:off x="3001" y="1516"/>
                <a:ext cx="1" cy="63"/>
              </a:xfrm>
              <a:prstGeom prst="line">
                <a:avLst/>
              </a:prstGeom>
              <a:ln w="12700" cap="flat" cmpd="sng">
                <a:solidFill>
                  <a:srgbClr val="000000"/>
                </a:solidFill>
                <a:prstDash val="solid"/>
                <a:headEnd type="none" w="med" len="med"/>
                <a:tailEnd type="none" w="med" len="med"/>
              </a:ln>
            </p:spPr>
          </p:sp>
          <p:sp>
            <p:nvSpPr>
              <p:cNvPr id="102496" name="Line 96"/>
              <p:cNvSpPr/>
              <p:nvPr/>
            </p:nvSpPr>
            <p:spPr>
              <a:xfrm>
                <a:off x="3001" y="1618"/>
                <a:ext cx="1" cy="63"/>
              </a:xfrm>
              <a:prstGeom prst="line">
                <a:avLst/>
              </a:prstGeom>
              <a:ln w="12700" cap="flat" cmpd="sng">
                <a:solidFill>
                  <a:srgbClr val="000000"/>
                </a:solidFill>
                <a:prstDash val="solid"/>
                <a:headEnd type="none" w="med" len="med"/>
                <a:tailEnd type="none" w="med" len="med"/>
              </a:ln>
            </p:spPr>
          </p:sp>
          <p:sp>
            <p:nvSpPr>
              <p:cNvPr id="102497" name="Line 97"/>
              <p:cNvSpPr/>
              <p:nvPr/>
            </p:nvSpPr>
            <p:spPr>
              <a:xfrm>
                <a:off x="3001" y="1720"/>
                <a:ext cx="1" cy="63"/>
              </a:xfrm>
              <a:prstGeom prst="line">
                <a:avLst/>
              </a:prstGeom>
              <a:ln w="12700" cap="flat" cmpd="sng">
                <a:solidFill>
                  <a:srgbClr val="000000"/>
                </a:solidFill>
                <a:prstDash val="solid"/>
                <a:headEnd type="none" w="med" len="med"/>
                <a:tailEnd type="none" w="med" len="med"/>
              </a:ln>
            </p:spPr>
          </p:sp>
          <p:sp>
            <p:nvSpPr>
              <p:cNvPr id="102498" name="Line 98"/>
              <p:cNvSpPr/>
              <p:nvPr/>
            </p:nvSpPr>
            <p:spPr>
              <a:xfrm>
                <a:off x="3001" y="1822"/>
                <a:ext cx="1" cy="63"/>
              </a:xfrm>
              <a:prstGeom prst="line">
                <a:avLst/>
              </a:prstGeom>
              <a:ln w="12700" cap="flat" cmpd="sng">
                <a:solidFill>
                  <a:srgbClr val="000000"/>
                </a:solidFill>
                <a:prstDash val="solid"/>
                <a:headEnd type="none" w="med" len="med"/>
                <a:tailEnd type="none" w="med" len="med"/>
              </a:ln>
            </p:spPr>
          </p:sp>
          <p:sp>
            <p:nvSpPr>
              <p:cNvPr id="102499" name="Line 99"/>
              <p:cNvSpPr/>
              <p:nvPr/>
            </p:nvSpPr>
            <p:spPr>
              <a:xfrm>
                <a:off x="3001" y="1924"/>
                <a:ext cx="1" cy="63"/>
              </a:xfrm>
              <a:prstGeom prst="line">
                <a:avLst/>
              </a:prstGeom>
              <a:ln w="12700" cap="flat" cmpd="sng">
                <a:solidFill>
                  <a:srgbClr val="000000"/>
                </a:solidFill>
                <a:prstDash val="solid"/>
                <a:headEnd type="none" w="med" len="med"/>
                <a:tailEnd type="none" w="med" len="med"/>
              </a:ln>
            </p:spPr>
          </p:sp>
          <p:sp>
            <p:nvSpPr>
              <p:cNvPr id="102500" name="Line 100"/>
              <p:cNvSpPr/>
              <p:nvPr/>
            </p:nvSpPr>
            <p:spPr>
              <a:xfrm>
                <a:off x="3001" y="2026"/>
                <a:ext cx="1" cy="63"/>
              </a:xfrm>
              <a:prstGeom prst="line">
                <a:avLst/>
              </a:prstGeom>
              <a:ln w="12700" cap="flat" cmpd="sng">
                <a:solidFill>
                  <a:srgbClr val="000000"/>
                </a:solidFill>
                <a:prstDash val="solid"/>
                <a:headEnd type="none" w="med" len="med"/>
                <a:tailEnd type="none" w="med" len="med"/>
              </a:ln>
            </p:spPr>
          </p:sp>
          <p:sp>
            <p:nvSpPr>
              <p:cNvPr id="102501" name="Line 101"/>
              <p:cNvSpPr/>
              <p:nvPr/>
            </p:nvSpPr>
            <p:spPr>
              <a:xfrm>
                <a:off x="3001" y="2128"/>
                <a:ext cx="1" cy="63"/>
              </a:xfrm>
              <a:prstGeom prst="line">
                <a:avLst/>
              </a:prstGeom>
              <a:ln w="12700" cap="flat" cmpd="sng">
                <a:solidFill>
                  <a:srgbClr val="000000"/>
                </a:solidFill>
                <a:prstDash val="solid"/>
                <a:headEnd type="none" w="med" len="med"/>
                <a:tailEnd type="none" w="med" len="med"/>
              </a:ln>
            </p:spPr>
          </p:sp>
          <p:sp>
            <p:nvSpPr>
              <p:cNvPr id="102502" name="Line 102"/>
              <p:cNvSpPr/>
              <p:nvPr/>
            </p:nvSpPr>
            <p:spPr>
              <a:xfrm>
                <a:off x="3001" y="2230"/>
                <a:ext cx="1" cy="63"/>
              </a:xfrm>
              <a:prstGeom prst="line">
                <a:avLst/>
              </a:prstGeom>
              <a:ln w="12700" cap="flat" cmpd="sng">
                <a:solidFill>
                  <a:srgbClr val="000000"/>
                </a:solidFill>
                <a:prstDash val="solid"/>
                <a:headEnd type="none" w="med" len="med"/>
                <a:tailEnd type="none" w="med" len="med"/>
              </a:ln>
            </p:spPr>
          </p:sp>
          <p:sp>
            <p:nvSpPr>
              <p:cNvPr id="102503" name="Line 103"/>
              <p:cNvSpPr/>
              <p:nvPr/>
            </p:nvSpPr>
            <p:spPr>
              <a:xfrm>
                <a:off x="3001" y="2332"/>
                <a:ext cx="1" cy="27"/>
              </a:xfrm>
              <a:prstGeom prst="line">
                <a:avLst/>
              </a:prstGeom>
              <a:ln w="12700" cap="flat" cmpd="sng">
                <a:solidFill>
                  <a:srgbClr val="000000"/>
                </a:solidFill>
                <a:prstDash val="solid"/>
                <a:headEnd type="none" w="med" len="med"/>
                <a:tailEnd type="none" w="med" len="med"/>
              </a:ln>
            </p:spPr>
          </p:sp>
          <p:sp>
            <p:nvSpPr>
              <p:cNvPr id="102504" name="Line 104"/>
              <p:cNvSpPr/>
              <p:nvPr/>
            </p:nvSpPr>
            <p:spPr>
              <a:xfrm>
                <a:off x="3338" y="1414"/>
                <a:ext cx="1" cy="63"/>
              </a:xfrm>
              <a:prstGeom prst="line">
                <a:avLst/>
              </a:prstGeom>
              <a:ln w="12700" cap="flat" cmpd="sng">
                <a:solidFill>
                  <a:srgbClr val="000000"/>
                </a:solidFill>
                <a:prstDash val="solid"/>
                <a:headEnd type="none" w="med" len="med"/>
                <a:tailEnd type="none" w="med" len="med"/>
              </a:ln>
            </p:spPr>
          </p:sp>
          <p:sp>
            <p:nvSpPr>
              <p:cNvPr id="102505" name="Line 105"/>
              <p:cNvSpPr/>
              <p:nvPr/>
            </p:nvSpPr>
            <p:spPr>
              <a:xfrm>
                <a:off x="3338" y="1516"/>
                <a:ext cx="1" cy="63"/>
              </a:xfrm>
              <a:prstGeom prst="line">
                <a:avLst/>
              </a:prstGeom>
              <a:ln w="12700" cap="flat" cmpd="sng">
                <a:solidFill>
                  <a:srgbClr val="000000"/>
                </a:solidFill>
                <a:prstDash val="solid"/>
                <a:headEnd type="none" w="med" len="med"/>
                <a:tailEnd type="none" w="med" len="med"/>
              </a:ln>
            </p:spPr>
          </p:sp>
          <p:sp>
            <p:nvSpPr>
              <p:cNvPr id="102506" name="Line 106"/>
              <p:cNvSpPr/>
              <p:nvPr/>
            </p:nvSpPr>
            <p:spPr>
              <a:xfrm>
                <a:off x="3338" y="1618"/>
                <a:ext cx="1" cy="63"/>
              </a:xfrm>
              <a:prstGeom prst="line">
                <a:avLst/>
              </a:prstGeom>
              <a:ln w="12700" cap="flat" cmpd="sng">
                <a:solidFill>
                  <a:srgbClr val="000000"/>
                </a:solidFill>
                <a:prstDash val="solid"/>
                <a:headEnd type="none" w="med" len="med"/>
                <a:tailEnd type="none" w="med" len="med"/>
              </a:ln>
            </p:spPr>
          </p:sp>
          <p:sp>
            <p:nvSpPr>
              <p:cNvPr id="102507" name="Line 107"/>
              <p:cNvSpPr/>
              <p:nvPr/>
            </p:nvSpPr>
            <p:spPr>
              <a:xfrm>
                <a:off x="3338" y="1720"/>
                <a:ext cx="1" cy="63"/>
              </a:xfrm>
              <a:prstGeom prst="line">
                <a:avLst/>
              </a:prstGeom>
              <a:ln w="12700" cap="flat" cmpd="sng">
                <a:solidFill>
                  <a:srgbClr val="000000"/>
                </a:solidFill>
                <a:prstDash val="solid"/>
                <a:headEnd type="none" w="med" len="med"/>
                <a:tailEnd type="none" w="med" len="med"/>
              </a:ln>
            </p:spPr>
          </p:sp>
          <p:sp>
            <p:nvSpPr>
              <p:cNvPr id="102508" name="Line 108"/>
              <p:cNvSpPr/>
              <p:nvPr/>
            </p:nvSpPr>
            <p:spPr>
              <a:xfrm>
                <a:off x="3338" y="1822"/>
                <a:ext cx="1" cy="63"/>
              </a:xfrm>
              <a:prstGeom prst="line">
                <a:avLst/>
              </a:prstGeom>
              <a:ln w="12700" cap="flat" cmpd="sng">
                <a:solidFill>
                  <a:srgbClr val="000000"/>
                </a:solidFill>
                <a:prstDash val="solid"/>
                <a:headEnd type="none" w="med" len="med"/>
                <a:tailEnd type="none" w="med" len="med"/>
              </a:ln>
            </p:spPr>
          </p:sp>
          <p:sp>
            <p:nvSpPr>
              <p:cNvPr id="102509" name="Line 109"/>
              <p:cNvSpPr/>
              <p:nvPr/>
            </p:nvSpPr>
            <p:spPr>
              <a:xfrm>
                <a:off x="3338" y="1924"/>
                <a:ext cx="1" cy="63"/>
              </a:xfrm>
              <a:prstGeom prst="line">
                <a:avLst/>
              </a:prstGeom>
              <a:ln w="12700" cap="flat" cmpd="sng">
                <a:solidFill>
                  <a:srgbClr val="000000"/>
                </a:solidFill>
                <a:prstDash val="solid"/>
                <a:headEnd type="none" w="med" len="med"/>
                <a:tailEnd type="none" w="med" len="med"/>
              </a:ln>
            </p:spPr>
          </p:sp>
          <p:sp>
            <p:nvSpPr>
              <p:cNvPr id="102510" name="Line 110"/>
              <p:cNvSpPr/>
              <p:nvPr/>
            </p:nvSpPr>
            <p:spPr>
              <a:xfrm>
                <a:off x="3338" y="2128"/>
                <a:ext cx="1" cy="63"/>
              </a:xfrm>
              <a:prstGeom prst="line">
                <a:avLst/>
              </a:prstGeom>
              <a:ln w="12700" cap="flat" cmpd="sng">
                <a:solidFill>
                  <a:srgbClr val="000000"/>
                </a:solidFill>
                <a:prstDash val="solid"/>
                <a:headEnd type="none" w="med" len="med"/>
                <a:tailEnd type="none" w="med" len="med"/>
              </a:ln>
            </p:spPr>
          </p:sp>
          <p:sp>
            <p:nvSpPr>
              <p:cNvPr id="102511" name="Line 111"/>
              <p:cNvSpPr/>
              <p:nvPr/>
            </p:nvSpPr>
            <p:spPr>
              <a:xfrm>
                <a:off x="3338" y="2230"/>
                <a:ext cx="1" cy="63"/>
              </a:xfrm>
              <a:prstGeom prst="line">
                <a:avLst/>
              </a:prstGeom>
              <a:ln w="12700" cap="flat" cmpd="sng">
                <a:solidFill>
                  <a:srgbClr val="000000"/>
                </a:solidFill>
                <a:prstDash val="solid"/>
                <a:headEnd type="none" w="med" len="med"/>
                <a:tailEnd type="none" w="med" len="med"/>
              </a:ln>
            </p:spPr>
          </p:sp>
          <p:sp>
            <p:nvSpPr>
              <p:cNvPr id="102512" name="Line 112"/>
              <p:cNvSpPr/>
              <p:nvPr/>
            </p:nvSpPr>
            <p:spPr>
              <a:xfrm>
                <a:off x="3338" y="2332"/>
                <a:ext cx="1" cy="27"/>
              </a:xfrm>
              <a:prstGeom prst="line">
                <a:avLst/>
              </a:prstGeom>
              <a:ln w="12700" cap="flat" cmpd="sng">
                <a:solidFill>
                  <a:srgbClr val="000000"/>
                </a:solidFill>
                <a:prstDash val="solid"/>
                <a:headEnd type="none" w="med" len="med"/>
                <a:tailEnd type="none" w="med" len="med"/>
              </a:ln>
            </p:spPr>
          </p:sp>
          <p:sp>
            <p:nvSpPr>
              <p:cNvPr id="102513" name="Line 113"/>
              <p:cNvSpPr/>
              <p:nvPr/>
            </p:nvSpPr>
            <p:spPr>
              <a:xfrm>
                <a:off x="3661" y="1414"/>
                <a:ext cx="1" cy="63"/>
              </a:xfrm>
              <a:prstGeom prst="line">
                <a:avLst/>
              </a:prstGeom>
              <a:ln w="12700" cap="flat" cmpd="sng">
                <a:solidFill>
                  <a:srgbClr val="000000"/>
                </a:solidFill>
                <a:prstDash val="solid"/>
                <a:headEnd type="none" w="med" len="med"/>
                <a:tailEnd type="none" w="med" len="med"/>
              </a:ln>
            </p:spPr>
          </p:sp>
          <p:sp>
            <p:nvSpPr>
              <p:cNvPr id="102514" name="Line 114"/>
              <p:cNvSpPr/>
              <p:nvPr/>
            </p:nvSpPr>
            <p:spPr>
              <a:xfrm>
                <a:off x="3661" y="1516"/>
                <a:ext cx="1" cy="63"/>
              </a:xfrm>
              <a:prstGeom prst="line">
                <a:avLst/>
              </a:prstGeom>
              <a:ln w="12700" cap="flat" cmpd="sng">
                <a:solidFill>
                  <a:srgbClr val="000000"/>
                </a:solidFill>
                <a:prstDash val="solid"/>
                <a:headEnd type="none" w="med" len="med"/>
                <a:tailEnd type="none" w="med" len="med"/>
              </a:ln>
            </p:spPr>
          </p:sp>
          <p:sp>
            <p:nvSpPr>
              <p:cNvPr id="102515" name="Line 115"/>
              <p:cNvSpPr/>
              <p:nvPr/>
            </p:nvSpPr>
            <p:spPr>
              <a:xfrm>
                <a:off x="3661" y="1618"/>
                <a:ext cx="1" cy="63"/>
              </a:xfrm>
              <a:prstGeom prst="line">
                <a:avLst/>
              </a:prstGeom>
              <a:ln w="12700" cap="flat" cmpd="sng">
                <a:solidFill>
                  <a:srgbClr val="000000"/>
                </a:solidFill>
                <a:prstDash val="solid"/>
                <a:headEnd type="none" w="med" len="med"/>
                <a:tailEnd type="none" w="med" len="med"/>
              </a:ln>
            </p:spPr>
          </p:sp>
          <p:sp>
            <p:nvSpPr>
              <p:cNvPr id="102516" name="Line 116"/>
              <p:cNvSpPr/>
              <p:nvPr/>
            </p:nvSpPr>
            <p:spPr>
              <a:xfrm>
                <a:off x="3661" y="1720"/>
                <a:ext cx="1" cy="63"/>
              </a:xfrm>
              <a:prstGeom prst="line">
                <a:avLst/>
              </a:prstGeom>
              <a:ln w="12700" cap="flat" cmpd="sng">
                <a:solidFill>
                  <a:srgbClr val="000000"/>
                </a:solidFill>
                <a:prstDash val="solid"/>
                <a:headEnd type="none" w="med" len="med"/>
                <a:tailEnd type="none" w="med" len="med"/>
              </a:ln>
            </p:spPr>
          </p:sp>
          <p:sp>
            <p:nvSpPr>
              <p:cNvPr id="102517" name="Line 117"/>
              <p:cNvSpPr/>
              <p:nvPr/>
            </p:nvSpPr>
            <p:spPr>
              <a:xfrm>
                <a:off x="3661" y="1822"/>
                <a:ext cx="1" cy="63"/>
              </a:xfrm>
              <a:prstGeom prst="line">
                <a:avLst/>
              </a:prstGeom>
              <a:ln w="12700" cap="flat" cmpd="sng">
                <a:solidFill>
                  <a:srgbClr val="000000"/>
                </a:solidFill>
                <a:prstDash val="solid"/>
                <a:headEnd type="none" w="med" len="med"/>
                <a:tailEnd type="none" w="med" len="med"/>
              </a:ln>
            </p:spPr>
          </p:sp>
          <p:sp>
            <p:nvSpPr>
              <p:cNvPr id="102518" name="Line 118"/>
              <p:cNvSpPr/>
              <p:nvPr/>
            </p:nvSpPr>
            <p:spPr>
              <a:xfrm>
                <a:off x="3661" y="1924"/>
                <a:ext cx="1" cy="63"/>
              </a:xfrm>
              <a:prstGeom prst="line">
                <a:avLst/>
              </a:prstGeom>
              <a:ln w="12700" cap="flat" cmpd="sng">
                <a:solidFill>
                  <a:srgbClr val="000000"/>
                </a:solidFill>
                <a:prstDash val="solid"/>
                <a:headEnd type="none" w="med" len="med"/>
                <a:tailEnd type="none" w="med" len="med"/>
              </a:ln>
            </p:spPr>
          </p:sp>
          <p:sp>
            <p:nvSpPr>
              <p:cNvPr id="102519" name="Line 119"/>
              <p:cNvSpPr/>
              <p:nvPr/>
            </p:nvSpPr>
            <p:spPr>
              <a:xfrm>
                <a:off x="3661" y="2026"/>
                <a:ext cx="1" cy="63"/>
              </a:xfrm>
              <a:prstGeom prst="line">
                <a:avLst/>
              </a:prstGeom>
              <a:ln w="12700" cap="flat" cmpd="sng">
                <a:solidFill>
                  <a:srgbClr val="000000"/>
                </a:solidFill>
                <a:prstDash val="solid"/>
                <a:headEnd type="none" w="med" len="med"/>
                <a:tailEnd type="none" w="med" len="med"/>
              </a:ln>
            </p:spPr>
          </p:sp>
          <p:sp>
            <p:nvSpPr>
              <p:cNvPr id="102520" name="Line 120"/>
              <p:cNvSpPr/>
              <p:nvPr/>
            </p:nvSpPr>
            <p:spPr>
              <a:xfrm>
                <a:off x="3661" y="2128"/>
                <a:ext cx="1" cy="63"/>
              </a:xfrm>
              <a:prstGeom prst="line">
                <a:avLst/>
              </a:prstGeom>
              <a:ln w="12700" cap="flat" cmpd="sng">
                <a:solidFill>
                  <a:srgbClr val="000000"/>
                </a:solidFill>
                <a:prstDash val="solid"/>
                <a:headEnd type="none" w="med" len="med"/>
                <a:tailEnd type="none" w="med" len="med"/>
              </a:ln>
            </p:spPr>
          </p:sp>
          <p:sp>
            <p:nvSpPr>
              <p:cNvPr id="102521" name="Line 121"/>
              <p:cNvSpPr/>
              <p:nvPr/>
            </p:nvSpPr>
            <p:spPr>
              <a:xfrm>
                <a:off x="3661" y="2332"/>
                <a:ext cx="1" cy="27"/>
              </a:xfrm>
              <a:prstGeom prst="line">
                <a:avLst/>
              </a:prstGeom>
              <a:ln w="12700" cap="flat" cmpd="sng">
                <a:solidFill>
                  <a:srgbClr val="000000"/>
                </a:solidFill>
                <a:prstDash val="solid"/>
                <a:headEnd type="none" w="med" len="med"/>
                <a:tailEnd type="none" w="med" len="med"/>
              </a:ln>
            </p:spPr>
          </p:sp>
          <p:sp>
            <p:nvSpPr>
              <p:cNvPr id="102522" name="Line 122"/>
              <p:cNvSpPr/>
              <p:nvPr/>
            </p:nvSpPr>
            <p:spPr>
              <a:xfrm>
                <a:off x="3983" y="1414"/>
                <a:ext cx="1" cy="63"/>
              </a:xfrm>
              <a:prstGeom prst="line">
                <a:avLst/>
              </a:prstGeom>
              <a:ln w="12700" cap="flat" cmpd="sng">
                <a:solidFill>
                  <a:srgbClr val="000000"/>
                </a:solidFill>
                <a:prstDash val="solid"/>
                <a:headEnd type="none" w="med" len="med"/>
                <a:tailEnd type="none" w="med" len="med"/>
              </a:ln>
            </p:spPr>
          </p:sp>
          <p:sp>
            <p:nvSpPr>
              <p:cNvPr id="102523" name="Line 123"/>
              <p:cNvSpPr/>
              <p:nvPr/>
            </p:nvSpPr>
            <p:spPr>
              <a:xfrm>
                <a:off x="3983" y="1516"/>
                <a:ext cx="1" cy="63"/>
              </a:xfrm>
              <a:prstGeom prst="line">
                <a:avLst/>
              </a:prstGeom>
              <a:ln w="12700" cap="flat" cmpd="sng">
                <a:solidFill>
                  <a:srgbClr val="000000"/>
                </a:solidFill>
                <a:prstDash val="solid"/>
                <a:headEnd type="none" w="med" len="med"/>
                <a:tailEnd type="none" w="med" len="med"/>
              </a:ln>
            </p:spPr>
          </p:sp>
          <p:sp>
            <p:nvSpPr>
              <p:cNvPr id="102524" name="Line 124"/>
              <p:cNvSpPr/>
              <p:nvPr/>
            </p:nvSpPr>
            <p:spPr>
              <a:xfrm>
                <a:off x="3983" y="1618"/>
                <a:ext cx="1" cy="63"/>
              </a:xfrm>
              <a:prstGeom prst="line">
                <a:avLst/>
              </a:prstGeom>
              <a:ln w="12700" cap="flat" cmpd="sng">
                <a:solidFill>
                  <a:srgbClr val="000000"/>
                </a:solidFill>
                <a:prstDash val="solid"/>
                <a:headEnd type="none" w="med" len="med"/>
                <a:tailEnd type="none" w="med" len="med"/>
              </a:ln>
            </p:spPr>
          </p:sp>
          <p:sp>
            <p:nvSpPr>
              <p:cNvPr id="102525" name="Line 125"/>
              <p:cNvSpPr/>
              <p:nvPr/>
            </p:nvSpPr>
            <p:spPr>
              <a:xfrm>
                <a:off x="3983" y="1720"/>
                <a:ext cx="1" cy="63"/>
              </a:xfrm>
              <a:prstGeom prst="line">
                <a:avLst/>
              </a:prstGeom>
              <a:ln w="12700" cap="flat" cmpd="sng">
                <a:solidFill>
                  <a:srgbClr val="000000"/>
                </a:solidFill>
                <a:prstDash val="solid"/>
                <a:headEnd type="none" w="med" len="med"/>
                <a:tailEnd type="none" w="med" len="med"/>
              </a:ln>
            </p:spPr>
          </p:sp>
          <p:sp>
            <p:nvSpPr>
              <p:cNvPr id="102526" name="Line 126"/>
              <p:cNvSpPr/>
              <p:nvPr/>
            </p:nvSpPr>
            <p:spPr>
              <a:xfrm>
                <a:off x="3983" y="1822"/>
                <a:ext cx="1" cy="63"/>
              </a:xfrm>
              <a:prstGeom prst="line">
                <a:avLst/>
              </a:prstGeom>
              <a:ln w="12700" cap="flat" cmpd="sng">
                <a:solidFill>
                  <a:srgbClr val="000000"/>
                </a:solidFill>
                <a:prstDash val="solid"/>
                <a:headEnd type="none" w="med" len="med"/>
                <a:tailEnd type="none" w="med" len="med"/>
              </a:ln>
            </p:spPr>
          </p:sp>
          <p:sp>
            <p:nvSpPr>
              <p:cNvPr id="102527" name="Line 127"/>
              <p:cNvSpPr/>
              <p:nvPr/>
            </p:nvSpPr>
            <p:spPr>
              <a:xfrm>
                <a:off x="3983" y="1924"/>
                <a:ext cx="1" cy="63"/>
              </a:xfrm>
              <a:prstGeom prst="line">
                <a:avLst/>
              </a:prstGeom>
              <a:ln w="12700" cap="flat" cmpd="sng">
                <a:solidFill>
                  <a:srgbClr val="000000"/>
                </a:solidFill>
                <a:prstDash val="solid"/>
                <a:headEnd type="none" w="med" len="med"/>
                <a:tailEnd type="none" w="med" len="med"/>
              </a:ln>
            </p:spPr>
          </p:sp>
          <p:sp>
            <p:nvSpPr>
              <p:cNvPr id="102528" name="Line 128"/>
              <p:cNvSpPr/>
              <p:nvPr/>
            </p:nvSpPr>
            <p:spPr>
              <a:xfrm>
                <a:off x="3983" y="2026"/>
                <a:ext cx="1" cy="63"/>
              </a:xfrm>
              <a:prstGeom prst="line">
                <a:avLst/>
              </a:prstGeom>
              <a:ln w="12700" cap="flat" cmpd="sng">
                <a:solidFill>
                  <a:srgbClr val="000000"/>
                </a:solidFill>
                <a:prstDash val="solid"/>
                <a:headEnd type="none" w="med" len="med"/>
                <a:tailEnd type="none" w="med" len="med"/>
              </a:ln>
            </p:spPr>
          </p:sp>
          <p:sp>
            <p:nvSpPr>
              <p:cNvPr id="102529" name="Line 129"/>
              <p:cNvSpPr/>
              <p:nvPr/>
            </p:nvSpPr>
            <p:spPr>
              <a:xfrm>
                <a:off x="3983" y="2128"/>
                <a:ext cx="1" cy="63"/>
              </a:xfrm>
              <a:prstGeom prst="line">
                <a:avLst/>
              </a:prstGeom>
              <a:ln w="12700" cap="flat" cmpd="sng">
                <a:solidFill>
                  <a:srgbClr val="000000"/>
                </a:solidFill>
                <a:prstDash val="solid"/>
                <a:headEnd type="none" w="med" len="med"/>
                <a:tailEnd type="none" w="med" len="med"/>
              </a:ln>
            </p:spPr>
          </p:sp>
          <p:sp>
            <p:nvSpPr>
              <p:cNvPr id="102530" name="Line 130"/>
              <p:cNvSpPr/>
              <p:nvPr/>
            </p:nvSpPr>
            <p:spPr>
              <a:xfrm>
                <a:off x="3983" y="2230"/>
                <a:ext cx="1" cy="63"/>
              </a:xfrm>
              <a:prstGeom prst="line">
                <a:avLst/>
              </a:prstGeom>
              <a:ln w="12700" cap="flat" cmpd="sng">
                <a:solidFill>
                  <a:srgbClr val="000000"/>
                </a:solidFill>
                <a:prstDash val="solid"/>
                <a:headEnd type="none" w="med" len="med"/>
                <a:tailEnd type="none" w="med" len="med"/>
              </a:ln>
            </p:spPr>
          </p:sp>
          <p:sp>
            <p:nvSpPr>
              <p:cNvPr id="102531" name="Line 131"/>
              <p:cNvSpPr/>
              <p:nvPr/>
            </p:nvSpPr>
            <p:spPr>
              <a:xfrm>
                <a:off x="3983" y="2332"/>
                <a:ext cx="1" cy="27"/>
              </a:xfrm>
              <a:prstGeom prst="line">
                <a:avLst/>
              </a:prstGeom>
              <a:ln w="12700" cap="flat" cmpd="sng">
                <a:solidFill>
                  <a:srgbClr val="000000"/>
                </a:solidFill>
                <a:prstDash val="solid"/>
                <a:headEnd type="none" w="med" len="med"/>
                <a:tailEnd type="none" w="med" len="med"/>
              </a:ln>
            </p:spPr>
          </p:sp>
          <p:sp>
            <p:nvSpPr>
              <p:cNvPr id="102532" name="Line 132"/>
              <p:cNvSpPr/>
              <p:nvPr/>
            </p:nvSpPr>
            <p:spPr>
              <a:xfrm>
                <a:off x="4308" y="1414"/>
                <a:ext cx="1" cy="63"/>
              </a:xfrm>
              <a:prstGeom prst="line">
                <a:avLst/>
              </a:prstGeom>
              <a:ln w="12700" cap="flat" cmpd="sng">
                <a:solidFill>
                  <a:srgbClr val="000000"/>
                </a:solidFill>
                <a:prstDash val="solid"/>
                <a:headEnd type="none" w="med" len="med"/>
                <a:tailEnd type="none" w="med" len="med"/>
              </a:ln>
            </p:spPr>
          </p:sp>
          <p:sp>
            <p:nvSpPr>
              <p:cNvPr id="102533" name="Line 133"/>
              <p:cNvSpPr/>
              <p:nvPr/>
            </p:nvSpPr>
            <p:spPr>
              <a:xfrm>
                <a:off x="4308" y="1516"/>
                <a:ext cx="1" cy="63"/>
              </a:xfrm>
              <a:prstGeom prst="line">
                <a:avLst/>
              </a:prstGeom>
              <a:ln w="12700" cap="flat" cmpd="sng">
                <a:solidFill>
                  <a:srgbClr val="000000"/>
                </a:solidFill>
                <a:prstDash val="solid"/>
                <a:headEnd type="none" w="med" len="med"/>
                <a:tailEnd type="none" w="med" len="med"/>
              </a:ln>
            </p:spPr>
          </p:sp>
          <p:sp>
            <p:nvSpPr>
              <p:cNvPr id="102534" name="Line 134"/>
              <p:cNvSpPr/>
              <p:nvPr/>
            </p:nvSpPr>
            <p:spPr>
              <a:xfrm>
                <a:off x="4308" y="1618"/>
                <a:ext cx="1" cy="63"/>
              </a:xfrm>
              <a:prstGeom prst="line">
                <a:avLst/>
              </a:prstGeom>
              <a:ln w="12700" cap="flat" cmpd="sng">
                <a:solidFill>
                  <a:srgbClr val="000000"/>
                </a:solidFill>
                <a:prstDash val="solid"/>
                <a:headEnd type="none" w="med" len="med"/>
                <a:tailEnd type="none" w="med" len="med"/>
              </a:ln>
            </p:spPr>
          </p:sp>
          <p:sp>
            <p:nvSpPr>
              <p:cNvPr id="102535" name="Line 135"/>
              <p:cNvSpPr/>
              <p:nvPr/>
            </p:nvSpPr>
            <p:spPr>
              <a:xfrm>
                <a:off x="4308" y="1720"/>
                <a:ext cx="1" cy="63"/>
              </a:xfrm>
              <a:prstGeom prst="line">
                <a:avLst/>
              </a:prstGeom>
              <a:ln w="12700" cap="flat" cmpd="sng">
                <a:solidFill>
                  <a:srgbClr val="000000"/>
                </a:solidFill>
                <a:prstDash val="solid"/>
                <a:headEnd type="none" w="med" len="med"/>
                <a:tailEnd type="none" w="med" len="med"/>
              </a:ln>
            </p:spPr>
          </p:sp>
          <p:sp>
            <p:nvSpPr>
              <p:cNvPr id="102536" name="Line 136"/>
              <p:cNvSpPr/>
              <p:nvPr/>
            </p:nvSpPr>
            <p:spPr>
              <a:xfrm>
                <a:off x="4308" y="1822"/>
                <a:ext cx="1" cy="63"/>
              </a:xfrm>
              <a:prstGeom prst="line">
                <a:avLst/>
              </a:prstGeom>
              <a:ln w="12700" cap="flat" cmpd="sng">
                <a:solidFill>
                  <a:srgbClr val="000000"/>
                </a:solidFill>
                <a:prstDash val="solid"/>
                <a:headEnd type="none" w="med" len="med"/>
                <a:tailEnd type="none" w="med" len="med"/>
              </a:ln>
            </p:spPr>
          </p:sp>
          <p:sp>
            <p:nvSpPr>
              <p:cNvPr id="102537" name="Line 137"/>
              <p:cNvSpPr/>
              <p:nvPr/>
            </p:nvSpPr>
            <p:spPr>
              <a:xfrm>
                <a:off x="4308" y="1924"/>
                <a:ext cx="1" cy="63"/>
              </a:xfrm>
              <a:prstGeom prst="line">
                <a:avLst/>
              </a:prstGeom>
              <a:ln w="12700" cap="flat" cmpd="sng">
                <a:solidFill>
                  <a:srgbClr val="000000"/>
                </a:solidFill>
                <a:prstDash val="solid"/>
                <a:headEnd type="none" w="med" len="med"/>
                <a:tailEnd type="none" w="med" len="med"/>
              </a:ln>
            </p:spPr>
          </p:sp>
          <p:sp>
            <p:nvSpPr>
              <p:cNvPr id="102538" name="Line 138"/>
              <p:cNvSpPr/>
              <p:nvPr/>
            </p:nvSpPr>
            <p:spPr>
              <a:xfrm>
                <a:off x="4308" y="2026"/>
                <a:ext cx="1" cy="63"/>
              </a:xfrm>
              <a:prstGeom prst="line">
                <a:avLst/>
              </a:prstGeom>
              <a:ln w="12700" cap="flat" cmpd="sng">
                <a:solidFill>
                  <a:srgbClr val="000000"/>
                </a:solidFill>
                <a:prstDash val="solid"/>
                <a:headEnd type="none" w="med" len="med"/>
                <a:tailEnd type="none" w="med" len="med"/>
              </a:ln>
            </p:spPr>
          </p:sp>
          <p:sp>
            <p:nvSpPr>
              <p:cNvPr id="102539" name="Line 139"/>
              <p:cNvSpPr/>
              <p:nvPr/>
            </p:nvSpPr>
            <p:spPr>
              <a:xfrm>
                <a:off x="4308" y="2230"/>
                <a:ext cx="1" cy="63"/>
              </a:xfrm>
              <a:prstGeom prst="line">
                <a:avLst/>
              </a:prstGeom>
              <a:ln w="12700" cap="flat" cmpd="sng">
                <a:solidFill>
                  <a:srgbClr val="000000"/>
                </a:solidFill>
                <a:prstDash val="solid"/>
                <a:headEnd type="none" w="med" len="med"/>
                <a:tailEnd type="none" w="med" len="med"/>
              </a:ln>
            </p:spPr>
          </p:sp>
          <p:sp>
            <p:nvSpPr>
              <p:cNvPr id="102540" name="Line 140"/>
              <p:cNvSpPr/>
              <p:nvPr/>
            </p:nvSpPr>
            <p:spPr>
              <a:xfrm>
                <a:off x="4308" y="2332"/>
                <a:ext cx="1" cy="27"/>
              </a:xfrm>
              <a:prstGeom prst="line">
                <a:avLst/>
              </a:prstGeom>
              <a:ln w="12700" cap="flat" cmpd="sng">
                <a:solidFill>
                  <a:srgbClr val="000000"/>
                </a:solidFill>
                <a:prstDash val="solid"/>
                <a:headEnd type="none" w="med" len="med"/>
                <a:tailEnd type="none" w="med" len="med"/>
              </a:ln>
            </p:spPr>
          </p:sp>
          <p:sp>
            <p:nvSpPr>
              <p:cNvPr id="102541" name="Line 141"/>
              <p:cNvSpPr/>
              <p:nvPr/>
            </p:nvSpPr>
            <p:spPr>
              <a:xfrm flipH="1" flipV="1">
                <a:off x="1042" y="1832"/>
                <a:ext cx="1325" cy="10"/>
              </a:xfrm>
              <a:prstGeom prst="line">
                <a:avLst/>
              </a:prstGeom>
              <a:ln w="12700" cap="flat" cmpd="sng">
                <a:solidFill>
                  <a:srgbClr val="000000"/>
                </a:solidFill>
                <a:prstDash val="solid"/>
                <a:headEnd type="none" w="med" len="med"/>
                <a:tailEnd type="none" w="med" len="med"/>
              </a:ln>
            </p:spPr>
          </p:sp>
          <p:sp>
            <p:nvSpPr>
              <p:cNvPr id="102542" name="Line 142"/>
              <p:cNvSpPr/>
              <p:nvPr/>
            </p:nvSpPr>
            <p:spPr>
              <a:xfrm>
                <a:off x="2387" y="1581"/>
                <a:ext cx="1" cy="250"/>
              </a:xfrm>
              <a:prstGeom prst="line">
                <a:avLst/>
              </a:prstGeom>
              <a:ln w="12700" cap="flat" cmpd="sng">
                <a:solidFill>
                  <a:srgbClr val="000000"/>
                </a:solidFill>
                <a:prstDash val="solid"/>
                <a:headEnd type="none" w="med" len="med"/>
                <a:tailEnd type="none" w="med" len="med"/>
              </a:ln>
            </p:spPr>
          </p:sp>
          <p:sp>
            <p:nvSpPr>
              <p:cNvPr id="102543" name="Line 143"/>
              <p:cNvSpPr/>
              <p:nvPr/>
            </p:nvSpPr>
            <p:spPr>
              <a:xfrm flipH="1">
                <a:off x="2388" y="1581"/>
                <a:ext cx="174" cy="1"/>
              </a:xfrm>
              <a:prstGeom prst="line">
                <a:avLst/>
              </a:prstGeom>
              <a:ln w="12700" cap="flat" cmpd="sng">
                <a:solidFill>
                  <a:srgbClr val="000000"/>
                </a:solidFill>
                <a:prstDash val="solid"/>
                <a:headEnd type="none" w="med" len="med"/>
                <a:tailEnd type="none" w="med" len="med"/>
              </a:ln>
            </p:spPr>
          </p:sp>
          <p:sp>
            <p:nvSpPr>
              <p:cNvPr id="102544" name="Line 144"/>
              <p:cNvSpPr/>
              <p:nvPr/>
            </p:nvSpPr>
            <p:spPr>
              <a:xfrm>
                <a:off x="2568" y="1581"/>
                <a:ext cx="1" cy="250"/>
              </a:xfrm>
              <a:prstGeom prst="line">
                <a:avLst/>
              </a:prstGeom>
              <a:ln w="12700" cap="flat" cmpd="sng">
                <a:solidFill>
                  <a:srgbClr val="000000"/>
                </a:solidFill>
                <a:prstDash val="solid"/>
                <a:headEnd type="none" w="med" len="med"/>
                <a:tailEnd type="none" w="med" len="med"/>
              </a:ln>
            </p:spPr>
          </p:sp>
          <p:sp>
            <p:nvSpPr>
              <p:cNvPr id="102545" name="Line 145"/>
              <p:cNvSpPr/>
              <p:nvPr/>
            </p:nvSpPr>
            <p:spPr>
              <a:xfrm>
                <a:off x="3107" y="1570"/>
                <a:ext cx="1" cy="250"/>
              </a:xfrm>
              <a:prstGeom prst="line">
                <a:avLst/>
              </a:prstGeom>
              <a:ln w="12700" cap="flat" cmpd="sng">
                <a:solidFill>
                  <a:srgbClr val="000000"/>
                </a:solidFill>
                <a:prstDash val="solid"/>
                <a:headEnd type="none" w="med" len="med"/>
                <a:tailEnd type="none" w="med" len="med"/>
              </a:ln>
            </p:spPr>
          </p:sp>
          <p:sp>
            <p:nvSpPr>
              <p:cNvPr id="102546" name="Line 146"/>
              <p:cNvSpPr/>
              <p:nvPr/>
            </p:nvSpPr>
            <p:spPr>
              <a:xfrm flipH="1">
                <a:off x="3107" y="1570"/>
                <a:ext cx="174" cy="1"/>
              </a:xfrm>
              <a:prstGeom prst="line">
                <a:avLst/>
              </a:prstGeom>
              <a:ln w="12700" cap="flat" cmpd="sng">
                <a:solidFill>
                  <a:srgbClr val="000000"/>
                </a:solidFill>
                <a:prstDash val="solid"/>
                <a:headEnd type="none" w="med" len="med"/>
                <a:tailEnd type="none" w="med" len="med"/>
              </a:ln>
            </p:spPr>
          </p:sp>
          <p:sp>
            <p:nvSpPr>
              <p:cNvPr id="102547" name="Line 147"/>
              <p:cNvSpPr/>
              <p:nvPr/>
            </p:nvSpPr>
            <p:spPr>
              <a:xfrm>
                <a:off x="3287" y="1570"/>
                <a:ext cx="1" cy="250"/>
              </a:xfrm>
              <a:prstGeom prst="line">
                <a:avLst/>
              </a:prstGeom>
              <a:ln w="12700" cap="flat" cmpd="sng">
                <a:solidFill>
                  <a:srgbClr val="000000"/>
                </a:solidFill>
                <a:prstDash val="solid"/>
                <a:headEnd type="none" w="med" len="med"/>
                <a:tailEnd type="none" w="med" len="med"/>
              </a:ln>
            </p:spPr>
          </p:sp>
          <p:sp>
            <p:nvSpPr>
              <p:cNvPr id="102548" name="Line 148"/>
              <p:cNvSpPr/>
              <p:nvPr/>
            </p:nvSpPr>
            <p:spPr>
              <a:xfrm>
                <a:off x="1202" y="935"/>
                <a:ext cx="136" cy="0"/>
              </a:xfrm>
              <a:prstGeom prst="line">
                <a:avLst/>
              </a:prstGeom>
              <a:ln w="12700" cap="flat" cmpd="sng">
                <a:solidFill>
                  <a:schemeClr val="tx1"/>
                </a:solidFill>
                <a:prstDash val="solid"/>
                <a:headEnd type="none" w="med" len="med"/>
                <a:tailEnd type="none" w="med" len="med"/>
              </a:ln>
            </p:spPr>
          </p:sp>
          <p:sp>
            <p:nvSpPr>
              <p:cNvPr id="102549" name="Line 149"/>
              <p:cNvSpPr/>
              <p:nvPr/>
            </p:nvSpPr>
            <p:spPr>
              <a:xfrm>
                <a:off x="4332" y="2069"/>
                <a:ext cx="498" cy="0"/>
              </a:xfrm>
              <a:prstGeom prst="line">
                <a:avLst/>
              </a:prstGeom>
              <a:ln w="9525" cap="flat" cmpd="sng">
                <a:solidFill>
                  <a:schemeClr val="tx1"/>
                </a:solidFill>
                <a:prstDash val="solid"/>
                <a:headEnd type="none" w="med" len="med"/>
                <a:tailEnd type="none" w="med" len="med"/>
              </a:ln>
            </p:spPr>
          </p:sp>
          <p:sp>
            <p:nvSpPr>
              <p:cNvPr id="102550" name="Line 150"/>
              <p:cNvSpPr/>
              <p:nvPr/>
            </p:nvSpPr>
            <p:spPr>
              <a:xfrm>
                <a:off x="2517" y="1842"/>
                <a:ext cx="590" cy="0"/>
              </a:xfrm>
              <a:prstGeom prst="line">
                <a:avLst/>
              </a:prstGeom>
              <a:ln w="9525" cap="flat" cmpd="sng">
                <a:solidFill>
                  <a:schemeClr val="tx1"/>
                </a:solidFill>
                <a:prstDash val="solid"/>
                <a:headEnd type="none" w="med" len="med"/>
                <a:tailEnd type="none" w="med" len="med"/>
              </a:ln>
            </p:spPr>
          </p:sp>
          <p:sp>
            <p:nvSpPr>
              <p:cNvPr id="102551" name="Line 151"/>
              <p:cNvSpPr/>
              <p:nvPr/>
            </p:nvSpPr>
            <p:spPr>
              <a:xfrm>
                <a:off x="3288" y="1842"/>
                <a:ext cx="1452" cy="0"/>
              </a:xfrm>
              <a:prstGeom prst="line">
                <a:avLst/>
              </a:prstGeom>
              <a:ln w="9525" cap="flat" cmpd="sng">
                <a:solidFill>
                  <a:schemeClr val="tx1"/>
                </a:solidFill>
                <a:prstDash val="solid"/>
                <a:headEnd type="none" w="med" len="med"/>
                <a:tailEnd type="none" w="med" len="med"/>
              </a:ln>
            </p:spPr>
          </p:sp>
          <p:sp>
            <p:nvSpPr>
              <p:cNvPr id="102552" name="Rectangle 152"/>
              <p:cNvSpPr/>
              <p:nvPr/>
            </p:nvSpPr>
            <p:spPr>
              <a:xfrm>
                <a:off x="3787" y="2115"/>
                <a:ext cx="89"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102553" name="Line 153"/>
              <p:cNvSpPr/>
              <p:nvPr/>
            </p:nvSpPr>
            <p:spPr>
              <a:xfrm flipH="1">
                <a:off x="2789" y="754"/>
                <a:ext cx="1951" cy="0"/>
              </a:xfrm>
              <a:prstGeom prst="line">
                <a:avLst/>
              </a:prstGeom>
              <a:ln w="12700" cap="flat" cmpd="sng">
                <a:solidFill>
                  <a:srgbClr val="000000"/>
                </a:solidFill>
                <a:prstDash val="solid"/>
                <a:headEnd type="none" w="med" len="med"/>
                <a:tailEnd type="none" w="med" len="med"/>
              </a:ln>
            </p:spPr>
          </p:sp>
          <p:sp>
            <p:nvSpPr>
              <p:cNvPr id="102554" name="Line 154"/>
              <p:cNvSpPr/>
              <p:nvPr/>
            </p:nvSpPr>
            <p:spPr>
              <a:xfrm flipH="1" flipV="1">
                <a:off x="2472" y="754"/>
                <a:ext cx="46" cy="188"/>
              </a:xfrm>
              <a:prstGeom prst="line">
                <a:avLst/>
              </a:prstGeom>
              <a:ln w="12700" cap="flat" cmpd="sng">
                <a:solidFill>
                  <a:srgbClr val="000000"/>
                </a:solidFill>
                <a:prstDash val="solid"/>
                <a:headEnd type="none" w="med" len="med"/>
                <a:tailEnd type="none" w="med" len="med"/>
              </a:ln>
            </p:spPr>
          </p:sp>
          <p:sp>
            <p:nvSpPr>
              <p:cNvPr id="102555" name="Line 155"/>
              <p:cNvSpPr/>
              <p:nvPr/>
            </p:nvSpPr>
            <p:spPr>
              <a:xfrm flipV="1">
                <a:off x="2743" y="754"/>
                <a:ext cx="46" cy="178"/>
              </a:xfrm>
              <a:prstGeom prst="line">
                <a:avLst/>
              </a:prstGeom>
              <a:ln w="12700" cap="flat" cmpd="sng">
                <a:solidFill>
                  <a:srgbClr val="000000"/>
                </a:solidFill>
                <a:prstDash val="solid"/>
                <a:headEnd type="none" w="med" len="med"/>
                <a:tailEnd type="none" w="med" len="med"/>
              </a:ln>
            </p:spPr>
          </p:sp>
          <p:sp>
            <p:nvSpPr>
              <p:cNvPr id="102556" name="Line 156"/>
              <p:cNvSpPr/>
              <p:nvPr/>
            </p:nvSpPr>
            <p:spPr>
              <a:xfrm>
                <a:off x="2517" y="934"/>
                <a:ext cx="232" cy="1"/>
              </a:xfrm>
              <a:prstGeom prst="line">
                <a:avLst/>
              </a:prstGeom>
              <a:ln w="12700" cap="flat" cmpd="sng">
                <a:solidFill>
                  <a:srgbClr val="000000"/>
                </a:solidFill>
                <a:prstDash val="solid"/>
                <a:headEnd type="none" w="med" len="med"/>
                <a:tailEnd type="none" w="med" len="med"/>
              </a:ln>
            </p:spPr>
          </p:sp>
          <p:sp>
            <p:nvSpPr>
              <p:cNvPr id="102557" name="Rectangle 157"/>
              <p:cNvSpPr/>
              <p:nvPr/>
            </p:nvSpPr>
            <p:spPr>
              <a:xfrm>
                <a:off x="2472" y="572"/>
                <a:ext cx="298" cy="192"/>
              </a:xfrm>
              <a:prstGeom prst="rect">
                <a:avLst/>
              </a:prstGeom>
              <a:noFill/>
              <a:ln w="12700">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0000"/>
                    </a:solidFill>
                    <a:latin typeface="Times" charset="0"/>
                  </a:rPr>
                  <a:t>N=2</a:t>
                </a:r>
                <a:endParaRPr lang="en-US" altLang="zh-CN" sz="1800" b="0" dirty="0">
                  <a:solidFill>
                    <a:schemeClr val="tx1"/>
                  </a:solidFill>
                  <a:latin typeface="Arial" panose="020B0604020202020204" pitchFamily="34" charset="0"/>
                </a:endParaRPr>
              </a:p>
            </p:txBody>
          </p:sp>
        </p:grpSp>
        <p:sp>
          <p:nvSpPr>
            <p:cNvPr id="102405" name="Line 158"/>
            <p:cNvSpPr/>
            <p:nvPr/>
          </p:nvSpPr>
          <p:spPr>
            <a:xfrm>
              <a:off x="2653" y="754"/>
              <a:ext cx="817" cy="1451"/>
            </a:xfrm>
            <a:prstGeom prst="line">
              <a:avLst/>
            </a:prstGeom>
            <a:ln w="9525" cap="flat" cmpd="sng">
              <a:solidFill>
                <a:srgbClr val="FF00FF"/>
              </a:solidFill>
              <a:prstDash val="solid"/>
              <a:headEnd type="none" w="med" len="med"/>
              <a:tailEnd type="triangle" w="med" len="med"/>
            </a:ln>
          </p:spPr>
        </p:sp>
        <p:sp>
          <p:nvSpPr>
            <p:cNvPr id="102406" name="Line 159"/>
            <p:cNvSpPr/>
            <p:nvPr/>
          </p:nvSpPr>
          <p:spPr>
            <a:xfrm>
              <a:off x="1746" y="845"/>
              <a:ext cx="1089" cy="1315"/>
            </a:xfrm>
            <a:prstGeom prst="line">
              <a:avLst/>
            </a:prstGeom>
            <a:ln w="9525" cap="flat" cmpd="sng">
              <a:solidFill>
                <a:srgbClr val="FF00FF"/>
              </a:solidFill>
              <a:prstDash val="solid"/>
              <a:headEnd type="none" w="med" len="med"/>
              <a:tailEnd type="triangle" w="med" len="med"/>
            </a:ln>
          </p:spPr>
        </p:sp>
      </p:grpSp>
    </p:spTree>
  </p:cSld>
  <p:clrMapOvr>
    <a:masterClrMapping/>
  </p:clrMapOvr>
  <p:transition spd="slow">
    <p:zoom/>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3426" name="Rectangle 3"/>
          <p:cNvSpPr>
            <a:spLocks noGrp="1"/>
          </p:cNvSpPr>
          <p:nvPr>
            <p:ph idx="1"/>
          </p:nvPr>
        </p:nvSpPr>
        <p:spPr>
          <a:xfrm>
            <a:off x="1258888" y="1263650"/>
            <a:ext cx="5184775" cy="1223963"/>
          </a:xfrm>
        </p:spPr>
        <p:txBody>
          <a:bodyPr vert="horz" wrap="square" lIns="91440" tIns="45720" rIns="91440" bIns="45720" anchor="t" anchorCtr="0"/>
          <a:p>
            <a:pPr marL="0" indent="0">
              <a:buNone/>
            </a:pPr>
            <a:r>
              <a:rPr lang="zh-CN" altLang="en-US" dirty="0"/>
              <a:t>方式</a:t>
            </a:r>
            <a:r>
              <a:rPr lang="en-US" altLang="zh-CN" dirty="0"/>
              <a:t>5</a:t>
            </a:r>
            <a:r>
              <a:rPr lang="zh-CN" altLang="en-US" dirty="0"/>
              <a:t>和方式</a:t>
            </a:r>
            <a:r>
              <a:rPr lang="en-US" altLang="zh-CN" dirty="0"/>
              <a:t>4</a:t>
            </a:r>
            <a:r>
              <a:rPr lang="zh-CN" altLang="en-US" dirty="0"/>
              <a:t>都产生选通脉冲</a:t>
            </a:r>
            <a:endParaRPr lang="zh-CN" altLang="en-US" dirty="0"/>
          </a:p>
          <a:p>
            <a:pPr marL="0" indent="0">
              <a:buNone/>
            </a:pPr>
            <a:r>
              <a:rPr lang="zh-CN" altLang="en-US" dirty="0">
                <a:solidFill>
                  <a:srgbClr val="FF00FF"/>
                </a:solidFill>
              </a:rPr>
              <a:t>这两种方式的区别在于：</a:t>
            </a:r>
            <a:r>
              <a:rPr lang="zh-CN" altLang="en-US" dirty="0"/>
              <a:t> </a:t>
            </a:r>
            <a:endParaRPr lang="zh-CN" altLang="en-US" dirty="0"/>
          </a:p>
        </p:txBody>
      </p:sp>
      <p:sp>
        <p:nvSpPr>
          <p:cNvPr id="103427" name="Rectangle 4"/>
          <p:cNvSpPr/>
          <p:nvPr/>
        </p:nvSpPr>
        <p:spPr>
          <a:xfrm>
            <a:off x="193675" y="2608263"/>
            <a:ext cx="8748713" cy="685800"/>
          </a:xfrm>
          <a:prstGeom prst="rect">
            <a:avLst/>
          </a:prstGeom>
          <a:solidFill>
            <a:schemeClr val="accent1">
              <a:alpha val="34117"/>
            </a:schemeClr>
          </a:solidFill>
          <a:ln w="9525" cap="flat" cmpd="sng">
            <a:solidFill>
              <a:srgbClr val="0000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50000"/>
              </a:lnSpc>
              <a:spcAft>
                <a:spcPct val="0"/>
              </a:spcAft>
              <a:buClrTx/>
              <a:buSzTx/>
              <a:buFont typeface="Arial" panose="020B0604020202020204" pitchFamily="34" charset="0"/>
              <a:buNone/>
            </a:pPr>
            <a:r>
              <a:rPr lang="en-US" altLang="zh-CN" sz="2400" b="0" dirty="0">
                <a:solidFill>
                  <a:schemeClr val="tx1"/>
                </a:solidFill>
                <a:latin typeface="楷体_GB2312" pitchFamily="1" charset="-122"/>
              </a:rPr>
              <a:t>1</a:t>
            </a:r>
            <a:r>
              <a:rPr lang="zh-CN" altLang="en-US" sz="2400" b="0" dirty="0">
                <a:solidFill>
                  <a:schemeClr val="tx1"/>
                </a:solidFill>
                <a:latin typeface="楷体_GB2312" pitchFamily="1" charset="-122"/>
              </a:rPr>
              <a:t>）方式</a:t>
            </a:r>
            <a:r>
              <a:rPr lang="en-US" altLang="zh-CN" sz="2400" b="0" dirty="0">
                <a:solidFill>
                  <a:schemeClr val="tx1"/>
                </a:solidFill>
                <a:latin typeface="楷体_GB2312" pitchFamily="1" charset="-122"/>
              </a:rPr>
              <a:t>4</a:t>
            </a:r>
            <a:r>
              <a:rPr lang="zh-CN" altLang="en-US" sz="2400" b="0" dirty="0">
                <a:solidFill>
                  <a:schemeClr val="tx1"/>
                </a:solidFill>
                <a:latin typeface="楷体_GB2312" pitchFamily="1" charset="-122"/>
              </a:rPr>
              <a:t>每次要靠软件设置计数初值后才能计数（软件触发）</a:t>
            </a:r>
            <a:endParaRPr lang="zh-CN" altLang="en-US" sz="2400" b="0" dirty="0">
              <a:solidFill>
                <a:schemeClr val="tx1"/>
              </a:solidFill>
              <a:latin typeface="楷体_GB2312" pitchFamily="1" charset="-122"/>
            </a:endParaRPr>
          </a:p>
        </p:txBody>
      </p:sp>
      <p:sp>
        <p:nvSpPr>
          <p:cNvPr id="103428" name="Rectangle 6"/>
          <p:cNvSpPr/>
          <p:nvPr/>
        </p:nvSpPr>
        <p:spPr>
          <a:xfrm>
            <a:off x="193675" y="3536950"/>
            <a:ext cx="8748713" cy="1152525"/>
          </a:xfrm>
          <a:prstGeom prst="rect">
            <a:avLst/>
          </a:prstGeom>
          <a:solidFill>
            <a:srgbClr val="FF99CC">
              <a:alpha val="27843"/>
            </a:srgbClr>
          </a:solidFill>
          <a:ln w="9525" cap="flat" cmpd="sng">
            <a:solidFill>
              <a:srgbClr val="3366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50000"/>
              </a:lnSpc>
              <a:spcAft>
                <a:spcPct val="0"/>
              </a:spcAft>
              <a:buClrTx/>
              <a:buSzTx/>
              <a:buFont typeface="Arial" panose="020B0604020202020204" pitchFamily="34" charset="0"/>
              <a:buNone/>
            </a:pPr>
            <a:r>
              <a:rPr lang="en-US" altLang="zh-CN" sz="2400" b="0" dirty="0">
                <a:solidFill>
                  <a:schemeClr val="tx1"/>
                </a:solidFill>
                <a:latin typeface="楷体_GB2312" pitchFamily="1" charset="-122"/>
              </a:rPr>
              <a:t>2</a:t>
            </a:r>
            <a:r>
              <a:rPr lang="zh-CN" altLang="en-US" sz="2400" b="0" dirty="0">
                <a:solidFill>
                  <a:schemeClr val="tx1"/>
                </a:solidFill>
                <a:latin typeface="楷体_GB2312" pitchFamily="1" charset="-122"/>
              </a:rPr>
              <a:t>）方式</a:t>
            </a:r>
            <a:r>
              <a:rPr lang="en-US" altLang="zh-CN" sz="2400" b="0" dirty="0">
                <a:solidFill>
                  <a:schemeClr val="tx1"/>
                </a:solidFill>
                <a:latin typeface="楷体_GB2312" pitchFamily="1" charset="-122"/>
              </a:rPr>
              <a:t>5</a:t>
            </a:r>
            <a:r>
              <a:rPr lang="zh-CN" altLang="en-US" sz="2400" b="0" dirty="0">
                <a:solidFill>
                  <a:schemeClr val="tx1"/>
                </a:solidFill>
                <a:latin typeface="楷体_GB2312" pitchFamily="1" charset="-122"/>
              </a:rPr>
              <a:t>的计数初值只需设置一次，但是每次计数要靠门控信号的触发（硬件触发）。</a:t>
            </a:r>
            <a:endParaRPr lang="zh-CN" altLang="en-US" sz="2400" b="0" dirty="0">
              <a:solidFill>
                <a:schemeClr val="tx1"/>
              </a:solidFill>
              <a:latin typeface="楷体_GB2312" pitchFamily="1" charset="-122"/>
            </a:endParaRPr>
          </a:p>
        </p:txBody>
      </p:sp>
      <p:sp>
        <p:nvSpPr>
          <p:cNvPr id="103429" name="Rectangle 7"/>
          <p:cNvSpPr/>
          <p:nvPr/>
        </p:nvSpPr>
        <p:spPr>
          <a:xfrm>
            <a:off x="179388" y="4933950"/>
            <a:ext cx="8763000" cy="1231900"/>
          </a:xfrm>
          <a:prstGeom prst="rect">
            <a:avLst/>
          </a:prstGeom>
          <a:solidFill>
            <a:srgbClr val="CCFFCC">
              <a:alpha val="38039"/>
            </a:srgbClr>
          </a:solidFill>
          <a:ln w="9525" cap="flat" cmpd="sng">
            <a:solidFill>
              <a:srgbClr val="FF00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50000"/>
              </a:lnSpc>
              <a:spcAft>
                <a:spcPct val="0"/>
              </a:spcAft>
              <a:buClrTx/>
              <a:buSzTx/>
              <a:buFont typeface="Arial" panose="020B0604020202020204" pitchFamily="34" charset="0"/>
              <a:buNone/>
            </a:pPr>
            <a:r>
              <a:rPr lang="en-US" altLang="zh-CN" sz="2400" b="0" dirty="0">
                <a:solidFill>
                  <a:schemeClr val="tx1"/>
                </a:solidFill>
                <a:latin typeface="楷体_GB2312" pitchFamily="1" charset="-122"/>
              </a:rPr>
              <a:t>3</a:t>
            </a:r>
            <a:r>
              <a:rPr lang="zh-CN" altLang="en-US" sz="2400" b="0" dirty="0">
                <a:solidFill>
                  <a:schemeClr val="tx1"/>
                </a:solidFill>
                <a:latin typeface="楷体_GB2312" pitchFamily="1" charset="-122"/>
              </a:rPr>
              <a:t>）方式</a:t>
            </a:r>
            <a:r>
              <a:rPr lang="en-US" altLang="zh-CN" sz="2400" b="0" dirty="0">
                <a:solidFill>
                  <a:schemeClr val="tx1"/>
                </a:solidFill>
                <a:latin typeface="楷体_GB2312" pitchFamily="1" charset="-122"/>
              </a:rPr>
              <a:t>4</a:t>
            </a:r>
            <a:r>
              <a:rPr lang="zh-CN" altLang="en-US" sz="2400" b="0" dirty="0">
                <a:solidFill>
                  <a:schemeClr val="tx1"/>
                </a:solidFill>
                <a:latin typeface="楷体_GB2312" pitchFamily="1" charset="-122"/>
              </a:rPr>
              <a:t>软件更改计数初值后立即起作用，方式</a:t>
            </a:r>
            <a:r>
              <a:rPr lang="en-US" altLang="zh-CN" sz="2400" b="0" dirty="0">
                <a:solidFill>
                  <a:schemeClr val="tx1"/>
                </a:solidFill>
                <a:latin typeface="楷体_GB2312" pitchFamily="1" charset="-122"/>
              </a:rPr>
              <a:t>5</a:t>
            </a:r>
            <a:r>
              <a:rPr lang="zh-CN" altLang="en-US" sz="2400" b="0" dirty="0">
                <a:solidFill>
                  <a:schemeClr val="tx1"/>
                </a:solidFill>
                <a:latin typeface="楷体_GB2312" pitchFamily="1" charset="-122"/>
              </a:rPr>
              <a:t>软件更改计数初值后要有新的门控信号的触发才能起作用。 </a:t>
            </a:r>
            <a:endParaRPr lang="zh-CN" altLang="en-US" sz="2400" b="0" dirty="0">
              <a:solidFill>
                <a:schemeClr val="tx1"/>
              </a:solidFill>
              <a:latin typeface="楷体_GB2312" pitchFamily="1" charset="-122"/>
            </a:endParaRPr>
          </a:p>
        </p:txBody>
      </p:sp>
    </p:spTree>
  </p:cSld>
  <p:clrMapOvr>
    <a:masterClrMapping/>
  </p:clrMapOvr>
  <p:transition spd="slow">
    <p:zoom/>
  </p:transition>
</p:sld>
</file>

<file path=ppt/slides/slide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104450" name="Text Box 2"/>
          <p:cNvSpPr txBox="1"/>
          <p:nvPr/>
        </p:nvSpPr>
        <p:spPr>
          <a:xfrm>
            <a:off x="323850" y="692150"/>
            <a:ext cx="8713788" cy="58547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30000"/>
              </a:lnSpc>
              <a:spcBef>
                <a:spcPct val="0"/>
              </a:spcBef>
              <a:spcAft>
                <a:spcPct val="0"/>
              </a:spcAft>
              <a:buClr>
                <a:srgbClr val="CCECFF"/>
              </a:buClr>
              <a:buSzPct val="70000"/>
              <a:buNone/>
            </a:pPr>
            <a:r>
              <a:rPr lang="zh-CN" altLang="en-US" sz="2400" dirty="0">
                <a:solidFill>
                  <a:schemeClr val="tx1"/>
                </a:solidFill>
                <a:latin typeface="楷体_GB2312" pitchFamily="1" charset="-122"/>
              </a:rPr>
              <a:t>例：设</a:t>
            </a:r>
            <a:r>
              <a:rPr lang="en-US" altLang="zh-CN" sz="2400" dirty="0">
                <a:solidFill>
                  <a:schemeClr val="tx1"/>
                </a:solidFill>
                <a:latin typeface="楷体_GB2312" pitchFamily="1" charset="-122"/>
              </a:rPr>
              <a:t>8253</a:t>
            </a:r>
            <a:r>
              <a:rPr lang="zh-CN" altLang="en-US" sz="2400" dirty="0">
                <a:solidFill>
                  <a:schemeClr val="tx1"/>
                </a:solidFill>
                <a:latin typeface="楷体_GB2312" pitchFamily="1" charset="-122"/>
              </a:rPr>
              <a:t>的通道</a:t>
            </a:r>
            <a:r>
              <a:rPr lang="en-US" altLang="zh-CN" sz="2400" dirty="0">
                <a:solidFill>
                  <a:schemeClr val="tx1"/>
                </a:solidFill>
                <a:latin typeface="楷体_GB2312" pitchFamily="1" charset="-122"/>
              </a:rPr>
              <a:t>1</a:t>
            </a:r>
            <a:r>
              <a:rPr lang="zh-CN" altLang="en-US" sz="2400" dirty="0">
                <a:solidFill>
                  <a:schemeClr val="tx1"/>
                </a:solidFill>
                <a:latin typeface="楷体_GB2312" pitchFamily="1" charset="-122"/>
              </a:rPr>
              <a:t>工作于方式</a:t>
            </a:r>
            <a:r>
              <a:rPr lang="en-US" altLang="zh-CN" sz="2400" dirty="0">
                <a:solidFill>
                  <a:schemeClr val="tx1"/>
                </a:solidFill>
                <a:latin typeface="楷体_GB2312" pitchFamily="1" charset="-122"/>
              </a:rPr>
              <a:t>5</a:t>
            </a:r>
            <a:r>
              <a:rPr lang="zh-CN" altLang="en-US" sz="2400" dirty="0">
                <a:solidFill>
                  <a:schemeClr val="tx1"/>
                </a:solidFill>
                <a:latin typeface="楷体_GB2312" pitchFamily="1" charset="-122"/>
              </a:rPr>
              <a:t>，按二进制计数，计数初值为</a:t>
            </a:r>
            <a:r>
              <a:rPr lang="en-US" altLang="zh-CN" sz="2400" dirty="0">
                <a:solidFill>
                  <a:schemeClr val="tx1"/>
                </a:solidFill>
                <a:latin typeface="楷体_GB2312" pitchFamily="1" charset="-122"/>
              </a:rPr>
              <a:t>4000H</a:t>
            </a:r>
            <a:r>
              <a:rPr lang="zh-CN" altLang="en-US" sz="2400" dirty="0">
                <a:solidFill>
                  <a:schemeClr val="tx1"/>
                </a:solidFill>
                <a:latin typeface="楷体_GB2312" pitchFamily="1" charset="-122"/>
              </a:rPr>
              <a:t>，则它的初始化程序段为：</a:t>
            </a:r>
            <a:endParaRPr lang="zh-CN" altLang="en-US" sz="2400" dirty="0">
              <a:solidFill>
                <a:schemeClr val="tx1"/>
              </a:solidFill>
              <a:latin typeface="楷体_GB2312" pitchFamily="1" charset="-122"/>
            </a:endParaRPr>
          </a:p>
          <a:p>
            <a:pPr marL="0" lvl="0" indent="0" algn="just">
              <a:lnSpc>
                <a:spcPct val="130000"/>
              </a:lnSpc>
              <a:spcBef>
                <a:spcPct val="0"/>
              </a:spcBef>
              <a:spcAft>
                <a:spcPct val="0"/>
              </a:spcAft>
              <a:buClr>
                <a:srgbClr val="CCECFF"/>
              </a:buClr>
              <a:buSzPct val="70000"/>
              <a:buNone/>
            </a:pPr>
            <a:r>
              <a:rPr lang="en-US" altLang="zh-CN" sz="2400" dirty="0">
                <a:solidFill>
                  <a:schemeClr val="tx1"/>
                </a:solidFill>
                <a:latin typeface="楷体_GB2312" pitchFamily="1" charset="-122"/>
              </a:rPr>
              <a:t>MOV AL</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01101010B	</a:t>
            </a:r>
            <a:r>
              <a:rPr lang="zh-CN" altLang="en-US" sz="2400" dirty="0">
                <a:solidFill>
                  <a:schemeClr val="tx1"/>
                </a:solidFill>
                <a:latin typeface="楷体_GB2312" pitchFamily="1" charset="-122"/>
              </a:rPr>
              <a:t>；通道</a:t>
            </a:r>
            <a:r>
              <a:rPr lang="en-US" altLang="zh-CN" sz="2400" dirty="0">
                <a:solidFill>
                  <a:schemeClr val="tx1"/>
                </a:solidFill>
                <a:latin typeface="楷体_GB2312" pitchFamily="1" charset="-122"/>
              </a:rPr>
              <a:t>1</a:t>
            </a:r>
            <a:r>
              <a:rPr lang="zh-CN" altLang="en-US" sz="2400" dirty="0">
                <a:solidFill>
                  <a:schemeClr val="tx1"/>
                </a:solidFill>
                <a:latin typeface="楷体_GB2312" pitchFamily="1" charset="-122"/>
              </a:rPr>
              <a:t>，只读写高字节，</a:t>
            </a:r>
            <a:endParaRPr lang="zh-CN" altLang="en-US" sz="2400" dirty="0">
              <a:solidFill>
                <a:schemeClr val="tx1"/>
              </a:solidFill>
              <a:latin typeface="楷体_GB2312" pitchFamily="1" charset="-122"/>
            </a:endParaRPr>
          </a:p>
          <a:p>
            <a:pPr marL="0" lvl="0" indent="0" algn="just">
              <a:lnSpc>
                <a:spcPct val="130000"/>
              </a:lnSpc>
              <a:spcBef>
                <a:spcPct val="0"/>
              </a:spcBef>
              <a:spcAft>
                <a:spcPct val="0"/>
              </a:spcAft>
              <a:buClr>
                <a:srgbClr val="CCECFF"/>
              </a:buClr>
              <a:buSzPct val="70000"/>
              <a:buNone/>
            </a:pPr>
            <a:r>
              <a:rPr lang="en-US" altLang="zh-CN" sz="2400" dirty="0">
                <a:solidFill>
                  <a:schemeClr val="tx1"/>
                </a:solidFill>
                <a:latin typeface="楷体_GB2312" pitchFamily="1" charset="-122"/>
              </a:rPr>
              <a:t>OUT 43H</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AL       </a:t>
            </a:r>
            <a:r>
              <a:rPr lang="zh-CN" altLang="en-US" sz="2400" dirty="0">
                <a:solidFill>
                  <a:schemeClr val="tx1"/>
                </a:solidFill>
                <a:latin typeface="楷体_GB2312" pitchFamily="1" charset="-122"/>
              </a:rPr>
              <a:t>；方式</a:t>
            </a:r>
            <a:r>
              <a:rPr lang="en-US" altLang="zh-CN" sz="2400" dirty="0">
                <a:solidFill>
                  <a:schemeClr val="tx1"/>
                </a:solidFill>
                <a:latin typeface="楷体_GB2312" pitchFamily="1" charset="-122"/>
              </a:rPr>
              <a:t>5</a:t>
            </a:r>
            <a:r>
              <a:rPr lang="zh-CN" altLang="en-US" sz="2400" dirty="0">
                <a:solidFill>
                  <a:schemeClr val="tx1"/>
                </a:solidFill>
                <a:latin typeface="楷体_GB2312" pitchFamily="1" charset="-122"/>
              </a:rPr>
              <a:t>，二进制计数。</a:t>
            </a:r>
            <a:endParaRPr lang="zh-CN" altLang="en-US" sz="2400" dirty="0">
              <a:solidFill>
                <a:schemeClr val="tx1"/>
              </a:solidFill>
              <a:latin typeface="楷体_GB2312" pitchFamily="1" charset="-122"/>
            </a:endParaRPr>
          </a:p>
          <a:p>
            <a:pPr marL="0" lvl="0" indent="0" algn="just">
              <a:lnSpc>
                <a:spcPct val="130000"/>
              </a:lnSpc>
              <a:spcBef>
                <a:spcPct val="0"/>
              </a:spcBef>
              <a:spcAft>
                <a:spcPct val="0"/>
              </a:spcAft>
              <a:buClr>
                <a:srgbClr val="CCECFF"/>
              </a:buClr>
              <a:buSzPct val="70000"/>
              <a:buNone/>
            </a:pPr>
            <a:r>
              <a:rPr lang="en-US" altLang="zh-CN" sz="2400" dirty="0">
                <a:solidFill>
                  <a:schemeClr val="tx1"/>
                </a:solidFill>
                <a:latin typeface="楷体_GB2312" pitchFamily="1" charset="-122"/>
              </a:rPr>
              <a:t>MOV AL</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40H   </a:t>
            </a:r>
            <a:r>
              <a:rPr lang="zh-CN" altLang="en-US" sz="2400" dirty="0">
                <a:solidFill>
                  <a:schemeClr val="tx1"/>
                </a:solidFill>
                <a:latin typeface="楷体_GB2312" pitchFamily="1" charset="-122"/>
              </a:rPr>
              <a:t>；</a:t>
            </a:r>
            <a:endParaRPr lang="en-US" altLang="zh-CN" sz="2400" dirty="0">
              <a:solidFill>
                <a:schemeClr val="tx1"/>
              </a:solidFill>
              <a:latin typeface="楷体_GB2312" pitchFamily="1" charset="-122"/>
            </a:endParaRPr>
          </a:p>
          <a:p>
            <a:pPr marL="0" lvl="0" indent="0" algn="just">
              <a:lnSpc>
                <a:spcPct val="130000"/>
              </a:lnSpc>
              <a:spcBef>
                <a:spcPct val="0"/>
              </a:spcBef>
              <a:spcAft>
                <a:spcPct val="0"/>
              </a:spcAft>
              <a:buClr>
                <a:srgbClr val="CCECFF"/>
              </a:buClr>
              <a:buSzPct val="70000"/>
              <a:buNone/>
            </a:pPr>
            <a:r>
              <a:rPr lang="en-US" altLang="zh-CN" sz="2400" dirty="0">
                <a:solidFill>
                  <a:schemeClr val="tx1"/>
                </a:solidFill>
                <a:latin typeface="楷体_GB2312" pitchFamily="1" charset="-122"/>
              </a:rPr>
              <a:t>OUT 41H</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AL   </a:t>
            </a:r>
            <a:r>
              <a:rPr lang="zh-CN" altLang="en-US" sz="2400" dirty="0">
                <a:solidFill>
                  <a:schemeClr val="tx1"/>
                </a:solidFill>
                <a:latin typeface="楷体_GB2312" pitchFamily="1" charset="-122"/>
              </a:rPr>
              <a:t>；送计数初值</a:t>
            </a:r>
            <a:endParaRPr lang="en-US" altLang="zh-CN" sz="2400" dirty="0">
              <a:solidFill>
                <a:schemeClr val="tx1"/>
              </a:solidFill>
              <a:latin typeface="楷体_GB2312" pitchFamily="1" charset="-122"/>
            </a:endParaRPr>
          </a:p>
          <a:p>
            <a:pPr marL="0" lvl="0" indent="0" algn="just">
              <a:lnSpc>
                <a:spcPct val="130000"/>
              </a:lnSpc>
              <a:spcBef>
                <a:spcPct val="0"/>
              </a:spcBef>
              <a:spcAft>
                <a:spcPct val="0"/>
              </a:spcAft>
              <a:buClr>
                <a:srgbClr val="CCECFF"/>
              </a:buClr>
              <a:buSzPct val="70000"/>
              <a:buNone/>
            </a:pPr>
            <a:r>
              <a:rPr lang="en-US" altLang="zh-CN" sz="2400" i="1" dirty="0">
                <a:solidFill>
                  <a:srgbClr val="00B0F0"/>
                </a:solidFill>
                <a:latin typeface="楷体_GB2312" pitchFamily="1" charset="-122"/>
              </a:rPr>
              <a:t>MOV AL</a:t>
            </a:r>
            <a:r>
              <a:rPr lang="zh-CN" altLang="en-US" sz="2400" i="1" dirty="0">
                <a:solidFill>
                  <a:srgbClr val="00B0F0"/>
                </a:solidFill>
                <a:latin typeface="楷体_GB2312" pitchFamily="1" charset="-122"/>
              </a:rPr>
              <a:t>，</a:t>
            </a:r>
            <a:r>
              <a:rPr lang="en-US" altLang="zh-CN" sz="2400" i="1" dirty="0">
                <a:solidFill>
                  <a:srgbClr val="00B0F0"/>
                </a:solidFill>
                <a:latin typeface="楷体_GB2312" pitchFamily="1" charset="-122"/>
              </a:rPr>
              <a:t>01111011B	</a:t>
            </a:r>
            <a:r>
              <a:rPr lang="zh-CN" altLang="en-US" sz="2400" i="1" dirty="0">
                <a:solidFill>
                  <a:srgbClr val="00B0F0"/>
                </a:solidFill>
                <a:latin typeface="楷体_GB2312" pitchFamily="1" charset="-122"/>
              </a:rPr>
              <a:t>；通道</a:t>
            </a:r>
            <a:r>
              <a:rPr lang="en-US" altLang="zh-CN" sz="2400" i="1" dirty="0">
                <a:solidFill>
                  <a:srgbClr val="00B0F0"/>
                </a:solidFill>
                <a:latin typeface="楷体_GB2312" pitchFamily="1" charset="-122"/>
              </a:rPr>
              <a:t>1</a:t>
            </a:r>
            <a:r>
              <a:rPr lang="zh-CN" altLang="en-US" sz="2400" i="1" dirty="0">
                <a:solidFill>
                  <a:srgbClr val="00B0F0"/>
                </a:solidFill>
                <a:latin typeface="楷体_GB2312" pitchFamily="1" charset="-122"/>
              </a:rPr>
              <a:t>，先读写低字节，</a:t>
            </a:r>
            <a:endParaRPr lang="zh-CN" altLang="en-US" sz="2400" i="1" dirty="0">
              <a:solidFill>
                <a:srgbClr val="00B0F0"/>
              </a:solidFill>
              <a:latin typeface="楷体_GB2312" pitchFamily="1" charset="-122"/>
            </a:endParaRPr>
          </a:p>
          <a:p>
            <a:pPr marL="0" lvl="0" indent="0">
              <a:lnSpc>
                <a:spcPct val="130000"/>
              </a:lnSpc>
              <a:spcBef>
                <a:spcPct val="0"/>
              </a:spcBef>
              <a:spcAft>
                <a:spcPct val="0"/>
              </a:spcAft>
              <a:buClrTx/>
              <a:buSzTx/>
              <a:buFont typeface="Arial" panose="020B0604020202020204" pitchFamily="34" charset="0"/>
              <a:buNone/>
            </a:pPr>
            <a:r>
              <a:rPr lang="en-US" altLang="zh-CN" sz="2400" i="1" dirty="0">
                <a:solidFill>
                  <a:srgbClr val="00B0F0"/>
                </a:solidFill>
                <a:latin typeface="楷体_GB2312" pitchFamily="1" charset="-122"/>
              </a:rPr>
              <a:t>OUT 43H</a:t>
            </a:r>
            <a:r>
              <a:rPr lang="zh-CN" altLang="en-US" sz="2400" i="1" dirty="0">
                <a:solidFill>
                  <a:srgbClr val="00B0F0"/>
                </a:solidFill>
                <a:latin typeface="楷体_GB2312" pitchFamily="1" charset="-122"/>
              </a:rPr>
              <a:t>，</a:t>
            </a:r>
            <a:r>
              <a:rPr lang="en-US" altLang="zh-CN" sz="2400" i="1" dirty="0">
                <a:solidFill>
                  <a:srgbClr val="00B0F0"/>
                </a:solidFill>
                <a:latin typeface="楷体_GB2312" pitchFamily="1" charset="-122"/>
              </a:rPr>
              <a:t>AL  </a:t>
            </a:r>
            <a:r>
              <a:rPr lang="zh-CN" altLang="en-US" sz="2400" i="1" dirty="0">
                <a:solidFill>
                  <a:srgbClr val="00B0F0"/>
                </a:solidFill>
                <a:latin typeface="楷体_GB2312" pitchFamily="1" charset="-122"/>
              </a:rPr>
              <a:t>；后读写高字节，方式</a:t>
            </a:r>
            <a:r>
              <a:rPr lang="en-US" altLang="zh-CN" sz="2400" i="1" dirty="0">
                <a:solidFill>
                  <a:srgbClr val="00B0F0"/>
                </a:solidFill>
                <a:latin typeface="楷体_GB2312" pitchFamily="1" charset="-122"/>
              </a:rPr>
              <a:t>5</a:t>
            </a:r>
            <a:r>
              <a:rPr lang="zh-CN" altLang="en-US" sz="2400" i="1" dirty="0">
                <a:solidFill>
                  <a:srgbClr val="00B0F0"/>
                </a:solidFill>
                <a:latin typeface="楷体_GB2312" pitchFamily="1" charset="-122"/>
              </a:rPr>
              <a:t>，十进制数。</a:t>
            </a:r>
            <a:endParaRPr lang="zh-CN" altLang="en-US" sz="2400" i="1" dirty="0">
              <a:solidFill>
                <a:srgbClr val="00B0F0"/>
              </a:solidFill>
              <a:latin typeface="楷体_GB2312" pitchFamily="1" charset="-122"/>
            </a:endParaRPr>
          </a:p>
          <a:p>
            <a:pPr marL="0" lvl="0" indent="0">
              <a:lnSpc>
                <a:spcPct val="130000"/>
              </a:lnSpc>
              <a:spcBef>
                <a:spcPct val="0"/>
              </a:spcBef>
              <a:spcAft>
                <a:spcPct val="0"/>
              </a:spcAft>
              <a:buClrTx/>
              <a:buSzTx/>
              <a:buFont typeface="Arial" panose="020B0604020202020204" pitchFamily="34" charset="0"/>
              <a:buNone/>
            </a:pPr>
            <a:r>
              <a:rPr lang="en-US" altLang="zh-CN" sz="2400" i="1" dirty="0">
                <a:solidFill>
                  <a:srgbClr val="00B0F0"/>
                </a:solidFill>
                <a:latin typeface="楷体_GB2312" pitchFamily="1" charset="-122"/>
              </a:rPr>
              <a:t>MOV AL</a:t>
            </a:r>
            <a:r>
              <a:rPr lang="zh-CN" altLang="en-US" sz="2400" i="1" dirty="0">
                <a:solidFill>
                  <a:srgbClr val="00B0F0"/>
                </a:solidFill>
                <a:latin typeface="楷体_GB2312" pitchFamily="1" charset="-122"/>
              </a:rPr>
              <a:t>，</a:t>
            </a:r>
            <a:r>
              <a:rPr lang="en-US" altLang="zh-CN" sz="2400" i="1" dirty="0">
                <a:solidFill>
                  <a:srgbClr val="00B0F0"/>
                </a:solidFill>
                <a:latin typeface="楷体_GB2312" pitchFamily="1" charset="-122"/>
              </a:rPr>
              <a:t>00H   </a:t>
            </a:r>
            <a:r>
              <a:rPr lang="zh-CN" altLang="en-US" sz="2400" i="1" dirty="0">
                <a:solidFill>
                  <a:srgbClr val="00B0F0"/>
                </a:solidFill>
                <a:latin typeface="楷体_GB2312" pitchFamily="1" charset="-122"/>
              </a:rPr>
              <a:t>；低</a:t>
            </a:r>
            <a:r>
              <a:rPr lang="en-US" altLang="zh-CN" sz="2400" i="1" dirty="0">
                <a:solidFill>
                  <a:srgbClr val="00B0F0"/>
                </a:solidFill>
                <a:latin typeface="楷体_GB2312" pitchFamily="1" charset="-122"/>
              </a:rPr>
              <a:t>8</a:t>
            </a:r>
            <a:r>
              <a:rPr lang="zh-CN" altLang="en-US" sz="2400" i="1" dirty="0">
                <a:solidFill>
                  <a:srgbClr val="00B0F0"/>
                </a:solidFill>
                <a:latin typeface="楷体_GB2312" pitchFamily="1" charset="-122"/>
              </a:rPr>
              <a:t>位为</a:t>
            </a:r>
            <a:r>
              <a:rPr lang="en-US" altLang="zh-CN" sz="2400" i="1" dirty="0">
                <a:solidFill>
                  <a:srgbClr val="00B0F0"/>
                </a:solidFill>
                <a:latin typeface="楷体_GB2312" pitchFamily="1" charset="-122"/>
              </a:rPr>
              <a:t>0</a:t>
            </a:r>
            <a:endParaRPr lang="en-US" altLang="zh-CN" sz="2400" i="1" dirty="0">
              <a:solidFill>
                <a:srgbClr val="00B0F0"/>
              </a:solidFill>
              <a:latin typeface="楷体_GB2312" pitchFamily="1" charset="-122"/>
            </a:endParaRPr>
          </a:p>
          <a:p>
            <a:pPr marL="0" lvl="0" indent="0">
              <a:lnSpc>
                <a:spcPct val="130000"/>
              </a:lnSpc>
              <a:spcBef>
                <a:spcPct val="0"/>
              </a:spcBef>
              <a:spcAft>
                <a:spcPct val="0"/>
              </a:spcAft>
              <a:buClrTx/>
              <a:buSzTx/>
              <a:buFont typeface="Arial" panose="020B0604020202020204" pitchFamily="34" charset="0"/>
              <a:buNone/>
            </a:pPr>
            <a:r>
              <a:rPr lang="en-US" altLang="zh-CN" sz="2400" i="1" dirty="0">
                <a:solidFill>
                  <a:srgbClr val="00B0F0"/>
                </a:solidFill>
                <a:latin typeface="楷体_GB2312" pitchFamily="1" charset="-122"/>
              </a:rPr>
              <a:t>OUT 41H</a:t>
            </a:r>
            <a:r>
              <a:rPr lang="zh-CN" altLang="en-US" sz="2400" i="1" dirty="0">
                <a:solidFill>
                  <a:srgbClr val="00B0F0"/>
                </a:solidFill>
                <a:latin typeface="楷体_GB2312" pitchFamily="1" charset="-122"/>
              </a:rPr>
              <a:t>，</a:t>
            </a:r>
            <a:r>
              <a:rPr lang="en-US" altLang="zh-CN" sz="2400" i="1" dirty="0">
                <a:solidFill>
                  <a:srgbClr val="00B0F0"/>
                </a:solidFill>
                <a:latin typeface="楷体_GB2312" pitchFamily="1" charset="-122"/>
              </a:rPr>
              <a:t>AL   </a:t>
            </a:r>
            <a:r>
              <a:rPr lang="zh-CN" altLang="en-US" sz="2400" i="1" dirty="0">
                <a:solidFill>
                  <a:srgbClr val="00B0F0"/>
                </a:solidFill>
                <a:latin typeface="楷体_GB2312" pitchFamily="1" charset="-122"/>
              </a:rPr>
              <a:t>；</a:t>
            </a:r>
            <a:endParaRPr lang="zh-CN" altLang="en-US" sz="2400" i="1" dirty="0">
              <a:solidFill>
                <a:srgbClr val="00B0F0"/>
              </a:solidFill>
              <a:latin typeface="楷体_GB2312" pitchFamily="1" charset="-122"/>
            </a:endParaRPr>
          </a:p>
          <a:p>
            <a:pPr marL="0" lvl="0" indent="0">
              <a:lnSpc>
                <a:spcPct val="130000"/>
              </a:lnSpc>
              <a:spcBef>
                <a:spcPct val="0"/>
              </a:spcBef>
              <a:spcAft>
                <a:spcPct val="0"/>
              </a:spcAft>
              <a:buClrTx/>
              <a:buSzTx/>
              <a:buFont typeface="Arial" panose="020B0604020202020204" pitchFamily="34" charset="0"/>
              <a:buNone/>
            </a:pPr>
            <a:r>
              <a:rPr lang="en-US" altLang="zh-CN" sz="2400" i="1" dirty="0">
                <a:solidFill>
                  <a:srgbClr val="00B0F0"/>
                </a:solidFill>
                <a:latin typeface="楷体_GB2312" pitchFamily="1" charset="-122"/>
              </a:rPr>
              <a:t>MOV AL</a:t>
            </a:r>
            <a:r>
              <a:rPr lang="zh-CN" altLang="en-US" sz="2400" i="1" dirty="0">
                <a:solidFill>
                  <a:srgbClr val="00B0F0"/>
                </a:solidFill>
                <a:latin typeface="楷体_GB2312" pitchFamily="1" charset="-122"/>
              </a:rPr>
              <a:t>，</a:t>
            </a:r>
            <a:r>
              <a:rPr lang="en-US" altLang="zh-CN" sz="2400" i="1" dirty="0">
                <a:solidFill>
                  <a:srgbClr val="00B0F0"/>
                </a:solidFill>
                <a:latin typeface="楷体_GB2312" pitchFamily="1" charset="-122"/>
              </a:rPr>
              <a:t>40H   </a:t>
            </a:r>
            <a:r>
              <a:rPr lang="zh-CN" altLang="en-US" sz="2400" i="1" dirty="0">
                <a:solidFill>
                  <a:srgbClr val="00B0F0"/>
                </a:solidFill>
                <a:latin typeface="楷体_GB2312" pitchFamily="1" charset="-122"/>
              </a:rPr>
              <a:t>；高</a:t>
            </a:r>
            <a:r>
              <a:rPr lang="en-US" altLang="zh-CN" sz="2400" i="1" dirty="0">
                <a:solidFill>
                  <a:srgbClr val="00B0F0"/>
                </a:solidFill>
                <a:latin typeface="楷体_GB2312" pitchFamily="1" charset="-122"/>
              </a:rPr>
              <a:t>8</a:t>
            </a:r>
            <a:r>
              <a:rPr lang="zh-CN" altLang="en-US" sz="2400" i="1" dirty="0">
                <a:solidFill>
                  <a:srgbClr val="00B0F0"/>
                </a:solidFill>
                <a:latin typeface="楷体_GB2312" pitchFamily="1" charset="-122"/>
              </a:rPr>
              <a:t>位</a:t>
            </a:r>
            <a:r>
              <a:rPr lang="en-US" altLang="zh-CN" sz="2400" i="1" dirty="0">
                <a:solidFill>
                  <a:srgbClr val="00B0F0"/>
                </a:solidFill>
                <a:latin typeface="楷体_GB2312" pitchFamily="1" charset="-122"/>
              </a:rPr>
              <a:t>40</a:t>
            </a:r>
            <a:r>
              <a:rPr lang="zh-CN" altLang="en-US" sz="2400" i="1" dirty="0">
                <a:solidFill>
                  <a:srgbClr val="00B0F0"/>
                </a:solidFill>
                <a:latin typeface="楷体_GB2312" pitchFamily="1" charset="-122"/>
              </a:rPr>
              <a:t>，</a:t>
            </a:r>
            <a:endParaRPr lang="zh-CN" altLang="en-US" sz="2400" i="1" dirty="0">
              <a:solidFill>
                <a:srgbClr val="00B0F0"/>
              </a:solidFill>
              <a:latin typeface="楷体_GB2312" pitchFamily="1" charset="-122"/>
            </a:endParaRPr>
          </a:p>
          <a:p>
            <a:pPr marL="0" lvl="0" indent="0">
              <a:lnSpc>
                <a:spcPct val="130000"/>
              </a:lnSpc>
              <a:spcBef>
                <a:spcPct val="0"/>
              </a:spcBef>
              <a:spcAft>
                <a:spcPct val="0"/>
              </a:spcAft>
              <a:buClrTx/>
              <a:buSzTx/>
              <a:buFont typeface="Arial" panose="020B0604020202020204" pitchFamily="34" charset="0"/>
              <a:buNone/>
            </a:pPr>
            <a:r>
              <a:rPr lang="en-US" altLang="zh-CN" sz="2400" i="1" dirty="0">
                <a:solidFill>
                  <a:srgbClr val="00B0F0"/>
                </a:solidFill>
                <a:latin typeface="楷体_GB2312" pitchFamily="1" charset="-122"/>
              </a:rPr>
              <a:t>OUT 41H</a:t>
            </a:r>
            <a:r>
              <a:rPr lang="zh-CN" altLang="en-US" sz="2400" i="1" dirty="0">
                <a:solidFill>
                  <a:srgbClr val="00B0F0"/>
                </a:solidFill>
                <a:latin typeface="楷体_GB2312" pitchFamily="1" charset="-122"/>
              </a:rPr>
              <a:t>，</a:t>
            </a:r>
            <a:r>
              <a:rPr lang="en-US" altLang="zh-CN" sz="2400" i="1" dirty="0">
                <a:solidFill>
                  <a:srgbClr val="00B0F0"/>
                </a:solidFill>
                <a:latin typeface="楷体_GB2312" pitchFamily="1" charset="-122"/>
              </a:rPr>
              <a:t>AL   </a:t>
            </a:r>
            <a:r>
              <a:rPr lang="zh-CN" altLang="en-US" sz="2400" i="1" dirty="0">
                <a:solidFill>
                  <a:srgbClr val="00B0F0"/>
                </a:solidFill>
                <a:latin typeface="楷体_GB2312" pitchFamily="1" charset="-122"/>
              </a:rPr>
              <a:t>；送计数初值</a:t>
            </a:r>
            <a:endParaRPr lang="zh-CN" altLang="en-US" sz="2400" i="1" dirty="0">
              <a:solidFill>
                <a:srgbClr val="00B0F0"/>
              </a:solidFill>
              <a:latin typeface="楷体_GB2312" pitchFamily="1" charset="-122"/>
            </a:endParaRPr>
          </a:p>
        </p:txBody>
      </p:sp>
      <p:sp>
        <p:nvSpPr>
          <p:cNvPr id="104451" name="AutoShape 3"/>
          <p:cNvSpPr/>
          <p:nvPr/>
        </p:nvSpPr>
        <p:spPr>
          <a:xfrm>
            <a:off x="2208213" y="4751388"/>
            <a:ext cx="215900" cy="1512887"/>
          </a:xfrm>
          <a:prstGeom prst="rightBrace">
            <a:avLst>
              <a:gd name="adj1" fmla="val 58167"/>
              <a:gd name="adj2" fmla="val 50000"/>
            </a:avLst>
          </a:prstGeom>
          <a:no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
        <p:nvSpPr>
          <p:cNvPr id="104452" name="AutoShape 4"/>
          <p:cNvSpPr/>
          <p:nvPr/>
        </p:nvSpPr>
        <p:spPr>
          <a:xfrm>
            <a:off x="2208213" y="2879725"/>
            <a:ext cx="144462" cy="574675"/>
          </a:xfrm>
          <a:prstGeom prst="rightBrace">
            <a:avLst>
              <a:gd name="adj1" fmla="val 33021"/>
              <a:gd name="adj2" fmla="val 50000"/>
            </a:avLst>
          </a:prstGeom>
          <a:no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ndParaRPr>
          </a:p>
        </p:txBody>
      </p:sp>
    </p:spTree>
  </p:cSld>
  <p:clrMapOvr>
    <a:masterClrMapping/>
  </p:clrMapOvr>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84994" name="Rectangle 2"/>
          <p:cNvSpPr>
            <a:spLocks noGrp="1" noChangeArrowheads="1"/>
          </p:cNvSpPr>
          <p:nvPr>
            <p:ph type="title"/>
          </p:nvPr>
        </p:nvSpPr>
        <p:spPr>
          <a:xfrm>
            <a:off x="1116013" y="1196975"/>
            <a:ext cx="7127875" cy="554038"/>
          </a:xfrm>
          <a:ln>
            <a:miter/>
          </a:ln>
        </p:spPr>
        <p:txBody>
          <a:bodyPr vert="horz" wrap="square" lIns="91440" tIns="45720" rIns="91440" bIns="45720" numCol="1" anchor="b"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4400" b="1" i="0" u="none" strike="noStrike" kern="1200" cap="none" spc="0" normalizeH="0" baseline="0" noProof="0" dirty="0">
                <a:ln>
                  <a:noFill/>
                </a:ln>
                <a:solidFill>
                  <a:srgbClr val="C00000"/>
                </a:solidFill>
                <a:effectLst/>
                <a:uLnTx/>
                <a:uFillTx/>
                <a:latin typeface="+mj-ea"/>
                <a:ea typeface="+mj-ea"/>
                <a:cs typeface="+mj-cs"/>
              </a:rPr>
              <a:t>7.1.6 </a:t>
            </a:r>
            <a:r>
              <a:rPr kumimoji="0" lang="zh-CN" altLang="en-US" sz="4400" b="1" i="0" u="none" strike="noStrike" kern="1200" cap="none" spc="0" normalizeH="0" baseline="0" noProof="0" dirty="0">
                <a:ln>
                  <a:noFill/>
                </a:ln>
                <a:solidFill>
                  <a:srgbClr val="C00000"/>
                </a:solidFill>
                <a:effectLst/>
                <a:uLnTx/>
                <a:uFillTx/>
                <a:latin typeface="+mj-ea"/>
                <a:ea typeface="+mj-ea"/>
                <a:cs typeface="+mj-cs"/>
              </a:rPr>
              <a:t>六种工作方式的比较</a:t>
            </a:r>
            <a:endParaRPr kumimoji="0" lang="zh-CN" altLang="en-US" sz="4400" b="1" i="0" u="none" strike="noStrike" kern="1200" cap="none" spc="0" normalizeH="0" baseline="0" noProof="0" dirty="0">
              <a:ln>
                <a:noFill/>
              </a:ln>
              <a:solidFill>
                <a:srgbClr val="C00000"/>
              </a:solidFill>
              <a:effectLst/>
              <a:uLnTx/>
              <a:uFillTx/>
              <a:latin typeface="+mj-ea"/>
              <a:ea typeface="+mj-ea"/>
              <a:cs typeface="+mj-cs"/>
            </a:endParaRPr>
          </a:p>
        </p:txBody>
      </p:sp>
      <p:sp>
        <p:nvSpPr>
          <p:cNvPr id="84995" name="Rectangle 3"/>
          <p:cNvSpPr>
            <a:spLocks noGrp="1" noChangeArrowheads="1"/>
          </p:cNvSpPr>
          <p:nvPr>
            <p:ph idx="1"/>
          </p:nvPr>
        </p:nvSpPr>
        <p:spPr>
          <a:xfrm>
            <a:off x="349250" y="2276475"/>
            <a:ext cx="8229600" cy="3529013"/>
          </a:xfrm>
          <a:solidFill>
            <a:schemeClr val="accent1">
              <a:alpha val="23137"/>
            </a:schemeClr>
          </a:solidFill>
          <a:ln>
            <a:solidFill>
              <a:srgbClr val="FF00FF"/>
            </a:solidFill>
            <a:miter lim="800000"/>
          </a:ln>
        </p:spPr>
        <p:txBody>
          <a:bodyPr vert="horz" wrap="square" lIns="91440" tIns="45720" rIns="91440" bIns="45720" numCol="1" anchor="t" anchorCtr="0" compatLnSpc="1"/>
          <a:lstStyle/>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方式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0</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4</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是由软件触发（写入计数值）启动计数，无自动装入计数初值的功能，除非再写入初值。</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GATE</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高时，减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计数器减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GATE</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低时，减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计数器停止计数。</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rgbClr val="FF0000"/>
                </a:solidFill>
                <a:effectLst/>
                <a:uLnTx/>
                <a:uFillTx/>
                <a:latin typeface="+mn-ea"/>
                <a:ea typeface="+mn-ea"/>
                <a:cs typeface="+mn-cs"/>
              </a:rPr>
              <a:t>区别</a:t>
            </a:r>
            <a:r>
              <a:rPr kumimoji="0" lang="zh-CN" altLang="en-US" sz="2400" b="1" i="0" u="none" strike="noStrike" kern="1200" cap="none" spc="0" normalizeH="0" baseline="0" noProof="0" dirty="0">
                <a:ln>
                  <a:noFill/>
                </a:ln>
                <a:solidFill>
                  <a:srgbClr val="0000FF"/>
                </a:solidFill>
                <a:effectLst/>
                <a:uLnTx/>
                <a:uFillTx/>
                <a:latin typeface="+mn-ea"/>
                <a:ea typeface="+mn-ea"/>
                <a:cs typeface="+mn-cs"/>
              </a:rPr>
              <a:t>：方式</a:t>
            </a:r>
            <a:r>
              <a:rPr kumimoji="0" lang="en-US" altLang="zh-CN" sz="2400" b="1" i="0" u="none" strike="noStrike" kern="1200" cap="none" spc="0" normalizeH="0" baseline="0" noProof="0" dirty="0">
                <a:ln>
                  <a:noFill/>
                </a:ln>
                <a:solidFill>
                  <a:srgbClr val="0000FF"/>
                </a:solidFill>
                <a:effectLst/>
                <a:uLnTx/>
                <a:uFillTx/>
                <a:latin typeface="+mn-ea"/>
                <a:ea typeface="+mn-ea"/>
                <a:cs typeface="+mn-cs"/>
              </a:rPr>
              <a:t>0</a:t>
            </a:r>
            <a:r>
              <a:rPr kumimoji="0" lang="zh-CN" altLang="en-US" sz="2400" b="1" i="0" u="none" strike="noStrike" kern="1200" cap="none" spc="0" normalizeH="0" baseline="0" noProof="0" dirty="0">
                <a:ln>
                  <a:noFill/>
                </a:ln>
                <a:solidFill>
                  <a:srgbClr val="0000FF"/>
                </a:solidFill>
                <a:effectLst/>
                <a:uLnTx/>
                <a:uFillTx/>
                <a:latin typeface="+mn-ea"/>
                <a:ea typeface="+mn-ea"/>
                <a:cs typeface="+mn-cs"/>
              </a:rPr>
              <a:t>输出为低电平，计数结束输出高电平并一直保持。方式</a:t>
            </a:r>
            <a:r>
              <a:rPr kumimoji="0" lang="en-US" altLang="zh-CN" sz="2400" b="1" i="0" u="none" strike="noStrike" kern="1200" cap="none" spc="0" normalizeH="0" baseline="0" noProof="0" dirty="0">
                <a:ln>
                  <a:noFill/>
                </a:ln>
                <a:solidFill>
                  <a:srgbClr val="0000FF"/>
                </a:solidFill>
                <a:effectLst/>
                <a:uLnTx/>
                <a:uFillTx/>
                <a:latin typeface="+mn-ea"/>
                <a:ea typeface="+mn-ea"/>
                <a:cs typeface="+mn-cs"/>
              </a:rPr>
              <a:t>4</a:t>
            </a:r>
            <a:r>
              <a:rPr kumimoji="0" lang="zh-CN" altLang="en-US" sz="2400" b="1" i="0" u="none" strike="noStrike" kern="1200" cap="none" spc="0" normalizeH="0" baseline="0" noProof="0" dirty="0">
                <a:ln>
                  <a:noFill/>
                </a:ln>
                <a:solidFill>
                  <a:srgbClr val="0000FF"/>
                </a:solidFill>
                <a:effectLst/>
                <a:uLnTx/>
                <a:uFillTx/>
                <a:latin typeface="+mn-ea"/>
                <a:ea typeface="+mn-ea"/>
                <a:cs typeface="+mn-cs"/>
              </a:rPr>
              <a:t>输入输出为高电平，计数结束时输出一个时钟周期的负脉冲，然后又保持高电平。</a:t>
            </a:r>
            <a:endParaRPr kumimoji="0" lang="zh-CN" altLang="en-US" sz="2400" b="1" i="0" u="none" strike="noStrike" kern="1200" cap="none" spc="0" normalizeH="0" baseline="0" noProof="0" dirty="0">
              <a:ln>
                <a:noFill/>
              </a:ln>
              <a:solidFill>
                <a:srgbClr val="0000FF"/>
              </a:solidFill>
              <a:effectLst/>
              <a:uLnTx/>
              <a:uFillTx/>
              <a:latin typeface="+mn-ea"/>
              <a:ea typeface="+mn-ea"/>
              <a:cs typeface="+mn-cs"/>
            </a:endParaRPr>
          </a:p>
        </p:txBody>
      </p:sp>
    </p:spTree>
  </p:cSld>
  <p:clrMapOvr>
    <a:masterClrMapping/>
  </p:clrMapOvr>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86018" name="Rectangle 3"/>
          <p:cNvSpPr>
            <a:spLocks noGrp="1" noChangeArrowheads="1"/>
          </p:cNvSpPr>
          <p:nvPr>
            <p:ph idx="1"/>
          </p:nvPr>
        </p:nvSpPr>
        <p:spPr>
          <a:xfrm>
            <a:off x="323850" y="1989138"/>
            <a:ext cx="8496300" cy="2736850"/>
          </a:xfrm>
          <a:solidFill>
            <a:schemeClr val="accent1">
              <a:alpha val="29019"/>
            </a:schemeClr>
          </a:solidFill>
          <a:ln>
            <a:solidFill>
              <a:srgbClr val="FF00FF"/>
            </a:solidFill>
            <a:miter lim="800000"/>
          </a:ln>
        </p:spPr>
        <p:txBody>
          <a:bodyPr vert="horz" wrap="square" lIns="91440" tIns="45720" rIns="91440" bIns="45720" numCol="1" anchor="t" anchorCtr="0" compatLnSpc="1"/>
          <a:lstStyle/>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(2)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方式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5</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是硬件触发（</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GATE</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上升沿）启动计数，</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写入初值后并不马上计数，必须在</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GATE</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的上升沿触发后才开始计数。</a:t>
            </a:r>
            <a:endParaRPr kumimoji="0" lang="zh-CN" altLang="en-US" sz="2400" b="1" i="0" u="none" strike="noStrike" kern="1200" cap="none" spc="0" normalizeH="0" baseline="0" noProof="0" dirty="0">
              <a:ln>
                <a:noFill/>
              </a:ln>
              <a:solidFill>
                <a:srgbClr val="FF3300"/>
              </a:solidFill>
              <a:effectLst/>
              <a:uLnTx/>
              <a:uFillTx/>
              <a:latin typeface="+mn-ea"/>
              <a:ea typeface="+mn-ea"/>
              <a:cs typeface="+mn-cs"/>
            </a:endParaRPr>
          </a:p>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rgbClr val="0000FF"/>
                </a:solidFill>
                <a:effectLst/>
                <a:uLnTx/>
                <a:uFillTx/>
                <a:latin typeface="+mn-ea"/>
                <a:ea typeface="+mn-ea"/>
                <a:cs typeface="+mn-cs"/>
              </a:rPr>
              <a:t>区别：方式</a:t>
            </a:r>
            <a:r>
              <a:rPr kumimoji="0" lang="en-US" altLang="zh-CN" sz="2400" b="1" i="0" u="none" strike="noStrike" kern="1200" cap="none" spc="0" normalizeH="0" baseline="0" noProof="0" dirty="0">
                <a:ln>
                  <a:noFill/>
                </a:ln>
                <a:solidFill>
                  <a:srgbClr val="0000FF"/>
                </a:solidFill>
                <a:effectLst/>
                <a:uLnTx/>
                <a:uFillTx/>
                <a:latin typeface="+mn-ea"/>
                <a:ea typeface="+mn-ea"/>
                <a:cs typeface="+mn-cs"/>
              </a:rPr>
              <a:t>1</a:t>
            </a:r>
            <a:r>
              <a:rPr kumimoji="0" lang="zh-CN" altLang="en-US" sz="2400" b="1" i="0" u="none" strike="noStrike" kern="1200" cap="none" spc="0" normalizeH="0" baseline="0" noProof="0" dirty="0">
                <a:ln>
                  <a:noFill/>
                </a:ln>
                <a:solidFill>
                  <a:srgbClr val="0000FF"/>
                </a:solidFill>
                <a:effectLst/>
                <a:uLnTx/>
                <a:uFillTx/>
                <a:latin typeface="+mn-ea"/>
                <a:ea typeface="+mn-ea"/>
                <a:cs typeface="+mn-cs"/>
              </a:rPr>
              <a:t>输出</a:t>
            </a:r>
            <a:r>
              <a:rPr kumimoji="0" lang="en-US" altLang="zh-CN" sz="2400" b="1" i="0" u="none" strike="noStrike" kern="1200" cap="none" spc="0" normalizeH="0" baseline="0" noProof="0" dirty="0">
                <a:ln>
                  <a:noFill/>
                </a:ln>
                <a:solidFill>
                  <a:srgbClr val="0000FF"/>
                </a:solidFill>
                <a:effectLst/>
                <a:uLnTx/>
                <a:uFillTx/>
                <a:latin typeface="+mn-ea"/>
                <a:ea typeface="+mn-ea"/>
                <a:cs typeface="+mn-cs"/>
              </a:rPr>
              <a:t>N*T</a:t>
            </a:r>
            <a:r>
              <a:rPr kumimoji="0" lang="en-US" altLang="zh-CN" sz="2400" b="1" i="0" u="none" strike="noStrike" kern="1200" cap="none" spc="0" normalizeH="0" baseline="-25000" noProof="0" dirty="0">
                <a:ln>
                  <a:noFill/>
                </a:ln>
                <a:solidFill>
                  <a:srgbClr val="0000FF"/>
                </a:solidFill>
                <a:effectLst/>
                <a:uLnTx/>
                <a:uFillTx/>
                <a:latin typeface="+mn-ea"/>
                <a:ea typeface="+mn-ea"/>
                <a:cs typeface="+mn-cs"/>
              </a:rPr>
              <a:t>CLK</a:t>
            </a:r>
            <a:r>
              <a:rPr kumimoji="0" lang="zh-CN" altLang="en-US" sz="2400" b="1" i="0" u="none" strike="noStrike" kern="1200" cap="none" spc="0" normalizeH="0" baseline="0" noProof="0" dirty="0">
                <a:ln>
                  <a:noFill/>
                </a:ln>
                <a:solidFill>
                  <a:srgbClr val="0000FF"/>
                </a:solidFill>
                <a:effectLst/>
                <a:uLnTx/>
                <a:uFillTx/>
                <a:latin typeface="+mn-ea"/>
                <a:ea typeface="+mn-ea"/>
                <a:cs typeface="+mn-cs"/>
              </a:rPr>
              <a:t>的负脉冲。</a:t>
            </a:r>
            <a:endParaRPr kumimoji="0" lang="zh-CN" altLang="en-US" sz="2400" b="1" i="0" u="none" strike="noStrike" kern="1200" cap="none" spc="0" normalizeH="0" baseline="0" noProof="0" dirty="0">
              <a:ln>
                <a:noFill/>
              </a:ln>
              <a:solidFill>
                <a:srgbClr val="0000FF"/>
              </a:solidFill>
              <a:effectLst/>
              <a:uLnTx/>
              <a:uFillTx/>
              <a:latin typeface="+mn-ea"/>
              <a:ea typeface="+mn-ea"/>
              <a:cs typeface="+mn-cs"/>
            </a:endParaRPr>
          </a:p>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rgbClr val="0000FF"/>
                </a:solidFill>
                <a:effectLst/>
                <a:uLnTx/>
                <a:uFillTx/>
                <a:latin typeface="+mn-ea"/>
                <a:ea typeface="+mn-ea"/>
                <a:cs typeface="+mn-cs"/>
              </a:rPr>
              <a:t>      方式</a:t>
            </a:r>
            <a:r>
              <a:rPr kumimoji="0" lang="en-US" altLang="zh-CN" sz="2400" b="1" i="0" u="none" strike="noStrike" kern="1200" cap="none" spc="0" normalizeH="0" baseline="0" noProof="0" dirty="0">
                <a:ln>
                  <a:noFill/>
                </a:ln>
                <a:solidFill>
                  <a:srgbClr val="0000FF"/>
                </a:solidFill>
                <a:effectLst/>
                <a:uLnTx/>
                <a:uFillTx/>
                <a:latin typeface="+mn-ea"/>
                <a:ea typeface="+mn-ea"/>
                <a:cs typeface="+mn-cs"/>
              </a:rPr>
              <a:t>5</a:t>
            </a:r>
            <a:r>
              <a:rPr kumimoji="0" lang="zh-CN" altLang="en-US" sz="2400" b="1" i="0" u="none" strike="noStrike" kern="1200" cap="none" spc="0" normalizeH="0" baseline="0" noProof="0" dirty="0">
                <a:ln>
                  <a:noFill/>
                </a:ln>
                <a:solidFill>
                  <a:srgbClr val="0000FF"/>
                </a:solidFill>
                <a:effectLst/>
                <a:uLnTx/>
                <a:uFillTx/>
                <a:latin typeface="+mn-ea"/>
                <a:ea typeface="+mn-ea"/>
                <a:cs typeface="+mn-cs"/>
              </a:rPr>
              <a:t>结束后输出一个</a:t>
            </a:r>
            <a:r>
              <a:rPr kumimoji="0" lang="en-US" altLang="zh-CN" sz="2400" b="1" i="0" u="none" strike="noStrike" kern="1200" cap="none" spc="0" normalizeH="0" baseline="0" noProof="0" dirty="0">
                <a:ln>
                  <a:noFill/>
                </a:ln>
                <a:solidFill>
                  <a:srgbClr val="0000FF"/>
                </a:solidFill>
                <a:effectLst/>
                <a:uLnTx/>
                <a:uFillTx/>
                <a:latin typeface="+mn-ea"/>
                <a:ea typeface="+mn-ea"/>
                <a:cs typeface="+mn-cs"/>
              </a:rPr>
              <a:t>T</a:t>
            </a:r>
            <a:r>
              <a:rPr kumimoji="0" lang="en-US" altLang="zh-CN" sz="2400" b="1" i="0" u="none" strike="noStrike" kern="1200" cap="none" spc="0" normalizeH="0" baseline="-25000" noProof="0" dirty="0">
                <a:ln>
                  <a:noFill/>
                </a:ln>
                <a:solidFill>
                  <a:srgbClr val="0000FF"/>
                </a:solidFill>
                <a:effectLst/>
                <a:uLnTx/>
                <a:uFillTx/>
                <a:latin typeface="+mn-ea"/>
                <a:ea typeface="+mn-ea"/>
                <a:cs typeface="+mn-cs"/>
              </a:rPr>
              <a:t>CLK</a:t>
            </a:r>
            <a:r>
              <a:rPr kumimoji="0" lang="zh-CN" altLang="en-US" sz="2400" b="1" i="0" u="none" strike="noStrike" kern="1200" cap="none" spc="0" normalizeH="0" baseline="0" noProof="0" dirty="0">
                <a:ln>
                  <a:noFill/>
                </a:ln>
                <a:solidFill>
                  <a:srgbClr val="0000FF"/>
                </a:solidFill>
                <a:effectLst/>
                <a:uLnTx/>
                <a:uFillTx/>
                <a:latin typeface="+mn-ea"/>
                <a:ea typeface="+mn-ea"/>
                <a:cs typeface="+mn-cs"/>
              </a:rPr>
              <a:t>的负脉冲。</a:t>
            </a:r>
            <a:endParaRPr kumimoji="0" lang="zh-CN" altLang="en-US" sz="2400" b="1" i="0" u="none" strike="noStrike" kern="1200" cap="none" spc="0" normalizeH="0" baseline="0" noProof="0" dirty="0">
              <a:ln>
                <a:noFill/>
              </a:ln>
              <a:solidFill>
                <a:srgbClr val="0000FF"/>
              </a:solidFill>
              <a:effectLst/>
              <a:uLnTx/>
              <a:uFillTx/>
              <a:latin typeface="+mn-ea"/>
              <a:ea typeface="+mn-ea"/>
              <a:cs typeface="+mn-cs"/>
            </a:endParaRPr>
          </a:p>
        </p:txBody>
      </p:sp>
      <p:sp>
        <p:nvSpPr>
          <p:cNvPr id="106499" name="Rectangle 5"/>
          <p:cNvSpPr/>
          <p:nvPr/>
        </p:nvSpPr>
        <p:spPr>
          <a:xfrm>
            <a:off x="323850" y="5157788"/>
            <a:ext cx="8496300" cy="1295400"/>
          </a:xfrm>
          <a:prstGeom prst="rect">
            <a:avLst/>
          </a:prstGeom>
          <a:solidFill>
            <a:srgbClr val="FFCC99">
              <a:alpha val="34901"/>
            </a:srgbClr>
          </a:solidFill>
          <a:ln w="9525" cap="flat" cmpd="sng">
            <a:solidFill>
              <a:srgbClr val="FF00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50000"/>
              </a:lnSpc>
              <a:spcAft>
                <a:spcPct val="0"/>
              </a:spcAft>
              <a:buClrTx/>
              <a:buFont typeface="Arial" panose="020B0604020202020204" pitchFamily="34" charset="0"/>
              <a:buNone/>
            </a:pPr>
            <a:r>
              <a:rPr lang="en-US" altLang="zh-CN" sz="2400" dirty="0">
                <a:solidFill>
                  <a:schemeClr val="tx1"/>
                </a:solidFill>
                <a:latin typeface="楷体_GB2312" pitchFamily="1" charset="-122"/>
              </a:rPr>
              <a:t>(3)</a:t>
            </a:r>
            <a:r>
              <a:rPr lang="zh-CN" altLang="en-US" sz="2400" dirty="0">
                <a:solidFill>
                  <a:schemeClr val="tx1"/>
                </a:solidFill>
                <a:latin typeface="楷体_GB2312" pitchFamily="1" charset="-122"/>
              </a:rPr>
              <a:t>方式</a:t>
            </a:r>
            <a:r>
              <a:rPr lang="en-US" altLang="zh-CN" sz="2400" dirty="0">
                <a:solidFill>
                  <a:schemeClr val="tx1"/>
                </a:solidFill>
                <a:latin typeface="楷体_GB2312" pitchFamily="1" charset="-122"/>
              </a:rPr>
              <a:t>2</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3</a:t>
            </a:r>
            <a:r>
              <a:rPr lang="zh-CN" altLang="en-US" sz="2400" dirty="0">
                <a:solidFill>
                  <a:schemeClr val="tx1"/>
                </a:solidFill>
                <a:latin typeface="楷体_GB2312" pitchFamily="1" charset="-122"/>
              </a:rPr>
              <a:t>都具有自动装入计数值的能力，都是分频器，但方式</a:t>
            </a:r>
            <a:r>
              <a:rPr lang="en-US" altLang="zh-CN" sz="2400" dirty="0">
                <a:solidFill>
                  <a:schemeClr val="tx1"/>
                </a:solidFill>
                <a:latin typeface="楷体_GB2312" pitchFamily="1" charset="-122"/>
              </a:rPr>
              <a:t>2</a:t>
            </a:r>
            <a:r>
              <a:rPr lang="zh-CN" altLang="en-US" sz="2400" dirty="0">
                <a:solidFill>
                  <a:schemeClr val="tx1"/>
                </a:solidFill>
                <a:latin typeface="楷体_GB2312" pitchFamily="1" charset="-122"/>
              </a:rPr>
              <a:t>输出</a:t>
            </a:r>
            <a:r>
              <a:rPr lang="en-US" altLang="zh-CN" sz="2400" dirty="0">
                <a:solidFill>
                  <a:schemeClr val="tx1"/>
                </a:solidFill>
                <a:latin typeface="楷体_GB2312" pitchFamily="1" charset="-122"/>
              </a:rPr>
              <a:t>N-1</a:t>
            </a:r>
            <a:r>
              <a:rPr lang="zh-CN" altLang="en-US" sz="2400" dirty="0">
                <a:solidFill>
                  <a:schemeClr val="tx1"/>
                </a:solidFill>
                <a:latin typeface="楷体_GB2312" pitchFamily="1" charset="-122"/>
              </a:rPr>
              <a:t>占空比的波形，方式</a:t>
            </a:r>
            <a:r>
              <a:rPr lang="en-US" altLang="zh-CN" sz="2400" dirty="0">
                <a:solidFill>
                  <a:schemeClr val="tx1"/>
                </a:solidFill>
                <a:latin typeface="楷体_GB2312" pitchFamily="1" charset="-122"/>
              </a:rPr>
              <a:t>3</a:t>
            </a:r>
            <a:r>
              <a:rPr lang="zh-CN" altLang="en-US" sz="2400" dirty="0">
                <a:solidFill>
                  <a:schemeClr val="tx1"/>
                </a:solidFill>
                <a:latin typeface="楷体_GB2312" pitchFamily="1" charset="-122"/>
              </a:rPr>
              <a:t>则输出方波。</a:t>
            </a:r>
            <a:endParaRPr lang="zh-CN" altLang="en-US" sz="2400" dirty="0">
              <a:solidFill>
                <a:schemeClr val="tx1"/>
              </a:solidFill>
              <a:latin typeface="楷体_GB2312" pitchFamily="1" charset="-122"/>
            </a:endParaRPr>
          </a:p>
        </p:txBody>
      </p:sp>
    </p:spTree>
  </p:cSld>
  <p:clrMapOvr>
    <a:masterClrMapping/>
  </p:clrMapOvr>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87747" name="Rectangle 3"/>
          <p:cNvSpPr>
            <a:spLocks noGrp="1" noChangeArrowheads="1"/>
          </p:cNvSpPr>
          <p:nvPr>
            <p:ph idx="1"/>
          </p:nvPr>
        </p:nvSpPr>
        <p:spPr>
          <a:xfrm>
            <a:off x="265113" y="1884363"/>
            <a:ext cx="8661400" cy="1008063"/>
          </a:xfrm>
          <a:ln>
            <a:miter/>
          </a:ln>
        </p:spPr>
        <p:txBody>
          <a:bodyPr vert="horz" wrap="square" lIns="91440" tIns="45720" rIns="91440" bIns="45720" numCol="1" anchor="t" anchorCtr="0" compatLnSpc="1"/>
          <a:lstStyle/>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en-US" altLang="zh-CN" sz="2400" b="1" i="0" u="none" strike="noStrike" kern="1200" cap="none" spc="0" normalizeH="0" baseline="0" noProof="0" dirty="0">
                <a:ln>
                  <a:noFill/>
                </a:ln>
                <a:solidFill>
                  <a:schemeClr val="tx2"/>
                </a:solidFill>
                <a:effectLst/>
                <a:uLnTx/>
                <a:uFillTx/>
                <a:latin typeface="+mn-ea"/>
                <a:ea typeface="+mn-ea"/>
                <a:cs typeface="+mn-cs"/>
              </a:rPr>
              <a:t>    8253</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的写操作</a:t>
            </a:r>
            <a:r>
              <a:rPr kumimoji="1" lang="zh-CN" altLang="en-US" sz="2400" b="1" i="0" u="none" strike="noStrike" kern="1200" cap="none" spc="0" normalizeH="0" baseline="0" noProof="0" dirty="0">
                <a:ln>
                  <a:noFill/>
                </a:ln>
                <a:solidFill>
                  <a:srgbClr val="0000FF"/>
                </a:solidFill>
                <a:effectLst/>
                <a:uLnTx/>
                <a:uFillTx/>
                <a:latin typeface="+mn-ea"/>
                <a:ea typeface="+mn-ea"/>
                <a:cs typeface="+mn-cs"/>
              </a:rPr>
              <a:t>包括写控制字和写计数初值两项</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内容。具体要求是： </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107523" name="Rectangle 4"/>
          <p:cNvSpPr/>
          <p:nvPr/>
        </p:nvSpPr>
        <p:spPr>
          <a:xfrm>
            <a:off x="1042988" y="1074738"/>
            <a:ext cx="4268787" cy="579437"/>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3200" dirty="0">
                <a:solidFill>
                  <a:srgbClr val="0000FF"/>
                </a:solidFill>
                <a:latin typeface="宋体" panose="02010600030101010101" pitchFamily="2" charset="-122"/>
              </a:rPr>
              <a:t>4</a:t>
            </a:r>
            <a:r>
              <a:rPr lang="zh-CN" altLang="en-US" sz="3200" dirty="0">
                <a:solidFill>
                  <a:srgbClr val="0000FF"/>
                </a:solidFill>
                <a:latin typeface="宋体" panose="02010600030101010101" pitchFamily="2" charset="-122"/>
              </a:rPr>
              <a:t>、</a:t>
            </a:r>
            <a:r>
              <a:rPr lang="en-US" altLang="zh-CN" sz="3200" dirty="0">
                <a:solidFill>
                  <a:srgbClr val="0000FF"/>
                </a:solidFill>
                <a:latin typeface="宋体" panose="02010600030101010101" pitchFamily="2" charset="-122"/>
              </a:rPr>
              <a:t>8253</a:t>
            </a:r>
            <a:r>
              <a:rPr lang="zh-CN" altLang="en-US" sz="3200" dirty="0">
                <a:solidFill>
                  <a:srgbClr val="0000FF"/>
                </a:solidFill>
                <a:latin typeface="宋体" panose="02010600030101010101" pitchFamily="2" charset="-122"/>
              </a:rPr>
              <a:t>的读</a:t>
            </a:r>
            <a:r>
              <a:rPr lang="en-US" altLang="zh-CN" sz="3200" dirty="0">
                <a:solidFill>
                  <a:srgbClr val="0000FF"/>
                </a:solidFill>
                <a:latin typeface="宋体" panose="02010600030101010101" pitchFamily="2" charset="-122"/>
              </a:rPr>
              <a:t>/</a:t>
            </a:r>
            <a:r>
              <a:rPr lang="zh-CN" altLang="en-US" sz="3200" dirty="0">
                <a:solidFill>
                  <a:srgbClr val="0000FF"/>
                </a:solidFill>
                <a:latin typeface="宋体" panose="02010600030101010101" pitchFamily="2" charset="-122"/>
              </a:rPr>
              <a:t>写操作</a:t>
            </a:r>
            <a:r>
              <a:rPr lang="zh-CN" altLang="en-US" sz="3200" dirty="0">
                <a:solidFill>
                  <a:schemeClr val="tx1"/>
                </a:solidFill>
                <a:latin typeface="宋体" panose="02010600030101010101" pitchFamily="2" charset="-122"/>
              </a:rPr>
              <a:t></a:t>
            </a:r>
            <a:endParaRPr lang="zh-CN" altLang="en-US" sz="3200" dirty="0">
              <a:solidFill>
                <a:schemeClr val="tx1"/>
              </a:solidFill>
              <a:latin typeface="宋体" panose="02010600030101010101" pitchFamily="2" charset="-122"/>
            </a:endParaRPr>
          </a:p>
        </p:txBody>
      </p:sp>
      <p:sp>
        <p:nvSpPr>
          <p:cNvPr id="107524" name="Rectangle 5"/>
          <p:cNvSpPr/>
          <p:nvPr/>
        </p:nvSpPr>
        <p:spPr>
          <a:xfrm>
            <a:off x="298450" y="2892425"/>
            <a:ext cx="8661400" cy="801688"/>
          </a:xfrm>
          <a:prstGeom prst="rect">
            <a:avLst/>
          </a:prstGeom>
          <a:solidFill>
            <a:schemeClr val="accent1">
              <a:alpha val="58038"/>
            </a:schemeClr>
          </a:solidFill>
          <a:ln w="9525" cap="flat" cmpd="sng">
            <a:solidFill>
              <a:srgbClr val="FF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Font typeface="Arial" panose="020B0604020202020204" pitchFamily="34" charset="0"/>
              <a:buNone/>
            </a:pPr>
            <a:r>
              <a:rPr lang="en-US" altLang="zh-CN" sz="2400" b="0" dirty="0">
                <a:solidFill>
                  <a:schemeClr val="tx1"/>
                </a:solidFill>
                <a:latin typeface="楷体_GB2312" pitchFamily="1" charset="-122"/>
              </a:rPr>
              <a:t>① </a:t>
            </a:r>
            <a:r>
              <a:rPr lang="zh-CN" altLang="en-US" sz="2400" b="0" dirty="0">
                <a:solidFill>
                  <a:schemeClr val="tx1"/>
                </a:solidFill>
                <a:latin typeface="楷体_GB2312" pitchFamily="1" charset="-122"/>
              </a:rPr>
              <a:t>各计数器的控制字都写到同一地址单元，而各计数初值写到各自的地址单元中。</a:t>
            </a:r>
            <a:endParaRPr lang="zh-CN" altLang="en-US" sz="2400" b="0" dirty="0">
              <a:solidFill>
                <a:schemeClr val="tx1"/>
              </a:solidFill>
              <a:latin typeface="楷体_GB2312" pitchFamily="1" charset="-122"/>
            </a:endParaRPr>
          </a:p>
        </p:txBody>
      </p:sp>
      <p:sp>
        <p:nvSpPr>
          <p:cNvPr id="107525" name="Rectangle 6"/>
          <p:cNvSpPr/>
          <p:nvPr/>
        </p:nvSpPr>
        <p:spPr>
          <a:xfrm>
            <a:off x="282575" y="3916363"/>
            <a:ext cx="8661400" cy="863600"/>
          </a:xfrm>
          <a:prstGeom prst="rect">
            <a:avLst/>
          </a:prstGeom>
          <a:solidFill>
            <a:srgbClr val="CCFFCC">
              <a:alpha val="67058"/>
            </a:srgbClr>
          </a:solidFill>
          <a:ln w="9525" cap="flat" cmpd="sng">
            <a:solidFill>
              <a:srgbClr val="FF00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Font typeface="Arial" panose="020B0604020202020204" pitchFamily="34" charset="0"/>
              <a:buNone/>
            </a:pPr>
            <a:r>
              <a:rPr lang="en-US" altLang="zh-CN" sz="2400" b="0" dirty="0">
                <a:solidFill>
                  <a:schemeClr val="tx1"/>
                </a:solidFill>
                <a:latin typeface="楷体_GB2312" pitchFamily="1" charset="-122"/>
              </a:rPr>
              <a:t>② </a:t>
            </a:r>
            <a:r>
              <a:rPr lang="zh-CN" altLang="en-US" sz="2400" b="0" dirty="0">
                <a:solidFill>
                  <a:schemeClr val="tx1"/>
                </a:solidFill>
                <a:latin typeface="楷体_GB2312" pitchFamily="1" charset="-122"/>
              </a:rPr>
              <a:t>对于每个计数器，必须先写控制字，后写计数初值。因为后者的格式是由前者决定的。</a:t>
            </a:r>
            <a:endParaRPr lang="zh-CN" altLang="en-US" sz="2400" b="0" dirty="0">
              <a:solidFill>
                <a:schemeClr val="tx1"/>
              </a:solidFill>
              <a:latin typeface="楷体_GB2312" pitchFamily="1" charset="-122"/>
            </a:endParaRPr>
          </a:p>
        </p:txBody>
      </p:sp>
      <p:sp>
        <p:nvSpPr>
          <p:cNvPr id="107526" name="Rectangle 7"/>
          <p:cNvSpPr/>
          <p:nvPr/>
        </p:nvSpPr>
        <p:spPr>
          <a:xfrm>
            <a:off x="282575" y="5003800"/>
            <a:ext cx="8661400" cy="1665288"/>
          </a:xfrm>
          <a:prstGeom prst="rect">
            <a:avLst/>
          </a:prstGeom>
          <a:solidFill>
            <a:srgbClr val="FF99CC">
              <a:alpha val="27843"/>
            </a:srgbClr>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Font typeface="Arial" panose="020B0604020202020204" pitchFamily="34" charset="0"/>
              <a:buNone/>
            </a:pPr>
            <a:r>
              <a:rPr lang="en-US" altLang="zh-CN" sz="2400" b="0" dirty="0">
                <a:solidFill>
                  <a:schemeClr val="tx1"/>
                </a:solidFill>
                <a:latin typeface="楷体_GB2312" pitchFamily="1" charset="-122"/>
              </a:rPr>
              <a:t>③ </a:t>
            </a:r>
            <a:r>
              <a:rPr lang="zh-CN" altLang="en-US" sz="2400" b="0" dirty="0">
                <a:solidFill>
                  <a:schemeClr val="tx1"/>
                </a:solidFill>
                <a:latin typeface="楷体_GB2312" pitchFamily="1" charset="-122"/>
              </a:rPr>
              <a:t>写入的计数初值必须符合控制字决定的格式。</a:t>
            </a:r>
            <a:r>
              <a:rPr lang="en-US" altLang="zh-CN" sz="2400" b="0" dirty="0">
                <a:solidFill>
                  <a:schemeClr val="tx1"/>
                </a:solidFill>
                <a:latin typeface="楷体_GB2312" pitchFamily="1" charset="-122"/>
              </a:rPr>
              <a:t>16</a:t>
            </a:r>
            <a:r>
              <a:rPr lang="zh-CN" altLang="en-US" sz="2400" b="0" dirty="0">
                <a:solidFill>
                  <a:schemeClr val="tx1"/>
                </a:solidFill>
                <a:latin typeface="楷体_GB2312" pitchFamily="1" charset="-122"/>
              </a:rPr>
              <a:t>位数据应先写低</a:t>
            </a:r>
            <a:r>
              <a:rPr lang="en-US" altLang="zh-CN" sz="2400" b="0" dirty="0">
                <a:solidFill>
                  <a:schemeClr val="tx1"/>
                </a:solidFill>
                <a:latin typeface="楷体_GB2312" pitchFamily="1" charset="-122"/>
              </a:rPr>
              <a:t>8</a:t>
            </a:r>
            <a:r>
              <a:rPr lang="zh-CN" altLang="en-US" sz="2400" b="0" dirty="0">
                <a:solidFill>
                  <a:schemeClr val="tx1"/>
                </a:solidFill>
                <a:latin typeface="楷体_GB2312" pitchFamily="1" charset="-122"/>
              </a:rPr>
              <a:t>位，再写高</a:t>
            </a:r>
            <a:r>
              <a:rPr lang="en-US" altLang="zh-CN" sz="2400" b="0" dirty="0">
                <a:solidFill>
                  <a:schemeClr val="tx1"/>
                </a:solidFill>
                <a:latin typeface="楷体_GB2312" pitchFamily="1" charset="-122"/>
              </a:rPr>
              <a:t>8</a:t>
            </a:r>
            <a:r>
              <a:rPr lang="zh-CN" altLang="en-US" sz="2400" b="0" dirty="0">
                <a:solidFill>
                  <a:schemeClr val="tx1"/>
                </a:solidFill>
                <a:latin typeface="楷体_GB2312" pitchFamily="1" charset="-122"/>
              </a:rPr>
              <a:t>位。</a:t>
            </a:r>
            <a:endParaRPr lang="zh-CN" altLang="en-US" sz="2400" b="0" dirty="0">
              <a:solidFill>
                <a:schemeClr val="tx1"/>
              </a:solidFill>
              <a:latin typeface="楷体_GB2312" pitchFamily="1" charset="-122"/>
            </a:endParaRPr>
          </a:p>
          <a:p>
            <a:pPr marL="0" lvl="0" indent="0">
              <a:lnSpc>
                <a:spcPct val="100000"/>
              </a:lnSpc>
              <a:spcAft>
                <a:spcPct val="0"/>
              </a:spcAft>
              <a:buClrTx/>
              <a:buSzTx/>
              <a:buFont typeface="Arial" panose="020B0604020202020204" pitchFamily="34" charset="0"/>
              <a:buNone/>
            </a:pPr>
            <a:r>
              <a:rPr lang="zh-CN" altLang="en-US" sz="2400" b="0" dirty="0">
                <a:solidFill>
                  <a:schemeClr val="tx1"/>
                </a:solidFill>
                <a:latin typeface="楷体_GB2312" pitchFamily="1" charset="-122"/>
              </a:rPr>
              <a:t>   当给多于一个的计数器写入控制字和计数初值时，其顺序无要求，只要遵循上述要求即可。</a:t>
            </a:r>
            <a:endParaRPr lang="zh-CN" altLang="en-US" sz="2400" b="0" dirty="0">
              <a:solidFill>
                <a:schemeClr val="tx1"/>
              </a:solidFill>
              <a:latin typeface="楷体_GB2312" pitchFamily="1" charset="-122"/>
            </a:endParaRPr>
          </a:p>
        </p:txBody>
      </p:sp>
    </p:spTree>
  </p:cSld>
  <p:clrMapOvr>
    <a:masterClrMapping/>
  </p:clrMapOvr>
  <p:transition spd="slow">
    <p:zoom/>
  </p:transitio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26658" name="Rectangle 2"/>
          <p:cNvSpPr>
            <a:spLocks noGrp="1" noChangeArrowheads="1"/>
          </p:cNvSpPr>
          <p:nvPr>
            <p:ph idx="1"/>
          </p:nvPr>
        </p:nvSpPr>
        <p:spPr>
          <a:xfrm>
            <a:off x="419100" y="1863725"/>
            <a:ext cx="8280400" cy="1079500"/>
          </a:xfrm>
          <a:solidFill>
            <a:schemeClr val="accent1"/>
          </a:solidFill>
          <a:ln>
            <a:solidFill>
              <a:schemeClr val="tx1"/>
            </a:solidFill>
            <a:miter lim="800000"/>
          </a:ln>
        </p:spPr>
        <p:txBody>
          <a:bodyPr vert="horz" wrap="square" lIns="91440" tIns="45720" rIns="91440" bIns="45720" numCol="1" anchor="t" anchorCtr="0" compatLnSpc="1"/>
          <a:lstStyle/>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当对</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8253</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的计数器进行读操作时</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可以读出计数值</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具体实现方法有如下两种</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108547" name="Rectangle 3"/>
          <p:cNvSpPr/>
          <p:nvPr/>
        </p:nvSpPr>
        <p:spPr>
          <a:xfrm>
            <a:off x="411163" y="3159125"/>
            <a:ext cx="8280400" cy="1638300"/>
          </a:xfrm>
          <a:prstGeom prst="rect">
            <a:avLst/>
          </a:prstGeom>
          <a:solidFill>
            <a:srgbClr val="FFCC99">
              <a:alpha val="38039"/>
            </a:srgbClr>
          </a:solidFill>
          <a:ln w="9525" cap="flat" cmpd="sng">
            <a:solidFill>
              <a:srgbClr val="FF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50000"/>
              </a:lnSpc>
              <a:spcAft>
                <a:spcPct val="0"/>
              </a:spcAft>
              <a:buClrTx/>
              <a:buSzTx/>
              <a:buFont typeface="Arial" panose="020B0604020202020204" pitchFamily="34" charset="0"/>
              <a:buNone/>
            </a:pPr>
            <a:r>
              <a:rPr lang="en-US" altLang="zh-CN" sz="2400" dirty="0">
                <a:solidFill>
                  <a:schemeClr val="tx1"/>
                </a:solidFill>
                <a:latin typeface="楷体_GB2312" pitchFamily="1" charset="-122"/>
              </a:rPr>
              <a:t>①</a:t>
            </a:r>
            <a:r>
              <a:rPr lang="zh-CN" altLang="en-US" sz="2400" dirty="0">
                <a:solidFill>
                  <a:schemeClr val="tx1"/>
                </a:solidFill>
                <a:latin typeface="楷体_GB2312" pitchFamily="1" charset="-122"/>
              </a:rPr>
              <a:t>使计数器停止计数时</a:t>
            </a:r>
            <a:r>
              <a:rPr lang="en-US" altLang="zh-CN" sz="2400" dirty="0">
                <a:solidFill>
                  <a:schemeClr val="tx1"/>
                </a:solidFill>
                <a:latin typeface="楷体_GB2312" pitchFamily="1" charset="-122"/>
              </a:rPr>
              <a:t>,</a:t>
            </a:r>
            <a:r>
              <a:rPr lang="zh-CN" altLang="en-US" sz="2400" dirty="0">
                <a:solidFill>
                  <a:schemeClr val="tx1"/>
                </a:solidFill>
                <a:latin typeface="楷体_GB2312" pitchFamily="1" charset="-122"/>
              </a:rPr>
              <a:t>先写入控制字</a:t>
            </a:r>
            <a:r>
              <a:rPr lang="en-US" altLang="zh-CN" sz="2400" dirty="0">
                <a:solidFill>
                  <a:schemeClr val="tx1"/>
                </a:solidFill>
                <a:latin typeface="楷体_GB2312" pitchFamily="1" charset="-122"/>
              </a:rPr>
              <a:t>,</a:t>
            </a:r>
            <a:r>
              <a:rPr lang="zh-CN" altLang="en-US" sz="2400" dirty="0">
                <a:solidFill>
                  <a:schemeClr val="tx1"/>
                </a:solidFill>
                <a:latin typeface="楷体_GB2312" pitchFamily="1" charset="-122"/>
              </a:rPr>
              <a:t>规定好</a:t>
            </a:r>
            <a:r>
              <a:rPr lang="en-US" altLang="zh-CN" sz="2400" dirty="0">
                <a:solidFill>
                  <a:schemeClr val="tx1"/>
                </a:solidFill>
                <a:latin typeface="楷体_GB2312" pitchFamily="1" charset="-122"/>
              </a:rPr>
              <a:t>RL1</a:t>
            </a:r>
            <a:r>
              <a:rPr lang="zh-CN" altLang="en-US" sz="2400" dirty="0">
                <a:solidFill>
                  <a:schemeClr val="tx1"/>
                </a:solidFill>
                <a:latin typeface="楷体_GB2312" pitchFamily="1" charset="-122"/>
              </a:rPr>
              <a:t>和</a:t>
            </a:r>
            <a:r>
              <a:rPr lang="en-US" altLang="zh-CN" sz="2400" dirty="0">
                <a:solidFill>
                  <a:schemeClr val="tx1"/>
                </a:solidFill>
                <a:latin typeface="楷体_GB2312" pitchFamily="1" charset="-122"/>
              </a:rPr>
              <a:t>RL0(</a:t>
            </a:r>
            <a:r>
              <a:rPr lang="zh-CN" altLang="en-US" sz="2400" dirty="0">
                <a:solidFill>
                  <a:schemeClr val="tx1"/>
                </a:solidFill>
                <a:latin typeface="楷体_GB2312" pitchFamily="1" charset="-122"/>
              </a:rPr>
              <a:t>控制字的</a:t>
            </a:r>
            <a:r>
              <a:rPr lang="en-US" altLang="zh-CN" sz="2400" dirty="0">
                <a:solidFill>
                  <a:schemeClr val="tx1"/>
                </a:solidFill>
                <a:latin typeface="楷体_GB2312" pitchFamily="1" charset="-122"/>
              </a:rPr>
              <a:t>D5D4</a:t>
            </a:r>
            <a:r>
              <a:rPr lang="zh-CN" altLang="en-US" sz="2400" dirty="0">
                <a:solidFill>
                  <a:schemeClr val="tx1"/>
                </a:solidFill>
                <a:latin typeface="楷体_GB2312" pitchFamily="1" charset="-122"/>
              </a:rPr>
              <a:t>位</a:t>
            </a:r>
            <a:r>
              <a:rPr lang="en-US" altLang="zh-CN" sz="2400" dirty="0">
                <a:solidFill>
                  <a:schemeClr val="tx1"/>
                </a:solidFill>
                <a:latin typeface="楷体_GB2312" pitchFamily="1" charset="-122"/>
              </a:rPr>
              <a:t>)</a:t>
            </a:r>
            <a:r>
              <a:rPr lang="zh-CN" altLang="en-US" sz="2400" dirty="0">
                <a:solidFill>
                  <a:schemeClr val="tx1"/>
                </a:solidFill>
                <a:latin typeface="楷体_GB2312" pitchFamily="1" charset="-122"/>
              </a:rPr>
              <a:t>的状态</a:t>
            </a:r>
            <a:r>
              <a:rPr lang="en-US" altLang="zh-CN" sz="2400" dirty="0">
                <a:solidFill>
                  <a:schemeClr val="tx1"/>
                </a:solidFill>
                <a:latin typeface="楷体_GB2312" pitchFamily="1" charset="-122"/>
              </a:rPr>
              <a:t>——</a:t>
            </a:r>
            <a:r>
              <a:rPr lang="zh-CN" altLang="en-US" sz="2400" dirty="0">
                <a:solidFill>
                  <a:schemeClr val="tx1"/>
                </a:solidFill>
                <a:latin typeface="楷体_GB2312" pitchFamily="1" charset="-122"/>
              </a:rPr>
              <a:t>也就是规定读一个字节还是读两个字节。</a:t>
            </a:r>
            <a:endParaRPr lang="zh-CN" altLang="en-US" sz="2400" dirty="0">
              <a:solidFill>
                <a:schemeClr val="tx1"/>
              </a:solidFill>
              <a:latin typeface="楷体_GB2312" pitchFamily="1" charset="-122"/>
            </a:endParaRPr>
          </a:p>
        </p:txBody>
      </p:sp>
      <p:sp>
        <p:nvSpPr>
          <p:cNvPr id="108548" name="Rectangle 4"/>
          <p:cNvSpPr/>
          <p:nvPr/>
        </p:nvSpPr>
        <p:spPr>
          <a:xfrm>
            <a:off x="387350" y="5013325"/>
            <a:ext cx="8280400" cy="1655763"/>
          </a:xfrm>
          <a:prstGeom prst="rect">
            <a:avLst/>
          </a:prstGeom>
          <a:solidFill>
            <a:srgbClr val="CCFFCC"/>
          </a:solidFill>
          <a:ln w="9525" cap="flat" cmpd="sng">
            <a:solidFill>
              <a:srgbClr val="0000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50000"/>
              </a:lnSpc>
              <a:spcAft>
                <a:spcPct val="0"/>
              </a:spcAft>
              <a:buClrTx/>
              <a:buSzTx/>
              <a:buFont typeface="Arial" panose="020B0604020202020204" pitchFamily="34" charset="0"/>
              <a:buNone/>
            </a:pPr>
            <a:r>
              <a:rPr lang="en-US" altLang="zh-CN" sz="2400" dirty="0">
                <a:solidFill>
                  <a:schemeClr val="tx1"/>
                </a:solidFill>
                <a:latin typeface="楷体_GB2312" pitchFamily="1" charset="-122"/>
              </a:rPr>
              <a:t>②</a:t>
            </a:r>
            <a:r>
              <a:rPr lang="zh-CN" altLang="en-US" sz="2400" dirty="0">
                <a:solidFill>
                  <a:schemeClr val="tx1"/>
                </a:solidFill>
                <a:latin typeface="楷体_GB2312" pitchFamily="1" charset="-122"/>
              </a:rPr>
              <a:t>在计数过程中读计数值。这时读出当前的计数值并不影响计数器的工作。为做到这一点</a:t>
            </a:r>
            <a:r>
              <a:rPr lang="en-US" altLang="zh-CN" sz="2400" dirty="0">
                <a:solidFill>
                  <a:schemeClr val="tx1"/>
                </a:solidFill>
                <a:latin typeface="楷体_GB2312" pitchFamily="1" charset="-122"/>
              </a:rPr>
              <a:t>,</a:t>
            </a:r>
            <a:r>
              <a:rPr lang="zh-CN" altLang="en-US" sz="2400" dirty="0">
                <a:solidFill>
                  <a:schemeClr val="tx1"/>
                </a:solidFill>
                <a:latin typeface="楷体_GB2312" pitchFamily="1" charset="-122"/>
              </a:rPr>
              <a:t>首先写入</a:t>
            </a:r>
            <a:r>
              <a:rPr lang="en-US" altLang="zh-CN" sz="2400" dirty="0">
                <a:solidFill>
                  <a:schemeClr val="tx1"/>
                </a:solidFill>
                <a:latin typeface="楷体_GB2312" pitchFamily="1" charset="-122"/>
              </a:rPr>
              <a:t>8253</a:t>
            </a:r>
            <a:r>
              <a:rPr lang="zh-CN" altLang="en-US" sz="2400" dirty="0">
                <a:solidFill>
                  <a:schemeClr val="tx1"/>
                </a:solidFill>
                <a:latin typeface="楷体_GB2312" pitchFamily="1" charset="-122"/>
              </a:rPr>
              <a:t>一个特定的控制字</a:t>
            </a:r>
            <a:r>
              <a:rPr lang="en-US" altLang="zh-CN" sz="2400" dirty="0">
                <a:solidFill>
                  <a:schemeClr val="tx1"/>
                </a:solidFill>
                <a:latin typeface="楷体_GB2312" pitchFamily="1" charset="-122"/>
              </a:rPr>
              <a:t>:XX00XXXX</a:t>
            </a:r>
            <a:r>
              <a:rPr lang="zh-CN" altLang="en-US" sz="2400" dirty="0">
                <a:solidFill>
                  <a:schemeClr val="tx1"/>
                </a:solidFill>
                <a:latin typeface="楷体_GB2312" pitchFamily="1" charset="-122"/>
              </a:rPr>
              <a:t>。这是控制字的一种形式。</a:t>
            </a:r>
            <a:endParaRPr lang="zh-CN" altLang="en-US" sz="2400" dirty="0">
              <a:solidFill>
                <a:schemeClr val="tx1"/>
              </a:solidFill>
              <a:latin typeface="楷体_GB2312" pitchFamily="1" charset="-122"/>
            </a:endParaRPr>
          </a:p>
        </p:txBody>
      </p:sp>
    </p:spTree>
  </p:cSld>
  <p:clrMapOvr>
    <a:masterClrMapping/>
  </p:clrMapOvr>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89795" name="Rectangle 3"/>
          <p:cNvSpPr>
            <a:spLocks noGrp="1" noChangeArrowheads="1"/>
          </p:cNvSpPr>
          <p:nvPr>
            <p:ph idx="1"/>
          </p:nvPr>
        </p:nvSpPr>
        <p:spPr>
          <a:xfrm>
            <a:off x="179388" y="2133600"/>
            <a:ext cx="8642350" cy="4608513"/>
          </a:xfrm>
          <a:solidFill>
            <a:srgbClr val="CCFFCC">
              <a:alpha val="42000"/>
            </a:srgbClr>
          </a:solidFill>
          <a:ln>
            <a:solidFill>
              <a:srgbClr val="0000FF"/>
            </a:solidFill>
            <a:miter lim="800000"/>
          </a:ln>
        </p:spPr>
        <p:txBody>
          <a:bodyPr vert="horz" wrap="square" lIns="91440" tIns="45720" rIns="91440" bIns="45720" numCol="1" anchor="t" anchorCtr="0" compatLnSpc="1"/>
          <a:lstStyle/>
          <a:p>
            <a:pPr marL="0" marR="0" lvl="0" indent="0" algn="l" defTabSz="914400" rtl="0" eaLnBrk="0" fontAlgn="base" latinLnBrk="0" hangingPunct="0">
              <a:lnSpc>
                <a:spcPct val="120000"/>
              </a:lnSpc>
              <a:spcBef>
                <a:spcPct val="0"/>
              </a:spcBef>
              <a:spcAft>
                <a:spcPct val="5000"/>
              </a:spcAft>
              <a:buClr>
                <a:schemeClr val="folHlink"/>
              </a:buClr>
              <a:buSzPct val="60000"/>
              <a:buFontTx/>
              <a:buNone/>
              <a:defRPr/>
            </a:pPr>
            <a:r>
              <a:rPr kumimoji="1" lang="en-US" altLang="zh-CN" sz="2400" b="1" i="0" u="none" strike="noStrike" kern="1200" cap="none" spc="0" normalizeH="0" baseline="0" noProof="0" dirty="0">
                <a:ln>
                  <a:noFill/>
                </a:ln>
                <a:solidFill>
                  <a:schemeClr val="tx2"/>
                </a:solidFill>
                <a:effectLst/>
                <a:uLnTx/>
                <a:uFillTx/>
                <a:latin typeface="+mn-ea"/>
                <a:ea typeface="+mn-ea"/>
                <a:cs typeface="+mn-cs"/>
              </a:rPr>
              <a:t>③ </a:t>
            </a:r>
            <a:r>
              <a:rPr kumimoji="1" lang="zh-CN" altLang="en-US" sz="2400" b="1" i="0" u="none" strike="noStrike" kern="1200" cap="none" spc="0" normalizeH="0" baseline="0" noProof="0" dirty="0">
                <a:ln>
                  <a:noFill/>
                </a:ln>
                <a:solidFill>
                  <a:srgbClr val="FF0000"/>
                </a:solidFill>
                <a:effectLst/>
                <a:uLnTx/>
                <a:uFillTx/>
                <a:latin typeface="+mn-ea"/>
                <a:ea typeface="+mn-ea"/>
                <a:cs typeface="+mn-cs"/>
              </a:rPr>
              <a:t>当计数器为</a:t>
            </a:r>
            <a:r>
              <a:rPr kumimoji="1" lang="en-US" altLang="zh-CN" sz="2400" b="1" i="0" u="none" strike="noStrike" kern="1200" cap="none" spc="0" normalizeH="0" baseline="0" noProof="0" dirty="0">
                <a:ln>
                  <a:noFill/>
                </a:ln>
                <a:solidFill>
                  <a:srgbClr val="FF0000"/>
                </a:solidFill>
                <a:effectLst/>
                <a:uLnTx/>
                <a:uFillTx/>
                <a:latin typeface="+mn-ea"/>
                <a:ea typeface="+mn-ea"/>
                <a:cs typeface="+mn-cs"/>
              </a:rPr>
              <a:t>16</a:t>
            </a:r>
            <a:r>
              <a:rPr kumimoji="1" lang="zh-CN" altLang="en-US" sz="2400" b="1" i="0" u="none" strike="noStrike" kern="1200" cap="none" spc="0" normalizeH="0" baseline="0" noProof="0" dirty="0">
                <a:ln>
                  <a:noFill/>
                </a:ln>
                <a:solidFill>
                  <a:srgbClr val="FF0000"/>
                </a:solidFill>
                <a:effectLst/>
                <a:uLnTx/>
                <a:uFillTx/>
                <a:latin typeface="+mn-ea"/>
                <a:ea typeface="+mn-ea"/>
                <a:cs typeface="+mn-cs"/>
              </a:rPr>
              <a:t>位时，为了避免在两次读出过程中计数值的变化，要求先将计数值锁存</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chemeClr val="tx2"/>
                </a:solidFill>
                <a:effectLst/>
                <a:uLnTx/>
                <a:uFillTx/>
                <a:latin typeface="+mn-ea"/>
                <a:ea typeface="+mn-ea"/>
                <a:cs typeface="+mn-cs"/>
              </a:rPr>
              <a:t>锁存计数值的常用方法是使用计数器锁存命令：</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chemeClr val="tx2"/>
                </a:solidFill>
                <a:effectLst/>
                <a:uLnTx/>
                <a:uFillTx/>
                <a:latin typeface="+mn-ea"/>
                <a:ea typeface="+mn-ea"/>
                <a:cs typeface="+mn-cs"/>
              </a:rPr>
              <a:t>控制字的</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D7D6</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两位为所要锁存的计数器号，</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D5D4</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两位置为</a:t>
            </a:r>
            <a:r>
              <a:rPr kumimoji="1" lang="en-US" altLang="zh-CN" sz="2400" b="1" i="0" u="none" strike="noStrike" kern="1200" cap="none" spc="0" normalizeH="0" baseline="0" noProof="0" dirty="0">
                <a:ln>
                  <a:noFill/>
                </a:ln>
                <a:solidFill>
                  <a:srgbClr val="FF9900"/>
                </a:solidFill>
                <a:effectLst/>
                <a:uLnTx/>
                <a:uFillTx/>
                <a:latin typeface="+mn-ea"/>
                <a:ea typeface="+mn-ea"/>
                <a:cs typeface="+mn-cs"/>
              </a:rPr>
              <a:t>00</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8253</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的每个计数器都有一个输出锁存器（</a:t>
            </a:r>
            <a:r>
              <a:rPr kumimoji="1" lang="en-US" altLang="zh-CN" sz="2400" b="1" i="0" u="none" strike="noStrike" kern="1200" cap="none" spc="0" normalizeH="0" baseline="0" noProof="0" dirty="0">
                <a:ln>
                  <a:noFill/>
                </a:ln>
                <a:solidFill>
                  <a:srgbClr val="FF00FF"/>
                </a:solidFill>
                <a:effectLst/>
                <a:uLnTx/>
                <a:uFillTx/>
                <a:latin typeface="+mn-ea"/>
                <a:ea typeface="+mn-ea"/>
                <a:cs typeface="+mn-cs"/>
              </a:rPr>
              <a:t>16</a:t>
            </a:r>
            <a:r>
              <a:rPr kumimoji="1" lang="zh-CN" altLang="en-US" sz="2400" b="1" i="0" u="none" strike="noStrike" kern="1200" cap="none" spc="0" normalizeH="0" baseline="0" noProof="0" dirty="0">
                <a:ln>
                  <a:noFill/>
                </a:ln>
                <a:solidFill>
                  <a:srgbClr val="FF00FF"/>
                </a:solidFill>
                <a:effectLst/>
                <a:uLnTx/>
                <a:uFillTx/>
                <a:latin typeface="+mn-ea"/>
                <a:ea typeface="+mn-ea"/>
                <a:cs typeface="+mn-cs"/>
              </a:rPr>
              <a:t>位），平时它的值跟随计数值而变化</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。当向计数器写入锁存命令后，现行计数值被锁存（如不锁存计数器值如正在跳变，读出的值不确定）。这样</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CPU</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读取的就是锁存器中的值。当</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CPU</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读取了计数值或对计数器重新编程以后，锁存状态被解除，输出锁存器的值又随计数值变化。</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Tree>
  </p:cSld>
  <p:clrMapOvr>
    <a:masterClrMapping/>
  </p:clrMapOvr>
  <p:transition spd="slow">
    <p:zoom/>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pSp>
        <p:nvGrpSpPr>
          <p:cNvPr id="110594" name="Group 4"/>
          <p:cNvGrpSpPr/>
          <p:nvPr/>
        </p:nvGrpSpPr>
        <p:grpSpPr>
          <a:xfrm>
            <a:off x="611188" y="2133600"/>
            <a:ext cx="7416800" cy="3351213"/>
            <a:chOff x="204" y="756"/>
            <a:chExt cx="4672" cy="2111"/>
          </a:xfrm>
        </p:grpSpPr>
        <p:sp>
          <p:nvSpPr>
            <p:cNvPr id="110596" name="Rectangle 5"/>
            <p:cNvSpPr/>
            <p:nvPr/>
          </p:nvSpPr>
          <p:spPr>
            <a:xfrm>
              <a:off x="98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110597" name="Rectangle 6"/>
            <p:cNvSpPr/>
            <p:nvPr/>
          </p:nvSpPr>
          <p:spPr>
            <a:xfrm>
              <a:off x="109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7</a:t>
              </a:r>
              <a:endParaRPr lang="en-US" altLang="zh-CN" sz="1800" b="0" dirty="0">
                <a:solidFill>
                  <a:schemeClr val="tx1"/>
                </a:solidFill>
                <a:latin typeface="Arial" panose="020B0604020202020204" pitchFamily="34" charset="0"/>
              </a:endParaRPr>
            </a:p>
          </p:txBody>
        </p:sp>
        <p:sp>
          <p:nvSpPr>
            <p:cNvPr id="110598" name="Rectangle 7"/>
            <p:cNvSpPr/>
            <p:nvPr/>
          </p:nvSpPr>
          <p:spPr>
            <a:xfrm>
              <a:off x="144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110599" name="Rectangle 8"/>
            <p:cNvSpPr/>
            <p:nvPr/>
          </p:nvSpPr>
          <p:spPr>
            <a:xfrm>
              <a:off x="155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6</a:t>
              </a:r>
              <a:endParaRPr lang="en-US" altLang="zh-CN" sz="1800" b="0" dirty="0">
                <a:solidFill>
                  <a:schemeClr val="tx1"/>
                </a:solidFill>
                <a:latin typeface="Arial" panose="020B0604020202020204" pitchFamily="34" charset="0"/>
              </a:endParaRPr>
            </a:p>
          </p:txBody>
        </p:sp>
        <p:sp>
          <p:nvSpPr>
            <p:cNvPr id="110600" name="Rectangle 9"/>
            <p:cNvSpPr/>
            <p:nvPr/>
          </p:nvSpPr>
          <p:spPr>
            <a:xfrm>
              <a:off x="190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110601" name="Rectangle 10"/>
            <p:cNvSpPr/>
            <p:nvPr/>
          </p:nvSpPr>
          <p:spPr>
            <a:xfrm>
              <a:off x="201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5</a:t>
              </a:r>
              <a:endParaRPr lang="en-US" altLang="zh-CN" sz="1800" b="0" dirty="0">
                <a:solidFill>
                  <a:schemeClr val="tx1"/>
                </a:solidFill>
                <a:latin typeface="Arial" panose="020B0604020202020204" pitchFamily="34" charset="0"/>
              </a:endParaRPr>
            </a:p>
          </p:txBody>
        </p:sp>
        <p:sp>
          <p:nvSpPr>
            <p:cNvPr id="110602" name="Rectangle 11"/>
            <p:cNvSpPr/>
            <p:nvPr/>
          </p:nvSpPr>
          <p:spPr>
            <a:xfrm>
              <a:off x="236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110603" name="Rectangle 12"/>
            <p:cNvSpPr/>
            <p:nvPr/>
          </p:nvSpPr>
          <p:spPr>
            <a:xfrm>
              <a:off x="247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110604" name="Rectangle 13"/>
            <p:cNvSpPr/>
            <p:nvPr/>
          </p:nvSpPr>
          <p:spPr>
            <a:xfrm>
              <a:off x="282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110605" name="Rectangle 14"/>
            <p:cNvSpPr/>
            <p:nvPr/>
          </p:nvSpPr>
          <p:spPr>
            <a:xfrm>
              <a:off x="293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110606" name="Rectangle 15"/>
            <p:cNvSpPr/>
            <p:nvPr/>
          </p:nvSpPr>
          <p:spPr>
            <a:xfrm>
              <a:off x="328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110607" name="Rectangle 16"/>
            <p:cNvSpPr/>
            <p:nvPr/>
          </p:nvSpPr>
          <p:spPr>
            <a:xfrm>
              <a:off x="339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110608" name="Rectangle 17"/>
            <p:cNvSpPr/>
            <p:nvPr/>
          </p:nvSpPr>
          <p:spPr>
            <a:xfrm>
              <a:off x="374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110609" name="Rectangle 18"/>
            <p:cNvSpPr/>
            <p:nvPr/>
          </p:nvSpPr>
          <p:spPr>
            <a:xfrm>
              <a:off x="385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110610" name="Rectangle 19"/>
            <p:cNvSpPr/>
            <p:nvPr/>
          </p:nvSpPr>
          <p:spPr>
            <a:xfrm>
              <a:off x="4203" y="850"/>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D</a:t>
              </a:r>
              <a:endParaRPr lang="en-US" altLang="zh-CN" sz="1800" b="0" dirty="0">
                <a:solidFill>
                  <a:schemeClr val="tx1"/>
                </a:solidFill>
                <a:latin typeface="Arial" panose="020B0604020202020204" pitchFamily="34" charset="0"/>
              </a:endParaRPr>
            </a:p>
          </p:txBody>
        </p:sp>
        <p:sp>
          <p:nvSpPr>
            <p:cNvPr id="110611" name="Rectangle 20"/>
            <p:cNvSpPr/>
            <p:nvPr/>
          </p:nvSpPr>
          <p:spPr>
            <a:xfrm>
              <a:off x="4316" y="928"/>
              <a:ext cx="49" cy="10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1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110612" name="Rectangle 21"/>
            <p:cNvSpPr/>
            <p:nvPr/>
          </p:nvSpPr>
          <p:spPr>
            <a:xfrm>
              <a:off x="833"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13" name="Line 22"/>
            <p:cNvSpPr/>
            <p:nvPr/>
          </p:nvSpPr>
          <p:spPr>
            <a:xfrm>
              <a:off x="833" y="756"/>
              <a:ext cx="7" cy="1"/>
            </a:xfrm>
            <a:prstGeom prst="line">
              <a:avLst/>
            </a:prstGeom>
            <a:ln w="0" cap="flat" cmpd="sng">
              <a:solidFill>
                <a:srgbClr val="000000"/>
              </a:solidFill>
              <a:prstDash val="solid"/>
              <a:headEnd type="none" w="med" len="med"/>
              <a:tailEnd type="none" w="med" len="med"/>
            </a:ln>
          </p:spPr>
        </p:sp>
        <p:sp>
          <p:nvSpPr>
            <p:cNvPr id="110614" name="Line 23"/>
            <p:cNvSpPr/>
            <p:nvPr/>
          </p:nvSpPr>
          <p:spPr>
            <a:xfrm>
              <a:off x="833" y="756"/>
              <a:ext cx="1" cy="7"/>
            </a:xfrm>
            <a:prstGeom prst="line">
              <a:avLst/>
            </a:prstGeom>
            <a:ln w="0" cap="flat" cmpd="sng">
              <a:solidFill>
                <a:srgbClr val="000000"/>
              </a:solidFill>
              <a:prstDash val="solid"/>
              <a:headEnd type="none" w="med" len="med"/>
              <a:tailEnd type="none" w="med" len="med"/>
            </a:ln>
          </p:spPr>
        </p:sp>
        <p:sp>
          <p:nvSpPr>
            <p:cNvPr id="110615" name="Rectangle 24"/>
            <p:cNvSpPr/>
            <p:nvPr/>
          </p:nvSpPr>
          <p:spPr>
            <a:xfrm>
              <a:off x="833"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16" name="Line 25"/>
            <p:cNvSpPr/>
            <p:nvPr/>
          </p:nvSpPr>
          <p:spPr>
            <a:xfrm>
              <a:off x="833" y="756"/>
              <a:ext cx="7" cy="1"/>
            </a:xfrm>
            <a:prstGeom prst="line">
              <a:avLst/>
            </a:prstGeom>
            <a:ln w="0" cap="flat" cmpd="sng">
              <a:solidFill>
                <a:srgbClr val="000000"/>
              </a:solidFill>
              <a:prstDash val="solid"/>
              <a:headEnd type="none" w="med" len="med"/>
              <a:tailEnd type="none" w="med" len="med"/>
            </a:ln>
          </p:spPr>
        </p:sp>
        <p:sp>
          <p:nvSpPr>
            <p:cNvPr id="110617" name="Line 26"/>
            <p:cNvSpPr/>
            <p:nvPr/>
          </p:nvSpPr>
          <p:spPr>
            <a:xfrm>
              <a:off x="833" y="756"/>
              <a:ext cx="1" cy="7"/>
            </a:xfrm>
            <a:prstGeom prst="line">
              <a:avLst/>
            </a:prstGeom>
            <a:ln w="0" cap="flat" cmpd="sng">
              <a:solidFill>
                <a:srgbClr val="000000"/>
              </a:solidFill>
              <a:prstDash val="solid"/>
              <a:headEnd type="none" w="med" len="med"/>
              <a:tailEnd type="none" w="med" len="med"/>
            </a:ln>
          </p:spPr>
        </p:sp>
        <p:sp>
          <p:nvSpPr>
            <p:cNvPr id="110618" name="Rectangle 27"/>
            <p:cNvSpPr/>
            <p:nvPr/>
          </p:nvSpPr>
          <p:spPr>
            <a:xfrm>
              <a:off x="840" y="756"/>
              <a:ext cx="453"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19" name="Line 28"/>
            <p:cNvSpPr/>
            <p:nvPr/>
          </p:nvSpPr>
          <p:spPr>
            <a:xfrm>
              <a:off x="840" y="756"/>
              <a:ext cx="453" cy="1"/>
            </a:xfrm>
            <a:prstGeom prst="line">
              <a:avLst/>
            </a:prstGeom>
            <a:ln w="0" cap="flat" cmpd="sng">
              <a:solidFill>
                <a:srgbClr val="000000"/>
              </a:solidFill>
              <a:prstDash val="solid"/>
              <a:headEnd type="none" w="med" len="med"/>
              <a:tailEnd type="none" w="med" len="med"/>
            </a:ln>
          </p:spPr>
        </p:sp>
        <p:sp>
          <p:nvSpPr>
            <p:cNvPr id="110620" name="Rectangle 29"/>
            <p:cNvSpPr/>
            <p:nvPr/>
          </p:nvSpPr>
          <p:spPr>
            <a:xfrm>
              <a:off x="1293"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21" name="Line 30"/>
            <p:cNvSpPr/>
            <p:nvPr/>
          </p:nvSpPr>
          <p:spPr>
            <a:xfrm>
              <a:off x="1293" y="756"/>
              <a:ext cx="7" cy="1"/>
            </a:xfrm>
            <a:prstGeom prst="line">
              <a:avLst/>
            </a:prstGeom>
            <a:ln w="0" cap="flat" cmpd="sng">
              <a:solidFill>
                <a:srgbClr val="000000"/>
              </a:solidFill>
              <a:prstDash val="solid"/>
              <a:headEnd type="none" w="med" len="med"/>
              <a:tailEnd type="none" w="med" len="med"/>
            </a:ln>
          </p:spPr>
        </p:sp>
        <p:sp>
          <p:nvSpPr>
            <p:cNvPr id="110622" name="Line 31"/>
            <p:cNvSpPr/>
            <p:nvPr/>
          </p:nvSpPr>
          <p:spPr>
            <a:xfrm>
              <a:off x="1293" y="756"/>
              <a:ext cx="1" cy="7"/>
            </a:xfrm>
            <a:prstGeom prst="line">
              <a:avLst/>
            </a:prstGeom>
            <a:ln w="0" cap="flat" cmpd="sng">
              <a:solidFill>
                <a:srgbClr val="000000"/>
              </a:solidFill>
              <a:prstDash val="solid"/>
              <a:headEnd type="none" w="med" len="med"/>
              <a:tailEnd type="none" w="med" len="med"/>
            </a:ln>
          </p:spPr>
        </p:sp>
        <p:sp>
          <p:nvSpPr>
            <p:cNvPr id="110623" name="Rectangle 32"/>
            <p:cNvSpPr/>
            <p:nvPr/>
          </p:nvSpPr>
          <p:spPr>
            <a:xfrm>
              <a:off x="1300" y="756"/>
              <a:ext cx="453"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24" name="Line 33"/>
            <p:cNvSpPr/>
            <p:nvPr/>
          </p:nvSpPr>
          <p:spPr>
            <a:xfrm>
              <a:off x="1300" y="756"/>
              <a:ext cx="453" cy="1"/>
            </a:xfrm>
            <a:prstGeom prst="line">
              <a:avLst/>
            </a:prstGeom>
            <a:ln w="0" cap="flat" cmpd="sng">
              <a:solidFill>
                <a:srgbClr val="000000"/>
              </a:solidFill>
              <a:prstDash val="solid"/>
              <a:headEnd type="none" w="med" len="med"/>
              <a:tailEnd type="none" w="med" len="med"/>
            </a:ln>
          </p:spPr>
        </p:sp>
        <p:sp>
          <p:nvSpPr>
            <p:cNvPr id="110625" name="Rectangle 34"/>
            <p:cNvSpPr/>
            <p:nvPr/>
          </p:nvSpPr>
          <p:spPr>
            <a:xfrm>
              <a:off x="1753"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26" name="Line 35"/>
            <p:cNvSpPr/>
            <p:nvPr/>
          </p:nvSpPr>
          <p:spPr>
            <a:xfrm>
              <a:off x="1753" y="756"/>
              <a:ext cx="7" cy="1"/>
            </a:xfrm>
            <a:prstGeom prst="line">
              <a:avLst/>
            </a:prstGeom>
            <a:ln w="0" cap="flat" cmpd="sng">
              <a:solidFill>
                <a:srgbClr val="000000"/>
              </a:solidFill>
              <a:prstDash val="solid"/>
              <a:headEnd type="none" w="med" len="med"/>
              <a:tailEnd type="none" w="med" len="med"/>
            </a:ln>
          </p:spPr>
        </p:sp>
        <p:sp>
          <p:nvSpPr>
            <p:cNvPr id="110627" name="Line 36"/>
            <p:cNvSpPr/>
            <p:nvPr/>
          </p:nvSpPr>
          <p:spPr>
            <a:xfrm>
              <a:off x="1753" y="756"/>
              <a:ext cx="1" cy="7"/>
            </a:xfrm>
            <a:prstGeom prst="line">
              <a:avLst/>
            </a:prstGeom>
            <a:ln w="0" cap="flat" cmpd="sng">
              <a:solidFill>
                <a:srgbClr val="000000"/>
              </a:solidFill>
              <a:prstDash val="solid"/>
              <a:headEnd type="none" w="med" len="med"/>
              <a:tailEnd type="none" w="med" len="med"/>
            </a:ln>
          </p:spPr>
        </p:sp>
        <p:sp>
          <p:nvSpPr>
            <p:cNvPr id="110628" name="Rectangle 37"/>
            <p:cNvSpPr/>
            <p:nvPr/>
          </p:nvSpPr>
          <p:spPr>
            <a:xfrm>
              <a:off x="1760" y="756"/>
              <a:ext cx="453"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29" name="Line 38"/>
            <p:cNvSpPr/>
            <p:nvPr/>
          </p:nvSpPr>
          <p:spPr>
            <a:xfrm>
              <a:off x="1760" y="756"/>
              <a:ext cx="453" cy="1"/>
            </a:xfrm>
            <a:prstGeom prst="line">
              <a:avLst/>
            </a:prstGeom>
            <a:ln w="0" cap="flat" cmpd="sng">
              <a:solidFill>
                <a:srgbClr val="000000"/>
              </a:solidFill>
              <a:prstDash val="solid"/>
              <a:headEnd type="none" w="med" len="med"/>
              <a:tailEnd type="none" w="med" len="med"/>
            </a:ln>
          </p:spPr>
        </p:sp>
        <p:sp>
          <p:nvSpPr>
            <p:cNvPr id="110630" name="Rectangle 39"/>
            <p:cNvSpPr/>
            <p:nvPr/>
          </p:nvSpPr>
          <p:spPr>
            <a:xfrm>
              <a:off x="2213"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31" name="Line 40"/>
            <p:cNvSpPr/>
            <p:nvPr/>
          </p:nvSpPr>
          <p:spPr>
            <a:xfrm>
              <a:off x="2213" y="756"/>
              <a:ext cx="7" cy="1"/>
            </a:xfrm>
            <a:prstGeom prst="line">
              <a:avLst/>
            </a:prstGeom>
            <a:ln w="0" cap="flat" cmpd="sng">
              <a:solidFill>
                <a:srgbClr val="000000"/>
              </a:solidFill>
              <a:prstDash val="solid"/>
              <a:headEnd type="none" w="med" len="med"/>
              <a:tailEnd type="none" w="med" len="med"/>
            </a:ln>
          </p:spPr>
        </p:sp>
        <p:sp>
          <p:nvSpPr>
            <p:cNvPr id="110632" name="Line 41"/>
            <p:cNvSpPr/>
            <p:nvPr/>
          </p:nvSpPr>
          <p:spPr>
            <a:xfrm>
              <a:off x="2213" y="756"/>
              <a:ext cx="1" cy="7"/>
            </a:xfrm>
            <a:prstGeom prst="line">
              <a:avLst/>
            </a:prstGeom>
            <a:ln w="0" cap="flat" cmpd="sng">
              <a:solidFill>
                <a:srgbClr val="000000"/>
              </a:solidFill>
              <a:prstDash val="solid"/>
              <a:headEnd type="none" w="med" len="med"/>
              <a:tailEnd type="none" w="med" len="med"/>
            </a:ln>
          </p:spPr>
        </p:sp>
        <p:sp>
          <p:nvSpPr>
            <p:cNvPr id="110633" name="Rectangle 42"/>
            <p:cNvSpPr/>
            <p:nvPr/>
          </p:nvSpPr>
          <p:spPr>
            <a:xfrm>
              <a:off x="2220" y="756"/>
              <a:ext cx="452"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34" name="Line 43"/>
            <p:cNvSpPr/>
            <p:nvPr/>
          </p:nvSpPr>
          <p:spPr>
            <a:xfrm>
              <a:off x="2220" y="756"/>
              <a:ext cx="452" cy="1"/>
            </a:xfrm>
            <a:prstGeom prst="line">
              <a:avLst/>
            </a:prstGeom>
            <a:ln w="0" cap="flat" cmpd="sng">
              <a:solidFill>
                <a:srgbClr val="000000"/>
              </a:solidFill>
              <a:prstDash val="solid"/>
              <a:headEnd type="none" w="med" len="med"/>
              <a:tailEnd type="none" w="med" len="med"/>
            </a:ln>
          </p:spPr>
        </p:sp>
        <p:sp>
          <p:nvSpPr>
            <p:cNvPr id="110635" name="Rectangle 44"/>
            <p:cNvSpPr/>
            <p:nvPr/>
          </p:nvSpPr>
          <p:spPr>
            <a:xfrm>
              <a:off x="2672" y="756"/>
              <a:ext cx="8"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36" name="Line 45"/>
            <p:cNvSpPr/>
            <p:nvPr/>
          </p:nvSpPr>
          <p:spPr>
            <a:xfrm>
              <a:off x="2672" y="756"/>
              <a:ext cx="8" cy="1"/>
            </a:xfrm>
            <a:prstGeom prst="line">
              <a:avLst/>
            </a:prstGeom>
            <a:ln w="0" cap="flat" cmpd="sng">
              <a:solidFill>
                <a:srgbClr val="000000"/>
              </a:solidFill>
              <a:prstDash val="solid"/>
              <a:headEnd type="none" w="med" len="med"/>
              <a:tailEnd type="none" w="med" len="med"/>
            </a:ln>
          </p:spPr>
        </p:sp>
        <p:sp>
          <p:nvSpPr>
            <p:cNvPr id="110637" name="Line 46"/>
            <p:cNvSpPr/>
            <p:nvPr/>
          </p:nvSpPr>
          <p:spPr>
            <a:xfrm>
              <a:off x="2672" y="756"/>
              <a:ext cx="1" cy="7"/>
            </a:xfrm>
            <a:prstGeom prst="line">
              <a:avLst/>
            </a:prstGeom>
            <a:ln w="0" cap="flat" cmpd="sng">
              <a:solidFill>
                <a:srgbClr val="000000"/>
              </a:solidFill>
              <a:prstDash val="solid"/>
              <a:headEnd type="none" w="med" len="med"/>
              <a:tailEnd type="none" w="med" len="med"/>
            </a:ln>
          </p:spPr>
        </p:sp>
        <p:sp>
          <p:nvSpPr>
            <p:cNvPr id="110638" name="Rectangle 47"/>
            <p:cNvSpPr/>
            <p:nvPr/>
          </p:nvSpPr>
          <p:spPr>
            <a:xfrm>
              <a:off x="2680" y="756"/>
              <a:ext cx="452"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39" name="Line 48"/>
            <p:cNvSpPr/>
            <p:nvPr/>
          </p:nvSpPr>
          <p:spPr>
            <a:xfrm>
              <a:off x="2680" y="756"/>
              <a:ext cx="452" cy="1"/>
            </a:xfrm>
            <a:prstGeom prst="line">
              <a:avLst/>
            </a:prstGeom>
            <a:ln w="0" cap="flat" cmpd="sng">
              <a:solidFill>
                <a:srgbClr val="000000"/>
              </a:solidFill>
              <a:prstDash val="solid"/>
              <a:headEnd type="none" w="med" len="med"/>
              <a:tailEnd type="none" w="med" len="med"/>
            </a:ln>
          </p:spPr>
        </p:sp>
        <p:sp>
          <p:nvSpPr>
            <p:cNvPr id="110640" name="Rectangle 49"/>
            <p:cNvSpPr/>
            <p:nvPr/>
          </p:nvSpPr>
          <p:spPr>
            <a:xfrm>
              <a:off x="3132"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41" name="Line 50"/>
            <p:cNvSpPr/>
            <p:nvPr/>
          </p:nvSpPr>
          <p:spPr>
            <a:xfrm>
              <a:off x="3132" y="756"/>
              <a:ext cx="7" cy="1"/>
            </a:xfrm>
            <a:prstGeom prst="line">
              <a:avLst/>
            </a:prstGeom>
            <a:ln w="0" cap="flat" cmpd="sng">
              <a:solidFill>
                <a:srgbClr val="000000"/>
              </a:solidFill>
              <a:prstDash val="solid"/>
              <a:headEnd type="none" w="med" len="med"/>
              <a:tailEnd type="none" w="med" len="med"/>
            </a:ln>
          </p:spPr>
        </p:sp>
        <p:sp>
          <p:nvSpPr>
            <p:cNvPr id="110642" name="Line 51"/>
            <p:cNvSpPr/>
            <p:nvPr/>
          </p:nvSpPr>
          <p:spPr>
            <a:xfrm>
              <a:off x="3132" y="756"/>
              <a:ext cx="1" cy="7"/>
            </a:xfrm>
            <a:prstGeom prst="line">
              <a:avLst/>
            </a:prstGeom>
            <a:ln w="0" cap="flat" cmpd="sng">
              <a:solidFill>
                <a:srgbClr val="000000"/>
              </a:solidFill>
              <a:prstDash val="solid"/>
              <a:headEnd type="none" w="med" len="med"/>
              <a:tailEnd type="none" w="med" len="med"/>
            </a:ln>
          </p:spPr>
        </p:sp>
        <p:sp>
          <p:nvSpPr>
            <p:cNvPr id="110643" name="Rectangle 52"/>
            <p:cNvSpPr/>
            <p:nvPr/>
          </p:nvSpPr>
          <p:spPr>
            <a:xfrm>
              <a:off x="3139" y="756"/>
              <a:ext cx="453"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44" name="Line 53"/>
            <p:cNvSpPr/>
            <p:nvPr/>
          </p:nvSpPr>
          <p:spPr>
            <a:xfrm>
              <a:off x="3139" y="756"/>
              <a:ext cx="453" cy="1"/>
            </a:xfrm>
            <a:prstGeom prst="line">
              <a:avLst/>
            </a:prstGeom>
            <a:ln w="0" cap="flat" cmpd="sng">
              <a:solidFill>
                <a:srgbClr val="000000"/>
              </a:solidFill>
              <a:prstDash val="solid"/>
              <a:headEnd type="none" w="med" len="med"/>
              <a:tailEnd type="none" w="med" len="med"/>
            </a:ln>
          </p:spPr>
        </p:sp>
        <p:sp>
          <p:nvSpPr>
            <p:cNvPr id="110645" name="Rectangle 54"/>
            <p:cNvSpPr/>
            <p:nvPr/>
          </p:nvSpPr>
          <p:spPr>
            <a:xfrm>
              <a:off x="3592"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46" name="Line 55"/>
            <p:cNvSpPr/>
            <p:nvPr/>
          </p:nvSpPr>
          <p:spPr>
            <a:xfrm>
              <a:off x="3592" y="756"/>
              <a:ext cx="7" cy="1"/>
            </a:xfrm>
            <a:prstGeom prst="line">
              <a:avLst/>
            </a:prstGeom>
            <a:ln w="0" cap="flat" cmpd="sng">
              <a:solidFill>
                <a:srgbClr val="000000"/>
              </a:solidFill>
              <a:prstDash val="solid"/>
              <a:headEnd type="none" w="med" len="med"/>
              <a:tailEnd type="none" w="med" len="med"/>
            </a:ln>
          </p:spPr>
        </p:sp>
        <p:sp>
          <p:nvSpPr>
            <p:cNvPr id="110647" name="Line 56"/>
            <p:cNvSpPr/>
            <p:nvPr/>
          </p:nvSpPr>
          <p:spPr>
            <a:xfrm>
              <a:off x="3592" y="756"/>
              <a:ext cx="1" cy="7"/>
            </a:xfrm>
            <a:prstGeom prst="line">
              <a:avLst/>
            </a:prstGeom>
            <a:ln w="0" cap="flat" cmpd="sng">
              <a:solidFill>
                <a:srgbClr val="000000"/>
              </a:solidFill>
              <a:prstDash val="solid"/>
              <a:headEnd type="none" w="med" len="med"/>
              <a:tailEnd type="none" w="med" len="med"/>
            </a:ln>
          </p:spPr>
        </p:sp>
        <p:sp>
          <p:nvSpPr>
            <p:cNvPr id="110648" name="Rectangle 57"/>
            <p:cNvSpPr/>
            <p:nvPr/>
          </p:nvSpPr>
          <p:spPr>
            <a:xfrm>
              <a:off x="3599" y="756"/>
              <a:ext cx="453"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49" name="Line 58"/>
            <p:cNvSpPr/>
            <p:nvPr/>
          </p:nvSpPr>
          <p:spPr>
            <a:xfrm>
              <a:off x="3599" y="756"/>
              <a:ext cx="453" cy="1"/>
            </a:xfrm>
            <a:prstGeom prst="line">
              <a:avLst/>
            </a:prstGeom>
            <a:ln w="0" cap="flat" cmpd="sng">
              <a:solidFill>
                <a:srgbClr val="000000"/>
              </a:solidFill>
              <a:prstDash val="solid"/>
              <a:headEnd type="none" w="med" len="med"/>
              <a:tailEnd type="none" w="med" len="med"/>
            </a:ln>
          </p:spPr>
        </p:sp>
        <p:sp>
          <p:nvSpPr>
            <p:cNvPr id="110650" name="Rectangle 59"/>
            <p:cNvSpPr/>
            <p:nvPr/>
          </p:nvSpPr>
          <p:spPr>
            <a:xfrm>
              <a:off x="4052"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51" name="Line 60"/>
            <p:cNvSpPr/>
            <p:nvPr/>
          </p:nvSpPr>
          <p:spPr>
            <a:xfrm>
              <a:off x="4052" y="756"/>
              <a:ext cx="7" cy="1"/>
            </a:xfrm>
            <a:prstGeom prst="line">
              <a:avLst/>
            </a:prstGeom>
            <a:ln w="0" cap="flat" cmpd="sng">
              <a:solidFill>
                <a:srgbClr val="000000"/>
              </a:solidFill>
              <a:prstDash val="solid"/>
              <a:headEnd type="none" w="med" len="med"/>
              <a:tailEnd type="none" w="med" len="med"/>
            </a:ln>
          </p:spPr>
        </p:sp>
        <p:sp>
          <p:nvSpPr>
            <p:cNvPr id="110652" name="Line 61"/>
            <p:cNvSpPr/>
            <p:nvPr/>
          </p:nvSpPr>
          <p:spPr>
            <a:xfrm>
              <a:off x="4052" y="756"/>
              <a:ext cx="1" cy="7"/>
            </a:xfrm>
            <a:prstGeom prst="line">
              <a:avLst/>
            </a:prstGeom>
            <a:ln w="0" cap="flat" cmpd="sng">
              <a:solidFill>
                <a:srgbClr val="000000"/>
              </a:solidFill>
              <a:prstDash val="solid"/>
              <a:headEnd type="none" w="med" len="med"/>
              <a:tailEnd type="none" w="med" len="med"/>
            </a:ln>
          </p:spPr>
        </p:sp>
        <p:sp>
          <p:nvSpPr>
            <p:cNvPr id="110653" name="Rectangle 62"/>
            <p:cNvSpPr/>
            <p:nvPr/>
          </p:nvSpPr>
          <p:spPr>
            <a:xfrm>
              <a:off x="4059" y="756"/>
              <a:ext cx="453"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54" name="Line 63"/>
            <p:cNvSpPr/>
            <p:nvPr/>
          </p:nvSpPr>
          <p:spPr>
            <a:xfrm>
              <a:off x="4059" y="756"/>
              <a:ext cx="453" cy="1"/>
            </a:xfrm>
            <a:prstGeom prst="line">
              <a:avLst/>
            </a:prstGeom>
            <a:ln w="0" cap="flat" cmpd="sng">
              <a:solidFill>
                <a:srgbClr val="000000"/>
              </a:solidFill>
              <a:prstDash val="solid"/>
              <a:headEnd type="none" w="med" len="med"/>
              <a:tailEnd type="none" w="med" len="med"/>
            </a:ln>
          </p:spPr>
        </p:sp>
        <p:sp>
          <p:nvSpPr>
            <p:cNvPr id="110655" name="Rectangle 64"/>
            <p:cNvSpPr/>
            <p:nvPr/>
          </p:nvSpPr>
          <p:spPr>
            <a:xfrm>
              <a:off x="4512"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56" name="Line 65"/>
            <p:cNvSpPr/>
            <p:nvPr/>
          </p:nvSpPr>
          <p:spPr>
            <a:xfrm>
              <a:off x="4512" y="756"/>
              <a:ext cx="7" cy="1"/>
            </a:xfrm>
            <a:prstGeom prst="line">
              <a:avLst/>
            </a:prstGeom>
            <a:ln w="0" cap="flat" cmpd="sng">
              <a:solidFill>
                <a:srgbClr val="000000"/>
              </a:solidFill>
              <a:prstDash val="solid"/>
              <a:headEnd type="none" w="med" len="med"/>
              <a:tailEnd type="none" w="med" len="med"/>
            </a:ln>
          </p:spPr>
        </p:sp>
        <p:sp>
          <p:nvSpPr>
            <p:cNvPr id="110657" name="Line 66"/>
            <p:cNvSpPr/>
            <p:nvPr/>
          </p:nvSpPr>
          <p:spPr>
            <a:xfrm>
              <a:off x="4512" y="756"/>
              <a:ext cx="1" cy="7"/>
            </a:xfrm>
            <a:prstGeom prst="line">
              <a:avLst/>
            </a:prstGeom>
            <a:ln w="0" cap="flat" cmpd="sng">
              <a:solidFill>
                <a:srgbClr val="000000"/>
              </a:solidFill>
              <a:prstDash val="solid"/>
              <a:headEnd type="none" w="med" len="med"/>
              <a:tailEnd type="none" w="med" len="med"/>
            </a:ln>
          </p:spPr>
        </p:sp>
        <p:sp>
          <p:nvSpPr>
            <p:cNvPr id="110658" name="Rectangle 67"/>
            <p:cNvSpPr/>
            <p:nvPr/>
          </p:nvSpPr>
          <p:spPr>
            <a:xfrm>
              <a:off x="4512" y="756"/>
              <a:ext cx="7" cy="7"/>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59" name="Line 68"/>
            <p:cNvSpPr/>
            <p:nvPr/>
          </p:nvSpPr>
          <p:spPr>
            <a:xfrm>
              <a:off x="4512" y="756"/>
              <a:ext cx="7" cy="1"/>
            </a:xfrm>
            <a:prstGeom prst="line">
              <a:avLst/>
            </a:prstGeom>
            <a:ln w="0" cap="flat" cmpd="sng">
              <a:solidFill>
                <a:srgbClr val="000000"/>
              </a:solidFill>
              <a:prstDash val="solid"/>
              <a:headEnd type="none" w="med" len="med"/>
              <a:tailEnd type="none" w="med" len="med"/>
            </a:ln>
          </p:spPr>
        </p:sp>
        <p:sp>
          <p:nvSpPr>
            <p:cNvPr id="110660" name="Line 69"/>
            <p:cNvSpPr/>
            <p:nvPr/>
          </p:nvSpPr>
          <p:spPr>
            <a:xfrm>
              <a:off x="4512" y="756"/>
              <a:ext cx="1" cy="7"/>
            </a:xfrm>
            <a:prstGeom prst="line">
              <a:avLst/>
            </a:prstGeom>
            <a:ln w="0" cap="flat" cmpd="sng">
              <a:solidFill>
                <a:srgbClr val="000000"/>
              </a:solidFill>
              <a:prstDash val="solid"/>
              <a:headEnd type="none" w="med" len="med"/>
              <a:tailEnd type="none" w="med" len="med"/>
            </a:ln>
          </p:spPr>
        </p:sp>
        <p:sp>
          <p:nvSpPr>
            <p:cNvPr id="110661" name="Rectangle 70"/>
            <p:cNvSpPr/>
            <p:nvPr/>
          </p:nvSpPr>
          <p:spPr>
            <a:xfrm>
              <a:off x="833"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62" name="Line 71"/>
            <p:cNvSpPr/>
            <p:nvPr/>
          </p:nvSpPr>
          <p:spPr>
            <a:xfrm>
              <a:off x="833" y="763"/>
              <a:ext cx="1" cy="286"/>
            </a:xfrm>
            <a:prstGeom prst="line">
              <a:avLst/>
            </a:prstGeom>
            <a:ln w="0" cap="flat" cmpd="sng">
              <a:solidFill>
                <a:srgbClr val="000000"/>
              </a:solidFill>
              <a:prstDash val="solid"/>
              <a:headEnd type="none" w="med" len="med"/>
              <a:tailEnd type="none" w="med" len="med"/>
            </a:ln>
          </p:spPr>
        </p:sp>
        <p:sp>
          <p:nvSpPr>
            <p:cNvPr id="110663" name="Rectangle 72"/>
            <p:cNvSpPr/>
            <p:nvPr/>
          </p:nvSpPr>
          <p:spPr>
            <a:xfrm>
              <a:off x="833"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64" name="Line 73"/>
            <p:cNvSpPr/>
            <p:nvPr/>
          </p:nvSpPr>
          <p:spPr>
            <a:xfrm>
              <a:off x="833" y="1049"/>
              <a:ext cx="7" cy="1"/>
            </a:xfrm>
            <a:prstGeom prst="line">
              <a:avLst/>
            </a:prstGeom>
            <a:ln w="0" cap="flat" cmpd="sng">
              <a:solidFill>
                <a:srgbClr val="000000"/>
              </a:solidFill>
              <a:prstDash val="solid"/>
              <a:headEnd type="none" w="med" len="med"/>
              <a:tailEnd type="none" w="med" len="med"/>
            </a:ln>
          </p:spPr>
        </p:sp>
        <p:sp>
          <p:nvSpPr>
            <p:cNvPr id="110665" name="Line 74"/>
            <p:cNvSpPr/>
            <p:nvPr/>
          </p:nvSpPr>
          <p:spPr>
            <a:xfrm>
              <a:off x="833" y="1049"/>
              <a:ext cx="1" cy="6"/>
            </a:xfrm>
            <a:prstGeom prst="line">
              <a:avLst/>
            </a:prstGeom>
            <a:ln w="0" cap="flat" cmpd="sng">
              <a:solidFill>
                <a:srgbClr val="000000"/>
              </a:solidFill>
              <a:prstDash val="solid"/>
              <a:headEnd type="none" w="med" len="med"/>
              <a:tailEnd type="none" w="med" len="med"/>
            </a:ln>
          </p:spPr>
        </p:sp>
        <p:sp>
          <p:nvSpPr>
            <p:cNvPr id="110666" name="Rectangle 75"/>
            <p:cNvSpPr/>
            <p:nvPr/>
          </p:nvSpPr>
          <p:spPr>
            <a:xfrm>
              <a:off x="833"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67" name="Line 76"/>
            <p:cNvSpPr/>
            <p:nvPr/>
          </p:nvSpPr>
          <p:spPr>
            <a:xfrm>
              <a:off x="833" y="1049"/>
              <a:ext cx="7" cy="1"/>
            </a:xfrm>
            <a:prstGeom prst="line">
              <a:avLst/>
            </a:prstGeom>
            <a:ln w="0" cap="flat" cmpd="sng">
              <a:solidFill>
                <a:srgbClr val="000000"/>
              </a:solidFill>
              <a:prstDash val="solid"/>
              <a:headEnd type="none" w="med" len="med"/>
              <a:tailEnd type="none" w="med" len="med"/>
            </a:ln>
          </p:spPr>
        </p:sp>
        <p:sp>
          <p:nvSpPr>
            <p:cNvPr id="110668" name="Line 77"/>
            <p:cNvSpPr/>
            <p:nvPr/>
          </p:nvSpPr>
          <p:spPr>
            <a:xfrm>
              <a:off x="833" y="1049"/>
              <a:ext cx="1" cy="6"/>
            </a:xfrm>
            <a:prstGeom prst="line">
              <a:avLst/>
            </a:prstGeom>
            <a:ln w="0" cap="flat" cmpd="sng">
              <a:solidFill>
                <a:srgbClr val="000000"/>
              </a:solidFill>
              <a:prstDash val="solid"/>
              <a:headEnd type="none" w="med" len="med"/>
              <a:tailEnd type="none" w="med" len="med"/>
            </a:ln>
          </p:spPr>
        </p:sp>
        <p:sp>
          <p:nvSpPr>
            <p:cNvPr id="110669" name="Rectangle 78"/>
            <p:cNvSpPr/>
            <p:nvPr/>
          </p:nvSpPr>
          <p:spPr>
            <a:xfrm>
              <a:off x="840" y="1049"/>
              <a:ext cx="453"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70" name="Line 79"/>
            <p:cNvSpPr/>
            <p:nvPr/>
          </p:nvSpPr>
          <p:spPr>
            <a:xfrm>
              <a:off x="840" y="1049"/>
              <a:ext cx="453" cy="1"/>
            </a:xfrm>
            <a:prstGeom prst="line">
              <a:avLst/>
            </a:prstGeom>
            <a:ln w="0" cap="flat" cmpd="sng">
              <a:solidFill>
                <a:srgbClr val="000000"/>
              </a:solidFill>
              <a:prstDash val="solid"/>
              <a:headEnd type="none" w="med" len="med"/>
              <a:tailEnd type="none" w="med" len="med"/>
            </a:ln>
          </p:spPr>
        </p:sp>
        <p:sp>
          <p:nvSpPr>
            <p:cNvPr id="110671" name="Rectangle 80"/>
            <p:cNvSpPr/>
            <p:nvPr/>
          </p:nvSpPr>
          <p:spPr>
            <a:xfrm>
              <a:off x="1293"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72" name="Line 81"/>
            <p:cNvSpPr/>
            <p:nvPr/>
          </p:nvSpPr>
          <p:spPr>
            <a:xfrm>
              <a:off x="1293" y="763"/>
              <a:ext cx="1" cy="286"/>
            </a:xfrm>
            <a:prstGeom prst="line">
              <a:avLst/>
            </a:prstGeom>
            <a:ln w="0" cap="flat" cmpd="sng">
              <a:solidFill>
                <a:srgbClr val="000000"/>
              </a:solidFill>
              <a:prstDash val="solid"/>
              <a:headEnd type="none" w="med" len="med"/>
              <a:tailEnd type="none" w="med" len="med"/>
            </a:ln>
          </p:spPr>
        </p:sp>
        <p:sp>
          <p:nvSpPr>
            <p:cNvPr id="110673" name="Rectangle 82"/>
            <p:cNvSpPr/>
            <p:nvPr/>
          </p:nvSpPr>
          <p:spPr>
            <a:xfrm>
              <a:off x="1293"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74" name="Line 83"/>
            <p:cNvSpPr/>
            <p:nvPr/>
          </p:nvSpPr>
          <p:spPr>
            <a:xfrm>
              <a:off x="1293" y="1049"/>
              <a:ext cx="7" cy="1"/>
            </a:xfrm>
            <a:prstGeom prst="line">
              <a:avLst/>
            </a:prstGeom>
            <a:ln w="0" cap="flat" cmpd="sng">
              <a:solidFill>
                <a:srgbClr val="000000"/>
              </a:solidFill>
              <a:prstDash val="solid"/>
              <a:headEnd type="none" w="med" len="med"/>
              <a:tailEnd type="none" w="med" len="med"/>
            </a:ln>
          </p:spPr>
        </p:sp>
        <p:sp>
          <p:nvSpPr>
            <p:cNvPr id="110675" name="Line 84"/>
            <p:cNvSpPr/>
            <p:nvPr/>
          </p:nvSpPr>
          <p:spPr>
            <a:xfrm>
              <a:off x="1293" y="1049"/>
              <a:ext cx="1" cy="6"/>
            </a:xfrm>
            <a:prstGeom prst="line">
              <a:avLst/>
            </a:prstGeom>
            <a:ln w="0" cap="flat" cmpd="sng">
              <a:solidFill>
                <a:srgbClr val="000000"/>
              </a:solidFill>
              <a:prstDash val="solid"/>
              <a:headEnd type="none" w="med" len="med"/>
              <a:tailEnd type="none" w="med" len="med"/>
            </a:ln>
          </p:spPr>
        </p:sp>
        <p:sp>
          <p:nvSpPr>
            <p:cNvPr id="110676" name="Rectangle 85"/>
            <p:cNvSpPr/>
            <p:nvPr/>
          </p:nvSpPr>
          <p:spPr>
            <a:xfrm>
              <a:off x="1300" y="1049"/>
              <a:ext cx="453"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77" name="Line 86"/>
            <p:cNvSpPr/>
            <p:nvPr/>
          </p:nvSpPr>
          <p:spPr>
            <a:xfrm>
              <a:off x="1300" y="1049"/>
              <a:ext cx="453" cy="1"/>
            </a:xfrm>
            <a:prstGeom prst="line">
              <a:avLst/>
            </a:prstGeom>
            <a:ln w="0" cap="flat" cmpd="sng">
              <a:solidFill>
                <a:srgbClr val="000000"/>
              </a:solidFill>
              <a:prstDash val="solid"/>
              <a:headEnd type="none" w="med" len="med"/>
              <a:tailEnd type="none" w="med" len="med"/>
            </a:ln>
          </p:spPr>
        </p:sp>
        <p:sp>
          <p:nvSpPr>
            <p:cNvPr id="110678" name="Rectangle 87"/>
            <p:cNvSpPr/>
            <p:nvPr/>
          </p:nvSpPr>
          <p:spPr>
            <a:xfrm>
              <a:off x="1753"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79" name="Line 88"/>
            <p:cNvSpPr/>
            <p:nvPr/>
          </p:nvSpPr>
          <p:spPr>
            <a:xfrm>
              <a:off x="1753" y="763"/>
              <a:ext cx="1" cy="286"/>
            </a:xfrm>
            <a:prstGeom prst="line">
              <a:avLst/>
            </a:prstGeom>
            <a:ln w="0" cap="flat" cmpd="sng">
              <a:solidFill>
                <a:srgbClr val="000000"/>
              </a:solidFill>
              <a:prstDash val="solid"/>
              <a:headEnd type="none" w="med" len="med"/>
              <a:tailEnd type="none" w="med" len="med"/>
            </a:ln>
          </p:spPr>
        </p:sp>
        <p:sp>
          <p:nvSpPr>
            <p:cNvPr id="110680" name="Rectangle 89"/>
            <p:cNvSpPr/>
            <p:nvPr/>
          </p:nvSpPr>
          <p:spPr>
            <a:xfrm>
              <a:off x="1753"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81" name="Line 90"/>
            <p:cNvSpPr/>
            <p:nvPr/>
          </p:nvSpPr>
          <p:spPr>
            <a:xfrm>
              <a:off x="1753" y="1049"/>
              <a:ext cx="7" cy="1"/>
            </a:xfrm>
            <a:prstGeom prst="line">
              <a:avLst/>
            </a:prstGeom>
            <a:ln w="0" cap="flat" cmpd="sng">
              <a:solidFill>
                <a:srgbClr val="000000"/>
              </a:solidFill>
              <a:prstDash val="solid"/>
              <a:headEnd type="none" w="med" len="med"/>
              <a:tailEnd type="none" w="med" len="med"/>
            </a:ln>
          </p:spPr>
        </p:sp>
        <p:sp>
          <p:nvSpPr>
            <p:cNvPr id="110682" name="Line 91"/>
            <p:cNvSpPr/>
            <p:nvPr/>
          </p:nvSpPr>
          <p:spPr>
            <a:xfrm>
              <a:off x="1753" y="1049"/>
              <a:ext cx="1" cy="6"/>
            </a:xfrm>
            <a:prstGeom prst="line">
              <a:avLst/>
            </a:prstGeom>
            <a:ln w="0" cap="flat" cmpd="sng">
              <a:solidFill>
                <a:srgbClr val="000000"/>
              </a:solidFill>
              <a:prstDash val="solid"/>
              <a:headEnd type="none" w="med" len="med"/>
              <a:tailEnd type="none" w="med" len="med"/>
            </a:ln>
          </p:spPr>
        </p:sp>
        <p:sp>
          <p:nvSpPr>
            <p:cNvPr id="110683" name="Rectangle 92"/>
            <p:cNvSpPr/>
            <p:nvPr/>
          </p:nvSpPr>
          <p:spPr>
            <a:xfrm>
              <a:off x="1760" y="1049"/>
              <a:ext cx="453"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84" name="Line 93"/>
            <p:cNvSpPr/>
            <p:nvPr/>
          </p:nvSpPr>
          <p:spPr>
            <a:xfrm>
              <a:off x="1760" y="1049"/>
              <a:ext cx="453" cy="1"/>
            </a:xfrm>
            <a:prstGeom prst="line">
              <a:avLst/>
            </a:prstGeom>
            <a:ln w="0" cap="flat" cmpd="sng">
              <a:solidFill>
                <a:srgbClr val="000000"/>
              </a:solidFill>
              <a:prstDash val="solid"/>
              <a:headEnd type="none" w="med" len="med"/>
              <a:tailEnd type="none" w="med" len="med"/>
            </a:ln>
          </p:spPr>
        </p:sp>
        <p:sp>
          <p:nvSpPr>
            <p:cNvPr id="110685" name="Rectangle 94"/>
            <p:cNvSpPr/>
            <p:nvPr/>
          </p:nvSpPr>
          <p:spPr>
            <a:xfrm>
              <a:off x="2213"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86" name="Line 95"/>
            <p:cNvSpPr/>
            <p:nvPr/>
          </p:nvSpPr>
          <p:spPr>
            <a:xfrm>
              <a:off x="2213" y="763"/>
              <a:ext cx="1" cy="286"/>
            </a:xfrm>
            <a:prstGeom prst="line">
              <a:avLst/>
            </a:prstGeom>
            <a:ln w="0" cap="flat" cmpd="sng">
              <a:solidFill>
                <a:srgbClr val="000000"/>
              </a:solidFill>
              <a:prstDash val="solid"/>
              <a:headEnd type="none" w="med" len="med"/>
              <a:tailEnd type="none" w="med" len="med"/>
            </a:ln>
          </p:spPr>
        </p:sp>
        <p:sp>
          <p:nvSpPr>
            <p:cNvPr id="110687" name="Rectangle 96"/>
            <p:cNvSpPr/>
            <p:nvPr/>
          </p:nvSpPr>
          <p:spPr>
            <a:xfrm>
              <a:off x="2213"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88" name="Line 97"/>
            <p:cNvSpPr/>
            <p:nvPr/>
          </p:nvSpPr>
          <p:spPr>
            <a:xfrm>
              <a:off x="2213" y="1049"/>
              <a:ext cx="7" cy="1"/>
            </a:xfrm>
            <a:prstGeom prst="line">
              <a:avLst/>
            </a:prstGeom>
            <a:ln w="0" cap="flat" cmpd="sng">
              <a:solidFill>
                <a:srgbClr val="000000"/>
              </a:solidFill>
              <a:prstDash val="solid"/>
              <a:headEnd type="none" w="med" len="med"/>
              <a:tailEnd type="none" w="med" len="med"/>
            </a:ln>
          </p:spPr>
        </p:sp>
        <p:sp>
          <p:nvSpPr>
            <p:cNvPr id="110689" name="Line 98"/>
            <p:cNvSpPr/>
            <p:nvPr/>
          </p:nvSpPr>
          <p:spPr>
            <a:xfrm>
              <a:off x="2213" y="1049"/>
              <a:ext cx="1" cy="6"/>
            </a:xfrm>
            <a:prstGeom prst="line">
              <a:avLst/>
            </a:prstGeom>
            <a:ln w="0" cap="flat" cmpd="sng">
              <a:solidFill>
                <a:srgbClr val="000000"/>
              </a:solidFill>
              <a:prstDash val="solid"/>
              <a:headEnd type="none" w="med" len="med"/>
              <a:tailEnd type="none" w="med" len="med"/>
            </a:ln>
          </p:spPr>
        </p:sp>
        <p:sp>
          <p:nvSpPr>
            <p:cNvPr id="110690" name="Rectangle 99"/>
            <p:cNvSpPr/>
            <p:nvPr/>
          </p:nvSpPr>
          <p:spPr>
            <a:xfrm>
              <a:off x="2220" y="1049"/>
              <a:ext cx="452"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91" name="Line 100"/>
            <p:cNvSpPr/>
            <p:nvPr/>
          </p:nvSpPr>
          <p:spPr>
            <a:xfrm>
              <a:off x="2220" y="1049"/>
              <a:ext cx="452" cy="1"/>
            </a:xfrm>
            <a:prstGeom prst="line">
              <a:avLst/>
            </a:prstGeom>
            <a:ln w="0" cap="flat" cmpd="sng">
              <a:solidFill>
                <a:srgbClr val="000000"/>
              </a:solidFill>
              <a:prstDash val="solid"/>
              <a:headEnd type="none" w="med" len="med"/>
              <a:tailEnd type="none" w="med" len="med"/>
            </a:ln>
          </p:spPr>
        </p:sp>
        <p:sp>
          <p:nvSpPr>
            <p:cNvPr id="110692" name="Rectangle 101"/>
            <p:cNvSpPr/>
            <p:nvPr/>
          </p:nvSpPr>
          <p:spPr>
            <a:xfrm>
              <a:off x="2672" y="763"/>
              <a:ext cx="8"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93" name="Line 102"/>
            <p:cNvSpPr/>
            <p:nvPr/>
          </p:nvSpPr>
          <p:spPr>
            <a:xfrm>
              <a:off x="2672" y="763"/>
              <a:ext cx="1" cy="286"/>
            </a:xfrm>
            <a:prstGeom prst="line">
              <a:avLst/>
            </a:prstGeom>
            <a:ln w="0" cap="flat" cmpd="sng">
              <a:solidFill>
                <a:srgbClr val="000000"/>
              </a:solidFill>
              <a:prstDash val="solid"/>
              <a:headEnd type="none" w="med" len="med"/>
              <a:tailEnd type="none" w="med" len="med"/>
            </a:ln>
          </p:spPr>
        </p:sp>
        <p:sp>
          <p:nvSpPr>
            <p:cNvPr id="110694" name="Rectangle 103"/>
            <p:cNvSpPr/>
            <p:nvPr/>
          </p:nvSpPr>
          <p:spPr>
            <a:xfrm>
              <a:off x="2672" y="1049"/>
              <a:ext cx="8"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95" name="Line 104"/>
            <p:cNvSpPr/>
            <p:nvPr/>
          </p:nvSpPr>
          <p:spPr>
            <a:xfrm>
              <a:off x="2672" y="1049"/>
              <a:ext cx="8" cy="1"/>
            </a:xfrm>
            <a:prstGeom prst="line">
              <a:avLst/>
            </a:prstGeom>
            <a:ln w="0" cap="flat" cmpd="sng">
              <a:solidFill>
                <a:srgbClr val="000000"/>
              </a:solidFill>
              <a:prstDash val="solid"/>
              <a:headEnd type="none" w="med" len="med"/>
              <a:tailEnd type="none" w="med" len="med"/>
            </a:ln>
          </p:spPr>
        </p:sp>
        <p:sp>
          <p:nvSpPr>
            <p:cNvPr id="110696" name="Line 105"/>
            <p:cNvSpPr/>
            <p:nvPr/>
          </p:nvSpPr>
          <p:spPr>
            <a:xfrm>
              <a:off x="2672" y="1049"/>
              <a:ext cx="1" cy="6"/>
            </a:xfrm>
            <a:prstGeom prst="line">
              <a:avLst/>
            </a:prstGeom>
            <a:ln w="0" cap="flat" cmpd="sng">
              <a:solidFill>
                <a:srgbClr val="000000"/>
              </a:solidFill>
              <a:prstDash val="solid"/>
              <a:headEnd type="none" w="med" len="med"/>
              <a:tailEnd type="none" w="med" len="med"/>
            </a:ln>
          </p:spPr>
        </p:sp>
        <p:sp>
          <p:nvSpPr>
            <p:cNvPr id="110697" name="Rectangle 106"/>
            <p:cNvSpPr/>
            <p:nvPr/>
          </p:nvSpPr>
          <p:spPr>
            <a:xfrm>
              <a:off x="2680" y="1049"/>
              <a:ext cx="452"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698" name="Line 107"/>
            <p:cNvSpPr/>
            <p:nvPr/>
          </p:nvSpPr>
          <p:spPr>
            <a:xfrm>
              <a:off x="2680" y="1049"/>
              <a:ext cx="452" cy="1"/>
            </a:xfrm>
            <a:prstGeom prst="line">
              <a:avLst/>
            </a:prstGeom>
            <a:ln w="0" cap="flat" cmpd="sng">
              <a:solidFill>
                <a:srgbClr val="000000"/>
              </a:solidFill>
              <a:prstDash val="solid"/>
              <a:headEnd type="none" w="med" len="med"/>
              <a:tailEnd type="none" w="med" len="med"/>
            </a:ln>
          </p:spPr>
        </p:sp>
        <p:sp>
          <p:nvSpPr>
            <p:cNvPr id="110699" name="Rectangle 108"/>
            <p:cNvSpPr/>
            <p:nvPr/>
          </p:nvSpPr>
          <p:spPr>
            <a:xfrm>
              <a:off x="3132"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700" name="Line 109"/>
            <p:cNvSpPr/>
            <p:nvPr/>
          </p:nvSpPr>
          <p:spPr>
            <a:xfrm>
              <a:off x="3132" y="763"/>
              <a:ext cx="1" cy="286"/>
            </a:xfrm>
            <a:prstGeom prst="line">
              <a:avLst/>
            </a:prstGeom>
            <a:ln w="0" cap="flat" cmpd="sng">
              <a:solidFill>
                <a:srgbClr val="000000"/>
              </a:solidFill>
              <a:prstDash val="solid"/>
              <a:headEnd type="none" w="med" len="med"/>
              <a:tailEnd type="none" w="med" len="med"/>
            </a:ln>
          </p:spPr>
        </p:sp>
        <p:sp>
          <p:nvSpPr>
            <p:cNvPr id="110701" name="Rectangle 110"/>
            <p:cNvSpPr/>
            <p:nvPr/>
          </p:nvSpPr>
          <p:spPr>
            <a:xfrm>
              <a:off x="3132"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702" name="Line 111"/>
            <p:cNvSpPr/>
            <p:nvPr/>
          </p:nvSpPr>
          <p:spPr>
            <a:xfrm>
              <a:off x="3132" y="1049"/>
              <a:ext cx="7" cy="1"/>
            </a:xfrm>
            <a:prstGeom prst="line">
              <a:avLst/>
            </a:prstGeom>
            <a:ln w="0" cap="flat" cmpd="sng">
              <a:solidFill>
                <a:srgbClr val="000000"/>
              </a:solidFill>
              <a:prstDash val="solid"/>
              <a:headEnd type="none" w="med" len="med"/>
              <a:tailEnd type="none" w="med" len="med"/>
            </a:ln>
          </p:spPr>
        </p:sp>
        <p:sp>
          <p:nvSpPr>
            <p:cNvPr id="110703" name="Line 112"/>
            <p:cNvSpPr/>
            <p:nvPr/>
          </p:nvSpPr>
          <p:spPr>
            <a:xfrm>
              <a:off x="3132" y="1049"/>
              <a:ext cx="1" cy="6"/>
            </a:xfrm>
            <a:prstGeom prst="line">
              <a:avLst/>
            </a:prstGeom>
            <a:ln w="0" cap="flat" cmpd="sng">
              <a:solidFill>
                <a:srgbClr val="000000"/>
              </a:solidFill>
              <a:prstDash val="solid"/>
              <a:headEnd type="none" w="med" len="med"/>
              <a:tailEnd type="none" w="med" len="med"/>
            </a:ln>
          </p:spPr>
        </p:sp>
        <p:sp>
          <p:nvSpPr>
            <p:cNvPr id="110704" name="Rectangle 113"/>
            <p:cNvSpPr/>
            <p:nvPr/>
          </p:nvSpPr>
          <p:spPr>
            <a:xfrm>
              <a:off x="3139" y="1049"/>
              <a:ext cx="453"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705" name="Line 114"/>
            <p:cNvSpPr/>
            <p:nvPr/>
          </p:nvSpPr>
          <p:spPr>
            <a:xfrm>
              <a:off x="3139" y="1049"/>
              <a:ext cx="453" cy="1"/>
            </a:xfrm>
            <a:prstGeom prst="line">
              <a:avLst/>
            </a:prstGeom>
            <a:ln w="0" cap="flat" cmpd="sng">
              <a:solidFill>
                <a:srgbClr val="000000"/>
              </a:solidFill>
              <a:prstDash val="solid"/>
              <a:headEnd type="none" w="med" len="med"/>
              <a:tailEnd type="none" w="med" len="med"/>
            </a:ln>
          </p:spPr>
        </p:sp>
        <p:sp>
          <p:nvSpPr>
            <p:cNvPr id="110706" name="Rectangle 115"/>
            <p:cNvSpPr/>
            <p:nvPr/>
          </p:nvSpPr>
          <p:spPr>
            <a:xfrm>
              <a:off x="3592"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707" name="Line 116"/>
            <p:cNvSpPr/>
            <p:nvPr/>
          </p:nvSpPr>
          <p:spPr>
            <a:xfrm>
              <a:off x="3592" y="763"/>
              <a:ext cx="1" cy="286"/>
            </a:xfrm>
            <a:prstGeom prst="line">
              <a:avLst/>
            </a:prstGeom>
            <a:ln w="0" cap="flat" cmpd="sng">
              <a:solidFill>
                <a:srgbClr val="000000"/>
              </a:solidFill>
              <a:prstDash val="solid"/>
              <a:headEnd type="none" w="med" len="med"/>
              <a:tailEnd type="none" w="med" len="med"/>
            </a:ln>
          </p:spPr>
        </p:sp>
        <p:sp>
          <p:nvSpPr>
            <p:cNvPr id="110708" name="Rectangle 117"/>
            <p:cNvSpPr/>
            <p:nvPr/>
          </p:nvSpPr>
          <p:spPr>
            <a:xfrm>
              <a:off x="3592"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709" name="Line 118"/>
            <p:cNvSpPr/>
            <p:nvPr/>
          </p:nvSpPr>
          <p:spPr>
            <a:xfrm>
              <a:off x="3592" y="1049"/>
              <a:ext cx="7" cy="1"/>
            </a:xfrm>
            <a:prstGeom prst="line">
              <a:avLst/>
            </a:prstGeom>
            <a:ln w="0" cap="flat" cmpd="sng">
              <a:solidFill>
                <a:srgbClr val="000000"/>
              </a:solidFill>
              <a:prstDash val="solid"/>
              <a:headEnd type="none" w="med" len="med"/>
              <a:tailEnd type="none" w="med" len="med"/>
            </a:ln>
          </p:spPr>
        </p:sp>
        <p:sp>
          <p:nvSpPr>
            <p:cNvPr id="110710" name="Line 119"/>
            <p:cNvSpPr/>
            <p:nvPr/>
          </p:nvSpPr>
          <p:spPr>
            <a:xfrm>
              <a:off x="3592" y="1049"/>
              <a:ext cx="1" cy="6"/>
            </a:xfrm>
            <a:prstGeom prst="line">
              <a:avLst/>
            </a:prstGeom>
            <a:ln w="0" cap="flat" cmpd="sng">
              <a:solidFill>
                <a:srgbClr val="000000"/>
              </a:solidFill>
              <a:prstDash val="solid"/>
              <a:headEnd type="none" w="med" len="med"/>
              <a:tailEnd type="none" w="med" len="med"/>
            </a:ln>
          </p:spPr>
        </p:sp>
        <p:sp>
          <p:nvSpPr>
            <p:cNvPr id="110711" name="Rectangle 120"/>
            <p:cNvSpPr/>
            <p:nvPr/>
          </p:nvSpPr>
          <p:spPr>
            <a:xfrm>
              <a:off x="3599" y="1049"/>
              <a:ext cx="453"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712" name="Line 121"/>
            <p:cNvSpPr/>
            <p:nvPr/>
          </p:nvSpPr>
          <p:spPr>
            <a:xfrm>
              <a:off x="3599" y="1049"/>
              <a:ext cx="453" cy="1"/>
            </a:xfrm>
            <a:prstGeom prst="line">
              <a:avLst/>
            </a:prstGeom>
            <a:ln w="0" cap="flat" cmpd="sng">
              <a:solidFill>
                <a:srgbClr val="000000"/>
              </a:solidFill>
              <a:prstDash val="solid"/>
              <a:headEnd type="none" w="med" len="med"/>
              <a:tailEnd type="none" w="med" len="med"/>
            </a:ln>
          </p:spPr>
        </p:sp>
        <p:sp>
          <p:nvSpPr>
            <p:cNvPr id="110713" name="Rectangle 122"/>
            <p:cNvSpPr/>
            <p:nvPr/>
          </p:nvSpPr>
          <p:spPr>
            <a:xfrm>
              <a:off x="4052"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714" name="Line 123"/>
            <p:cNvSpPr/>
            <p:nvPr/>
          </p:nvSpPr>
          <p:spPr>
            <a:xfrm>
              <a:off x="4052" y="763"/>
              <a:ext cx="1" cy="286"/>
            </a:xfrm>
            <a:prstGeom prst="line">
              <a:avLst/>
            </a:prstGeom>
            <a:ln w="0" cap="flat" cmpd="sng">
              <a:solidFill>
                <a:srgbClr val="000000"/>
              </a:solidFill>
              <a:prstDash val="solid"/>
              <a:headEnd type="none" w="med" len="med"/>
              <a:tailEnd type="none" w="med" len="med"/>
            </a:ln>
          </p:spPr>
        </p:sp>
        <p:sp>
          <p:nvSpPr>
            <p:cNvPr id="110715" name="Rectangle 124"/>
            <p:cNvSpPr/>
            <p:nvPr/>
          </p:nvSpPr>
          <p:spPr>
            <a:xfrm>
              <a:off x="4052"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716" name="Line 125"/>
            <p:cNvSpPr/>
            <p:nvPr/>
          </p:nvSpPr>
          <p:spPr>
            <a:xfrm>
              <a:off x="4052" y="1049"/>
              <a:ext cx="7" cy="1"/>
            </a:xfrm>
            <a:prstGeom prst="line">
              <a:avLst/>
            </a:prstGeom>
            <a:ln w="0" cap="flat" cmpd="sng">
              <a:solidFill>
                <a:srgbClr val="000000"/>
              </a:solidFill>
              <a:prstDash val="solid"/>
              <a:headEnd type="none" w="med" len="med"/>
              <a:tailEnd type="none" w="med" len="med"/>
            </a:ln>
          </p:spPr>
        </p:sp>
        <p:sp>
          <p:nvSpPr>
            <p:cNvPr id="110717" name="Line 126"/>
            <p:cNvSpPr/>
            <p:nvPr/>
          </p:nvSpPr>
          <p:spPr>
            <a:xfrm>
              <a:off x="4052" y="1049"/>
              <a:ext cx="1" cy="6"/>
            </a:xfrm>
            <a:prstGeom prst="line">
              <a:avLst/>
            </a:prstGeom>
            <a:ln w="0" cap="flat" cmpd="sng">
              <a:solidFill>
                <a:srgbClr val="000000"/>
              </a:solidFill>
              <a:prstDash val="solid"/>
              <a:headEnd type="none" w="med" len="med"/>
              <a:tailEnd type="none" w="med" len="med"/>
            </a:ln>
          </p:spPr>
        </p:sp>
        <p:sp>
          <p:nvSpPr>
            <p:cNvPr id="110718" name="Rectangle 127"/>
            <p:cNvSpPr/>
            <p:nvPr/>
          </p:nvSpPr>
          <p:spPr>
            <a:xfrm>
              <a:off x="4059" y="1049"/>
              <a:ext cx="453"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719" name="Line 128"/>
            <p:cNvSpPr/>
            <p:nvPr/>
          </p:nvSpPr>
          <p:spPr>
            <a:xfrm>
              <a:off x="4059" y="1049"/>
              <a:ext cx="453" cy="1"/>
            </a:xfrm>
            <a:prstGeom prst="line">
              <a:avLst/>
            </a:prstGeom>
            <a:ln w="0" cap="flat" cmpd="sng">
              <a:solidFill>
                <a:srgbClr val="000000"/>
              </a:solidFill>
              <a:prstDash val="solid"/>
              <a:headEnd type="none" w="med" len="med"/>
              <a:tailEnd type="none" w="med" len="med"/>
            </a:ln>
          </p:spPr>
        </p:sp>
        <p:sp>
          <p:nvSpPr>
            <p:cNvPr id="110720" name="Rectangle 129"/>
            <p:cNvSpPr/>
            <p:nvPr/>
          </p:nvSpPr>
          <p:spPr>
            <a:xfrm>
              <a:off x="4512" y="763"/>
              <a:ext cx="7" cy="28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721" name="Line 130"/>
            <p:cNvSpPr/>
            <p:nvPr/>
          </p:nvSpPr>
          <p:spPr>
            <a:xfrm>
              <a:off x="4512" y="763"/>
              <a:ext cx="1" cy="286"/>
            </a:xfrm>
            <a:prstGeom prst="line">
              <a:avLst/>
            </a:prstGeom>
            <a:ln w="0" cap="flat" cmpd="sng">
              <a:solidFill>
                <a:srgbClr val="000000"/>
              </a:solidFill>
              <a:prstDash val="solid"/>
              <a:headEnd type="none" w="med" len="med"/>
              <a:tailEnd type="none" w="med" len="med"/>
            </a:ln>
          </p:spPr>
        </p:sp>
        <p:sp>
          <p:nvSpPr>
            <p:cNvPr id="110722" name="Rectangle 131"/>
            <p:cNvSpPr/>
            <p:nvPr/>
          </p:nvSpPr>
          <p:spPr>
            <a:xfrm>
              <a:off x="4512"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723" name="Line 132"/>
            <p:cNvSpPr/>
            <p:nvPr/>
          </p:nvSpPr>
          <p:spPr>
            <a:xfrm>
              <a:off x="4512" y="1049"/>
              <a:ext cx="7" cy="1"/>
            </a:xfrm>
            <a:prstGeom prst="line">
              <a:avLst/>
            </a:prstGeom>
            <a:ln w="0" cap="flat" cmpd="sng">
              <a:solidFill>
                <a:srgbClr val="000000"/>
              </a:solidFill>
              <a:prstDash val="solid"/>
              <a:headEnd type="none" w="med" len="med"/>
              <a:tailEnd type="none" w="med" len="med"/>
            </a:ln>
          </p:spPr>
        </p:sp>
        <p:sp>
          <p:nvSpPr>
            <p:cNvPr id="110724" name="Line 133"/>
            <p:cNvSpPr/>
            <p:nvPr/>
          </p:nvSpPr>
          <p:spPr>
            <a:xfrm>
              <a:off x="4512" y="1049"/>
              <a:ext cx="1" cy="6"/>
            </a:xfrm>
            <a:prstGeom prst="line">
              <a:avLst/>
            </a:prstGeom>
            <a:ln w="0" cap="flat" cmpd="sng">
              <a:solidFill>
                <a:srgbClr val="000000"/>
              </a:solidFill>
              <a:prstDash val="solid"/>
              <a:headEnd type="none" w="med" len="med"/>
              <a:tailEnd type="none" w="med" len="med"/>
            </a:ln>
          </p:spPr>
        </p:sp>
        <p:sp>
          <p:nvSpPr>
            <p:cNvPr id="110725" name="Rectangle 134"/>
            <p:cNvSpPr/>
            <p:nvPr/>
          </p:nvSpPr>
          <p:spPr>
            <a:xfrm>
              <a:off x="4512" y="1049"/>
              <a:ext cx="7" cy="6"/>
            </a:xfrm>
            <a:prstGeom prst="rect">
              <a:avLst/>
            </a:prstGeom>
            <a:solidFill>
              <a:srgbClr val="000000"/>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726" name="Line 135"/>
            <p:cNvSpPr/>
            <p:nvPr/>
          </p:nvSpPr>
          <p:spPr>
            <a:xfrm>
              <a:off x="4512" y="1049"/>
              <a:ext cx="7" cy="1"/>
            </a:xfrm>
            <a:prstGeom prst="line">
              <a:avLst/>
            </a:prstGeom>
            <a:ln w="0" cap="flat" cmpd="sng">
              <a:solidFill>
                <a:srgbClr val="000000"/>
              </a:solidFill>
              <a:prstDash val="solid"/>
              <a:headEnd type="none" w="med" len="med"/>
              <a:tailEnd type="none" w="med" len="med"/>
            </a:ln>
          </p:spPr>
        </p:sp>
        <p:sp>
          <p:nvSpPr>
            <p:cNvPr id="110727" name="Line 136"/>
            <p:cNvSpPr/>
            <p:nvPr/>
          </p:nvSpPr>
          <p:spPr>
            <a:xfrm>
              <a:off x="4512" y="1049"/>
              <a:ext cx="1" cy="6"/>
            </a:xfrm>
            <a:prstGeom prst="line">
              <a:avLst/>
            </a:prstGeom>
            <a:ln w="0" cap="flat" cmpd="sng">
              <a:solidFill>
                <a:srgbClr val="000000"/>
              </a:solidFill>
              <a:prstDash val="solid"/>
              <a:headEnd type="none" w="med" len="med"/>
              <a:tailEnd type="none" w="med" len="med"/>
            </a:ln>
          </p:spPr>
        </p:sp>
        <p:grpSp>
          <p:nvGrpSpPr>
            <p:cNvPr id="110728" name="Group 137"/>
            <p:cNvGrpSpPr/>
            <p:nvPr/>
          </p:nvGrpSpPr>
          <p:grpSpPr>
            <a:xfrm>
              <a:off x="3935" y="1207"/>
              <a:ext cx="941" cy="380"/>
              <a:chOff x="3935" y="1434"/>
              <a:chExt cx="941" cy="380"/>
            </a:xfrm>
          </p:grpSpPr>
          <p:sp>
            <p:nvSpPr>
              <p:cNvPr id="110802" name="Rectangle 138"/>
              <p:cNvSpPr/>
              <p:nvPr/>
            </p:nvSpPr>
            <p:spPr>
              <a:xfrm>
                <a:off x="3935" y="1434"/>
                <a:ext cx="941" cy="375"/>
              </a:xfrm>
              <a:prstGeom prst="rect">
                <a:avLst/>
              </a:prstGeom>
              <a:solidFill>
                <a:srgbClr val="FFFFFF"/>
              </a:solidFill>
              <a:ln w="17463"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803" name="Rectangle 139"/>
              <p:cNvSpPr/>
              <p:nvPr/>
            </p:nvSpPr>
            <p:spPr>
              <a:xfrm>
                <a:off x="3983" y="1440"/>
                <a:ext cx="14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110804" name="Rectangle 140"/>
              <p:cNvSpPr/>
              <p:nvPr/>
            </p:nvSpPr>
            <p:spPr>
              <a:xfrm>
                <a:off x="4135" y="1445"/>
                <a:ext cx="384"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二进制</a:t>
                </a:r>
                <a:endParaRPr lang="zh-CN" altLang="en-US" sz="1800" b="0" dirty="0">
                  <a:solidFill>
                    <a:schemeClr val="tx1"/>
                  </a:solidFill>
                  <a:latin typeface="Arial" panose="020B0604020202020204" pitchFamily="34" charset="0"/>
                </a:endParaRPr>
              </a:p>
            </p:txBody>
          </p:sp>
          <p:sp>
            <p:nvSpPr>
              <p:cNvPr id="110805" name="Rectangle 141"/>
              <p:cNvSpPr/>
              <p:nvPr/>
            </p:nvSpPr>
            <p:spPr>
              <a:xfrm>
                <a:off x="3983" y="1655"/>
                <a:ext cx="14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110806" name="Rectangle 142"/>
              <p:cNvSpPr/>
              <p:nvPr/>
            </p:nvSpPr>
            <p:spPr>
              <a:xfrm>
                <a:off x="4135" y="1660"/>
                <a:ext cx="448"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宋体" panose="02010600030101010101" pitchFamily="2" charset="-122"/>
                  </a:rPr>
                  <a:t> </a:t>
                </a:r>
                <a:r>
                  <a:rPr lang="zh-CN" altLang="en-US" sz="1600" b="0" dirty="0">
                    <a:solidFill>
                      <a:srgbClr val="000000"/>
                    </a:solidFill>
                    <a:latin typeface="宋体" panose="02010600030101010101" pitchFamily="2" charset="-122"/>
                  </a:rPr>
                  <a:t>十进制</a:t>
                </a:r>
                <a:endParaRPr lang="zh-CN" altLang="en-US" sz="1800" b="0" dirty="0">
                  <a:solidFill>
                    <a:schemeClr val="tx1"/>
                  </a:solidFill>
                  <a:latin typeface="Arial" panose="020B0604020202020204" pitchFamily="34" charset="0"/>
                </a:endParaRPr>
              </a:p>
            </p:txBody>
          </p:sp>
        </p:grpSp>
        <p:grpSp>
          <p:nvGrpSpPr>
            <p:cNvPr id="110729" name="Group 143"/>
            <p:cNvGrpSpPr/>
            <p:nvPr/>
          </p:nvGrpSpPr>
          <p:grpSpPr>
            <a:xfrm>
              <a:off x="3923" y="1661"/>
              <a:ext cx="941" cy="1206"/>
              <a:chOff x="3935" y="2024"/>
              <a:chExt cx="941" cy="1482"/>
            </a:xfrm>
          </p:grpSpPr>
          <p:sp>
            <p:nvSpPr>
              <p:cNvPr id="110782" name="Rectangle 144"/>
              <p:cNvSpPr/>
              <p:nvPr/>
            </p:nvSpPr>
            <p:spPr>
              <a:xfrm>
                <a:off x="3935" y="2024"/>
                <a:ext cx="941" cy="1463"/>
              </a:xfrm>
              <a:prstGeom prst="rect">
                <a:avLst/>
              </a:prstGeom>
              <a:solidFill>
                <a:srgbClr val="FFFFFF"/>
              </a:solidFill>
              <a:ln w="17463"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783" name="Rectangle 145"/>
              <p:cNvSpPr/>
              <p:nvPr/>
            </p:nvSpPr>
            <p:spPr>
              <a:xfrm>
                <a:off x="3983" y="2030"/>
                <a:ext cx="768"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工作方式选择</a:t>
                </a:r>
                <a:endParaRPr lang="zh-CN" altLang="en-US" sz="1800" b="0" dirty="0">
                  <a:solidFill>
                    <a:schemeClr val="tx1"/>
                  </a:solidFill>
                  <a:latin typeface="Arial" panose="020B0604020202020204" pitchFamily="34" charset="0"/>
                </a:endParaRPr>
              </a:p>
            </p:txBody>
          </p:sp>
          <p:sp>
            <p:nvSpPr>
              <p:cNvPr id="110784" name="Rectangle 146"/>
              <p:cNvSpPr/>
              <p:nvPr/>
            </p:nvSpPr>
            <p:spPr>
              <a:xfrm>
                <a:off x="3983" y="2239"/>
                <a:ext cx="288"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000=</a:t>
                </a:r>
                <a:endParaRPr lang="en-US" altLang="zh-CN" sz="1800" b="0" dirty="0">
                  <a:solidFill>
                    <a:schemeClr val="tx1"/>
                  </a:solidFill>
                  <a:latin typeface="Arial" panose="020B0604020202020204" pitchFamily="34" charset="0"/>
                </a:endParaRPr>
              </a:p>
            </p:txBody>
          </p:sp>
          <p:sp>
            <p:nvSpPr>
              <p:cNvPr id="110785" name="Rectangle 147"/>
              <p:cNvSpPr/>
              <p:nvPr/>
            </p:nvSpPr>
            <p:spPr>
              <a:xfrm>
                <a:off x="4284" y="2244"/>
                <a:ext cx="256"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方式</a:t>
                </a:r>
                <a:endParaRPr lang="zh-CN" altLang="en-US" sz="1800" b="0" dirty="0">
                  <a:solidFill>
                    <a:schemeClr val="tx1"/>
                  </a:solidFill>
                  <a:latin typeface="Arial" panose="020B0604020202020204" pitchFamily="34" charset="0"/>
                </a:endParaRPr>
              </a:p>
            </p:txBody>
          </p:sp>
          <p:sp>
            <p:nvSpPr>
              <p:cNvPr id="110786" name="Rectangle 148"/>
              <p:cNvSpPr/>
              <p:nvPr/>
            </p:nvSpPr>
            <p:spPr>
              <a:xfrm>
                <a:off x="4581" y="2239"/>
                <a:ext cx="7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110787" name="Rectangle 149"/>
              <p:cNvSpPr/>
              <p:nvPr/>
            </p:nvSpPr>
            <p:spPr>
              <a:xfrm>
                <a:off x="3983" y="2454"/>
                <a:ext cx="288"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001=</a:t>
                </a:r>
                <a:endParaRPr lang="en-US" altLang="zh-CN" sz="1800" b="0" dirty="0">
                  <a:solidFill>
                    <a:schemeClr val="tx1"/>
                  </a:solidFill>
                  <a:latin typeface="Arial" panose="020B0604020202020204" pitchFamily="34" charset="0"/>
                </a:endParaRPr>
              </a:p>
            </p:txBody>
          </p:sp>
          <p:sp>
            <p:nvSpPr>
              <p:cNvPr id="110788" name="Rectangle 150"/>
              <p:cNvSpPr/>
              <p:nvPr/>
            </p:nvSpPr>
            <p:spPr>
              <a:xfrm>
                <a:off x="4284" y="2459"/>
                <a:ext cx="256"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方式</a:t>
                </a:r>
                <a:endParaRPr lang="zh-CN" altLang="en-US" sz="1800" b="0" dirty="0">
                  <a:solidFill>
                    <a:schemeClr val="tx1"/>
                  </a:solidFill>
                  <a:latin typeface="Arial" panose="020B0604020202020204" pitchFamily="34" charset="0"/>
                </a:endParaRPr>
              </a:p>
            </p:txBody>
          </p:sp>
          <p:sp>
            <p:nvSpPr>
              <p:cNvPr id="110789" name="Rectangle 151"/>
              <p:cNvSpPr/>
              <p:nvPr/>
            </p:nvSpPr>
            <p:spPr>
              <a:xfrm>
                <a:off x="4581" y="2454"/>
                <a:ext cx="7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110790" name="Rectangle 152"/>
              <p:cNvSpPr/>
              <p:nvPr/>
            </p:nvSpPr>
            <p:spPr>
              <a:xfrm>
                <a:off x="3983" y="2669"/>
                <a:ext cx="28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x10=</a:t>
                </a:r>
                <a:endParaRPr lang="en-US" altLang="zh-CN" sz="1800" b="0" dirty="0">
                  <a:solidFill>
                    <a:schemeClr val="tx1"/>
                  </a:solidFill>
                  <a:latin typeface="Arial" panose="020B0604020202020204" pitchFamily="34" charset="0"/>
                </a:endParaRPr>
              </a:p>
            </p:txBody>
          </p:sp>
          <p:sp>
            <p:nvSpPr>
              <p:cNvPr id="110791" name="Rectangle 153"/>
              <p:cNvSpPr/>
              <p:nvPr/>
            </p:nvSpPr>
            <p:spPr>
              <a:xfrm>
                <a:off x="4284" y="2674"/>
                <a:ext cx="256"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方式</a:t>
                </a:r>
                <a:endParaRPr lang="zh-CN" altLang="en-US" sz="1800" b="0" dirty="0">
                  <a:solidFill>
                    <a:schemeClr val="tx1"/>
                  </a:solidFill>
                  <a:latin typeface="Arial" panose="020B0604020202020204" pitchFamily="34" charset="0"/>
                </a:endParaRPr>
              </a:p>
            </p:txBody>
          </p:sp>
          <p:sp>
            <p:nvSpPr>
              <p:cNvPr id="110792" name="Rectangle 154"/>
              <p:cNvSpPr/>
              <p:nvPr/>
            </p:nvSpPr>
            <p:spPr>
              <a:xfrm>
                <a:off x="4581" y="2669"/>
                <a:ext cx="7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110793" name="Rectangle 155"/>
              <p:cNvSpPr/>
              <p:nvPr/>
            </p:nvSpPr>
            <p:spPr>
              <a:xfrm>
                <a:off x="3983" y="2883"/>
                <a:ext cx="28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x11=</a:t>
                </a:r>
                <a:endParaRPr lang="en-US" altLang="zh-CN" sz="1800" b="0" dirty="0">
                  <a:solidFill>
                    <a:schemeClr val="tx1"/>
                  </a:solidFill>
                  <a:latin typeface="Arial" panose="020B0604020202020204" pitchFamily="34" charset="0"/>
                </a:endParaRPr>
              </a:p>
            </p:txBody>
          </p:sp>
          <p:sp>
            <p:nvSpPr>
              <p:cNvPr id="110794" name="Rectangle 156"/>
              <p:cNvSpPr/>
              <p:nvPr/>
            </p:nvSpPr>
            <p:spPr>
              <a:xfrm>
                <a:off x="4284" y="2888"/>
                <a:ext cx="256"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方式</a:t>
                </a:r>
                <a:endParaRPr lang="zh-CN" altLang="en-US" sz="1800" b="0" dirty="0">
                  <a:solidFill>
                    <a:schemeClr val="tx1"/>
                  </a:solidFill>
                  <a:latin typeface="Arial" panose="020B0604020202020204" pitchFamily="34" charset="0"/>
                </a:endParaRPr>
              </a:p>
            </p:txBody>
          </p:sp>
          <p:sp>
            <p:nvSpPr>
              <p:cNvPr id="110795" name="Rectangle 157"/>
              <p:cNvSpPr/>
              <p:nvPr/>
            </p:nvSpPr>
            <p:spPr>
              <a:xfrm>
                <a:off x="4581" y="2883"/>
                <a:ext cx="7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3</a:t>
                </a:r>
                <a:endParaRPr lang="en-US" altLang="zh-CN" sz="1800" b="0" dirty="0">
                  <a:solidFill>
                    <a:schemeClr val="tx1"/>
                  </a:solidFill>
                  <a:latin typeface="Arial" panose="020B0604020202020204" pitchFamily="34" charset="0"/>
                </a:endParaRPr>
              </a:p>
            </p:txBody>
          </p:sp>
          <p:sp>
            <p:nvSpPr>
              <p:cNvPr id="110796" name="Rectangle 158"/>
              <p:cNvSpPr/>
              <p:nvPr/>
            </p:nvSpPr>
            <p:spPr>
              <a:xfrm>
                <a:off x="3983" y="3098"/>
                <a:ext cx="288"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100=</a:t>
                </a:r>
                <a:endParaRPr lang="en-US" altLang="zh-CN" sz="1800" b="0" dirty="0">
                  <a:solidFill>
                    <a:schemeClr val="tx1"/>
                  </a:solidFill>
                  <a:latin typeface="Arial" panose="020B0604020202020204" pitchFamily="34" charset="0"/>
                </a:endParaRPr>
              </a:p>
            </p:txBody>
          </p:sp>
          <p:sp>
            <p:nvSpPr>
              <p:cNvPr id="110797" name="Rectangle 159"/>
              <p:cNvSpPr/>
              <p:nvPr/>
            </p:nvSpPr>
            <p:spPr>
              <a:xfrm>
                <a:off x="4284" y="3103"/>
                <a:ext cx="256"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方式</a:t>
                </a:r>
                <a:endParaRPr lang="zh-CN" altLang="en-US" sz="1800" b="0" dirty="0">
                  <a:solidFill>
                    <a:schemeClr val="tx1"/>
                  </a:solidFill>
                  <a:latin typeface="Arial" panose="020B0604020202020204" pitchFamily="34" charset="0"/>
                </a:endParaRPr>
              </a:p>
            </p:txBody>
          </p:sp>
          <p:sp>
            <p:nvSpPr>
              <p:cNvPr id="110798" name="Rectangle 160"/>
              <p:cNvSpPr/>
              <p:nvPr/>
            </p:nvSpPr>
            <p:spPr>
              <a:xfrm>
                <a:off x="4581" y="3098"/>
                <a:ext cx="7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4</a:t>
                </a:r>
                <a:endParaRPr lang="en-US" altLang="zh-CN" sz="1800" b="0" dirty="0">
                  <a:solidFill>
                    <a:schemeClr val="tx1"/>
                  </a:solidFill>
                  <a:latin typeface="Arial" panose="020B0604020202020204" pitchFamily="34" charset="0"/>
                </a:endParaRPr>
              </a:p>
            </p:txBody>
          </p:sp>
          <p:sp>
            <p:nvSpPr>
              <p:cNvPr id="110799" name="Rectangle 161"/>
              <p:cNvSpPr/>
              <p:nvPr/>
            </p:nvSpPr>
            <p:spPr>
              <a:xfrm>
                <a:off x="3983" y="3312"/>
                <a:ext cx="288"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101=</a:t>
                </a:r>
                <a:endParaRPr lang="en-US" altLang="zh-CN" sz="1800" b="0" dirty="0">
                  <a:solidFill>
                    <a:schemeClr val="tx1"/>
                  </a:solidFill>
                  <a:latin typeface="Arial" panose="020B0604020202020204" pitchFamily="34" charset="0"/>
                </a:endParaRPr>
              </a:p>
            </p:txBody>
          </p:sp>
          <p:sp>
            <p:nvSpPr>
              <p:cNvPr id="110800" name="Rectangle 162"/>
              <p:cNvSpPr/>
              <p:nvPr/>
            </p:nvSpPr>
            <p:spPr>
              <a:xfrm>
                <a:off x="4284" y="3316"/>
                <a:ext cx="256" cy="190"/>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方式</a:t>
                </a:r>
                <a:endParaRPr lang="zh-CN" altLang="en-US" sz="1800" b="0" dirty="0">
                  <a:solidFill>
                    <a:schemeClr val="tx1"/>
                  </a:solidFill>
                  <a:latin typeface="Arial" panose="020B0604020202020204" pitchFamily="34" charset="0"/>
                </a:endParaRPr>
              </a:p>
            </p:txBody>
          </p:sp>
          <p:sp>
            <p:nvSpPr>
              <p:cNvPr id="110801" name="Rectangle 163"/>
              <p:cNvSpPr/>
              <p:nvPr/>
            </p:nvSpPr>
            <p:spPr>
              <a:xfrm>
                <a:off x="4581" y="3313"/>
                <a:ext cx="71" cy="189"/>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5</a:t>
                </a:r>
                <a:endParaRPr lang="en-US" altLang="zh-CN" sz="1800" b="0" dirty="0">
                  <a:solidFill>
                    <a:schemeClr val="tx1"/>
                  </a:solidFill>
                  <a:latin typeface="Arial" panose="020B0604020202020204" pitchFamily="34" charset="0"/>
                </a:endParaRPr>
              </a:p>
            </p:txBody>
          </p:sp>
        </p:grpSp>
        <p:grpSp>
          <p:nvGrpSpPr>
            <p:cNvPr id="110730" name="Group 164"/>
            <p:cNvGrpSpPr/>
            <p:nvPr/>
          </p:nvGrpSpPr>
          <p:grpSpPr>
            <a:xfrm>
              <a:off x="204" y="1661"/>
              <a:ext cx="1270" cy="1117"/>
              <a:chOff x="385" y="1434"/>
              <a:chExt cx="1270" cy="1117"/>
            </a:xfrm>
          </p:grpSpPr>
          <p:sp>
            <p:nvSpPr>
              <p:cNvPr id="110766" name="Rectangle 165"/>
              <p:cNvSpPr/>
              <p:nvPr/>
            </p:nvSpPr>
            <p:spPr>
              <a:xfrm>
                <a:off x="385" y="1434"/>
                <a:ext cx="1270" cy="1117"/>
              </a:xfrm>
              <a:prstGeom prst="rect">
                <a:avLst/>
              </a:prstGeom>
              <a:solidFill>
                <a:srgbClr val="FFFFFF"/>
              </a:solidFill>
              <a:ln w="17463"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767" name="Rectangle 166"/>
              <p:cNvSpPr/>
              <p:nvPr/>
            </p:nvSpPr>
            <p:spPr>
              <a:xfrm>
                <a:off x="428" y="1506"/>
                <a:ext cx="89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通道控制字寻址</a:t>
                </a:r>
                <a:endParaRPr lang="zh-CN" altLang="en-US" sz="1800" b="0" dirty="0">
                  <a:solidFill>
                    <a:schemeClr val="tx1"/>
                  </a:solidFill>
                  <a:latin typeface="Arial" panose="020B0604020202020204" pitchFamily="34" charset="0"/>
                </a:endParaRPr>
              </a:p>
            </p:txBody>
          </p:sp>
          <p:sp>
            <p:nvSpPr>
              <p:cNvPr id="110768" name="Rectangle 167"/>
              <p:cNvSpPr/>
              <p:nvPr/>
            </p:nvSpPr>
            <p:spPr>
              <a:xfrm>
                <a:off x="428" y="1716"/>
                <a:ext cx="217"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00=</a:t>
                </a:r>
                <a:endParaRPr lang="en-US" altLang="zh-CN" sz="1800" b="0" dirty="0">
                  <a:solidFill>
                    <a:schemeClr val="tx1"/>
                  </a:solidFill>
                  <a:latin typeface="Arial" panose="020B0604020202020204" pitchFamily="34" charset="0"/>
                </a:endParaRPr>
              </a:p>
            </p:txBody>
          </p:sp>
          <p:sp>
            <p:nvSpPr>
              <p:cNvPr id="110769" name="Rectangle 168"/>
              <p:cNvSpPr/>
              <p:nvPr/>
            </p:nvSpPr>
            <p:spPr>
              <a:xfrm>
                <a:off x="626" y="1721"/>
                <a:ext cx="25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通道</a:t>
                </a:r>
                <a:endParaRPr lang="zh-CN" altLang="en-US" sz="1800" b="0" dirty="0">
                  <a:solidFill>
                    <a:schemeClr val="tx1"/>
                  </a:solidFill>
                  <a:latin typeface="Arial" panose="020B0604020202020204" pitchFamily="34" charset="0"/>
                </a:endParaRPr>
              </a:p>
            </p:txBody>
          </p:sp>
          <p:sp>
            <p:nvSpPr>
              <p:cNvPr id="110770" name="Rectangle 169"/>
              <p:cNvSpPr/>
              <p:nvPr/>
            </p:nvSpPr>
            <p:spPr>
              <a:xfrm>
                <a:off x="887" y="1716"/>
                <a:ext cx="70"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a:t>
                </a:r>
                <a:endParaRPr lang="en-US" altLang="zh-CN" sz="1800" b="0" dirty="0">
                  <a:solidFill>
                    <a:schemeClr val="tx1"/>
                  </a:solidFill>
                  <a:latin typeface="Arial" panose="020B0604020202020204" pitchFamily="34" charset="0"/>
                </a:endParaRPr>
              </a:p>
            </p:txBody>
          </p:sp>
          <p:sp>
            <p:nvSpPr>
              <p:cNvPr id="110771" name="Rectangle 170"/>
              <p:cNvSpPr/>
              <p:nvPr/>
            </p:nvSpPr>
            <p:spPr>
              <a:xfrm>
                <a:off x="980" y="1721"/>
                <a:ext cx="640"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控制寄存器</a:t>
                </a:r>
                <a:endParaRPr lang="zh-CN" altLang="en-US" sz="1800" b="0" dirty="0">
                  <a:solidFill>
                    <a:schemeClr val="tx1"/>
                  </a:solidFill>
                  <a:latin typeface="Arial" panose="020B0604020202020204" pitchFamily="34" charset="0"/>
                </a:endParaRPr>
              </a:p>
            </p:txBody>
          </p:sp>
          <p:sp>
            <p:nvSpPr>
              <p:cNvPr id="110772" name="Rectangle 171"/>
              <p:cNvSpPr/>
              <p:nvPr/>
            </p:nvSpPr>
            <p:spPr>
              <a:xfrm>
                <a:off x="428" y="1931"/>
                <a:ext cx="217"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01=</a:t>
                </a:r>
                <a:endParaRPr lang="en-US" altLang="zh-CN" sz="1800" b="0" dirty="0">
                  <a:solidFill>
                    <a:schemeClr val="tx1"/>
                  </a:solidFill>
                  <a:latin typeface="Arial" panose="020B0604020202020204" pitchFamily="34" charset="0"/>
                </a:endParaRPr>
              </a:p>
            </p:txBody>
          </p:sp>
          <p:sp>
            <p:nvSpPr>
              <p:cNvPr id="110773" name="Rectangle 172"/>
              <p:cNvSpPr/>
              <p:nvPr/>
            </p:nvSpPr>
            <p:spPr>
              <a:xfrm>
                <a:off x="626" y="1936"/>
                <a:ext cx="25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通道</a:t>
                </a:r>
                <a:endParaRPr lang="zh-CN" altLang="en-US" sz="1800" b="0" dirty="0">
                  <a:solidFill>
                    <a:schemeClr val="tx1"/>
                  </a:solidFill>
                  <a:latin typeface="Arial" panose="020B0604020202020204" pitchFamily="34" charset="0"/>
                </a:endParaRPr>
              </a:p>
            </p:txBody>
          </p:sp>
          <p:sp>
            <p:nvSpPr>
              <p:cNvPr id="110774" name="Rectangle 173"/>
              <p:cNvSpPr/>
              <p:nvPr/>
            </p:nvSpPr>
            <p:spPr>
              <a:xfrm>
                <a:off x="887" y="1931"/>
                <a:ext cx="70"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a:t>
                </a:r>
                <a:endParaRPr lang="en-US" altLang="zh-CN" sz="1800" b="0" dirty="0">
                  <a:solidFill>
                    <a:schemeClr val="tx1"/>
                  </a:solidFill>
                  <a:latin typeface="Arial" panose="020B0604020202020204" pitchFamily="34" charset="0"/>
                </a:endParaRPr>
              </a:p>
            </p:txBody>
          </p:sp>
          <p:sp>
            <p:nvSpPr>
              <p:cNvPr id="110775" name="Rectangle 174"/>
              <p:cNvSpPr/>
              <p:nvPr/>
            </p:nvSpPr>
            <p:spPr>
              <a:xfrm>
                <a:off x="980" y="1936"/>
                <a:ext cx="640"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控制寄存器</a:t>
                </a:r>
                <a:endParaRPr lang="zh-CN" altLang="en-US" sz="1800" b="0" dirty="0">
                  <a:solidFill>
                    <a:schemeClr val="tx1"/>
                  </a:solidFill>
                  <a:latin typeface="Arial" panose="020B0604020202020204" pitchFamily="34" charset="0"/>
                </a:endParaRPr>
              </a:p>
            </p:txBody>
          </p:sp>
          <p:sp>
            <p:nvSpPr>
              <p:cNvPr id="110776" name="Rectangle 175"/>
              <p:cNvSpPr/>
              <p:nvPr/>
            </p:nvSpPr>
            <p:spPr>
              <a:xfrm>
                <a:off x="428" y="2146"/>
                <a:ext cx="217"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10=</a:t>
                </a:r>
                <a:endParaRPr lang="en-US" altLang="zh-CN" sz="1800" b="0" dirty="0">
                  <a:solidFill>
                    <a:schemeClr val="tx1"/>
                  </a:solidFill>
                  <a:latin typeface="Arial" panose="020B0604020202020204" pitchFamily="34" charset="0"/>
                </a:endParaRPr>
              </a:p>
            </p:txBody>
          </p:sp>
          <p:sp>
            <p:nvSpPr>
              <p:cNvPr id="110777" name="Rectangle 176"/>
              <p:cNvSpPr/>
              <p:nvPr/>
            </p:nvSpPr>
            <p:spPr>
              <a:xfrm>
                <a:off x="626" y="2151"/>
                <a:ext cx="25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通道</a:t>
                </a:r>
                <a:endParaRPr lang="zh-CN" altLang="en-US" sz="1800" b="0" dirty="0">
                  <a:solidFill>
                    <a:schemeClr val="tx1"/>
                  </a:solidFill>
                  <a:latin typeface="Arial" panose="020B0604020202020204" pitchFamily="34" charset="0"/>
                </a:endParaRPr>
              </a:p>
            </p:txBody>
          </p:sp>
          <p:sp>
            <p:nvSpPr>
              <p:cNvPr id="110778" name="Rectangle 177"/>
              <p:cNvSpPr/>
              <p:nvPr/>
            </p:nvSpPr>
            <p:spPr>
              <a:xfrm>
                <a:off x="887" y="2146"/>
                <a:ext cx="70"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2</a:t>
                </a:r>
                <a:endParaRPr lang="en-US" altLang="zh-CN" sz="1800" b="0" dirty="0">
                  <a:solidFill>
                    <a:schemeClr val="tx1"/>
                  </a:solidFill>
                  <a:latin typeface="Arial" panose="020B0604020202020204" pitchFamily="34" charset="0"/>
                </a:endParaRPr>
              </a:p>
            </p:txBody>
          </p:sp>
          <p:sp>
            <p:nvSpPr>
              <p:cNvPr id="110779" name="Rectangle 178"/>
              <p:cNvSpPr/>
              <p:nvPr/>
            </p:nvSpPr>
            <p:spPr>
              <a:xfrm>
                <a:off x="980" y="2151"/>
                <a:ext cx="640"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控制寄存器</a:t>
                </a:r>
                <a:endParaRPr lang="zh-CN" altLang="en-US" sz="1800" b="0" dirty="0">
                  <a:solidFill>
                    <a:schemeClr val="tx1"/>
                  </a:solidFill>
                  <a:latin typeface="Arial" panose="020B0604020202020204" pitchFamily="34" charset="0"/>
                </a:endParaRPr>
              </a:p>
            </p:txBody>
          </p:sp>
          <p:sp>
            <p:nvSpPr>
              <p:cNvPr id="110780" name="Rectangle 179"/>
              <p:cNvSpPr/>
              <p:nvPr/>
            </p:nvSpPr>
            <p:spPr>
              <a:xfrm>
                <a:off x="428" y="2359"/>
                <a:ext cx="217"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11=</a:t>
                </a:r>
                <a:endParaRPr lang="en-US" altLang="zh-CN" sz="1800" b="0" dirty="0">
                  <a:solidFill>
                    <a:schemeClr val="tx1"/>
                  </a:solidFill>
                  <a:latin typeface="Arial" panose="020B0604020202020204" pitchFamily="34" charset="0"/>
                </a:endParaRPr>
              </a:p>
            </p:txBody>
          </p:sp>
          <p:sp>
            <p:nvSpPr>
              <p:cNvPr id="110781" name="Rectangle 180"/>
              <p:cNvSpPr/>
              <p:nvPr/>
            </p:nvSpPr>
            <p:spPr>
              <a:xfrm>
                <a:off x="626" y="2364"/>
                <a:ext cx="256"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不用</a:t>
                </a:r>
                <a:endParaRPr lang="zh-CN" altLang="en-US" sz="1800" b="0" dirty="0">
                  <a:solidFill>
                    <a:schemeClr val="tx1"/>
                  </a:solidFill>
                  <a:latin typeface="Arial" panose="020B0604020202020204" pitchFamily="34" charset="0"/>
                </a:endParaRPr>
              </a:p>
            </p:txBody>
          </p:sp>
        </p:grpSp>
        <p:sp>
          <p:nvSpPr>
            <p:cNvPr id="110731" name="Rectangle 181"/>
            <p:cNvSpPr/>
            <p:nvPr/>
          </p:nvSpPr>
          <p:spPr>
            <a:xfrm>
              <a:off x="877" y="2700"/>
              <a:ext cx="252" cy="15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       </a:t>
              </a:r>
              <a:endParaRPr lang="en-US" altLang="zh-CN" sz="1800" b="0" dirty="0">
                <a:solidFill>
                  <a:schemeClr val="tx1"/>
                </a:solidFill>
                <a:latin typeface="Arial" panose="020B0604020202020204" pitchFamily="34" charset="0"/>
              </a:endParaRPr>
            </a:p>
          </p:txBody>
        </p:sp>
        <p:sp>
          <p:nvSpPr>
            <p:cNvPr id="110732" name="Freeform 182"/>
            <p:cNvSpPr/>
            <p:nvPr/>
          </p:nvSpPr>
          <p:spPr>
            <a:xfrm>
              <a:off x="2825" y="1120"/>
              <a:ext cx="1061" cy="69"/>
            </a:xfrm>
            <a:custGeom>
              <a:avLst/>
              <a:gdLst/>
              <a:ahLst/>
              <a:cxnLst>
                <a:cxn ang="0">
                  <a:pos x="0" y="0"/>
                </a:cxn>
                <a:cxn ang="0">
                  <a:pos x="1" y="6"/>
                </a:cxn>
                <a:cxn ang="0">
                  <a:pos x="7" y="13"/>
                </a:cxn>
                <a:cxn ang="0">
                  <a:pos x="14" y="20"/>
                </a:cxn>
                <a:cxn ang="0">
                  <a:pos x="26" y="24"/>
                </a:cxn>
                <a:cxn ang="0">
                  <a:pos x="39" y="29"/>
                </a:cxn>
                <a:cxn ang="0">
                  <a:pos x="53" y="31"/>
                </a:cxn>
                <a:cxn ang="0">
                  <a:pos x="88" y="34"/>
                </a:cxn>
                <a:cxn ang="0">
                  <a:pos x="442" y="34"/>
                </a:cxn>
                <a:cxn ang="0">
                  <a:pos x="475" y="38"/>
                </a:cxn>
                <a:cxn ang="0">
                  <a:pos x="491" y="41"/>
                </a:cxn>
                <a:cxn ang="0">
                  <a:pos x="504" y="44"/>
                </a:cxn>
                <a:cxn ang="0">
                  <a:pos x="514" y="51"/>
                </a:cxn>
                <a:cxn ang="0">
                  <a:pos x="523" y="56"/>
                </a:cxn>
                <a:cxn ang="0">
                  <a:pos x="529" y="62"/>
                </a:cxn>
                <a:cxn ang="0">
                  <a:pos x="530" y="69"/>
                </a:cxn>
                <a:cxn ang="0">
                  <a:pos x="532" y="62"/>
                </a:cxn>
                <a:cxn ang="0">
                  <a:pos x="537" y="56"/>
                </a:cxn>
                <a:cxn ang="0">
                  <a:pos x="544" y="51"/>
                </a:cxn>
                <a:cxn ang="0">
                  <a:pos x="557" y="44"/>
                </a:cxn>
                <a:cxn ang="0">
                  <a:pos x="569" y="41"/>
                </a:cxn>
                <a:cxn ang="0">
                  <a:pos x="583" y="38"/>
                </a:cxn>
                <a:cxn ang="0">
                  <a:pos x="619" y="34"/>
                </a:cxn>
                <a:cxn ang="0">
                  <a:pos x="973" y="34"/>
                </a:cxn>
                <a:cxn ang="0">
                  <a:pos x="1006" y="31"/>
                </a:cxn>
                <a:cxn ang="0">
                  <a:pos x="1022" y="29"/>
                </a:cxn>
                <a:cxn ang="0">
                  <a:pos x="1034" y="24"/>
                </a:cxn>
                <a:cxn ang="0">
                  <a:pos x="1045" y="20"/>
                </a:cxn>
                <a:cxn ang="0">
                  <a:pos x="1054" y="13"/>
                </a:cxn>
                <a:cxn ang="0">
                  <a:pos x="1059" y="6"/>
                </a:cxn>
                <a:cxn ang="0">
                  <a:pos x="1061" y="0"/>
                </a:cxn>
              </a:cxnLst>
              <a:pathLst>
                <a:path w="1061" h="69">
                  <a:moveTo>
                    <a:pt x="0" y="0"/>
                  </a:moveTo>
                  <a:lnTo>
                    <a:pt x="1" y="6"/>
                  </a:lnTo>
                  <a:lnTo>
                    <a:pt x="7" y="13"/>
                  </a:lnTo>
                  <a:lnTo>
                    <a:pt x="14" y="20"/>
                  </a:lnTo>
                  <a:lnTo>
                    <a:pt x="26" y="24"/>
                  </a:lnTo>
                  <a:lnTo>
                    <a:pt x="39" y="29"/>
                  </a:lnTo>
                  <a:lnTo>
                    <a:pt x="53" y="31"/>
                  </a:lnTo>
                  <a:lnTo>
                    <a:pt x="88" y="34"/>
                  </a:lnTo>
                  <a:lnTo>
                    <a:pt x="442" y="34"/>
                  </a:lnTo>
                  <a:lnTo>
                    <a:pt x="475" y="38"/>
                  </a:lnTo>
                  <a:lnTo>
                    <a:pt x="491" y="41"/>
                  </a:lnTo>
                  <a:lnTo>
                    <a:pt x="504" y="44"/>
                  </a:lnTo>
                  <a:lnTo>
                    <a:pt x="514" y="51"/>
                  </a:lnTo>
                  <a:lnTo>
                    <a:pt x="523" y="56"/>
                  </a:lnTo>
                  <a:lnTo>
                    <a:pt x="529" y="62"/>
                  </a:lnTo>
                  <a:lnTo>
                    <a:pt x="530" y="69"/>
                  </a:lnTo>
                  <a:lnTo>
                    <a:pt x="532" y="62"/>
                  </a:lnTo>
                  <a:lnTo>
                    <a:pt x="537" y="56"/>
                  </a:lnTo>
                  <a:lnTo>
                    <a:pt x="544" y="51"/>
                  </a:lnTo>
                  <a:lnTo>
                    <a:pt x="557" y="44"/>
                  </a:lnTo>
                  <a:lnTo>
                    <a:pt x="569" y="41"/>
                  </a:lnTo>
                  <a:lnTo>
                    <a:pt x="583" y="38"/>
                  </a:lnTo>
                  <a:lnTo>
                    <a:pt x="619" y="34"/>
                  </a:lnTo>
                  <a:lnTo>
                    <a:pt x="973" y="34"/>
                  </a:lnTo>
                  <a:lnTo>
                    <a:pt x="1006" y="31"/>
                  </a:lnTo>
                  <a:lnTo>
                    <a:pt x="1022" y="29"/>
                  </a:lnTo>
                  <a:lnTo>
                    <a:pt x="1034" y="24"/>
                  </a:lnTo>
                  <a:lnTo>
                    <a:pt x="1045" y="20"/>
                  </a:lnTo>
                  <a:lnTo>
                    <a:pt x="1054" y="13"/>
                  </a:lnTo>
                  <a:lnTo>
                    <a:pt x="1059" y="6"/>
                  </a:lnTo>
                  <a:lnTo>
                    <a:pt x="1061" y="0"/>
                  </a:lnTo>
                </a:path>
              </a:pathLst>
            </a:custGeom>
            <a:noFill/>
            <a:ln w="17463" cap="flat" cmpd="sng">
              <a:solidFill>
                <a:srgbClr val="000000">
                  <a:alpha val="100000"/>
                </a:srgbClr>
              </a:solidFill>
              <a:prstDash val="solid"/>
              <a:round/>
              <a:headEnd type="none" w="med" len="med"/>
              <a:tailEnd type="none" w="med" len="med"/>
            </a:ln>
          </p:spPr>
          <p:txBody>
            <a:bodyPr/>
            <a:p>
              <a:endParaRPr lang="zh-CN" altLang="en-US"/>
            </a:p>
          </p:txBody>
        </p:sp>
        <p:sp>
          <p:nvSpPr>
            <p:cNvPr id="110733" name="Line 183"/>
            <p:cNvSpPr/>
            <p:nvPr/>
          </p:nvSpPr>
          <p:spPr>
            <a:xfrm>
              <a:off x="3379" y="2251"/>
              <a:ext cx="556" cy="1"/>
            </a:xfrm>
            <a:prstGeom prst="line">
              <a:avLst/>
            </a:prstGeom>
            <a:ln w="17463" cap="flat" cmpd="sng">
              <a:solidFill>
                <a:srgbClr val="000000"/>
              </a:solidFill>
              <a:prstDash val="solid"/>
              <a:headEnd type="none" w="med" len="med"/>
              <a:tailEnd type="none" w="med" len="med"/>
            </a:ln>
          </p:spPr>
        </p:sp>
        <p:sp>
          <p:nvSpPr>
            <p:cNvPr id="110734" name="Freeform 184"/>
            <p:cNvSpPr/>
            <p:nvPr/>
          </p:nvSpPr>
          <p:spPr>
            <a:xfrm>
              <a:off x="868" y="1098"/>
              <a:ext cx="807" cy="123"/>
            </a:xfrm>
            <a:custGeom>
              <a:avLst/>
              <a:gdLst/>
              <a:ahLst/>
              <a:cxnLst>
                <a:cxn ang="0">
                  <a:pos x="0" y="0"/>
                </a:cxn>
                <a:cxn ang="0">
                  <a:pos x="2" y="13"/>
                </a:cxn>
                <a:cxn ang="0">
                  <a:pos x="5" y="25"/>
                </a:cxn>
                <a:cxn ang="0">
                  <a:pos x="13" y="35"/>
                </a:cxn>
                <a:cxn ang="0">
                  <a:pos x="20" y="43"/>
                </a:cxn>
                <a:cxn ang="0">
                  <a:pos x="30" y="51"/>
                </a:cxn>
                <a:cxn ang="0">
                  <a:pos x="41" y="56"/>
                </a:cxn>
                <a:cxn ang="0">
                  <a:pos x="53" y="60"/>
                </a:cxn>
                <a:cxn ang="0">
                  <a:pos x="67" y="61"/>
                </a:cxn>
                <a:cxn ang="0">
                  <a:pos x="336" y="61"/>
                </a:cxn>
                <a:cxn ang="0">
                  <a:pos x="350" y="63"/>
                </a:cxn>
                <a:cxn ang="0">
                  <a:pos x="363" y="66"/>
                </a:cxn>
                <a:cxn ang="0">
                  <a:pos x="373" y="71"/>
                </a:cxn>
                <a:cxn ang="0">
                  <a:pos x="384" y="80"/>
                </a:cxn>
                <a:cxn ang="0">
                  <a:pos x="393" y="89"/>
                </a:cxn>
                <a:cxn ang="0">
                  <a:pos x="398" y="99"/>
                </a:cxn>
                <a:cxn ang="0">
                  <a:pos x="402" y="111"/>
                </a:cxn>
                <a:cxn ang="0">
                  <a:pos x="403" y="123"/>
                </a:cxn>
                <a:cxn ang="0">
                  <a:pos x="405" y="111"/>
                </a:cxn>
                <a:cxn ang="0">
                  <a:pos x="409" y="99"/>
                </a:cxn>
                <a:cxn ang="0">
                  <a:pos x="416" y="89"/>
                </a:cxn>
                <a:cxn ang="0">
                  <a:pos x="423" y="80"/>
                </a:cxn>
                <a:cxn ang="0">
                  <a:pos x="434" y="71"/>
                </a:cxn>
                <a:cxn ang="0">
                  <a:pos x="444" y="66"/>
                </a:cxn>
                <a:cxn ang="0">
                  <a:pos x="457" y="63"/>
                </a:cxn>
                <a:cxn ang="0">
                  <a:pos x="471" y="61"/>
                </a:cxn>
                <a:cxn ang="0">
                  <a:pos x="740" y="61"/>
                </a:cxn>
                <a:cxn ang="0">
                  <a:pos x="754" y="60"/>
                </a:cxn>
                <a:cxn ang="0">
                  <a:pos x="766" y="56"/>
                </a:cxn>
                <a:cxn ang="0">
                  <a:pos x="777" y="51"/>
                </a:cxn>
                <a:cxn ang="0">
                  <a:pos x="787" y="43"/>
                </a:cxn>
                <a:cxn ang="0">
                  <a:pos x="796" y="35"/>
                </a:cxn>
                <a:cxn ang="0">
                  <a:pos x="801" y="25"/>
                </a:cxn>
                <a:cxn ang="0">
                  <a:pos x="805" y="13"/>
                </a:cxn>
                <a:cxn ang="0">
                  <a:pos x="807" y="0"/>
                </a:cxn>
              </a:cxnLst>
              <a:pathLst>
                <a:path w="807" h="123">
                  <a:moveTo>
                    <a:pt x="0" y="0"/>
                  </a:moveTo>
                  <a:lnTo>
                    <a:pt x="2" y="13"/>
                  </a:lnTo>
                  <a:lnTo>
                    <a:pt x="5" y="25"/>
                  </a:lnTo>
                  <a:lnTo>
                    <a:pt x="13" y="35"/>
                  </a:lnTo>
                  <a:lnTo>
                    <a:pt x="20" y="43"/>
                  </a:lnTo>
                  <a:lnTo>
                    <a:pt x="30" y="51"/>
                  </a:lnTo>
                  <a:lnTo>
                    <a:pt x="41" y="56"/>
                  </a:lnTo>
                  <a:lnTo>
                    <a:pt x="53" y="60"/>
                  </a:lnTo>
                  <a:lnTo>
                    <a:pt x="67" y="61"/>
                  </a:lnTo>
                  <a:lnTo>
                    <a:pt x="336" y="61"/>
                  </a:lnTo>
                  <a:lnTo>
                    <a:pt x="350" y="63"/>
                  </a:lnTo>
                  <a:lnTo>
                    <a:pt x="363" y="66"/>
                  </a:lnTo>
                  <a:lnTo>
                    <a:pt x="373" y="71"/>
                  </a:lnTo>
                  <a:lnTo>
                    <a:pt x="384" y="80"/>
                  </a:lnTo>
                  <a:lnTo>
                    <a:pt x="393" y="89"/>
                  </a:lnTo>
                  <a:lnTo>
                    <a:pt x="398" y="99"/>
                  </a:lnTo>
                  <a:lnTo>
                    <a:pt x="402" y="111"/>
                  </a:lnTo>
                  <a:lnTo>
                    <a:pt x="403" y="123"/>
                  </a:lnTo>
                  <a:lnTo>
                    <a:pt x="405" y="111"/>
                  </a:lnTo>
                  <a:lnTo>
                    <a:pt x="409" y="99"/>
                  </a:lnTo>
                  <a:lnTo>
                    <a:pt x="416" y="89"/>
                  </a:lnTo>
                  <a:lnTo>
                    <a:pt x="423" y="80"/>
                  </a:lnTo>
                  <a:lnTo>
                    <a:pt x="434" y="71"/>
                  </a:lnTo>
                  <a:lnTo>
                    <a:pt x="444" y="66"/>
                  </a:lnTo>
                  <a:lnTo>
                    <a:pt x="457" y="63"/>
                  </a:lnTo>
                  <a:lnTo>
                    <a:pt x="471" y="61"/>
                  </a:lnTo>
                  <a:lnTo>
                    <a:pt x="740" y="61"/>
                  </a:lnTo>
                  <a:lnTo>
                    <a:pt x="754" y="60"/>
                  </a:lnTo>
                  <a:lnTo>
                    <a:pt x="766" y="56"/>
                  </a:lnTo>
                  <a:lnTo>
                    <a:pt x="777" y="51"/>
                  </a:lnTo>
                  <a:lnTo>
                    <a:pt x="787" y="43"/>
                  </a:lnTo>
                  <a:lnTo>
                    <a:pt x="796" y="35"/>
                  </a:lnTo>
                  <a:lnTo>
                    <a:pt x="801" y="25"/>
                  </a:lnTo>
                  <a:lnTo>
                    <a:pt x="805" y="13"/>
                  </a:lnTo>
                  <a:lnTo>
                    <a:pt x="807" y="0"/>
                  </a:lnTo>
                </a:path>
              </a:pathLst>
            </a:custGeom>
            <a:noFill/>
            <a:ln w="17463" cap="flat" cmpd="sng">
              <a:solidFill>
                <a:srgbClr val="000000">
                  <a:alpha val="100000"/>
                </a:srgbClr>
              </a:solidFill>
              <a:prstDash val="solid"/>
              <a:round/>
              <a:headEnd type="none" w="med" len="med"/>
              <a:tailEnd type="none" w="med" len="med"/>
            </a:ln>
          </p:spPr>
          <p:txBody>
            <a:bodyPr/>
            <a:p>
              <a:endParaRPr lang="zh-CN" altLang="en-US"/>
            </a:p>
          </p:txBody>
        </p:sp>
        <p:sp>
          <p:nvSpPr>
            <p:cNvPr id="110735" name="Freeform 185"/>
            <p:cNvSpPr/>
            <p:nvPr/>
          </p:nvSpPr>
          <p:spPr>
            <a:xfrm>
              <a:off x="1786" y="1088"/>
              <a:ext cx="807" cy="123"/>
            </a:xfrm>
            <a:custGeom>
              <a:avLst/>
              <a:gdLst/>
              <a:ahLst/>
              <a:cxnLst>
                <a:cxn ang="0">
                  <a:pos x="0" y="0"/>
                </a:cxn>
                <a:cxn ang="0">
                  <a:pos x="2" y="13"/>
                </a:cxn>
                <a:cxn ang="0">
                  <a:pos x="6" y="25"/>
                </a:cxn>
                <a:cxn ang="0">
                  <a:pos x="13" y="35"/>
                </a:cxn>
                <a:cxn ang="0">
                  <a:pos x="20" y="43"/>
                </a:cxn>
                <a:cxn ang="0">
                  <a:pos x="30" y="52"/>
                </a:cxn>
                <a:cxn ang="0">
                  <a:pos x="41" y="56"/>
                </a:cxn>
                <a:cxn ang="0">
                  <a:pos x="53" y="60"/>
                </a:cxn>
                <a:cxn ang="0">
                  <a:pos x="67" y="61"/>
                </a:cxn>
                <a:cxn ang="0">
                  <a:pos x="336" y="61"/>
                </a:cxn>
                <a:cxn ang="0">
                  <a:pos x="350" y="63"/>
                </a:cxn>
                <a:cxn ang="0">
                  <a:pos x="363" y="66"/>
                </a:cxn>
                <a:cxn ang="0">
                  <a:pos x="373" y="71"/>
                </a:cxn>
                <a:cxn ang="0">
                  <a:pos x="384" y="80"/>
                </a:cxn>
                <a:cxn ang="0">
                  <a:pos x="393" y="90"/>
                </a:cxn>
                <a:cxn ang="0">
                  <a:pos x="398" y="99"/>
                </a:cxn>
                <a:cxn ang="0">
                  <a:pos x="402" y="111"/>
                </a:cxn>
                <a:cxn ang="0">
                  <a:pos x="404" y="123"/>
                </a:cxn>
                <a:cxn ang="0">
                  <a:pos x="405" y="111"/>
                </a:cxn>
                <a:cxn ang="0">
                  <a:pos x="409" y="99"/>
                </a:cxn>
                <a:cxn ang="0">
                  <a:pos x="416" y="90"/>
                </a:cxn>
                <a:cxn ang="0">
                  <a:pos x="423" y="80"/>
                </a:cxn>
                <a:cxn ang="0">
                  <a:pos x="434" y="71"/>
                </a:cxn>
                <a:cxn ang="0">
                  <a:pos x="444" y="66"/>
                </a:cxn>
                <a:cxn ang="0">
                  <a:pos x="457" y="63"/>
                </a:cxn>
                <a:cxn ang="0">
                  <a:pos x="471" y="61"/>
                </a:cxn>
                <a:cxn ang="0">
                  <a:pos x="740" y="61"/>
                </a:cxn>
                <a:cxn ang="0">
                  <a:pos x="754" y="60"/>
                </a:cxn>
                <a:cxn ang="0">
                  <a:pos x="766" y="56"/>
                </a:cxn>
                <a:cxn ang="0">
                  <a:pos x="777" y="52"/>
                </a:cxn>
                <a:cxn ang="0">
                  <a:pos x="787" y="43"/>
                </a:cxn>
                <a:cxn ang="0">
                  <a:pos x="796" y="35"/>
                </a:cxn>
                <a:cxn ang="0">
                  <a:pos x="802" y="25"/>
                </a:cxn>
                <a:cxn ang="0">
                  <a:pos x="805" y="13"/>
                </a:cxn>
                <a:cxn ang="0">
                  <a:pos x="807" y="0"/>
                </a:cxn>
              </a:cxnLst>
              <a:pathLst>
                <a:path w="807" h="123">
                  <a:moveTo>
                    <a:pt x="0" y="0"/>
                  </a:moveTo>
                  <a:lnTo>
                    <a:pt x="2" y="13"/>
                  </a:lnTo>
                  <a:lnTo>
                    <a:pt x="6" y="25"/>
                  </a:lnTo>
                  <a:lnTo>
                    <a:pt x="13" y="35"/>
                  </a:lnTo>
                  <a:lnTo>
                    <a:pt x="20" y="43"/>
                  </a:lnTo>
                  <a:lnTo>
                    <a:pt x="30" y="52"/>
                  </a:lnTo>
                  <a:lnTo>
                    <a:pt x="41" y="56"/>
                  </a:lnTo>
                  <a:lnTo>
                    <a:pt x="53" y="60"/>
                  </a:lnTo>
                  <a:lnTo>
                    <a:pt x="67" y="61"/>
                  </a:lnTo>
                  <a:lnTo>
                    <a:pt x="336" y="61"/>
                  </a:lnTo>
                  <a:lnTo>
                    <a:pt x="350" y="63"/>
                  </a:lnTo>
                  <a:lnTo>
                    <a:pt x="363" y="66"/>
                  </a:lnTo>
                  <a:lnTo>
                    <a:pt x="373" y="71"/>
                  </a:lnTo>
                  <a:lnTo>
                    <a:pt x="384" y="80"/>
                  </a:lnTo>
                  <a:lnTo>
                    <a:pt x="393" y="90"/>
                  </a:lnTo>
                  <a:lnTo>
                    <a:pt x="398" y="99"/>
                  </a:lnTo>
                  <a:lnTo>
                    <a:pt x="402" y="111"/>
                  </a:lnTo>
                  <a:lnTo>
                    <a:pt x="404" y="123"/>
                  </a:lnTo>
                  <a:lnTo>
                    <a:pt x="405" y="111"/>
                  </a:lnTo>
                  <a:lnTo>
                    <a:pt x="409" y="99"/>
                  </a:lnTo>
                  <a:lnTo>
                    <a:pt x="416" y="90"/>
                  </a:lnTo>
                  <a:lnTo>
                    <a:pt x="423" y="80"/>
                  </a:lnTo>
                  <a:lnTo>
                    <a:pt x="434" y="71"/>
                  </a:lnTo>
                  <a:lnTo>
                    <a:pt x="444" y="66"/>
                  </a:lnTo>
                  <a:lnTo>
                    <a:pt x="457" y="63"/>
                  </a:lnTo>
                  <a:lnTo>
                    <a:pt x="471" y="61"/>
                  </a:lnTo>
                  <a:lnTo>
                    <a:pt x="740" y="61"/>
                  </a:lnTo>
                  <a:lnTo>
                    <a:pt x="754" y="60"/>
                  </a:lnTo>
                  <a:lnTo>
                    <a:pt x="766" y="56"/>
                  </a:lnTo>
                  <a:lnTo>
                    <a:pt x="777" y="52"/>
                  </a:lnTo>
                  <a:lnTo>
                    <a:pt x="787" y="43"/>
                  </a:lnTo>
                  <a:lnTo>
                    <a:pt x="796" y="35"/>
                  </a:lnTo>
                  <a:lnTo>
                    <a:pt x="802" y="25"/>
                  </a:lnTo>
                  <a:lnTo>
                    <a:pt x="805" y="13"/>
                  </a:lnTo>
                  <a:lnTo>
                    <a:pt x="807" y="0"/>
                  </a:lnTo>
                </a:path>
              </a:pathLst>
            </a:custGeom>
            <a:noFill/>
            <a:ln w="17463" cap="flat" cmpd="sng">
              <a:solidFill>
                <a:srgbClr val="000000">
                  <a:alpha val="100000"/>
                </a:srgbClr>
              </a:solidFill>
              <a:prstDash val="solid"/>
              <a:round/>
              <a:headEnd type="none" w="med" len="med"/>
              <a:tailEnd type="none" w="med" len="med"/>
            </a:ln>
          </p:spPr>
          <p:txBody>
            <a:bodyPr/>
            <a:p>
              <a:endParaRPr lang="zh-CN" altLang="en-US"/>
            </a:p>
          </p:txBody>
        </p:sp>
        <p:sp>
          <p:nvSpPr>
            <p:cNvPr id="110736" name="Line 186"/>
            <p:cNvSpPr/>
            <p:nvPr/>
          </p:nvSpPr>
          <p:spPr>
            <a:xfrm>
              <a:off x="1270" y="1237"/>
              <a:ext cx="1" cy="50"/>
            </a:xfrm>
            <a:prstGeom prst="line">
              <a:avLst/>
            </a:prstGeom>
            <a:ln w="17463" cap="flat" cmpd="sng">
              <a:solidFill>
                <a:srgbClr val="000000"/>
              </a:solidFill>
              <a:prstDash val="solid"/>
              <a:headEnd type="none" w="med" len="med"/>
              <a:tailEnd type="none" w="med" len="med"/>
            </a:ln>
          </p:spPr>
        </p:sp>
        <p:sp>
          <p:nvSpPr>
            <p:cNvPr id="110737" name="Line 187"/>
            <p:cNvSpPr/>
            <p:nvPr/>
          </p:nvSpPr>
          <p:spPr>
            <a:xfrm>
              <a:off x="793" y="1480"/>
              <a:ext cx="0" cy="181"/>
            </a:xfrm>
            <a:prstGeom prst="line">
              <a:avLst/>
            </a:prstGeom>
            <a:ln w="17463" cap="flat" cmpd="sng">
              <a:solidFill>
                <a:srgbClr val="000000"/>
              </a:solidFill>
              <a:prstDash val="solid"/>
              <a:headEnd type="none" w="med" len="med"/>
              <a:tailEnd type="none" w="med" len="med"/>
            </a:ln>
          </p:spPr>
        </p:sp>
        <p:grpSp>
          <p:nvGrpSpPr>
            <p:cNvPr id="110738" name="Group 188"/>
            <p:cNvGrpSpPr/>
            <p:nvPr/>
          </p:nvGrpSpPr>
          <p:grpSpPr>
            <a:xfrm>
              <a:off x="1561" y="1661"/>
              <a:ext cx="1682" cy="1134"/>
              <a:chOff x="829" y="1326"/>
              <a:chExt cx="1682" cy="1348"/>
            </a:xfrm>
          </p:grpSpPr>
          <p:sp>
            <p:nvSpPr>
              <p:cNvPr id="110743" name="Rectangle 189"/>
              <p:cNvSpPr/>
              <p:nvPr/>
            </p:nvSpPr>
            <p:spPr>
              <a:xfrm>
                <a:off x="839" y="1570"/>
                <a:ext cx="1225" cy="227"/>
              </a:xfrm>
              <a:prstGeom prst="rect">
                <a:avLst/>
              </a:prstGeom>
              <a:noFill/>
              <a:ln w="9525" cap="flat" cmpd="sng">
                <a:solidFill>
                  <a:srgbClr val="FF00FF"/>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744" name="Rectangle 190"/>
              <p:cNvSpPr/>
              <p:nvPr/>
            </p:nvSpPr>
            <p:spPr>
              <a:xfrm>
                <a:off x="829" y="1326"/>
                <a:ext cx="1682" cy="1348"/>
              </a:xfrm>
              <a:prstGeom prst="rect">
                <a:avLst/>
              </a:prstGeom>
              <a:solidFill>
                <a:srgbClr val="FFFFFF"/>
              </a:solidFill>
              <a:ln w="17463"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10745" name="Rectangle 191"/>
              <p:cNvSpPr/>
              <p:nvPr/>
            </p:nvSpPr>
            <p:spPr>
              <a:xfrm>
                <a:off x="877" y="1416"/>
                <a:ext cx="512"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读写操作</a:t>
                </a:r>
                <a:endParaRPr lang="zh-CN" altLang="en-US" sz="1800" b="0" dirty="0">
                  <a:solidFill>
                    <a:schemeClr val="tx1"/>
                  </a:solidFill>
                  <a:latin typeface="Arial" panose="020B0604020202020204" pitchFamily="34" charset="0"/>
                </a:endParaRPr>
              </a:p>
            </p:txBody>
          </p:sp>
          <p:sp>
            <p:nvSpPr>
              <p:cNvPr id="110746" name="Rectangle 192"/>
              <p:cNvSpPr/>
              <p:nvPr/>
            </p:nvSpPr>
            <p:spPr>
              <a:xfrm>
                <a:off x="877" y="1626"/>
                <a:ext cx="217"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00=</a:t>
                </a:r>
                <a:endParaRPr lang="en-US" altLang="zh-CN" sz="1800" b="0" dirty="0">
                  <a:solidFill>
                    <a:schemeClr val="tx1"/>
                  </a:solidFill>
                  <a:latin typeface="Arial" panose="020B0604020202020204" pitchFamily="34" charset="0"/>
                </a:endParaRPr>
              </a:p>
            </p:txBody>
          </p:sp>
          <p:sp>
            <p:nvSpPr>
              <p:cNvPr id="110747" name="Rectangle 193"/>
              <p:cNvSpPr/>
              <p:nvPr/>
            </p:nvSpPr>
            <p:spPr>
              <a:xfrm>
                <a:off x="1103" y="1630"/>
                <a:ext cx="896"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锁定当前计数值</a:t>
                </a:r>
                <a:endParaRPr lang="zh-CN" altLang="en-US" sz="1800" b="0" dirty="0">
                  <a:solidFill>
                    <a:schemeClr val="tx1"/>
                  </a:solidFill>
                  <a:latin typeface="Arial" panose="020B0604020202020204" pitchFamily="34" charset="0"/>
                </a:endParaRPr>
              </a:p>
            </p:txBody>
          </p:sp>
          <p:sp>
            <p:nvSpPr>
              <p:cNvPr id="110748" name="Rectangle 194"/>
              <p:cNvSpPr/>
              <p:nvPr/>
            </p:nvSpPr>
            <p:spPr>
              <a:xfrm>
                <a:off x="877" y="1840"/>
                <a:ext cx="217"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01=</a:t>
                </a:r>
                <a:endParaRPr lang="en-US" altLang="zh-CN" sz="1800" b="0" dirty="0">
                  <a:solidFill>
                    <a:schemeClr val="tx1"/>
                  </a:solidFill>
                  <a:latin typeface="Arial" panose="020B0604020202020204" pitchFamily="34" charset="0"/>
                </a:endParaRPr>
              </a:p>
            </p:txBody>
          </p:sp>
          <p:sp>
            <p:nvSpPr>
              <p:cNvPr id="110749" name="Rectangle 195"/>
              <p:cNvSpPr/>
              <p:nvPr/>
            </p:nvSpPr>
            <p:spPr>
              <a:xfrm>
                <a:off x="1103" y="1845"/>
                <a:ext cx="128" cy="18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读</a:t>
                </a:r>
                <a:endParaRPr lang="zh-CN" altLang="en-US" sz="1800" b="0" dirty="0">
                  <a:solidFill>
                    <a:schemeClr val="tx1"/>
                  </a:solidFill>
                  <a:latin typeface="Arial" panose="020B0604020202020204" pitchFamily="34" charset="0"/>
                </a:endParaRPr>
              </a:p>
            </p:txBody>
          </p:sp>
          <p:sp>
            <p:nvSpPr>
              <p:cNvPr id="110750" name="Rectangle 196"/>
              <p:cNvSpPr/>
              <p:nvPr/>
            </p:nvSpPr>
            <p:spPr>
              <a:xfrm>
                <a:off x="1236" y="1840"/>
                <a:ext cx="36"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a:t>
                </a:r>
                <a:endParaRPr lang="en-US" altLang="zh-CN" sz="1800" b="0" dirty="0">
                  <a:solidFill>
                    <a:schemeClr val="tx1"/>
                  </a:solidFill>
                  <a:latin typeface="Arial" panose="020B0604020202020204" pitchFamily="34" charset="0"/>
                </a:endParaRPr>
              </a:p>
            </p:txBody>
          </p:sp>
          <p:sp>
            <p:nvSpPr>
              <p:cNvPr id="110751" name="Rectangle 197"/>
              <p:cNvSpPr/>
              <p:nvPr/>
            </p:nvSpPr>
            <p:spPr>
              <a:xfrm>
                <a:off x="1273" y="1845"/>
                <a:ext cx="640" cy="18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写计数器低</a:t>
                </a:r>
                <a:endParaRPr lang="zh-CN" altLang="en-US" sz="1800" b="0" dirty="0">
                  <a:solidFill>
                    <a:schemeClr val="tx1"/>
                  </a:solidFill>
                  <a:latin typeface="Arial" panose="020B0604020202020204" pitchFamily="34" charset="0"/>
                </a:endParaRPr>
              </a:p>
            </p:txBody>
          </p:sp>
          <p:sp>
            <p:nvSpPr>
              <p:cNvPr id="110752" name="Rectangle 198"/>
              <p:cNvSpPr/>
              <p:nvPr/>
            </p:nvSpPr>
            <p:spPr>
              <a:xfrm>
                <a:off x="1970" y="1840"/>
                <a:ext cx="71"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8</a:t>
                </a:r>
                <a:endParaRPr lang="en-US" altLang="zh-CN" sz="1800" b="0" dirty="0">
                  <a:solidFill>
                    <a:schemeClr val="tx1"/>
                  </a:solidFill>
                  <a:latin typeface="Arial" panose="020B0604020202020204" pitchFamily="34" charset="0"/>
                </a:endParaRPr>
              </a:p>
            </p:txBody>
          </p:sp>
          <p:sp>
            <p:nvSpPr>
              <p:cNvPr id="110753" name="Rectangle 199"/>
              <p:cNvSpPr/>
              <p:nvPr/>
            </p:nvSpPr>
            <p:spPr>
              <a:xfrm>
                <a:off x="2076" y="1845"/>
                <a:ext cx="128" cy="18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位</a:t>
                </a:r>
                <a:endParaRPr lang="zh-CN" altLang="en-US" sz="1800" b="0" dirty="0">
                  <a:solidFill>
                    <a:schemeClr val="tx1"/>
                  </a:solidFill>
                  <a:latin typeface="Arial" panose="020B0604020202020204" pitchFamily="34" charset="0"/>
                </a:endParaRPr>
              </a:p>
            </p:txBody>
          </p:sp>
          <p:sp>
            <p:nvSpPr>
              <p:cNvPr id="110754" name="Rectangle 200"/>
              <p:cNvSpPr/>
              <p:nvPr/>
            </p:nvSpPr>
            <p:spPr>
              <a:xfrm>
                <a:off x="877" y="2055"/>
                <a:ext cx="217"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10=</a:t>
                </a:r>
                <a:endParaRPr lang="en-US" altLang="zh-CN" sz="1800" b="0" dirty="0">
                  <a:solidFill>
                    <a:schemeClr val="tx1"/>
                  </a:solidFill>
                  <a:latin typeface="Arial" panose="020B0604020202020204" pitchFamily="34" charset="0"/>
                </a:endParaRPr>
              </a:p>
            </p:txBody>
          </p:sp>
          <p:sp>
            <p:nvSpPr>
              <p:cNvPr id="110755" name="Rectangle 201"/>
              <p:cNvSpPr/>
              <p:nvPr/>
            </p:nvSpPr>
            <p:spPr>
              <a:xfrm>
                <a:off x="1103" y="2059"/>
                <a:ext cx="768"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读写计数器高</a:t>
                </a:r>
                <a:endParaRPr lang="zh-CN" altLang="en-US" sz="1800" b="0" dirty="0">
                  <a:solidFill>
                    <a:schemeClr val="tx1"/>
                  </a:solidFill>
                  <a:latin typeface="Arial" panose="020B0604020202020204" pitchFamily="34" charset="0"/>
                </a:endParaRPr>
              </a:p>
            </p:txBody>
          </p:sp>
          <p:sp>
            <p:nvSpPr>
              <p:cNvPr id="110756" name="Rectangle 202"/>
              <p:cNvSpPr/>
              <p:nvPr/>
            </p:nvSpPr>
            <p:spPr>
              <a:xfrm>
                <a:off x="1933" y="2055"/>
                <a:ext cx="71"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8</a:t>
                </a:r>
                <a:endParaRPr lang="en-US" altLang="zh-CN" sz="1800" b="0" dirty="0">
                  <a:solidFill>
                    <a:schemeClr val="tx1"/>
                  </a:solidFill>
                  <a:latin typeface="Arial" panose="020B0604020202020204" pitchFamily="34" charset="0"/>
                </a:endParaRPr>
              </a:p>
            </p:txBody>
          </p:sp>
          <p:sp>
            <p:nvSpPr>
              <p:cNvPr id="110757" name="Rectangle 203"/>
              <p:cNvSpPr/>
              <p:nvPr/>
            </p:nvSpPr>
            <p:spPr>
              <a:xfrm>
                <a:off x="2039" y="2059"/>
                <a:ext cx="128"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位</a:t>
                </a:r>
                <a:endParaRPr lang="zh-CN" altLang="en-US" sz="1800" b="0" dirty="0">
                  <a:solidFill>
                    <a:schemeClr val="tx1"/>
                  </a:solidFill>
                  <a:latin typeface="Arial" panose="020B0604020202020204" pitchFamily="34" charset="0"/>
                </a:endParaRPr>
              </a:p>
            </p:txBody>
          </p:sp>
          <p:sp>
            <p:nvSpPr>
              <p:cNvPr id="110758" name="Rectangle 204"/>
              <p:cNvSpPr/>
              <p:nvPr/>
            </p:nvSpPr>
            <p:spPr>
              <a:xfrm>
                <a:off x="877" y="2269"/>
                <a:ext cx="217"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11=</a:t>
                </a:r>
                <a:endParaRPr lang="en-US" altLang="zh-CN" sz="1800" b="0" dirty="0">
                  <a:solidFill>
                    <a:schemeClr val="tx1"/>
                  </a:solidFill>
                  <a:latin typeface="Arial" panose="020B0604020202020204" pitchFamily="34" charset="0"/>
                </a:endParaRPr>
              </a:p>
            </p:txBody>
          </p:sp>
          <p:sp>
            <p:nvSpPr>
              <p:cNvPr id="110759" name="Rectangle 205"/>
              <p:cNvSpPr/>
              <p:nvPr/>
            </p:nvSpPr>
            <p:spPr>
              <a:xfrm>
                <a:off x="1109" y="2275"/>
                <a:ext cx="256"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先读</a:t>
                </a:r>
                <a:endParaRPr lang="zh-CN" altLang="en-US" sz="1800" b="0" dirty="0">
                  <a:solidFill>
                    <a:schemeClr val="tx1"/>
                  </a:solidFill>
                  <a:latin typeface="Arial" panose="020B0604020202020204" pitchFamily="34" charset="0"/>
                </a:endParaRPr>
              </a:p>
            </p:txBody>
          </p:sp>
          <p:sp>
            <p:nvSpPr>
              <p:cNvPr id="110760" name="Rectangle 206"/>
              <p:cNvSpPr/>
              <p:nvPr/>
            </p:nvSpPr>
            <p:spPr>
              <a:xfrm>
                <a:off x="1385" y="2269"/>
                <a:ext cx="36"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a:t>
                </a:r>
                <a:endParaRPr lang="en-US" altLang="zh-CN" sz="1800" b="0" dirty="0">
                  <a:solidFill>
                    <a:schemeClr val="tx1"/>
                  </a:solidFill>
                  <a:latin typeface="Arial" panose="020B0604020202020204" pitchFamily="34" charset="0"/>
                </a:endParaRPr>
              </a:p>
            </p:txBody>
          </p:sp>
          <p:sp>
            <p:nvSpPr>
              <p:cNvPr id="110761" name="Rectangle 207"/>
              <p:cNvSpPr/>
              <p:nvPr/>
            </p:nvSpPr>
            <p:spPr>
              <a:xfrm>
                <a:off x="1429" y="2275"/>
                <a:ext cx="640"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写计数器低</a:t>
                </a:r>
                <a:endParaRPr lang="zh-CN" altLang="en-US" sz="1800" b="0" dirty="0">
                  <a:solidFill>
                    <a:schemeClr val="tx1"/>
                  </a:solidFill>
                  <a:latin typeface="Arial" panose="020B0604020202020204" pitchFamily="34" charset="0"/>
                </a:endParaRPr>
              </a:p>
            </p:txBody>
          </p:sp>
          <p:sp>
            <p:nvSpPr>
              <p:cNvPr id="110762" name="Rectangle 208"/>
              <p:cNvSpPr/>
              <p:nvPr/>
            </p:nvSpPr>
            <p:spPr>
              <a:xfrm>
                <a:off x="2186" y="2269"/>
                <a:ext cx="71"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b="0" dirty="0">
                    <a:solidFill>
                      <a:srgbClr val="000000"/>
                    </a:solidFill>
                    <a:latin typeface="Arial" panose="020B0604020202020204" pitchFamily="34" charset="0"/>
                  </a:rPr>
                  <a:t>8</a:t>
                </a:r>
                <a:endParaRPr lang="en-US" altLang="zh-CN" sz="1800" b="0" dirty="0">
                  <a:solidFill>
                    <a:schemeClr val="tx1"/>
                  </a:solidFill>
                  <a:latin typeface="Arial" panose="020B0604020202020204" pitchFamily="34" charset="0"/>
                </a:endParaRPr>
              </a:p>
            </p:txBody>
          </p:sp>
          <p:sp>
            <p:nvSpPr>
              <p:cNvPr id="110763" name="Rectangle 209"/>
              <p:cNvSpPr/>
              <p:nvPr/>
            </p:nvSpPr>
            <p:spPr>
              <a:xfrm>
                <a:off x="2331" y="2275"/>
                <a:ext cx="128"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位</a:t>
                </a:r>
                <a:endParaRPr lang="zh-CN" altLang="en-US" sz="1800" b="0" dirty="0">
                  <a:solidFill>
                    <a:schemeClr val="tx1"/>
                  </a:solidFill>
                  <a:latin typeface="Arial" panose="020B0604020202020204" pitchFamily="34" charset="0"/>
                </a:endParaRPr>
              </a:p>
            </p:txBody>
          </p:sp>
          <p:sp>
            <p:nvSpPr>
              <p:cNvPr id="110764" name="Rectangle 210"/>
              <p:cNvSpPr/>
              <p:nvPr/>
            </p:nvSpPr>
            <p:spPr>
              <a:xfrm>
                <a:off x="877" y="2490"/>
                <a:ext cx="768" cy="18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600" b="0" dirty="0">
                    <a:solidFill>
                      <a:srgbClr val="000000"/>
                    </a:solidFill>
                    <a:latin typeface="宋体" panose="02010600030101010101" pitchFamily="2" charset="-122"/>
                  </a:rPr>
                  <a:t>再读</a:t>
                </a:r>
                <a:r>
                  <a:rPr lang="en-US" altLang="zh-CN" sz="1600" b="0" dirty="0">
                    <a:solidFill>
                      <a:srgbClr val="000000"/>
                    </a:solidFill>
                    <a:latin typeface="宋体" panose="02010600030101010101" pitchFamily="2" charset="-122"/>
                  </a:rPr>
                  <a:t>/</a:t>
                </a:r>
                <a:r>
                  <a:rPr lang="zh-CN" altLang="en-US" sz="1600" b="0" dirty="0">
                    <a:solidFill>
                      <a:srgbClr val="000000"/>
                    </a:solidFill>
                    <a:latin typeface="宋体" panose="02010600030101010101" pitchFamily="2" charset="-122"/>
                  </a:rPr>
                  <a:t>写高</a:t>
                </a:r>
                <a:r>
                  <a:rPr lang="en-US" altLang="zh-CN" sz="1600" b="0" dirty="0">
                    <a:solidFill>
                      <a:srgbClr val="000000"/>
                    </a:solidFill>
                    <a:latin typeface="宋体" panose="02010600030101010101" pitchFamily="2" charset="-122"/>
                  </a:rPr>
                  <a:t>8</a:t>
                </a:r>
                <a:r>
                  <a:rPr lang="zh-CN" altLang="en-US" sz="1600" b="0" dirty="0">
                    <a:solidFill>
                      <a:srgbClr val="000000"/>
                    </a:solidFill>
                    <a:latin typeface="宋体" panose="02010600030101010101" pitchFamily="2" charset="-122"/>
                  </a:rPr>
                  <a:t>位</a:t>
                </a:r>
                <a:endParaRPr lang="zh-CN" altLang="en-US" sz="1800" b="0" dirty="0">
                  <a:solidFill>
                    <a:schemeClr val="tx1"/>
                  </a:solidFill>
                  <a:latin typeface="Arial" panose="020B0604020202020204" pitchFamily="34" charset="0"/>
                </a:endParaRPr>
              </a:p>
            </p:txBody>
          </p:sp>
          <p:sp>
            <p:nvSpPr>
              <p:cNvPr id="110765" name="Rectangle 211"/>
              <p:cNvSpPr/>
              <p:nvPr/>
            </p:nvSpPr>
            <p:spPr>
              <a:xfrm>
                <a:off x="884" y="1616"/>
                <a:ext cx="1225" cy="181"/>
              </a:xfrm>
              <a:prstGeom prst="rect">
                <a:avLst/>
              </a:prstGeom>
              <a:noFill/>
              <a:ln w="9525" cap="flat" cmpd="sng">
                <a:solidFill>
                  <a:srgbClr val="FF00FF"/>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grpSp>
        <p:sp>
          <p:nvSpPr>
            <p:cNvPr id="110739" name="Line 212"/>
            <p:cNvSpPr/>
            <p:nvPr/>
          </p:nvSpPr>
          <p:spPr>
            <a:xfrm>
              <a:off x="793" y="1480"/>
              <a:ext cx="499" cy="0"/>
            </a:xfrm>
            <a:prstGeom prst="line">
              <a:avLst/>
            </a:prstGeom>
            <a:ln w="9525" cap="flat" cmpd="sng">
              <a:solidFill>
                <a:schemeClr val="tx1"/>
              </a:solidFill>
              <a:prstDash val="solid"/>
              <a:headEnd type="none" w="med" len="med"/>
              <a:tailEnd type="none" w="med" len="med"/>
            </a:ln>
          </p:spPr>
        </p:sp>
        <p:sp>
          <p:nvSpPr>
            <p:cNvPr id="110740" name="Line 213"/>
            <p:cNvSpPr/>
            <p:nvPr/>
          </p:nvSpPr>
          <p:spPr>
            <a:xfrm flipV="1">
              <a:off x="1292" y="1253"/>
              <a:ext cx="0" cy="227"/>
            </a:xfrm>
            <a:prstGeom prst="line">
              <a:avLst/>
            </a:prstGeom>
            <a:ln w="9525" cap="flat" cmpd="sng">
              <a:solidFill>
                <a:schemeClr val="tx1"/>
              </a:solidFill>
              <a:prstDash val="solid"/>
              <a:headEnd type="none" w="med" len="med"/>
              <a:tailEnd type="none" w="med" len="med"/>
            </a:ln>
          </p:spPr>
        </p:sp>
        <p:sp>
          <p:nvSpPr>
            <p:cNvPr id="110741" name="Line 214"/>
            <p:cNvSpPr/>
            <p:nvPr/>
          </p:nvSpPr>
          <p:spPr>
            <a:xfrm>
              <a:off x="2200" y="1207"/>
              <a:ext cx="0" cy="409"/>
            </a:xfrm>
            <a:prstGeom prst="line">
              <a:avLst/>
            </a:prstGeom>
            <a:ln w="9525" cap="flat" cmpd="sng">
              <a:solidFill>
                <a:schemeClr val="tx1"/>
              </a:solidFill>
              <a:prstDash val="solid"/>
              <a:headEnd type="none" w="med" len="med"/>
              <a:tailEnd type="none" w="med" len="med"/>
            </a:ln>
          </p:spPr>
        </p:sp>
        <p:sp>
          <p:nvSpPr>
            <p:cNvPr id="110742" name="Line 215"/>
            <p:cNvSpPr/>
            <p:nvPr/>
          </p:nvSpPr>
          <p:spPr>
            <a:xfrm>
              <a:off x="3379" y="1207"/>
              <a:ext cx="0" cy="1044"/>
            </a:xfrm>
            <a:prstGeom prst="line">
              <a:avLst/>
            </a:prstGeom>
            <a:ln w="9525" cap="flat" cmpd="sng">
              <a:solidFill>
                <a:schemeClr val="tx1"/>
              </a:solidFill>
              <a:prstDash val="solid"/>
              <a:headEnd type="none" w="med" len="med"/>
              <a:tailEnd type="none" w="med" len="med"/>
            </a:ln>
          </p:spPr>
        </p:sp>
      </p:grpSp>
      <p:sp>
        <p:nvSpPr>
          <p:cNvPr id="110595" name="Rectangle 216"/>
          <p:cNvSpPr/>
          <p:nvPr/>
        </p:nvSpPr>
        <p:spPr>
          <a:xfrm>
            <a:off x="434975" y="5729288"/>
            <a:ext cx="8280400" cy="830262"/>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sz="2400" b="0" dirty="0">
                <a:solidFill>
                  <a:schemeClr val="tx1"/>
                </a:solidFill>
                <a:latin typeface="楷体_GB2312" pitchFamily="1" charset="-122"/>
              </a:rPr>
              <a:t>读计数器的值时，控制字的</a:t>
            </a:r>
            <a:r>
              <a:rPr lang="en-US" altLang="zh-CN" sz="2400" b="0" dirty="0">
                <a:solidFill>
                  <a:schemeClr val="tx1"/>
                </a:solidFill>
                <a:latin typeface="楷体_GB2312" pitchFamily="1" charset="-122"/>
              </a:rPr>
              <a:t>D7D6</a:t>
            </a:r>
            <a:r>
              <a:rPr lang="zh-CN" altLang="en-US" sz="2400" b="0" dirty="0">
                <a:solidFill>
                  <a:schemeClr val="tx1"/>
                </a:solidFill>
                <a:latin typeface="楷体_GB2312" pitchFamily="1" charset="-122"/>
              </a:rPr>
              <a:t>两位为所要锁存的计数器号， </a:t>
            </a:r>
            <a:r>
              <a:rPr lang="en-US" altLang="zh-CN" sz="2400" b="0" dirty="0">
                <a:solidFill>
                  <a:schemeClr val="tx1"/>
                </a:solidFill>
                <a:latin typeface="楷体_GB2312" pitchFamily="1" charset="-122"/>
              </a:rPr>
              <a:t>D5D4</a:t>
            </a:r>
            <a:r>
              <a:rPr lang="zh-CN" altLang="en-US" sz="2400" b="0" dirty="0">
                <a:solidFill>
                  <a:schemeClr val="tx1"/>
                </a:solidFill>
                <a:latin typeface="楷体_GB2312" pitchFamily="1" charset="-122"/>
              </a:rPr>
              <a:t>两位置为</a:t>
            </a:r>
            <a:r>
              <a:rPr lang="en-US" altLang="zh-CN" sz="2400" b="0" dirty="0">
                <a:solidFill>
                  <a:srgbClr val="FF9900"/>
                </a:solidFill>
                <a:latin typeface="楷体_GB2312" pitchFamily="1" charset="-122"/>
              </a:rPr>
              <a:t>00</a:t>
            </a:r>
            <a:r>
              <a:rPr lang="zh-CN" altLang="en-US" sz="2400" b="0" dirty="0">
                <a:solidFill>
                  <a:schemeClr val="tx1"/>
                </a:solidFill>
                <a:latin typeface="楷体_GB2312" pitchFamily="1" charset="-122"/>
              </a:rPr>
              <a:t>，其它位不用考虑。</a:t>
            </a:r>
            <a:endParaRPr lang="zh-CN" altLang="en-US" sz="2400" b="0" dirty="0">
              <a:solidFill>
                <a:schemeClr val="tx1"/>
              </a:solidFill>
              <a:latin typeface="楷体_GB2312" pitchFamily="1" charset="-122"/>
            </a:endParaRPr>
          </a:p>
        </p:txBody>
      </p:sp>
    </p:spTree>
  </p:cSld>
  <p:clrMapOvr>
    <a:masterClrMapping/>
  </p:clrMapOvr>
  <p:transition spd="slow">
    <p:zoom/>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93891" name="Rectangle 3"/>
          <p:cNvSpPr>
            <a:spLocks noGrp="1" noChangeArrowheads="1"/>
          </p:cNvSpPr>
          <p:nvPr>
            <p:ph idx="1"/>
          </p:nvPr>
        </p:nvSpPr>
        <p:spPr>
          <a:xfrm>
            <a:off x="468313" y="2205038"/>
            <a:ext cx="8135938" cy="4321175"/>
          </a:xfrm>
          <a:ln>
            <a:miter/>
          </a:ln>
        </p:spPr>
        <p:txBody>
          <a:bodyPr vert="horz" wrap="square" lIns="91440" tIns="45720" rIns="91440" bIns="45720" numCol="1" anchor="t" anchorCtr="0" compatLnSpc="1"/>
          <a:lstStyle/>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读计数值的程序设计：</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en-US" altLang="zh-CN" sz="2400" b="1" i="0" u="none" strike="noStrike" kern="1200" cap="none" spc="0" normalizeH="0" baseline="0" noProof="0" dirty="0">
                <a:ln>
                  <a:noFill/>
                </a:ln>
                <a:solidFill>
                  <a:srgbClr val="0000FF"/>
                </a:solidFill>
                <a:effectLst/>
                <a:uLnTx/>
                <a:uFillTx/>
                <a:latin typeface="+mn-ea"/>
                <a:ea typeface="+mn-ea"/>
                <a:cs typeface="+mn-cs"/>
              </a:rPr>
              <a:t>MOV   AL</a:t>
            </a:r>
            <a:r>
              <a:rPr kumimoji="1" lang="zh-CN" altLang="en-US" sz="2400" b="1" i="0" u="none" strike="noStrike" kern="1200" cap="none" spc="0" normalizeH="0" baseline="0" noProof="0" dirty="0">
                <a:ln>
                  <a:noFill/>
                </a:ln>
                <a:solidFill>
                  <a:srgbClr val="0000FF"/>
                </a:solidFill>
                <a:effectLst/>
                <a:uLnTx/>
                <a:uFillTx/>
                <a:latin typeface="+mn-ea"/>
                <a:ea typeface="+mn-ea"/>
                <a:cs typeface="+mn-cs"/>
              </a:rPr>
              <a:t>，</a:t>
            </a:r>
            <a:r>
              <a:rPr kumimoji="1" lang="en-US" altLang="zh-CN" sz="2400" b="1" i="0" u="none" strike="noStrike" kern="1200" cap="none" spc="0" normalizeH="0" baseline="0" noProof="0" dirty="0">
                <a:ln>
                  <a:noFill/>
                </a:ln>
                <a:solidFill>
                  <a:srgbClr val="0000FF"/>
                </a:solidFill>
                <a:effectLst/>
                <a:uLnTx/>
                <a:uFillTx/>
                <a:latin typeface="+mn-ea"/>
                <a:ea typeface="+mn-ea"/>
                <a:cs typeface="+mn-cs"/>
              </a:rPr>
              <a:t>40   </a:t>
            </a:r>
            <a:r>
              <a:rPr kumimoji="1" lang="zh-CN" altLang="en-US" sz="2400" b="1" i="0" u="none" strike="noStrike" kern="1200" cap="none" spc="0" normalizeH="0" baseline="0" noProof="0" dirty="0">
                <a:ln>
                  <a:noFill/>
                </a:ln>
                <a:solidFill>
                  <a:srgbClr val="0000FF"/>
                </a:solidFill>
                <a:effectLst/>
                <a:uLnTx/>
                <a:uFillTx/>
                <a:latin typeface="+mn-ea"/>
                <a:ea typeface="+mn-ea"/>
                <a:cs typeface="+mn-cs"/>
              </a:rPr>
              <a:t>；通道</a:t>
            </a:r>
            <a:r>
              <a:rPr kumimoji="1" lang="en-US" altLang="zh-CN" sz="2400" b="1" i="0" u="none" strike="noStrike" kern="1200" cap="none" spc="0" normalizeH="0" baseline="0" noProof="0" dirty="0">
                <a:ln>
                  <a:noFill/>
                </a:ln>
                <a:solidFill>
                  <a:srgbClr val="0000FF"/>
                </a:solidFill>
                <a:effectLst/>
                <a:uLnTx/>
                <a:uFillTx/>
                <a:latin typeface="+mn-ea"/>
                <a:ea typeface="+mn-ea"/>
                <a:cs typeface="+mn-cs"/>
              </a:rPr>
              <a:t>1</a:t>
            </a:r>
            <a:r>
              <a:rPr kumimoji="1" lang="zh-CN" altLang="en-US" sz="2400" b="1" i="0" u="none" strike="noStrike" kern="1200" cap="none" spc="0" normalizeH="0" baseline="0" noProof="0" dirty="0">
                <a:ln>
                  <a:noFill/>
                </a:ln>
                <a:solidFill>
                  <a:srgbClr val="0000FF"/>
                </a:solidFill>
                <a:effectLst/>
                <a:uLnTx/>
                <a:uFillTx/>
                <a:latin typeface="+mn-ea"/>
                <a:ea typeface="+mn-ea"/>
                <a:cs typeface="+mn-cs"/>
              </a:rPr>
              <a:t>锁存</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16</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位数据</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en-US" altLang="zh-CN" sz="2400" b="1" i="0" u="none" strike="noStrike" kern="1200" cap="none" spc="0" normalizeH="0" baseline="0" noProof="0" dirty="0">
                <a:ln>
                  <a:noFill/>
                </a:ln>
                <a:solidFill>
                  <a:schemeClr val="tx2"/>
                </a:solidFill>
                <a:effectLst/>
                <a:uLnTx/>
                <a:uFillTx/>
                <a:latin typeface="+mn-ea"/>
                <a:ea typeface="+mn-ea"/>
                <a:cs typeface="+mn-cs"/>
              </a:rPr>
              <a:t>OUT   43H</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AL  </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en-US" altLang="zh-CN" sz="2400" b="1" i="0" u="none" strike="noStrike" kern="1200" cap="none" spc="0" normalizeH="0" baseline="0" noProof="0" dirty="0">
                <a:ln>
                  <a:noFill/>
                </a:ln>
                <a:solidFill>
                  <a:schemeClr val="tx2"/>
                </a:solidFill>
                <a:effectLst/>
                <a:uLnTx/>
                <a:uFillTx/>
                <a:latin typeface="+mn-ea"/>
                <a:ea typeface="+mn-ea"/>
                <a:cs typeface="+mn-cs"/>
              </a:rPr>
              <a:t>IN    AL</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41H  </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；读通道</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1</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，低</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8</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位</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en-US" altLang="zh-CN" sz="2400" b="1" i="0" u="none" strike="noStrike" kern="1200" cap="none" spc="0" normalizeH="0" baseline="0" noProof="0" dirty="0">
                <a:ln>
                  <a:noFill/>
                </a:ln>
                <a:solidFill>
                  <a:schemeClr val="tx2"/>
                </a:solidFill>
                <a:effectLst/>
                <a:uLnTx/>
                <a:uFillTx/>
                <a:latin typeface="+mn-ea"/>
                <a:ea typeface="+mn-ea"/>
                <a:cs typeface="+mn-cs"/>
              </a:rPr>
              <a:t>MOV   CL</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AL   </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；存在</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CL</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中</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en-US" altLang="zh-CN" sz="2400" b="1" i="0" u="none" strike="noStrike" kern="1200" cap="none" spc="0" normalizeH="0" baseline="0" noProof="0" dirty="0">
                <a:ln>
                  <a:noFill/>
                </a:ln>
                <a:solidFill>
                  <a:schemeClr val="tx2"/>
                </a:solidFill>
                <a:effectLst/>
                <a:uLnTx/>
                <a:uFillTx/>
                <a:latin typeface="+mn-ea"/>
                <a:ea typeface="+mn-ea"/>
                <a:cs typeface="+mn-cs"/>
              </a:rPr>
              <a:t>IN    AL </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41H </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；读通道</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1</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，高</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8</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位</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en-US" altLang="zh-CN" sz="2400" b="1" i="0" u="none" strike="noStrike" kern="1200" cap="none" spc="0" normalizeH="0" baseline="0" noProof="0" dirty="0">
                <a:ln>
                  <a:noFill/>
                </a:ln>
                <a:solidFill>
                  <a:schemeClr val="tx2"/>
                </a:solidFill>
                <a:effectLst/>
                <a:uLnTx/>
                <a:uFillTx/>
                <a:latin typeface="+mn-ea"/>
                <a:ea typeface="+mn-ea"/>
                <a:cs typeface="+mn-cs"/>
              </a:rPr>
              <a:t>MOV   CH</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AL   </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；存在</a:t>
            </a:r>
            <a:r>
              <a:rPr kumimoji="1" lang="en-US" altLang="zh-CN" sz="2400" b="1" i="0" u="none" strike="noStrike" kern="1200" cap="none" spc="0" normalizeH="0" baseline="0" noProof="0" dirty="0">
                <a:ln>
                  <a:noFill/>
                </a:ln>
                <a:solidFill>
                  <a:schemeClr val="tx2"/>
                </a:solidFill>
                <a:effectLst/>
                <a:uLnTx/>
                <a:uFillTx/>
                <a:latin typeface="+mn-ea"/>
                <a:ea typeface="+mn-ea"/>
                <a:cs typeface="+mn-cs"/>
              </a:rPr>
              <a:t>CH</a:t>
            </a:r>
            <a:r>
              <a:rPr kumimoji="1" lang="zh-CN" altLang="en-US" sz="2400" b="1" i="0" u="none" strike="noStrike" kern="1200" cap="none" spc="0" normalizeH="0" baseline="0" noProof="0" dirty="0">
                <a:ln>
                  <a:noFill/>
                </a:ln>
                <a:solidFill>
                  <a:schemeClr val="tx2"/>
                </a:solidFill>
                <a:effectLst/>
                <a:uLnTx/>
                <a:uFillTx/>
                <a:latin typeface="+mn-ea"/>
                <a:ea typeface="+mn-ea"/>
                <a:cs typeface="+mn-cs"/>
              </a:rPr>
              <a:t>中</a:t>
            </a:r>
            <a:endParaRPr kumimoji="1"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rgbClr val="FF3300"/>
                </a:solidFill>
                <a:effectLst/>
                <a:uLnTx/>
                <a:uFillTx/>
                <a:latin typeface="+mn-ea"/>
                <a:ea typeface="+mn-ea"/>
                <a:cs typeface="+mn-cs"/>
              </a:rPr>
              <a:t>注意：读入数据的程序设计过程，先要锁存，然后才开始 </a:t>
            </a:r>
            <a:endParaRPr kumimoji="1" lang="en-US" altLang="zh-CN" sz="2400" b="1" i="0" u="none" strike="noStrike" kern="1200" cap="none" spc="0" normalizeH="0" baseline="0" noProof="0" dirty="0">
              <a:ln>
                <a:noFill/>
              </a:ln>
              <a:solidFill>
                <a:srgbClr val="FF3300"/>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zh-CN" altLang="en-US" sz="2400" b="1" i="0" u="none" strike="noStrike" kern="1200" cap="none" spc="0" normalizeH="0" baseline="0" noProof="0" dirty="0">
                <a:ln>
                  <a:noFill/>
                </a:ln>
                <a:solidFill>
                  <a:srgbClr val="FF3300"/>
                </a:solidFill>
                <a:effectLst/>
                <a:uLnTx/>
                <a:uFillTx/>
                <a:latin typeface="+mn-ea"/>
                <a:ea typeface="+mn-ea"/>
                <a:cs typeface="+mn-cs"/>
              </a:rPr>
              <a:t>读入。</a:t>
            </a:r>
            <a:endParaRPr kumimoji="1" lang="zh-CN" altLang="en-US" sz="2400" b="1" i="0" u="none" strike="noStrike" kern="1200" cap="none" spc="0" normalizeH="0" baseline="0" noProof="0" dirty="0">
              <a:ln>
                <a:noFill/>
              </a:ln>
              <a:solidFill>
                <a:srgbClr val="FF3300"/>
              </a:solidFill>
              <a:effectLst/>
              <a:uLnTx/>
              <a:uFillTx/>
              <a:latin typeface="+mn-ea"/>
              <a:ea typeface="+mn-ea"/>
              <a:cs typeface="+mn-cs"/>
            </a:endParaRPr>
          </a:p>
        </p:txBody>
      </p:sp>
    </p:spTree>
  </p:cSld>
  <p:clrMapOvr>
    <a:masterClrMapping/>
  </p:clrMapOvr>
  <p:transition spd="slow">
    <p:zoom/>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12642"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103427" name="Rectangle 2"/>
          <p:cNvSpPr>
            <a:spLocks noGrp="1" noChangeArrowheads="1"/>
          </p:cNvSpPr>
          <p:nvPr>
            <p:ph type="title" idx="4294967295"/>
          </p:nvPr>
        </p:nvSpPr>
        <p:spPr>
          <a:xfrm>
            <a:off x="1150938" y="214313"/>
            <a:ext cx="7793038" cy="1462088"/>
          </a:xfrm>
          <a:ln>
            <a:miter/>
          </a:ln>
        </p:spPr>
        <p:txBody>
          <a:bodyPr vert="horz" wrap="square" lIns="91440" tIns="45720" rIns="91440" bIns="45720" numCol="1" anchor="b" anchorCtr="0" compatLnSpc="1"/>
          <a:lstStyle/>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zh-CN" sz="4400" b="1" i="0" u="none" strike="noStrike" kern="1200" cap="none" spc="0" normalizeH="0" baseline="0" noProof="0" dirty="0">
                <a:ln>
                  <a:noFill/>
                </a:ln>
                <a:solidFill>
                  <a:srgbClr val="800000"/>
                </a:solidFill>
                <a:effectLst/>
                <a:uLnTx/>
                <a:uFillTx/>
                <a:latin typeface="+mj-ea"/>
                <a:ea typeface="+mj-ea"/>
                <a:cs typeface="+mj-cs"/>
              </a:rPr>
              <a:t>7.1.7</a:t>
            </a:r>
            <a:r>
              <a:rPr kumimoji="0" lang="en-US" altLang="zh-CN" sz="4400" b="0" i="0" u="none" strike="noStrike" kern="1200" cap="none" spc="0" normalizeH="0" baseline="0" noProof="0" dirty="0">
                <a:ln>
                  <a:noFill/>
                </a:ln>
                <a:solidFill>
                  <a:srgbClr val="800000"/>
                </a:solidFill>
                <a:effectLst/>
                <a:uLnTx/>
                <a:uFillTx/>
                <a:latin typeface="+mj-ea"/>
                <a:ea typeface="+mj-ea"/>
                <a:cs typeface="+mj-cs"/>
              </a:rPr>
              <a:t> </a:t>
            </a:r>
            <a:r>
              <a:rPr kumimoji="0" lang="zh-CN" altLang="en-US" sz="4400" b="1" i="0" u="none" strike="noStrike" kern="1200" cap="none" spc="0" normalizeH="0" baseline="0" noProof="0" dirty="0">
                <a:ln>
                  <a:noFill/>
                </a:ln>
                <a:solidFill>
                  <a:srgbClr val="800000"/>
                </a:solidFill>
                <a:effectLst/>
                <a:uLnTx/>
                <a:uFillTx/>
                <a:latin typeface="+mj-ea"/>
                <a:ea typeface="+mj-ea"/>
                <a:cs typeface="+mj-cs"/>
              </a:rPr>
              <a:t>8253</a:t>
            </a:r>
            <a:r>
              <a:rPr kumimoji="0" lang="zh-CN" altLang="en-US" sz="4400" b="0" i="0" u="none" strike="noStrike" kern="1200" cap="none" spc="0" normalizeH="0" baseline="0" noProof="0" dirty="0">
                <a:ln>
                  <a:noFill/>
                </a:ln>
                <a:solidFill>
                  <a:srgbClr val="800000"/>
                </a:solidFill>
                <a:effectLst/>
                <a:uLnTx/>
                <a:uFillTx/>
                <a:latin typeface="+mj-ea"/>
                <a:ea typeface="+mj-ea"/>
                <a:cs typeface="+mj-cs"/>
              </a:rPr>
              <a:t>的应用</a:t>
            </a:r>
            <a:endParaRPr kumimoji="0" lang="zh-CN" altLang="en-US" sz="4400" b="0" i="0" u="none" strike="noStrike" kern="1200" cap="none" spc="0" normalizeH="0" baseline="0" noProof="0" dirty="0">
              <a:ln>
                <a:noFill/>
              </a:ln>
              <a:solidFill>
                <a:srgbClr val="800000"/>
              </a:solidFill>
              <a:effectLst/>
              <a:uLnTx/>
              <a:uFillTx/>
              <a:latin typeface="+mj-ea"/>
              <a:ea typeface="+mj-ea"/>
              <a:cs typeface="+mj-cs"/>
            </a:endParaRPr>
          </a:p>
        </p:txBody>
      </p:sp>
      <p:sp>
        <p:nvSpPr>
          <p:cNvPr id="19460" name="Rectangle 3"/>
          <p:cNvSpPr>
            <a:spLocks noGrp="1"/>
          </p:cNvSpPr>
          <p:nvPr>
            <p:ph type="body" idx="4294967295"/>
          </p:nvPr>
        </p:nvSpPr>
        <p:spPr>
          <a:xfrm>
            <a:off x="1639888" y="1916113"/>
            <a:ext cx="4038600" cy="2971800"/>
          </a:xfrm>
        </p:spPr>
        <p:txBody>
          <a:bodyPr vert="horz" wrap="square" lIns="91440" tIns="45720" rIns="91440" bIns="45720" anchor="t" anchorCtr="0"/>
          <a:p>
            <a:pPr eaLnBrk="1" hangingPunct="1">
              <a:lnSpc>
                <a:spcPct val="135000"/>
              </a:lnSpc>
            </a:pPr>
            <a:r>
              <a:rPr lang="zh-CN" altLang="en-US" dirty="0"/>
              <a:t>与系统的连接</a:t>
            </a:r>
            <a:endParaRPr lang="zh-CN" altLang="en-US" dirty="0"/>
          </a:p>
          <a:p>
            <a:pPr eaLnBrk="1" hangingPunct="1">
              <a:lnSpc>
                <a:spcPct val="135000"/>
              </a:lnSpc>
            </a:pPr>
            <a:r>
              <a:rPr lang="zh-CN" altLang="en-US" dirty="0"/>
              <a:t>初始化程序设计</a:t>
            </a:r>
            <a:endParaRPr lang="zh-CN" altLang="en-US" dirty="0"/>
          </a:p>
          <a:p>
            <a:pPr lvl="1" eaLnBrk="1" hangingPunct="1">
              <a:lnSpc>
                <a:spcPct val="135000"/>
              </a:lnSpc>
            </a:pPr>
            <a:r>
              <a:rPr lang="zh-CN" altLang="en-US" dirty="0"/>
              <a:t>写入控制字</a:t>
            </a:r>
            <a:endParaRPr lang="zh-CN" altLang="en-US" dirty="0"/>
          </a:p>
          <a:p>
            <a:pPr lvl="1" eaLnBrk="1" hangingPunct="1">
              <a:lnSpc>
                <a:spcPct val="135000"/>
              </a:lnSpc>
            </a:pPr>
            <a:r>
              <a:rPr lang="zh-CN" altLang="en-US" dirty="0"/>
              <a:t>置计数初值</a:t>
            </a:r>
            <a:endParaRPr lang="zh-CN" altLang="en-US" dirty="0"/>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9460">
                                            <p:txEl>
                                              <p:charRg st="0" end="7"/>
                                            </p:txEl>
                                          </p:spTgt>
                                        </p:tgtEl>
                                        <p:attrNameLst>
                                          <p:attrName>style.visibility</p:attrName>
                                        </p:attrNameLst>
                                      </p:cBhvr>
                                      <p:to>
                                        <p:strVal val="visible"/>
                                      </p:to>
                                    </p:set>
                                    <p:animEffect transition="in" filter="wipe(left)">
                                      <p:cBhvr>
                                        <p:cTn id="7" dur="500"/>
                                        <p:tgtEl>
                                          <p:spTgt spid="19460">
                                            <p:txEl>
                                              <p:charRg st="0" end="7"/>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9460">
                                            <p:txEl>
                                              <p:charRg st="7" end="15"/>
                                            </p:txEl>
                                          </p:spTgt>
                                        </p:tgtEl>
                                        <p:attrNameLst>
                                          <p:attrName>style.visibility</p:attrName>
                                        </p:attrNameLst>
                                      </p:cBhvr>
                                      <p:to>
                                        <p:strVal val="visible"/>
                                      </p:to>
                                    </p:set>
                                    <p:animEffect transition="in" filter="wipe(left)">
                                      <p:cBhvr>
                                        <p:cTn id="12" dur="500"/>
                                        <p:tgtEl>
                                          <p:spTgt spid="19460">
                                            <p:txEl>
                                              <p:charRg st="7" end="15"/>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9460">
                                            <p:txEl>
                                              <p:charRg st="15" end="21"/>
                                            </p:txEl>
                                          </p:spTgt>
                                        </p:tgtEl>
                                        <p:attrNameLst>
                                          <p:attrName>style.visibility</p:attrName>
                                        </p:attrNameLst>
                                      </p:cBhvr>
                                      <p:to>
                                        <p:strVal val="visible"/>
                                      </p:to>
                                    </p:set>
                                    <p:animEffect transition="in" filter="wipe(left)">
                                      <p:cBhvr>
                                        <p:cTn id="17" dur="500"/>
                                        <p:tgtEl>
                                          <p:spTgt spid="19460">
                                            <p:txEl>
                                              <p:charRg st="15" end="21"/>
                                            </p:txEl>
                                          </p:spTgt>
                                        </p:tgtEl>
                                      </p:cBhvr>
                                    </p:animEffect>
                                  </p:childTnLst>
                                </p:cTn>
                              </p:par>
                            </p:childTnLst>
                          </p:cTn>
                        </p:par>
                        <p:par>
                          <p:cTn id="18" fill="hold">
                            <p:stCondLst>
                              <p:cond delay="500"/>
                            </p:stCondLst>
                            <p:childTnLst>
                              <p:par>
                                <p:cTn id="19" presetID="22" presetClass="entr" presetSubtype="8" fill="hold" nodeType="afterEffect">
                                  <p:stCondLst>
                                    <p:cond delay="0"/>
                                  </p:stCondLst>
                                  <p:childTnLst>
                                    <p:set>
                                      <p:cBhvr>
                                        <p:cTn id="20" dur="1" fill="hold">
                                          <p:stCondLst>
                                            <p:cond delay="0"/>
                                          </p:stCondLst>
                                        </p:cTn>
                                        <p:tgtEl>
                                          <p:spTgt spid="19460">
                                            <p:txEl>
                                              <p:charRg st="21" end="27"/>
                                            </p:txEl>
                                          </p:spTgt>
                                        </p:tgtEl>
                                        <p:attrNameLst>
                                          <p:attrName>style.visibility</p:attrName>
                                        </p:attrNameLst>
                                      </p:cBhvr>
                                      <p:to>
                                        <p:strVal val="visible"/>
                                      </p:to>
                                    </p:set>
                                    <p:animEffect transition="in" filter="wipe(left)">
                                      <p:cBhvr>
                                        <p:cTn id="21" dur="500"/>
                                        <p:tgtEl>
                                          <p:spTgt spid="19460">
                                            <p:txEl>
                                              <p:charRg st="21" end="2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13666"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113667" name="Rectangle 2"/>
          <p:cNvSpPr>
            <a:spLocks noGrp="1"/>
          </p:cNvSpPr>
          <p:nvPr>
            <p:ph type="title" idx="4294967295"/>
          </p:nvPr>
        </p:nvSpPr>
        <p:spPr>
          <a:xfrm>
            <a:off x="1150938" y="604838"/>
            <a:ext cx="7793037" cy="1071562"/>
          </a:xfrm>
        </p:spPr>
        <p:txBody>
          <a:bodyPr vert="horz" wrap="square" lIns="91440" tIns="45720" rIns="91440" bIns="45720" anchor="b" anchorCtr="0"/>
          <a:p>
            <a:pPr eaLnBrk="1" hangingPunct="1"/>
            <a:r>
              <a:rPr lang="zh-CN" altLang="en-US" dirty="0"/>
              <a:t>与系统的连接示意</a:t>
            </a:r>
            <a:endParaRPr lang="zh-CN" altLang="en-US" dirty="0"/>
          </a:p>
        </p:txBody>
      </p:sp>
      <p:sp>
        <p:nvSpPr>
          <p:cNvPr id="20484" name="Rectangle 4"/>
          <p:cNvSpPr/>
          <p:nvPr/>
        </p:nvSpPr>
        <p:spPr>
          <a:xfrm>
            <a:off x="4865688" y="2330450"/>
            <a:ext cx="1600200" cy="3733800"/>
          </a:xfrm>
          <a:prstGeom prst="rect">
            <a:avLst/>
          </a:prstGeom>
          <a:solidFill>
            <a:srgbClr val="339966"/>
          </a:solidFill>
          <a:ln w="25400" cap="sq" cmpd="sng">
            <a:solidFill>
              <a:srgbClr val="339966"/>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20485" name="Text Box 5"/>
          <p:cNvSpPr txBox="1"/>
          <p:nvPr/>
        </p:nvSpPr>
        <p:spPr>
          <a:xfrm>
            <a:off x="5699125" y="3321050"/>
            <a:ext cx="8382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1"/>
                </a:solidFill>
                <a:latin typeface="Arial" panose="020B0604020202020204" pitchFamily="34" charset="0"/>
              </a:rPr>
              <a:t>CLK</a:t>
            </a:r>
            <a:endParaRPr lang="en-US" altLang="zh-CN" sz="2000" dirty="0">
              <a:solidFill>
                <a:schemeClr val="bg1"/>
              </a:solidFill>
              <a:latin typeface="Arial" panose="020B0604020202020204" pitchFamily="34" charset="0"/>
            </a:endParaRPr>
          </a:p>
        </p:txBody>
      </p:sp>
      <p:sp>
        <p:nvSpPr>
          <p:cNvPr id="20486" name="Text Box 6"/>
          <p:cNvSpPr txBox="1"/>
          <p:nvPr/>
        </p:nvSpPr>
        <p:spPr>
          <a:xfrm>
            <a:off x="5622925" y="3778250"/>
            <a:ext cx="9906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1"/>
                </a:solidFill>
                <a:latin typeface="Arial" panose="020B0604020202020204" pitchFamily="34" charset="0"/>
              </a:rPr>
              <a:t>GATE</a:t>
            </a:r>
            <a:endParaRPr lang="en-US" altLang="zh-CN" sz="2000" dirty="0">
              <a:solidFill>
                <a:schemeClr val="bg1"/>
              </a:solidFill>
              <a:latin typeface="Arial" panose="020B0604020202020204" pitchFamily="34" charset="0"/>
            </a:endParaRPr>
          </a:p>
        </p:txBody>
      </p:sp>
      <p:sp>
        <p:nvSpPr>
          <p:cNvPr id="20487" name="Text Box 7"/>
          <p:cNvSpPr txBox="1"/>
          <p:nvPr/>
        </p:nvSpPr>
        <p:spPr>
          <a:xfrm>
            <a:off x="5699125" y="4460875"/>
            <a:ext cx="8382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1"/>
                </a:solidFill>
                <a:latin typeface="Arial" panose="020B0604020202020204" pitchFamily="34" charset="0"/>
              </a:rPr>
              <a:t>OUT</a:t>
            </a:r>
            <a:endParaRPr lang="en-US" altLang="zh-CN" sz="2000" dirty="0">
              <a:solidFill>
                <a:schemeClr val="bg1"/>
              </a:solidFill>
              <a:latin typeface="Arial" panose="020B0604020202020204" pitchFamily="34" charset="0"/>
            </a:endParaRPr>
          </a:p>
        </p:txBody>
      </p:sp>
      <p:sp>
        <p:nvSpPr>
          <p:cNvPr id="20488" name="Text Box 8"/>
          <p:cNvSpPr txBox="1"/>
          <p:nvPr/>
        </p:nvSpPr>
        <p:spPr>
          <a:xfrm>
            <a:off x="4865688" y="2711450"/>
            <a:ext cx="10668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1"/>
                </a:solidFill>
                <a:latin typeface="Arial" panose="020B0604020202020204" pitchFamily="34" charset="0"/>
              </a:rPr>
              <a:t>D0~D7</a:t>
            </a:r>
            <a:endParaRPr lang="en-US" altLang="zh-CN" sz="2000" dirty="0">
              <a:solidFill>
                <a:schemeClr val="bg1"/>
              </a:solidFill>
              <a:latin typeface="Arial" panose="020B0604020202020204" pitchFamily="34" charset="0"/>
            </a:endParaRPr>
          </a:p>
        </p:txBody>
      </p:sp>
      <p:sp>
        <p:nvSpPr>
          <p:cNvPr id="20489" name="Text Box 9"/>
          <p:cNvSpPr txBox="1"/>
          <p:nvPr/>
        </p:nvSpPr>
        <p:spPr>
          <a:xfrm>
            <a:off x="4865688" y="3321050"/>
            <a:ext cx="762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1"/>
                </a:solidFill>
                <a:latin typeface="Arial" panose="020B0604020202020204" pitchFamily="34" charset="0"/>
              </a:rPr>
              <a:t>WR</a:t>
            </a:r>
            <a:endParaRPr lang="en-US" altLang="zh-CN" sz="2000" dirty="0">
              <a:solidFill>
                <a:schemeClr val="bg1"/>
              </a:solidFill>
              <a:latin typeface="Arial" panose="020B0604020202020204" pitchFamily="34" charset="0"/>
            </a:endParaRPr>
          </a:p>
        </p:txBody>
      </p:sp>
      <p:sp>
        <p:nvSpPr>
          <p:cNvPr id="20490" name="Text Box 10"/>
          <p:cNvSpPr txBox="1"/>
          <p:nvPr/>
        </p:nvSpPr>
        <p:spPr>
          <a:xfrm>
            <a:off x="4865688" y="3838575"/>
            <a:ext cx="762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1"/>
                </a:solidFill>
                <a:latin typeface="Arial" panose="020B0604020202020204" pitchFamily="34" charset="0"/>
              </a:rPr>
              <a:t>RD</a:t>
            </a:r>
            <a:endParaRPr lang="en-US" altLang="zh-CN" sz="2000" dirty="0">
              <a:solidFill>
                <a:schemeClr val="bg1"/>
              </a:solidFill>
              <a:latin typeface="Arial" panose="020B0604020202020204" pitchFamily="34" charset="0"/>
            </a:endParaRPr>
          </a:p>
        </p:txBody>
      </p:sp>
      <p:sp>
        <p:nvSpPr>
          <p:cNvPr id="20491" name="Text Box 11"/>
          <p:cNvSpPr txBox="1"/>
          <p:nvPr/>
        </p:nvSpPr>
        <p:spPr>
          <a:xfrm>
            <a:off x="4865688" y="4295775"/>
            <a:ext cx="6858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1"/>
                </a:solidFill>
                <a:latin typeface="Arial" panose="020B0604020202020204" pitchFamily="34" charset="0"/>
              </a:rPr>
              <a:t>A1</a:t>
            </a:r>
            <a:endParaRPr lang="en-US" altLang="zh-CN" sz="2000" dirty="0">
              <a:solidFill>
                <a:schemeClr val="bg1"/>
              </a:solidFill>
              <a:latin typeface="Arial" panose="020B0604020202020204" pitchFamily="34" charset="0"/>
            </a:endParaRPr>
          </a:p>
        </p:txBody>
      </p:sp>
      <p:sp>
        <p:nvSpPr>
          <p:cNvPr id="20492" name="Text Box 12"/>
          <p:cNvSpPr txBox="1"/>
          <p:nvPr/>
        </p:nvSpPr>
        <p:spPr>
          <a:xfrm>
            <a:off x="4865688" y="4752975"/>
            <a:ext cx="6858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1"/>
                </a:solidFill>
                <a:latin typeface="Arial" panose="020B0604020202020204" pitchFamily="34" charset="0"/>
              </a:rPr>
              <a:t>A0</a:t>
            </a:r>
            <a:endParaRPr lang="en-US" altLang="zh-CN" sz="2000" dirty="0">
              <a:solidFill>
                <a:schemeClr val="bg1"/>
              </a:solidFill>
              <a:latin typeface="Arial" panose="020B0604020202020204" pitchFamily="34" charset="0"/>
            </a:endParaRPr>
          </a:p>
        </p:txBody>
      </p:sp>
      <p:sp>
        <p:nvSpPr>
          <p:cNvPr id="20493" name="Text Box 13"/>
          <p:cNvSpPr txBox="1"/>
          <p:nvPr/>
        </p:nvSpPr>
        <p:spPr>
          <a:xfrm>
            <a:off x="4865688" y="5438775"/>
            <a:ext cx="6858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1"/>
                </a:solidFill>
                <a:latin typeface="Arial" panose="020B0604020202020204" pitchFamily="34" charset="0"/>
              </a:rPr>
              <a:t>CS</a:t>
            </a:r>
            <a:endParaRPr lang="en-US" altLang="zh-CN" sz="2000" dirty="0">
              <a:solidFill>
                <a:schemeClr val="bg1"/>
              </a:solidFill>
              <a:latin typeface="Arial" panose="020B0604020202020204" pitchFamily="34" charset="0"/>
            </a:endParaRPr>
          </a:p>
        </p:txBody>
      </p:sp>
      <p:sp>
        <p:nvSpPr>
          <p:cNvPr id="20494" name="AutoShape 14"/>
          <p:cNvSpPr/>
          <p:nvPr/>
        </p:nvSpPr>
        <p:spPr>
          <a:xfrm>
            <a:off x="3079750" y="2754313"/>
            <a:ext cx="1752600" cy="304800"/>
          </a:xfrm>
          <a:prstGeom prst="leftRightArrow">
            <a:avLst>
              <a:gd name="adj1" fmla="val 50000"/>
              <a:gd name="adj2" fmla="val 115000"/>
            </a:avLst>
          </a:prstGeom>
          <a:solidFill>
            <a:srgbClr val="FF6600"/>
          </a:solidFill>
          <a:ln w="25400" cap="sq" cmpd="sng">
            <a:solidFill>
              <a:srgbClr val="FF6600"/>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20495" name="Line 15"/>
          <p:cNvSpPr/>
          <p:nvPr/>
        </p:nvSpPr>
        <p:spPr>
          <a:xfrm>
            <a:off x="3265488" y="3473450"/>
            <a:ext cx="1600200" cy="0"/>
          </a:xfrm>
          <a:prstGeom prst="line">
            <a:avLst/>
          </a:prstGeom>
          <a:ln w="25400" cap="sq" cmpd="sng">
            <a:solidFill>
              <a:srgbClr val="FF6600"/>
            </a:solidFill>
            <a:prstDash val="solid"/>
            <a:headEnd type="none" w="med" len="med"/>
            <a:tailEnd type="triangle" w="lg" len="lg"/>
          </a:ln>
        </p:spPr>
      </p:sp>
      <p:sp>
        <p:nvSpPr>
          <p:cNvPr id="20496" name="Line 16"/>
          <p:cNvSpPr/>
          <p:nvPr/>
        </p:nvSpPr>
        <p:spPr>
          <a:xfrm>
            <a:off x="3251200" y="4035425"/>
            <a:ext cx="1600200" cy="0"/>
          </a:xfrm>
          <a:prstGeom prst="line">
            <a:avLst/>
          </a:prstGeom>
          <a:ln w="25400" cap="sq" cmpd="sng">
            <a:solidFill>
              <a:srgbClr val="FF6600"/>
            </a:solidFill>
            <a:prstDash val="solid"/>
            <a:headEnd type="none" w="med" len="med"/>
            <a:tailEnd type="triangle" w="lg" len="lg"/>
          </a:ln>
        </p:spPr>
      </p:sp>
      <p:sp>
        <p:nvSpPr>
          <p:cNvPr id="20497" name="Line 17"/>
          <p:cNvSpPr/>
          <p:nvPr/>
        </p:nvSpPr>
        <p:spPr>
          <a:xfrm>
            <a:off x="3265488" y="4511675"/>
            <a:ext cx="1600200" cy="0"/>
          </a:xfrm>
          <a:prstGeom prst="line">
            <a:avLst/>
          </a:prstGeom>
          <a:ln w="25400" cap="sq" cmpd="sng">
            <a:solidFill>
              <a:srgbClr val="FF6600"/>
            </a:solidFill>
            <a:prstDash val="solid"/>
            <a:headEnd type="none" w="med" len="med"/>
            <a:tailEnd type="triangle" w="lg" len="lg"/>
          </a:ln>
        </p:spPr>
      </p:sp>
      <p:sp>
        <p:nvSpPr>
          <p:cNvPr id="20498" name="Line 18"/>
          <p:cNvSpPr/>
          <p:nvPr/>
        </p:nvSpPr>
        <p:spPr>
          <a:xfrm>
            <a:off x="3265488" y="4983163"/>
            <a:ext cx="1600200" cy="0"/>
          </a:xfrm>
          <a:prstGeom prst="line">
            <a:avLst/>
          </a:prstGeom>
          <a:ln w="25400" cap="sq" cmpd="sng">
            <a:solidFill>
              <a:srgbClr val="FF6600"/>
            </a:solidFill>
            <a:prstDash val="solid"/>
            <a:headEnd type="none" w="med" len="med"/>
            <a:tailEnd type="triangle" w="lg" len="lg"/>
          </a:ln>
        </p:spPr>
      </p:sp>
      <p:sp>
        <p:nvSpPr>
          <p:cNvPr id="20499" name="Line 19"/>
          <p:cNvSpPr/>
          <p:nvPr/>
        </p:nvSpPr>
        <p:spPr>
          <a:xfrm>
            <a:off x="3265488" y="5640388"/>
            <a:ext cx="1600200" cy="0"/>
          </a:xfrm>
          <a:prstGeom prst="line">
            <a:avLst/>
          </a:prstGeom>
          <a:ln w="25400" cap="sq" cmpd="sng">
            <a:solidFill>
              <a:srgbClr val="FF6600"/>
            </a:solidFill>
            <a:prstDash val="solid"/>
            <a:headEnd type="none" w="med" len="med"/>
            <a:tailEnd type="triangle" w="lg" len="lg"/>
          </a:ln>
        </p:spPr>
      </p:sp>
      <p:sp>
        <p:nvSpPr>
          <p:cNvPr id="20500" name="Line 20"/>
          <p:cNvSpPr/>
          <p:nvPr/>
        </p:nvSpPr>
        <p:spPr>
          <a:xfrm flipH="1">
            <a:off x="6465888" y="3502025"/>
            <a:ext cx="1143000" cy="0"/>
          </a:xfrm>
          <a:prstGeom prst="line">
            <a:avLst/>
          </a:prstGeom>
          <a:ln w="25400" cap="sq" cmpd="sng">
            <a:solidFill>
              <a:srgbClr val="FF6600"/>
            </a:solidFill>
            <a:prstDash val="solid"/>
            <a:headEnd type="none" w="med" len="med"/>
            <a:tailEnd type="triangle" w="lg" len="lg"/>
          </a:ln>
        </p:spPr>
      </p:sp>
      <p:sp>
        <p:nvSpPr>
          <p:cNvPr id="20501" name="Line 21"/>
          <p:cNvSpPr/>
          <p:nvPr/>
        </p:nvSpPr>
        <p:spPr>
          <a:xfrm flipH="1">
            <a:off x="6465888" y="3959225"/>
            <a:ext cx="1143000" cy="0"/>
          </a:xfrm>
          <a:prstGeom prst="line">
            <a:avLst/>
          </a:prstGeom>
          <a:ln w="25400" cap="sq" cmpd="sng">
            <a:solidFill>
              <a:srgbClr val="FF6600"/>
            </a:solidFill>
            <a:prstDash val="solid"/>
            <a:headEnd type="none" w="med" len="med"/>
            <a:tailEnd type="triangle" w="lg" len="lg"/>
          </a:ln>
        </p:spPr>
      </p:sp>
      <p:sp>
        <p:nvSpPr>
          <p:cNvPr id="20502" name="Line 22"/>
          <p:cNvSpPr/>
          <p:nvPr/>
        </p:nvSpPr>
        <p:spPr>
          <a:xfrm>
            <a:off x="6480175" y="4662488"/>
            <a:ext cx="1066800" cy="0"/>
          </a:xfrm>
          <a:prstGeom prst="line">
            <a:avLst/>
          </a:prstGeom>
          <a:ln w="25400" cap="sq" cmpd="sng">
            <a:solidFill>
              <a:srgbClr val="FF6600"/>
            </a:solidFill>
            <a:prstDash val="solid"/>
            <a:headEnd type="none" w="med" len="med"/>
            <a:tailEnd type="triangle" w="lg" len="lg"/>
          </a:ln>
        </p:spPr>
      </p:sp>
      <p:sp>
        <p:nvSpPr>
          <p:cNvPr id="20503" name="Line 23"/>
          <p:cNvSpPr/>
          <p:nvPr/>
        </p:nvSpPr>
        <p:spPr>
          <a:xfrm>
            <a:off x="4956175" y="5497513"/>
            <a:ext cx="304800" cy="0"/>
          </a:xfrm>
          <a:prstGeom prst="line">
            <a:avLst/>
          </a:prstGeom>
          <a:ln w="25400" cap="sq" cmpd="sng">
            <a:solidFill>
              <a:schemeClr val="bg1"/>
            </a:solidFill>
            <a:prstDash val="solid"/>
            <a:headEnd type="none" w="med" len="med"/>
            <a:tailEnd type="none" w="med" len="med"/>
          </a:ln>
        </p:spPr>
      </p:sp>
      <p:sp>
        <p:nvSpPr>
          <p:cNvPr id="20504" name="Line 24"/>
          <p:cNvSpPr/>
          <p:nvPr/>
        </p:nvSpPr>
        <p:spPr>
          <a:xfrm>
            <a:off x="4989513" y="3902075"/>
            <a:ext cx="304800" cy="0"/>
          </a:xfrm>
          <a:prstGeom prst="line">
            <a:avLst/>
          </a:prstGeom>
          <a:ln w="25400" cap="sq" cmpd="sng">
            <a:solidFill>
              <a:schemeClr val="bg1"/>
            </a:solidFill>
            <a:prstDash val="solid"/>
            <a:headEnd type="none" w="med" len="med"/>
            <a:tailEnd type="none" w="med" len="med"/>
          </a:ln>
        </p:spPr>
      </p:sp>
      <p:sp>
        <p:nvSpPr>
          <p:cNvPr id="20505" name="Line 25"/>
          <p:cNvSpPr/>
          <p:nvPr/>
        </p:nvSpPr>
        <p:spPr>
          <a:xfrm>
            <a:off x="4960938" y="3397250"/>
            <a:ext cx="395287" cy="0"/>
          </a:xfrm>
          <a:prstGeom prst="line">
            <a:avLst/>
          </a:prstGeom>
          <a:ln w="25400" cap="sq" cmpd="sng">
            <a:solidFill>
              <a:schemeClr val="bg1"/>
            </a:solidFill>
            <a:prstDash val="solid"/>
            <a:headEnd type="none" w="med" len="med"/>
            <a:tailEnd type="none" w="med" len="med"/>
          </a:ln>
        </p:spPr>
      </p:sp>
      <p:sp>
        <p:nvSpPr>
          <p:cNvPr id="20506" name="Text Box 26"/>
          <p:cNvSpPr txBox="1"/>
          <p:nvPr/>
        </p:nvSpPr>
        <p:spPr>
          <a:xfrm>
            <a:off x="2360613" y="2697163"/>
            <a:ext cx="762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tx1"/>
                </a:solidFill>
                <a:latin typeface="Arial" panose="020B0604020202020204" pitchFamily="34" charset="0"/>
              </a:rPr>
              <a:t>DB</a:t>
            </a:r>
            <a:endParaRPr lang="en-US" altLang="zh-CN" sz="2000" dirty="0">
              <a:solidFill>
                <a:schemeClr val="tx1"/>
              </a:solidFill>
              <a:latin typeface="Arial" panose="020B0604020202020204" pitchFamily="34" charset="0"/>
            </a:endParaRPr>
          </a:p>
        </p:txBody>
      </p:sp>
      <p:sp>
        <p:nvSpPr>
          <p:cNvPr id="20507" name="Text Box 27"/>
          <p:cNvSpPr txBox="1"/>
          <p:nvPr/>
        </p:nvSpPr>
        <p:spPr>
          <a:xfrm>
            <a:off x="2470150" y="3271838"/>
            <a:ext cx="762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tx1"/>
                </a:solidFill>
                <a:latin typeface="Arial" panose="020B0604020202020204" pitchFamily="34" charset="0"/>
              </a:rPr>
              <a:t>IOW</a:t>
            </a:r>
            <a:endParaRPr lang="en-US" altLang="zh-CN" sz="2000" dirty="0">
              <a:solidFill>
                <a:schemeClr val="tx1"/>
              </a:solidFill>
              <a:latin typeface="Arial" panose="020B0604020202020204" pitchFamily="34" charset="0"/>
            </a:endParaRPr>
          </a:p>
        </p:txBody>
      </p:sp>
      <p:sp>
        <p:nvSpPr>
          <p:cNvPr id="20508" name="Text Box 28"/>
          <p:cNvSpPr txBox="1"/>
          <p:nvPr/>
        </p:nvSpPr>
        <p:spPr>
          <a:xfrm>
            <a:off x="2513013" y="3810000"/>
            <a:ext cx="762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tx1"/>
                </a:solidFill>
                <a:latin typeface="Arial" panose="020B0604020202020204" pitchFamily="34" charset="0"/>
              </a:rPr>
              <a:t>IOR</a:t>
            </a:r>
            <a:endParaRPr lang="en-US" altLang="zh-CN" sz="2000" dirty="0">
              <a:solidFill>
                <a:schemeClr val="tx1"/>
              </a:solidFill>
              <a:latin typeface="Arial" panose="020B0604020202020204" pitchFamily="34" charset="0"/>
            </a:endParaRPr>
          </a:p>
        </p:txBody>
      </p:sp>
      <p:sp>
        <p:nvSpPr>
          <p:cNvPr id="20509" name="Text Box 29"/>
          <p:cNvSpPr txBox="1"/>
          <p:nvPr/>
        </p:nvSpPr>
        <p:spPr>
          <a:xfrm>
            <a:off x="2670175" y="4311650"/>
            <a:ext cx="600075"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tx1"/>
                </a:solidFill>
                <a:latin typeface="Arial" panose="020B0604020202020204" pitchFamily="34" charset="0"/>
              </a:rPr>
              <a:t>A1</a:t>
            </a:r>
            <a:endParaRPr lang="en-US" altLang="zh-CN" sz="2000" dirty="0">
              <a:solidFill>
                <a:schemeClr val="tx1"/>
              </a:solidFill>
              <a:latin typeface="Arial" panose="020B0604020202020204" pitchFamily="34" charset="0"/>
            </a:endParaRPr>
          </a:p>
        </p:txBody>
      </p:sp>
      <p:sp>
        <p:nvSpPr>
          <p:cNvPr id="20510" name="Text Box 30"/>
          <p:cNvSpPr txBox="1"/>
          <p:nvPr/>
        </p:nvSpPr>
        <p:spPr>
          <a:xfrm>
            <a:off x="2670175" y="4752975"/>
            <a:ext cx="600075"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tx1"/>
                </a:solidFill>
                <a:latin typeface="Arial" panose="020B0604020202020204" pitchFamily="34" charset="0"/>
              </a:rPr>
              <a:t>A0</a:t>
            </a:r>
            <a:endParaRPr lang="en-US" altLang="zh-CN" sz="2000" dirty="0">
              <a:solidFill>
                <a:schemeClr val="tx1"/>
              </a:solidFill>
              <a:latin typeface="Arial" panose="020B0604020202020204" pitchFamily="34" charset="0"/>
            </a:endParaRPr>
          </a:p>
        </p:txBody>
      </p:sp>
      <p:sp>
        <p:nvSpPr>
          <p:cNvPr id="20511" name="AutoShape 33"/>
          <p:cNvSpPr/>
          <p:nvPr/>
        </p:nvSpPr>
        <p:spPr>
          <a:xfrm>
            <a:off x="1331913" y="5530850"/>
            <a:ext cx="914400" cy="323850"/>
          </a:xfrm>
          <a:prstGeom prst="rightArrow">
            <a:avLst>
              <a:gd name="adj1" fmla="val 50000"/>
              <a:gd name="adj2" fmla="val 70496"/>
            </a:avLst>
          </a:prstGeom>
          <a:solidFill>
            <a:srgbClr val="FF6600"/>
          </a:solidFill>
          <a:ln w="25400" cap="sq" cmpd="sng">
            <a:solidFill>
              <a:srgbClr val="FF6600"/>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20512" name="Rectangle 34"/>
          <p:cNvSpPr/>
          <p:nvPr/>
        </p:nvSpPr>
        <p:spPr>
          <a:xfrm>
            <a:off x="2274888" y="5226050"/>
            <a:ext cx="990600" cy="838200"/>
          </a:xfrm>
          <a:prstGeom prst="rect">
            <a:avLst/>
          </a:prstGeom>
          <a:solidFill>
            <a:srgbClr val="339966"/>
          </a:solidFill>
          <a:ln w="25400" cap="sq" cmpd="sng">
            <a:solidFill>
              <a:srgbClr val="339966"/>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20513" name="Text Box 31"/>
          <p:cNvSpPr txBox="1"/>
          <p:nvPr/>
        </p:nvSpPr>
        <p:spPr>
          <a:xfrm>
            <a:off x="2274888" y="5378450"/>
            <a:ext cx="1066800" cy="50323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35000"/>
              </a:lnSpc>
              <a:spcBef>
                <a:spcPct val="90000"/>
              </a:spcBef>
              <a:spcAft>
                <a:spcPct val="0"/>
              </a:spcAft>
              <a:buClrTx/>
              <a:buSzTx/>
              <a:buFont typeface="Arial" panose="020B0604020202020204" pitchFamily="34" charset="0"/>
              <a:buNone/>
            </a:pPr>
            <a:r>
              <a:rPr lang="zh-CN" altLang="en-US" sz="2000" dirty="0">
                <a:solidFill>
                  <a:schemeClr val="bg1"/>
                </a:solidFill>
                <a:latin typeface="Arial" panose="020B0604020202020204" pitchFamily="34" charset="0"/>
                <a:ea typeface="宋体" panose="02010600030101010101" pitchFamily="2" charset="-122"/>
              </a:rPr>
              <a:t>译码器</a:t>
            </a:r>
            <a:endParaRPr lang="zh-CN" altLang="en-US" sz="2000" dirty="0">
              <a:solidFill>
                <a:schemeClr val="bg1"/>
              </a:solidFill>
              <a:latin typeface="Arial" panose="020B0604020202020204" pitchFamily="34" charset="0"/>
              <a:ea typeface="宋体" panose="02010600030101010101" pitchFamily="2" charset="-122"/>
            </a:endParaRPr>
          </a:p>
        </p:txBody>
      </p:sp>
      <p:sp>
        <p:nvSpPr>
          <p:cNvPr id="20514" name="Text Box 35"/>
          <p:cNvSpPr txBox="1"/>
          <p:nvPr/>
        </p:nvSpPr>
        <p:spPr>
          <a:xfrm>
            <a:off x="793750" y="4997450"/>
            <a:ext cx="609600" cy="13112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2000" dirty="0">
                <a:solidFill>
                  <a:schemeClr val="tx1"/>
                </a:solidFill>
                <a:latin typeface="Arial" panose="020B0604020202020204" pitchFamily="34" charset="0"/>
                <a:ea typeface="宋体" panose="02010600030101010101" pitchFamily="2" charset="-122"/>
              </a:rPr>
              <a:t>高位地址</a:t>
            </a:r>
            <a:endParaRPr lang="zh-CN" altLang="en-US" sz="2000" dirty="0">
              <a:solidFill>
                <a:schemeClr val="tx1"/>
              </a:solidFill>
              <a:latin typeface="Arial" panose="020B0604020202020204" pitchFamily="34" charset="0"/>
              <a:ea typeface="宋体" panose="02010600030101010101" pitchFamily="2" charset="-122"/>
            </a:endParaRPr>
          </a:p>
        </p:txBody>
      </p:sp>
      <p:sp>
        <p:nvSpPr>
          <p:cNvPr id="20515" name="Text Box 36"/>
          <p:cNvSpPr txBox="1"/>
          <p:nvPr/>
        </p:nvSpPr>
        <p:spPr>
          <a:xfrm>
            <a:off x="7618413" y="4454525"/>
            <a:ext cx="990600" cy="4572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1800" dirty="0">
                <a:solidFill>
                  <a:schemeClr val="tx1"/>
                </a:solidFill>
                <a:latin typeface="Arial" panose="020B0604020202020204" pitchFamily="34" charset="0"/>
                <a:ea typeface="宋体" panose="02010600030101010101" pitchFamily="2" charset="-122"/>
              </a:rPr>
              <a:t>外设</a:t>
            </a:r>
            <a:endParaRPr lang="zh-CN" altLang="en-US" sz="1800" dirty="0">
              <a:solidFill>
                <a:schemeClr val="tx1"/>
              </a:solidFill>
              <a:latin typeface="Arial" panose="020B0604020202020204" pitchFamily="34" charset="0"/>
              <a:ea typeface="宋体" panose="02010600030101010101" pitchFamily="2" charset="-122"/>
            </a:endParaRPr>
          </a:p>
        </p:txBody>
      </p:sp>
      <p:sp>
        <p:nvSpPr>
          <p:cNvPr id="20516" name="Text Box 37"/>
          <p:cNvSpPr txBox="1"/>
          <p:nvPr/>
        </p:nvSpPr>
        <p:spPr>
          <a:xfrm>
            <a:off x="5246688" y="1949450"/>
            <a:ext cx="762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tx1"/>
                </a:solidFill>
                <a:latin typeface="Arial" panose="020B0604020202020204" pitchFamily="34" charset="0"/>
              </a:rPr>
              <a:t>8253</a:t>
            </a:r>
            <a:endParaRPr lang="en-US" altLang="zh-CN" sz="2000" dirty="0">
              <a:solidFill>
                <a:schemeClr val="tx1"/>
              </a:solidFill>
              <a:latin typeface="Arial" panose="020B0604020202020204" pitchFamily="34" charset="0"/>
            </a:endParaRPr>
          </a:p>
        </p:txBody>
      </p:sp>
      <p:sp>
        <p:nvSpPr>
          <p:cNvPr id="20517" name="Line 38"/>
          <p:cNvSpPr/>
          <p:nvPr/>
        </p:nvSpPr>
        <p:spPr>
          <a:xfrm>
            <a:off x="2579688" y="3322638"/>
            <a:ext cx="533400" cy="0"/>
          </a:xfrm>
          <a:prstGeom prst="line">
            <a:avLst/>
          </a:prstGeom>
          <a:ln w="25400" cap="sq" cmpd="sng">
            <a:solidFill>
              <a:schemeClr val="tx1"/>
            </a:solidFill>
            <a:prstDash val="solid"/>
            <a:headEnd type="none" w="med" len="med"/>
            <a:tailEnd type="none" w="med" len="med"/>
          </a:ln>
        </p:spPr>
      </p:sp>
      <p:sp>
        <p:nvSpPr>
          <p:cNvPr id="20518" name="Line 39"/>
          <p:cNvSpPr/>
          <p:nvPr/>
        </p:nvSpPr>
        <p:spPr>
          <a:xfrm>
            <a:off x="2579688" y="3856038"/>
            <a:ext cx="533400" cy="0"/>
          </a:xfrm>
          <a:prstGeom prst="line">
            <a:avLst/>
          </a:prstGeom>
          <a:ln w="25400" cap="sq" cmpd="sng">
            <a:solidFill>
              <a:schemeClr val="tx1"/>
            </a:solidFill>
            <a:prstDash val="solid"/>
            <a:headEnd type="none" w="med" len="med"/>
            <a:tailEnd type="none" w="med" len="med"/>
          </a:ln>
        </p:spPr>
      </p:sp>
      <p:sp>
        <p:nvSpPr>
          <p:cNvPr id="20519" name="Text Box 36"/>
          <p:cNvSpPr txBox="1"/>
          <p:nvPr/>
        </p:nvSpPr>
        <p:spPr>
          <a:xfrm>
            <a:off x="7643813" y="3298825"/>
            <a:ext cx="1285875" cy="40005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2000" dirty="0">
                <a:solidFill>
                  <a:schemeClr val="tx1"/>
                </a:solidFill>
                <a:latin typeface="Arial" panose="020B0604020202020204" pitchFamily="34" charset="0"/>
                <a:ea typeface="宋体" panose="02010600030101010101" pitchFamily="2" charset="-122"/>
              </a:rPr>
              <a:t>外部时钟</a:t>
            </a:r>
            <a:endParaRPr lang="zh-CN" altLang="en-US" sz="2000" dirty="0">
              <a:solidFill>
                <a:schemeClr val="tx1"/>
              </a:solidFill>
              <a:latin typeface="Arial" panose="020B0604020202020204" pitchFamily="34" charset="0"/>
              <a:ea typeface="宋体" panose="02010600030101010101" pitchFamily="2" charset="-122"/>
            </a:endParaRPr>
          </a:p>
        </p:txBody>
      </p:sp>
      <p:sp>
        <p:nvSpPr>
          <p:cNvPr id="20520" name="Text Box 36"/>
          <p:cNvSpPr txBox="1"/>
          <p:nvPr/>
        </p:nvSpPr>
        <p:spPr>
          <a:xfrm>
            <a:off x="7643813" y="3743325"/>
            <a:ext cx="1285875" cy="40005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2000" dirty="0">
                <a:solidFill>
                  <a:schemeClr val="tx1"/>
                </a:solidFill>
                <a:latin typeface="Arial" panose="020B0604020202020204" pitchFamily="34" charset="0"/>
                <a:ea typeface="宋体" panose="02010600030101010101" pitchFamily="2" charset="-122"/>
              </a:rPr>
              <a:t>门控信号</a:t>
            </a:r>
            <a:endParaRPr lang="zh-CN" altLang="en-US" sz="2000" dirty="0">
              <a:solidFill>
                <a:schemeClr val="tx1"/>
              </a:solidFill>
              <a:latin typeface="Arial" panose="020B0604020202020204" pitchFamily="34" charset="0"/>
              <a:ea typeface="宋体" panose="02010600030101010101" pitchFamily="2" charset="-122"/>
            </a:endParaRP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0484"/>
                                        </p:tgtEl>
                                        <p:attrNameLst>
                                          <p:attrName>style.visibility</p:attrName>
                                        </p:attrNameLst>
                                      </p:cBhvr>
                                      <p:to>
                                        <p:strVal val="visible"/>
                                      </p:to>
                                    </p:set>
                                    <p:anim calcmode="lin" valueType="num">
                                      <p:cBhvr additive="base">
                                        <p:cTn id="7" dur="500" fill="hold"/>
                                        <p:tgtEl>
                                          <p:spTgt spid="20484"/>
                                        </p:tgtEl>
                                        <p:attrNameLst>
                                          <p:attrName>ppt_x</p:attrName>
                                        </p:attrNameLst>
                                      </p:cBhvr>
                                      <p:tavLst>
                                        <p:tav tm="0">
                                          <p:val>
                                            <p:strVal val="#ppt_x"/>
                                          </p:val>
                                        </p:tav>
                                        <p:tav tm="100000">
                                          <p:val>
                                            <p:strVal val="#ppt_x"/>
                                          </p:val>
                                        </p:tav>
                                      </p:tavLst>
                                    </p:anim>
                                    <p:anim calcmode="lin" valueType="num">
                                      <p:cBhvr additive="base">
                                        <p:cTn id="8" dur="500" fill="hold"/>
                                        <p:tgtEl>
                                          <p:spTgt spid="2048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0485"/>
                                        </p:tgtEl>
                                        <p:attrNameLst>
                                          <p:attrName>style.visibility</p:attrName>
                                        </p:attrNameLst>
                                      </p:cBhvr>
                                      <p:to>
                                        <p:strVal val="visible"/>
                                      </p:to>
                                    </p:set>
                                    <p:anim calcmode="lin" valueType="num">
                                      <p:cBhvr additive="base">
                                        <p:cTn id="11" dur="500" fill="hold"/>
                                        <p:tgtEl>
                                          <p:spTgt spid="20485"/>
                                        </p:tgtEl>
                                        <p:attrNameLst>
                                          <p:attrName>ppt_x</p:attrName>
                                        </p:attrNameLst>
                                      </p:cBhvr>
                                      <p:tavLst>
                                        <p:tav tm="0">
                                          <p:val>
                                            <p:strVal val="#ppt_x"/>
                                          </p:val>
                                        </p:tav>
                                        <p:tav tm="100000">
                                          <p:val>
                                            <p:strVal val="#ppt_x"/>
                                          </p:val>
                                        </p:tav>
                                      </p:tavLst>
                                    </p:anim>
                                    <p:anim calcmode="lin" valueType="num">
                                      <p:cBhvr additive="base">
                                        <p:cTn id="12" dur="500" fill="hold"/>
                                        <p:tgtEl>
                                          <p:spTgt spid="2048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20486"/>
                                        </p:tgtEl>
                                        <p:attrNameLst>
                                          <p:attrName>style.visibility</p:attrName>
                                        </p:attrNameLst>
                                      </p:cBhvr>
                                      <p:to>
                                        <p:strVal val="visible"/>
                                      </p:to>
                                    </p:set>
                                    <p:anim calcmode="lin" valueType="num">
                                      <p:cBhvr additive="base">
                                        <p:cTn id="15" dur="500" fill="hold"/>
                                        <p:tgtEl>
                                          <p:spTgt spid="20486"/>
                                        </p:tgtEl>
                                        <p:attrNameLst>
                                          <p:attrName>ppt_x</p:attrName>
                                        </p:attrNameLst>
                                      </p:cBhvr>
                                      <p:tavLst>
                                        <p:tav tm="0">
                                          <p:val>
                                            <p:strVal val="#ppt_x"/>
                                          </p:val>
                                        </p:tav>
                                        <p:tav tm="100000">
                                          <p:val>
                                            <p:strVal val="#ppt_x"/>
                                          </p:val>
                                        </p:tav>
                                      </p:tavLst>
                                    </p:anim>
                                    <p:anim calcmode="lin" valueType="num">
                                      <p:cBhvr additive="base">
                                        <p:cTn id="16" dur="500" fill="hold"/>
                                        <p:tgtEl>
                                          <p:spTgt spid="2048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0487"/>
                                        </p:tgtEl>
                                        <p:attrNameLst>
                                          <p:attrName>style.visibility</p:attrName>
                                        </p:attrNameLst>
                                      </p:cBhvr>
                                      <p:to>
                                        <p:strVal val="visible"/>
                                      </p:to>
                                    </p:set>
                                    <p:anim calcmode="lin" valueType="num">
                                      <p:cBhvr additive="base">
                                        <p:cTn id="19" dur="500" fill="hold"/>
                                        <p:tgtEl>
                                          <p:spTgt spid="20487"/>
                                        </p:tgtEl>
                                        <p:attrNameLst>
                                          <p:attrName>ppt_x</p:attrName>
                                        </p:attrNameLst>
                                      </p:cBhvr>
                                      <p:tavLst>
                                        <p:tav tm="0">
                                          <p:val>
                                            <p:strVal val="#ppt_x"/>
                                          </p:val>
                                        </p:tav>
                                        <p:tav tm="100000">
                                          <p:val>
                                            <p:strVal val="#ppt_x"/>
                                          </p:val>
                                        </p:tav>
                                      </p:tavLst>
                                    </p:anim>
                                    <p:anim calcmode="lin" valueType="num">
                                      <p:cBhvr additive="base">
                                        <p:cTn id="20" dur="500" fill="hold"/>
                                        <p:tgtEl>
                                          <p:spTgt spid="2048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0488"/>
                                        </p:tgtEl>
                                        <p:attrNameLst>
                                          <p:attrName>style.visibility</p:attrName>
                                        </p:attrNameLst>
                                      </p:cBhvr>
                                      <p:to>
                                        <p:strVal val="visible"/>
                                      </p:to>
                                    </p:set>
                                    <p:anim calcmode="lin" valueType="num">
                                      <p:cBhvr additive="base">
                                        <p:cTn id="23" dur="500" fill="hold"/>
                                        <p:tgtEl>
                                          <p:spTgt spid="20488"/>
                                        </p:tgtEl>
                                        <p:attrNameLst>
                                          <p:attrName>ppt_x</p:attrName>
                                        </p:attrNameLst>
                                      </p:cBhvr>
                                      <p:tavLst>
                                        <p:tav tm="0">
                                          <p:val>
                                            <p:strVal val="#ppt_x"/>
                                          </p:val>
                                        </p:tav>
                                        <p:tav tm="100000">
                                          <p:val>
                                            <p:strVal val="#ppt_x"/>
                                          </p:val>
                                        </p:tav>
                                      </p:tavLst>
                                    </p:anim>
                                    <p:anim calcmode="lin" valueType="num">
                                      <p:cBhvr additive="base">
                                        <p:cTn id="24" dur="500" fill="hold"/>
                                        <p:tgtEl>
                                          <p:spTgt spid="2048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20489"/>
                                        </p:tgtEl>
                                        <p:attrNameLst>
                                          <p:attrName>style.visibility</p:attrName>
                                        </p:attrNameLst>
                                      </p:cBhvr>
                                      <p:to>
                                        <p:strVal val="visible"/>
                                      </p:to>
                                    </p:set>
                                    <p:anim calcmode="lin" valueType="num">
                                      <p:cBhvr additive="base">
                                        <p:cTn id="27" dur="500" fill="hold"/>
                                        <p:tgtEl>
                                          <p:spTgt spid="20489"/>
                                        </p:tgtEl>
                                        <p:attrNameLst>
                                          <p:attrName>ppt_x</p:attrName>
                                        </p:attrNameLst>
                                      </p:cBhvr>
                                      <p:tavLst>
                                        <p:tav tm="0">
                                          <p:val>
                                            <p:strVal val="#ppt_x"/>
                                          </p:val>
                                        </p:tav>
                                        <p:tav tm="100000">
                                          <p:val>
                                            <p:strVal val="#ppt_x"/>
                                          </p:val>
                                        </p:tav>
                                      </p:tavLst>
                                    </p:anim>
                                    <p:anim calcmode="lin" valueType="num">
                                      <p:cBhvr additive="base">
                                        <p:cTn id="28" dur="500" fill="hold"/>
                                        <p:tgtEl>
                                          <p:spTgt spid="20489"/>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20490"/>
                                        </p:tgtEl>
                                        <p:attrNameLst>
                                          <p:attrName>style.visibility</p:attrName>
                                        </p:attrNameLst>
                                      </p:cBhvr>
                                      <p:to>
                                        <p:strVal val="visible"/>
                                      </p:to>
                                    </p:set>
                                    <p:anim calcmode="lin" valueType="num">
                                      <p:cBhvr additive="base">
                                        <p:cTn id="31" dur="500" fill="hold"/>
                                        <p:tgtEl>
                                          <p:spTgt spid="20490"/>
                                        </p:tgtEl>
                                        <p:attrNameLst>
                                          <p:attrName>ppt_x</p:attrName>
                                        </p:attrNameLst>
                                      </p:cBhvr>
                                      <p:tavLst>
                                        <p:tav tm="0">
                                          <p:val>
                                            <p:strVal val="#ppt_x"/>
                                          </p:val>
                                        </p:tav>
                                        <p:tav tm="100000">
                                          <p:val>
                                            <p:strVal val="#ppt_x"/>
                                          </p:val>
                                        </p:tav>
                                      </p:tavLst>
                                    </p:anim>
                                    <p:anim calcmode="lin" valueType="num">
                                      <p:cBhvr additive="base">
                                        <p:cTn id="32" dur="500" fill="hold"/>
                                        <p:tgtEl>
                                          <p:spTgt spid="20490"/>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20491"/>
                                        </p:tgtEl>
                                        <p:attrNameLst>
                                          <p:attrName>style.visibility</p:attrName>
                                        </p:attrNameLst>
                                      </p:cBhvr>
                                      <p:to>
                                        <p:strVal val="visible"/>
                                      </p:to>
                                    </p:set>
                                    <p:anim calcmode="lin" valueType="num">
                                      <p:cBhvr additive="base">
                                        <p:cTn id="35" dur="500" fill="hold"/>
                                        <p:tgtEl>
                                          <p:spTgt spid="20491"/>
                                        </p:tgtEl>
                                        <p:attrNameLst>
                                          <p:attrName>ppt_x</p:attrName>
                                        </p:attrNameLst>
                                      </p:cBhvr>
                                      <p:tavLst>
                                        <p:tav tm="0">
                                          <p:val>
                                            <p:strVal val="#ppt_x"/>
                                          </p:val>
                                        </p:tav>
                                        <p:tav tm="100000">
                                          <p:val>
                                            <p:strVal val="#ppt_x"/>
                                          </p:val>
                                        </p:tav>
                                      </p:tavLst>
                                    </p:anim>
                                    <p:anim calcmode="lin" valueType="num">
                                      <p:cBhvr additive="base">
                                        <p:cTn id="36" dur="500" fill="hold"/>
                                        <p:tgtEl>
                                          <p:spTgt spid="20491"/>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20492"/>
                                        </p:tgtEl>
                                        <p:attrNameLst>
                                          <p:attrName>style.visibility</p:attrName>
                                        </p:attrNameLst>
                                      </p:cBhvr>
                                      <p:to>
                                        <p:strVal val="visible"/>
                                      </p:to>
                                    </p:set>
                                    <p:anim calcmode="lin" valueType="num">
                                      <p:cBhvr additive="base">
                                        <p:cTn id="39" dur="500" fill="hold"/>
                                        <p:tgtEl>
                                          <p:spTgt spid="20492"/>
                                        </p:tgtEl>
                                        <p:attrNameLst>
                                          <p:attrName>ppt_x</p:attrName>
                                        </p:attrNameLst>
                                      </p:cBhvr>
                                      <p:tavLst>
                                        <p:tav tm="0">
                                          <p:val>
                                            <p:strVal val="#ppt_x"/>
                                          </p:val>
                                        </p:tav>
                                        <p:tav tm="100000">
                                          <p:val>
                                            <p:strVal val="#ppt_x"/>
                                          </p:val>
                                        </p:tav>
                                      </p:tavLst>
                                    </p:anim>
                                    <p:anim calcmode="lin" valueType="num">
                                      <p:cBhvr additive="base">
                                        <p:cTn id="40" dur="500" fill="hold"/>
                                        <p:tgtEl>
                                          <p:spTgt spid="20492"/>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20493"/>
                                        </p:tgtEl>
                                        <p:attrNameLst>
                                          <p:attrName>style.visibility</p:attrName>
                                        </p:attrNameLst>
                                      </p:cBhvr>
                                      <p:to>
                                        <p:strVal val="visible"/>
                                      </p:to>
                                    </p:set>
                                    <p:anim calcmode="lin" valueType="num">
                                      <p:cBhvr additive="base">
                                        <p:cTn id="43" dur="500" fill="hold"/>
                                        <p:tgtEl>
                                          <p:spTgt spid="20493"/>
                                        </p:tgtEl>
                                        <p:attrNameLst>
                                          <p:attrName>ppt_x</p:attrName>
                                        </p:attrNameLst>
                                      </p:cBhvr>
                                      <p:tavLst>
                                        <p:tav tm="0">
                                          <p:val>
                                            <p:strVal val="#ppt_x"/>
                                          </p:val>
                                        </p:tav>
                                        <p:tav tm="100000">
                                          <p:val>
                                            <p:strVal val="#ppt_x"/>
                                          </p:val>
                                        </p:tav>
                                      </p:tavLst>
                                    </p:anim>
                                    <p:anim calcmode="lin" valueType="num">
                                      <p:cBhvr additive="base">
                                        <p:cTn id="44" dur="500" fill="hold"/>
                                        <p:tgtEl>
                                          <p:spTgt spid="20493"/>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20503"/>
                                        </p:tgtEl>
                                        <p:attrNameLst>
                                          <p:attrName>style.visibility</p:attrName>
                                        </p:attrNameLst>
                                      </p:cBhvr>
                                      <p:to>
                                        <p:strVal val="visible"/>
                                      </p:to>
                                    </p:set>
                                    <p:anim calcmode="lin" valueType="num">
                                      <p:cBhvr additive="base">
                                        <p:cTn id="47" dur="500" fill="hold"/>
                                        <p:tgtEl>
                                          <p:spTgt spid="20503"/>
                                        </p:tgtEl>
                                        <p:attrNameLst>
                                          <p:attrName>ppt_x</p:attrName>
                                        </p:attrNameLst>
                                      </p:cBhvr>
                                      <p:tavLst>
                                        <p:tav tm="0">
                                          <p:val>
                                            <p:strVal val="#ppt_x"/>
                                          </p:val>
                                        </p:tav>
                                        <p:tav tm="100000">
                                          <p:val>
                                            <p:strVal val="#ppt_x"/>
                                          </p:val>
                                        </p:tav>
                                      </p:tavLst>
                                    </p:anim>
                                    <p:anim calcmode="lin" valueType="num">
                                      <p:cBhvr additive="base">
                                        <p:cTn id="48" dur="500" fill="hold"/>
                                        <p:tgtEl>
                                          <p:spTgt spid="20503"/>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20504"/>
                                        </p:tgtEl>
                                        <p:attrNameLst>
                                          <p:attrName>style.visibility</p:attrName>
                                        </p:attrNameLst>
                                      </p:cBhvr>
                                      <p:to>
                                        <p:strVal val="visible"/>
                                      </p:to>
                                    </p:set>
                                    <p:anim calcmode="lin" valueType="num">
                                      <p:cBhvr additive="base">
                                        <p:cTn id="51" dur="500" fill="hold"/>
                                        <p:tgtEl>
                                          <p:spTgt spid="20504"/>
                                        </p:tgtEl>
                                        <p:attrNameLst>
                                          <p:attrName>ppt_x</p:attrName>
                                        </p:attrNameLst>
                                      </p:cBhvr>
                                      <p:tavLst>
                                        <p:tav tm="0">
                                          <p:val>
                                            <p:strVal val="#ppt_x"/>
                                          </p:val>
                                        </p:tav>
                                        <p:tav tm="100000">
                                          <p:val>
                                            <p:strVal val="#ppt_x"/>
                                          </p:val>
                                        </p:tav>
                                      </p:tavLst>
                                    </p:anim>
                                    <p:anim calcmode="lin" valueType="num">
                                      <p:cBhvr additive="base">
                                        <p:cTn id="52" dur="500" fill="hold"/>
                                        <p:tgtEl>
                                          <p:spTgt spid="20504"/>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20505"/>
                                        </p:tgtEl>
                                        <p:attrNameLst>
                                          <p:attrName>style.visibility</p:attrName>
                                        </p:attrNameLst>
                                      </p:cBhvr>
                                      <p:to>
                                        <p:strVal val="visible"/>
                                      </p:to>
                                    </p:set>
                                    <p:anim calcmode="lin" valueType="num">
                                      <p:cBhvr additive="base">
                                        <p:cTn id="55" dur="500" fill="hold"/>
                                        <p:tgtEl>
                                          <p:spTgt spid="20505"/>
                                        </p:tgtEl>
                                        <p:attrNameLst>
                                          <p:attrName>ppt_x</p:attrName>
                                        </p:attrNameLst>
                                      </p:cBhvr>
                                      <p:tavLst>
                                        <p:tav tm="0">
                                          <p:val>
                                            <p:strVal val="#ppt_x"/>
                                          </p:val>
                                        </p:tav>
                                        <p:tav tm="100000">
                                          <p:val>
                                            <p:strVal val="#ppt_x"/>
                                          </p:val>
                                        </p:tav>
                                      </p:tavLst>
                                    </p:anim>
                                    <p:anim calcmode="lin" valueType="num">
                                      <p:cBhvr additive="base">
                                        <p:cTn id="56" dur="500" fill="hold"/>
                                        <p:tgtEl>
                                          <p:spTgt spid="20505"/>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0516"/>
                                        </p:tgtEl>
                                        <p:attrNameLst>
                                          <p:attrName>style.visibility</p:attrName>
                                        </p:attrNameLst>
                                      </p:cBhvr>
                                      <p:to>
                                        <p:strVal val="visible"/>
                                      </p:to>
                                    </p:set>
                                    <p:anim calcmode="lin" valueType="num">
                                      <p:cBhvr additive="base">
                                        <p:cTn id="59" dur="500" fill="hold"/>
                                        <p:tgtEl>
                                          <p:spTgt spid="20516"/>
                                        </p:tgtEl>
                                        <p:attrNameLst>
                                          <p:attrName>ppt_x</p:attrName>
                                        </p:attrNameLst>
                                      </p:cBhvr>
                                      <p:tavLst>
                                        <p:tav tm="0">
                                          <p:val>
                                            <p:strVal val="#ppt_x"/>
                                          </p:val>
                                        </p:tav>
                                        <p:tav tm="100000">
                                          <p:val>
                                            <p:strVal val="#ppt_x"/>
                                          </p:val>
                                        </p:tav>
                                      </p:tavLst>
                                    </p:anim>
                                    <p:anim calcmode="lin" valueType="num">
                                      <p:cBhvr additive="base">
                                        <p:cTn id="60" dur="500" fill="hold"/>
                                        <p:tgtEl>
                                          <p:spTgt spid="20516"/>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55" presetClass="entr" presetSubtype="0" fill="hold" grpId="0" nodeType="clickEffect">
                                  <p:stCondLst>
                                    <p:cond delay="0"/>
                                  </p:stCondLst>
                                  <p:childTnLst>
                                    <p:set>
                                      <p:cBhvr>
                                        <p:cTn id="64" dur="1" fill="hold">
                                          <p:stCondLst>
                                            <p:cond delay="0"/>
                                          </p:stCondLst>
                                        </p:cTn>
                                        <p:tgtEl>
                                          <p:spTgt spid="20494"/>
                                        </p:tgtEl>
                                        <p:attrNameLst>
                                          <p:attrName>style.visibility</p:attrName>
                                        </p:attrNameLst>
                                      </p:cBhvr>
                                      <p:to>
                                        <p:strVal val="visible"/>
                                      </p:to>
                                    </p:set>
                                    <p:anim calcmode="lin" valueType="num">
                                      <p:cBhvr>
                                        <p:cTn id="65" dur="1000" fill="hold"/>
                                        <p:tgtEl>
                                          <p:spTgt spid="20494"/>
                                        </p:tgtEl>
                                        <p:attrNameLst>
                                          <p:attrName>ppt_w</p:attrName>
                                        </p:attrNameLst>
                                      </p:cBhvr>
                                      <p:tavLst>
                                        <p:tav tm="0">
                                          <p:val>
                                            <p:strVal val="#ppt_w*0.70"/>
                                          </p:val>
                                        </p:tav>
                                        <p:tav tm="100000">
                                          <p:val>
                                            <p:strVal val="#ppt_w"/>
                                          </p:val>
                                        </p:tav>
                                      </p:tavLst>
                                    </p:anim>
                                    <p:anim calcmode="lin" valueType="num">
                                      <p:cBhvr>
                                        <p:cTn id="66" dur="1000" fill="hold"/>
                                        <p:tgtEl>
                                          <p:spTgt spid="20494"/>
                                        </p:tgtEl>
                                        <p:attrNameLst>
                                          <p:attrName>ppt_h</p:attrName>
                                        </p:attrNameLst>
                                      </p:cBhvr>
                                      <p:tavLst>
                                        <p:tav tm="0">
                                          <p:val>
                                            <p:strVal val="#ppt_h"/>
                                          </p:val>
                                        </p:tav>
                                        <p:tav tm="100000">
                                          <p:val>
                                            <p:strVal val="#ppt_h"/>
                                          </p:val>
                                        </p:tav>
                                      </p:tavLst>
                                    </p:anim>
                                    <p:animEffect transition="in" filter="fade">
                                      <p:cBhvr>
                                        <p:cTn id="67" dur="1000"/>
                                        <p:tgtEl>
                                          <p:spTgt spid="20494"/>
                                        </p:tgtEl>
                                      </p:cBhvr>
                                    </p:animEffect>
                                  </p:childTnLst>
                                </p:cTn>
                              </p:par>
                            </p:childTnLst>
                          </p:cTn>
                        </p:par>
                        <p:par>
                          <p:cTn id="68" fill="hold">
                            <p:stCondLst>
                              <p:cond delay="1000"/>
                            </p:stCondLst>
                            <p:childTnLst>
                              <p:par>
                                <p:cTn id="69" presetID="3" presetClass="entr" presetSubtype="10" fill="hold" grpId="0" nodeType="afterEffect">
                                  <p:stCondLst>
                                    <p:cond delay="0"/>
                                  </p:stCondLst>
                                  <p:childTnLst>
                                    <p:set>
                                      <p:cBhvr>
                                        <p:cTn id="70" dur="1" fill="hold">
                                          <p:stCondLst>
                                            <p:cond delay="0"/>
                                          </p:stCondLst>
                                        </p:cTn>
                                        <p:tgtEl>
                                          <p:spTgt spid="20506"/>
                                        </p:tgtEl>
                                        <p:attrNameLst>
                                          <p:attrName>style.visibility</p:attrName>
                                        </p:attrNameLst>
                                      </p:cBhvr>
                                      <p:to>
                                        <p:strVal val="visible"/>
                                      </p:to>
                                    </p:set>
                                    <p:animEffect transition="in" filter="blinds(horizontal)">
                                      <p:cBhvr>
                                        <p:cTn id="71" dur="500"/>
                                        <p:tgtEl>
                                          <p:spTgt spid="20506"/>
                                        </p:tgtEl>
                                      </p:cBhvr>
                                    </p:animEffect>
                                  </p:childTnLst>
                                </p:cTn>
                              </p:par>
                            </p:childTnLst>
                          </p:cTn>
                        </p:par>
                      </p:childTnLst>
                    </p:cTn>
                  </p:par>
                  <p:par>
                    <p:cTn id="72" fill="hold">
                      <p:stCondLst>
                        <p:cond delay="indefinite"/>
                      </p:stCondLst>
                      <p:childTnLst>
                        <p:par>
                          <p:cTn id="73" fill="hold">
                            <p:stCondLst>
                              <p:cond delay="0"/>
                            </p:stCondLst>
                            <p:childTnLst>
                              <p:par>
                                <p:cTn id="74" presetID="5" presetClass="entr" presetSubtype="10" fill="hold" grpId="0" nodeType="clickEffect">
                                  <p:stCondLst>
                                    <p:cond delay="0"/>
                                  </p:stCondLst>
                                  <p:childTnLst>
                                    <p:set>
                                      <p:cBhvr>
                                        <p:cTn id="75" dur="1" fill="hold">
                                          <p:stCondLst>
                                            <p:cond delay="0"/>
                                          </p:stCondLst>
                                        </p:cTn>
                                        <p:tgtEl>
                                          <p:spTgt spid="20507"/>
                                        </p:tgtEl>
                                        <p:attrNameLst>
                                          <p:attrName>style.visibility</p:attrName>
                                        </p:attrNameLst>
                                      </p:cBhvr>
                                      <p:to>
                                        <p:strVal val="visible"/>
                                      </p:to>
                                    </p:set>
                                    <p:animEffect transition="in" filter="checkerboard(across)">
                                      <p:cBhvr>
                                        <p:cTn id="76" dur="500"/>
                                        <p:tgtEl>
                                          <p:spTgt spid="20507"/>
                                        </p:tgtEl>
                                      </p:cBhvr>
                                    </p:animEffect>
                                  </p:childTnLst>
                                </p:cTn>
                              </p:par>
                              <p:par>
                                <p:cTn id="77" presetID="5" presetClass="entr" presetSubtype="10" fill="hold" nodeType="withEffect">
                                  <p:stCondLst>
                                    <p:cond delay="0"/>
                                  </p:stCondLst>
                                  <p:childTnLst>
                                    <p:set>
                                      <p:cBhvr>
                                        <p:cTn id="78" dur="1" fill="hold">
                                          <p:stCondLst>
                                            <p:cond delay="0"/>
                                          </p:stCondLst>
                                        </p:cTn>
                                        <p:tgtEl>
                                          <p:spTgt spid="20517"/>
                                        </p:tgtEl>
                                        <p:attrNameLst>
                                          <p:attrName>style.visibility</p:attrName>
                                        </p:attrNameLst>
                                      </p:cBhvr>
                                      <p:to>
                                        <p:strVal val="visible"/>
                                      </p:to>
                                    </p:set>
                                    <p:animEffect transition="in" filter="checkerboard(across)">
                                      <p:cBhvr>
                                        <p:cTn id="79" dur="500"/>
                                        <p:tgtEl>
                                          <p:spTgt spid="20517"/>
                                        </p:tgtEl>
                                      </p:cBhvr>
                                    </p:animEffect>
                                  </p:childTnLst>
                                </p:cTn>
                              </p:par>
                            </p:childTnLst>
                          </p:cTn>
                        </p:par>
                        <p:par>
                          <p:cTn id="80" fill="hold">
                            <p:stCondLst>
                              <p:cond delay="500"/>
                            </p:stCondLst>
                            <p:childTnLst>
                              <p:par>
                                <p:cTn id="81" presetID="22" presetClass="entr" presetSubtype="8" fill="hold" nodeType="afterEffect">
                                  <p:stCondLst>
                                    <p:cond delay="0"/>
                                  </p:stCondLst>
                                  <p:childTnLst>
                                    <p:set>
                                      <p:cBhvr>
                                        <p:cTn id="82" dur="1" fill="hold">
                                          <p:stCondLst>
                                            <p:cond delay="0"/>
                                          </p:stCondLst>
                                        </p:cTn>
                                        <p:tgtEl>
                                          <p:spTgt spid="20495"/>
                                        </p:tgtEl>
                                        <p:attrNameLst>
                                          <p:attrName>style.visibility</p:attrName>
                                        </p:attrNameLst>
                                      </p:cBhvr>
                                      <p:to>
                                        <p:strVal val="visible"/>
                                      </p:to>
                                    </p:set>
                                    <p:animEffect transition="in" filter="wipe(left)">
                                      <p:cBhvr>
                                        <p:cTn id="83" dur="500"/>
                                        <p:tgtEl>
                                          <p:spTgt spid="20495"/>
                                        </p:tgtEl>
                                      </p:cBhvr>
                                    </p:animEffect>
                                  </p:childTnLst>
                                </p:cTn>
                              </p:par>
                            </p:childTnLst>
                          </p:cTn>
                        </p:par>
                      </p:childTnLst>
                    </p:cTn>
                  </p:par>
                  <p:par>
                    <p:cTn id="84" fill="hold">
                      <p:stCondLst>
                        <p:cond delay="indefinite"/>
                      </p:stCondLst>
                      <p:childTnLst>
                        <p:par>
                          <p:cTn id="85" fill="hold">
                            <p:stCondLst>
                              <p:cond delay="0"/>
                            </p:stCondLst>
                            <p:childTnLst>
                              <p:par>
                                <p:cTn id="86" presetID="3" presetClass="entr" presetSubtype="10" fill="hold" grpId="0" nodeType="clickEffect">
                                  <p:stCondLst>
                                    <p:cond delay="0"/>
                                  </p:stCondLst>
                                  <p:childTnLst>
                                    <p:set>
                                      <p:cBhvr>
                                        <p:cTn id="87" dur="1" fill="hold">
                                          <p:stCondLst>
                                            <p:cond delay="0"/>
                                          </p:stCondLst>
                                        </p:cTn>
                                        <p:tgtEl>
                                          <p:spTgt spid="20508"/>
                                        </p:tgtEl>
                                        <p:attrNameLst>
                                          <p:attrName>style.visibility</p:attrName>
                                        </p:attrNameLst>
                                      </p:cBhvr>
                                      <p:to>
                                        <p:strVal val="visible"/>
                                      </p:to>
                                    </p:set>
                                    <p:animEffect transition="in" filter="blinds(horizontal)">
                                      <p:cBhvr>
                                        <p:cTn id="88" dur="500"/>
                                        <p:tgtEl>
                                          <p:spTgt spid="20508"/>
                                        </p:tgtEl>
                                      </p:cBhvr>
                                    </p:animEffect>
                                  </p:childTnLst>
                                </p:cTn>
                              </p:par>
                              <p:par>
                                <p:cTn id="89" presetID="3" presetClass="entr" presetSubtype="10" fill="hold" nodeType="withEffect">
                                  <p:stCondLst>
                                    <p:cond delay="0"/>
                                  </p:stCondLst>
                                  <p:childTnLst>
                                    <p:set>
                                      <p:cBhvr>
                                        <p:cTn id="90" dur="1" fill="hold">
                                          <p:stCondLst>
                                            <p:cond delay="0"/>
                                          </p:stCondLst>
                                        </p:cTn>
                                        <p:tgtEl>
                                          <p:spTgt spid="20518"/>
                                        </p:tgtEl>
                                        <p:attrNameLst>
                                          <p:attrName>style.visibility</p:attrName>
                                        </p:attrNameLst>
                                      </p:cBhvr>
                                      <p:to>
                                        <p:strVal val="visible"/>
                                      </p:to>
                                    </p:set>
                                    <p:animEffect transition="in" filter="blinds(horizontal)">
                                      <p:cBhvr>
                                        <p:cTn id="91" dur="500"/>
                                        <p:tgtEl>
                                          <p:spTgt spid="20518"/>
                                        </p:tgtEl>
                                      </p:cBhvr>
                                    </p:animEffect>
                                  </p:childTnLst>
                                </p:cTn>
                              </p:par>
                            </p:childTnLst>
                          </p:cTn>
                        </p:par>
                        <p:par>
                          <p:cTn id="92" fill="hold">
                            <p:stCondLst>
                              <p:cond delay="500"/>
                            </p:stCondLst>
                            <p:childTnLst>
                              <p:par>
                                <p:cTn id="93" presetID="22" presetClass="entr" presetSubtype="8" fill="hold" nodeType="afterEffect">
                                  <p:stCondLst>
                                    <p:cond delay="0"/>
                                  </p:stCondLst>
                                  <p:childTnLst>
                                    <p:set>
                                      <p:cBhvr>
                                        <p:cTn id="94" dur="1" fill="hold">
                                          <p:stCondLst>
                                            <p:cond delay="0"/>
                                          </p:stCondLst>
                                        </p:cTn>
                                        <p:tgtEl>
                                          <p:spTgt spid="20496"/>
                                        </p:tgtEl>
                                        <p:attrNameLst>
                                          <p:attrName>style.visibility</p:attrName>
                                        </p:attrNameLst>
                                      </p:cBhvr>
                                      <p:to>
                                        <p:strVal val="visible"/>
                                      </p:to>
                                    </p:set>
                                    <p:animEffect transition="in" filter="wipe(left)">
                                      <p:cBhvr>
                                        <p:cTn id="95" dur="500"/>
                                        <p:tgtEl>
                                          <p:spTgt spid="20496"/>
                                        </p:tgtEl>
                                      </p:cBhvr>
                                    </p:animEffect>
                                  </p:childTnLst>
                                </p:cTn>
                              </p:par>
                            </p:childTnLst>
                          </p:cTn>
                        </p:par>
                      </p:childTnLst>
                    </p:cTn>
                  </p:par>
                  <p:par>
                    <p:cTn id="96" fill="hold">
                      <p:stCondLst>
                        <p:cond delay="indefinite"/>
                      </p:stCondLst>
                      <p:childTnLst>
                        <p:par>
                          <p:cTn id="97" fill="hold">
                            <p:stCondLst>
                              <p:cond delay="0"/>
                            </p:stCondLst>
                            <p:childTnLst>
                              <p:par>
                                <p:cTn id="98" presetID="3" presetClass="entr" presetSubtype="10" fill="hold" grpId="0" nodeType="clickEffect">
                                  <p:stCondLst>
                                    <p:cond delay="0"/>
                                  </p:stCondLst>
                                  <p:childTnLst>
                                    <p:set>
                                      <p:cBhvr>
                                        <p:cTn id="99" dur="1" fill="hold">
                                          <p:stCondLst>
                                            <p:cond delay="0"/>
                                          </p:stCondLst>
                                        </p:cTn>
                                        <p:tgtEl>
                                          <p:spTgt spid="20509"/>
                                        </p:tgtEl>
                                        <p:attrNameLst>
                                          <p:attrName>style.visibility</p:attrName>
                                        </p:attrNameLst>
                                      </p:cBhvr>
                                      <p:to>
                                        <p:strVal val="visible"/>
                                      </p:to>
                                    </p:set>
                                    <p:animEffect transition="in" filter="blinds(horizontal)">
                                      <p:cBhvr>
                                        <p:cTn id="100" dur="500"/>
                                        <p:tgtEl>
                                          <p:spTgt spid="20509"/>
                                        </p:tgtEl>
                                      </p:cBhvr>
                                    </p:animEffect>
                                  </p:childTnLst>
                                </p:cTn>
                              </p:par>
                              <p:par>
                                <p:cTn id="101" presetID="3" presetClass="entr" presetSubtype="10" fill="hold" grpId="0" nodeType="withEffect">
                                  <p:stCondLst>
                                    <p:cond delay="0"/>
                                  </p:stCondLst>
                                  <p:childTnLst>
                                    <p:set>
                                      <p:cBhvr>
                                        <p:cTn id="102" dur="1" fill="hold">
                                          <p:stCondLst>
                                            <p:cond delay="0"/>
                                          </p:stCondLst>
                                        </p:cTn>
                                        <p:tgtEl>
                                          <p:spTgt spid="20510"/>
                                        </p:tgtEl>
                                        <p:attrNameLst>
                                          <p:attrName>style.visibility</p:attrName>
                                        </p:attrNameLst>
                                      </p:cBhvr>
                                      <p:to>
                                        <p:strVal val="visible"/>
                                      </p:to>
                                    </p:set>
                                    <p:animEffect transition="in" filter="blinds(horizontal)">
                                      <p:cBhvr>
                                        <p:cTn id="103" dur="500"/>
                                        <p:tgtEl>
                                          <p:spTgt spid="20510"/>
                                        </p:tgtEl>
                                      </p:cBhvr>
                                    </p:animEffect>
                                  </p:childTnLst>
                                </p:cTn>
                              </p:par>
                            </p:childTnLst>
                          </p:cTn>
                        </p:par>
                        <p:par>
                          <p:cTn id="104" fill="hold">
                            <p:stCondLst>
                              <p:cond delay="500"/>
                            </p:stCondLst>
                            <p:childTnLst>
                              <p:par>
                                <p:cTn id="105" presetID="22" presetClass="entr" presetSubtype="8" fill="hold" nodeType="afterEffect">
                                  <p:stCondLst>
                                    <p:cond delay="0"/>
                                  </p:stCondLst>
                                  <p:childTnLst>
                                    <p:set>
                                      <p:cBhvr>
                                        <p:cTn id="106" dur="1" fill="hold">
                                          <p:stCondLst>
                                            <p:cond delay="0"/>
                                          </p:stCondLst>
                                        </p:cTn>
                                        <p:tgtEl>
                                          <p:spTgt spid="20497"/>
                                        </p:tgtEl>
                                        <p:attrNameLst>
                                          <p:attrName>style.visibility</p:attrName>
                                        </p:attrNameLst>
                                      </p:cBhvr>
                                      <p:to>
                                        <p:strVal val="visible"/>
                                      </p:to>
                                    </p:set>
                                    <p:animEffect transition="in" filter="wipe(left)">
                                      <p:cBhvr>
                                        <p:cTn id="107" dur="500"/>
                                        <p:tgtEl>
                                          <p:spTgt spid="20497"/>
                                        </p:tgtEl>
                                      </p:cBhvr>
                                    </p:animEffect>
                                  </p:childTnLst>
                                </p:cTn>
                              </p:par>
                            </p:childTnLst>
                          </p:cTn>
                        </p:par>
                        <p:par>
                          <p:cTn id="108" fill="hold">
                            <p:stCondLst>
                              <p:cond delay="1000"/>
                            </p:stCondLst>
                            <p:childTnLst>
                              <p:par>
                                <p:cTn id="109" presetID="22" presetClass="entr" presetSubtype="8" fill="hold" nodeType="afterEffect">
                                  <p:stCondLst>
                                    <p:cond delay="0"/>
                                  </p:stCondLst>
                                  <p:childTnLst>
                                    <p:set>
                                      <p:cBhvr>
                                        <p:cTn id="110" dur="1" fill="hold">
                                          <p:stCondLst>
                                            <p:cond delay="0"/>
                                          </p:stCondLst>
                                        </p:cTn>
                                        <p:tgtEl>
                                          <p:spTgt spid="20498"/>
                                        </p:tgtEl>
                                        <p:attrNameLst>
                                          <p:attrName>style.visibility</p:attrName>
                                        </p:attrNameLst>
                                      </p:cBhvr>
                                      <p:to>
                                        <p:strVal val="visible"/>
                                      </p:to>
                                    </p:set>
                                    <p:animEffect transition="in" filter="wipe(left)">
                                      <p:cBhvr>
                                        <p:cTn id="111" dur="500"/>
                                        <p:tgtEl>
                                          <p:spTgt spid="20498"/>
                                        </p:tgtEl>
                                      </p:cBhvr>
                                    </p:animEffect>
                                  </p:childTnLst>
                                </p:cTn>
                              </p:par>
                            </p:childTnLst>
                          </p:cTn>
                        </p:par>
                      </p:childTnLst>
                    </p:cTn>
                  </p:par>
                  <p:par>
                    <p:cTn id="112" fill="hold">
                      <p:stCondLst>
                        <p:cond delay="indefinite"/>
                      </p:stCondLst>
                      <p:childTnLst>
                        <p:par>
                          <p:cTn id="113" fill="hold">
                            <p:stCondLst>
                              <p:cond delay="0"/>
                            </p:stCondLst>
                            <p:childTnLst>
                              <p:par>
                                <p:cTn id="114" presetID="22" presetClass="entr" presetSubtype="8" fill="hold" nodeType="clickEffect">
                                  <p:stCondLst>
                                    <p:cond delay="0"/>
                                  </p:stCondLst>
                                  <p:childTnLst>
                                    <p:set>
                                      <p:cBhvr>
                                        <p:cTn id="115" dur="1" fill="hold">
                                          <p:stCondLst>
                                            <p:cond delay="0"/>
                                          </p:stCondLst>
                                        </p:cTn>
                                        <p:tgtEl>
                                          <p:spTgt spid="20499"/>
                                        </p:tgtEl>
                                        <p:attrNameLst>
                                          <p:attrName>style.visibility</p:attrName>
                                        </p:attrNameLst>
                                      </p:cBhvr>
                                      <p:to>
                                        <p:strVal val="visible"/>
                                      </p:to>
                                    </p:set>
                                    <p:animEffect transition="in" filter="wipe(left)">
                                      <p:cBhvr>
                                        <p:cTn id="116" dur="500"/>
                                        <p:tgtEl>
                                          <p:spTgt spid="20499"/>
                                        </p:tgtEl>
                                      </p:cBhvr>
                                    </p:animEffect>
                                  </p:childTnLst>
                                </p:cTn>
                              </p:par>
                            </p:childTnLst>
                          </p:cTn>
                        </p:par>
                      </p:childTnLst>
                    </p:cTn>
                  </p:par>
                  <p:par>
                    <p:cTn id="117" fill="hold">
                      <p:stCondLst>
                        <p:cond delay="indefinite"/>
                      </p:stCondLst>
                      <p:childTnLst>
                        <p:par>
                          <p:cTn id="118" fill="hold">
                            <p:stCondLst>
                              <p:cond delay="0"/>
                            </p:stCondLst>
                            <p:childTnLst>
                              <p:par>
                                <p:cTn id="119" presetID="3" presetClass="entr" presetSubtype="10" fill="hold" grpId="0" nodeType="clickEffect">
                                  <p:stCondLst>
                                    <p:cond delay="0"/>
                                  </p:stCondLst>
                                  <p:childTnLst>
                                    <p:set>
                                      <p:cBhvr>
                                        <p:cTn id="120" dur="1" fill="hold">
                                          <p:stCondLst>
                                            <p:cond delay="0"/>
                                          </p:stCondLst>
                                        </p:cTn>
                                        <p:tgtEl>
                                          <p:spTgt spid="20512"/>
                                        </p:tgtEl>
                                        <p:attrNameLst>
                                          <p:attrName>style.visibility</p:attrName>
                                        </p:attrNameLst>
                                      </p:cBhvr>
                                      <p:to>
                                        <p:strVal val="visible"/>
                                      </p:to>
                                    </p:set>
                                    <p:animEffect transition="in" filter="blinds(horizontal)">
                                      <p:cBhvr>
                                        <p:cTn id="121" dur="500"/>
                                        <p:tgtEl>
                                          <p:spTgt spid="20512"/>
                                        </p:tgtEl>
                                      </p:cBhvr>
                                    </p:animEffect>
                                  </p:childTnLst>
                                </p:cTn>
                              </p:par>
                              <p:par>
                                <p:cTn id="122" presetID="3" presetClass="entr" presetSubtype="10" fill="hold" grpId="0" nodeType="withEffect">
                                  <p:stCondLst>
                                    <p:cond delay="0"/>
                                  </p:stCondLst>
                                  <p:childTnLst>
                                    <p:set>
                                      <p:cBhvr>
                                        <p:cTn id="123" dur="1" fill="hold">
                                          <p:stCondLst>
                                            <p:cond delay="0"/>
                                          </p:stCondLst>
                                        </p:cTn>
                                        <p:tgtEl>
                                          <p:spTgt spid="20513"/>
                                        </p:tgtEl>
                                        <p:attrNameLst>
                                          <p:attrName>style.visibility</p:attrName>
                                        </p:attrNameLst>
                                      </p:cBhvr>
                                      <p:to>
                                        <p:strVal val="visible"/>
                                      </p:to>
                                    </p:set>
                                    <p:animEffect transition="in" filter="blinds(horizontal)">
                                      <p:cBhvr>
                                        <p:cTn id="124" dur="500"/>
                                        <p:tgtEl>
                                          <p:spTgt spid="20513"/>
                                        </p:tgtEl>
                                      </p:cBhvr>
                                    </p:animEffect>
                                  </p:childTnLst>
                                </p:cTn>
                              </p:par>
                            </p:childTnLst>
                          </p:cTn>
                        </p:par>
                        <p:par>
                          <p:cTn id="125" fill="hold">
                            <p:stCondLst>
                              <p:cond delay="500"/>
                            </p:stCondLst>
                            <p:childTnLst>
                              <p:par>
                                <p:cTn id="126" presetID="22" presetClass="entr" presetSubtype="8" fill="hold" grpId="0" nodeType="afterEffect">
                                  <p:stCondLst>
                                    <p:cond delay="0"/>
                                  </p:stCondLst>
                                  <p:childTnLst>
                                    <p:set>
                                      <p:cBhvr>
                                        <p:cTn id="127" dur="1" fill="hold">
                                          <p:stCondLst>
                                            <p:cond delay="0"/>
                                          </p:stCondLst>
                                        </p:cTn>
                                        <p:tgtEl>
                                          <p:spTgt spid="20511"/>
                                        </p:tgtEl>
                                        <p:attrNameLst>
                                          <p:attrName>style.visibility</p:attrName>
                                        </p:attrNameLst>
                                      </p:cBhvr>
                                      <p:to>
                                        <p:strVal val="visible"/>
                                      </p:to>
                                    </p:set>
                                    <p:animEffect transition="in" filter="wipe(left)">
                                      <p:cBhvr>
                                        <p:cTn id="128" dur="500"/>
                                        <p:tgtEl>
                                          <p:spTgt spid="20511"/>
                                        </p:tgtEl>
                                      </p:cBhvr>
                                    </p:animEffect>
                                  </p:childTnLst>
                                </p:cTn>
                              </p:par>
                            </p:childTnLst>
                          </p:cTn>
                        </p:par>
                        <p:par>
                          <p:cTn id="129" fill="hold">
                            <p:stCondLst>
                              <p:cond delay="1000"/>
                            </p:stCondLst>
                            <p:childTnLst>
                              <p:par>
                                <p:cTn id="130" presetID="22" presetClass="entr" presetSubtype="1" fill="hold" grpId="0" nodeType="afterEffect">
                                  <p:stCondLst>
                                    <p:cond delay="0"/>
                                  </p:stCondLst>
                                  <p:childTnLst>
                                    <p:set>
                                      <p:cBhvr>
                                        <p:cTn id="131" dur="1" fill="hold">
                                          <p:stCondLst>
                                            <p:cond delay="0"/>
                                          </p:stCondLst>
                                        </p:cTn>
                                        <p:tgtEl>
                                          <p:spTgt spid="20514"/>
                                        </p:tgtEl>
                                        <p:attrNameLst>
                                          <p:attrName>style.visibility</p:attrName>
                                        </p:attrNameLst>
                                      </p:cBhvr>
                                      <p:to>
                                        <p:strVal val="visible"/>
                                      </p:to>
                                    </p:set>
                                    <p:animEffect transition="in" filter="wipe(up)">
                                      <p:cBhvr>
                                        <p:cTn id="132" dur="500"/>
                                        <p:tgtEl>
                                          <p:spTgt spid="20514"/>
                                        </p:tgtEl>
                                      </p:cBhvr>
                                    </p:animEffect>
                                  </p:childTnLst>
                                </p:cTn>
                              </p:par>
                            </p:childTnLst>
                          </p:cTn>
                        </p:par>
                      </p:childTnLst>
                    </p:cTn>
                  </p:par>
                  <p:par>
                    <p:cTn id="133" fill="hold">
                      <p:stCondLst>
                        <p:cond delay="indefinite"/>
                      </p:stCondLst>
                      <p:childTnLst>
                        <p:par>
                          <p:cTn id="134" fill="hold">
                            <p:stCondLst>
                              <p:cond delay="0"/>
                            </p:stCondLst>
                            <p:childTnLst>
                              <p:par>
                                <p:cTn id="135" presetID="22" presetClass="entr" presetSubtype="2" fill="hold" nodeType="clickEffect">
                                  <p:stCondLst>
                                    <p:cond delay="0"/>
                                  </p:stCondLst>
                                  <p:childTnLst>
                                    <p:set>
                                      <p:cBhvr>
                                        <p:cTn id="136" dur="1" fill="hold">
                                          <p:stCondLst>
                                            <p:cond delay="0"/>
                                          </p:stCondLst>
                                        </p:cTn>
                                        <p:tgtEl>
                                          <p:spTgt spid="20500"/>
                                        </p:tgtEl>
                                        <p:attrNameLst>
                                          <p:attrName>style.visibility</p:attrName>
                                        </p:attrNameLst>
                                      </p:cBhvr>
                                      <p:to>
                                        <p:strVal val="visible"/>
                                      </p:to>
                                    </p:set>
                                    <p:animEffect transition="in" filter="wipe(right)">
                                      <p:cBhvr>
                                        <p:cTn id="137" dur="500"/>
                                        <p:tgtEl>
                                          <p:spTgt spid="20500"/>
                                        </p:tgtEl>
                                      </p:cBhvr>
                                    </p:animEffect>
                                  </p:childTnLst>
                                </p:cTn>
                              </p:par>
                            </p:childTnLst>
                          </p:cTn>
                        </p:par>
                        <p:par>
                          <p:cTn id="138" fill="hold">
                            <p:stCondLst>
                              <p:cond delay="500"/>
                            </p:stCondLst>
                            <p:childTnLst>
                              <p:par>
                                <p:cTn id="139" presetID="22" presetClass="entr" presetSubtype="8" fill="hold" grpId="0" nodeType="afterEffect">
                                  <p:stCondLst>
                                    <p:cond delay="0"/>
                                  </p:stCondLst>
                                  <p:childTnLst>
                                    <p:set>
                                      <p:cBhvr>
                                        <p:cTn id="140" dur="1" fill="hold">
                                          <p:stCondLst>
                                            <p:cond delay="0"/>
                                          </p:stCondLst>
                                        </p:cTn>
                                        <p:tgtEl>
                                          <p:spTgt spid="20519"/>
                                        </p:tgtEl>
                                        <p:attrNameLst>
                                          <p:attrName>style.visibility</p:attrName>
                                        </p:attrNameLst>
                                      </p:cBhvr>
                                      <p:to>
                                        <p:strVal val="visible"/>
                                      </p:to>
                                    </p:set>
                                    <p:animEffect transition="in" filter="wipe(left)">
                                      <p:cBhvr>
                                        <p:cTn id="141" dur="500"/>
                                        <p:tgtEl>
                                          <p:spTgt spid="20519"/>
                                        </p:tgtEl>
                                      </p:cBhvr>
                                    </p:animEffect>
                                  </p:childTnLst>
                                </p:cTn>
                              </p:par>
                            </p:childTnLst>
                          </p:cTn>
                        </p:par>
                      </p:childTnLst>
                    </p:cTn>
                  </p:par>
                  <p:par>
                    <p:cTn id="142" fill="hold">
                      <p:stCondLst>
                        <p:cond delay="indefinite"/>
                      </p:stCondLst>
                      <p:childTnLst>
                        <p:par>
                          <p:cTn id="143" fill="hold">
                            <p:stCondLst>
                              <p:cond delay="0"/>
                            </p:stCondLst>
                            <p:childTnLst>
                              <p:par>
                                <p:cTn id="144" presetID="22" presetClass="entr" presetSubtype="2" fill="hold" nodeType="clickEffect">
                                  <p:stCondLst>
                                    <p:cond delay="0"/>
                                  </p:stCondLst>
                                  <p:childTnLst>
                                    <p:set>
                                      <p:cBhvr>
                                        <p:cTn id="145" dur="1" fill="hold">
                                          <p:stCondLst>
                                            <p:cond delay="0"/>
                                          </p:stCondLst>
                                        </p:cTn>
                                        <p:tgtEl>
                                          <p:spTgt spid="20501"/>
                                        </p:tgtEl>
                                        <p:attrNameLst>
                                          <p:attrName>style.visibility</p:attrName>
                                        </p:attrNameLst>
                                      </p:cBhvr>
                                      <p:to>
                                        <p:strVal val="visible"/>
                                      </p:to>
                                    </p:set>
                                    <p:animEffect transition="in" filter="wipe(right)">
                                      <p:cBhvr>
                                        <p:cTn id="146" dur="500"/>
                                        <p:tgtEl>
                                          <p:spTgt spid="20501"/>
                                        </p:tgtEl>
                                      </p:cBhvr>
                                    </p:animEffect>
                                  </p:childTnLst>
                                </p:cTn>
                              </p:par>
                            </p:childTnLst>
                          </p:cTn>
                        </p:par>
                        <p:par>
                          <p:cTn id="147" fill="hold">
                            <p:stCondLst>
                              <p:cond delay="500"/>
                            </p:stCondLst>
                            <p:childTnLst>
                              <p:par>
                                <p:cTn id="148" presetID="22" presetClass="entr" presetSubtype="8" fill="hold" grpId="0" nodeType="afterEffect">
                                  <p:stCondLst>
                                    <p:cond delay="0"/>
                                  </p:stCondLst>
                                  <p:childTnLst>
                                    <p:set>
                                      <p:cBhvr>
                                        <p:cTn id="149" dur="1" fill="hold">
                                          <p:stCondLst>
                                            <p:cond delay="0"/>
                                          </p:stCondLst>
                                        </p:cTn>
                                        <p:tgtEl>
                                          <p:spTgt spid="20520"/>
                                        </p:tgtEl>
                                        <p:attrNameLst>
                                          <p:attrName>style.visibility</p:attrName>
                                        </p:attrNameLst>
                                      </p:cBhvr>
                                      <p:to>
                                        <p:strVal val="visible"/>
                                      </p:to>
                                    </p:set>
                                    <p:animEffect transition="in" filter="wipe(left)">
                                      <p:cBhvr>
                                        <p:cTn id="150" dur="500"/>
                                        <p:tgtEl>
                                          <p:spTgt spid="20520"/>
                                        </p:tgtEl>
                                      </p:cBhvr>
                                    </p:animEffect>
                                  </p:childTnLst>
                                </p:cTn>
                              </p:par>
                            </p:childTnLst>
                          </p:cTn>
                        </p:par>
                      </p:childTnLst>
                    </p:cTn>
                  </p:par>
                  <p:par>
                    <p:cTn id="151" fill="hold">
                      <p:stCondLst>
                        <p:cond delay="indefinite"/>
                      </p:stCondLst>
                      <p:childTnLst>
                        <p:par>
                          <p:cTn id="152" fill="hold">
                            <p:stCondLst>
                              <p:cond delay="0"/>
                            </p:stCondLst>
                            <p:childTnLst>
                              <p:par>
                                <p:cTn id="153" presetID="22" presetClass="entr" presetSubtype="8" fill="hold" nodeType="clickEffect">
                                  <p:stCondLst>
                                    <p:cond delay="0"/>
                                  </p:stCondLst>
                                  <p:childTnLst>
                                    <p:set>
                                      <p:cBhvr>
                                        <p:cTn id="154" dur="1" fill="hold">
                                          <p:stCondLst>
                                            <p:cond delay="0"/>
                                          </p:stCondLst>
                                        </p:cTn>
                                        <p:tgtEl>
                                          <p:spTgt spid="20502"/>
                                        </p:tgtEl>
                                        <p:attrNameLst>
                                          <p:attrName>style.visibility</p:attrName>
                                        </p:attrNameLst>
                                      </p:cBhvr>
                                      <p:to>
                                        <p:strVal val="visible"/>
                                      </p:to>
                                    </p:set>
                                    <p:animEffect transition="in" filter="wipe(left)">
                                      <p:cBhvr>
                                        <p:cTn id="155" dur="500"/>
                                        <p:tgtEl>
                                          <p:spTgt spid="20502"/>
                                        </p:tgtEl>
                                      </p:cBhvr>
                                    </p:animEffect>
                                  </p:childTnLst>
                                </p:cTn>
                              </p:par>
                            </p:childTnLst>
                          </p:cTn>
                        </p:par>
                        <p:par>
                          <p:cTn id="156" fill="hold">
                            <p:stCondLst>
                              <p:cond delay="500"/>
                            </p:stCondLst>
                            <p:childTnLst>
                              <p:par>
                                <p:cTn id="157" presetID="3" presetClass="entr" presetSubtype="10" fill="hold" grpId="0" nodeType="afterEffect">
                                  <p:stCondLst>
                                    <p:cond delay="0"/>
                                  </p:stCondLst>
                                  <p:childTnLst>
                                    <p:set>
                                      <p:cBhvr>
                                        <p:cTn id="158" dur="1" fill="hold">
                                          <p:stCondLst>
                                            <p:cond delay="0"/>
                                          </p:stCondLst>
                                        </p:cTn>
                                        <p:tgtEl>
                                          <p:spTgt spid="20515"/>
                                        </p:tgtEl>
                                        <p:attrNameLst>
                                          <p:attrName>style.visibility</p:attrName>
                                        </p:attrNameLst>
                                      </p:cBhvr>
                                      <p:to>
                                        <p:strVal val="visible"/>
                                      </p:to>
                                    </p:set>
                                    <p:animEffect transition="in" filter="blinds(horizontal)">
                                      <p:cBhvr>
                                        <p:cTn id="159" dur="500"/>
                                        <p:tgtEl>
                                          <p:spTgt spid="205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84" grpId="0" animBg="1"/>
      <p:bldP spid="20485" grpId="0"/>
      <p:bldP spid="20486" grpId="0"/>
      <p:bldP spid="20487" grpId="0"/>
      <p:bldP spid="20488" grpId="0"/>
      <p:bldP spid="20489" grpId="0"/>
      <p:bldP spid="20490" grpId="0"/>
      <p:bldP spid="20491" grpId="0"/>
      <p:bldP spid="20492" grpId="0"/>
      <p:bldP spid="20493" grpId="0"/>
      <p:bldP spid="20494" grpId="0" animBg="1"/>
      <p:bldP spid="20506" grpId="0"/>
      <p:bldP spid="20507" grpId="0"/>
      <p:bldP spid="20508" grpId="0"/>
      <p:bldP spid="20509" grpId="0"/>
      <p:bldP spid="20510" grpId="0"/>
      <p:bldP spid="20511" grpId="0" animBg="1"/>
      <p:bldP spid="20512" grpId="0" animBg="1"/>
      <p:bldP spid="20513" grpId="0"/>
      <p:bldP spid="20514" grpId="0"/>
      <p:bldP spid="20515" grpId="0"/>
      <p:bldP spid="20516" grpId="0"/>
      <p:bldP spid="20519" grpId="0"/>
      <p:bldP spid="20520"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14690"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114691" name="Rectangle 2"/>
          <p:cNvSpPr>
            <a:spLocks noGrp="1"/>
          </p:cNvSpPr>
          <p:nvPr>
            <p:ph type="title" idx="4294967295"/>
          </p:nvPr>
        </p:nvSpPr>
        <p:spPr/>
        <p:txBody>
          <a:bodyPr vert="horz" wrap="square" lIns="91440" tIns="45720" rIns="91440" bIns="45720" anchor="b" anchorCtr="0"/>
          <a:p>
            <a:pPr eaLnBrk="1" hangingPunct="1"/>
            <a:r>
              <a:rPr lang="zh-CN" altLang="en-US" dirty="0"/>
              <a:t>应用中的注意点</a:t>
            </a:r>
            <a:endParaRPr lang="zh-CN" altLang="en-US" dirty="0"/>
          </a:p>
        </p:txBody>
      </p:sp>
      <p:sp>
        <p:nvSpPr>
          <p:cNvPr id="21508" name="Rectangle 3"/>
          <p:cNvSpPr>
            <a:spLocks noGrp="1"/>
          </p:cNvSpPr>
          <p:nvPr>
            <p:ph type="body" idx="4294967295"/>
          </p:nvPr>
        </p:nvSpPr>
        <p:spPr>
          <a:xfrm>
            <a:off x="1182688" y="2017713"/>
            <a:ext cx="7421562" cy="4114800"/>
          </a:xfrm>
        </p:spPr>
        <p:txBody>
          <a:bodyPr vert="horz" wrap="square" lIns="91440" tIns="45720" rIns="91440" bIns="45720" anchor="t" anchorCtr="0"/>
          <a:p>
            <a:pPr eaLnBrk="1" hangingPunct="1">
              <a:lnSpc>
                <a:spcPct val="115000"/>
              </a:lnSpc>
            </a:pPr>
            <a:r>
              <a:rPr lang="zh-CN" altLang="en-US" sz="2400" dirty="0"/>
              <a:t>每一次启动计数，需有两次写操作：</a:t>
            </a:r>
            <a:endParaRPr lang="zh-CN" altLang="en-US" sz="2400" dirty="0"/>
          </a:p>
          <a:p>
            <a:pPr lvl="1" eaLnBrk="1" hangingPunct="1">
              <a:lnSpc>
                <a:spcPct val="115000"/>
              </a:lnSpc>
            </a:pPr>
            <a:r>
              <a:rPr lang="zh-CN" altLang="en-US" sz="2000" dirty="0"/>
              <a:t>写控制字</a:t>
            </a:r>
            <a:endParaRPr lang="zh-CN" altLang="en-US" sz="2000" dirty="0"/>
          </a:p>
          <a:p>
            <a:pPr lvl="1" eaLnBrk="1" hangingPunct="1">
              <a:lnSpc>
                <a:spcPct val="115000"/>
              </a:lnSpc>
            </a:pPr>
            <a:r>
              <a:rPr lang="zh-CN" altLang="en-US" sz="2000" dirty="0"/>
              <a:t>写计数器初值</a:t>
            </a:r>
            <a:endParaRPr lang="zh-CN" altLang="en-US" sz="2000" dirty="0"/>
          </a:p>
          <a:p>
            <a:pPr lvl="2" eaLnBrk="1" hangingPunct="1">
              <a:lnSpc>
                <a:spcPct val="115000"/>
              </a:lnSpc>
            </a:pPr>
            <a:r>
              <a:rPr lang="zh-CN" altLang="en-US" sz="1800" dirty="0"/>
              <a:t>如果初值为</a:t>
            </a:r>
            <a:r>
              <a:rPr lang="en-US" altLang="zh-CN" sz="1800" dirty="0"/>
              <a:t>8</a:t>
            </a:r>
            <a:r>
              <a:rPr lang="zh-CN" altLang="en-US" sz="1800" dirty="0"/>
              <a:t>位字长，则一次写入；若初值为</a:t>
            </a:r>
            <a:r>
              <a:rPr lang="en-US" altLang="zh-CN" sz="1800" dirty="0"/>
              <a:t>16</a:t>
            </a:r>
            <a:r>
              <a:rPr lang="zh-CN" altLang="en-US" sz="1800" dirty="0"/>
              <a:t>位字长，则</a:t>
            </a:r>
            <a:endParaRPr lang="zh-CN" altLang="en-US" sz="1800" dirty="0"/>
          </a:p>
          <a:p>
            <a:pPr lvl="2" eaLnBrk="1" hangingPunct="1">
              <a:lnSpc>
                <a:spcPct val="115000"/>
              </a:lnSpc>
              <a:buNone/>
            </a:pPr>
            <a:r>
              <a:rPr lang="zh-CN" altLang="en-US" sz="1800" dirty="0"/>
              <a:t>    需两次写入</a:t>
            </a:r>
            <a:endParaRPr lang="zh-CN" altLang="en-US" sz="1800" dirty="0"/>
          </a:p>
          <a:p>
            <a:pPr eaLnBrk="1" hangingPunct="1">
              <a:lnSpc>
                <a:spcPct val="115000"/>
              </a:lnSpc>
              <a:spcBef>
                <a:spcPct val="40000"/>
              </a:spcBef>
            </a:pPr>
            <a:r>
              <a:rPr lang="zh-CN" altLang="en-US" sz="2400" dirty="0"/>
              <a:t>每个计数器的控制命令字均送入控制寄存器</a:t>
            </a:r>
            <a:endParaRPr lang="zh-CN" altLang="en-US" sz="2400" dirty="0"/>
          </a:p>
          <a:p>
            <a:pPr eaLnBrk="1" hangingPunct="1">
              <a:lnSpc>
                <a:spcPct val="115000"/>
              </a:lnSpc>
            </a:pPr>
            <a:r>
              <a:rPr lang="zh-CN" altLang="en-US" sz="2400" dirty="0"/>
              <a:t>各计数器的计数初值送到该计数器的计数寄存器及</a:t>
            </a:r>
            <a:endParaRPr lang="zh-CN" altLang="en-US" sz="2400" dirty="0"/>
          </a:p>
          <a:p>
            <a:pPr eaLnBrk="1" hangingPunct="1">
              <a:lnSpc>
                <a:spcPct val="115000"/>
              </a:lnSpc>
              <a:buNone/>
            </a:pPr>
            <a:r>
              <a:rPr lang="zh-CN" altLang="en-US" sz="2400" dirty="0"/>
              <a:t>    初值寄存器；</a:t>
            </a:r>
            <a:endParaRPr lang="zh-CN" altLang="en-US" sz="2400" dirty="0"/>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1508">
                                            <p:txEl>
                                              <p:charRg st="0" end="17"/>
                                            </p:txEl>
                                          </p:spTgt>
                                        </p:tgtEl>
                                        <p:attrNameLst>
                                          <p:attrName>style.visibility</p:attrName>
                                        </p:attrNameLst>
                                      </p:cBhvr>
                                      <p:to>
                                        <p:strVal val="visible"/>
                                      </p:to>
                                    </p:set>
                                    <p:animEffect transition="in" filter="wipe(left)">
                                      <p:cBhvr>
                                        <p:cTn id="7" dur="500"/>
                                        <p:tgtEl>
                                          <p:spTgt spid="21508">
                                            <p:txEl>
                                              <p:charRg st="0" end="17"/>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1508">
                                            <p:txEl>
                                              <p:charRg st="17" end="22"/>
                                            </p:txEl>
                                          </p:spTgt>
                                        </p:tgtEl>
                                        <p:attrNameLst>
                                          <p:attrName>style.visibility</p:attrName>
                                        </p:attrNameLst>
                                      </p:cBhvr>
                                      <p:to>
                                        <p:strVal val="visible"/>
                                      </p:to>
                                    </p:set>
                                    <p:animEffect transition="in" filter="wipe(left)">
                                      <p:cBhvr>
                                        <p:cTn id="12" dur="500"/>
                                        <p:tgtEl>
                                          <p:spTgt spid="21508">
                                            <p:txEl>
                                              <p:charRg st="17" end="22"/>
                                            </p:txEl>
                                          </p:spTgt>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21508">
                                            <p:txEl>
                                              <p:charRg st="22" end="29"/>
                                            </p:txEl>
                                          </p:spTgt>
                                        </p:tgtEl>
                                        <p:attrNameLst>
                                          <p:attrName>style.visibility</p:attrName>
                                        </p:attrNameLst>
                                      </p:cBhvr>
                                      <p:to>
                                        <p:strVal val="visible"/>
                                      </p:to>
                                    </p:set>
                                    <p:animEffect transition="in" filter="wipe(left)">
                                      <p:cBhvr>
                                        <p:cTn id="16" dur="500"/>
                                        <p:tgtEl>
                                          <p:spTgt spid="21508">
                                            <p:txEl>
                                              <p:charRg st="22" end="29"/>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21508">
                                            <p:txEl>
                                              <p:charRg st="29" end="57"/>
                                            </p:txEl>
                                          </p:spTgt>
                                        </p:tgtEl>
                                        <p:attrNameLst>
                                          <p:attrName>style.visibility</p:attrName>
                                        </p:attrNameLst>
                                      </p:cBhvr>
                                      <p:to>
                                        <p:strVal val="visible"/>
                                      </p:to>
                                    </p:set>
                                    <p:animEffect transition="in" filter="wipe(left)">
                                      <p:cBhvr>
                                        <p:cTn id="21" dur="500"/>
                                        <p:tgtEl>
                                          <p:spTgt spid="21508">
                                            <p:txEl>
                                              <p:charRg st="29" end="57"/>
                                            </p:txEl>
                                          </p:spTgt>
                                        </p:tgtEl>
                                      </p:cBhvr>
                                    </p:animEffect>
                                  </p:childTnLst>
                                </p:cTn>
                              </p:par>
                            </p:childTnLst>
                          </p:cTn>
                        </p:par>
                        <p:par>
                          <p:cTn id="22" fill="hold">
                            <p:stCondLst>
                              <p:cond delay="500"/>
                            </p:stCondLst>
                            <p:childTnLst>
                              <p:par>
                                <p:cTn id="23" presetID="22" presetClass="entr" presetSubtype="8" fill="hold" nodeType="afterEffect">
                                  <p:stCondLst>
                                    <p:cond delay="0"/>
                                  </p:stCondLst>
                                  <p:childTnLst>
                                    <p:set>
                                      <p:cBhvr>
                                        <p:cTn id="24" dur="1" fill="hold">
                                          <p:stCondLst>
                                            <p:cond delay="0"/>
                                          </p:stCondLst>
                                        </p:cTn>
                                        <p:tgtEl>
                                          <p:spTgt spid="21508">
                                            <p:txEl>
                                              <p:charRg st="57" end="67"/>
                                            </p:txEl>
                                          </p:spTgt>
                                        </p:tgtEl>
                                        <p:attrNameLst>
                                          <p:attrName>style.visibility</p:attrName>
                                        </p:attrNameLst>
                                      </p:cBhvr>
                                      <p:to>
                                        <p:strVal val="visible"/>
                                      </p:to>
                                    </p:set>
                                    <p:animEffect transition="in" filter="wipe(left)">
                                      <p:cBhvr>
                                        <p:cTn id="25" dur="500"/>
                                        <p:tgtEl>
                                          <p:spTgt spid="21508">
                                            <p:txEl>
                                              <p:charRg st="57" end="67"/>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21508">
                                            <p:txEl>
                                              <p:charRg st="67" end="87"/>
                                            </p:txEl>
                                          </p:spTgt>
                                        </p:tgtEl>
                                        <p:attrNameLst>
                                          <p:attrName>style.visibility</p:attrName>
                                        </p:attrNameLst>
                                      </p:cBhvr>
                                      <p:to>
                                        <p:strVal val="visible"/>
                                      </p:to>
                                    </p:set>
                                    <p:animEffect transition="in" filter="wipe(left)">
                                      <p:cBhvr>
                                        <p:cTn id="30" dur="500"/>
                                        <p:tgtEl>
                                          <p:spTgt spid="21508">
                                            <p:txEl>
                                              <p:charRg st="67" end="8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21508">
                                            <p:txEl>
                                              <p:charRg st="87" end="110"/>
                                            </p:txEl>
                                          </p:spTgt>
                                        </p:tgtEl>
                                        <p:attrNameLst>
                                          <p:attrName>style.visibility</p:attrName>
                                        </p:attrNameLst>
                                      </p:cBhvr>
                                      <p:to>
                                        <p:strVal val="visible"/>
                                      </p:to>
                                    </p:set>
                                    <p:animEffect transition="in" filter="wipe(left)">
                                      <p:cBhvr>
                                        <p:cTn id="35" dur="500"/>
                                        <p:tgtEl>
                                          <p:spTgt spid="21508">
                                            <p:txEl>
                                              <p:charRg st="87" end="110"/>
                                            </p:txEl>
                                          </p:spTgt>
                                        </p:tgtEl>
                                      </p:cBhvr>
                                    </p:animEffect>
                                  </p:childTnLst>
                                </p:cTn>
                              </p:par>
                            </p:childTnLst>
                          </p:cTn>
                        </p:par>
                        <p:par>
                          <p:cTn id="36" fill="hold">
                            <p:stCondLst>
                              <p:cond delay="500"/>
                            </p:stCondLst>
                            <p:childTnLst>
                              <p:par>
                                <p:cTn id="37" presetID="22" presetClass="entr" presetSubtype="8" fill="hold" nodeType="afterEffect">
                                  <p:stCondLst>
                                    <p:cond delay="0"/>
                                  </p:stCondLst>
                                  <p:childTnLst>
                                    <p:set>
                                      <p:cBhvr>
                                        <p:cTn id="38" dur="1" fill="hold">
                                          <p:stCondLst>
                                            <p:cond delay="0"/>
                                          </p:stCondLst>
                                        </p:cTn>
                                        <p:tgtEl>
                                          <p:spTgt spid="21508">
                                            <p:txEl>
                                              <p:charRg st="110" end="121"/>
                                            </p:txEl>
                                          </p:spTgt>
                                        </p:tgtEl>
                                        <p:attrNameLst>
                                          <p:attrName>style.visibility</p:attrName>
                                        </p:attrNameLst>
                                      </p:cBhvr>
                                      <p:to>
                                        <p:strVal val="visible"/>
                                      </p:to>
                                    </p:set>
                                    <p:animEffect transition="in" filter="wipe(left)">
                                      <p:cBhvr>
                                        <p:cTn id="39" dur="500"/>
                                        <p:tgtEl>
                                          <p:spTgt spid="21508">
                                            <p:txEl>
                                              <p:charRg st="110" end="12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15714"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115715" name="Rectangle 2"/>
          <p:cNvSpPr>
            <a:spLocks noGrp="1"/>
          </p:cNvSpPr>
          <p:nvPr>
            <p:ph type="title" idx="4294967295"/>
          </p:nvPr>
        </p:nvSpPr>
        <p:spPr/>
        <p:txBody>
          <a:bodyPr vert="horz" wrap="square" lIns="91440" tIns="45720" rIns="91440" bIns="45720" anchor="b" anchorCtr="0"/>
          <a:p>
            <a:pPr eaLnBrk="1" hangingPunct="1"/>
            <a:r>
              <a:rPr lang="zh-CN" altLang="en-US" dirty="0"/>
              <a:t>初始化程序流程</a:t>
            </a:r>
            <a:endParaRPr lang="zh-CN" altLang="en-US" dirty="0"/>
          </a:p>
        </p:txBody>
      </p:sp>
      <p:sp>
        <p:nvSpPr>
          <p:cNvPr id="22532" name="Rectangle 4"/>
          <p:cNvSpPr/>
          <p:nvPr/>
        </p:nvSpPr>
        <p:spPr>
          <a:xfrm>
            <a:off x="3124200" y="2362200"/>
            <a:ext cx="2362200" cy="762000"/>
          </a:xfrm>
          <a:prstGeom prst="rect">
            <a:avLst/>
          </a:prstGeom>
          <a:solidFill>
            <a:srgbClr val="339966"/>
          </a:solidFill>
          <a:ln w="25400" cap="sq" cmpd="sng">
            <a:solidFill>
              <a:srgbClr val="339966"/>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22533" name="Text Box 5"/>
          <p:cNvSpPr txBox="1"/>
          <p:nvPr/>
        </p:nvSpPr>
        <p:spPr>
          <a:xfrm>
            <a:off x="3581400" y="2514600"/>
            <a:ext cx="1524000" cy="4572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1800" dirty="0">
                <a:solidFill>
                  <a:schemeClr val="bg1"/>
                </a:solidFill>
                <a:latin typeface="Arial" panose="020B0604020202020204" pitchFamily="34" charset="0"/>
                <a:ea typeface="宋体" panose="02010600030101010101" pitchFamily="2" charset="-122"/>
              </a:rPr>
              <a:t>写控制字</a:t>
            </a:r>
            <a:endParaRPr lang="zh-CN" altLang="en-US" sz="1800" dirty="0">
              <a:solidFill>
                <a:schemeClr val="bg1"/>
              </a:solidFill>
              <a:latin typeface="Arial" panose="020B0604020202020204" pitchFamily="34" charset="0"/>
              <a:ea typeface="宋体" panose="02010600030101010101" pitchFamily="2" charset="-122"/>
            </a:endParaRPr>
          </a:p>
        </p:txBody>
      </p:sp>
      <p:sp>
        <p:nvSpPr>
          <p:cNvPr id="22534" name="Rectangle 6"/>
          <p:cNvSpPr/>
          <p:nvPr/>
        </p:nvSpPr>
        <p:spPr>
          <a:xfrm>
            <a:off x="3124200" y="3614738"/>
            <a:ext cx="2362200" cy="762000"/>
          </a:xfrm>
          <a:prstGeom prst="rect">
            <a:avLst/>
          </a:prstGeom>
          <a:solidFill>
            <a:srgbClr val="339966"/>
          </a:solidFill>
          <a:ln w="25400" cap="sq" cmpd="sng">
            <a:solidFill>
              <a:srgbClr val="339966"/>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22535" name="Text Box 7"/>
          <p:cNvSpPr txBox="1"/>
          <p:nvPr/>
        </p:nvSpPr>
        <p:spPr>
          <a:xfrm>
            <a:off x="3195638" y="3781425"/>
            <a:ext cx="2286000" cy="4572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1800" dirty="0">
                <a:solidFill>
                  <a:schemeClr val="bg1"/>
                </a:solidFill>
                <a:latin typeface="Arial" panose="020B0604020202020204" pitchFamily="34" charset="0"/>
                <a:ea typeface="宋体" panose="02010600030101010101" pitchFamily="2" charset="-122"/>
              </a:rPr>
              <a:t>写计数值低8位</a:t>
            </a:r>
            <a:endParaRPr lang="zh-CN" altLang="en-US" sz="1800" dirty="0">
              <a:solidFill>
                <a:schemeClr val="bg1"/>
              </a:solidFill>
              <a:latin typeface="Arial" panose="020B0604020202020204" pitchFamily="34" charset="0"/>
              <a:ea typeface="宋体" panose="02010600030101010101" pitchFamily="2" charset="-122"/>
            </a:endParaRPr>
          </a:p>
        </p:txBody>
      </p:sp>
      <p:sp>
        <p:nvSpPr>
          <p:cNvPr id="22536" name="Rectangle 8"/>
          <p:cNvSpPr/>
          <p:nvPr/>
        </p:nvSpPr>
        <p:spPr>
          <a:xfrm>
            <a:off x="3124200" y="4833938"/>
            <a:ext cx="2362200" cy="762000"/>
          </a:xfrm>
          <a:prstGeom prst="rect">
            <a:avLst/>
          </a:prstGeom>
          <a:solidFill>
            <a:srgbClr val="339966"/>
          </a:solidFill>
          <a:ln w="25400" cap="sq" cmpd="sng">
            <a:solidFill>
              <a:srgbClr val="339966"/>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22537" name="Text Box 9"/>
          <p:cNvSpPr txBox="1"/>
          <p:nvPr/>
        </p:nvSpPr>
        <p:spPr>
          <a:xfrm>
            <a:off x="3195638" y="5000625"/>
            <a:ext cx="2286000" cy="4572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1800" dirty="0">
                <a:solidFill>
                  <a:schemeClr val="bg1"/>
                </a:solidFill>
                <a:latin typeface="Arial" panose="020B0604020202020204" pitchFamily="34" charset="0"/>
                <a:ea typeface="宋体" panose="02010600030101010101" pitchFamily="2" charset="-122"/>
              </a:rPr>
              <a:t>写计数值高8位</a:t>
            </a:r>
            <a:endParaRPr lang="zh-CN" altLang="en-US" sz="1800" dirty="0">
              <a:solidFill>
                <a:schemeClr val="bg1"/>
              </a:solidFill>
              <a:latin typeface="Arial" panose="020B0604020202020204" pitchFamily="34" charset="0"/>
              <a:ea typeface="宋体" panose="02010600030101010101" pitchFamily="2" charset="-122"/>
            </a:endParaRPr>
          </a:p>
        </p:txBody>
      </p:sp>
      <p:sp>
        <p:nvSpPr>
          <p:cNvPr id="22538" name="Line 10"/>
          <p:cNvSpPr/>
          <p:nvPr/>
        </p:nvSpPr>
        <p:spPr>
          <a:xfrm>
            <a:off x="4310063" y="1905000"/>
            <a:ext cx="0" cy="457200"/>
          </a:xfrm>
          <a:prstGeom prst="line">
            <a:avLst/>
          </a:prstGeom>
          <a:ln w="25400" cap="sq" cmpd="sng">
            <a:solidFill>
              <a:srgbClr val="FF6600"/>
            </a:solidFill>
            <a:prstDash val="solid"/>
            <a:headEnd type="none" w="med" len="med"/>
            <a:tailEnd type="triangle" w="lg" len="lg"/>
          </a:ln>
        </p:spPr>
      </p:sp>
      <p:sp>
        <p:nvSpPr>
          <p:cNvPr id="22539" name="Line 11"/>
          <p:cNvSpPr/>
          <p:nvPr/>
        </p:nvSpPr>
        <p:spPr>
          <a:xfrm>
            <a:off x="4300538" y="3124200"/>
            <a:ext cx="0" cy="457200"/>
          </a:xfrm>
          <a:prstGeom prst="line">
            <a:avLst/>
          </a:prstGeom>
          <a:ln w="25400" cap="sq" cmpd="sng">
            <a:solidFill>
              <a:srgbClr val="FF6600"/>
            </a:solidFill>
            <a:prstDash val="solid"/>
            <a:headEnd type="none" w="med" len="med"/>
            <a:tailEnd type="triangle" w="lg" len="lg"/>
          </a:ln>
        </p:spPr>
      </p:sp>
      <p:sp>
        <p:nvSpPr>
          <p:cNvPr id="22540" name="Line 12"/>
          <p:cNvSpPr/>
          <p:nvPr/>
        </p:nvSpPr>
        <p:spPr>
          <a:xfrm>
            <a:off x="4300538" y="4376738"/>
            <a:ext cx="0" cy="457200"/>
          </a:xfrm>
          <a:prstGeom prst="line">
            <a:avLst/>
          </a:prstGeom>
          <a:ln w="25400" cap="sq" cmpd="sng">
            <a:solidFill>
              <a:srgbClr val="FF6600"/>
            </a:solidFill>
            <a:prstDash val="solid"/>
            <a:headEnd type="none" w="med" len="med"/>
            <a:tailEnd type="triangle" w="lg" len="lg"/>
          </a:ln>
        </p:spPr>
      </p:sp>
      <p:sp>
        <p:nvSpPr>
          <p:cNvPr id="22541" name="Text Box 14"/>
          <p:cNvSpPr txBox="1"/>
          <p:nvPr/>
        </p:nvSpPr>
        <p:spPr>
          <a:xfrm>
            <a:off x="3048000" y="4800600"/>
            <a:ext cx="533400" cy="519113"/>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dirty="0">
                <a:solidFill>
                  <a:schemeClr val="tx1"/>
                </a:solidFill>
                <a:latin typeface="Arial" panose="020B0604020202020204" pitchFamily="34" charset="0"/>
                <a:ea typeface="宋体" panose="02010600030101010101" pitchFamily="2" charset="-122"/>
              </a:rPr>
              <a:t>*</a:t>
            </a:r>
            <a:endParaRPr lang="zh-CN" altLang="en-US" dirty="0">
              <a:solidFill>
                <a:schemeClr val="tx1"/>
              </a:solidFill>
              <a:latin typeface="Arial" panose="020B0604020202020204" pitchFamily="34" charset="0"/>
              <a:ea typeface="宋体" panose="02010600030101010101" pitchFamily="2" charset="-122"/>
            </a:endParaRPr>
          </a:p>
        </p:txBody>
      </p:sp>
      <p:sp>
        <p:nvSpPr>
          <p:cNvPr id="22542" name="AutoShape 15"/>
          <p:cNvSpPr/>
          <p:nvPr/>
        </p:nvSpPr>
        <p:spPr>
          <a:xfrm>
            <a:off x="533400" y="4267200"/>
            <a:ext cx="1447800" cy="609600"/>
          </a:xfrm>
          <a:prstGeom prst="wedgeEllipseCallout">
            <a:avLst>
              <a:gd name="adj1" fmla="val 125329"/>
              <a:gd name="adj2" fmla="val 79949"/>
            </a:avLst>
          </a:prstGeom>
          <a:solidFill>
            <a:srgbClr val="993300"/>
          </a:solidFill>
          <a:ln w="25400" cap="sq" cmpd="sng">
            <a:solidFill>
              <a:srgbClr val="9933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2000" dirty="0">
                <a:solidFill>
                  <a:schemeClr val="bg1"/>
                </a:solidFill>
                <a:latin typeface="Arial" panose="020B0604020202020204" pitchFamily="34" charset="0"/>
                <a:ea typeface="宋体" panose="02010600030101010101" pitchFamily="2" charset="-122"/>
              </a:rPr>
              <a:t>非必须</a:t>
            </a:r>
            <a:endParaRPr lang="zh-CN" altLang="en-US" sz="2000" dirty="0">
              <a:solidFill>
                <a:schemeClr val="bg1"/>
              </a:solidFill>
              <a:latin typeface="Arial" panose="020B0604020202020204" pitchFamily="34" charset="0"/>
              <a:ea typeface="宋体" panose="02010600030101010101" pitchFamily="2" charset="-122"/>
            </a:endParaRP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2538"/>
                                        </p:tgtEl>
                                        <p:attrNameLst>
                                          <p:attrName>style.visibility</p:attrName>
                                        </p:attrNameLst>
                                      </p:cBhvr>
                                      <p:to>
                                        <p:strVal val="visible"/>
                                      </p:to>
                                    </p:set>
                                    <p:animEffect transition="in" filter="wipe(up)">
                                      <p:cBhvr>
                                        <p:cTn id="7" dur="500"/>
                                        <p:tgtEl>
                                          <p:spTgt spid="22538"/>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22532"/>
                                        </p:tgtEl>
                                        <p:attrNameLst>
                                          <p:attrName>style.visibility</p:attrName>
                                        </p:attrNameLst>
                                      </p:cBhvr>
                                      <p:to>
                                        <p:strVal val="visible"/>
                                      </p:to>
                                    </p:set>
                                    <p:animEffect transition="in" filter="blinds(horizontal)">
                                      <p:cBhvr>
                                        <p:cTn id="12" dur="500"/>
                                        <p:tgtEl>
                                          <p:spTgt spid="22532"/>
                                        </p:tgtEl>
                                      </p:cBhvr>
                                    </p:animEffect>
                                  </p:childTnLst>
                                </p:cTn>
                              </p:par>
                              <p:par>
                                <p:cTn id="13" presetID="3" presetClass="entr" presetSubtype="10" fill="hold" grpId="0" nodeType="withEffect">
                                  <p:stCondLst>
                                    <p:cond delay="0"/>
                                  </p:stCondLst>
                                  <p:childTnLst>
                                    <p:set>
                                      <p:cBhvr>
                                        <p:cTn id="14" dur="1" fill="hold">
                                          <p:stCondLst>
                                            <p:cond delay="0"/>
                                          </p:stCondLst>
                                        </p:cTn>
                                        <p:tgtEl>
                                          <p:spTgt spid="22533"/>
                                        </p:tgtEl>
                                        <p:attrNameLst>
                                          <p:attrName>style.visibility</p:attrName>
                                        </p:attrNameLst>
                                      </p:cBhvr>
                                      <p:to>
                                        <p:strVal val="visible"/>
                                      </p:to>
                                    </p:set>
                                    <p:animEffect transition="in" filter="blinds(horizontal)">
                                      <p:cBhvr>
                                        <p:cTn id="15" dur="500"/>
                                        <p:tgtEl>
                                          <p:spTgt spid="22533"/>
                                        </p:tgtEl>
                                      </p:cBhvr>
                                    </p:animEffect>
                                  </p:childTnLst>
                                </p:cTn>
                              </p:par>
                            </p:childTnLst>
                          </p:cTn>
                        </p:par>
                        <p:par>
                          <p:cTn id="16" fill="hold">
                            <p:stCondLst>
                              <p:cond delay="500"/>
                            </p:stCondLst>
                            <p:childTnLst>
                              <p:par>
                                <p:cTn id="17" presetID="22" presetClass="entr" presetSubtype="1" fill="hold" nodeType="afterEffect">
                                  <p:stCondLst>
                                    <p:cond delay="0"/>
                                  </p:stCondLst>
                                  <p:childTnLst>
                                    <p:set>
                                      <p:cBhvr>
                                        <p:cTn id="18" dur="1" fill="hold">
                                          <p:stCondLst>
                                            <p:cond delay="0"/>
                                          </p:stCondLst>
                                        </p:cTn>
                                        <p:tgtEl>
                                          <p:spTgt spid="22539"/>
                                        </p:tgtEl>
                                        <p:attrNameLst>
                                          <p:attrName>style.visibility</p:attrName>
                                        </p:attrNameLst>
                                      </p:cBhvr>
                                      <p:to>
                                        <p:strVal val="visible"/>
                                      </p:to>
                                    </p:set>
                                    <p:animEffect transition="in" filter="wipe(up)">
                                      <p:cBhvr>
                                        <p:cTn id="19" dur="500"/>
                                        <p:tgtEl>
                                          <p:spTgt spid="22539"/>
                                        </p:tgtEl>
                                      </p:cBhvr>
                                    </p:animEffect>
                                  </p:childTnLst>
                                </p:cTn>
                              </p:par>
                            </p:childTnLst>
                          </p:cTn>
                        </p:par>
                      </p:childTnLst>
                    </p:cTn>
                  </p:par>
                  <p:par>
                    <p:cTn id="20" fill="hold">
                      <p:stCondLst>
                        <p:cond delay="indefinite"/>
                      </p:stCondLst>
                      <p:childTnLst>
                        <p:par>
                          <p:cTn id="21" fill="hold">
                            <p:stCondLst>
                              <p:cond delay="0"/>
                            </p:stCondLst>
                            <p:childTnLst>
                              <p:par>
                                <p:cTn id="22" presetID="3" presetClass="entr" presetSubtype="10" fill="hold" grpId="0" nodeType="clickEffect">
                                  <p:stCondLst>
                                    <p:cond delay="0"/>
                                  </p:stCondLst>
                                  <p:childTnLst>
                                    <p:set>
                                      <p:cBhvr>
                                        <p:cTn id="23" dur="1" fill="hold">
                                          <p:stCondLst>
                                            <p:cond delay="0"/>
                                          </p:stCondLst>
                                        </p:cTn>
                                        <p:tgtEl>
                                          <p:spTgt spid="22534"/>
                                        </p:tgtEl>
                                        <p:attrNameLst>
                                          <p:attrName>style.visibility</p:attrName>
                                        </p:attrNameLst>
                                      </p:cBhvr>
                                      <p:to>
                                        <p:strVal val="visible"/>
                                      </p:to>
                                    </p:set>
                                    <p:animEffect transition="in" filter="blinds(horizontal)">
                                      <p:cBhvr>
                                        <p:cTn id="24" dur="500"/>
                                        <p:tgtEl>
                                          <p:spTgt spid="22534"/>
                                        </p:tgtEl>
                                      </p:cBhvr>
                                    </p:animEffect>
                                  </p:childTnLst>
                                </p:cTn>
                              </p:par>
                              <p:par>
                                <p:cTn id="25" presetID="3" presetClass="entr" presetSubtype="10" fill="hold" grpId="0" nodeType="withEffect">
                                  <p:stCondLst>
                                    <p:cond delay="0"/>
                                  </p:stCondLst>
                                  <p:childTnLst>
                                    <p:set>
                                      <p:cBhvr>
                                        <p:cTn id="26" dur="1" fill="hold">
                                          <p:stCondLst>
                                            <p:cond delay="0"/>
                                          </p:stCondLst>
                                        </p:cTn>
                                        <p:tgtEl>
                                          <p:spTgt spid="22535"/>
                                        </p:tgtEl>
                                        <p:attrNameLst>
                                          <p:attrName>style.visibility</p:attrName>
                                        </p:attrNameLst>
                                      </p:cBhvr>
                                      <p:to>
                                        <p:strVal val="visible"/>
                                      </p:to>
                                    </p:set>
                                    <p:animEffect transition="in" filter="blinds(horizontal)">
                                      <p:cBhvr>
                                        <p:cTn id="27" dur="500"/>
                                        <p:tgtEl>
                                          <p:spTgt spid="22535"/>
                                        </p:tgtEl>
                                      </p:cBhvr>
                                    </p:animEffect>
                                  </p:childTnLst>
                                </p:cTn>
                              </p:par>
                            </p:childTnLst>
                          </p:cTn>
                        </p:par>
                        <p:par>
                          <p:cTn id="28" fill="hold">
                            <p:stCondLst>
                              <p:cond delay="500"/>
                            </p:stCondLst>
                            <p:childTnLst>
                              <p:par>
                                <p:cTn id="29" presetID="22" presetClass="entr" presetSubtype="1" fill="hold" nodeType="afterEffect">
                                  <p:stCondLst>
                                    <p:cond delay="0"/>
                                  </p:stCondLst>
                                  <p:childTnLst>
                                    <p:set>
                                      <p:cBhvr>
                                        <p:cTn id="30" dur="1" fill="hold">
                                          <p:stCondLst>
                                            <p:cond delay="0"/>
                                          </p:stCondLst>
                                        </p:cTn>
                                        <p:tgtEl>
                                          <p:spTgt spid="22540"/>
                                        </p:tgtEl>
                                        <p:attrNameLst>
                                          <p:attrName>style.visibility</p:attrName>
                                        </p:attrNameLst>
                                      </p:cBhvr>
                                      <p:to>
                                        <p:strVal val="visible"/>
                                      </p:to>
                                    </p:set>
                                    <p:animEffect transition="in" filter="wipe(up)">
                                      <p:cBhvr>
                                        <p:cTn id="31" dur="500"/>
                                        <p:tgtEl>
                                          <p:spTgt spid="22540"/>
                                        </p:tgtEl>
                                      </p:cBhvr>
                                    </p:animEffect>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grpId="0" nodeType="clickEffect">
                                  <p:stCondLst>
                                    <p:cond delay="0"/>
                                  </p:stCondLst>
                                  <p:childTnLst>
                                    <p:set>
                                      <p:cBhvr>
                                        <p:cTn id="35" dur="1" fill="hold">
                                          <p:stCondLst>
                                            <p:cond delay="0"/>
                                          </p:stCondLst>
                                        </p:cTn>
                                        <p:tgtEl>
                                          <p:spTgt spid="22536"/>
                                        </p:tgtEl>
                                        <p:attrNameLst>
                                          <p:attrName>style.visibility</p:attrName>
                                        </p:attrNameLst>
                                      </p:cBhvr>
                                      <p:to>
                                        <p:strVal val="visible"/>
                                      </p:to>
                                    </p:set>
                                    <p:animEffect transition="in" filter="blinds(horizontal)">
                                      <p:cBhvr>
                                        <p:cTn id="36" dur="500"/>
                                        <p:tgtEl>
                                          <p:spTgt spid="22536"/>
                                        </p:tgtEl>
                                      </p:cBhvr>
                                    </p:animEffect>
                                  </p:childTnLst>
                                </p:cTn>
                              </p:par>
                              <p:par>
                                <p:cTn id="37" presetID="3" presetClass="entr" presetSubtype="10" fill="hold" grpId="0" nodeType="withEffect">
                                  <p:stCondLst>
                                    <p:cond delay="0"/>
                                  </p:stCondLst>
                                  <p:childTnLst>
                                    <p:set>
                                      <p:cBhvr>
                                        <p:cTn id="38" dur="1" fill="hold">
                                          <p:stCondLst>
                                            <p:cond delay="0"/>
                                          </p:stCondLst>
                                        </p:cTn>
                                        <p:tgtEl>
                                          <p:spTgt spid="22537"/>
                                        </p:tgtEl>
                                        <p:attrNameLst>
                                          <p:attrName>style.visibility</p:attrName>
                                        </p:attrNameLst>
                                      </p:cBhvr>
                                      <p:to>
                                        <p:strVal val="visible"/>
                                      </p:to>
                                    </p:set>
                                    <p:animEffect transition="in" filter="blinds(horizontal)">
                                      <p:cBhvr>
                                        <p:cTn id="39" dur="500"/>
                                        <p:tgtEl>
                                          <p:spTgt spid="22537"/>
                                        </p:tgtEl>
                                      </p:cBhvr>
                                    </p:animEffect>
                                  </p:childTnLst>
                                </p:cTn>
                              </p:par>
                              <p:par>
                                <p:cTn id="40" presetID="3" presetClass="entr" presetSubtype="10" fill="hold" grpId="0" nodeType="withEffect">
                                  <p:stCondLst>
                                    <p:cond delay="0"/>
                                  </p:stCondLst>
                                  <p:childTnLst>
                                    <p:set>
                                      <p:cBhvr>
                                        <p:cTn id="41" dur="1" fill="hold">
                                          <p:stCondLst>
                                            <p:cond delay="0"/>
                                          </p:stCondLst>
                                        </p:cTn>
                                        <p:tgtEl>
                                          <p:spTgt spid="22541"/>
                                        </p:tgtEl>
                                        <p:attrNameLst>
                                          <p:attrName>style.visibility</p:attrName>
                                        </p:attrNameLst>
                                      </p:cBhvr>
                                      <p:to>
                                        <p:strVal val="visible"/>
                                      </p:to>
                                    </p:set>
                                    <p:animEffect transition="in" filter="blinds(horizontal)">
                                      <p:cBhvr>
                                        <p:cTn id="42" dur="500"/>
                                        <p:tgtEl>
                                          <p:spTgt spid="22541"/>
                                        </p:tgtEl>
                                      </p:cBhvr>
                                    </p:animEffect>
                                  </p:childTnLst>
                                </p:cTn>
                              </p:par>
                            </p:childTnLst>
                          </p:cTn>
                        </p:par>
                        <p:par>
                          <p:cTn id="43" fill="hold">
                            <p:stCondLst>
                              <p:cond delay="500"/>
                            </p:stCondLst>
                            <p:childTnLst>
                              <p:par>
                                <p:cTn id="44" presetID="5" presetClass="entr" presetSubtype="10" fill="hold" grpId="0" nodeType="afterEffect">
                                  <p:stCondLst>
                                    <p:cond delay="0"/>
                                  </p:stCondLst>
                                  <p:childTnLst>
                                    <p:set>
                                      <p:cBhvr>
                                        <p:cTn id="45" dur="1" fill="hold">
                                          <p:stCondLst>
                                            <p:cond delay="0"/>
                                          </p:stCondLst>
                                        </p:cTn>
                                        <p:tgtEl>
                                          <p:spTgt spid="22542"/>
                                        </p:tgtEl>
                                        <p:attrNameLst>
                                          <p:attrName>style.visibility</p:attrName>
                                        </p:attrNameLst>
                                      </p:cBhvr>
                                      <p:to>
                                        <p:strVal val="visible"/>
                                      </p:to>
                                    </p:set>
                                    <p:animEffect transition="in" filter="checkerboard(across)">
                                      <p:cBhvr>
                                        <p:cTn id="46" dur="500"/>
                                        <p:tgtEl>
                                          <p:spTgt spid="22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32" grpId="0" animBg="1"/>
      <p:bldP spid="22533" grpId="0"/>
      <p:bldP spid="22534" grpId="0" animBg="1"/>
      <p:bldP spid="22535" grpId="0"/>
      <p:bldP spid="22536" grpId="0" animBg="1"/>
      <p:bldP spid="22537" grpId="0"/>
      <p:bldP spid="22541" grpId="0"/>
      <p:bldP spid="22542"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16738"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116739" name="Rectangle 2"/>
          <p:cNvSpPr>
            <a:spLocks noGrp="1"/>
          </p:cNvSpPr>
          <p:nvPr>
            <p:ph type="title" idx="4294967295"/>
          </p:nvPr>
        </p:nvSpPr>
        <p:spPr/>
        <p:txBody>
          <a:bodyPr vert="horz" wrap="square" lIns="91440" tIns="45720" rIns="91440" bIns="45720" anchor="b" anchorCtr="0"/>
          <a:p>
            <a:pPr eaLnBrk="1" hangingPunct="1"/>
            <a:r>
              <a:rPr lang="zh-CN" altLang="en-US" sz="4000" dirty="0"/>
              <a:t>两个以上计数器初始化程序流程</a:t>
            </a:r>
            <a:endParaRPr lang="zh-CN" altLang="en-US" sz="4000" dirty="0"/>
          </a:p>
        </p:txBody>
      </p:sp>
      <p:sp>
        <p:nvSpPr>
          <p:cNvPr id="23556" name="Rectangle 3"/>
          <p:cNvSpPr>
            <a:spLocks noGrp="1"/>
          </p:cNvSpPr>
          <p:nvPr>
            <p:ph type="body" idx="4294967295"/>
          </p:nvPr>
        </p:nvSpPr>
        <p:spPr>
          <a:xfrm>
            <a:off x="827088" y="1916113"/>
            <a:ext cx="8066087" cy="720725"/>
          </a:xfrm>
        </p:spPr>
        <p:txBody>
          <a:bodyPr vert="horz" wrap="square" lIns="91440" tIns="45720" rIns="91440" bIns="45720" anchor="t" anchorCtr="0"/>
          <a:p>
            <a:pPr eaLnBrk="1" hangingPunct="1"/>
            <a:r>
              <a:rPr lang="zh-CN" altLang="en-US" sz="2400" dirty="0"/>
              <a:t>第一种初始化方式</a:t>
            </a:r>
            <a:endParaRPr lang="zh-CN" altLang="en-US" sz="2400" dirty="0"/>
          </a:p>
        </p:txBody>
      </p:sp>
      <p:sp>
        <p:nvSpPr>
          <p:cNvPr id="23557" name="Rectangle 4"/>
          <p:cNvSpPr/>
          <p:nvPr/>
        </p:nvSpPr>
        <p:spPr>
          <a:xfrm>
            <a:off x="1773238" y="2924175"/>
            <a:ext cx="2582862" cy="762000"/>
          </a:xfrm>
          <a:prstGeom prst="rect">
            <a:avLst/>
          </a:prstGeom>
          <a:solidFill>
            <a:srgbClr val="339966"/>
          </a:solidFill>
          <a:ln w="25400" cap="sq" cmpd="sng">
            <a:solidFill>
              <a:srgbClr val="339966"/>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23558" name="Text Box 5"/>
          <p:cNvSpPr txBox="1"/>
          <p:nvPr/>
        </p:nvSpPr>
        <p:spPr>
          <a:xfrm>
            <a:off x="1917700" y="3076575"/>
            <a:ext cx="2232025" cy="4572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1800" dirty="0">
                <a:solidFill>
                  <a:schemeClr val="bg1"/>
                </a:solidFill>
                <a:latin typeface="Arial" panose="020B0604020202020204" pitchFamily="34" charset="0"/>
                <a:ea typeface="宋体" panose="02010600030101010101" pitchFamily="2" charset="-122"/>
              </a:rPr>
              <a:t>初始化</a:t>
            </a:r>
            <a:r>
              <a:rPr lang="en-US" altLang="zh-CN" sz="1800" dirty="0">
                <a:solidFill>
                  <a:schemeClr val="bg1"/>
                </a:solidFill>
                <a:latin typeface="Arial" panose="020B0604020202020204" pitchFamily="34" charset="0"/>
              </a:rPr>
              <a:t>CNT0</a:t>
            </a:r>
            <a:endParaRPr lang="zh-CN" altLang="en-US" sz="1800" dirty="0">
              <a:solidFill>
                <a:schemeClr val="bg1"/>
              </a:solidFill>
              <a:latin typeface="Arial" panose="020B0604020202020204" pitchFamily="34" charset="0"/>
              <a:ea typeface="宋体" panose="02010600030101010101" pitchFamily="2" charset="-122"/>
            </a:endParaRPr>
          </a:p>
        </p:txBody>
      </p:sp>
      <p:sp>
        <p:nvSpPr>
          <p:cNvPr id="23559" name="Rectangle 6"/>
          <p:cNvSpPr/>
          <p:nvPr/>
        </p:nvSpPr>
        <p:spPr>
          <a:xfrm>
            <a:off x="1701800" y="4176713"/>
            <a:ext cx="2654300" cy="762000"/>
          </a:xfrm>
          <a:prstGeom prst="rect">
            <a:avLst/>
          </a:prstGeom>
          <a:solidFill>
            <a:srgbClr val="339966"/>
          </a:solidFill>
          <a:ln w="25400" cap="sq" cmpd="sng">
            <a:solidFill>
              <a:srgbClr val="339966"/>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23560" name="Text Box 7"/>
          <p:cNvSpPr txBox="1"/>
          <p:nvPr/>
        </p:nvSpPr>
        <p:spPr>
          <a:xfrm>
            <a:off x="1887538" y="4343400"/>
            <a:ext cx="2189162" cy="4572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1800" dirty="0">
                <a:solidFill>
                  <a:schemeClr val="bg1"/>
                </a:solidFill>
                <a:latin typeface="Arial" panose="020B0604020202020204" pitchFamily="34" charset="0"/>
                <a:ea typeface="宋体" panose="02010600030101010101" pitchFamily="2" charset="-122"/>
              </a:rPr>
              <a:t>初始化</a:t>
            </a:r>
            <a:r>
              <a:rPr lang="en-US" altLang="zh-CN" sz="1800" dirty="0">
                <a:solidFill>
                  <a:schemeClr val="bg1"/>
                </a:solidFill>
                <a:latin typeface="Arial" panose="020B0604020202020204" pitchFamily="34" charset="0"/>
              </a:rPr>
              <a:t>CNT1</a:t>
            </a:r>
            <a:endParaRPr lang="zh-CN" altLang="en-US" sz="1800" dirty="0">
              <a:solidFill>
                <a:schemeClr val="bg1"/>
              </a:solidFill>
              <a:latin typeface="Arial" panose="020B0604020202020204" pitchFamily="34" charset="0"/>
              <a:ea typeface="宋体" panose="02010600030101010101" pitchFamily="2" charset="-122"/>
            </a:endParaRPr>
          </a:p>
        </p:txBody>
      </p:sp>
      <p:sp>
        <p:nvSpPr>
          <p:cNvPr id="23561" name="Rectangle 8"/>
          <p:cNvSpPr/>
          <p:nvPr/>
        </p:nvSpPr>
        <p:spPr>
          <a:xfrm>
            <a:off x="1701800" y="5395913"/>
            <a:ext cx="2654300" cy="762000"/>
          </a:xfrm>
          <a:prstGeom prst="rect">
            <a:avLst/>
          </a:prstGeom>
          <a:solidFill>
            <a:srgbClr val="339966"/>
          </a:solidFill>
          <a:ln w="25400" cap="sq" cmpd="sng">
            <a:solidFill>
              <a:srgbClr val="339966"/>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23562" name="Text Box 9"/>
          <p:cNvSpPr txBox="1"/>
          <p:nvPr/>
        </p:nvSpPr>
        <p:spPr>
          <a:xfrm>
            <a:off x="1930400" y="5562600"/>
            <a:ext cx="2146300" cy="4572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1800" dirty="0">
                <a:solidFill>
                  <a:schemeClr val="bg1"/>
                </a:solidFill>
                <a:latin typeface="Arial" panose="020B0604020202020204" pitchFamily="34" charset="0"/>
                <a:ea typeface="宋体" panose="02010600030101010101" pitchFamily="2" charset="-122"/>
              </a:rPr>
              <a:t>初始化</a:t>
            </a:r>
            <a:r>
              <a:rPr lang="en-US" altLang="zh-CN" sz="1800" dirty="0">
                <a:solidFill>
                  <a:schemeClr val="bg1"/>
                </a:solidFill>
                <a:latin typeface="Arial" panose="020B0604020202020204" pitchFamily="34" charset="0"/>
              </a:rPr>
              <a:t>CNT2</a:t>
            </a:r>
            <a:endParaRPr lang="zh-CN" altLang="en-US" sz="1800" dirty="0">
              <a:solidFill>
                <a:schemeClr val="bg1"/>
              </a:solidFill>
              <a:latin typeface="Arial" panose="020B0604020202020204" pitchFamily="34" charset="0"/>
              <a:ea typeface="宋体" panose="02010600030101010101" pitchFamily="2" charset="-122"/>
            </a:endParaRPr>
          </a:p>
        </p:txBody>
      </p:sp>
      <p:sp>
        <p:nvSpPr>
          <p:cNvPr id="23563" name="Line 11"/>
          <p:cNvSpPr/>
          <p:nvPr/>
        </p:nvSpPr>
        <p:spPr>
          <a:xfrm>
            <a:off x="2997200" y="3686175"/>
            <a:ext cx="0" cy="457200"/>
          </a:xfrm>
          <a:prstGeom prst="line">
            <a:avLst/>
          </a:prstGeom>
          <a:ln w="25400" cap="sq" cmpd="sng">
            <a:solidFill>
              <a:srgbClr val="FF6600"/>
            </a:solidFill>
            <a:prstDash val="solid"/>
            <a:headEnd type="none" w="med" len="med"/>
            <a:tailEnd type="triangle" w="lg" len="lg"/>
          </a:ln>
        </p:spPr>
      </p:sp>
      <p:sp>
        <p:nvSpPr>
          <p:cNvPr id="23564" name="Line 12"/>
          <p:cNvSpPr/>
          <p:nvPr/>
        </p:nvSpPr>
        <p:spPr>
          <a:xfrm>
            <a:off x="2997200" y="4938713"/>
            <a:ext cx="0" cy="457200"/>
          </a:xfrm>
          <a:prstGeom prst="line">
            <a:avLst/>
          </a:prstGeom>
          <a:ln w="25400" cap="sq" cmpd="sng">
            <a:solidFill>
              <a:srgbClr val="FF6600"/>
            </a:solidFill>
            <a:prstDash val="solid"/>
            <a:headEnd type="none" w="med" len="med"/>
            <a:tailEnd type="triangle" w="lg" len="lg"/>
          </a:ln>
        </p:spPr>
      </p:sp>
      <p:sp>
        <p:nvSpPr>
          <p:cNvPr id="23565" name="Text Box 28"/>
          <p:cNvSpPr txBox="1"/>
          <p:nvPr/>
        </p:nvSpPr>
        <p:spPr>
          <a:xfrm>
            <a:off x="5364163" y="2781300"/>
            <a:ext cx="2232025" cy="457200"/>
          </a:xfrm>
          <a:prstGeom prst="rect">
            <a:avLst/>
          </a:prstGeom>
          <a:solidFill>
            <a:srgbClr val="99CCFF"/>
          </a:solid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1800" dirty="0">
                <a:solidFill>
                  <a:schemeClr val="tx1"/>
                </a:solidFill>
                <a:latin typeface="Arial" panose="020B0604020202020204" pitchFamily="34" charset="0"/>
                <a:ea typeface="宋体" panose="02010600030101010101" pitchFamily="2" charset="-122"/>
              </a:rPr>
              <a:t>写</a:t>
            </a:r>
            <a:r>
              <a:rPr lang="en-US" altLang="zh-CN" sz="1800" dirty="0">
                <a:solidFill>
                  <a:schemeClr val="tx1"/>
                </a:solidFill>
                <a:latin typeface="Arial" panose="020B0604020202020204" pitchFamily="34" charset="0"/>
              </a:rPr>
              <a:t>CNT0</a:t>
            </a:r>
            <a:r>
              <a:rPr lang="zh-CN" altLang="en-US" sz="1800" dirty="0">
                <a:solidFill>
                  <a:schemeClr val="tx1"/>
                </a:solidFill>
                <a:latin typeface="Arial" panose="020B0604020202020204" pitchFamily="34" charset="0"/>
                <a:ea typeface="宋体" panose="02010600030101010101" pitchFamily="2" charset="-122"/>
              </a:rPr>
              <a:t>控制字</a:t>
            </a:r>
            <a:endParaRPr lang="zh-CN" altLang="en-US" sz="1800" dirty="0">
              <a:solidFill>
                <a:schemeClr val="tx1"/>
              </a:solidFill>
              <a:latin typeface="Arial" panose="020B0604020202020204" pitchFamily="34" charset="0"/>
              <a:ea typeface="宋体" panose="02010600030101010101" pitchFamily="2" charset="-122"/>
            </a:endParaRPr>
          </a:p>
        </p:txBody>
      </p:sp>
      <p:sp>
        <p:nvSpPr>
          <p:cNvPr id="23566" name="Text Box 32"/>
          <p:cNvSpPr txBox="1"/>
          <p:nvPr/>
        </p:nvSpPr>
        <p:spPr>
          <a:xfrm>
            <a:off x="5365750" y="3644900"/>
            <a:ext cx="2590800" cy="457200"/>
          </a:xfrm>
          <a:prstGeom prst="rect">
            <a:avLst/>
          </a:prstGeom>
          <a:solidFill>
            <a:srgbClr val="99CCFF"/>
          </a:solid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1800" dirty="0">
                <a:solidFill>
                  <a:schemeClr val="tx1"/>
                </a:solidFill>
                <a:latin typeface="Arial" panose="020B0604020202020204" pitchFamily="34" charset="0"/>
                <a:ea typeface="宋体" panose="02010600030101010101" pitchFamily="2" charset="-122"/>
              </a:rPr>
              <a:t>写</a:t>
            </a:r>
            <a:r>
              <a:rPr lang="en-US" altLang="zh-CN" sz="1800" dirty="0">
                <a:solidFill>
                  <a:schemeClr val="tx1"/>
                </a:solidFill>
                <a:latin typeface="Arial" panose="020B0604020202020204" pitchFamily="34" charset="0"/>
              </a:rPr>
              <a:t>CNT0</a:t>
            </a:r>
            <a:r>
              <a:rPr lang="zh-CN" altLang="en-US" sz="1800" dirty="0">
                <a:solidFill>
                  <a:schemeClr val="tx1"/>
                </a:solidFill>
                <a:latin typeface="Arial" panose="020B0604020202020204" pitchFamily="34" charset="0"/>
                <a:ea typeface="宋体" panose="02010600030101010101" pitchFamily="2" charset="-122"/>
              </a:rPr>
              <a:t>计数初值</a:t>
            </a:r>
            <a:endParaRPr lang="zh-CN" altLang="en-US" sz="1800" dirty="0">
              <a:solidFill>
                <a:schemeClr val="tx1"/>
              </a:solidFill>
              <a:latin typeface="Arial" panose="020B0604020202020204" pitchFamily="34" charset="0"/>
              <a:ea typeface="宋体" panose="02010600030101010101" pitchFamily="2" charset="-122"/>
            </a:endParaRPr>
          </a:p>
        </p:txBody>
      </p:sp>
      <p:sp>
        <p:nvSpPr>
          <p:cNvPr id="23567" name="Line 33"/>
          <p:cNvSpPr/>
          <p:nvPr/>
        </p:nvSpPr>
        <p:spPr>
          <a:xfrm flipV="1">
            <a:off x="4427538" y="2997200"/>
            <a:ext cx="865187" cy="215900"/>
          </a:xfrm>
          <a:prstGeom prst="line">
            <a:avLst/>
          </a:prstGeom>
          <a:ln w="25400" cap="sq" cmpd="sng">
            <a:solidFill>
              <a:srgbClr val="FF6600"/>
            </a:solidFill>
            <a:prstDash val="solid"/>
            <a:headEnd type="none" w="med" len="med"/>
            <a:tailEnd type="triangle" w="lg" len="lg"/>
          </a:ln>
        </p:spPr>
      </p:sp>
      <p:sp>
        <p:nvSpPr>
          <p:cNvPr id="23568" name="Line 34"/>
          <p:cNvSpPr/>
          <p:nvPr/>
        </p:nvSpPr>
        <p:spPr>
          <a:xfrm>
            <a:off x="4427538" y="3284538"/>
            <a:ext cx="865187" cy="576262"/>
          </a:xfrm>
          <a:prstGeom prst="line">
            <a:avLst/>
          </a:prstGeom>
          <a:ln w="25400" cap="sq" cmpd="sng">
            <a:solidFill>
              <a:srgbClr val="FF6600"/>
            </a:solidFill>
            <a:prstDash val="solid"/>
            <a:headEnd type="none" w="med" len="med"/>
            <a:tailEnd type="triangle" w="lg" len="lg"/>
          </a:ln>
        </p:spPr>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3556">
                                            <p:txEl>
                                              <p:charRg st="0" end="9"/>
                                            </p:txEl>
                                          </p:spTgt>
                                        </p:tgtEl>
                                        <p:attrNameLst>
                                          <p:attrName>style.visibility</p:attrName>
                                        </p:attrNameLst>
                                      </p:cBhvr>
                                      <p:to>
                                        <p:strVal val="visible"/>
                                      </p:to>
                                    </p:set>
                                    <p:animEffect transition="in" filter="wipe(left)">
                                      <p:cBhvr>
                                        <p:cTn id="7" dur="500"/>
                                        <p:tgtEl>
                                          <p:spTgt spid="23556">
                                            <p:txEl>
                                              <p:charRg st="0" end="9"/>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3557"/>
                                        </p:tgtEl>
                                        <p:attrNameLst>
                                          <p:attrName>style.visibility</p:attrName>
                                        </p:attrNameLst>
                                      </p:cBhvr>
                                      <p:to>
                                        <p:strVal val="visible"/>
                                      </p:to>
                                    </p:set>
                                    <p:animEffect transition="in" filter="wipe(left)">
                                      <p:cBhvr>
                                        <p:cTn id="12" dur="500"/>
                                        <p:tgtEl>
                                          <p:spTgt spid="23557"/>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23558"/>
                                        </p:tgtEl>
                                        <p:attrNameLst>
                                          <p:attrName>style.visibility</p:attrName>
                                        </p:attrNameLst>
                                      </p:cBhvr>
                                      <p:to>
                                        <p:strVal val="visible"/>
                                      </p:to>
                                    </p:set>
                                    <p:animEffect transition="in" filter="wipe(left)">
                                      <p:cBhvr>
                                        <p:cTn id="15" dur="500"/>
                                        <p:tgtEl>
                                          <p:spTgt spid="23558"/>
                                        </p:tgtEl>
                                      </p:cBhvr>
                                    </p:animEffect>
                                  </p:childTnLst>
                                </p:cTn>
                              </p:par>
                            </p:childTnLst>
                          </p:cTn>
                        </p:par>
                      </p:childTnLst>
                    </p:cTn>
                  </p:par>
                  <p:par>
                    <p:cTn id="16" fill="hold">
                      <p:stCondLst>
                        <p:cond delay="indefinite"/>
                      </p:stCondLst>
                      <p:childTnLst>
                        <p:par>
                          <p:cTn id="17" fill="hold">
                            <p:stCondLst>
                              <p:cond delay="0"/>
                            </p:stCondLst>
                            <p:childTnLst>
                              <p:par>
                                <p:cTn id="18" presetID="18" presetClass="entr" presetSubtype="6" fill="hold" nodeType="clickEffect">
                                  <p:stCondLst>
                                    <p:cond delay="0"/>
                                  </p:stCondLst>
                                  <p:childTnLst>
                                    <p:set>
                                      <p:cBhvr>
                                        <p:cTn id="19" dur="1" fill="hold">
                                          <p:stCondLst>
                                            <p:cond delay="0"/>
                                          </p:stCondLst>
                                        </p:cTn>
                                        <p:tgtEl>
                                          <p:spTgt spid="23567"/>
                                        </p:tgtEl>
                                        <p:attrNameLst>
                                          <p:attrName>style.visibility</p:attrName>
                                        </p:attrNameLst>
                                      </p:cBhvr>
                                      <p:to>
                                        <p:strVal val="visible"/>
                                      </p:to>
                                    </p:set>
                                    <p:animEffect transition="in" filter="strips(downRight)">
                                      <p:cBhvr>
                                        <p:cTn id="20" dur="500"/>
                                        <p:tgtEl>
                                          <p:spTgt spid="23567"/>
                                        </p:tgtEl>
                                      </p:cBhvr>
                                    </p:animEffect>
                                  </p:childTnLst>
                                </p:cTn>
                              </p:par>
                            </p:childTnLst>
                          </p:cTn>
                        </p:par>
                        <p:par>
                          <p:cTn id="21" fill="hold">
                            <p:stCondLst>
                              <p:cond delay="500"/>
                            </p:stCondLst>
                            <p:childTnLst>
                              <p:par>
                                <p:cTn id="22" presetID="22" presetClass="entr" presetSubtype="8" fill="hold" grpId="0" nodeType="afterEffect">
                                  <p:stCondLst>
                                    <p:cond delay="0"/>
                                  </p:stCondLst>
                                  <p:childTnLst>
                                    <p:set>
                                      <p:cBhvr>
                                        <p:cTn id="23" dur="1" fill="hold">
                                          <p:stCondLst>
                                            <p:cond delay="0"/>
                                          </p:stCondLst>
                                        </p:cTn>
                                        <p:tgtEl>
                                          <p:spTgt spid="23565"/>
                                        </p:tgtEl>
                                        <p:attrNameLst>
                                          <p:attrName>style.visibility</p:attrName>
                                        </p:attrNameLst>
                                      </p:cBhvr>
                                      <p:to>
                                        <p:strVal val="visible"/>
                                      </p:to>
                                    </p:set>
                                    <p:animEffect transition="in" filter="wipe(left)">
                                      <p:cBhvr>
                                        <p:cTn id="24" dur="500"/>
                                        <p:tgtEl>
                                          <p:spTgt spid="23565"/>
                                        </p:tgtEl>
                                      </p:cBhvr>
                                    </p:animEffect>
                                  </p:childTnLst>
                                </p:cTn>
                              </p:par>
                            </p:childTnLst>
                          </p:cTn>
                        </p:par>
                      </p:childTnLst>
                    </p:cTn>
                  </p:par>
                  <p:par>
                    <p:cTn id="25" fill="hold">
                      <p:stCondLst>
                        <p:cond delay="indefinite"/>
                      </p:stCondLst>
                      <p:childTnLst>
                        <p:par>
                          <p:cTn id="26" fill="hold">
                            <p:stCondLst>
                              <p:cond delay="0"/>
                            </p:stCondLst>
                            <p:childTnLst>
                              <p:par>
                                <p:cTn id="27" presetID="18" presetClass="entr" presetSubtype="6" fill="hold" nodeType="clickEffect">
                                  <p:stCondLst>
                                    <p:cond delay="0"/>
                                  </p:stCondLst>
                                  <p:childTnLst>
                                    <p:set>
                                      <p:cBhvr>
                                        <p:cTn id="28" dur="1" fill="hold">
                                          <p:stCondLst>
                                            <p:cond delay="0"/>
                                          </p:stCondLst>
                                        </p:cTn>
                                        <p:tgtEl>
                                          <p:spTgt spid="23568"/>
                                        </p:tgtEl>
                                        <p:attrNameLst>
                                          <p:attrName>style.visibility</p:attrName>
                                        </p:attrNameLst>
                                      </p:cBhvr>
                                      <p:to>
                                        <p:strVal val="visible"/>
                                      </p:to>
                                    </p:set>
                                    <p:animEffect transition="in" filter="strips(downRight)">
                                      <p:cBhvr>
                                        <p:cTn id="29" dur="500"/>
                                        <p:tgtEl>
                                          <p:spTgt spid="23568"/>
                                        </p:tgtEl>
                                      </p:cBhvr>
                                    </p:animEffect>
                                  </p:childTnLst>
                                </p:cTn>
                              </p:par>
                            </p:childTnLst>
                          </p:cTn>
                        </p:par>
                        <p:par>
                          <p:cTn id="30" fill="hold">
                            <p:stCondLst>
                              <p:cond delay="500"/>
                            </p:stCondLst>
                            <p:childTnLst>
                              <p:par>
                                <p:cTn id="31" presetID="22" presetClass="entr" presetSubtype="8" fill="hold" grpId="0" nodeType="afterEffect">
                                  <p:stCondLst>
                                    <p:cond delay="0"/>
                                  </p:stCondLst>
                                  <p:childTnLst>
                                    <p:set>
                                      <p:cBhvr>
                                        <p:cTn id="32" dur="1" fill="hold">
                                          <p:stCondLst>
                                            <p:cond delay="0"/>
                                          </p:stCondLst>
                                        </p:cTn>
                                        <p:tgtEl>
                                          <p:spTgt spid="23566"/>
                                        </p:tgtEl>
                                        <p:attrNameLst>
                                          <p:attrName>style.visibility</p:attrName>
                                        </p:attrNameLst>
                                      </p:cBhvr>
                                      <p:to>
                                        <p:strVal val="visible"/>
                                      </p:to>
                                    </p:set>
                                    <p:animEffect transition="in" filter="wipe(left)">
                                      <p:cBhvr>
                                        <p:cTn id="33" dur="500"/>
                                        <p:tgtEl>
                                          <p:spTgt spid="23566"/>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1" fill="hold" nodeType="clickEffect">
                                  <p:stCondLst>
                                    <p:cond delay="0"/>
                                  </p:stCondLst>
                                  <p:childTnLst>
                                    <p:set>
                                      <p:cBhvr>
                                        <p:cTn id="37" dur="1" fill="hold">
                                          <p:stCondLst>
                                            <p:cond delay="0"/>
                                          </p:stCondLst>
                                        </p:cTn>
                                        <p:tgtEl>
                                          <p:spTgt spid="23563"/>
                                        </p:tgtEl>
                                        <p:attrNameLst>
                                          <p:attrName>style.visibility</p:attrName>
                                        </p:attrNameLst>
                                      </p:cBhvr>
                                      <p:to>
                                        <p:strVal val="visible"/>
                                      </p:to>
                                    </p:set>
                                    <p:animEffect transition="in" filter="wipe(up)">
                                      <p:cBhvr>
                                        <p:cTn id="38" dur="500"/>
                                        <p:tgtEl>
                                          <p:spTgt spid="23563"/>
                                        </p:tgtEl>
                                      </p:cBhvr>
                                    </p:animEffect>
                                  </p:childTnLst>
                                </p:cTn>
                              </p:par>
                            </p:childTnLst>
                          </p:cTn>
                        </p:par>
                        <p:par>
                          <p:cTn id="39" fill="hold">
                            <p:stCondLst>
                              <p:cond delay="500"/>
                            </p:stCondLst>
                            <p:childTnLst>
                              <p:par>
                                <p:cTn id="40" presetID="22" presetClass="entr" presetSubtype="8" fill="hold" grpId="0" nodeType="afterEffect">
                                  <p:stCondLst>
                                    <p:cond delay="0"/>
                                  </p:stCondLst>
                                  <p:childTnLst>
                                    <p:set>
                                      <p:cBhvr>
                                        <p:cTn id="41" dur="1" fill="hold">
                                          <p:stCondLst>
                                            <p:cond delay="0"/>
                                          </p:stCondLst>
                                        </p:cTn>
                                        <p:tgtEl>
                                          <p:spTgt spid="23559"/>
                                        </p:tgtEl>
                                        <p:attrNameLst>
                                          <p:attrName>style.visibility</p:attrName>
                                        </p:attrNameLst>
                                      </p:cBhvr>
                                      <p:to>
                                        <p:strVal val="visible"/>
                                      </p:to>
                                    </p:set>
                                    <p:animEffect transition="in" filter="wipe(left)">
                                      <p:cBhvr>
                                        <p:cTn id="42" dur="500"/>
                                        <p:tgtEl>
                                          <p:spTgt spid="23559"/>
                                        </p:tgtEl>
                                      </p:cBhvr>
                                    </p:animEffect>
                                  </p:childTnLst>
                                </p:cTn>
                              </p:par>
                              <p:par>
                                <p:cTn id="43" presetID="22" presetClass="entr" presetSubtype="8" fill="hold" grpId="0" nodeType="withEffect">
                                  <p:stCondLst>
                                    <p:cond delay="0"/>
                                  </p:stCondLst>
                                  <p:childTnLst>
                                    <p:set>
                                      <p:cBhvr>
                                        <p:cTn id="44" dur="1" fill="hold">
                                          <p:stCondLst>
                                            <p:cond delay="0"/>
                                          </p:stCondLst>
                                        </p:cTn>
                                        <p:tgtEl>
                                          <p:spTgt spid="23560"/>
                                        </p:tgtEl>
                                        <p:attrNameLst>
                                          <p:attrName>style.visibility</p:attrName>
                                        </p:attrNameLst>
                                      </p:cBhvr>
                                      <p:to>
                                        <p:strVal val="visible"/>
                                      </p:to>
                                    </p:set>
                                    <p:animEffect transition="in" filter="wipe(left)">
                                      <p:cBhvr>
                                        <p:cTn id="45" dur="500"/>
                                        <p:tgtEl>
                                          <p:spTgt spid="23560"/>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1" fill="hold" nodeType="clickEffect">
                                  <p:stCondLst>
                                    <p:cond delay="0"/>
                                  </p:stCondLst>
                                  <p:childTnLst>
                                    <p:set>
                                      <p:cBhvr>
                                        <p:cTn id="49" dur="1" fill="hold">
                                          <p:stCondLst>
                                            <p:cond delay="0"/>
                                          </p:stCondLst>
                                        </p:cTn>
                                        <p:tgtEl>
                                          <p:spTgt spid="23564"/>
                                        </p:tgtEl>
                                        <p:attrNameLst>
                                          <p:attrName>style.visibility</p:attrName>
                                        </p:attrNameLst>
                                      </p:cBhvr>
                                      <p:to>
                                        <p:strVal val="visible"/>
                                      </p:to>
                                    </p:set>
                                    <p:animEffect transition="in" filter="wipe(up)">
                                      <p:cBhvr>
                                        <p:cTn id="50" dur="500"/>
                                        <p:tgtEl>
                                          <p:spTgt spid="23564"/>
                                        </p:tgtEl>
                                      </p:cBhvr>
                                    </p:animEffect>
                                  </p:childTnLst>
                                </p:cTn>
                              </p:par>
                            </p:childTnLst>
                          </p:cTn>
                        </p:par>
                        <p:par>
                          <p:cTn id="51" fill="hold">
                            <p:stCondLst>
                              <p:cond delay="500"/>
                            </p:stCondLst>
                            <p:childTnLst>
                              <p:par>
                                <p:cTn id="52" presetID="22" presetClass="entr" presetSubtype="8" fill="hold" grpId="0" nodeType="afterEffect">
                                  <p:stCondLst>
                                    <p:cond delay="0"/>
                                  </p:stCondLst>
                                  <p:childTnLst>
                                    <p:set>
                                      <p:cBhvr>
                                        <p:cTn id="53" dur="1" fill="hold">
                                          <p:stCondLst>
                                            <p:cond delay="0"/>
                                          </p:stCondLst>
                                        </p:cTn>
                                        <p:tgtEl>
                                          <p:spTgt spid="23561"/>
                                        </p:tgtEl>
                                        <p:attrNameLst>
                                          <p:attrName>style.visibility</p:attrName>
                                        </p:attrNameLst>
                                      </p:cBhvr>
                                      <p:to>
                                        <p:strVal val="visible"/>
                                      </p:to>
                                    </p:set>
                                    <p:animEffect transition="in" filter="wipe(left)">
                                      <p:cBhvr>
                                        <p:cTn id="54" dur="500"/>
                                        <p:tgtEl>
                                          <p:spTgt spid="23561"/>
                                        </p:tgtEl>
                                      </p:cBhvr>
                                    </p:animEffect>
                                  </p:childTnLst>
                                </p:cTn>
                              </p:par>
                              <p:par>
                                <p:cTn id="55" presetID="22" presetClass="entr" presetSubtype="8" fill="hold" grpId="0" nodeType="withEffect">
                                  <p:stCondLst>
                                    <p:cond delay="0"/>
                                  </p:stCondLst>
                                  <p:childTnLst>
                                    <p:set>
                                      <p:cBhvr>
                                        <p:cTn id="56" dur="1" fill="hold">
                                          <p:stCondLst>
                                            <p:cond delay="0"/>
                                          </p:stCondLst>
                                        </p:cTn>
                                        <p:tgtEl>
                                          <p:spTgt spid="23562"/>
                                        </p:tgtEl>
                                        <p:attrNameLst>
                                          <p:attrName>style.visibility</p:attrName>
                                        </p:attrNameLst>
                                      </p:cBhvr>
                                      <p:to>
                                        <p:strVal val="visible"/>
                                      </p:to>
                                    </p:set>
                                    <p:animEffect transition="in" filter="wipe(left)">
                                      <p:cBhvr>
                                        <p:cTn id="57" dur="500"/>
                                        <p:tgtEl>
                                          <p:spTgt spid="235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7" grpId="0" animBg="1"/>
      <p:bldP spid="23558" grpId="0"/>
      <p:bldP spid="23559" grpId="0" animBg="1"/>
      <p:bldP spid="23560" grpId="0"/>
      <p:bldP spid="23561" grpId="0" animBg="1"/>
      <p:bldP spid="23562" grpId="0"/>
      <p:bldP spid="23565" grpId="0" animBg="1"/>
      <p:bldP spid="23566"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17762"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24580" name="Rectangle 4"/>
          <p:cNvSpPr/>
          <p:nvPr/>
        </p:nvSpPr>
        <p:spPr>
          <a:xfrm>
            <a:off x="2411413" y="2266950"/>
            <a:ext cx="2798762" cy="762000"/>
          </a:xfrm>
          <a:prstGeom prst="rect">
            <a:avLst/>
          </a:prstGeom>
          <a:solidFill>
            <a:srgbClr val="339966"/>
          </a:solidFill>
          <a:ln w="25400" cap="sq" cmpd="sng">
            <a:solidFill>
              <a:srgbClr val="339966"/>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24581" name="Text Box 5"/>
          <p:cNvSpPr txBox="1"/>
          <p:nvPr/>
        </p:nvSpPr>
        <p:spPr>
          <a:xfrm>
            <a:off x="2416175" y="2419350"/>
            <a:ext cx="295275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2000" dirty="0">
                <a:solidFill>
                  <a:schemeClr val="bg1"/>
                </a:solidFill>
                <a:latin typeface="Arial" panose="020B0604020202020204" pitchFamily="34" charset="0"/>
                <a:ea typeface="宋体" panose="02010600030101010101" pitchFamily="2" charset="-122"/>
              </a:rPr>
              <a:t>写入全部计数器控制字</a:t>
            </a:r>
            <a:endParaRPr lang="zh-CN" altLang="en-US" sz="2000" dirty="0">
              <a:solidFill>
                <a:schemeClr val="bg1"/>
              </a:solidFill>
              <a:latin typeface="Arial" panose="020B0604020202020204" pitchFamily="34" charset="0"/>
              <a:ea typeface="宋体" panose="02010600030101010101" pitchFamily="2" charset="-122"/>
            </a:endParaRPr>
          </a:p>
        </p:txBody>
      </p:sp>
      <p:sp>
        <p:nvSpPr>
          <p:cNvPr id="24582" name="Rectangle 6"/>
          <p:cNvSpPr/>
          <p:nvPr/>
        </p:nvSpPr>
        <p:spPr>
          <a:xfrm>
            <a:off x="2339975" y="3519488"/>
            <a:ext cx="2870200" cy="762000"/>
          </a:xfrm>
          <a:prstGeom prst="rect">
            <a:avLst/>
          </a:prstGeom>
          <a:solidFill>
            <a:srgbClr val="339966"/>
          </a:solidFill>
          <a:ln w="25400" cap="sq" cmpd="sng">
            <a:solidFill>
              <a:srgbClr val="339966"/>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24583" name="Text Box 7"/>
          <p:cNvSpPr txBox="1"/>
          <p:nvPr/>
        </p:nvSpPr>
        <p:spPr>
          <a:xfrm>
            <a:off x="2525713" y="3686175"/>
            <a:ext cx="2189162"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2000" dirty="0">
                <a:solidFill>
                  <a:schemeClr val="bg1"/>
                </a:solidFill>
                <a:latin typeface="Arial" panose="020B0604020202020204" pitchFamily="34" charset="0"/>
                <a:ea typeface="宋体" panose="02010600030101010101" pitchFamily="2" charset="-122"/>
              </a:rPr>
              <a:t>写</a:t>
            </a:r>
            <a:r>
              <a:rPr lang="en-US" altLang="zh-CN" sz="2000" dirty="0">
                <a:solidFill>
                  <a:schemeClr val="bg1"/>
                </a:solidFill>
                <a:latin typeface="Arial" panose="020B0604020202020204" pitchFamily="34" charset="0"/>
              </a:rPr>
              <a:t>CNT0</a:t>
            </a:r>
            <a:r>
              <a:rPr lang="zh-CN" altLang="en-US" sz="2000" dirty="0">
                <a:solidFill>
                  <a:schemeClr val="bg1"/>
                </a:solidFill>
                <a:latin typeface="Arial" panose="020B0604020202020204" pitchFamily="34" charset="0"/>
                <a:ea typeface="宋体" panose="02010600030101010101" pitchFamily="2" charset="-122"/>
              </a:rPr>
              <a:t>计数初值</a:t>
            </a:r>
            <a:endParaRPr lang="zh-CN" altLang="en-US" sz="2000" dirty="0">
              <a:solidFill>
                <a:schemeClr val="bg1"/>
              </a:solidFill>
              <a:latin typeface="Arial" panose="020B0604020202020204" pitchFamily="34" charset="0"/>
              <a:ea typeface="宋体" panose="02010600030101010101" pitchFamily="2" charset="-122"/>
            </a:endParaRPr>
          </a:p>
        </p:txBody>
      </p:sp>
      <p:sp>
        <p:nvSpPr>
          <p:cNvPr id="24584" name="Rectangle 8"/>
          <p:cNvSpPr/>
          <p:nvPr/>
        </p:nvSpPr>
        <p:spPr>
          <a:xfrm>
            <a:off x="2339975" y="4738688"/>
            <a:ext cx="2870200" cy="762000"/>
          </a:xfrm>
          <a:prstGeom prst="rect">
            <a:avLst/>
          </a:prstGeom>
          <a:solidFill>
            <a:srgbClr val="339966"/>
          </a:solidFill>
          <a:ln w="25400" cap="sq" cmpd="sng">
            <a:solidFill>
              <a:srgbClr val="339966"/>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24585" name="Text Box 9"/>
          <p:cNvSpPr txBox="1"/>
          <p:nvPr/>
        </p:nvSpPr>
        <p:spPr>
          <a:xfrm>
            <a:off x="2568575" y="4905375"/>
            <a:ext cx="21463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2000" dirty="0">
                <a:solidFill>
                  <a:schemeClr val="bg1"/>
                </a:solidFill>
                <a:latin typeface="Arial" panose="020B0604020202020204" pitchFamily="34" charset="0"/>
                <a:ea typeface="宋体" panose="02010600030101010101" pitchFamily="2" charset="-122"/>
              </a:rPr>
              <a:t>写</a:t>
            </a:r>
            <a:r>
              <a:rPr lang="en-US" altLang="zh-CN" sz="2000" dirty="0">
                <a:solidFill>
                  <a:schemeClr val="bg1"/>
                </a:solidFill>
                <a:latin typeface="Arial" panose="020B0604020202020204" pitchFamily="34" charset="0"/>
              </a:rPr>
              <a:t>CNT1</a:t>
            </a:r>
            <a:r>
              <a:rPr lang="zh-CN" altLang="en-US" sz="2000" dirty="0">
                <a:solidFill>
                  <a:schemeClr val="bg1"/>
                </a:solidFill>
                <a:latin typeface="Arial" panose="020B0604020202020204" pitchFamily="34" charset="0"/>
                <a:ea typeface="宋体" panose="02010600030101010101" pitchFamily="2" charset="-122"/>
              </a:rPr>
              <a:t>计数初值</a:t>
            </a:r>
            <a:endParaRPr lang="zh-CN" altLang="en-US" sz="2000" dirty="0">
              <a:solidFill>
                <a:schemeClr val="bg1"/>
              </a:solidFill>
              <a:latin typeface="Arial" panose="020B0604020202020204" pitchFamily="34" charset="0"/>
              <a:ea typeface="宋体" panose="02010600030101010101" pitchFamily="2" charset="-122"/>
            </a:endParaRPr>
          </a:p>
        </p:txBody>
      </p:sp>
      <p:sp>
        <p:nvSpPr>
          <p:cNvPr id="24586" name="Line 10"/>
          <p:cNvSpPr/>
          <p:nvPr/>
        </p:nvSpPr>
        <p:spPr>
          <a:xfrm>
            <a:off x="3770313" y="3028950"/>
            <a:ext cx="0" cy="457200"/>
          </a:xfrm>
          <a:prstGeom prst="line">
            <a:avLst/>
          </a:prstGeom>
          <a:ln w="25400" cap="sq" cmpd="sng">
            <a:solidFill>
              <a:srgbClr val="FF6600"/>
            </a:solidFill>
            <a:prstDash val="solid"/>
            <a:headEnd type="none" w="med" len="med"/>
            <a:tailEnd type="triangle" w="lg" len="lg"/>
          </a:ln>
        </p:spPr>
      </p:sp>
      <p:sp>
        <p:nvSpPr>
          <p:cNvPr id="24587" name="Line 11"/>
          <p:cNvSpPr/>
          <p:nvPr/>
        </p:nvSpPr>
        <p:spPr>
          <a:xfrm>
            <a:off x="3770313" y="4281488"/>
            <a:ext cx="0" cy="457200"/>
          </a:xfrm>
          <a:prstGeom prst="line">
            <a:avLst/>
          </a:prstGeom>
          <a:ln w="25400" cap="sq" cmpd="sng">
            <a:solidFill>
              <a:srgbClr val="FF6600"/>
            </a:solidFill>
            <a:prstDash val="solid"/>
            <a:headEnd type="none" w="med" len="med"/>
            <a:tailEnd type="triangle" w="lg" len="lg"/>
          </a:ln>
        </p:spPr>
      </p:sp>
      <p:sp>
        <p:nvSpPr>
          <p:cNvPr id="24588" name="Rectangle 12"/>
          <p:cNvSpPr/>
          <p:nvPr/>
        </p:nvSpPr>
        <p:spPr>
          <a:xfrm>
            <a:off x="2344738" y="5964238"/>
            <a:ext cx="2870200" cy="762000"/>
          </a:xfrm>
          <a:prstGeom prst="rect">
            <a:avLst/>
          </a:prstGeom>
          <a:solidFill>
            <a:srgbClr val="339966"/>
          </a:solidFill>
          <a:ln w="25400" cap="sq" cmpd="sng">
            <a:solidFill>
              <a:srgbClr val="339966"/>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24589" name="Text Box 13"/>
          <p:cNvSpPr txBox="1"/>
          <p:nvPr/>
        </p:nvSpPr>
        <p:spPr>
          <a:xfrm>
            <a:off x="2573338" y="6130925"/>
            <a:ext cx="21463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2000" dirty="0">
                <a:solidFill>
                  <a:schemeClr val="bg1"/>
                </a:solidFill>
                <a:latin typeface="Arial" panose="020B0604020202020204" pitchFamily="34" charset="0"/>
                <a:ea typeface="宋体" panose="02010600030101010101" pitchFamily="2" charset="-122"/>
              </a:rPr>
              <a:t>写</a:t>
            </a:r>
            <a:r>
              <a:rPr lang="en-US" altLang="zh-CN" sz="2000" dirty="0">
                <a:solidFill>
                  <a:schemeClr val="bg1"/>
                </a:solidFill>
                <a:latin typeface="Arial" panose="020B0604020202020204" pitchFamily="34" charset="0"/>
              </a:rPr>
              <a:t>CNT2</a:t>
            </a:r>
            <a:r>
              <a:rPr lang="zh-CN" altLang="en-US" sz="2000" dirty="0">
                <a:solidFill>
                  <a:schemeClr val="bg1"/>
                </a:solidFill>
                <a:latin typeface="Arial" panose="020B0604020202020204" pitchFamily="34" charset="0"/>
                <a:ea typeface="宋体" panose="02010600030101010101" pitchFamily="2" charset="-122"/>
              </a:rPr>
              <a:t>计数初值</a:t>
            </a:r>
            <a:endParaRPr lang="zh-CN" altLang="en-US" sz="2000" dirty="0">
              <a:solidFill>
                <a:schemeClr val="bg1"/>
              </a:solidFill>
              <a:latin typeface="Arial" panose="020B0604020202020204" pitchFamily="34" charset="0"/>
              <a:ea typeface="宋体" panose="02010600030101010101" pitchFamily="2" charset="-122"/>
            </a:endParaRPr>
          </a:p>
        </p:txBody>
      </p:sp>
      <p:sp>
        <p:nvSpPr>
          <p:cNvPr id="24590" name="Line 14"/>
          <p:cNvSpPr/>
          <p:nvPr/>
        </p:nvSpPr>
        <p:spPr>
          <a:xfrm>
            <a:off x="3775075" y="5507038"/>
            <a:ext cx="0" cy="457200"/>
          </a:xfrm>
          <a:prstGeom prst="line">
            <a:avLst/>
          </a:prstGeom>
          <a:ln w="25400" cap="sq" cmpd="sng">
            <a:solidFill>
              <a:srgbClr val="FF6600"/>
            </a:solidFill>
            <a:prstDash val="solid"/>
            <a:headEnd type="none" w="med" len="med"/>
            <a:tailEnd type="triangle" w="lg" len="lg"/>
          </a:ln>
        </p:spPr>
      </p:sp>
      <p:sp>
        <p:nvSpPr>
          <p:cNvPr id="24591" name="Text Box 15"/>
          <p:cNvSpPr txBox="1"/>
          <p:nvPr/>
        </p:nvSpPr>
        <p:spPr>
          <a:xfrm>
            <a:off x="6011863" y="3213100"/>
            <a:ext cx="2808287" cy="150495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269875" lvl="0" indent="-269875">
              <a:lnSpc>
                <a:spcPct val="115000"/>
              </a:lnSpc>
              <a:spcAft>
                <a:spcPct val="10000"/>
              </a:spcAft>
              <a:buClrTx/>
              <a:buSzTx/>
              <a:buFont typeface="Arial" panose="020B0604020202020204" pitchFamily="34" charset="0"/>
              <a:buNone/>
            </a:pPr>
            <a:r>
              <a:rPr lang="zh-CN" altLang="en-US" u="sng" dirty="0">
                <a:latin typeface="Arial" panose="020B0604020202020204" pitchFamily="34" charset="0"/>
                <a:ea typeface="宋体" panose="02010600030101010101" pitchFamily="2" charset="-122"/>
              </a:rPr>
              <a:t>原则：</a:t>
            </a:r>
            <a:endParaRPr lang="zh-CN" altLang="en-US" u="sng" dirty="0">
              <a:latin typeface="Arial" panose="020B0604020202020204" pitchFamily="34" charset="0"/>
              <a:ea typeface="宋体" panose="02010600030101010101" pitchFamily="2" charset="-122"/>
            </a:endParaRPr>
          </a:p>
          <a:p>
            <a:pPr marL="269875" lvl="0" indent="-269875">
              <a:lnSpc>
                <a:spcPct val="105000"/>
              </a:lnSpc>
              <a:spcBef>
                <a:spcPct val="15000"/>
              </a:spcBef>
              <a:spcAft>
                <a:spcPct val="0"/>
              </a:spcAft>
              <a:buClr>
                <a:schemeClr val="hlink"/>
              </a:buClr>
              <a:buSzPct val="65000"/>
              <a:buFont typeface="Wingdings" panose="05000000000000000000" pitchFamily="2" charset="2"/>
              <a:buChar char="u"/>
            </a:pPr>
            <a:r>
              <a:rPr lang="zh-CN" altLang="en-US" sz="1800" dirty="0">
                <a:solidFill>
                  <a:schemeClr val="tx1"/>
                </a:solidFill>
                <a:latin typeface="Arial" panose="020B0604020202020204" pitchFamily="34" charset="0"/>
                <a:ea typeface="宋体" panose="02010600030101010101" pitchFamily="2" charset="-122"/>
              </a:rPr>
              <a:t>先写入控制字</a:t>
            </a:r>
            <a:endParaRPr lang="zh-CN" altLang="en-US" sz="1800" dirty="0">
              <a:solidFill>
                <a:schemeClr val="tx1"/>
              </a:solidFill>
              <a:latin typeface="Arial" panose="020B0604020202020204" pitchFamily="34" charset="0"/>
              <a:ea typeface="宋体" panose="02010600030101010101" pitchFamily="2" charset="-122"/>
            </a:endParaRPr>
          </a:p>
          <a:p>
            <a:pPr marL="269875" lvl="0" indent="-269875">
              <a:lnSpc>
                <a:spcPct val="105000"/>
              </a:lnSpc>
              <a:spcBef>
                <a:spcPct val="15000"/>
              </a:spcBef>
              <a:spcAft>
                <a:spcPct val="0"/>
              </a:spcAft>
              <a:buClr>
                <a:schemeClr val="hlink"/>
              </a:buClr>
              <a:buSzPct val="65000"/>
              <a:buFont typeface="Wingdings" panose="05000000000000000000" pitchFamily="2" charset="2"/>
              <a:buChar char="u"/>
            </a:pPr>
            <a:r>
              <a:rPr lang="zh-CN" altLang="en-US" sz="1800" dirty="0">
                <a:solidFill>
                  <a:schemeClr val="tx1"/>
                </a:solidFill>
                <a:latin typeface="Arial" panose="020B0604020202020204" pitchFamily="34" charset="0"/>
                <a:ea typeface="宋体" panose="02010600030101010101" pitchFamily="2" charset="-122"/>
              </a:rPr>
              <a:t>后写入计数初值</a:t>
            </a:r>
            <a:endParaRPr lang="zh-CN" altLang="en-US" sz="1800" dirty="0">
              <a:solidFill>
                <a:schemeClr val="tx1"/>
              </a:solidFill>
              <a:latin typeface="Arial" panose="020B0604020202020204" pitchFamily="34" charset="0"/>
              <a:ea typeface="宋体" panose="02010600030101010101" pitchFamily="2" charset="-122"/>
            </a:endParaRPr>
          </a:p>
        </p:txBody>
      </p:sp>
      <p:sp>
        <p:nvSpPr>
          <p:cNvPr id="16" name="Rectangle 3"/>
          <p:cNvSpPr txBox="1"/>
          <p:nvPr/>
        </p:nvSpPr>
        <p:spPr>
          <a:xfrm>
            <a:off x="881063" y="1789113"/>
            <a:ext cx="8066087" cy="720725"/>
          </a:xfrm>
          <a:prstGeom prst="rect">
            <a:avLst/>
          </a:prstGeom>
          <a:no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342900" lvl="0" indent="-342900" eaLnBrk="1" hangingPunct="1"/>
            <a:r>
              <a:rPr lang="zh-CN" altLang="en-US" sz="2400" dirty="0"/>
              <a:t>第二种初始化方式</a:t>
            </a:r>
            <a:endParaRPr lang="zh-CN" altLang="en-US" sz="2400" dirty="0"/>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4580"/>
                                        </p:tgtEl>
                                        <p:attrNameLst>
                                          <p:attrName>style.visibility</p:attrName>
                                        </p:attrNameLst>
                                      </p:cBhvr>
                                      <p:to>
                                        <p:strVal val="visible"/>
                                      </p:to>
                                    </p:set>
                                    <p:animEffect transition="in" filter="blinds(horizontal)">
                                      <p:cBhvr>
                                        <p:cTn id="7" dur="1000"/>
                                        <p:tgtEl>
                                          <p:spTgt spid="24580"/>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24581"/>
                                        </p:tgtEl>
                                        <p:attrNameLst>
                                          <p:attrName>style.visibility</p:attrName>
                                        </p:attrNameLst>
                                      </p:cBhvr>
                                      <p:to>
                                        <p:strVal val="visible"/>
                                      </p:to>
                                    </p:set>
                                    <p:animEffect transition="in" filter="blinds(horizontal)">
                                      <p:cBhvr>
                                        <p:cTn id="10" dur="1000"/>
                                        <p:tgtEl>
                                          <p:spTgt spid="24581"/>
                                        </p:tgtEl>
                                      </p:cBhvr>
                                    </p:animEffect>
                                  </p:childTnLst>
                                </p:cTn>
                              </p:par>
                              <p:par>
                                <p:cTn id="11" presetID="3" presetClass="entr" presetSubtype="10" fill="hold" grpId="0" nodeType="withEffect">
                                  <p:stCondLst>
                                    <p:cond delay="0"/>
                                  </p:stCondLst>
                                  <p:childTnLst>
                                    <p:set>
                                      <p:cBhvr>
                                        <p:cTn id="12" dur="1" fill="hold">
                                          <p:stCondLst>
                                            <p:cond delay="0"/>
                                          </p:stCondLst>
                                        </p:cTn>
                                        <p:tgtEl>
                                          <p:spTgt spid="24582"/>
                                        </p:tgtEl>
                                        <p:attrNameLst>
                                          <p:attrName>style.visibility</p:attrName>
                                        </p:attrNameLst>
                                      </p:cBhvr>
                                      <p:to>
                                        <p:strVal val="visible"/>
                                      </p:to>
                                    </p:set>
                                    <p:animEffect transition="in" filter="blinds(horizontal)">
                                      <p:cBhvr>
                                        <p:cTn id="13" dur="1000"/>
                                        <p:tgtEl>
                                          <p:spTgt spid="24582"/>
                                        </p:tgtEl>
                                      </p:cBhvr>
                                    </p:animEffect>
                                  </p:childTnLst>
                                </p:cTn>
                              </p:par>
                              <p:par>
                                <p:cTn id="14" presetID="3" presetClass="entr" presetSubtype="10" fill="hold" grpId="0" nodeType="withEffect">
                                  <p:stCondLst>
                                    <p:cond delay="0"/>
                                  </p:stCondLst>
                                  <p:childTnLst>
                                    <p:set>
                                      <p:cBhvr>
                                        <p:cTn id="15" dur="1" fill="hold">
                                          <p:stCondLst>
                                            <p:cond delay="0"/>
                                          </p:stCondLst>
                                        </p:cTn>
                                        <p:tgtEl>
                                          <p:spTgt spid="24583"/>
                                        </p:tgtEl>
                                        <p:attrNameLst>
                                          <p:attrName>style.visibility</p:attrName>
                                        </p:attrNameLst>
                                      </p:cBhvr>
                                      <p:to>
                                        <p:strVal val="visible"/>
                                      </p:to>
                                    </p:set>
                                    <p:animEffect transition="in" filter="blinds(horizontal)">
                                      <p:cBhvr>
                                        <p:cTn id="16" dur="1000"/>
                                        <p:tgtEl>
                                          <p:spTgt spid="24583"/>
                                        </p:tgtEl>
                                      </p:cBhvr>
                                    </p:animEffect>
                                  </p:childTnLst>
                                </p:cTn>
                              </p:par>
                              <p:par>
                                <p:cTn id="17" presetID="3" presetClass="entr" presetSubtype="10" fill="hold" grpId="0" nodeType="withEffect">
                                  <p:stCondLst>
                                    <p:cond delay="0"/>
                                  </p:stCondLst>
                                  <p:childTnLst>
                                    <p:set>
                                      <p:cBhvr>
                                        <p:cTn id="18" dur="1" fill="hold">
                                          <p:stCondLst>
                                            <p:cond delay="0"/>
                                          </p:stCondLst>
                                        </p:cTn>
                                        <p:tgtEl>
                                          <p:spTgt spid="24584"/>
                                        </p:tgtEl>
                                        <p:attrNameLst>
                                          <p:attrName>style.visibility</p:attrName>
                                        </p:attrNameLst>
                                      </p:cBhvr>
                                      <p:to>
                                        <p:strVal val="visible"/>
                                      </p:to>
                                    </p:set>
                                    <p:animEffect transition="in" filter="blinds(horizontal)">
                                      <p:cBhvr>
                                        <p:cTn id="19" dur="1000"/>
                                        <p:tgtEl>
                                          <p:spTgt spid="24584"/>
                                        </p:tgtEl>
                                      </p:cBhvr>
                                    </p:animEffect>
                                  </p:childTnLst>
                                </p:cTn>
                              </p:par>
                              <p:par>
                                <p:cTn id="20" presetID="3" presetClass="entr" presetSubtype="10" fill="hold" grpId="0" nodeType="withEffect">
                                  <p:stCondLst>
                                    <p:cond delay="0"/>
                                  </p:stCondLst>
                                  <p:childTnLst>
                                    <p:set>
                                      <p:cBhvr>
                                        <p:cTn id="21" dur="1" fill="hold">
                                          <p:stCondLst>
                                            <p:cond delay="0"/>
                                          </p:stCondLst>
                                        </p:cTn>
                                        <p:tgtEl>
                                          <p:spTgt spid="24585"/>
                                        </p:tgtEl>
                                        <p:attrNameLst>
                                          <p:attrName>style.visibility</p:attrName>
                                        </p:attrNameLst>
                                      </p:cBhvr>
                                      <p:to>
                                        <p:strVal val="visible"/>
                                      </p:to>
                                    </p:set>
                                    <p:animEffect transition="in" filter="blinds(horizontal)">
                                      <p:cBhvr>
                                        <p:cTn id="22" dur="1000"/>
                                        <p:tgtEl>
                                          <p:spTgt spid="24585"/>
                                        </p:tgtEl>
                                      </p:cBhvr>
                                    </p:animEffect>
                                  </p:childTnLst>
                                </p:cTn>
                              </p:par>
                              <p:par>
                                <p:cTn id="23" presetID="22" presetClass="entr" presetSubtype="1" fill="hold" nodeType="withEffect">
                                  <p:stCondLst>
                                    <p:cond delay="0"/>
                                  </p:stCondLst>
                                  <p:childTnLst>
                                    <p:set>
                                      <p:cBhvr>
                                        <p:cTn id="24" dur="1" fill="hold">
                                          <p:stCondLst>
                                            <p:cond delay="0"/>
                                          </p:stCondLst>
                                        </p:cTn>
                                        <p:tgtEl>
                                          <p:spTgt spid="24586"/>
                                        </p:tgtEl>
                                        <p:attrNameLst>
                                          <p:attrName>style.visibility</p:attrName>
                                        </p:attrNameLst>
                                      </p:cBhvr>
                                      <p:to>
                                        <p:strVal val="visible"/>
                                      </p:to>
                                    </p:set>
                                    <p:animEffect transition="in" filter="wipe(up)">
                                      <p:cBhvr>
                                        <p:cTn id="25" dur="500"/>
                                        <p:tgtEl>
                                          <p:spTgt spid="24586"/>
                                        </p:tgtEl>
                                      </p:cBhvr>
                                    </p:animEffect>
                                  </p:childTnLst>
                                </p:cTn>
                              </p:par>
                              <p:par>
                                <p:cTn id="26" presetID="22" presetClass="entr" presetSubtype="1" fill="hold" nodeType="withEffect">
                                  <p:stCondLst>
                                    <p:cond delay="0"/>
                                  </p:stCondLst>
                                  <p:childTnLst>
                                    <p:set>
                                      <p:cBhvr>
                                        <p:cTn id="27" dur="1" fill="hold">
                                          <p:stCondLst>
                                            <p:cond delay="0"/>
                                          </p:stCondLst>
                                        </p:cTn>
                                        <p:tgtEl>
                                          <p:spTgt spid="24587"/>
                                        </p:tgtEl>
                                        <p:attrNameLst>
                                          <p:attrName>style.visibility</p:attrName>
                                        </p:attrNameLst>
                                      </p:cBhvr>
                                      <p:to>
                                        <p:strVal val="visible"/>
                                      </p:to>
                                    </p:set>
                                    <p:animEffect transition="in" filter="wipe(up)">
                                      <p:cBhvr>
                                        <p:cTn id="28" dur="500"/>
                                        <p:tgtEl>
                                          <p:spTgt spid="24587"/>
                                        </p:tgtEl>
                                      </p:cBhvr>
                                    </p:animEffect>
                                  </p:childTnLst>
                                </p:cTn>
                              </p:par>
                              <p:par>
                                <p:cTn id="29" presetID="3" presetClass="entr" presetSubtype="10" fill="hold" grpId="0" nodeType="withEffect">
                                  <p:stCondLst>
                                    <p:cond delay="0"/>
                                  </p:stCondLst>
                                  <p:childTnLst>
                                    <p:set>
                                      <p:cBhvr>
                                        <p:cTn id="30" dur="1" fill="hold">
                                          <p:stCondLst>
                                            <p:cond delay="0"/>
                                          </p:stCondLst>
                                        </p:cTn>
                                        <p:tgtEl>
                                          <p:spTgt spid="24588"/>
                                        </p:tgtEl>
                                        <p:attrNameLst>
                                          <p:attrName>style.visibility</p:attrName>
                                        </p:attrNameLst>
                                      </p:cBhvr>
                                      <p:to>
                                        <p:strVal val="visible"/>
                                      </p:to>
                                    </p:set>
                                    <p:animEffect transition="in" filter="blinds(horizontal)">
                                      <p:cBhvr>
                                        <p:cTn id="31" dur="1000"/>
                                        <p:tgtEl>
                                          <p:spTgt spid="24588"/>
                                        </p:tgtEl>
                                      </p:cBhvr>
                                    </p:animEffect>
                                  </p:childTnLst>
                                </p:cTn>
                              </p:par>
                              <p:par>
                                <p:cTn id="32" presetID="3" presetClass="entr" presetSubtype="10" fill="hold" grpId="0" nodeType="withEffect">
                                  <p:stCondLst>
                                    <p:cond delay="0"/>
                                  </p:stCondLst>
                                  <p:childTnLst>
                                    <p:set>
                                      <p:cBhvr>
                                        <p:cTn id="33" dur="1" fill="hold">
                                          <p:stCondLst>
                                            <p:cond delay="0"/>
                                          </p:stCondLst>
                                        </p:cTn>
                                        <p:tgtEl>
                                          <p:spTgt spid="24589"/>
                                        </p:tgtEl>
                                        <p:attrNameLst>
                                          <p:attrName>style.visibility</p:attrName>
                                        </p:attrNameLst>
                                      </p:cBhvr>
                                      <p:to>
                                        <p:strVal val="visible"/>
                                      </p:to>
                                    </p:set>
                                    <p:animEffect transition="in" filter="blinds(horizontal)">
                                      <p:cBhvr>
                                        <p:cTn id="34" dur="1000"/>
                                        <p:tgtEl>
                                          <p:spTgt spid="24589"/>
                                        </p:tgtEl>
                                      </p:cBhvr>
                                    </p:animEffect>
                                  </p:childTnLst>
                                </p:cTn>
                              </p:par>
                              <p:par>
                                <p:cTn id="35" presetID="22" presetClass="entr" presetSubtype="1" fill="hold" nodeType="withEffect">
                                  <p:stCondLst>
                                    <p:cond delay="0"/>
                                  </p:stCondLst>
                                  <p:childTnLst>
                                    <p:set>
                                      <p:cBhvr>
                                        <p:cTn id="36" dur="1" fill="hold">
                                          <p:stCondLst>
                                            <p:cond delay="0"/>
                                          </p:stCondLst>
                                        </p:cTn>
                                        <p:tgtEl>
                                          <p:spTgt spid="24590"/>
                                        </p:tgtEl>
                                        <p:attrNameLst>
                                          <p:attrName>style.visibility</p:attrName>
                                        </p:attrNameLst>
                                      </p:cBhvr>
                                      <p:to>
                                        <p:strVal val="visible"/>
                                      </p:to>
                                    </p:set>
                                    <p:animEffect transition="in" filter="wipe(up)">
                                      <p:cBhvr>
                                        <p:cTn id="37" dur="500"/>
                                        <p:tgtEl>
                                          <p:spTgt spid="24590"/>
                                        </p:tgtEl>
                                      </p:cBhvr>
                                    </p:animEffect>
                                  </p:childTnLst>
                                </p:cTn>
                              </p:par>
                            </p:childTnLst>
                          </p:cTn>
                        </p:par>
                      </p:childTnLst>
                    </p:cTn>
                  </p:par>
                  <p:par>
                    <p:cTn id="38" fill="hold">
                      <p:stCondLst>
                        <p:cond delay="indefinite"/>
                      </p:stCondLst>
                      <p:childTnLst>
                        <p:par>
                          <p:cTn id="39" fill="hold">
                            <p:stCondLst>
                              <p:cond delay="0"/>
                            </p:stCondLst>
                            <p:childTnLst>
                              <p:par>
                                <p:cTn id="40" presetID="55" presetClass="entr" presetSubtype="0" fill="hold" grpId="0" nodeType="clickEffect">
                                  <p:stCondLst>
                                    <p:cond delay="0"/>
                                  </p:stCondLst>
                                  <p:childTnLst>
                                    <p:set>
                                      <p:cBhvr>
                                        <p:cTn id="41" dur="1" fill="hold">
                                          <p:stCondLst>
                                            <p:cond delay="0"/>
                                          </p:stCondLst>
                                        </p:cTn>
                                        <p:tgtEl>
                                          <p:spTgt spid="24591"/>
                                        </p:tgtEl>
                                        <p:attrNameLst>
                                          <p:attrName>style.visibility</p:attrName>
                                        </p:attrNameLst>
                                      </p:cBhvr>
                                      <p:to>
                                        <p:strVal val="visible"/>
                                      </p:to>
                                    </p:set>
                                    <p:anim calcmode="lin" valueType="num">
                                      <p:cBhvr>
                                        <p:cTn id="42" dur="1000" fill="hold"/>
                                        <p:tgtEl>
                                          <p:spTgt spid="24591"/>
                                        </p:tgtEl>
                                        <p:attrNameLst>
                                          <p:attrName>ppt_w</p:attrName>
                                        </p:attrNameLst>
                                      </p:cBhvr>
                                      <p:tavLst>
                                        <p:tav tm="0">
                                          <p:val>
                                            <p:strVal val="#ppt_w*0.70"/>
                                          </p:val>
                                        </p:tav>
                                        <p:tav tm="100000">
                                          <p:val>
                                            <p:strVal val="#ppt_w"/>
                                          </p:val>
                                        </p:tav>
                                      </p:tavLst>
                                    </p:anim>
                                    <p:anim calcmode="lin" valueType="num">
                                      <p:cBhvr>
                                        <p:cTn id="43" dur="1000" fill="hold"/>
                                        <p:tgtEl>
                                          <p:spTgt spid="24591"/>
                                        </p:tgtEl>
                                        <p:attrNameLst>
                                          <p:attrName>ppt_h</p:attrName>
                                        </p:attrNameLst>
                                      </p:cBhvr>
                                      <p:tavLst>
                                        <p:tav tm="0">
                                          <p:val>
                                            <p:strVal val="#ppt_h"/>
                                          </p:val>
                                        </p:tav>
                                        <p:tav tm="100000">
                                          <p:val>
                                            <p:strVal val="#ppt_h"/>
                                          </p:val>
                                        </p:tav>
                                      </p:tavLst>
                                    </p:anim>
                                    <p:animEffect transition="in" filter="fade">
                                      <p:cBhvr>
                                        <p:cTn id="44" dur="1000"/>
                                        <p:tgtEl>
                                          <p:spTgt spid="24591"/>
                                        </p:tgtEl>
                                      </p:cBhvr>
                                    </p:animEffect>
                                  </p:childTnLst>
                                </p:cTn>
                              </p:par>
                            </p:childTnLst>
                          </p:cTn>
                        </p:par>
                        <p:par>
                          <p:cTn id="45" fill="hold">
                            <p:stCondLst>
                              <p:cond delay="1000"/>
                            </p:stCondLst>
                            <p:childTnLst>
                              <p:par>
                                <p:cTn id="46" presetID="22" presetClass="entr" presetSubtype="8" fill="hold" nodeType="afterEffect">
                                  <p:stCondLst>
                                    <p:cond delay="0"/>
                                  </p:stCondLst>
                                  <p:childTnLst>
                                    <p:set>
                                      <p:cBhvr>
                                        <p:cTn id="47" dur="1" fill="hold">
                                          <p:stCondLst>
                                            <p:cond delay="0"/>
                                          </p:stCondLst>
                                        </p:cTn>
                                        <p:tgtEl>
                                          <p:spTgt spid="16">
                                            <p:txEl>
                                              <p:charRg st="0" end="9"/>
                                            </p:txEl>
                                          </p:spTgt>
                                        </p:tgtEl>
                                        <p:attrNameLst>
                                          <p:attrName>style.visibility</p:attrName>
                                        </p:attrNameLst>
                                      </p:cBhvr>
                                      <p:to>
                                        <p:strVal val="visible"/>
                                      </p:to>
                                    </p:set>
                                    <p:animEffect transition="in" filter="wipe(left)">
                                      <p:cBhvr>
                                        <p:cTn id="48" dur="500"/>
                                        <p:tgtEl>
                                          <p:spTgt spid="16">
                                            <p:txEl>
                                              <p:charRg st="0"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80" grpId="0" animBg="1"/>
      <p:bldP spid="24581" grpId="0"/>
      <p:bldP spid="24582" grpId="0" animBg="1"/>
      <p:bldP spid="24583" grpId="0"/>
      <p:bldP spid="24584" grpId="0" animBg="1"/>
      <p:bldP spid="24585" grpId="0"/>
      <p:bldP spid="24588" grpId="0" animBg="1"/>
      <p:bldP spid="24589" grpId="0"/>
      <p:bldP spid="24591"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18786"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118787" name="Rectangle 2"/>
          <p:cNvSpPr>
            <a:spLocks noGrp="1"/>
          </p:cNvSpPr>
          <p:nvPr>
            <p:ph type="title" idx="4294967295"/>
          </p:nvPr>
        </p:nvSpPr>
        <p:spPr>
          <a:xfrm>
            <a:off x="1150938" y="881063"/>
            <a:ext cx="4357687" cy="795337"/>
          </a:xfrm>
        </p:spPr>
        <p:txBody>
          <a:bodyPr vert="horz" wrap="square" lIns="91440" tIns="45720" rIns="91440" bIns="45720" anchor="b" anchorCtr="0"/>
          <a:p>
            <a:pPr eaLnBrk="1" hangingPunct="1"/>
            <a:r>
              <a:rPr lang="en-US" altLang="zh-CN" sz="4000" b="1" dirty="0"/>
              <a:t>8253</a:t>
            </a:r>
            <a:r>
              <a:rPr lang="zh-CN" altLang="en-US" dirty="0"/>
              <a:t>应用例</a:t>
            </a:r>
            <a:r>
              <a:rPr lang="en-US" altLang="zh-CN" dirty="0"/>
              <a:t>1</a:t>
            </a:r>
            <a:endParaRPr lang="zh-CN" altLang="en-US" dirty="0"/>
          </a:p>
        </p:txBody>
      </p:sp>
      <p:sp>
        <p:nvSpPr>
          <p:cNvPr id="25604" name="Rectangle 3"/>
          <p:cNvSpPr>
            <a:spLocks noGrp="1"/>
          </p:cNvSpPr>
          <p:nvPr>
            <p:ph type="body" idx="4294967295"/>
          </p:nvPr>
        </p:nvSpPr>
        <p:spPr>
          <a:xfrm>
            <a:off x="468313" y="1916113"/>
            <a:ext cx="7772400" cy="4419600"/>
          </a:xfrm>
        </p:spPr>
        <p:txBody>
          <a:bodyPr vert="horz" wrap="square" lIns="91440" tIns="45720" rIns="91440" bIns="45720" anchor="t" anchorCtr="0"/>
          <a:p>
            <a:pPr eaLnBrk="1" hangingPunct="1">
              <a:lnSpc>
                <a:spcPct val="125000"/>
              </a:lnSpc>
            </a:pPr>
            <a:r>
              <a:rPr lang="zh-CN" altLang="en-US" dirty="0"/>
              <a:t>采用8253作定时/计数器，其接口地址为0120</a:t>
            </a:r>
            <a:r>
              <a:rPr lang="en-US" altLang="zh-CN" dirty="0"/>
              <a:t>H~0123H。</a:t>
            </a:r>
            <a:endParaRPr lang="en-US" altLang="zh-CN" dirty="0"/>
          </a:p>
          <a:p>
            <a:pPr eaLnBrk="1" hangingPunct="1">
              <a:lnSpc>
                <a:spcPct val="125000"/>
              </a:lnSpc>
            </a:pPr>
            <a:r>
              <a:rPr lang="zh-CN" altLang="en-US" dirty="0"/>
              <a:t>输入8253的时钟频率为2</a:t>
            </a:r>
            <a:r>
              <a:rPr lang="en-US" altLang="zh-CN" dirty="0"/>
              <a:t>Mhz。</a:t>
            </a:r>
            <a:r>
              <a:rPr lang="zh-CN" altLang="en-US" dirty="0"/>
              <a:t>要求：</a:t>
            </a:r>
            <a:endParaRPr lang="zh-CN" altLang="en-US" dirty="0"/>
          </a:p>
          <a:p>
            <a:pPr lvl="1" eaLnBrk="1" hangingPunct="1">
              <a:lnSpc>
                <a:spcPct val="125000"/>
              </a:lnSpc>
            </a:pPr>
            <a:r>
              <a:rPr lang="en-US" altLang="zh-CN" dirty="0"/>
              <a:t>CNT0</a:t>
            </a:r>
            <a:r>
              <a:rPr lang="zh-CN" altLang="en-US" dirty="0"/>
              <a:t>每10</a:t>
            </a:r>
            <a:r>
              <a:rPr lang="en-US" altLang="zh-CN" dirty="0"/>
              <a:t>ms</a:t>
            </a:r>
            <a:r>
              <a:rPr lang="zh-CN" altLang="en-US" dirty="0"/>
              <a:t>输出一个</a:t>
            </a:r>
            <a:r>
              <a:rPr lang="en-US" altLang="zh-CN" dirty="0"/>
              <a:t>CLK</a:t>
            </a:r>
            <a:r>
              <a:rPr lang="zh-CN" altLang="en-US" dirty="0"/>
              <a:t>周期宽的连续负脉冲</a:t>
            </a:r>
            <a:endParaRPr lang="zh-CN" altLang="en-US" dirty="0"/>
          </a:p>
          <a:p>
            <a:pPr lvl="1" eaLnBrk="1" hangingPunct="1">
              <a:lnSpc>
                <a:spcPct val="125000"/>
              </a:lnSpc>
            </a:pPr>
            <a:r>
              <a:rPr lang="en-US" altLang="zh-CN" dirty="0"/>
              <a:t>CNT1</a:t>
            </a:r>
            <a:r>
              <a:rPr lang="zh-CN" altLang="en-US" dirty="0"/>
              <a:t>输出</a:t>
            </a:r>
            <a:r>
              <a:rPr lang="en-US" altLang="zh-CN" dirty="0"/>
              <a:t>10KHz</a:t>
            </a:r>
            <a:r>
              <a:rPr lang="zh-CN" altLang="en-US" dirty="0"/>
              <a:t>的连续方波信号</a:t>
            </a:r>
            <a:endParaRPr lang="zh-CN" altLang="en-US" dirty="0"/>
          </a:p>
          <a:p>
            <a:pPr lvl="1" eaLnBrk="1" hangingPunct="1">
              <a:lnSpc>
                <a:spcPct val="125000"/>
              </a:lnSpc>
            </a:pPr>
            <a:r>
              <a:rPr lang="en-US" altLang="zh-CN" dirty="0"/>
              <a:t>CNT2</a:t>
            </a:r>
            <a:r>
              <a:rPr lang="zh-CN" altLang="en-US" dirty="0"/>
              <a:t>在定时5</a:t>
            </a:r>
            <a:r>
              <a:rPr lang="en-US" altLang="zh-CN" dirty="0"/>
              <a:t>ms</a:t>
            </a:r>
            <a:r>
              <a:rPr lang="zh-CN" altLang="en-US" dirty="0"/>
              <a:t>后产生输出高电平</a:t>
            </a:r>
            <a:endParaRPr lang="zh-CN" altLang="en-US" dirty="0"/>
          </a:p>
          <a:p>
            <a:pPr eaLnBrk="1" hangingPunct="1">
              <a:lnSpc>
                <a:spcPct val="125000"/>
              </a:lnSpc>
            </a:pPr>
            <a:r>
              <a:rPr lang="zh-CN" altLang="en-US" dirty="0"/>
              <a:t>画线路连接图，并编写初始化程序</a:t>
            </a:r>
            <a:r>
              <a:rPr lang="en-US" altLang="zh-CN" dirty="0"/>
              <a:t>. </a:t>
            </a:r>
            <a:endParaRPr lang="en-US" altLang="zh-CN" dirty="0"/>
          </a:p>
        </p:txBody>
      </p:sp>
      <p:sp>
        <p:nvSpPr>
          <p:cNvPr id="25605" name="Text Box 4"/>
          <p:cNvSpPr txBox="1"/>
          <p:nvPr/>
        </p:nvSpPr>
        <p:spPr>
          <a:xfrm>
            <a:off x="6732588" y="4365625"/>
            <a:ext cx="1655762" cy="366713"/>
          </a:xfrm>
          <a:prstGeom prst="rect">
            <a:avLst/>
          </a:prstGeom>
          <a:solidFill>
            <a:srgbClr val="33CCCC"/>
          </a:solid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1800" dirty="0">
                <a:solidFill>
                  <a:schemeClr val="tx1"/>
                </a:solidFill>
                <a:latin typeface="Arial" panose="020B0604020202020204" pitchFamily="34" charset="0"/>
                <a:ea typeface="宋体" panose="02010600030101010101" pitchFamily="2" charset="-122"/>
              </a:rPr>
              <a:t>工作的计数器</a:t>
            </a:r>
            <a:endParaRPr lang="zh-CN" altLang="en-US" sz="1800" dirty="0">
              <a:solidFill>
                <a:schemeClr val="tx1"/>
              </a:solidFill>
              <a:latin typeface="Arial" panose="020B0604020202020204" pitchFamily="34" charset="0"/>
              <a:ea typeface="宋体" panose="02010600030101010101" pitchFamily="2" charset="-122"/>
            </a:endParaRPr>
          </a:p>
        </p:txBody>
      </p:sp>
      <p:sp>
        <p:nvSpPr>
          <p:cNvPr id="25606" name="Text Box 5"/>
          <p:cNvSpPr txBox="1"/>
          <p:nvPr/>
        </p:nvSpPr>
        <p:spPr>
          <a:xfrm>
            <a:off x="6961188" y="4757738"/>
            <a:ext cx="1582737" cy="366712"/>
          </a:xfrm>
          <a:prstGeom prst="rect">
            <a:avLst/>
          </a:prstGeom>
          <a:solidFill>
            <a:srgbClr val="33CCCC"/>
          </a:solid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1800" dirty="0">
                <a:solidFill>
                  <a:schemeClr val="tx1"/>
                </a:solidFill>
                <a:latin typeface="Arial" panose="020B0604020202020204" pitchFamily="34" charset="0"/>
                <a:ea typeface="宋体" panose="02010600030101010101" pitchFamily="2" charset="-122"/>
              </a:rPr>
              <a:t>工作方式</a:t>
            </a:r>
            <a:endParaRPr lang="zh-CN" altLang="en-US" sz="1800" dirty="0">
              <a:solidFill>
                <a:schemeClr val="tx1"/>
              </a:solidFill>
              <a:latin typeface="Arial" panose="020B0604020202020204" pitchFamily="34" charset="0"/>
              <a:ea typeface="宋体" panose="02010600030101010101" pitchFamily="2" charset="-122"/>
            </a:endParaRPr>
          </a:p>
        </p:txBody>
      </p:sp>
      <p:sp>
        <p:nvSpPr>
          <p:cNvPr id="25607" name="Text Box 6"/>
          <p:cNvSpPr txBox="1"/>
          <p:nvPr/>
        </p:nvSpPr>
        <p:spPr>
          <a:xfrm>
            <a:off x="7092950" y="5235575"/>
            <a:ext cx="1223963" cy="366713"/>
          </a:xfrm>
          <a:prstGeom prst="rect">
            <a:avLst/>
          </a:prstGeom>
          <a:solidFill>
            <a:srgbClr val="33CCCC"/>
          </a:solid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1800" dirty="0">
                <a:solidFill>
                  <a:schemeClr val="tx1"/>
                </a:solidFill>
                <a:latin typeface="Arial" panose="020B0604020202020204" pitchFamily="34" charset="0"/>
                <a:ea typeface="宋体" panose="02010600030101010101" pitchFamily="2" charset="-122"/>
              </a:rPr>
              <a:t>计数初值</a:t>
            </a:r>
            <a:endParaRPr lang="zh-CN" altLang="en-US" sz="1800" dirty="0">
              <a:solidFill>
                <a:schemeClr val="tx1"/>
              </a:solidFill>
              <a:latin typeface="Arial" panose="020B0604020202020204" pitchFamily="34" charset="0"/>
              <a:ea typeface="宋体" panose="02010600030101010101" pitchFamily="2" charset="-122"/>
            </a:endParaRPr>
          </a:p>
        </p:txBody>
      </p:sp>
      <p:sp>
        <p:nvSpPr>
          <p:cNvPr id="25608" name="Text Box 7"/>
          <p:cNvSpPr txBox="1"/>
          <p:nvPr/>
        </p:nvSpPr>
        <p:spPr>
          <a:xfrm>
            <a:off x="6732588" y="4298950"/>
            <a:ext cx="1582737" cy="366713"/>
          </a:xfrm>
          <a:prstGeom prst="rect">
            <a:avLst/>
          </a:prstGeom>
          <a:solidFill>
            <a:srgbClr val="33CCCC"/>
          </a:solid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1800" dirty="0">
                <a:solidFill>
                  <a:schemeClr val="tx1"/>
                </a:solidFill>
                <a:latin typeface="Arial" panose="020B0604020202020204" pitchFamily="34" charset="0"/>
                <a:ea typeface="宋体" panose="02010600030101010101" pitchFamily="2" charset="-122"/>
              </a:rPr>
              <a:t>启动方式</a:t>
            </a:r>
            <a:endParaRPr lang="zh-CN" altLang="en-US" sz="1800" dirty="0">
              <a:solidFill>
                <a:schemeClr val="tx1"/>
              </a:solidFill>
              <a:latin typeface="Arial" panose="020B0604020202020204" pitchFamily="34" charset="0"/>
              <a:ea typeface="宋体" panose="02010600030101010101" pitchFamily="2" charset="-122"/>
            </a:endParaRPr>
          </a:p>
        </p:txBody>
      </p:sp>
      <p:sp>
        <p:nvSpPr>
          <p:cNvPr id="25609" name="Text Box 8"/>
          <p:cNvSpPr txBox="1"/>
          <p:nvPr/>
        </p:nvSpPr>
        <p:spPr>
          <a:xfrm>
            <a:off x="6732588" y="5084763"/>
            <a:ext cx="1655762" cy="366712"/>
          </a:xfrm>
          <a:prstGeom prst="rect">
            <a:avLst/>
          </a:prstGeom>
          <a:solidFill>
            <a:srgbClr val="33CCCC"/>
          </a:solid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zh-CN" altLang="en-US" sz="1800" dirty="0">
                <a:solidFill>
                  <a:schemeClr val="tx1"/>
                </a:solidFill>
                <a:latin typeface="Arial" panose="020B0604020202020204" pitchFamily="34" charset="0"/>
                <a:ea typeface="宋体" panose="02010600030101010101" pitchFamily="2" charset="-122"/>
              </a:rPr>
              <a:t>计数脉冲频率</a:t>
            </a:r>
            <a:endParaRPr lang="zh-CN" altLang="en-US" sz="1800" dirty="0">
              <a:solidFill>
                <a:schemeClr val="tx1"/>
              </a:solidFill>
              <a:latin typeface="Arial" panose="020B0604020202020204" pitchFamily="34" charset="0"/>
              <a:ea typeface="宋体" panose="02010600030101010101" pitchFamily="2" charset="-122"/>
            </a:endParaRPr>
          </a:p>
        </p:txBody>
      </p:sp>
      <p:sp>
        <p:nvSpPr>
          <p:cNvPr id="25610" name="Line 9"/>
          <p:cNvSpPr/>
          <p:nvPr/>
        </p:nvSpPr>
        <p:spPr>
          <a:xfrm flipV="1">
            <a:off x="6227763" y="4652963"/>
            <a:ext cx="431800" cy="287337"/>
          </a:xfrm>
          <a:prstGeom prst="line">
            <a:avLst/>
          </a:prstGeom>
          <a:ln w="25400" cap="sq" cmpd="sng">
            <a:solidFill>
              <a:srgbClr val="FF0000"/>
            </a:solidFill>
            <a:prstDash val="solid"/>
            <a:headEnd type="none" w="med" len="med"/>
            <a:tailEnd type="triangle" w="lg" len="lg"/>
          </a:ln>
        </p:spPr>
      </p:sp>
      <p:sp>
        <p:nvSpPr>
          <p:cNvPr id="25611" name="Line 10"/>
          <p:cNvSpPr/>
          <p:nvPr/>
        </p:nvSpPr>
        <p:spPr>
          <a:xfrm flipV="1">
            <a:off x="6300788" y="4941888"/>
            <a:ext cx="576262" cy="142875"/>
          </a:xfrm>
          <a:prstGeom prst="line">
            <a:avLst/>
          </a:prstGeom>
          <a:ln w="25400" cap="sq" cmpd="sng">
            <a:solidFill>
              <a:srgbClr val="FF0000"/>
            </a:solidFill>
            <a:prstDash val="solid"/>
            <a:headEnd type="none" w="med" len="med"/>
            <a:tailEnd type="triangle" w="lg" len="lg"/>
          </a:ln>
        </p:spPr>
      </p:sp>
      <p:sp>
        <p:nvSpPr>
          <p:cNvPr id="25612" name="Line 11"/>
          <p:cNvSpPr/>
          <p:nvPr/>
        </p:nvSpPr>
        <p:spPr>
          <a:xfrm>
            <a:off x="6300788" y="5156200"/>
            <a:ext cx="719137" cy="287338"/>
          </a:xfrm>
          <a:prstGeom prst="line">
            <a:avLst/>
          </a:prstGeom>
          <a:ln w="25400" cap="sq" cmpd="sng">
            <a:solidFill>
              <a:srgbClr val="FF0000"/>
            </a:solidFill>
            <a:prstDash val="solid"/>
            <a:headEnd type="none" w="med" len="med"/>
            <a:tailEnd type="triangle" w="lg" len="lg"/>
          </a:ln>
        </p:spPr>
      </p:sp>
      <p:sp>
        <p:nvSpPr>
          <p:cNvPr id="25613" name="Line 12"/>
          <p:cNvSpPr/>
          <p:nvPr/>
        </p:nvSpPr>
        <p:spPr>
          <a:xfrm flipV="1">
            <a:off x="6156325" y="4508500"/>
            <a:ext cx="503238" cy="288925"/>
          </a:xfrm>
          <a:prstGeom prst="line">
            <a:avLst/>
          </a:prstGeom>
          <a:ln w="25400" cap="sq" cmpd="sng">
            <a:solidFill>
              <a:srgbClr val="FF0000"/>
            </a:solidFill>
            <a:prstDash val="solid"/>
            <a:headEnd type="none" w="med" len="med"/>
            <a:tailEnd type="triangle" w="lg" len="lg"/>
          </a:ln>
        </p:spPr>
      </p:sp>
      <p:sp>
        <p:nvSpPr>
          <p:cNvPr id="25614" name="Line 13"/>
          <p:cNvSpPr/>
          <p:nvPr/>
        </p:nvSpPr>
        <p:spPr>
          <a:xfrm>
            <a:off x="6227763" y="5084763"/>
            <a:ext cx="576262" cy="215900"/>
          </a:xfrm>
          <a:prstGeom prst="line">
            <a:avLst/>
          </a:prstGeom>
          <a:ln w="25400" cap="sq" cmpd="sng">
            <a:solidFill>
              <a:srgbClr val="FF0000"/>
            </a:solidFill>
            <a:prstDash val="solid"/>
            <a:headEnd type="none" w="med" len="med"/>
            <a:tailEnd type="triangle" w="lg" len="lg"/>
          </a:ln>
        </p:spPr>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5604">
                                            <p:txEl>
                                              <p:charRg st="0" end="33"/>
                                            </p:txEl>
                                          </p:spTgt>
                                        </p:tgtEl>
                                        <p:attrNameLst>
                                          <p:attrName>style.visibility</p:attrName>
                                        </p:attrNameLst>
                                      </p:cBhvr>
                                      <p:to>
                                        <p:strVal val="visible"/>
                                      </p:to>
                                    </p:set>
                                    <p:anim calcmode="lin" valueType="num">
                                      <p:cBhvr additive="base">
                                        <p:cTn id="7" dur="500" fill="hold"/>
                                        <p:tgtEl>
                                          <p:spTgt spid="25604">
                                            <p:txEl>
                                              <p:charRg st="0" end="3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5604">
                                            <p:txEl>
                                              <p:charRg st="0" end="33"/>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5604">
                                            <p:txEl>
                                              <p:charRg st="33" end="54"/>
                                            </p:txEl>
                                          </p:spTgt>
                                        </p:tgtEl>
                                        <p:attrNameLst>
                                          <p:attrName>style.visibility</p:attrName>
                                        </p:attrNameLst>
                                      </p:cBhvr>
                                      <p:to>
                                        <p:strVal val="visible"/>
                                      </p:to>
                                    </p:set>
                                    <p:anim calcmode="lin" valueType="num">
                                      <p:cBhvr additive="base">
                                        <p:cTn id="13" dur="500" fill="hold"/>
                                        <p:tgtEl>
                                          <p:spTgt spid="25604">
                                            <p:txEl>
                                              <p:charRg st="33" end="54"/>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5604">
                                            <p:txEl>
                                              <p:charRg st="33" end="54"/>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25604">
                                            <p:txEl>
                                              <p:charRg st="54" end="80"/>
                                            </p:txEl>
                                          </p:spTgt>
                                        </p:tgtEl>
                                        <p:attrNameLst>
                                          <p:attrName>style.visibility</p:attrName>
                                        </p:attrNameLst>
                                      </p:cBhvr>
                                      <p:to>
                                        <p:strVal val="visible"/>
                                      </p:to>
                                    </p:set>
                                    <p:anim calcmode="lin" valueType="num">
                                      <p:cBhvr additive="base">
                                        <p:cTn id="19" dur="500" fill="hold"/>
                                        <p:tgtEl>
                                          <p:spTgt spid="25604">
                                            <p:txEl>
                                              <p:charRg st="54" end="8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5604">
                                            <p:txEl>
                                              <p:charRg st="54" end="80"/>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25604">
                                            <p:txEl>
                                              <p:charRg st="80" end="99"/>
                                            </p:txEl>
                                          </p:spTgt>
                                        </p:tgtEl>
                                        <p:attrNameLst>
                                          <p:attrName>style.visibility</p:attrName>
                                        </p:attrNameLst>
                                      </p:cBhvr>
                                      <p:to>
                                        <p:strVal val="visible"/>
                                      </p:to>
                                    </p:set>
                                    <p:anim calcmode="lin" valueType="num">
                                      <p:cBhvr additive="base">
                                        <p:cTn id="25" dur="500" fill="hold"/>
                                        <p:tgtEl>
                                          <p:spTgt spid="25604">
                                            <p:txEl>
                                              <p:charRg st="80" end="99"/>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25604">
                                            <p:txEl>
                                              <p:charRg st="80" end="99"/>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25604">
                                            <p:txEl>
                                              <p:charRg st="99" end="118"/>
                                            </p:txEl>
                                          </p:spTgt>
                                        </p:tgtEl>
                                        <p:attrNameLst>
                                          <p:attrName>style.visibility</p:attrName>
                                        </p:attrNameLst>
                                      </p:cBhvr>
                                      <p:to>
                                        <p:strVal val="visible"/>
                                      </p:to>
                                    </p:set>
                                    <p:anim calcmode="lin" valueType="num">
                                      <p:cBhvr additive="base">
                                        <p:cTn id="31" dur="500" fill="hold"/>
                                        <p:tgtEl>
                                          <p:spTgt spid="25604">
                                            <p:txEl>
                                              <p:charRg st="99" end="118"/>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25604">
                                            <p:txEl>
                                              <p:charRg st="99" end="118"/>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18" presetClass="entr" presetSubtype="3" fill="hold" nodeType="clickEffect">
                                  <p:stCondLst>
                                    <p:cond delay="0"/>
                                  </p:stCondLst>
                                  <p:childTnLst>
                                    <p:set>
                                      <p:cBhvr>
                                        <p:cTn id="36" dur="1" fill="hold">
                                          <p:stCondLst>
                                            <p:cond delay="0"/>
                                          </p:stCondLst>
                                        </p:cTn>
                                        <p:tgtEl>
                                          <p:spTgt spid="25610"/>
                                        </p:tgtEl>
                                        <p:attrNameLst>
                                          <p:attrName>style.visibility</p:attrName>
                                        </p:attrNameLst>
                                      </p:cBhvr>
                                      <p:to>
                                        <p:strVal val="visible"/>
                                      </p:to>
                                    </p:set>
                                    <p:animEffect transition="in" filter="strips(upRight)">
                                      <p:cBhvr>
                                        <p:cTn id="37" dur="500"/>
                                        <p:tgtEl>
                                          <p:spTgt spid="25610"/>
                                        </p:tgtEl>
                                      </p:cBhvr>
                                    </p:animEffect>
                                  </p:childTnLst>
                                </p:cTn>
                              </p:par>
                            </p:childTnLst>
                          </p:cTn>
                        </p:par>
                        <p:par>
                          <p:cTn id="38" fill="hold">
                            <p:stCondLst>
                              <p:cond delay="500"/>
                            </p:stCondLst>
                            <p:childTnLst>
                              <p:par>
                                <p:cTn id="39" presetID="3" presetClass="entr" presetSubtype="10" fill="hold" grpId="0" nodeType="afterEffect">
                                  <p:stCondLst>
                                    <p:cond delay="0"/>
                                  </p:stCondLst>
                                  <p:childTnLst>
                                    <p:set>
                                      <p:cBhvr>
                                        <p:cTn id="40" dur="1" fill="hold">
                                          <p:stCondLst>
                                            <p:cond delay="0"/>
                                          </p:stCondLst>
                                        </p:cTn>
                                        <p:tgtEl>
                                          <p:spTgt spid="25605"/>
                                        </p:tgtEl>
                                        <p:attrNameLst>
                                          <p:attrName>style.visibility</p:attrName>
                                        </p:attrNameLst>
                                      </p:cBhvr>
                                      <p:to>
                                        <p:strVal val="visible"/>
                                      </p:to>
                                    </p:set>
                                    <p:animEffect transition="in" filter="blinds(horizontal)">
                                      <p:cBhvr>
                                        <p:cTn id="41" dur="500"/>
                                        <p:tgtEl>
                                          <p:spTgt spid="25605"/>
                                        </p:tgtEl>
                                      </p:cBhvr>
                                    </p:animEffect>
                                  </p:childTnLst>
                                </p:cTn>
                              </p:par>
                            </p:childTnLst>
                          </p:cTn>
                        </p:par>
                      </p:childTnLst>
                    </p:cTn>
                  </p:par>
                  <p:par>
                    <p:cTn id="42" fill="hold">
                      <p:stCondLst>
                        <p:cond delay="indefinite"/>
                      </p:stCondLst>
                      <p:childTnLst>
                        <p:par>
                          <p:cTn id="43" fill="hold">
                            <p:stCondLst>
                              <p:cond delay="0"/>
                            </p:stCondLst>
                            <p:childTnLst>
                              <p:par>
                                <p:cTn id="44" presetID="3" presetClass="exit" presetSubtype="10" fill="hold" grpId="1" nodeType="clickEffect">
                                  <p:stCondLst>
                                    <p:cond delay="0"/>
                                  </p:stCondLst>
                                  <p:childTnLst>
                                    <p:animEffect transition="out" filter="blinds(horizontal)">
                                      <p:cBhvr>
                                        <p:cTn id="45" dur="500"/>
                                        <p:tgtEl>
                                          <p:spTgt spid="25605"/>
                                        </p:tgtEl>
                                      </p:cBhvr>
                                    </p:animEffect>
                                    <p:set>
                                      <p:cBhvr>
                                        <p:cTn id="46" dur="1" fill="hold">
                                          <p:stCondLst>
                                            <p:cond delay="499"/>
                                          </p:stCondLst>
                                        </p:cTn>
                                        <p:tgtEl>
                                          <p:spTgt spid="25605"/>
                                        </p:tgtEl>
                                        <p:attrNameLst>
                                          <p:attrName>style.visibility</p:attrName>
                                        </p:attrNameLst>
                                      </p:cBhvr>
                                      <p:to>
                                        <p:strVal val="hidden"/>
                                      </p:to>
                                    </p:set>
                                  </p:childTnLst>
                                </p:cTn>
                              </p:par>
                            </p:childTnLst>
                          </p:cTn>
                        </p:par>
                        <p:par>
                          <p:cTn id="47" fill="hold">
                            <p:stCondLst>
                              <p:cond delay="500"/>
                            </p:stCondLst>
                            <p:childTnLst>
                              <p:par>
                                <p:cTn id="48" presetID="18" presetClass="entr" presetSubtype="3" fill="hold" nodeType="afterEffect">
                                  <p:stCondLst>
                                    <p:cond delay="0"/>
                                  </p:stCondLst>
                                  <p:childTnLst>
                                    <p:set>
                                      <p:cBhvr>
                                        <p:cTn id="49" dur="1" fill="hold">
                                          <p:stCondLst>
                                            <p:cond delay="0"/>
                                          </p:stCondLst>
                                        </p:cTn>
                                        <p:tgtEl>
                                          <p:spTgt spid="25611"/>
                                        </p:tgtEl>
                                        <p:attrNameLst>
                                          <p:attrName>style.visibility</p:attrName>
                                        </p:attrNameLst>
                                      </p:cBhvr>
                                      <p:to>
                                        <p:strVal val="visible"/>
                                      </p:to>
                                    </p:set>
                                    <p:animEffect transition="in" filter="strips(upRight)">
                                      <p:cBhvr>
                                        <p:cTn id="50" dur="500"/>
                                        <p:tgtEl>
                                          <p:spTgt spid="25611"/>
                                        </p:tgtEl>
                                      </p:cBhvr>
                                    </p:animEffect>
                                  </p:childTnLst>
                                </p:cTn>
                              </p:par>
                              <p:par>
                                <p:cTn id="51" presetID="3" presetClass="exit" presetSubtype="10" fill="hold" nodeType="withEffect">
                                  <p:stCondLst>
                                    <p:cond delay="0"/>
                                  </p:stCondLst>
                                  <p:childTnLst>
                                    <p:animEffect transition="out" filter="blinds(horizontal)">
                                      <p:cBhvr>
                                        <p:cTn id="52" dur="500"/>
                                        <p:tgtEl>
                                          <p:spTgt spid="25610"/>
                                        </p:tgtEl>
                                      </p:cBhvr>
                                    </p:animEffect>
                                    <p:set>
                                      <p:cBhvr>
                                        <p:cTn id="53" dur="1" fill="hold">
                                          <p:stCondLst>
                                            <p:cond delay="499"/>
                                          </p:stCondLst>
                                        </p:cTn>
                                        <p:tgtEl>
                                          <p:spTgt spid="25610"/>
                                        </p:tgtEl>
                                        <p:attrNameLst>
                                          <p:attrName>style.visibility</p:attrName>
                                        </p:attrNameLst>
                                      </p:cBhvr>
                                      <p:to>
                                        <p:strVal val="hidden"/>
                                      </p:to>
                                    </p:set>
                                  </p:childTnLst>
                                </p:cTn>
                              </p:par>
                            </p:childTnLst>
                          </p:cTn>
                        </p:par>
                        <p:par>
                          <p:cTn id="54" fill="hold">
                            <p:stCondLst>
                              <p:cond delay="1000"/>
                            </p:stCondLst>
                            <p:childTnLst>
                              <p:par>
                                <p:cTn id="55" presetID="3" presetClass="entr" presetSubtype="10" fill="hold" grpId="0" nodeType="afterEffect">
                                  <p:stCondLst>
                                    <p:cond delay="0"/>
                                  </p:stCondLst>
                                  <p:childTnLst>
                                    <p:set>
                                      <p:cBhvr>
                                        <p:cTn id="56" dur="1" fill="hold">
                                          <p:stCondLst>
                                            <p:cond delay="0"/>
                                          </p:stCondLst>
                                        </p:cTn>
                                        <p:tgtEl>
                                          <p:spTgt spid="25606"/>
                                        </p:tgtEl>
                                        <p:attrNameLst>
                                          <p:attrName>style.visibility</p:attrName>
                                        </p:attrNameLst>
                                      </p:cBhvr>
                                      <p:to>
                                        <p:strVal val="visible"/>
                                      </p:to>
                                    </p:set>
                                    <p:animEffect transition="in" filter="blinds(horizontal)">
                                      <p:cBhvr>
                                        <p:cTn id="57" dur="500"/>
                                        <p:tgtEl>
                                          <p:spTgt spid="25606"/>
                                        </p:tgtEl>
                                      </p:cBhvr>
                                    </p:animEffect>
                                  </p:childTnLst>
                                </p:cTn>
                              </p:par>
                            </p:childTnLst>
                          </p:cTn>
                        </p:par>
                      </p:childTnLst>
                    </p:cTn>
                  </p:par>
                  <p:par>
                    <p:cTn id="58" fill="hold">
                      <p:stCondLst>
                        <p:cond delay="indefinite"/>
                      </p:stCondLst>
                      <p:childTnLst>
                        <p:par>
                          <p:cTn id="59" fill="hold">
                            <p:stCondLst>
                              <p:cond delay="0"/>
                            </p:stCondLst>
                            <p:childTnLst>
                              <p:par>
                                <p:cTn id="60" presetID="3" presetClass="exit" presetSubtype="10" fill="hold" grpId="1" nodeType="clickEffect">
                                  <p:stCondLst>
                                    <p:cond delay="0"/>
                                  </p:stCondLst>
                                  <p:childTnLst>
                                    <p:animEffect transition="out" filter="blinds(horizontal)">
                                      <p:cBhvr>
                                        <p:cTn id="61" dur="500"/>
                                        <p:tgtEl>
                                          <p:spTgt spid="25606"/>
                                        </p:tgtEl>
                                      </p:cBhvr>
                                    </p:animEffect>
                                    <p:set>
                                      <p:cBhvr>
                                        <p:cTn id="62" dur="1" fill="hold">
                                          <p:stCondLst>
                                            <p:cond delay="499"/>
                                          </p:stCondLst>
                                        </p:cTn>
                                        <p:tgtEl>
                                          <p:spTgt spid="25606"/>
                                        </p:tgtEl>
                                        <p:attrNameLst>
                                          <p:attrName>style.visibility</p:attrName>
                                        </p:attrNameLst>
                                      </p:cBhvr>
                                      <p:to>
                                        <p:strVal val="hidden"/>
                                      </p:to>
                                    </p:set>
                                  </p:childTnLst>
                                </p:cTn>
                              </p:par>
                              <p:par>
                                <p:cTn id="63" presetID="3" presetClass="exit" presetSubtype="10" fill="hold" nodeType="withEffect">
                                  <p:stCondLst>
                                    <p:cond delay="0"/>
                                  </p:stCondLst>
                                  <p:childTnLst>
                                    <p:animEffect transition="out" filter="blinds(horizontal)">
                                      <p:cBhvr>
                                        <p:cTn id="64" dur="500"/>
                                        <p:tgtEl>
                                          <p:spTgt spid="25611"/>
                                        </p:tgtEl>
                                      </p:cBhvr>
                                    </p:animEffect>
                                    <p:set>
                                      <p:cBhvr>
                                        <p:cTn id="65" dur="1" fill="hold">
                                          <p:stCondLst>
                                            <p:cond delay="499"/>
                                          </p:stCondLst>
                                        </p:cTn>
                                        <p:tgtEl>
                                          <p:spTgt spid="25611"/>
                                        </p:tgtEl>
                                        <p:attrNameLst>
                                          <p:attrName>style.visibility</p:attrName>
                                        </p:attrNameLst>
                                      </p:cBhvr>
                                      <p:to>
                                        <p:strVal val="hidden"/>
                                      </p:to>
                                    </p:set>
                                  </p:childTnLst>
                                </p:cTn>
                              </p:par>
                            </p:childTnLst>
                          </p:cTn>
                        </p:par>
                        <p:par>
                          <p:cTn id="66" fill="hold">
                            <p:stCondLst>
                              <p:cond delay="500"/>
                            </p:stCondLst>
                            <p:childTnLst>
                              <p:par>
                                <p:cTn id="67" presetID="18" presetClass="entr" presetSubtype="6" fill="hold" nodeType="afterEffect">
                                  <p:stCondLst>
                                    <p:cond delay="0"/>
                                  </p:stCondLst>
                                  <p:childTnLst>
                                    <p:set>
                                      <p:cBhvr>
                                        <p:cTn id="68" dur="1" fill="hold">
                                          <p:stCondLst>
                                            <p:cond delay="0"/>
                                          </p:stCondLst>
                                        </p:cTn>
                                        <p:tgtEl>
                                          <p:spTgt spid="25612"/>
                                        </p:tgtEl>
                                        <p:attrNameLst>
                                          <p:attrName>style.visibility</p:attrName>
                                        </p:attrNameLst>
                                      </p:cBhvr>
                                      <p:to>
                                        <p:strVal val="visible"/>
                                      </p:to>
                                    </p:set>
                                    <p:animEffect transition="in" filter="strips(downRight)">
                                      <p:cBhvr>
                                        <p:cTn id="69" dur="500"/>
                                        <p:tgtEl>
                                          <p:spTgt spid="25612"/>
                                        </p:tgtEl>
                                      </p:cBhvr>
                                    </p:animEffect>
                                  </p:childTnLst>
                                </p:cTn>
                              </p:par>
                            </p:childTnLst>
                          </p:cTn>
                        </p:par>
                        <p:par>
                          <p:cTn id="70" fill="hold">
                            <p:stCondLst>
                              <p:cond delay="1000"/>
                            </p:stCondLst>
                            <p:childTnLst>
                              <p:par>
                                <p:cTn id="71" presetID="3" presetClass="entr" presetSubtype="10" fill="hold" grpId="0" nodeType="afterEffect">
                                  <p:stCondLst>
                                    <p:cond delay="0"/>
                                  </p:stCondLst>
                                  <p:childTnLst>
                                    <p:set>
                                      <p:cBhvr>
                                        <p:cTn id="72" dur="1" fill="hold">
                                          <p:stCondLst>
                                            <p:cond delay="0"/>
                                          </p:stCondLst>
                                        </p:cTn>
                                        <p:tgtEl>
                                          <p:spTgt spid="25607"/>
                                        </p:tgtEl>
                                        <p:attrNameLst>
                                          <p:attrName>style.visibility</p:attrName>
                                        </p:attrNameLst>
                                      </p:cBhvr>
                                      <p:to>
                                        <p:strVal val="visible"/>
                                      </p:to>
                                    </p:set>
                                    <p:animEffect transition="in" filter="blinds(horizontal)">
                                      <p:cBhvr>
                                        <p:cTn id="73" dur="500"/>
                                        <p:tgtEl>
                                          <p:spTgt spid="25607"/>
                                        </p:tgtEl>
                                      </p:cBhvr>
                                    </p:animEffect>
                                  </p:childTnLst>
                                </p:cTn>
                              </p:par>
                            </p:childTnLst>
                          </p:cTn>
                        </p:par>
                      </p:childTnLst>
                    </p:cTn>
                  </p:par>
                  <p:par>
                    <p:cTn id="74" fill="hold">
                      <p:stCondLst>
                        <p:cond delay="indefinite"/>
                      </p:stCondLst>
                      <p:childTnLst>
                        <p:par>
                          <p:cTn id="75" fill="hold">
                            <p:stCondLst>
                              <p:cond delay="0"/>
                            </p:stCondLst>
                            <p:childTnLst>
                              <p:par>
                                <p:cTn id="76" presetID="4" presetClass="exit" presetSubtype="16" fill="hold" nodeType="clickEffect">
                                  <p:stCondLst>
                                    <p:cond delay="0"/>
                                  </p:stCondLst>
                                  <p:childTnLst>
                                    <p:animEffect transition="out" filter="box(in)">
                                      <p:cBhvr>
                                        <p:cTn id="77" dur="500"/>
                                        <p:tgtEl>
                                          <p:spTgt spid="25612"/>
                                        </p:tgtEl>
                                      </p:cBhvr>
                                    </p:animEffect>
                                    <p:set>
                                      <p:cBhvr>
                                        <p:cTn id="78" dur="1" fill="hold">
                                          <p:stCondLst>
                                            <p:cond delay="499"/>
                                          </p:stCondLst>
                                        </p:cTn>
                                        <p:tgtEl>
                                          <p:spTgt spid="25612"/>
                                        </p:tgtEl>
                                        <p:attrNameLst>
                                          <p:attrName>style.visibility</p:attrName>
                                        </p:attrNameLst>
                                      </p:cBhvr>
                                      <p:to>
                                        <p:strVal val="hidden"/>
                                      </p:to>
                                    </p:set>
                                  </p:childTnLst>
                                </p:cTn>
                              </p:par>
                              <p:par>
                                <p:cTn id="79" presetID="4" presetClass="exit" presetSubtype="16" fill="hold" grpId="1" nodeType="withEffect">
                                  <p:stCondLst>
                                    <p:cond delay="0"/>
                                  </p:stCondLst>
                                  <p:childTnLst>
                                    <p:animEffect transition="out" filter="box(in)">
                                      <p:cBhvr>
                                        <p:cTn id="80" dur="500"/>
                                        <p:tgtEl>
                                          <p:spTgt spid="25607"/>
                                        </p:tgtEl>
                                      </p:cBhvr>
                                    </p:animEffect>
                                    <p:set>
                                      <p:cBhvr>
                                        <p:cTn id="81" dur="1" fill="hold">
                                          <p:stCondLst>
                                            <p:cond delay="499"/>
                                          </p:stCondLst>
                                        </p:cTn>
                                        <p:tgtEl>
                                          <p:spTgt spid="25607"/>
                                        </p:tgtEl>
                                        <p:attrNameLst>
                                          <p:attrName>style.visibility</p:attrName>
                                        </p:attrNameLst>
                                      </p:cBhvr>
                                      <p:to>
                                        <p:strVal val="hidden"/>
                                      </p:to>
                                    </p:set>
                                  </p:childTnLst>
                                </p:cTn>
                              </p:par>
                            </p:childTnLst>
                          </p:cTn>
                        </p:par>
                        <p:par>
                          <p:cTn id="82" fill="hold">
                            <p:stCondLst>
                              <p:cond delay="500"/>
                            </p:stCondLst>
                            <p:childTnLst>
                              <p:par>
                                <p:cTn id="83" presetID="18" presetClass="entr" presetSubtype="3" fill="hold" nodeType="afterEffect">
                                  <p:stCondLst>
                                    <p:cond delay="0"/>
                                  </p:stCondLst>
                                  <p:childTnLst>
                                    <p:set>
                                      <p:cBhvr>
                                        <p:cTn id="84" dur="1" fill="hold">
                                          <p:stCondLst>
                                            <p:cond delay="0"/>
                                          </p:stCondLst>
                                        </p:cTn>
                                        <p:tgtEl>
                                          <p:spTgt spid="25613"/>
                                        </p:tgtEl>
                                        <p:attrNameLst>
                                          <p:attrName>style.visibility</p:attrName>
                                        </p:attrNameLst>
                                      </p:cBhvr>
                                      <p:to>
                                        <p:strVal val="visible"/>
                                      </p:to>
                                    </p:set>
                                    <p:animEffect transition="in" filter="strips(upRight)">
                                      <p:cBhvr>
                                        <p:cTn id="85" dur="500"/>
                                        <p:tgtEl>
                                          <p:spTgt spid="25613"/>
                                        </p:tgtEl>
                                      </p:cBhvr>
                                    </p:animEffect>
                                  </p:childTnLst>
                                </p:cTn>
                              </p:par>
                            </p:childTnLst>
                          </p:cTn>
                        </p:par>
                        <p:par>
                          <p:cTn id="86" fill="hold">
                            <p:stCondLst>
                              <p:cond delay="1000"/>
                            </p:stCondLst>
                            <p:childTnLst>
                              <p:par>
                                <p:cTn id="87" presetID="3" presetClass="entr" presetSubtype="10" fill="hold" grpId="0" nodeType="afterEffect">
                                  <p:stCondLst>
                                    <p:cond delay="0"/>
                                  </p:stCondLst>
                                  <p:childTnLst>
                                    <p:set>
                                      <p:cBhvr>
                                        <p:cTn id="88" dur="1" fill="hold">
                                          <p:stCondLst>
                                            <p:cond delay="0"/>
                                          </p:stCondLst>
                                        </p:cTn>
                                        <p:tgtEl>
                                          <p:spTgt spid="25608"/>
                                        </p:tgtEl>
                                        <p:attrNameLst>
                                          <p:attrName>style.visibility</p:attrName>
                                        </p:attrNameLst>
                                      </p:cBhvr>
                                      <p:to>
                                        <p:strVal val="visible"/>
                                      </p:to>
                                    </p:set>
                                    <p:animEffect transition="in" filter="blinds(horizontal)">
                                      <p:cBhvr>
                                        <p:cTn id="89" dur="500"/>
                                        <p:tgtEl>
                                          <p:spTgt spid="25608"/>
                                        </p:tgtEl>
                                      </p:cBhvr>
                                    </p:animEffect>
                                  </p:childTnLst>
                                </p:cTn>
                              </p:par>
                            </p:childTnLst>
                          </p:cTn>
                        </p:par>
                      </p:childTnLst>
                    </p:cTn>
                  </p:par>
                  <p:par>
                    <p:cTn id="90" fill="hold">
                      <p:stCondLst>
                        <p:cond delay="indefinite"/>
                      </p:stCondLst>
                      <p:childTnLst>
                        <p:par>
                          <p:cTn id="91" fill="hold">
                            <p:stCondLst>
                              <p:cond delay="0"/>
                            </p:stCondLst>
                            <p:childTnLst>
                              <p:par>
                                <p:cTn id="92" presetID="4" presetClass="exit" presetSubtype="16" fill="hold" nodeType="clickEffect">
                                  <p:stCondLst>
                                    <p:cond delay="0"/>
                                  </p:stCondLst>
                                  <p:childTnLst>
                                    <p:animEffect transition="out" filter="box(in)">
                                      <p:cBhvr>
                                        <p:cTn id="93" dur="500"/>
                                        <p:tgtEl>
                                          <p:spTgt spid="25613"/>
                                        </p:tgtEl>
                                      </p:cBhvr>
                                    </p:animEffect>
                                    <p:set>
                                      <p:cBhvr>
                                        <p:cTn id="94" dur="1" fill="hold">
                                          <p:stCondLst>
                                            <p:cond delay="499"/>
                                          </p:stCondLst>
                                        </p:cTn>
                                        <p:tgtEl>
                                          <p:spTgt spid="25613"/>
                                        </p:tgtEl>
                                        <p:attrNameLst>
                                          <p:attrName>style.visibility</p:attrName>
                                        </p:attrNameLst>
                                      </p:cBhvr>
                                      <p:to>
                                        <p:strVal val="hidden"/>
                                      </p:to>
                                    </p:set>
                                  </p:childTnLst>
                                </p:cTn>
                              </p:par>
                              <p:par>
                                <p:cTn id="95" presetID="4" presetClass="exit" presetSubtype="16" fill="hold" grpId="1" nodeType="withEffect">
                                  <p:stCondLst>
                                    <p:cond delay="0"/>
                                  </p:stCondLst>
                                  <p:childTnLst>
                                    <p:animEffect transition="out" filter="box(in)">
                                      <p:cBhvr>
                                        <p:cTn id="96" dur="500"/>
                                        <p:tgtEl>
                                          <p:spTgt spid="25608"/>
                                        </p:tgtEl>
                                      </p:cBhvr>
                                    </p:animEffect>
                                    <p:set>
                                      <p:cBhvr>
                                        <p:cTn id="97" dur="1" fill="hold">
                                          <p:stCondLst>
                                            <p:cond delay="499"/>
                                          </p:stCondLst>
                                        </p:cTn>
                                        <p:tgtEl>
                                          <p:spTgt spid="25608"/>
                                        </p:tgtEl>
                                        <p:attrNameLst>
                                          <p:attrName>style.visibility</p:attrName>
                                        </p:attrNameLst>
                                      </p:cBhvr>
                                      <p:to>
                                        <p:strVal val="hidden"/>
                                      </p:to>
                                    </p:set>
                                  </p:childTnLst>
                                </p:cTn>
                              </p:par>
                            </p:childTnLst>
                          </p:cTn>
                        </p:par>
                        <p:par>
                          <p:cTn id="98" fill="hold">
                            <p:stCondLst>
                              <p:cond delay="500"/>
                            </p:stCondLst>
                            <p:childTnLst>
                              <p:par>
                                <p:cTn id="99" presetID="18" presetClass="entr" presetSubtype="6" fill="hold" nodeType="afterEffect">
                                  <p:stCondLst>
                                    <p:cond delay="0"/>
                                  </p:stCondLst>
                                  <p:childTnLst>
                                    <p:set>
                                      <p:cBhvr>
                                        <p:cTn id="100" dur="1" fill="hold">
                                          <p:stCondLst>
                                            <p:cond delay="0"/>
                                          </p:stCondLst>
                                        </p:cTn>
                                        <p:tgtEl>
                                          <p:spTgt spid="25614"/>
                                        </p:tgtEl>
                                        <p:attrNameLst>
                                          <p:attrName>style.visibility</p:attrName>
                                        </p:attrNameLst>
                                      </p:cBhvr>
                                      <p:to>
                                        <p:strVal val="visible"/>
                                      </p:to>
                                    </p:set>
                                    <p:animEffect transition="in" filter="strips(downRight)">
                                      <p:cBhvr>
                                        <p:cTn id="101" dur="500"/>
                                        <p:tgtEl>
                                          <p:spTgt spid="25614"/>
                                        </p:tgtEl>
                                      </p:cBhvr>
                                    </p:animEffect>
                                  </p:childTnLst>
                                </p:cTn>
                              </p:par>
                            </p:childTnLst>
                          </p:cTn>
                        </p:par>
                        <p:par>
                          <p:cTn id="102" fill="hold">
                            <p:stCondLst>
                              <p:cond delay="1000"/>
                            </p:stCondLst>
                            <p:childTnLst>
                              <p:par>
                                <p:cTn id="103" presetID="3" presetClass="entr" presetSubtype="10" fill="hold" grpId="0" nodeType="afterEffect">
                                  <p:stCondLst>
                                    <p:cond delay="0"/>
                                  </p:stCondLst>
                                  <p:childTnLst>
                                    <p:set>
                                      <p:cBhvr>
                                        <p:cTn id="104" dur="1" fill="hold">
                                          <p:stCondLst>
                                            <p:cond delay="0"/>
                                          </p:stCondLst>
                                        </p:cTn>
                                        <p:tgtEl>
                                          <p:spTgt spid="25609"/>
                                        </p:tgtEl>
                                        <p:attrNameLst>
                                          <p:attrName>style.visibility</p:attrName>
                                        </p:attrNameLst>
                                      </p:cBhvr>
                                      <p:to>
                                        <p:strVal val="visible"/>
                                      </p:to>
                                    </p:set>
                                    <p:animEffect transition="in" filter="blinds(horizontal)">
                                      <p:cBhvr>
                                        <p:cTn id="105" dur="500"/>
                                        <p:tgtEl>
                                          <p:spTgt spid="25609"/>
                                        </p:tgtEl>
                                      </p:cBhvr>
                                    </p:animEffect>
                                  </p:childTnLst>
                                </p:cTn>
                              </p:par>
                            </p:childTnLst>
                          </p:cTn>
                        </p:par>
                      </p:childTnLst>
                    </p:cTn>
                  </p:par>
                  <p:par>
                    <p:cTn id="106" fill="hold">
                      <p:stCondLst>
                        <p:cond delay="indefinite"/>
                      </p:stCondLst>
                      <p:childTnLst>
                        <p:par>
                          <p:cTn id="107" fill="hold">
                            <p:stCondLst>
                              <p:cond delay="0"/>
                            </p:stCondLst>
                            <p:childTnLst>
                              <p:par>
                                <p:cTn id="108" presetID="4" presetClass="exit" presetSubtype="16" fill="hold" grpId="2" nodeType="clickEffect">
                                  <p:stCondLst>
                                    <p:cond delay="0"/>
                                  </p:stCondLst>
                                  <p:childTnLst>
                                    <p:animEffect transition="out" filter="box(in)">
                                      <p:cBhvr>
                                        <p:cTn id="109" dur="500"/>
                                        <p:tgtEl>
                                          <p:spTgt spid="25605"/>
                                        </p:tgtEl>
                                      </p:cBhvr>
                                    </p:animEffect>
                                    <p:set>
                                      <p:cBhvr>
                                        <p:cTn id="110" dur="1" fill="hold">
                                          <p:stCondLst>
                                            <p:cond delay="499"/>
                                          </p:stCondLst>
                                        </p:cTn>
                                        <p:tgtEl>
                                          <p:spTgt spid="25605"/>
                                        </p:tgtEl>
                                        <p:attrNameLst>
                                          <p:attrName>style.visibility</p:attrName>
                                        </p:attrNameLst>
                                      </p:cBhvr>
                                      <p:to>
                                        <p:strVal val="hidden"/>
                                      </p:to>
                                    </p:set>
                                  </p:childTnLst>
                                </p:cTn>
                              </p:par>
                              <p:par>
                                <p:cTn id="111" presetID="4" presetClass="exit" presetSubtype="16" fill="hold" grpId="2" nodeType="withEffect">
                                  <p:stCondLst>
                                    <p:cond delay="0"/>
                                  </p:stCondLst>
                                  <p:childTnLst>
                                    <p:animEffect transition="out" filter="box(in)">
                                      <p:cBhvr>
                                        <p:cTn id="112" dur="500"/>
                                        <p:tgtEl>
                                          <p:spTgt spid="25606"/>
                                        </p:tgtEl>
                                      </p:cBhvr>
                                    </p:animEffect>
                                    <p:set>
                                      <p:cBhvr>
                                        <p:cTn id="113" dur="1" fill="hold">
                                          <p:stCondLst>
                                            <p:cond delay="499"/>
                                          </p:stCondLst>
                                        </p:cTn>
                                        <p:tgtEl>
                                          <p:spTgt spid="25606"/>
                                        </p:tgtEl>
                                        <p:attrNameLst>
                                          <p:attrName>style.visibility</p:attrName>
                                        </p:attrNameLst>
                                      </p:cBhvr>
                                      <p:to>
                                        <p:strVal val="hidden"/>
                                      </p:to>
                                    </p:set>
                                  </p:childTnLst>
                                </p:cTn>
                              </p:par>
                              <p:par>
                                <p:cTn id="114" presetID="4" presetClass="exit" presetSubtype="16" fill="hold" grpId="2" nodeType="withEffect">
                                  <p:stCondLst>
                                    <p:cond delay="0"/>
                                  </p:stCondLst>
                                  <p:childTnLst>
                                    <p:animEffect transition="out" filter="box(in)">
                                      <p:cBhvr>
                                        <p:cTn id="115" dur="500"/>
                                        <p:tgtEl>
                                          <p:spTgt spid="25607"/>
                                        </p:tgtEl>
                                      </p:cBhvr>
                                    </p:animEffect>
                                    <p:set>
                                      <p:cBhvr>
                                        <p:cTn id="116" dur="1" fill="hold">
                                          <p:stCondLst>
                                            <p:cond delay="499"/>
                                          </p:stCondLst>
                                        </p:cTn>
                                        <p:tgtEl>
                                          <p:spTgt spid="25607"/>
                                        </p:tgtEl>
                                        <p:attrNameLst>
                                          <p:attrName>style.visibility</p:attrName>
                                        </p:attrNameLst>
                                      </p:cBhvr>
                                      <p:to>
                                        <p:strVal val="hidden"/>
                                      </p:to>
                                    </p:set>
                                  </p:childTnLst>
                                </p:cTn>
                              </p:par>
                              <p:par>
                                <p:cTn id="117" presetID="4" presetClass="exit" presetSubtype="16" fill="hold" grpId="2" nodeType="withEffect">
                                  <p:stCondLst>
                                    <p:cond delay="0"/>
                                  </p:stCondLst>
                                  <p:childTnLst>
                                    <p:animEffect transition="out" filter="box(in)">
                                      <p:cBhvr>
                                        <p:cTn id="118" dur="500"/>
                                        <p:tgtEl>
                                          <p:spTgt spid="25608"/>
                                        </p:tgtEl>
                                      </p:cBhvr>
                                    </p:animEffect>
                                    <p:set>
                                      <p:cBhvr>
                                        <p:cTn id="119" dur="1" fill="hold">
                                          <p:stCondLst>
                                            <p:cond delay="499"/>
                                          </p:stCondLst>
                                        </p:cTn>
                                        <p:tgtEl>
                                          <p:spTgt spid="25608"/>
                                        </p:tgtEl>
                                        <p:attrNameLst>
                                          <p:attrName>style.visibility</p:attrName>
                                        </p:attrNameLst>
                                      </p:cBhvr>
                                      <p:to>
                                        <p:strVal val="hidden"/>
                                      </p:to>
                                    </p:set>
                                  </p:childTnLst>
                                </p:cTn>
                              </p:par>
                              <p:par>
                                <p:cTn id="120" presetID="4" presetClass="exit" presetSubtype="16" fill="hold" grpId="1" nodeType="withEffect">
                                  <p:stCondLst>
                                    <p:cond delay="0"/>
                                  </p:stCondLst>
                                  <p:childTnLst>
                                    <p:animEffect transition="out" filter="box(in)">
                                      <p:cBhvr>
                                        <p:cTn id="121" dur="500"/>
                                        <p:tgtEl>
                                          <p:spTgt spid="25609"/>
                                        </p:tgtEl>
                                      </p:cBhvr>
                                    </p:animEffect>
                                    <p:set>
                                      <p:cBhvr>
                                        <p:cTn id="122" dur="1" fill="hold">
                                          <p:stCondLst>
                                            <p:cond delay="499"/>
                                          </p:stCondLst>
                                        </p:cTn>
                                        <p:tgtEl>
                                          <p:spTgt spid="25609"/>
                                        </p:tgtEl>
                                        <p:attrNameLst>
                                          <p:attrName>style.visibility</p:attrName>
                                        </p:attrNameLst>
                                      </p:cBhvr>
                                      <p:to>
                                        <p:strVal val="hidden"/>
                                      </p:to>
                                    </p:set>
                                  </p:childTnLst>
                                </p:cTn>
                              </p:par>
                              <p:par>
                                <p:cTn id="123" presetID="4" presetClass="exit" presetSubtype="16" fill="hold" nodeType="withEffect">
                                  <p:stCondLst>
                                    <p:cond delay="0"/>
                                  </p:stCondLst>
                                  <p:childTnLst>
                                    <p:animEffect transition="out" filter="box(in)">
                                      <p:cBhvr>
                                        <p:cTn id="124" dur="500"/>
                                        <p:tgtEl>
                                          <p:spTgt spid="25610"/>
                                        </p:tgtEl>
                                      </p:cBhvr>
                                    </p:animEffect>
                                    <p:set>
                                      <p:cBhvr>
                                        <p:cTn id="125" dur="1" fill="hold">
                                          <p:stCondLst>
                                            <p:cond delay="499"/>
                                          </p:stCondLst>
                                        </p:cTn>
                                        <p:tgtEl>
                                          <p:spTgt spid="25610"/>
                                        </p:tgtEl>
                                        <p:attrNameLst>
                                          <p:attrName>style.visibility</p:attrName>
                                        </p:attrNameLst>
                                      </p:cBhvr>
                                      <p:to>
                                        <p:strVal val="hidden"/>
                                      </p:to>
                                    </p:set>
                                  </p:childTnLst>
                                </p:cTn>
                              </p:par>
                              <p:par>
                                <p:cTn id="126" presetID="4" presetClass="exit" presetSubtype="16" fill="hold" nodeType="withEffect">
                                  <p:stCondLst>
                                    <p:cond delay="0"/>
                                  </p:stCondLst>
                                  <p:childTnLst>
                                    <p:animEffect transition="out" filter="box(in)">
                                      <p:cBhvr>
                                        <p:cTn id="127" dur="500"/>
                                        <p:tgtEl>
                                          <p:spTgt spid="25611"/>
                                        </p:tgtEl>
                                      </p:cBhvr>
                                    </p:animEffect>
                                    <p:set>
                                      <p:cBhvr>
                                        <p:cTn id="128" dur="1" fill="hold">
                                          <p:stCondLst>
                                            <p:cond delay="499"/>
                                          </p:stCondLst>
                                        </p:cTn>
                                        <p:tgtEl>
                                          <p:spTgt spid="25611"/>
                                        </p:tgtEl>
                                        <p:attrNameLst>
                                          <p:attrName>style.visibility</p:attrName>
                                        </p:attrNameLst>
                                      </p:cBhvr>
                                      <p:to>
                                        <p:strVal val="hidden"/>
                                      </p:to>
                                    </p:set>
                                  </p:childTnLst>
                                </p:cTn>
                              </p:par>
                              <p:par>
                                <p:cTn id="129" presetID="4" presetClass="exit" presetSubtype="16" fill="hold" nodeType="withEffect">
                                  <p:stCondLst>
                                    <p:cond delay="0"/>
                                  </p:stCondLst>
                                  <p:childTnLst>
                                    <p:animEffect transition="out" filter="box(in)">
                                      <p:cBhvr>
                                        <p:cTn id="130" dur="500"/>
                                        <p:tgtEl>
                                          <p:spTgt spid="25612"/>
                                        </p:tgtEl>
                                      </p:cBhvr>
                                    </p:animEffect>
                                    <p:set>
                                      <p:cBhvr>
                                        <p:cTn id="131" dur="1" fill="hold">
                                          <p:stCondLst>
                                            <p:cond delay="499"/>
                                          </p:stCondLst>
                                        </p:cTn>
                                        <p:tgtEl>
                                          <p:spTgt spid="25612"/>
                                        </p:tgtEl>
                                        <p:attrNameLst>
                                          <p:attrName>style.visibility</p:attrName>
                                        </p:attrNameLst>
                                      </p:cBhvr>
                                      <p:to>
                                        <p:strVal val="hidden"/>
                                      </p:to>
                                    </p:set>
                                  </p:childTnLst>
                                </p:cTn>
                              </p:par>
                              <p:par>
                                <p:cTn id="132" presetID="4" presetClass="exit" presetSubtype="16" fill="hold" nodeType="withEffect">
                                  <p:stCondLst>
                                    <p:cond delay="0"/>
                                  </p:stCondLst>
                                  <p:childTnLst>
                                    <p:animEffect transition="out" filter="box(in)">
                                      <p:cBhvr>
                                        <p:cTn id="133" dur="500"/>
                                        <p:tgtEl>
                                          <p:spTgt spid="25613"/>
                                        </p:tgtEl>
                                      </p:cBhvr>
                                    </p:animEffect>
                                    <p:set>
                                      <p:cBhvr>
                                        <p:cTn id="134" dur="1" fill="hold">
                                          <p:stCondLst>
                                            <p:cond delay="499"/>
                                          </p:stCondLst>
                                        </p:cTn>
                                        <p:tgtEl>
                                          <p:spTgt spid="25613"/>
                                        </p:tgtEl>
                                        <p:attrNameLst>
                                          <p:attrName>style.visibility</p:attrName>
                                        </p:attrNameLst>
                                      </p:cBhvr>
                                      <p:to>
                                        <p:strVal val="hidden"/>
                                      </p:to>
                                    </p:set>
                                  </p:childTnLst>
                                </p:cTn>
                              </p:par>
                              <p:par>
                                <p:cTn id="135" presetID="4" presetClass="exit" presetSubtype="16" fill="hold" nodeType="withEffect">
                                  <p:stCondLst>
                                    <p:cond delay="0"/>
                                  </p:stCondLst>
                                  <p:childTnLst>
                                    <p:animEffect transition="out" filter="box(in)">
                                      <p:cBhvr>
                                        <p:cTn id="136" dur="500"/>
                                        <p:tgtEl>
                                          <p:spTgt spid="25614"/>
                                        </p:tgtEl>
                                      </p:cBhvr>
                                    </p:animEffect>
                                    <p:set>
                                      <p:cBhvr>
                                        <p:cTn id="137" dur="1" fill="hold">
                                          <p:stCondLst>
                                            <p:cond delay="499"/>
                                          </p:stCondLst>
                                        </p:cTn>
                                        <p:tgtEl>
                                          <p:spTgt spid="25614"/>
                                        </p:tgtEl>
                                        <p:attrNameLst>
                                          <p:attrName>style.visibility</p:attrName>
                                        </p:attrNameLst>
                                      </p:cBhvr>
                                      <p:to>
                                        <p:strVal val="hidden"/>
                                      </p:to>
                                    </p:set>
                                  </p:childTnLst>
                                </p:cTn>
                              </p:par>
                            </p:childTnLst>
                          </p:cTn>
                        </p:par>
                        <p:par>
                          <p:cTn id="138" fill="hold">
                            <p:stCondLst>
                              <p:cond delay="500"/>
                            </p:stCondLst>
                            <p:childTnLst>
                              <p:par>
                                <p:cTn id="139" presetID="2" presetClass="entr" presetSubtype="8" fill="hold" nodeType="afterEffect">
                                  <p:stCondLst>
                                    <p:cond delay="0"/>
                                  </p:stCondLst>
                                  <p:childTnLst>
                                    <p:set>
                                      <p:cBhvr>
                                        <p:cTn id="140" dur="1" fill="hold">
                                          <p:stCondLst>
                                            <p:cond delay="0"/>
                                          </p:stCondLst>
                                        </p:cTn>
                                        <p:tgtEl>
                                          <p:spTgt spid="25604">
                                            <p:txEl>
                                              <p:charRg st="118" end="136"/>
                                            </p:txEl>
                                          </p:spTgt>
                                        </p:tgtEl>
                                        <p:attrNameLst>
                                          <p:attrName>style.visibility</p:attrName>
                                        </p:attrNameLst>
                                      </p:cBhvr>
                                      <p:to>
                                        <p:strVal val="visible"/>
                                      </p:to>
                                    </p:set>
                                    <p:anim calcmode="lin" valueType="num">
                                      <p:cBhvr additive="base">
                                        <p:cTn id="141" dur="500" fill="hold"/>
                                        <p:tgtEl>
                                          <p:spTgt spid="25604">
                                            <p:txEl>
                                              <p:charRg st="118" end="136"/>
                                            </p:txEl>
                                          </p:spTgt>
                                        </p:tgtEl>
                                        <p:attrNameLst>
                                          <p:attrName>ppt_x</p:attrName>
                                        </p:attrNameLst>
                                      </p:cBhvr>
                                      <p:tavLst>
                                        <p:tav tm="0">
                                          <p:val>
                                            <p:strVal val="0-#ppt_w/2"/>
                                          </p:val>
                                        </p:tav>
                                        <p:tav tm="100000">
                                          <p:val>
                                            <p:strVal val="#ppt_x"/>
                                          </p:val>
                                        </p:tav>
                                      </p:tavLst>
                                    </p:anim>
                                    <p:anim calcmode="lin" valueType="num">
                                      <p:cBhvr additive="base">
                                        <p:cTn id="142" dur="500" fill="hold"/>
                                        <p:tgtEl>
                                          <p:spTgt spid="25604">
                                            <p:txEl>
                                              <p:charRg st="118" end="13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5" grpId="0" animBg="1"/>
      <p:bldP spid="25605" grpId="1" animBg="1"/>
      <p:bldP spid="25605" grpId="2" animBg="1"/>
      <p:bldP spid="25606" grpId="0" animBg="1"/>
      <p:bldP spid="25606" grpId="1" animBg="1"/>
      <p:bldP spid="25606" grpId="2" animBg="1"/>
      <p:bldP spid="25607" grpId="0" animBg="1"/>
      <p:bldP spid="25607" grpId="1" animBg="1"/>
      <p:bldP spid="25607" grpId="2" animBg="1"/>
      <p:bldP spid="25608" grpId="0" animBg="1"/>
      <p:bldP spid="25608" grpId="1" animBg="1"/>
      <p:bldP spid="25608" grpId="2" animBg="1"/>
      <p:bldP spid="25609" grpId="0" animBg="1"/>
      <p:bldP spid="25609" grpId="1"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19810"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26628" name="Rectangle 3"/>
          <p:cNvSpPr>
            <a:spLocks noGrp="1"/>
          </p:cNvSpPr>
          <p:nvPr>
            <p:ph type="body" idx="4294967295"/>
          </p:nvPr>
        </p:nvSpPr>
        <p:spPr>
          <a:xfrm>
            <a:off x="831850" y="2084388"/>
            <a:ext cx="5611813" cy="4152900"/>
          </a:xfrm>
        </p:spPr>
        <p:txBody>
          <a:bodyPr vert="horz" wrap="square" lIns="91440" tIns="45720" rIns="91440" bIns="45720" anchor="t" anchorCtr="0"/>
          <a:p>
            <a:pPr eaLnBrk="1" hangingPunct="1"/>
            <a:r>
              <a:rPr lang="zh-CN" altLang="en-US" dirty="0"/>
              <a:t>计算计数初值：</a:t>
            </a:r>
            <a:endParaRPr lang="zh-CN" altLang="en-US" dirty="0"/>
          </a:p>
          <a:p>
            <a:pPr lvl="1" eaLnBrk="1" hangingPunct="1">
              <a:buNone/>
            </a:pPr>
            <a:r>
              <a:rPr lang="en-US" altLang="zh-CN" dirty="0"/>
              <a:t>   CNT0：10ms/0.5us=20000</a:t>
            </a:r>
            <a:endParaRPr lang="en-US" altLang="zh-CN" dirty="0"/>
          </a:p>
          <a:p>
            <a:pPr lvl="1" eaLnBrk="1" hangingPunct="1">
              <a:buNone/>
            </a:pPr>
            <a:r>
              <a:rPr lang="en-US" altLang="zh-CN" dirty="0"/>
              <a:t>   CNT1：2 MHz/10KHz=200</a:t>
            </a:r>
            <a:endParaRPr lang="en-US" altLang="zh-CN" dirty="0"/>
          </a:p>
          <a:p>
            <a:pPr lvl="1" eaLnBrk="1" hangingPunct="1">
              <a:buNone/>
            </a:pPr>
            <a:r>
              <a:rPr lang="en-US" altLang="zh-CN" dirty="0"/>
              <a:t>   CNT2： 5ms/0.5us=10000</a:t>
            </a:r>
            <a:endParaRPr lang="en-US" altLang="zh-CN" dirty="0"/>
          </a:p>
          <a:p>
            <a:pPr eaLnBrk="1" hangingPunct="1">
              <a:spcBef>
                <a:spcPct val="60000"/>
              </a:spcBef>
            </a:pPr>
            <a:r>
              <a:rPr lang="zh-CN" altLang="en-US" dirty="0"/>
              <a:t>确定控制字：</a:t>
            </a:r>
            <a:endParaRPr lang="zh-CN" altLang="en-US" dirty="0"/>
          </a:p>
          <a:p>
            <a:pPr lvl="1" eaLnBrk="1" hangingPunct="1">
              <a:buNone/>
            </a:pPr>
            <a:r>
              <a:rPr lang="zh-CN" altLang="en-US" dirty="0"/>
              <a:t>   </a:t>
            </a:r>
            <a:r>
              <a:rPr lang="en-US" altLang="zh-CN" dirty="0"/>
              <a:t>CNT0：</a:t>
            </a:r>
            <a:r>
              <a:rPr lang="zh-CN" altLang="en-US" dirty="0"/>
              <a:t>方式2，16位计数值</a:t>
            </a:r>
            <a:endParaRPr lang="zh-CN" altLang="en-US" dirty="0"/>
          </a:p>
          <a:p>
            <a:pPr lvl="1" eaLnBrk="1" hangingPunct="1">
              <a:buNone/>
            </a:pPr>
            <a:r>
              <a:rPr lang="en-US" altLang="zh-CN" dirty="0"/>
              <a:t>   CNT1：</a:t>
            </a:r>
            <a:r>
              <a:rPr lang="zh-CN" altLang="en-US" dirty="0"/>
              <a:t>方式3，低8位计数值</a:t>
            </a:r>
            <a:endParaRPr lang="zh-CN" altLang="en-US" dirty="0"/>
          </a:p>
          <a:p>
            <a:pPr lvl="1" eaLnBrk="1" hangingPunct="1">
              <a:buNone/>
            </a:pPr>
            <a:r>
              <a:rPr lang="en-US" altLang="zh-CN" dirty="0"/>
              <a:t>   CNT2：</a:t>
            </a:r>
            <a:r>
              <a:rPr lang="zh-CN" altLang="en-US" dirty="0"/>
              <a:t>方式0，16位计数值</a:t>
            </a:r>
            <a:endParaRPr lang="zh-CN" altLang="en-US" dirty="0"/>
          </a:p>
        </p:txBody>
      </p:sp>
      <p:sp>
        <p:nvSpPr>
          <p:cNvPr id="26629" name="Text Box 4"/>
          <p:cNvSpPr txBox="1"/>
          <p:nvPr/>
        </p:nvSpPr>
        <p:spPr>
          <a:xfrm>
            <a:off x="6618288" y="4949825"/>
            <a:ext cx="1944687" cy="4572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dirty="0">
                <a:solidFill>
                  <a:schemeClr val="hlink"/>
                </a:solidFill>
                <a:latin typeface="Arial" panose="020B0604020202020204" pitchFamily="34" charset="0"/>
              </a:rPr>
              <a:t>00110100</a:t>
            </a:r>
            <a:endParaRPr lang="en-US" altLang="zh-CN" sz="1800" dirty="0">
              <a:solidFill>
                <a:schemeClr val="hlink"/>
              </a:solidFill>
              <a:latin typeface="Arial" panose="020B0604020202020204" pitchFamily="34" charset="0"/>
            </a:endParaRPr>
          </a:p>
        </p:txBody>
      </p:sp>
      <p:sp>
        <p:nvSpPr>
          <p:cNvPr id="26630" name="Line 5"/>
          <p:cNvSpPr/>
          <p:nvPr/>
        </p:nvSpPr>
        <p:spPr>
          <a:xfrm>
            <a:off x="5651500" y="5118100"/>
            <a:ext cx="865188" cy="0"/>
          </a:xfrm>
          <a:prstGeom prst="line">
            <a:avLst/>
          </a:prstGeom>
          <a:ln w="25400" cap="sq" cmpd="sng">
            <a:solidFill>
              <a:srgbClr val="008000"/>
            </a:solidFill>
            <a:prstDash val="solid"/>
            <a:headEnd type="none" w="med" len="med"/>
            <a:tailEnd type="triangle" w="lg" len="lg"/>
          </a:ln>
        </p:spPr>
      </p:sp>
      <p:sp>
        <p:nvSpPr>
          <p:cNvPr id="26631" name="Line 6"/>
          <p:cNvSpPr/>
          <p:nvPr/>
        </p:nvSpPr>
        <p:spPr>
          <a:xfrm>
            <a:off x="5651500" y="5603875"/>
            <a:ext cx="865188" cy="0"/>
          </a:xfrm>
          <a:prstGeom prst="line">
            <a:avLst/>
          </a:prstGeom>
          <a:ln w="25400" cap="sq" cmpd="sng">
            <a:solidFill>
              <a:srgbClr val="008000"/>
            </a:solidFill>
            <a:prstDash val="solid"/>
            <a:headEnd type="none" w="med" len="med"/>
            <a:tailEnd type="triangle" w="lg" len="lg"/>
          </a:ln>
        </p:spPr>
      </p:sp>
      <p:sp>
        <p:nvSpPr>
          <p:cNvPr id="26632" name="Text Box 7"/>
          <p:cNvSpPr txBox="1"/>
          <p:nvPr/>
        </p:nvSpPr>
        <p:spPr>
          <a:xfrm>
            <a:off x="6618288" y="5407025"/>
            <a:ext cx="1944687" cy="4572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dirty="0">
                <a:solidFill>
                  <a:schemeClr val="hlink"/>
                </a:solidFill>
                <a:latin typeface="Arial" panose="020B0604020202020204" pitchFamily="34" charset="0"/>
              </a:rPr>
              <a:t>01010110</a:t>
            </a:r>
            <a:endParaRPr lang="en-US" altLang="zh-CN" sz="1800" dirty="0">
              <a:solidFill>
                <a:schemeClr val="hlink"/>
              </a:solidFill>
              <a:latin typeface="Arial" panose="020B0604020202020204" pitchFamily="34" charset="0"/>
            </a:endParaRPr>
          </a:p>
        </p:txBody>
      </p:sp>
      <p:sp>
        <p:nvSpPr>
          <p:cNvPr id="26633" name="Text Box 8"/>
          <p:cNvSpPr txBox="1"/>
          <p:nvPr/>
        </p:nvSpPr>
        <p:spPr>
          <a:xfrm>
            <a:off x="6594475" y="5864225"/>
            <a:ext cx="1944688" cy="4572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dirty="0">
                <a:solidFill>
                  <a:schemeClr val="hlink"/>
                </a:solidFill>
                <a:latin typeface="Arial" panose="020B0604020202020204" pitchFamily="34" charset="0"/>
              </a:rPr>
              <a:t>10110000</a:t>
            </a:r>
            <a:endParaRPr lang="en-US" altLang="zh-CN" sz="1800" dirty="0">
              <a:solidFill>
                <a:schemeClr val="hlink"/>
              </a:solidFill>
              <a:latin typeface="Arial" panose="020B0604020202020204" pitchFamily="34" charset="0"/>
            </a:endParaRPr>
          </a:p>
        </p:txBody>
      </p:sp>
      <p:sp>
        <p:nvSpPr>
          <p:cNvPr id="26634" name="Line 9"/>
          <p:cNvSpPr/>
          <p:nvPr/>
        </p:nvSpPr>
        <p:spPr>
          <a:xfrm>
            <a:off x="5651500" y="6092825"/>
            <a:ext cx="865188" cy="0"/>
          </a:xfrm>
          <a:prstGeom prst="line">
            <a:avLst/>
          </a:prstGeom>
          <a:ln w="25400" cap="sq" cmpd="sng">
            <a:solidFill>
              <a:srgbClr val="008000"/>
            </a:solidFill>
            <a:prstDash val="solid"/>
            <a:headEnd type="none" w="med" len="med"/>
            <a:tailEnd type="triangle" w="lg" len="lg"/>
          </a:ln>
        </p:spPr>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6628">
                                            <p:txEl>
                                              <p:charRg st="0" end="8"/>
                                            </p:txEl>
                                          </p:spTgt>
                                        </p:tgtEl>
                                        <p:attrNameLst>
                                          <p:attrName>style.visibility</p:attrName>
                                        </p:attrNameLst>
                                      </p:cBhvr>
                                      <p:to>
                                        <p:strVal val="visible"/>
                                      </p:to>
                                    </p:set>
                                    <p:animEffect transition="in" filter="wipe(left)">
                                      <p:cBhvr>
                                        <p:cTn id="7" dur="500"/>
                                        <p:tgtEl>
                                          <p:spTgt spid="26628">
                                            <p:txEl>
                                              <p:charRg st="0" end="8"/>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6628">
                                            <p:txEl>
                                              <p:charRg st="8" end="33"/>
                                            </p:txEl>
                                          </p:spTgt>
                                        </p:tgtEl>
                                        <p:attrNameLst>
                                          <p:attrName>style.visibility</p:attrName>
                                        </p:attrNameLst>
                                      </p:cBhvr>
                                      <p:to>
                                        <p:strVal val="visible"/>
                                      </p:to>
                                    </p:set>
                                    <p:animEffect transition="in" filter="wipe(left)">
                                      <p:cBhvr>
                                        <p:cTn id="12" dur="500"/>
                                        <p:tgtEl>
                                          <p:spTgt spid="26628">
                                            <p:txEl>
                                              <p:charRg st="8" end="3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6628">
                                            <p:txEl>
                                              <p:charRg st="33" end="57"/>
                                            </p:txEl>
                                          </p:spTgt>
                                        </p:tgtEl>
                                        <p:attrNameLst>
                                          <p:attrName>style.visibility</p:attrName>
                                        </p:attrNameLst>
                                      </p:cBhvr>
                                      <p:to>
                                        <p:strVal val="visible"/>
                                      </p:to>
                                    </p:set>
                                    <p:animEffect transition="in" filter="wipe(left)">
                                      <p:cBhvr>
                                        <p:cTn id="17" dur="500"/>
                                        <p:tgtEl>
                                          <p:spTgt spid="26628">
                                            <p:txEl>
                                              <p:charRg st="33" end="57"/>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6628">
                                            <p:txEl>
                                              <p:charRg st="57" end="82"/>
                                            </p:txEl>
                                          </p:spTgt>
                                        </p:tgtEl>
                                        <p:attrNameLst>
                                          <p:attrName>style.visibility</p:attrName>
                                        </p:attrNameLst>
                                      </p:cBhvr>
                                      <p:to>
                                        <p:strVal val="visible"/>
                                      </p:to>
                                    </p:set>
                                    <p:animEffect transition="in" filter="wipe(left)">
                                      <p:cBhvr>
                                        <p:cTn id="22" dur="500"/>
                                        <p:tgtEl>
                                          <p:spTgt spid="26628">
                                            <p:txEl>
                                              <p:charRg st="57" end="8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6628">
                                            <p:txEl>
                                              <p:charRg st="82" end="89"/>
                                            </p:txEl>
                                          </p:spTgt>
                                        </p:tgtEl>
                                        <p:attrNameLst>
                                          <p:attrName>style.visibility</p:attrName>
                                        </p:attrNameLst>
                                      </p:cBhvr>
                                      <p:to>
                                        <p:strVal val="visible"/>
                                      </p:to>
                                    </p:set>
                                    <p:animEffect transition="in" filter="wipe(left)">
                                      <p:cBhvr>
                                        <p:cTn id="27" dur="500"/>
                                        <p:tgtEl>
                                          <p:spTgt spid="26628">
                                            <p:txEl>
                                              <p:charRg st="82" end="89"/>
                                            </p:txEl>
                                          </p:spTgt>
                                        </p:tgtEl>
                                      </p:cBhvr>
                                    </p:animEffect>
                                  </p:childTnLst>
                                </p:cTn>
                              </p:par>
                              <p:par>
                                <p:cTn id="28" presetID="22" presetClass="entr" presetSubtype="8" fill="hold" nodeType="withEffect">
                                  <p:stCondLst>
                                    <p:cond delay="0"/>
                                  </p:stCondLst>
                                  <p:childTnLst>
                                    <p:set>
                                      <p:cBhvr>
                                        <p:cTn id="29" dur="1" fill="hold">
                                          <p:stCondLst>
                                            <p:cond delay="0"/>
                                          </p:stCondLst>
                                        </p:cTn>
                                        <p:tgtEl>
                                          <p:spTgt spid="26628">
                                            <p:txEl>
                                              <p:charRg st="89" end="108"/>
                                            </p:txEl>
                                          </p:spTgt>
                                        </p:tgtEl>
                                        <p:attrNameLst>
                                          <p:attrName>style.visibility</p:attrName>
                                        </p:attrNameLst>
                                      </p:cBhvr>
                                      <p:to>
                                        <p:strVal val="visible"/>
                                      </p:to>
                                    </p:set>
                                    <p:animEffect transition="in" filter="wipe(left)">
                                      <p:cBhvr>
                                        <p:cTn id="30" dur="500"/>
                                        <p:tgtEl>
                                          <p:spTgt spid="26628">
                                            <p:txEl>
                                              <p:charRg st="89" end="108"/>
                                            </p:txEl>
                                          </p:spTgt>
                                        </p:tgtEl>
                                      </p:cBhvr>
                                    </p:animEffect>
                                  </p:childTnLst>
                                </p:cTn>
                              </p:par>
                              <p:par>
                                <p:cTn id="31" presetID="22" presetClass="entr" presetSubtype="8" fill="hold" nodeType="withEffect">
                                  <p:stCondLst>
                                    <p:cond delay="0"/>
                                  </p:stCondLst>
                                  <p:childTnLst>
                                    <p:set>
                                      <p:cBhvr>
                                        <p:cTn id="32" dur="1" fill="hold">
                                          <p:stCondLst>
                                            <p:cond delay="0"/>
                                          </p:stCondLst>
                                        </p:cTn>
                                        <p:tgtEl>
                                          <p:spTgt spid="26628">
                                            <p:txEl>
                                              <p:charRg st="108" end="127"/>
                                            </p:txEl>
                                          </p:spTgt>
                                        </p:tgtEl>
                                        <p:attrNameLst>
                                          <p:attrName>style.visibility</p:attrName>
                                        </p:attrNameLst>
                                      </p:cBhvr>
                                      <p:to>
                                        <p:strVal val="visible"/>
                                      </p:to>
                                    </p:set>
                                    <p:animEffect transition="in" filter="wipe(left)">
                                      <p:cBhvr>
                                        <p:cTn id="33" dur="500"/>
                                        <p:tgtEl>
                                          <p:spTgt spid="26628">
                                            <p:txEl>
                                              <p:charRg st="108" end="127"/>
                                            </p:txEl>
                                          </p:spTgt>
                                        </p:tgtEl>
                                      </p:cBhvr>
                                    </p:animEffect>
                                  </p:childTnLst>
                                </p:cTn>
                              </p:par>
                              <p:par>
                                <p:cTn id="34" presetID="22" presetClass="entr" presetSubtype="8" fill="hold" nodeType="withEffect">
                                  <p:stCondLst>
                                    <p:cond delay="0"/>
                                  </p:stCondLst>
                                  <p:childTnLst>
                                    <p:set>
                                      <p:cBhvr>
                                        <p:cTn id="35" dur="1" fill="hold">
                                          <p:stCondLst>
                                            <p:cond delay="0"/>
                                          </p:stCondLst>
                                        </p:cTn>
                                        <p:tgtEl>
                                          <p:spTgt spid="26628">
                                            <p:txEl>
                                              <p:charRg st="127" end="146"/>
                                            </p:txEl>
                                          </p:spTgt>
                                        </p:tgtEl>
                                        <p:attrNameLst>
                                          <p:attrName>style.visibility</p:attrName>
                                        </p:attrNameLst>
                                      </p:cBhvr>
                                      <p:to>
                                        <p:strVal val="visible"/>
                                      </p:to>
                                    </p:set>
                                    <p:animEffect transition="in" filter="wipe(left)">
                                      <p:cBhvr>
                                        <p:cTn id="36" dur="500"/>
                                        <p:tgtEl>
                                          <p:spTgt spid="26628">
                                            <p:txEl>
                                              <p:charRg st="127" end="146"/>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26630"/>
                                        </p:tgtEl>
                                        <p:attrNameLst>
                                          <p:attrName>style.visibility</p:attrName>
                                        </p:attrNameLst>
                                      </p:cBhvr>
                                      <p:to>
                                        <p:strVal val="visible"/>
                                      </p:to>
                                    </p:set>
                                    <p:animEffect transition="in" filter="wipe(left)">
                                      <p:cBhvr>
                                        <p:cTn id="41" dur="500"/>
                                        <p:tgtEl>
                                          <p:spTgt spid="26630"/>
                                        </p:tgtEl>
                                      </p:cBhvr>
                                    </p:animEffect>
                                  </p:childTnLst>
                                </p:cTn>
                              </p:par>
                            </p:childTnLst>
                          </p:cTn>
                        </p:par>
                        <p:par>
                          <p:cTn id="42" fill="hold">
                            <p:stCondLst>
                              <p:cond delay="500"/>
                            </p:stCondLst>
                            <p:childTnLst>
                              <p:par>
                                <p:cTn id="43" presetID="22" presetClass="entr" presetSubtype="8" fill="hold" grpId="0" nodeType="afterEffect">
                                  <p:stCondLst>
                                    <p:cond delay="0"/>
                                  </p:stCondLst>
                                  <p:childTnLst>
                                    <p:set>
                                      <p:cBhvr>
                                        <p:cTn id="44" dur="1" fill="hold">
                                          <p:stCondLst>
                                            <p:cond delay="0"/>
                                          </p:stCondLst>
                                        </p:cTn>
                                        <p:tgtEl>
                                          <p:spTgt spid="26629"/>
                                        </p:tgtEl>
                                        <p:attrNameLst>
                                          <p:attrName>style.visibility</p:attrName>
                                        </p:attrNameLst>
                                      </p:cBhvr>
                                      <p:to>
                                        <p:strVal val="visible"/>
                                      </p:to>
                                    </p:set>
                                    <p:animEffect transition="in" filter="wipe(left)">
                                      <p:cBhvr>
                                        <p:cTn id="45" dur="500"/>
                                        <p:tgtEl>
                                          <p:spTgt spid="26629"/>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26631"/>
                                        </p:tgtEl>
                                        <p:attrNameLst>
                                          <p:attrName>style.visibility</p:attrName>
                                        </p:attrNameLst>
                                      </p:cBhvr>
                                      <p:to>
                                        <p:strVal val="visible"/>
                                      </p:to>
                                    </p:set>
                                    <p:animEffect transition="in" filter="wipe(left)">
                                      <p:cBhvr>
                                        <p:cTn id="50" dur="500"/>
                                        <p:tgtEl>
                                          <p:spTgt spid="26631"/>
                                        </p:tgtEl>
                                      </p:cBhvr>
                                    </p:animEffect>
                                  </p:childTnLst>
                                </p:cTn>
                              </p:par>
                            </p:childTnLst>
                          </p:cTn>
                        </p:par>
                        <p:par>
                          <p:cTn id="51" fill="hold">
                            <p:stCondLst>
                              <p:cond delay="500"/>
                            </p:stCondLst>
                            <p:childTnLst>
                              <p:par>
                                <p:cTn id="52" presetID="22" presetClass="entr" presetSubtype="8" fill="hold" grpId="0" nodeType="afterEffect">
                                  <p:stCondLst>
                                    <p:cond delay="0"/>
                                  </p:stCondLst>
                                  <p:childTnLst>
                                    <p:set>
                                      <p:cBhvr>
                                        <p:cTn id="53" dur="1" fill="hold">
                                          <p:stCondLst>
                                            <p:cond delay="0"/>
                                          </p:stCondLst>
                                        </p:cTn>
                                        <p:tgtEl>
                                          <p:spTgt spid="26632"/>
                                        </p:tgtEl>
                                        <p:attrNameLst>
                                          <p:attrName>style.visibility</p:attrName>
                                        </p:attrNameLst>
                                      </p:cBhvr>
                                      <p:to>
                                        <p:strVal val="visible"/>
                                      </p:to>
                                    </p:set>
                                    <p:animEffect transition="in" filter="wipe(left)">
                                      <p:cBhvr>
                                        <p:cTn id="54" dur="500"/>
                                        <p:tgtEl>
                                          <p:spTgt spid="26632"/>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8" fill="hold" nodeType="clickEffect">
                                  <p:stCondLst>
                                    <p:cond delay="0"/>
                                  </p:stCondLst>
                                  <p:childTnLst>
                                    <p:set>
                                      <p:cBhvr>
                                        <p:cTn id="58" dur="1" fill="hold">
                                          <p:stCondLst>
                                            <p:cond delay="0"/>
                                          </p:stCondLst>
                                        </p:cTn>
                                        <p:tgtEl>
                                          <p:spTgt spid="26634"/>
                                        </p:tgtEl>
                                        <p:attrNameLst>
                                          <p:attrName>style.visibility</p:attrName>
                                        </p:attrNameLst>
                                      </p:cBhvr>
                                      <p:to>
                                        <p:strVal val="visible"/>
                                      </p:to>
                                    </p:set>
                                    <p:animEffect transition="in" filter="wipe(left)">
                                      <p:cBhvr>
                                        <p:cTn id="59" dur="500"/>
                                        <p:tgtEl>
                                          <p:spTgt spid="26634"/>
                                        </p:tgtEl>
                                      </p:cBhvr>
                                    </p:animEffect>
                                  </p:childTnLst>
                                </p:cTn>
                              </p:par>
                            </p:childTnLst>
                          </p:cTn>
                        </p:par>
                        <p:par>
                          <p:cTn id="60" fill="hold">
                            <p:stCondLst>
                              <p:cond delay="500"/>
                            </p:stCondLst>
                            <p:childTnLst>
                              <p:par>
                                <p:cTn id="61" presetID="22" presetClass="entr" presetSubtype="8" fill="hold" grpId="0" nodeType="afterEffect">
                                  <p:stCondLst>
                                    <p:cond delay="0"/>
                                  </p:stCondLst>
                                  <p:childTnLst>
                                    <p:set>
                                      <p:cBhvr>
                                        <p:cTn id="62" dur="1" fill="hold">
                                          <p:stCondLst>
                                            <p:cond delay="0"/>
                                          </p:stCondLst>
                                        </p:cTn>
                                        <p:tgtEl>
                                          <p:spTgt spid="26633"/>
                                        </p:tgtEl>
                                        <p:attrNameLst>
                                          <p:attrName>style.visibility</p:attrName>
                                        </p:attrNameLst>
                                      </p:cBhvr>
                                      <p:to>
                                        <p:strVal val="visible"/>
                                      </p:to>
                                    </p:set>
                                    <p:animEffect transition="in" filter="wipe(left)">
                                      <p:cBhvr>
                                        <p:cTn id="63" dur="500"/>
                                        <p:tgtEl>
                                          <p:spTgt spid="266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9" grpId="0"/>
      <p:bldP spid="26632" grpId="0"/>
      <p:bldP spid="26633"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20834"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27652" name="Rectangle 4"/>
          <p:cNvSpPr/>
          <p:nvPr/>
        </p:nvSpPr>
        <p:spPr>
          <a:xfrm>
            <a:off x="4505325" y="2286000"/>
            <a:ext cx="2011363" cy="3733800"/>
          </a:xfrm>
          <a:prstGeom prst="rect">
            <a:avLst/>
          </a:prstGeom>
          <a:solidFill>
            <a:srgbClr val="339966"/>
          </a:solidFill>
          <a:ln w="25400" cap="sq" cmpd="sng">
            <a:solidFill>
              <a:srgbClr val="339966"/>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27653" name="Text Box 5"/>
          <p:cNvSpPr txBox="1"/>
          <p:nvPr/>
        </p:nvSpPr>
        <p:spPr>
          <a:xfrm>
            <a:off x="5513388" y="3489325"/>
            <a:ext cx="995362"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CLK0</a:t>
            </a:r>
            <a:endParaRPr lang="en-US" altLang="zh-CN" sz="2000" dirty="0">
              <a:solidFill>
                <a:schemeClr val="bg2"/>
              </a:solidFill>
              <a:latin typeface="Arial" panose="020B0604020202020204" pitchFamily="34" charset="0"/>
            </a:endParaRPr>
          </a:p>
        </p:txBody>
      </p:sp>
      <p:sp>
        <p:nvSpPr>
          <p:cNvPr id="27654" name="Text Box 6"/>
          <p:cNvSpPr txBox="1"/>
          <p:nvPr/>
        </p:nvSpPr>
        <p:spPr>
          <a:xfrm>
            <a:off x="5437188" y="2286000"/>
            <a:ext cx="1143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GATE0</a:t>
            </a:r>
            <a:endParaRPr lang="en-US" altLang="zh-CN" sz="2000" dirty="0">
              <a:solidFill>
                <a:schemeClr val="bg2"/>
              </a:solidFill>
              <a:latin typeface="Arial" panose="020B0604020202020204" pitchFamily="34" charset="0"/>
            </a:endParaRPr>
          </a:p>
        </p:txBody>
      </p:sp>
      <p:sp>
        <p:nvSpPr>
          <p:cNvPr id="27655" name="Text Box 7"/>
          <p:cNvSpPr txBox="1"/>
          <p:nvPr/>
        </p:nvSpPr>
        <p:spPr>
          <a:xfrm>
            <a:off x="5561013" y="5181600"/>
            <a:ext cx="9906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OUT1</a:t>
            </a:r>
            <a:endParaRPr lang="en-US" altLang="zh-CN" sz="2000" dirty="0">
              <a:solidFill>
                <a:schemeClr val="bg2"/>
              </a:solidFill>
              <a:latin typeface="Arial" panose="020B0604020202020204" pitchFamily="34" charset="0"/>
            </a:endParaRPr>
          </a:p>
        </p:txBody>
      </p:sp>
      <p:sp>
        <p:nvSpPr>
          <p:cNvPr id="27656" name="Text Box 8"/>
          <p:cNvSpPr txBox="1"/>
          <p:nvPr/>
        </p:nvSpPr>
        <p:spPr>
          <a:xfrm>
            <a:off x="4505325" y="2667000"/>
            <a:ext cx="10668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D0~D7</a:t>
            </a:r>
            <a:endParaRPr lang="en-US" altLang="zh-CN" sz="2000" dirty="0">
              <a:solidFill>
                <a:schemeClr val="bg2"/>
              </a:solidFill>
              <a:latin typeface="Arial" panose="020B0604020202020204" pitchFamily="34" charset="0"/>
            </a:endParaRPr>
          </a:p>
        </p:txBody>
      </p:sp>
      <p:sp>
        <p:nvSpPr>
          <p:cNvPr id="27657" name="Text Box 9"/>
          <p:cNvSpPr txBox="1"/>
          <p:nvPr/>
        </p:nvSpPr>
        <p:spPr>
          <a:xfrm>
            <a:off x="4505325" y="3276600"/>
            <a:ext cx="762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WR</a:t>
            </a:r>
            <a:endParaRPr lang="en-US" altLang="zh-CN" sz="2000" dirty="0">
              <a:solidFill>
                <a:schemeClr val="bg2"/>
              </a:solidFill>
              <a:latin typeface="Arial" panose="020B0604020202020204" pitchFamily="34" charset="0"/>
            </a:endParaRPr>
          </a:p>
        </p:txBody>
      </p:sp>
      <p:sp>
        <p:nvSpPr>
          <p:cNvPr id="27658" name="Text Box 10"/>
          <p:cNvSpPr txBox="1"/>
          <p:nvPr/>
        </p:nvSpPr>
        <p:spPr>
          <a:xfrm>
            <a:off x="4505325" y="3794125"/>
            <a:ext cx="762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RD</a:t>
            </a:r>
            <a:endParaRPr lang="en-US" altLang="zh-CN" sz="2000" dirty="0">
              <a:solidFill>
                <a:schemeClr val="bg2"/>
              </a:solidFill>
              <a:latin typeface="Arial" panose="020B0604020202020204" pitchFamily="34" charset="0"/>
            </a:endParaRPr>
          </a:p>
        </p:txBody>
      </p:sp>
      <p:sp>
        <p:nvSpPr>
          <p:cNvPr id="27659" name="Text Box 11"/>
          <p:cNvSpPr txBox="1"/>
          <p:nvPr/>
        </p:nvSpPr>
        <p:spPr>
          <a:xfrm>
            <a:off x="4505325" y="4251325"/>
            <a:ext cx="6858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A1</a:t>
            </a:r>
            <a:endParaRPr lang="en-US" altLang="zh-CN" sz="2000" dirty="0">
              <a:solidFill>
                <a:schemeClr val="bg2"/>
              </a:solidFill>
              <a:latin typeface="Arial" panose="020B0604020202020204" pitchFamily="34" charset="0"/>
            </a:endParaRPr>
          </a:p>
        </p:txBody>
      </p:sp>
      <p:sp>
        <p:nvSpPr>
          <p:cNvPr id="27660" name="Text Box 12"/>
          <p:cNvSpPr txBox="1"/>
          <p:nvPr/>
        </p:nvSpPr>
        <p:spPr>
          <a:xfrm>
            <a:off x="4505325" y="4708525"/>
            <a:ext cx="6858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A0</a:t>
            </a:r>
            <a:endParaRPr lang="en-US" altLang="zh-CN" sz="2000" dirty="0">
              <a:solidFill>
                <a:schemeClr val="bg2"/>
              </a:solidFill>
              <a:latin typeface="Arial" panose="020B0604020202020204" pitchFamily="34" charset="0"/>
            </a:endParaRPr>
          </a:p>
        </p:txBody>
      </p:sp>
      <p:sp>
        <p:nvSpPr>
          <p:cNvPr id="27661" name="Text Box 13"/>
          <p:cNvSpPr txBox="1"/>
          <p:nvPr/>
        </p:nvSpPr>
        <p:spPr>
          <a:xfrm>
            <a:off x="4505325" y="5394325"/>
            <a:ext cx="6858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CS</a:t>
            </a:r>
            <a:endParaRPr lang="en-US" altLang="zh-CN" sz="2000" dirty="0">
              <a:solidFill>
                <a:schemeClr val="bg2"/>
              </a:solidFill>
              <a:latin typeface="Arial" panose="020B0604020202020204" pitchFamily="34" charset="0"/>
            </a:endParaRPr>
          </a:p>
        </p:txBody>
      </p:sp>
      <p:sp>
        <p:nvSpPr>
          <p:cNvPr id="27662" name="AutoShape 14"/>
          <p:cNvSpPr/>
          <p:nvPr/>
        </p:nvSpPr>
        <p:spPr>
          <a:xfrm>
            <a:off x="2719388" y="2709863"/>
            <a:ext cx="1752600" cy="304800"/>
          </a:xfrm>
          <a:prstGeom prst="leftRightArrow">
            <a:avLst>
              <a:gd name="adj1" fmla="val 50000"/>
              <a:gd name="adj2" fmla="val 115000"/>
            </a:avLst>
          </a:prstGeom>
          <a:solidFill>
            <a:srgbClr val="FF6600"/>
          </a:solidFill>
          <a:ln w="25400" cap="sq" cmpd="sng">
            <a:solidFill>
              <a:srgbClr val="FF6600"/>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27663" name="Line 15"/>
          <p:cNvSpPr/>
          <p:nvPr/>
        </p:nvSpPr>
        <p:spPr>
          <a:xfrm>
            <a:off x="2905125" y="3429000"/>
            <a:ext cx="1600200" cy="0"/>
          </a:xfrm>
          <a:prstGeom prst="line">
            <a:avLst/>
          </a:prstGeom>
          <a:ln w="25400" cap="sq" cmpd="sng">
            <a:solidFill>
              <a:srgbClr val="FF6600"/>
            </a:solidFill>
            <a:prstDash val="solid"/>
            <a:headEnd type="none" w="med" len="med"/>
            <a:tailEnd type="triangle" w="lg" len="lg"/>
          </a:ln>
        </p:spPr>
      </p:sp>
      <p:sp>
        <p:nvSpPr>
          <p:cNvPr id="27664" name="Line 16"/>
          <p:cNvSpPr/>
          <p:nvPr/>
        </p:nvSpPr>
        <p:spPr>
          <a:xfrm>
            <a:off x="2890838" y="3990975"/>
            <a:ext cx="1600200" cy="0"/>
          </a:xfrm>
          <a:prstGeom prst="line">
            <a:avLst/>
          </a:prstGeom>
          <a:ln w="25400" cap="sq" cmpd="sng">
            <a:solidFill>
              <a:srgbClr val="FF6600"/>
            </a:solidFill>
            <a:prstDash val="solid"/>
            <a:headEnd type="none" w="med" len="med"/>
            <a:tailEnd type="triangle" w="lg" len="lg"/>
          </a:ln>
        </p:spPr>
      </p:sp>
      <p:sp>
        <p:nvSpPr>
          <p:cNvPr id="27665" name="Line 17"/>
          <p:cNvSpPr/>
          <p:nvPr/>
        </p:nvSpPr>
        <p:spPr>
          <a:xfrm>
            <a:off x="2905125" y="4467225"/>
            <a:ext cx="1600200" cy="0"/>
          </a:xfrm>
          <a:prstGeom prst="line">
            <a:avLst/>
          </a:prstGeom>
          <a:ln w="25400" cap="sq" cmpd="sng">
            <a:solidFill>
              <a:srgbClr val="FF6600"/>
            </a:solidFill>
            <a:prstDash val="solid"/>
            <a:headEnd type="none" w="med" len="med"/>
            <a:tailEnd type="triangle" w="lg" len="lg"/>
          </a:ln>
        </p:spPr>
      </p:sp>
      <p:sp>
        <p:nvSpPr>
          <p:cNvPr id="27666" name="Line 18"/>
          <p:cNvSpPr/>
          <p:nvPr/>
        </p:nvSpPr>
        <p:spPr>
          <a:xfrm>
            <a:off x="2905125" y="4938713"/>
            <a:ext cx="1600200" cy="0"/>
          </a:xfrm>
          <a:prstGeom prst="line">
            <a:avLst/>
          </a:prstGeom>
          <a:ln w="25400" cap="sq" cmpd="sng">
            <a:solidFill>
              <a:srgbClr val="FF6600"/>
            </a:solidFill>
            <a:prstDash val="solid"/>
            <a:headEnd type="none" w="med" len="med"/>
            <a:tailEnd type="triangle" w="lg" len="lg"/>
          </a:ln>
        </p:spPr>
      </p:sp>
      <p:sp>
        <p:nvSpPr>
          <p:cNvPr id="27667" name="Line 19"/>
          <p:cNvSpPr/>
          <p:nvPr/>
        </p:nvSpPr>
        <p:spPr>
          <a:xfrm>
            <a:off x="2905125" y="5595938"/>
            <a:ext cx="1600200" cy="0"/>
          </a:xfrm>
          <a:prstGeom prst="line">
            <a:avLst/>
          </a:prstGeom>
          <a:ln w="25400" cap="sq" cmpd="sng">
            <a:solidFill>
              <a:srgbClr val="FF6600"/>
            </a:solidFill>
            <a:prstDash val="solid"/>
            <a:headEnd type="none" w="med" len="med"/>
            <a:tailEnd type="triangle" w="lg" len="lg"/>
          </a:ln>
        </p:spPr>
      </p:sp>
      <p:sp>
        <p:nvSpPr>
          <p:cNvPr id="27668" name="Line 20"/>
          <p:cNvSpPr/>
          <p:nvPr/>
        </p:nvSpPr>
        <p:spPr>
          <a:xfrm flipH="1">
            <a:off x="6492875" y="3733800"/>
            <a:ext cx="1143000" cy="0"/>
          </a:xfrm>
          <a:prstGeom prst="line">
            <a:avLst/>
          </a:prstGeom>
          <a:ln w="25400" cap="sq" cmpd="sng">
            <a:solidFill>
              <a:srgbClr val="FF6600"/>
            </a:solidFill>
            <a:prstDash val="solid"/>
            <a:headEnd type="none" w="med" len="med"/>
            <a:tailEnd type="triangle" w="lg" len="lg"/>
          </a:ln>
        </p:spPr>
      </p:sp>
      <p:sp>
        <p:nvSpPr>
          <p:cNvPr id="27669" name="Line 21"/>
          <p:cNvSpPr/>
          <p:nvPr/>
        </p:nvSpPr>
        <p:spPr>
          <a:xfrm flipH="1">
            <a:off x="6497638" y="4038600"/>
            <a:ext cx="1143000" cy="0"/>
          </a:xfrm>
          <a:prstGeom prst="line">
            <a:avLst/>
          </a:prstGeom>
          <a:ln w="25400" cap="sq" cmpd="sng">
            <a:solidFill>
              <a:srgbClr val="FF6600"/>
            </a:solidFill>
            <a:prstDash val="solid"/>
            <a:headEnd type="none" w="med" len="med"/>
            <a:tailEnd type="triangle" w="lg" len="lg"/>
          </a:ln>
        </p:spPr>
      </p:sp>
      <p:sp>
        <p:nvSpPr>
          <p:cNvPr id="27670" name="Line 22"/>
          <p:cNvSpPr/>
          <p:nvPr/>
        </p:nvSpPr>
        <p:spPr>
          <a:xfrm>
            <a:off x="6497638" y="5029200"/>
            <a:ext cx="1066800" cy="0"/>
          </a:xfrm>
          <a:prstGeom prst="line">
            <a:avLst/>
          </a:prstGeom>
          <a:ln w="25400" cap="sq" cmpd="sng">
            <a:solidFill>
              <a:srgbClr val="FF6600"/>
            </a:solidFill>
            <a:prstDash val="solid"/>
            <a:headEnd type="none" w="med" len="med"/>
            <a:tailEnd type="triangle" w="lg" len="lg"/>
          </a:ln>
        </p:spPr>
      </p:sp>
      <p:sp>
        <p:nvSpPr>
          <p:cNvPr id="27671" name="Line 23"/>
          <p:cNvSpPr/>
          <p:nvPr/>
        </p:nvSpPr>
        <p:spPr>
          <a:xfrm>
            <a:off x="4595813" y="5453063"/>
            <a:ext cx="304800" cy="0"/>
          </a:xfrm>
          <a:prstGeom prst="line">
            <a:avLst/>
          </a:prstGeom>
          <a:ln w="25400" cap="sq" cmpd="sng">
            <a:solidFill>
              <a:schemeClr val="bg2"/>
            </a:solidFill>
            <a:prstDash val="solid"/>
            <a:headEnd type="none" w="med" len="med"/>
            <a:tailEnd type="none" w="med" len="med"/>
          </a:ln>
        </p:spPr>
      </p:sp>
      <p:sp>
        <p:nvSpPr>
          <p:cNvPr id="27672" name="Line 24"/>
          <p:cNvSpPr/>
          <p:nvPr/>
        </p:nvSpPr>
        <p:spPr>
          <a:xfrm>
            <a:off x="4629150" y="3857625"/>
            <a:ext cx="304800" cy="0"/>
          </a:xfrm>
          <a:prstGeom prst="line">
            <a:avLst/>
          </a:prstGeom>
          <a:ln w="25400" cap="sq" cmpd="sng">
            <a:solidFill>
              <a:schemeClr val="bg2"/>
            </a:solidFill>
            <a:prstDash val="solid"/>
            <a:headEnd type="none" w="med" len="med"/>
            <a:tailEnd type="none" w="med" len="med"/>
          </a:ln>
        </p:spPr>
      </p:sp>
      <p:sp>
        <p:nvSpPr>
          <p:cNvPr id="27673" name="Line 25"/>
          <p:cNvSpPr/>
          <p:nvPr/>
        </p:nvSpPr>
        <p:spPr>
          <a:xfrm>
            <a:off x="4600575" y="3352800"/>
            <a:ext cx="395288" cy="0"/>
          </a:xfrm>
          <a:prstGeom prst="line">
            <a:avLst/>
          </a:prstGeom>
          <a:ln w="25400" cap="sq" cmpd="sng">
            <a:solidFill>
              <a:schemeClr val="bg2"/>
            </a:solidFill>
            <a:prstDash val="solid"/>
            <a:headEnd type="none" w="med" len="med"/>
            <a:tailEnd type="none" w="med" len="med"/>
          </a:ln>
        </p:spPr>
      </p:sp>
      <p:sp>
        <p:nvSpPr>
          <p:cNvPr id="27674" name="Text Box 26"/>
          <p:cNvSpPr txBox="1"/>
          <p:nvPr/>
        </p:nvSpPr>
        <p:spPr>
          <a:xfrm>
            <a:off x="2000250" y="2652713"/>
            <a:ext cx="762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tx1"/>
                </a:solidFill>
                <a:latin typeface="Arial" panose="020B0604020202020204" pitchFamily="34" charset="0"/>
              </a:rPr>
              <a:t>DB</a:t>
            </a:r>
            <a:endParaRPr lang="en-US" altLang="zh-CN" sz="2000" dirty="0">
              <a:solidFill>
                <a:schemeClr val="tx1"/>
              </a:solidFill>
              <a:latin typeface="Arial" panose="020B0604020202020204" pitchFamily="34" charset="0"/>
            </a:endParaRPr>
          </a:p>
        </p:txBody>
      </p:sp>
      <p:sp>
        <p:nvSpPr>
          <p:cNvPr id="27675" name="Text Box 27"/>
          <p:cNvSpPr txBox="1"/>
          <p:nvPr/>
        </p:nvSpPr>
        <p:spPr>
          <a:xfrm>
            <a:off x="2109788" y="3227388"/>
            <a:ext cx="762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tx1"/>
                </a:solidFill>
                <a:latin typeface="Arial" panose="020B0604020202020204" pitchFamily="34" charset="0"/>
              </a:rPr>
              <a:t>IOW</a:t>
            </a:r>
            <a:endParaRPr lang="en-US" altLang="zh-CN" sz="2000" dirty="0">
              <a:solidFill>
                <a:schemeClr val="tx1"/>
              </a:solidFill>
              <a:latin typeface="Arial" panose="020B0604020202020204" pitchFamily="34" charset="0"/>
            </a:endParaRPr>
          </a:p>
        </p:txBody>
      </p:sp>
      <p:sp>
        <p:nvSpPr>
          <p:cNvPr id="27676" name="Text Box 28"/>
          <p:cNvSpPr txBox="1"/>
          <p:nvPr/>
        </p:nvSpPr>
        <p:spPr>
          <a:xfrm>
            <a:off x="2152650" y="3765550"/>
            <a:ext cx="762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tx1"/>
                </a:solidFill>
                <a:latin typeface="Arial" panose="020B0604020202020204" pitchFamily="34" charset="0"/>
              </a:rPr>
              <a:t>IOR</a:t>
            </a:r>
            <a:endParaRPr lang="en-US" altLang="zh-CN" sz="2000" dirty="0">
              <a:solidFill>
                <a:schemeClr val="tx1"/>
              </a:solidFill>
              <a:latin typeface="Arial" panose="020B0604020202020204" pitchFamily="34" charset="0"/>
            </a:endParaRPr>
          </a:p>
        </p:txBody>
      </p:sp>
      <p:sp>
        <p:nvSpPr>
          <p:cNvPr id="27677" name="Text Box 29"/>
          <p:cNvSpPr txBox="1"/>
          <p:nvPr/>
        </p:nvSpPr>
        <p:spPr>
          <a:xfrm>
            <a:off x="2309813" y="4267200"/>
            <a:ext cx="600075"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tx1"/>
                </a:solidFill>
                <a:latin typeface="Arial" panose="020B0604020202020204" pitchFamily="34" charset="0"/>
              </a:rPr>
              <a:t>A1</a:t>
            </a:r>
            <a:endParaRPr lang="en-US" altLang="zh-CN" sz="2000" dirty="0">
              <a:solidFill>
                <a:schemeClr val="tx1"/>
              </a:solidFill>
              <a:latin typeface="Arial" panose="020B0604020202020204" pitchFamily="34" charset="0"/>
            </a:endParaRPr>
          </a:p>
        </p:txBody>
      </p:sp>
      <p:sp>
        <p:nvSpPr>
          <p:cNvPr id="27678" name="Text Box 30"/>
          <p:cNvSpPr txBox="1"/>
          <p:nvPr/>
        </p:nvSpPr>
        <p:spPr>
          <a:xfrm>
            <a:off x="2309813" y="4708525"/>
            <a:ext cx="600075"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tx1"/>
                </a:solidFill>
                <a:latin typeface="Arial" panose="020B0604020202020204" pitchFamily="34" charset="0"/>
              </a:rPr>
              <a:t>A0</a:t>
            </a:r>
            <a:endParaRPr lang="en-US" altLang="zh-CN" sz="2000" dirty="0">
              <a:solidFill>
                <a:schemeClr val="tx1"/>
              </a:solidFill>
              <a:latin typeface="Arial" panose="020B0604020202020204" pitchFamily="34" charset="0"/>
            </a:endParaRPr>
          </a:p>
        </p:txBody>
      </p:sp>
      <p:sp>
        <p:nvSpPr>
          <p:cNvPr id="27679" name="AutoShape 31"/>
          <p:cNvSpPr/>
          <p:nvPr/>
        </p:nvSpPr>
        <p:spPr>
          <a:xfrm>
            <a:off x="971550" y="5486400"/>
            <a:ext cx="914400" cy="323850"/>
          </a:xfrm>
          <a:prstGeom prst="rightArrow">
            <a:avLst>
              <a:gd name="adj1" fmla="val 50000"/>
              <a:gd name="adj2" fmla="val 70496"/>
            </a:avLst>
          </a:prstGeom>
          <a:solidFill>
            <a:srgbClr val="FF6600"/>
          </a:solidFill>
          <a:ln w="25400" cap="sq" cmpd="sng">
            <a:solidFill>
              <a:srgbClr val="FF6600"/>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27680" name="Rectangle 32"/>
          <p:cNvSpPr/>
          <p:nvPr/>
        </p:nvSpPr>
        <p:spPr>
          <a:xfrm>
            <a:off x="1914525" y="5181600"/>
            <a:ext cx="990600" cy="838200"/>
          </a:xfrm>
          <a:prstGeom prst="rect">
            <a:avLst/>
          </a:prstGeom>
          <a:solidFill>
            <a:srgbClr val="339966"/>
          </a:solidFill>
          <a:ln w="25400" cap="sq" cmpd="sng">
            <a:solidFill>
              <a:srgbClr val="339966"/>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27681" name="Text Box 33"/>
          <p:cNvSpPr txBox="1"/>
          <p:nvPr/>
        </p:nvSpPr>
        <p:spPr>
          <a:xfrm>
            <a:off x="1914525" y="5334000"/>
            <a:ext cx="1066800" cy="50323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35000"/>
              </a:lnSpc>
              <a:spcBef>
                <a:spcPct val="90000"/>
              </a:spcBef>
              <a:spcAft>
                <a:spcPct val="0"/>
              </a:spcAft>
              <a:buClrTx/>
              <a:buSzTx/>
              <a:buFont typeface="Arial" panose="020B0604020202020204" pitchFamily="34" charset="0"/>
              <a:buNone/>
            </a:pPr>
            <a:r>
              <a:rPr lang="zh-CN" altLang="en-US" sz="2000" dirty="0">
                <a:solidFill>
                  <a:schemeClr val="bg2"/>
                </a:solidFill>
                <a:latin typeface="Arial" panose="020B0604020202020204" pitchFamily="34" charset="0"/>
                <a:ea typeface="宋体" panose="02010600030101010101" pitchFamily="2" charset="-122"/>
              </a:rPr>
              <a:t>译码器</a:t>
            </a:r>
            <a:endParaRPr lang="zh-CN" altLang="en-US" sz="2000" dirty="0">
              <a:solidFill>
                <a:schemeClr val="bg2"/>
              </a:solidFill>
              <a:latin typeface="Arial" panose="020B0604020202020204" pitchFamily="34" charset="0"/>
              <a:ea typeface="宋体" panose="02010600030101010101" pitchFamily="2" charset="-122"/>
            </a:endParaRPr>
          </a:p>
        </p:txBody>
      </p:sp>
      <p:sp>
        <p:nvSpPr>
          <p:cNvPr id="27682" name="Text Box 34"/>
          <p:cNvSpPr txBox="1"/>
          <p:nvPr/>
        </p:nvSpPr>
        <p:spPr>
          <a:xfrm>
            <a:off x="5105400" y="1905000"/>
            <a:ext cx="762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tx1"/>
                </a:solidFill>
                <a:latin typeface="Arial" panose="020B0604020202020204" pitchFamily="34" charset="0"/>
              </a:rPr>
              <a:t>8253</a:t>
            </a:r>
            <a:endParaRPr lang="en-US" altLang="zh-CN" sz="2000" dirty="0">
              <a:solidFill>
                <a:schemeClr val="tx1"/>
              </a:solidFill>
              <a:latin typeface="Arial" panose="020B0604020202020204" pitchFamily="34" charset="0"/>
            </a:endParaRPr>
          </a:p>
        </p:txBody>
      </p:sp>
      <p:sp>
        <p:nvSpPr>
          <p:cNvPr id="27683" name="Text Box 35"/>
          <p:cNvSpPr txBox="1"/>
          <p:nvPr/>
        </p:nvSpPr>
        <p:spPr>
          <a:xfrm>
            <a:off x="5575300" y="4237038"/>
            <a:ext cx="995363"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CLK2</a:t>
            </a:r>
            <a:endParaRPr lang="en-US" altLang="zh-CN" sz="2000" dirty="0">
              <a:solidFill>
                <a:schemeClr val="bg2"/>
              </a:solidFill>
              <a:latin typeface="Arial" panose="020B0604020202020204" pitchFamily="34" charset="0"/>
            </a:endParaRPr>
          </a:p>
        </p:txBody>
      </p:sp>
      <p:sp>
        <p:nvSpPr>
          <p:cNvPr id="27684" name="Text Box 36"/>
          <p:cNvSpPr txBox="1"/>
          <p:nvPr/>
        </p:nvSpPr>
        <p:spPr>
          <a:xfrm>
            <a:off x="5441950" y="2651125"/>
            <a:ext cx="1143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GATE1</a:t>
            </a:r>
            <a:endParaRPr lang="en-US" altLang="zh-CN" sz="2000" dirty="0">
              <a:solidFill>
                <a:schemeClr val="bg2"/>
              </a:solidFill>
              <a:latin typeface="Arial" panose="020B0604020202020204" pitchFamily="34" charset="0"/>
            </a:endParaRPr>
          </a:p>
        </p:txBody>
      </p:sp>
      <p:sp>
        <p:nvSpPr>
          <p:cNvPr id="27685" name="Text Box 37"/>
          <p:cNvSpPr txBox="1"/>
          <p:nvPr/>
        </p:nvSpPr>
        <p:spPr>
          <a:xfrm>
            <a:off x="5441950" y="3048000"/>
            <a:ext cx="1143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GATE2</a:t>
            </a:r>
            <a:endParaRPr lang="en-US" altLang="zh-CN" sz="2000" dirty="0">
              <a:solidFill>
                <a:schemeClr val="bg2"/>
              </a:solidFill>
              <a:latin typeface="Arial" panose="020B0604020202020204" pitchFamily="34" charset="0"/>
            </a:endParaRPr>
          </a:p>
        </p:txBody>
      </p:sp>
      <p:sp>
        <p:nvSpPr>
          <p:cNvPr id="27686" name="Line 38"/>
          <p:cNvSpPr/>
          <p:nvPr/>
        </p:nvSpPr>
        <p:spPr>
          <a:xfrm>
            <a:off x="6507163" y="2514600"/>
            <a:ext cx="762000" cy="0"/>
          </a:xfrm>
          <a:prstGeom prst="line">
            <a:avLst/>
          </a:prstGeom>
          <a:ln w="25400" cap="sq" cmpd="sng">
            <a:solidFill>
              <a:srgbClr val="FF6600"/>
            </a:solidFill>
            <a:prstDash val="solid"/>
            <a:headEnd type="none" w="med" len="med"/>
            <a:tailEnd type="none" w="med" len="med"/>
          </a:ln>
        </p:spPr>
      </p:sp>
      <p:sp>
        <p:nvSpPr>
          <p:cNvPr id="27687" name="Line 39"/>
          <p:cNvSpPr/>
          <p:nvPr/>
        </p:nvSpPr>
        <p:spPr>
          <a:xfrm>
            <a:off x="6521450" y="2862263"/>
            <a:ext cx="762000" cy="0"/>
          </a:xfrm>
          <a:prstGeom prst="line">
            <a:avLst/>
          </a:prstGeom>
          <a:ln w="25400" cap="sq" cmpd="sng">
            <a:solidFill>
              <a:srgbClr val="FF6600"/>
            </a:solidFill>
            <a:prstDash val="solid"/>
            <a:headEnd type="none" w="med" len="med"/>
            <a:tailEnd type="none" w="med" len="med"/>
          </a:ln>
        </p:spPr>
      </p:sp>
      <p:sp>
        <p:nvSpPr>
          <p:cNvPr id="27688" name="Line 40"/>
          <p:cNvSpPr/>
          <p:nvPr/>
        </p:nvSpPr>
        <p:spPr>
          <a:xfrm>
            <a:off x="6521450" y="3276600"/>
            <a:ext cx="762000" cy="0"/>
          </a:xfrm>
          <a:prstGeom prst="line">
            <a:avLst/>
          </a:prstGeom>
          <a:ln w="25400" cap="sq" cmpd="sng">
            <a:solidFill>
              <a:srgbClr val="FF6600"/>
            </a:solidFill>
            <a:prstDash val="solid"/>
            <a:headEnd type="none" w="med" len="med"/>
            <a:tailEnd type="none" w="med" len="med"/>
          </a:ln>
        </p:spPr>
      </p:sp>
      <p:sp>
        <p:nvSpPr>
          <p:cNvPr id="27689" name="Line 41"/>
          <p:cNvSpPr/>
          <p:nvPr/>
        </p:nvSpPr>
        <p:spPr>
          <a:xfrm flipV="1">
            <a:off x="7283450" y="2057400"/>
            <a:ext cx="0" cy="1219200"/>
          </a:xfrm>
          <a:prstGeom prst="line">
            <a:avLst/>
          </a:prstGeom>
          <a:ln w="25400" cap="sq" cmpd="sng">
            <a:solidFill>
              <a:srgbClr val="FF6600"/>
            </a:solidFill>
            <a:prstDash val="solid"/>
            <a:headEnd type="none" w="med" len="med"/>
            <a:tailEnd type="none" w="med" len="med"/>
          </a:ln>
        </p:spPr>
      </p:sp>
      <p:sp>
        <p:nvSpPr>
          <p:cNvPr id="27690" name="Text Box 43"/>
          <p:cNvSpPr txBox="1"/>
          <p:nvPr/>
        </p:nvSpPr>
        <p:spPr>
          <a:xfrm>
            <a:off x="7316788" y="1752600"/>
            <a:ext cx="8382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tx1"/>
                </a:solidFill>
                <a:latin typeface="Arial" panose="020B0604020202020204" pitchFamily="34" charset="0"/>
              </a:rPr>
              <a:t>+5V</a:t>
            </a:r>
            <a:endParaRPr lang="en-US" altLang="zh-CN" sz="2000" dirty="0">
              <a:solidFill>
                <a:schemeClr val="tx1"/>
              </a:solidFill>
              <a:latin typeface="Arial" panose="020B0604020202020204" pitchFamily="34" charset="0"/>
            </a:endParaRPr>
          </a:p>
        </p:txBody>
      </p:sp>
      <p:sp>
        <p:nvSpPr>
          <p:cNvPr id="27691" name="Text Box 44"/>
          <p:cNvSpPr txBox="1"/>
          <p:nvPr/>
        </p:nvSpPr>
        <p:spPr>
          <a:xfrm>
            <a:off x="5537200" y="3870325"/>
            <a:ext cx="995363"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CLK1</a:t>
            </a:r>
            <a:endParaRPr lang="en-US" altLang="zh-CN" sz="2000" dirty="0">
              <a:solidFill>
                <a:schemeClr val="bg2"/>
              </a:solidFill>
              <a:latin typeface="Arial" panose="020B0604020202020204" pitchFamily="34" charset="0"/>
            </a:endParaRPr>
          </a:p>
        </p:txBody>
      </p:sp>
      <p:sp>
        <p:nvSpPr>
          <p:cNvPr id="27692" name="Line 45"/>
          <p:cNvSpPr/>
          <p:nvPr/>
        </p:nvSpPr>
        <p:spPr>
          <a:xfrm flipH="1">
            <a:off x="6492875" y="4433888"/>
            <a:ext cx="1143000" cy="0"/>
          </a:xfrm>
          <a:prstGeom prst="line">
            <a:avLst/>
          </a:prstGeom>
          <a:ln w="25400" cap="sq" cmpd="sng">
            <a:solidFill>
              <a:srgbClr val="FF6600"/>
            </a:solidFill>
            <a:prstDash val="solid"/>
            <a:headEnd type="none" w="med" len="med"/>
            <a:tailEnd type="triangle" w="lg" len="lg"/>
          </a:ln>
        </p:spPr>
      </p:sp>
      <p:sp>
        <p:nvSpPr>
          <p:cNvPr id="27693" name="Line 46"/>
          <p:cNvSpPr/>
          <p:nvPr/>
        </p:nvSpPr>
        <p:spPr>
          <a:xfrm flipV="1">
            <a:off x="7654925" y="3200400"/>
            <a:ext cx="0" cy="1219200"/>
          </a:xfrm>
          <a:prstGeom prst="line">
            <a:avLst/>
          </a:prstGeom>
          <a:ln w="25400" cap="sq" cmpd="sng">
            <a:solidFill>
              <a:srgbClr val="FF6600"/>
            </a:solidFill>
            <a:prstDash val="solid"/>
            <a:headEnd type="none" w="med" len="med"/>
            <a:tailEnd type="none" w="med" len="med"/>
          </a:ln>
        </p:spPr>
      </p:sp>
      <p:sp>
        <p:nvSpPr>
          <p:cNvPr id="27694" name="Text Box 47"/>
          <p:cNvSpPr txBox="1"/>
          <p:nvPr/>
        </p:nvSpPr>
        <p:spPr>
          <a:xfrm>
            <a:off x="7469188" y="2743200"/>
            <a:ext cx="9906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tx1"/>
                </a:solidFill>
                <a:latin typeface="Arial" panose="020B0604020202020204" pitchFamily="34" charset="0"/>
              </a:rPr>
              <a:t>2MHz</a:t>
            </a:r>
            <a:endParaRPr lang="en-US" altLang="zh-CN" sz="2000" dirty="0">
              <a:solidFill>
                <a:schemeClr val="tx1"/>
              </a:solidFill>
              <a:latin typeface="Arial" panose="020B0604020202020204" pitchFamily="34" charset="0"/>
            </a:endParaRPr>
          </a:p>
        </p:txBody>
      </p:sp>
      <p:sp>
        <p:nvSpPr>
          <p:cNvPr id="27695" name="Text Box 48"/>
          <p:cNvSpPr txBox="1"/>
          <p:nvPr/>
        </p:nvSpPr>
        <p:spPr>
          <a:xfrm>
            <a:off x="5565775" y="4800600"/>
            <a:ext cx="9906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OUT0</a:t>
            </a:r>
            <a:endParaRPr lang="en-US" altLang="zh-CN" sz="2000" dirty="0">
              <a:solidFill>
                <a:schemeClr val="bg2"/>
              </a:solidFill>
              <a:latin typeface="Arial" panose="020B0604020202020204" pitchFamily="34" charset="0"/>
            </a:endParaRPr>
          </a:p>
        </p:txBody>
      </p:sp>
      <p:sp>
        <p:nvSpPr>
          <p:cNvPr id="27696" name="Text Box 49"/>
          <p:cNvSpPr txBox="1"/>
          <p:nvPr/>
        </p:nvSpPr>
        <p:spPr>
          <a:xfrm>
            <a:off x="5594350" y="5562600"/>
            <a:ext cx="9906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OUT2</a:t>
            </a:r>
            <a:endParaRPr lang="en-US" altLang="zh-CN" sz="2000" dirty="0">
              <a:solidFill>
                <a:schemeClr val="bg2"/>
              </a:solidFill>
              <a:latin typeface="Arial" panose="020B0604020202020204" pitchFamily="34" charset="0"/>
            </a:endParaRPr>
          </a:p>
        </p:txBody>
      </p:sp>
      <p:sp>
        <p:nvSpPr>
          <p:cNvPr id="27697" name="Line 50"/>
          <p:cNvSpPr/>
          <p:nvPr/>
        </p:nvSpPr>
        <p:spPr>
          <a:xfrm>
            <a:off x="6507163" y="5410200"/>
            <a:ext cx="1066800" cy="0"/>
          </a:xfrm>
          <a:prstGeom prst="line">
            <a:avLst/>
          </a:prstGeom>
          <a:ln w="25400" cap="sq" cmpd="sng">
            <a:solidFill>
              <a:srgbClr val="FF6600"/>
            </a:solidFill>
            <a:prstDash val="solid"/>
            <a:headEnd type="none" w="med" len="med"/>
            <a:tailEnd type="triangle" w="lg" len="lg"/>
          </a:ln>
        </p:spPr>
      </p:sp>
      <p:sp>
        <p:nvSpPr>
          <p:cNvPr id="27698" name="Line 51"/>
          <p:cNvSpPr/>
          <p:nvPr/>
        </p:nvSpPr>
        <p:spPr>
          <a:xfrm>
            <a:off x="6521450" y="5791200"/>
            <a:ext cx="1066800" cy="0"/>
          </a:xfrm>
          <a:prstGeom prst="line">
            <a:avLst/>
          </a:prstGeom>
          <a:ln w="25400" cap="sq" cmpd="sng">
            <a:solidFill>
              <a:srgbClr val="FF6600"/>
            </a:solidFill>
            <a:prstDash val="solid"/>
            <a:headEnd type="none" w="med" len="med"/>
            <a:tailEnd type="triangle" w="lg" len="lg"/>
          </a:ln>
        </p:spPr>
      </p:sp>
      <p:sp>
        <p:nvSpPr>
          <p:cNvPr id="27699" name="Line 53"/>
          <p:cNvSpPr/>
          <p:nvPr/>
        </p:nvSpPr>
        <p:spPr>
          <a:xfrm>
            <a:off x="2205038" y="3276600"/>
            <a:ext cx="533400" cy="0"/>
          </a:xfrm>
          <a:prstGeom prst="line">
            <a:avLst/>
          </a:prstGeom>
          <a:ln w="25400" cap="sq" cmpd="sng">
            <a:solidFill>
              <a:schemeClr val="tx1"/>
            </a:solidFill>
            <a:prstDash val="solid"/>
            <a:headEnd type="none" w="med" len="med"/>
            <a:tailEnd type="none" w="med" len="med"/>
          </a:ln>
        </p:spPr>
      </p:sp>
      <p:sp>
        <p:nvSpPr>
          <p:cNvPr id="27700" name="Line 54"/>
          <p:cNvSpPr/>
          <p:nvPr/>
        </p:nvSpPr>
        <p:spPr>
          <a:xfrm>
            <a:off x="2219325" y="3810000"/>
            <a:ext cx="533400" cy="0"/>
          </a:xfrm>
          <a:prstGeom prst="line">
            <a:avLst/>
          </a:prstGeom>
          <a:ln w="25400" cap="sq" cmpd="sng">
            <a:solidFill>
              <a:schemeClr val="tx1"/>
            </a:solidFill>
            <a:prstDash val="solid"/>
            <a:headEnd type="none" w="med" len="med"/>
            <a:tailEnd type="none" w="med" len="med"/>
          </a:ln>
        </p:spPr>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7652"/>
                                        </p:tgtEl>
                                        <p:attrNameLst>
                                          <p:attrName>style.visibility</p:attrName>
                                        </p:attrNameLst>
                                      </p:cBhvr>
                                      <p:to>
                                        <p:strVal val="visible"/>
                                      </p:to>
                                    </p:set>
                                    <p:anim calcmode="lin" valueType="num">
                                      <p:cBhvr additive="base">
                                        <p:cTn id="7" dur="500" fill="hold"/>
                                        <p:tgtEl>
                                          <p:spTgt spid="27652"/>
                                        </p:tgtEl>
                                        <p:attrNameLst>
                                          <p:attrName>ppt_x</p:attrName>
                                        </p:attrNameLst>
                                      </p:cBhvr>
                                      <p:tavLst>
                                        <p:tav tm="0">
                                          <p:val>
                                            <p:strVal val="#ppt_x"/>
                                          </p:val>
                                        </p:tav>
                                        <p:tav tm="100000">
                                          <p:val>
                                            <p:strVal val="#ppt_x"/>
                                          </p:val>
                                        </p:tav>
                                      </p:tavLst>
                                    </p:anim>
                                    <p:anim calcmode="lin" valueType="num">
                                      <p:cBhvr additive="base">
                                        <p:cTn id="8" dur="500" fill="hold"/>
                                        <p:tgtEl>
                                          <p:spTgt spid="2765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7653"/>
                                        </p:tgtEl>
                                        <p:attrNameLst>
                                          <p:attrName>style.visibility</p:attrName>
                                        </p:attrNameLst>
                                      </p:cBhvr>
                                      <p:to>
                                        <p:strVal val="visible"/>
                                      </p:to>
                                    </p:set>
                                    <p:anim calcmode="lin" valueType="num">
                                      <p:cBhvr additive="base">
                                        <p:cTn id="11" dur="500" fill="hold"/>
                                        <p:tgtEl>
                                          <p:spTgt spid="27653"/>
                                        </p:tgtEl>
                                        <p:attrNameLst>
                                          <p:attrName>ppt_x</p:attrName>
                                        </p:attrNameLst>
                                      </p:cBhvr>
                                      <p:tavLst>
                                        <p:tav tm="0">
                                          <p:val>
                                            <p:strVal val="#ppt_x"/>
                                          </p:val>
                                        </p:tav>
                                        <p:tav tm="100000">
                                          <p:val>
                                            <p:strVal val="#ppt_x"/>
                                          </p:val>
                                        </p:tav>
                                      </p:tavLst>
                                    </p:anim>
                                    <p:anim calcmode="lin" valueType="num">
                                      <p:cBhvr additive="base">
                                        <p:cTn id="12" dur="500" fill="hold"/>
                                        <p:tgtEl>
                                          <p:spTgt spid="2765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27654"/>
                                        </p:tgtEl>
                                        <p:attrNameLst>
                                          <p:attrName>style.visibility</p:attrName>
                                        </p:attrNameLst>
                                      </p:cBhvr>
                                      <p:to>
                                        <p:strVal val="visible"/>
                                      </p:to>
                                    </p:set>
                                    <p:anim calcmode="lin" valueType="num">
                                      <p:cBhvr additive="base">
                                        <p:cTn id="15" dur="500" fill="hold"/>
                                        <p:tgtEl>
                                          <p:spTgt spid="27654"/>
                                        </p:tgtEl>
                                        <p:attrNameLst>
                                          <p:attrName>ppt_x</p:attrName>
                                        </p:attrNameLst>
                                      </p:cBhvr>
                                      <p:tavLst>
                                        <p:tav tm="0">
                                          <p:val>
                                            <p:strVal val="#ppt_x"/>
                                          </p:val>
                                        </p:tav>
                                        <p:tav tm="100000">
                                          <p:val>
                                            <p:strVal val="#ppt_x"/>
                                          </p:val>
                                        </p:tav>
                                      </p:tavLst>
                                    </p:anim>
                                    <p:anim calcmode="lin" valueType="num">
                                      <p:cBhvr additive="base">
                                        <p:cTn id="16" dur="500" fill="hold"/>
                                        <p:tgtEl>
                                          <p:spTgt spid="2765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7655"/>
                                        </p:tgtEl>
                                        <p:attrNameLst>
                                          <p:attrName>style.visibility</p:attrName>
                                        </p:attrNameLst>
                                      </p:cBhvr>
                                      <p:to>
                                        <p:strVal val="visible"/>
                                      </p:to>
                                    </p:set>
                                    <p:anim calcmode="lin" valueType="num">
                                      <p:cBhvr additive="base">
                                        <p:cTn id="19" dur="500" fill="hold"/>
                                        <p:tgtEl>
                                          <p:spTgt spid="27655"/>
                                        </p:tgtEl>
                                        <p:attrNameLst>
                                          <p:attrName>ppt_x</p:attrName>
                                        </p:attrNameLst>
                                      </p:cBhvr>
                                      <p:tavLst>
                                        <p:tav tm="0">
                                          <p:val>
                                            <p:strVal val="#ppt_x"/>
                                          </p:val>
                                        </p:tav>
                                        <p:tav tm="100000">
                                          <p:val>
                                            <p:strVal val="#ppt_x"/>
                                          </p:val>
                                        </p:tav>
                                      </p:tavLst>
                                    </p:anim>
                                    <p:anim calcmode="lin" valueType="num">
                                      <p:cBhvr additive="base">
                                        <p:cTn id="20" dur="500" fill="hold"/>
                                        <p:tgtEl>
                                          <p:spTgt spid="2765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7656"/>
                                        </p:tgtEl>
                                        <p:attrNameLst>
                                          <p:attrName>style.visibility</p:attrName>
                                        </p:attrNameLst>
                                      </p:cBhvr>
                                      <p:to>
                                        <p:strVal val="visible"/>
                                      </p:to>
                                    </p:set>
                                    <p:anim calcmode="lin" valueType="num">
                                      <p:cBhvr additive="base">
                                        <p:cTn id="23" dur="500" fill="hold"/>
                                        <p:tgtEl>
                                          <p:spTgt spid="27656"/>
                                        </p:tgtEl>
                                        <p:attrNameLst>
                                          <p:attrName>ppt_x</p:attrName>
                                        </p:attrNameLst>
                                      </p:cBhvr>
                                      <p:tavLst>
                                        <p:tav tm="0">
                                          <p:val>
                                            <p:strVal val="#ppt_x"/>
                                          </p:val>
                                        </p:tav>
                                        <p:tav tm="100000">
                                          <p:val>
                                            <p:strVal val="#ppt_x"/>
                                          </p:val>
                                        </p:tav>
                                      </p:tavLst>
                                    </p:anim>
                                    <p:anim calcmode="lin" valueType="num">
                                      <p:cBhvr additive="base">
                                        <p:cTn id="24" dur="500" fill="hold"/>
                                        <p:tgtEl>
                                          <p:spTgt spid="27656"/>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27657"/>
                                        </p:tgtEl>
                                        <p:attrNameLst>
                                          <p:attrName>style.visibility</p:attrName>
                                        </p:attrNameLst>
                                      </p:cBhvr>
                                      <p:to>
                                        <p:strVal val="visible"/>
                                      </p:to>
                                    </p:set>
                                    <p:anim calcmode="lin" valueType="num">
                                      <p:cBhvr additive="base">
                                        <p:cTn id="27" dur="500" fill="hold"/>
                                        <p:tgtEl>
                                          <p:spTgt spid="27657"/>
                                        </p:tgtEl>
                                        <p:attrNameLst>
                                          <p:attrName>ppt_x</p:attrName>
                                        </p:attrNameLst>
                                      </p:cBhvr>
                                      <p:tavLst>
                                        <p:tav tm="0">
                                          <p:val>
                                            <p:strVal val="#ppt_x"/>
                                          </p:val>
                                        </p:tav>
                                        <p:tav tm="100000">
                                          <p:val>
                                            <p:strVal val="#ppt_x"/>
                                          </p:val>
                                        </p:tav>
                                      </p:tavLst>
                                    </p:anim>
                                    <p:anim calcmode="lin" valueType="num">
                                      <p:cBhvr additive="base">
                                        <p:cTn id="28" dur="500" fill="hold"/>
                                        <p:tgtEl>
                                          <p:spTgt spid="27657"/>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27658"/>
                                        </p:tgtEl>
                                        <p:attrNameLst>
                                          <p:attrName>style.visibility</p:attrName>
                                        </p:attrNameLst>
                                      </p:cBhvr>
                                      <p:to>
                                        <p:strVal val="visible"/>
                                      </p:to>
                                    </p:set>
                                    <p:anim calcmode="lin" valueType="num">
                                      <p:cBhvr additive="base">
                                        <p:cTn id="31" dur="500" fill="hold"/>
                                        <p:tgtEl>
                                          <p:spTgt spid="27658"/>
                                        </p:tgtEl>
                                        <p:attrNameLst>
                                          <p:attrName>ppt_x</p:attrName>
                                        </p:attrNameLst>
                                      </p:cBhvr>
                                      <p:tavLst>
                                        <p:tav tm="0">
                                          <p:val>
                                            <p:strVal val="#ppt_x"/>
                                          </p:val>
                                        </p:tav>
                                        <p:tav tm="100000">
                                          <p:val>
                                            <p:strVal val="#ppt_x"/>
                                          </p:val>
                                        </p:tav>
                                      </p:tavLst>
                                    </p:anim>
                                    <p:anim calcmode="lin" valueType="num">
                                      <p:cBhvr additive="base">
                                        <p:cTn id="32" dur="500" fill="hold"/>
                                        <p:tgtEl>
                                          <p:spTgt spid="2765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27659"/>
                                        </p:tgtEl>
                                        <p:attrNameLst>
                                          <p:attrName>style.visibility</p:attrName>
                                        </p:attrNameLst>
                                      </p:cBhvr>
                                      <p:to>
                                        <p:strVal val="visible"/>
                                      </p:to>
                                    </p:set>
                                    <p:anim calcmode="lin" valueType="num">
                                      <p:cBhvr additive="base">
                                        <p:cTn id="35" dur="500" fill="hold"/>
                                        <p:tgtEl>
                                          <p:spTgt spid="27659"/>
                                        </p:tgtEl>
                                        <p:attrNameLst>
                                          <p:attrName>ppt_x</p:attrName>
                                        </p:attrNameLst>
                                      </p:cBhvr>
                                      <p:tavLst>
                                        <p:tav tm="0">
                                          <p:val>
                                            <p:strVal val="#ppt_x"/>
                                          </p:val>
                                        </p:tav>
                                        <p:tav tm="100000">
                                          <p:val>
                                            <p:strVal val="#ppt_x"/>
                                          </p:val>
                                        </p:tav>
                                      </p:tavLst>
                                    </p:anim>
                                    <p:anim calcmode="lin" valueType="num">
                                      <p:cBhvr additive="base">
                                        <p:cTn id="36" dur="500" fill="hold"/>
                                        <p:tgtEl>
                                          <p:spTgt spid="2765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27660"/>
                                        </p:tgtEl>
                                        <p:attrNameLst>
                                          <p:attrName>style.visibility</p:attrName>
                                        </p:attrNameLst>
                                      </p:cBhvr>
                                      <p:to>
                                        <p:strVal val="visible"/>
                                      </p:to>
                                    </p:set>
                                    <p:anim calcmode="lin" valueType="num">
                                      <p:cBhvr additive="base">
                                        <p:cTn id="39" dur="500" fill="hold"/>
                                        <p:tgtEl>
                                          <p:spTgt spid="27660"/>
                                        </p:tgtEl>
                                        <p:attrNameLst>
                                          <p:attrName>ppt_x</p:attrName>
                                        </p:attrNameLst>
                                      </p:cBhvr>
                                      <p:tavLst>
                                        <p:tav tm="0">
                                          <p:val>
                                            <p:strVal val="#ppt_x"/>
                                          </p:val>
                                        </p:tav>
                                        <p:tav tm="100000">
                                          <p:val>
                                            <p:strVal val="#ppt_x"/>
                                          </p:val>
                                        </p:tav>
                                      </p:tavLst>
                                    </p:anim>
                                    <p:anim calcmode="lin" valueType="num">
                                      <p:cBhvr additive="base">
                                        <p:cTn id="40" dur="500" fill="hold"/>
                                        <p:tgtEl>
                                          <p:spTgt spid="2766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27661"/>
                                        </p:tgtEl>
                                        <p:attrNameLst>
                                          <p:attrName>style.visibility</p:attrName>
                                        </p:attrNameLst>
                                      </p:cBhvr>
                                      <p:to>
                                        <p:strVal val="visible"/>
                                      </p:to>
                                    </p:set>
                                    <p:anim calcmode="lin" valueType="num">
                                      <p:cBhvr additive="base">
                                        <p:cTn id="43" dur="500" fill="hold"/>
                                        <p:tgtEl>
                                          <p:spTgt spid="27661"/>
                                        </p:tgtEl>
                                        <p:attrNameLst>
                                          <p:attrName>ppt_x</p:attrName>
                                        </p:attrNameLst>
                                      </p:cBhvr>
                                      <p:tavLst>
                                        <p:tav tm="0">
                                          <p:val>
                                            <p:strVal val="#ppt_x"/>
                                          </p:val>
                                        </p:tav>
                                        <p:tav tm="100000">
                                          <p:val>
                                            <p:strVal val="#ppt_x"/>
                                          </p:val>
                                        </p:tav>
                                      </p:tavLst>
                                    </p:anim>
                                    <p:anim calcmode="lin" valueType="num">
                                      <p:cBhvr additive="base">
                                        <p:cTn id="44" dur="500" fill="hold"/>
                                        <p:tgtEl>
                                          <p:spTgt spid="27661"/>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27671"/>
                                        </p:tgtEl>
                                        <p:attrNameLst>
                                          <p:attrName>style.visibility</p:attrName>
                                        </p:attrNameLst>
                                      </p:cBhvr>
                                      <p:to>
                                        <p:strVal val="visible"/>
                                      </p:to>
                                    </p:set>
                                    <p:anim calcmode="lin" valueType="num">
                                      <p:cBhvr additive="base">
                                        <p:cTn id="47" dur="500" fill="hold"/>
                                        <p:tgtEl>
                                          <p:spTgt spid="27671"/>
                                        </p:tgtEl>
                                        <p:attrNameLst>
                                          <p:attrName>ppt_x</p:attrName>
                                        </p:attrNameLst>
                                      </p:cBhvr>
                                      <p:tavLst>
                                        <p:tav tm="0">
                                          <p:val>
                                            <p:strVal val="#ppt_x"/>
                                          </p:val>
                                        </p:tav>
                                        <p:tav tm="100000">
                                          <p:val>
                                            <p:strVal val="#ppt_x"/>
                                          </p:val>
                                        </p:tav>
                                      </p:tavLst>
                                    </p:anim>
                                    <p:anim calcmode="lin" valueType="num">
                                      <p:cBhvr additive="base">
                                        <p:cTn id="48" dur="500" fill="hold"/>
                                        <p:tgtEl>
                                          <p:spTgt spid="27671"/>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27672"/>
                                        </p:tgtEl>
                                        <p:attrNameLst>
                                          <p:attrName>style.visibility</p:attrName>
                                        </p:attrNameLst>
                                      </p:cBhvr>
                                      <p:to>
                                        <p:strVal val="visible"/>
                                      </p:to>
                                    </p:set>
                                    <p:anim calcmode="lin" valueType="num">
                                      <p:cBhvr additive="base">
                                        <p:cTn id="51" dur="500" fill="hold"/>
                                        <p:tgtEl>
                                          <p:spTgt spid="27672"/>
                                        </p:tgtEl>
                                        <p:attrNameLst>
                                          <p:attrName>ppt_x</p:attrName>
                                        </p:attrNameLst>
                                      </p:cBhvr>
                                      <p:tavLst>
                                        <p:tav tm="0">
                                          <p:val>
                                            <p:strVal val="#ppt_x"/>
                                          </p:val>
                                        </p:tav>
                                        <p:tav tm="100000">
                                          <p:val>
                                            <p:strVal val="#ppt_x"/>
                                          </p:val>
                                        </p:tav>
                                      </p:tavLst>
                                    </p:anim>
                                    <p:anim calcmode="lin" valueType="num">
                                      <p:cBhvr additive="base">
                                        <p:cTn id="52" dur="500" fill="hold"/>
                                        <p:tgtEl>
                                          <p:spTgt spid="27672"/>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27673"/>
                                        </p:tgtEl>
                                        <p:attrNameLst>
                                          <p:attrName>style.visibility</p:attrName>
                                        </p:attrNameLst>
                                      </p:cBhvr>
                                      <p:to>
                                        <p:strVal val="visible"/>
                                      </p:to>
                                    </p:set>
                                    <p:anim calcmode="lin" valueType="num">
                                      <p:cBhvr additive="base">
                                        <p:cTn id="55" dur="500" fill="hold"/>
                                        <p:tgtEl>
                                          <p:spTgt spid="27673"/>
                                        </p:tgtEl>
                                        <p:attrNameLst>
                                          <p:attrName>ppt_x</p:attrName>
                                        </p:attrNameLst>
                                      </p:cBhvr>
                                      <p:tavLst>
                                        <p:tav tm="0">
                                          <p:val>
                                            <p:strVal val="#ppt_x"/>
                                          </p:val>
                                        </p:tav>
                                        <p:tav tm="100000">
                                          <p:val>
                                            <p:strVal val="#ppt_x"/>
                                          </p:val>
                                        </p:tav>
                                      </p:tavLst>
                                    </p:anim>
                                    <p:anim calcmode="lin" valueType="num">
                                      <p:cBhvr additive="base">
                                        <p:cTn id="56" dur="500" fill="hold"/>
                                        <p:tgtEl>
                                          <p:spTgt spid="27673"/>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7682"/>
                                        </p:tgtEl>
                                        <p:attrNameLst>
                                          <p:attrName>style.visibility</p:attrName>
                                        </p:attrNameLst>
                                      </p:cBhvr>
                                      <p:to>
                                        <p:strVal val="visible"/>
                                      </p:to>
                                    </p:set>
                                    <p:anim calcmode="lin" valueType="num">
                                      <p:cBhvr additive="base">
                                        <p:cTn id="59" dur="500" fill="hold"/>
                                        <p:tgtEl>
                                          <p:spTgt spid="27682"/>
                                        </p:tgtEl>
                                        <p:attrNameLst>
                                          <p:attrName>ppt_x</p:attrName>
                                        </p:attrNameLst>
                                      </p:cBhvr>
                                      <p:tavLst>
                                        <p:tav tm="0">
                                          <p:val>
                                            <p:strVal val="#ppt_x"/>
                                          </p:val>
                                        </p:tav>
                                        <p:tav tm="100000">
                                          <p:val>
                                            <p:strVal val="#ppt_x"/>
                                          </p:val>
                                        </p:tav>
                                      </p:tavLst>
                                    </p:anim>
                                    <p:anim calcmode="lin" valueType="num">
                                      <p:cBhvr additive="base">
                                        <p:cTn id="60" dur="500" fill="hold"/>
                                        <p:tgtEl>
                                          <p:spTgt spid="27682"/>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27683"/>
                                        </p:tgtEl>
                                        <p:attrNameLst>
                                          <p:attrName>style.visibility</p:attrName>
                                        </p:attrNameLst>
                                      </p:cBhvr>
                                      <p:to>
                                        <p:strVal val="visible"/>
                                      </p:to>
                                    </p:set>
                                    <p:anim calcmode="lin" valueType="num">
                                      <p:cBhvr additive="base">
                                        <p:cTn id="63" dur="500" fill="hold"/>
                                        <p:tgtEl>
                                          <p:spTgt spid="27683"/>
                                        </p:tgtEl>
                                        <p:attrNameLst>
                                          <p:attrName>ppt_x</p:attrName>
                                        </p:attrNameLst>
                                      </p:cBhvr>
                                      <p:tavLst>
                                        <p:tav tm="0">
                                          <p:val>
                                            <p:strVal val="#ppt_x"/>
                                          </p:val>
                                        </p:tav>
                                        <p:tav tm="100000">
                                          <p:val>
                                            <p:strVal val="#ppt_x"/>
                                          </p:val>
                                        </p:tav>
                                      </p:tavLst>
                                    </p:anim>
                                    <p:anim calcmode="lin" valueType="num">
                                      <p:cBhvr additive="base">
                                        <p:cTn id="64" dur="500" fill="hold"/>
                                        <p:tgtEl>
                                          <p:spTgt spid="27683"/>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27684"/>
                                        </p:tgtEl>
                                        <p:attrNameLst>
                                          <p:attrName>style.visibility</p:attrName>
                                        </p:attrNameLst>
                                      </p:cBhvr>
                                      <p:to>
                                        <p:strVal val="visible"/>
                                      </p:to>
                                    </p:set>
                                    <p:anim calcmode="lin" valueType="num">
                                      <p:cBhvr additive="base">
                                        <p:cTn id="67" dur="500" fill="hold"/>
                                        <p:tgtEl>
                                          <p:spTgt spid="27684"/>
                                        </p:tgtEl>
                                        <p:attrNameLst>
                                          <p:attrName>ppt_x</p:attrName>
                                        </p:attrNameLst>
                                      </p:cBhvr>
                                      <p:tavLst>
                                        <p:tav tm="0">
                                          <p:val>
                                            <p:strVal val="#ppt_x"/>
                                          </p:val>
                                        </p:tav>
                                        <p:tav tm="100000">
                                          <p:val>
                                            <p:strVal val="#ppt_x"/>
                                          </p:val>
                                        </p:tav>
                                      </p:tavLst>
                                    </p:anim>
                                    <p:anim calcmode="lin" valueType="num">
                                      <p:cBhvr additive="base">
                                        <p:cTn id="68" dur="500" fill="hold"/>
                                        <p:tgtEl>
                                          <p:spTgt spid="27684"/>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7685"/>
                                        </p:tgtEl>
                                        <p:attrNameLst>
                                          <p:attrName>style.visibility</p:attrName>
                                        </p:attrNameLst>
                                      </p:cBhvr>
                                      <p:to>
                                        <p:strVal val="visible"/>
                                      </p:to>
                                    </p:set>
                                    <p:anim calcmode="lin" valueType="num">
                                      <p:cBhvr additive="base">
                                        <p:cTn id="71" dur="500" fill="hold"/>
                                        <p:tgtEl>
                                          <p:spTgt spid="27685"/>
                                        </p:tgtEl>
                                        <p:attrNameLst>
                                          <p:attrName>ppt_x</p:attrName>
                                        </p:attrNameLst>
                                      </p:cBhvr>
                                      <p:tavLst>
                                        <p:tav tm="0">
                                          <p:val>
                                            <p:strVal val="#ppt_x"/>
                                          </p:val>
                                        </p:tav>
                                        <p:tav tm="100000">
                                          <p:val>
                                            <p:strVal val="#ppt_x"/>
                                          </p:val>
                                        </p:tav>
                                      </p:tavLst>
                                    </p:anim>
                                    <p:anim calcmode="lin" valueType="num">
                                      <p:cBhvr additive="base">
                                        <p:cTn id="72" dur="500" fill="hold"/>
                                        <p:tgtEl>
                                          <p:spTgt spid="27685"/>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27691"/>
                                        </p:tgtEl>
                                        <p:attrNameLst>
                                          <p:attrName>style.visibility</p:attrName>
                                        </p:attrNameLst>
                                      </p:cBhvr>
                                      <p:to>
                                        <p:strVal val="visible"/>
                                      </p:to>
                                    </p:set>
                                    <p:anim calcmode="lin" valueType="num">
                                      <p:cBhvr additive="base">
                                        <p:cTn id="75" dur="500" fill="hold"/>
                                        <p:tgtEl>
                                          <p:spTgt spid="27691"/>
                                        </p:tgtEl>
                                        <p:attrNameLst>
                                          <p:attrName>ppt_x</p:attrName>
                                        </p:attrNameLst>
                                      </p:cBhvr>
                                      <p:tavLst>
                                        <p:tav tm="0">
                                          <p:val>
                                            <p:strVal val="#ppt_x"/>
                                          </p:val>
                                        </p:tav>
                                        <p:tav tm="100000">
                                          <p:val>
                                            <p:strVal val="#ppt_x"/>
                                          </p:val>
                                        </p:tav>
                                      </p:tavLst>
                                    </p:anim>
                                    <p:anim calcmode="lin" valueType="num">
                                      <p:cBhvr additive="base">
                                        <p:cTn id="76" dur="500" fill="hold"/>
                                        <p:tgtEl>
                                          <p:spTgt spid="27691"/>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27695"/>
                                        </p:tgtEl>
                                        <p:attrNameLst>
                                          <p:attrName>style.visibility</p:attrName>
                                        </p:attrNameLst>
                                      </p:cBhvr>
                                      <p:to>
                                        <p:strVal val="visible"/>
                                      </p:to>
                                    </p:set>
                                    <p:anim calcmode="lin" valueType="num">
                                      <p:cBhvr additive="base">
                                        <p:cTn id="79" dur="500" fill="hold"/>
                                        <p:tgtEl>
                                          <p:spTgt spid="27695"/>
                                        </p:tgtEl>
                                        <p:attrNameLst>
                                          <p:attrName>ppt_x</p:attrName>
                                        </p:attrNameLst>
                                      </p:cBhvr>
                                      <p:tavLst>
                                        <p:tav tm="0">
                                          <p:val>
                                            <p:strVal val="#ppt_x"/>
                                          </p:val>
                                        </p:tav>
                                        <p:tav tm="100000">
                                          <p:val>
                                            <p:strVal val="#ppt_x"/>
                                          </p:val>
                                        </p:tav>
                                      </p:tavLst>
                                    </p:anim>
                                    <p:anim calcmode="lin" valueType="num">
                                      <p:cBhvr additive="base">
                                        <p:cTn id="80" dur="500" fill="hold"/>
                                        <p:tgtEl>
                                          <p:spTgt spid="27695"/>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0"/>
                                  </p:stCondLst>
                                  <p:childTnLst>
                                    <p:set>
                                      <p:cBhvr>
                                        <p:cTn id="82" dur="1" fill="hold">
                                          <p:stCondLst>
                                            <p:cond delay="0"/>
                                          </p:stCondLst>
                                        </p:cTn>
                                        <p:tgtEl>
                                          <p:spTgt spid="27696"/>
                                        </p:tgtEl>
                                        <p:attrNameLst>
                                          <p:attrName>style.visibility</p:attrName>
                                        </p:attrNameLst>
                                      </p:cBhvr>
                                      <p:to>
                                        <p:strVal val="visible"/>
                                      </p:to>
                                    </p:set>
                                    <p:anim calcmode="lin" valueType="num">
                                      <p:cBhvr additive="base">
                                        <p:cTn id="83" dur="500" fill="hold"/>
                                        <p:tgtEl>
                                          <p:spTgt spid="27696"/>
                                        </p:tgtEl>
                                        <p:attrNameLst>
                                          <p:attrName>ppt_x</p:attrName>
                                        </p:attrNameLst>
                                      </p:cBhvr>
                                      <p:tavLst>
                                        <p:tav tm="0">
                                          <p:val>
                                            <p:strVal val="#ppt_x"/>
                                          </p:val>
                                        </p:tav>
                                        <p:tav tm="100000">
                                          <p:val>
                                            <p:strVal val="#ppt_x"/>
                                          </p:val>
                                        </p:tav>
                                      </p:tavLst>
                                    </p:anim>
                                    <p:anim calcmode="lin" valueType="num">
                                      <p:cBhvr additive="base">
                                        <p:cTn id="84" dur="500" fill="hold"/>
                                        <p:tgtEl>
                                          <p:spTgt spid="27696"/>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2" presetClass="entr" presetSubtype="8" fill="hold" grpId="0" nodeType="clickEffect">
                                  <p:stCondLst>
                                    <p:cond delay="0"/>
                                  </p:stCondLst>
                                  <p:childTnLst>
                                    <p:set>
                                      <p:cBhvr>
                                        <p:cTn id="88" dur="1" fill="hold">
                                          <p:stCondLst>
                                            <p:cond delay="0"/>
                                          </p:stCondLst>
                                        </p:cTn>
                                        <p:tgtEl>
                                          <p:spTgt spid="27662"/>
                                        </p:tgtEl>
                                        <p:attrNameLst>
                                          <p:attrName>style.visibility</p:attrName>
                                        </p:attrNameLst>
                                      </p:cBhvr>
                                      <p:to>
                                        <p:strVal val="visible"/>
                                      </p:to>
                                    </p:set>
                                    <p:animEffect transition="in" filter="wipe(left)">
                                      <p:cBhvr>
                                        <p:cTn id="89" dur="500"/>
                                        <p:tgtEl>
                                          <p:spTgt spid="27662"/>
                                        </p:tgtEl>
                                      </p:cBhvr>
                                    </p:animEffect>
                                  </p:childTnLst>
                                </p:cTn>
                              </p:par>
                            </p:childTnLst>
                          </p:cTn>
                        </p:par>
                        <p:par>
                          <p:cTn id="90" fill="hold">
                            <p:stCondLst>
                              <p:cond delay="500"/>
                            </p:stCondLst>
                            <p:childTnLst>
                              <p:par>
                                <p:cTn id="91" presetID="3" presetClass="entr" presetSubtype="10" fill="hold" grpId="0" nodeType="afterEffect">
                                  <p:stCondLst>
                                    <p:cond delay="0"/>
                                  </p:stCondLst>
                                  <p:childTnLst>
                                    <p:set>
                                      <p:cBhvr>
                                        <p:cTn id="92" dur="1" fill="hold">
                                          <p:stCondLst>
                                            <p:cond delay="0"/>
                                          </p:stCondLst>
                                        </p:cTn>
                                        <p:tgtEl>
                                          <p:spTgt spid="27674"/>
                                        </p:tgtEl>
                                        <p:attrNameLst>
                                          <p:attrName>style.visibility</p:attrName>
                                        </p:attrNameLst>
                                      </p:cBhvr>
                                      <p:to>
                                        <p:strVal val="visible"/>
                                      </p:to>
                                    </p:set>
                                    <p:animEffect transition="in" filter="blinds(horizontal)">
                                      <p:cBhvr>
                                        <p:cTn id="93" dur="500"/>
                                        <p:tgtEl>
                                          <p:spTgt spid="27674"/>
                                        </p:tgtEl>
                                      </p:cBhvr>
                                    </p:animEffect>
                                  </p:childTnLst>
                                </p:cTn>
                              </p:par>
                            </p:childTnLst>
                          </p:cTn>
                        </p:par>
                      </p:childTnLst>
                    </p:cTn>
                  </p:par>
                  <p:par>
                    <p:cTn id="94" fill="hold">
                      <p:stCondLst>
                        <p:cond delay="indefinite"/>
                      </p:stCondLst>
                      <p:childTnLst>
                        <p:par>
                          <p:cTn id="95" fill="hold">
                            <p:stCondLst>
                              <p:cond delay="0"/>
                            </p:stCondLst>
                            <p:childTnLst>
                              <p:par>
                                <p:cTn id="96" presetID="3" presetClass="entr" presetSubtype="10" fill="hold" grpId="0" nodeType="clickEffect">
                                  <p:stCondLst>
                                    <p:cond delay="0"/>
                                  </p:stCondLst>
                                  <p:childTnLst>
                                    <p:set>
                                      <p:cBhvr>
                                        <p:cTn id="97" dur="1" fill="hold">
                                          <p:stCondLst>
                                            <p:cond delay="0"/>
                                          </p:stCondLst>
                                        </p:cTn>
                                        <p:tgtEl>
                                          <p:spTgt spid="27675"/>
                                        </p:tgtEl>
                                        <p:attrNameLst>
                                          <p:attrName>style.visibility</p:attrName>
                                        </p:attrNameLst>
                                      </p:cBhvr>
                                      <p:to>
                                        <p:strVal val="visible"/>
                                      </p:to>
                                    </p:set>
                                    <p:animEffect transition="in" filter="blinds(horizontal)">
                                      <p:cBhvr>
                                        <p:cTn id="98" dur="500"/>
                                        <p:tgtEl>
                                          <p:spTgt spid="27675"/>
                                        </p:tgtEl>
                                      </p:cBhvr>
                                    </p:animEffect>
                                  </p:childTnLst>
                                </p:cTn>
                              </p:par>
                              <p:par>
                                <p:cTn id="99" presetID="3" presetClass="entr" presetSubtype="10" fill="hold" nodeType="withEffect">
                                  <p:stCondLst>
                                    <p:cond delay="0"/>
                                  </p:stCondLst>
                                  <p:childTnLst>
                                    <p:set>
                                      <p:cBhvr>
                                        <p:cTn id="100" dur="1" fill="hold">
                                          <p:stCondLst>
                                            <p:cond delay="0"/>
                                          </p:stCondLst>
                                        </p:cTn>
                                        <p:tgtEl>
                                          <p:spTgt spid="27699"/>
                                        </p:tgtEl>
                                        <p:attrNameLst>
                                          <p:attrName>style.visibility</p:attrName>
                                        </p:attrNameLst>
                                      </p:cBhvr>
                                      <p:to>
                                        <p:strVal val="visible"/>
                                      </p:to>
                                    </p:set>
                                    <p:animEffect transition="in" filter="blinds(horizontal)">
                                      <p:cBhvr>
                                        <p:cTn id="101" dur="500"/>
                                        <p:tgtEl>
                                          <p:spTgt spid="27699"/>
                                        </p:tgtEl>
                                      </p:cBhvr>
                                    </p:animEffect>
                                  </p:childTnLst>
                                </p:cTn>
                              </p:par>
                            </p:childTnLst>
                          </p:cTn>
                        </p:par>
                        <p:par>
                          <p:cTn id="102" fill="hold">
                            <p:stCondLst>
                              <p:cond delay="500"/>
                            </p:stCondLst>
                            <p:childTnLst>
                              <p:par>
                                <p:cTn id="103" presetID="22" presetClass="entr" presetSubtype="8" fill="hold" nodeType="afterEffect">
                                  <p:stCondLst>
                                    <p:cond delay="0"/>
                                  </p:stCondLst>
                                  <p:childTnLst>
                                    <p:set>
                                      <p:cBhvr>
                                        <p:cTn id="104" dur="1" fill="hold">
                                          <p:stCondLst>
                                            <p:cond delay="0"/>
                                          </p:stCondLst>
                                        </p:cTn>
                                        <p:tgtEl>
                                          <p:spTgt spid="27663"/>
                                        </p:tgtEl>
                                        <p:attrNameLst>
                                          <p:attrName>style.visibility</p:attrName>
                                        </p:attrNameLst>
                                      </p:cBhvr>
                                      <p:to>
                                        <p:strVal val="visible"/>
                                      </p:to>
                                    </p:set>
                                    <p:animEffect transition="in" filter="wipe(left)">
                                      <p:cBhvr>
                                        <p:cTn id="105" dur="500"/>
                                        <p:tgtEl>
                                          <p:spTgt spid="27663"/>
                                        </p:tgtEl>
                                      </p:cBhvr>
                                    </p:animEffect>
                                  </p:childTnLst>
                                </p:cTn>
                              </p:par>
                            </p:childTnLst>
                          </p:cTn>
                        </p:par>
                      </p:childTnLst>
                    </p:cTn>
                  </p:par>
                  <p:par>
                    <p:cTn id="106" fill="hold">
                      <p:stCondLst>
                        <p:cond delay="indefinite"/>
                      </p:stCondLst>
                      <p:childTnLst>
                        <p:par>
                          <p:cTn id="107" fill="hold">
                            <p:stCondLst>
                              <p:cond delay="0"/>
                            </p:stCondLst>
                            <p:childTnLst>
                              <p:par>
                                <p:cTn id="108" presetID="3" presetClass="entr" presetSubtype="10" fill="hold" grpId="0" nodeType="clickEffect">
                                  <p:stCondLst>
                                    <p:cond delay="0"/>
                                  </p:stCondLst>
                                  <p:childTnLst>
                                    <p:set>
                                      <p:cBhvr>
                                        <p:cTn id="109" dur="1" fill="hold">
                                          <p:stCondLst>
                                            <p:cond delay="0"/>
                                          </p:stCondLst>
                                        </p:cTn>
                                        <p:tgtEl>
                                          <p:spTgt spid="27676"/>
                                        </p:tgtEl>
                                        <p:attrNameLst>
                                          <p:attrName>style.visibility</p:attrName>
                                        </p:attrNameLst>
                                      </p:cBhvr>
                                      <p:to>
                                        <p:strVal val="visible"/>
                                      </p:to>
                                    </p:set>
                                    <p:animEffect transition="in" filter="blinds(horizontal)">
                                      <p:cBhvr>
                                        <p:cTn id="110" dur="500"/>
                                        <p:tgtEl>
                                          <p:spTgt spid="27676"/>
                                        </p:tgtEl>
                                      </p:cBhvr>
                                    </p:animEffect>
                                  </p:childTnLst>
                                </p:cTn>
                              </p:par>
                              <p:par>
                                <p:cTn id="111" presetID="3" presetClass="entr" presetSubtype="10" fill="hold" nodeType="withEffect">
                                  <p:stCondLst>
                                    <p:cond delay="0"/>
                                  </p:stCondLst>
                                  <p:childTnLst>
                                    <p:set>
                                      <p:cBhvr>
                                        <p:cTn id="112" dur="1" fill="hold">
                                          <p:stCondLst>
                                            <p:cond delay="0"/>
                                          </p:stCondLst>
                                        </p:cTn>
                                        <p:tgtEl>
                                          <p:spTgt spid="27700"/>
                                        </p:tgtEl>
                                        <p:attrNameLst>
                                          <p:attrName>style.visibility</p:attrName>
                                        </p:attrNameLst>
                                      </p:cBhvr>
                                      <p:to>
                                        <p:strVal val="visible"/>
                                      </p:to>
                                    </p:set>
                                    <p:animEffect transition="in" filter="blinds(horizontal)">
                                      <p:cBhvr>
                                        <p:cTn id="113" dur="500"/>
                                        <p:tgtEl>
                                          <p:spTgt spid="27700"/>
                                        </p:tgtEl>
                                      </p:cBhvr>
                                    </p:animEffect>
                                  </p:childTnLst>
                                </p:cTn>
                              </p:par>
                            </p:childTnLst>
                          </p:cTn>
                        </p:par>
                        <p:par>
                          <p:cTn id="114" fill="hold">
                            <p:stCondLst>
                              <p:cond delay="500"/>
                            </p:stCondLst>
                            <p:childTnLst>
                              <p:par>
                                <p:cTn id="115" presetID="22" presetClass="entr" presetSubtype="8" fill="hold" nodeType="afterEffect">
                                  <p:stCondLst>
                                    <p:cond delay="0"/>
                                  </p:stCondLst>
                                  <p:childTnLst>
                                    <p:set>
                                      <p:cBhvr>
                                        <p:cTn id="116" dur="1" fill="hold">
                                          <p:stCondLst>
                                            <p:cond delay="0"/>
                                          </p:stCondLst>
                                        </p:cTn>
                                        <p:tgtEl>
                                          <p:spTgt spid="27664"/>
                                        </p:tgtEl>
                                        <p:attrNameLst>
                                          <p:attrName>style.visibility</p:attrName>
                                        </p:attrNameLst>
                                      </p:cBhvr>
                                      <p:to>
                                        <p:strVal val="visible"/>
                                      </p:to>
                                    </p:set>
                                    <p:animEffect transition="in" filter="wipe(left)">
                                      <p:cBhvr>
                                        <p:cTn id="117" dur="500"/>
                                        <p:tgtEl>
                                          <p:spTgt spid="27664"/>
                                        </p:tgtEl>
                                      </p:cBhvr>
                                    </p:animEffect>
                                  </p:childTnLst>
                                </p:cTn>
                              </p:par>
                            </p:childTnLst>
                          </p:cTn>
                        </p:par>
                      </p:childTnLst>
                    </p:cTn>
                  </p:par>
                  <p:par>
                    <p:cTn id="118" fill="hold">
                      <p:stCondLst>
                        <p:cond delay="indefinite"/>
                      </p:stCondLst>
                      <p:childTnLst>
                        <p:par>
                          <p:cTn id="119" fill="hold">
                            <p:stCondLst>
                              <p:cond delay="0"/>
                            </p:stCondLst>
                            <p:childTnLst>
                              <p:par>
                                <p:cTn id="120" presetID="22" presetClass="entr" presetSubtype="8" fill="hold" nodeType="clickEffect">
                                  <p:stCondLst>
                                    <p:cond delay="0"/>
                                  </p:stCondLst>
                                  <p:childTnLst>
                                    <p:set>
                                      <p:cBhvr>
                                        <p:cTn id="121" dur="1" fill="hold">
                                          <p:stCondLst>
                                            <p:cond delay="0"/>
                                          </p:stCondLst>
                                        </p:cTn>
                                        <p:tgtEl>
                                          <p:spTgt spid="27665"/>
                                        </p:tgtEl>
                                        <p:attrNameLst>
                                          <p:attrName>style.visibility</p:attrName>
                                        </p:attrNameLst>
                                      </p:cBhvr>
                                      <p:to>
                                        <p:strVal val="visible"/>
                                      </p:to>
                                    </p:set>
                                    <p:animEffect transition="in" filter="wipe(left)">
                                      <p:cBhvr>
                                        <p:cTn id="122" dur="500"/>
                                        <p:tgtEl>
                                          <p:spTgt spid="27665"/>
                                        </p:tgtEl>
                                      </p:cBhvr>
                                    </p:animEffect>
                                  </p:childTnLst>
                                </p:cTn>
                              </p:par>
                              <p:par>
                                <p:cTn id="123" presetID="22" presetClass="entr" presetSubtype="8" fill="hold" nodeType="withEffect">
                                  <p:stCondLst>
                                    <p:cond delay="0"/>
                                  </p:stCondLst>
                                  <p:childTnLst>
                                    <p:set>
                                      <p:cBhvr>
                                        <p:cTn id="124" dur="1" fill="hold">
                                          <p:stCondLst>
                                            <p:cond delay="0"/>
                                          </p:stCondLst>
                                        </p:cTn>
                                        <p:tgtEl>
                                          <p:spTgt spid="27666"/>
                                        </p:tgtEl>
                                        <p:attrNameLst>
                                          <p:attrName>style.visibility</p:attrName>
                                        </p:attrNameLst>
                                      </p:cBhvr>
                                      <p:to>
                                        <p:strVal val="visible"/>
                                      </p:to>
                                    </p:set>
                                    <p:animEffect transition="in" filter="wipe(left)">
                                      <p:cBhvr>
                                        <p:cTn id="125" dur="500"/>
                                        <p:tgtEl>
                                          <p:spTgt spid="27666"/>
                                        </p:tgtEl>
                                      </p:cBhvr>
                                    </p:animEffect>
                                  </p:childTnLst>
                                </p:cTn>
                              </p:par>
                              <p:par>
                                <p:cTn id="126" presetID="22" presetClass="entr" presetSubtype="8" fill="hold" grpId="0" nodeType="withEffect">
                                  <p:stCondLst>
                                    <p:cond delay="0"/>
                                  </p:stCondLst>
                                  <p:childTnLst>
                                    <p:set>
                                      <p:cBhvr>
                                        <p:cTn id="127" dur="1" fill="hold">
                                          <p:stCondLst>
                                            <p:cond delay="0"/>
                                          </p:stCondLst>
                                        </p:cTn>
                                        <p:tgtEl>
                                          <p:spTgt spid="27677"/>
                                        </p:tgtEl>
                                        <p:attrNameLst>
                                          <p:attrName>style.visibility</p:attrName>
                                        </p:attrNameLst>
                                      </p:cBhvr>
                                      <p:to>
                                        <p:strVal val="visible"/>
                                      </p:to>
                                    </p:set>
                                    <p:animEffect transition="in" filter="wipe(left)">
                                      <p:cBhvr>
                                        <p:cTn id="128" dur="500"/>
                                        <p:tgtEl>
                                          <p:spTgt spid="27677"/>
                                        </p:tgtEl>
                                      </p:cBhvr>
                                    </p:animEffect>
                                  </p:childTnLst>
                                </p:cTn>
                              </p:par>
                              <p:par>
                                <p:cTn id="129" presetID="22" presetClass="entr" presetSubtype="8" fill="hold" grpId="0" nodeType="withEffect">
                                  <p:stCondLst>
                                    <p:cond delay="0"/>
                                  </p:stCondLst>
                                  <p:childTnLst>
                                    <p:set>
                                      <p:cBhvr>
                                        <p:cTn id="130" dur="1" fill="hold">
                                          <p:stCondLst>
                                            <p:cond delay="0"/>
                                          </p:stCondLst>
                                        </p:cTn>
                                        <p:tgtEl>
                                          <p:spTgt spid="27678"/>
                                        </p:tgtEl>
                                        <p:attrNameLst>
                                          <p:attrName>style.visibility</p:attrName>
                                        </p:attrNameLst>
                                      </p:cBhvr>
                                      <p:to>
                                        <p:strVal val="visible"/>
                                      </p:to>
                                    </p:set>
                                    <p:animEffect transition="in" filter="wipe(left)">
                                      <p:cBhvr>
                                        <p:cTn id="131" dur="500"/>
                                        <p:tgtEl>
                                          <p:spTgt spid="27678"/>
                                        </p:tgtEl>
                                      </p:cBhvr>
                                    </p:animEffect>
                                  </p:childTnLst>
                                </p:cTn>
                              </p:par>
                            </p:childTnLst>
                          </p:cTn>
                        </p:par>
                      </p:childTnLst>
                    </p:cTn>
                  </p:par>
                  <p:par>
                    <p:cTn id="132" fill="hold">
                      <p:stCondLst>
                        <p:cond delay="indefinite"/>
                      </p:stCondLst>
                      <p:childTnLst>
                        <p:par>
                          <p:cTn id="133" fill="hold">
                            <p:stCondLst>
                              <p:cond delay="0"/>
                            </p:stCondLst>
                            <p:childTnLst>
                              <p:par>
                                <p:cTn id="134" presetID="22" presetClass="entr" presetSubtype="8" fill="hold" grpId="0" nodeType="clickEffect">
                                  <p:stCondLst>
                                    <p:cond delay="0"/>
                                  </p:stCondLst>
                                  <p:childTnLst>
                                    <p:set>
                                      <p:cBhvr>
                                        <p:cTn id="135" dur="1" fill="hold">
                                          <p:stCondLst>
                                            <p:cond delay="0"/>
                                          </p:stCondLst>
                                        </p:cTn>
                                        <p:tgtEl>
                                          <p:spTgt spid="27679"/>
                                        </p:tgtEl>
                                        <p:attrNameLst>
                                          <p:attrName>style.visibility</p:attrName>
                                        </p:attrNameLst>
                                      </p:cBhvr>
                                      <p:to>
                                        <p:strVal val="visible"/>
                                      </p:to>
                                    </p:set>
                                    <p:animEffect transition="in" filter="wipe(left)">
                                      <p:cBhvr>
                                        <p:cTn id="136" dur="500"/>
                                        <p:tgtEl>
                                          <p:spTgt spid="27679"/>
                                        </p:tgtEl>
                                      </p:cBhvr>
                                    </p:animEffect>
                                  </p:childTnLst>
                                </p:cTn>
                              </p:par>
                              <p:par>
                                <p:cTn id="137" presetID="3" presetClass="entr" presetSubtype="10" fill="hold" grpId="0" nodeType="withEffect">
                                  <p:stCondLst>
                                    <p:cond delay="0"/>
                                  </p:stCondLst>
                                  <p:childTnLst>
                                    <p:set>
                                      <p:cBhvr>
                                        <p:cTn id="138" dur="1" fill="hold">
                                          <p:stCondLst>
                                            <p:cond delay="0"/>
                                          </p:stCondLst>
                                        </p:cTn>
                                        <p:tgtEl>
                                          <p:spTgt spid="27680"/>
                                        </p:tgtEl>
                                        <p:attrNameLst>
                                          <p:attrName>style.visibility</p:attrName>
                                        </p:attrNameLst>
                                      </p:cBhvr>
                                      <p:to>
                                        <p:strVal val="visible"/>
                                      </p:to>
                                    </p:set>
                                    <p:animEffect transition="in" filter="blinds(horizontal)">
                                      <p:cBhvr>
                                        <p:cTn id="139" dur="500"/>
                                        <p:tgtEl>
                                          <p:spTgt spid="27680"/>
                                        </p:tgtEl>
                                      </p:cBhvr>
                                    </p:animEffect>
                                  </p:childTnLst>
                                </p:cTn>
                              </p:par>
                              <p:par>
                                <p:cTn id="140" presetID="3" presetClass="entr" presetSubtype="10" fill="hold" grpId="0" nodeType="withEffect">
                                  <p:stCondLst>
                                    <p:cond delay="0"/>
                                  </p:stCondLst>
                                  <p:childTnLst>
                                    <p:set>
                                      <p:cBhvr>
                                        <p:cTn id="141" dur="1" fill="hold">
                                          <p:stCondLst>
                                            <p:cond delay="0"/>
                                          </p:stCondLst>
                                        </p:cTn>
                                        <p:tgtEl>
                                          <p:spTgt spid="27681"/>
                                        </p:tgtEl>
                                        <p:attrNameLst>
                                          <p:attrName>style.visibility</p:attrName>
                                        </p:attrNameLst>
                                      </p:cBhvr>
                                      <p:to>
                                        <p:strVal val="visible"/>
                                      </p:to>
                                    </p:set>
                                    <p:animEffect transition="in" filter="blinds(horizontal)">
                                      <p:cBhvr>
                                        <p:cTn id="142" dur="500"/>
                                        <p:tgtEl>
                                          <p:spTgt spid="27681"/>
                                        </p:tgtEl>
                                      </p:cBhvr>
                                    </p:animEffect>
                                  </p:childTnLst>
                                </p:cTn>
                              </p:par>
                            </p:childTnLst>
                          </p:cTn>
                        </p:par>
                        <p:par>
                          <p:cTn id="143" fill="hold">
                            <p:stCondLst>
                              <p:cond delay="500"/>
                            </p:stCondLst>
                            <p:childTnLst>
                              <p:par>
                                <p:cTn id="144" presetID="22" presetClass="entr" presetSubtype="8" fill="hold" nodeType="afterEffect">
                                  <p:stCondLst>
                                    <p:cond delay="0"/>
                                  </p:stCondLst>
                                  <p:childTnLst>
                                    <p:set>
                                      <p:cBhvr>
                                        <p:cTn id="145" dur="1" fill="hold">
                                          <p:stCondLst>
                                            <p:cond delay="0"/>
                                          </p:stCondLst>
                                        </p:cTn>
                                        <p:tgtEl>
                                          <p:spTgt spid="27667"/>
                                        </p:tgtEl>
                                        <p:attrNameLst>
                                          <p:attrName>style.visibility</p:attrName>
                                        </p:attrNameLst>
                                      </p:cBhvr>
                                      <p:to>
                                        <p:strVal val="visible"/>
                                      </p:to>
                                    </p:set>
                                    <p:animEffect transition="in" filter="wipe(left)">
                                      <p:cBhvr>
                                        <p:cTn id="146" dur="500"/>
                                        <p:tgtEl>
                                          <p:spTgt spid="27667"/>
                                        </p:tgtEl>
                                      </p:cBhvr>
                                    </p:animEffect>
                                  </p:childTnLst>
                                </p:cTn>
                              </p:par>
                            </p:childTnLst>
                          </p:cTn>
                        </p:par>
                      </p:childTnLst>
                    </p:cTn>
                  </p:par>
                  <p:par>
                    <p:cTn id="147" fill="hold">
                      <p:stCondLst>
                        <p:cond delay="indefinite"/>
                      </p:stCondLst>
                      <p:childTnLst>
                        <p:par>
                          <p:cTn id="148" fill="hold">
                            <p:stCondLst>
                              <p:cond delay="0"/>
                            </p:stCondLst>
                            <p:childTnLst>
                              <p:par>
                                <p:cTn id="149" presetID="22" presetClass="entr" presetSubtype="8" fill="hold" nodeType="clickEffect">
                                  <p:stCondLst>
                                    <p:cond delay="0"/>
                                  </p:stCondLst>
                                  <p:childTnLst>
                                    <p:set>
                                      <p:cBhvr>
                                        <p:cTn id="150" dur="1" fill="hold">
                                          <p:stCondLst>
                                            <p:cond delay="0"/>
                                          </p:stCondLst>
                                        </p:cTn>
                                        <p:tgtEl>
                                          <p:spTgt spid="27686"/>
                                        </p:tgtEl>
                                        <p:attrNameLst>
                                          <p:attrName>style.visibility</p:attrName>
                                        </p:attrNameLst>
                                      </p:cBhvr>
                                      <p:to>
                                        <p:strVal val="visible"/>
                                      </p:to>
                                    </p:set>
                                    <p:animEffect transition="in" filter="wipe(left)">
                                      <p:cBhvr>
                                        <p:cTn id="151" dur="500"/>
                                        <p:tgtEl>
                                          <p:spTgt spid="27686"/>
                                        </p:tgtEl>
                                      </p:cBhvr>
                                    </p:animEffect>
                                  </p:childTnLst>
                                </p:cTn>
                              </p:par>
                              <p:par>
                                <p:cTn id="152" presetID="22" presetClass="entr" presetSubtype="8" fill="hold" nodeType="withEffect">
                                  <p:stCondLst>
                                    <p:cond delay="0"/>
                                  </p:stCondLst>
                                  <p:childTnLst>
                                    <p:set>
                                      <p:cBhvr>
                                        <p:cTn id="153" dur="1" fill="hold">
                                          <p:stCondLst>
                                            <p:cond delay="0"/>
                                          </p:stCondLst>
                                        </p:cTn>
                                        <p:tgtEl>
                                          <p:spTgt spid="27687"/>
                                        </p:tgtEl>
                                        <p:attrNameLst>
                                          <p:attrName>style.visibility</p:attrName>
                                        </p:attrNameLst>
                                      </p:cBhvr>
                                      <p:to>
                                        <p:strVal val="visible"/>
                                      </p:to>
                                    </p:set>
                                    <p:animEffect transition="in" filter="wipe(left)">
                                      <p:cBhvr>
                                        <p:cTn id="154" dur="500"/>
                                        <p:tgtEl>
                                          <p:spTgt spid="27687"/>
                                        </p:tgtEl>
                                      </p:cBhvr>
                                    </p:animEffect>
                                  </p:childTnLst>
                                </p:cTn>
                              </p:par>
                              <p:par>
                                <p:cTn id="155" presetID="22" presetClass="entr" presetSubtype="8" fill="hold" nodeType="withEffect">
                                  <p:stCondLst>
                                    <p:cond delay="0"/>
                                  </p:stCondLst>
                                  <p:childTnLst>
                                    <p:set>
                                      <p:cBhvr>
                                        <p:cTn id="156" dur="1" fill="hold">
                                          <p:stCondLst>
                                            <p:cond delay="0"/>
                                          </p:stCondLst>
                                        </p:cTn>
                                        <p:tgtEl>
                                          <p:spTgt spid="27688"/>
                                        </p:tgtEl>
                                        <p:attrNameLst>
                                          <p:attrName>style.visibility</p:attrName>
                                        </p:attrNameLst>
                                      </p:cBhvr>
                                      <p:to>
                                        <p:strVal val="visible"/>
                                      </p:to>
                                    </p:set>
                                    <p:animEffect transition="in" filter="wipe(left)">
                                      <p:cBhvr>
                                        <p:cTn id="157" dur="500"/>
                                        <p:tgtEl>
                                          <p:spTgt spid="27688"/>
                                        </p:tgtEl>
                                      </p:cBhvr>
                                    </p:animEffect>
                                  </p:childTnLst>
                                </p:cTn>
                              </p:par>
                            </p:childTnLst>
                          </p:cTn>
                        </p:par>
                        <p:par>
                          <p:cTn id="158" fill="hold">
                            <p:stCondLst>
                              <p:cond delay="500"/>
                            </p:stCondLst>
                            <p:childTnLst>
                              <p:par>
                                <p:cTn id="159" presetID="18" presetClass="entr" presetSubtype="3" fill="hold" nodeType="afterEffect">
                                  <p:stCondLst>
                                    <p:cond delay="0"/>
                                  </p:stCondLst>
                                  <p:childTnLst>
                                    <p:set>
                                      <p:cBhvr>
                                        <p:cTn id="160" dur="1" fill="hold">
                                          <p:stCondLst>
                                            <p:cond delay="0"/>
                                          </p:stCondLst>
                                        </p:cTn>
                                        <p:tgtEl>
                                          <p:spTgt spid="27689"/>
                                        </p:tgtEl>
                                        <p:attrNameLst>
                                          <p:attrName>style.visibility</p:attrName>
                                        </p:attrNameLst>
                                      </p:cBhvr>
                                      <p:to>
                                        <p:strVal val="visible"/>
                                      </p:to>
                                    </p:set>
                                    <p:animEffect transition="in" filter="strips(upRight)">
                                      <p:cBhvr>
                                        <p:cTn id="161" dur="1000"/>
                                        <p:tgtEl>
                                          <p:spTgt spid="27689"/>
                                        </p:tgtEl>
                                      </p:cBhvr>
                                    </p:animEffect>
                                  </p:childTnLst>
                                </p:cTn>
                              </p:par>
                            </p:childTnLst>
                          </p:cTn>
                        </p:par>
                        <p:par>
                          <p:cTn id="162" fill="hold">
                            <p:stCondLst>
                              <p:cond delay="1500"/>
                            </p:stCondLst>
                            <p:childTnLst>
                              <p:par>
                                <p:cTn id="163" presetID="3" presetClass="entr" presetSubtype="10" fill="hold" grpId="0" nodeType="afterEffect">
                                  <p:stCondLst>
                                    <p:cond delay="0"/>
                                  </p:stCondLst>
                                  <p:childTnLst>
                                    <p:set>
                                      <p:cBhvr>
                                        <p:cTn id="164" dur="1" fill="hold">
                                          <p:stCondLst>
                                            <p:cond delay="0"/>
                                          </p:stCondLst>
                                        </p:cTn>
                                        <p:tgtEl>
                                          <p:spTgt spid="27690"/>
                                        </p:tgtEl>
                                        <p:attrNameLst>
                                          <p:attrName>style.visibility</p:attrName>
                                        </p:attrNameLst>
                                      </p:cBhvr>
                                      <p:to>
                                        <p:strVal val="visible"/>
                                      </p:to>
                                    </p:set>
                                    <p:animEffect transition="in" filter="blinds(horizontal)">
                                      <p:cBhvr>
                                        <p:cTn id="165" dur="500"/>
                                        <p:tgtEl>
                                          <p:spTgt spid="27690"/>
                                        </p:tgtEl>
                                      </p:cBhvr>
                                    </p:animEffect>
                                  </p:childTnLst>
                                </p:cTn>
                              </p:par>
                            </p:childTnLst>
                          </p:cTn>
                        </p:par>
                      </p:childTnLst>
                    </p:cTn>
                  </p:par>
                  <p:par>
                    <p:cTn id="166" fill="hold">
                      <p:stCondLst>
                        <p:cond delay="indefinite"/>
                      </p:stCondLst>
                      <p:childTnLst>
                        <p:par>
                          <p:cTn id="167" fill="hold">
                            <p:stCondLst>
                              <p:cond delay="0"/>
                            </p:stCondLst>
                            <p:childTnLst>
                              <p:par>
                                <p:cTn id="168" presetID="18" presetClass="entr" presetSubtype="12" fill="hold" nodeType="clickEffect">
                                  <p:stCondLst>
                                    <p:cond delay="0"/>
                                  </p:stCondLst>
                                  <p:childTnLst>
                                    <p:set>
                                      <p:cBhvr>
                                        <p:cTn id="169" dur="1" fill="hold">
                                          <p:stCondLst>
                                            <p:cond delay="0"/>
                                          </p:stCondLst>
                                        </p:cTn>
                                        <p:tgtEl>
                                          <p:spTgt spid="27693"/>
                                        </p:tgtEl>
                                        <p:attrNameLst>
                                          <p:attrName>style.visibility</p:attrName>
                                        </p:attrNameLst>
                                      </p:cBhvr>
                                      <p:to>
                                        <p:strVal val="visible"/>
                                      </p:to>
                                    </p:set>
                                    <p:animEffect transition="in" filter="strips(downLeft)">
                                      <p:cBhvr>
                                        <p:cTn id="170" dur="500"/>
                                        <p:tgtEl>
                                          <p:spTgt spid="27693"/>
                                        </p:tgtEl>
                                      </p:cBhvr>
                                    </p:animEffect>
                                  </p:childTnLst>
                                </p:cTn>
                              </p:par>
                            </p:childTnLst>
                          </p:cTn>
                        </p:par>
                        <p:par>
                          <p:cTn id="171" fill="hold">
                            <p:stCondLst>
                              <p:cond delay="500"/>
                            </p:stCondLst>
                            <p:childTnLst>
                              <p:par>
                                <p:cTn id="172" presetID="18" presetClass="entr" presetSubtype="12" fill="hold" nodeType="afterEffect">
                                  <p:stCondLst>
                                    <p:cond delay="0"/>
                                  </p:stCondLst>
                                  <p:childTnLst>
                                    <p:set>
                                      <p:cBhvr>
                                        <p:cTn id="173" dur="1" fill="hold">
                                          <p:stCondLst>
                                            <p:cond delay="0"/>
                                          </p:stCondLst>
                                        </p:cTn>
                                        <p:tgtEl>
                                          <p:spTgt spid="27668"/>
                                        </p:tgtEl>
                                        <p:attrNameLst>
                                          <p:attrName>style.visibility</p:attrName>
                                        </p:attrNameLst>
                                      </p:cBhvr>
                                      <p:to>
                                        <p:strVal val="visible"/>
                                      </p:to>
                                    </p:set>
                                    <p:animEffect transition="in" filter="strips(downLeft)">
                                      <p:cBhvr>
                                        <p:cTn id="174" dur="500"/>
                                        <p:tgtEl>
                                          <p:spTgt spid="27668"/>
                                        </p:tgtEl>
                                      </p:cBhvr>
                                    </p:animEffect>
                                  </p:childTnLst>
                                </p:cTn>
                              </p:par>
                            </p:childTnLst>
                          </p:cTn>
                        </p:par>
                        <p:par>
                          <p:cTn id="175" fill="hold">
                            <p:stCondLst>
                              <p:cond delay="1000"/>
                            </p:stCondLst>
                            <p:childTnLst>
                              <p:par>
                                <p:cTn id="176" presetID="18" presetClass="entr" presetSubtype="12" fill="hold" nodeType="afterEffect">
                                  <p:stCondLst>
                                    <p:cond delay="0"/>
                                  </p:stCondLst>
                                  <p:childTnLst>
                                    <p:set>
                                      <p:cBhvr>
                                        <p:cTn id="177" dur="1" fill="hold">
                                          <p:stCondLst>
                                            <p:cond delay="0"/>
                                          </p:stCondLst>
                                        </p:cTn>
                                        <p:tgtEl>
                                          <p:spTgt spid="27669"/>
                                        </p:tgtEl>
                                        <p:attrNameLst>
                                          <p:attrName>style.visibility</p:attrName>
                                        </p:attrNameLst>
                                      </p:cBhvr>
                                      <p:to>
                                        <p:strVal val="visible"/>
                                      </p:to>
                                    </p:set>
                                    <p:animEffect transition="in" filter="strips(downLeft)">
                                      <p:cBhvr>
                                        <p:cTn id="178" dur="500"/>
                                        <p:tgtEl>
                                          <p:spTgt spid="27669"/>
                                        </p:tgtEl>
                                      </p:cBhvr>
                                    </p:animEffect>
                                  </p:childTnLst>
                                </p:cTn>
                              </p:par>
                            </p:childTnLst>
                          </p:cTn>
                        </p:par>
                        <p:par>
                          <p:cTn id="179" fill="hold">
                            <p:stCondLst>
                              <p:cond delay="1500"/>
                            </p:stCondLst>
                            <p:childTnLst>
                              <p:par>
                                <p:cTn id="180" presetID="18" presetClass="entr" presetSubtype="12" fill="hold" nodeType="afterEffect">
                                  <p:stCondLst>
                                    <p:cond delay="0"/>
                                  </p:stCondLst>
                                  <p:childTnLst>
                                    <p:set>
                                      <p:cBhvr>
                                        <p:cTn id="181" dur="1" fill="hold">
                                          <p:stCondLst>
                                            <p:cond delay="0"/>
                                          </p:stCondLst>
                                        </p:cTn>
                                        <p:tgtEl>
                                          <p:spTgt spid="27692"/>
                                        </p:tgtEl>
                                        <p:attrNameLst>
                                          <p:attrName>style.visibility</p:attrName>
                                        </p:attrNameLst>
                                      </p:cBhvr>
                                      <p:to>
                                        <p:strVal val="visible"/>
                                      </p:to>
                                    </p:set>
                                    <p:animEffect transition="in" filter="strips(downLeft)">
                                      <p:cBhvr>
                                        <p:cTn id="182" dur="500"/>
                                        <p:tgtEl>
                                          <p:spTgt spid="27692"/>
                                        </p:tgtEl>
                                      </p:cBhvr>
                                    </p:animEffect>
                                  </p:childTnLst>
                                </p:cTn>
                              </p:par>
                            </p:childTnLst>
                          </p:cTn>
                        </p:par>
                        <p:par>
                          <p:cTn id="183" fill="hold">
                            <p:stCondLst>
                              <p:cond delay="2000"/>
                            </p:stCondLst>
                            <p:childTnLst>
                              <p:par>
                                <p:cTn id="184" presetID="3" presetClass="entr" presetSubtype="10" fill="hold" grpId="0" nodeType="afterEffect">
                                  <p:stCondLst>
                                    <p:cond delay="0"/>
                                  </p:stCondLst>
                                  <p:childTnLst>
                                    <p:set>
                                      <p:cBhvr>
                                        <p:cTn id="185" dur="1" fill="hold">
                                          <p:stCondLst>
                                            <p:cond delay="0"/>
                                          </p:stCondLst>
                                        </p:cTn>
                                        <p:tgtEl>
                                          <p:spTgt spid="27694"/>
                                        </p:tgtEl>
                                        <p:attrNameLst>
                                          <p:attrName>style.visibility</p:attrName>
                                        </p:attrNameLst>
                                      </p:cBhvr>
                                      <p:to>
                                        <p:strVal val="visible"/>
                                      </p:to>
                                    </p:set>
                                    <p:animEffect transition="in" filter="blinds(horizontal)">
                                      <p:cBhvr>
                                        <p:cTn id="186" dur="500"/>
                                        <p:tgtEl>
                                          <p:spTgt spid="27694"/>
                                        </p:tgtEl>
                                      </p:cBhvr>
                                    </p:animEffect>
                                  </p:childTnLst>
                                </p:cTn>
                              </p:par>
                            </p:childTnLst>
                          </p:cTn>
                        </p:par>
                      </p:childTnLst>
                    </p:cTn>
                  </p:par>
                  <p:par>
                    <p:cTn id="187" fill="hold">
                      <p:stCondLst>
                        <p:cond delay="indefinite"/>
                      </p:stCondLst>
                      <p:childTnLst>
                        <p:par>
                          <p:cTn id="188" fill="hold">
                            <p:stCondLst>
                              <p:cond delay="0"/>
                            </p:stCondLst>
                            <p:childTnLst>
                              <p:par>
                                <p:cTn id="189" presetID="18" presetClass="entr" presetSubtype="6" fill="hold" nodeType="clickEffect">
                                  <p:stCondLst>
                                    <p:cond delay="0"/>
                                  </p:stCondLst>
                                  <p:childTnLst>
                                    <p:set>
                                      <p:cBhvr>
                                        <p:cTn id="190" dur="1" fill="hold">
                                          <p:stCondLst>
                                            <p:cond delay="0"/>
                                          </p:stCondLst>
                                        </p:cTn>
                                        <p:tgtEl>
                                          <p:spTgt spid="27670"/>
                                        </p:tgtEl>
                                        <p:attrNameLst>
                                          <p:attrName>style.visibility</p:attrName>
                                        </p:attrNameLst>
                                      </p:cBhvr>
                                      <p:to>
                                        <p:strVal val="visible"/>
                                      </p:to>
                                    </p:set>
                                    <p:animEffect transition="in" filter="strips(downRight)">
                                      <p:cBhvr>
                                        <p:cTn id="191" dur="500"/>
                                        <p:tgtEl>
                                          <p:spTgt spid="27670"/>
                                        </p:tgtEl>
                                      </p:cBhvr>
                                    </p:animEffect>
                                  </p:childTnLst>
                                </p:cTn>
                              </p:par>
                              <p:par>
                                <p:cTn id="192" presetID="18" presetClass="entr" presetSubtype="6" fill="hold" nodeType="withEffect">
                                  <p:stCondLst>
                                    <p:cond delay="0"/>
                                  </p:stCondLst>
                                  <p:childTnLst>
                                    <p:set>
                                      <p:cBhvr>
                                        <p:cTn id="193" dur="1" fill="hold">
                                          <p:stCondLst>
                                            <p:cond delay="0"/>
                                          </p:stCondLst>
                                        </p:cTn>
                                        <p:tgtEl>
                                          <p:spTgt spid="27697"/>
                                        </p:tgtEl>
                                        <p:attrNameLst>
                                          <p:attrName>style.visibility</p:attrName>
                                        </p:attrNameLst>
                                      </p:cBhvr>
                                      <p:to>
                                        <p:strVal val="visible"/>
                                      </p:to>
                                    </p:set>
                                    <p:animEffect transition="in" filter="strips(downRight)">
                                      <p:cBhvr>
                                        <p:cTn id="194" dur="500"/>
                                        <p:tgtEl>
                                          <p:spTgt spid="27697"/>
                                        </p:tgtEl>
                                      </p:cBhvr>
                                    </p:animEffect>
                                  </p:childTnLst>
                                </p:cTn>
                              </p:par>
                              <p:par>
                                <p:cTn id="195" presetID="18" presetClass="entr" presetSubtype="6" fill="hold" nodeType="withEffect">
                                  <p:stCondLst>
                                    <p:cond delay="0"/>
                                  </p:stCondLst>
                                  <p:childTnLst>
                                    <p:set>
                                      <p:cBhvr>
                                        <p:cTn id="196" dur="1" fill="hold">
                                          <p:stCondLst>
                                            <p:cond delay="0"/>
                                          </p:stCondLst>
                                        </p:cTn>
                                        <p:tgtEl>
                                          <p:spTgt spid="27698"/>
                                        </p:tgtEl>
                                        <p:attrNameLst>
                                          <p:attrName>style.visibility</p:attrName>
                                        </p:attrNameLst>
                                      </p:cBhvr>
                                      <p:to>
                                        <p:strVal val="visible"/>
                                      </p:to>
                                    </p:set>
                                    <p:animEffect transition="in" filter="strips(downRight)">
                                      <p:cBhvr>
                                        <p:cTn id="197" dur="500"/>
                                        <p:tgtEl>
                                          <p:spTgt spid="276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52" grpId="0" animBg="1"/>
      <p:bldP spid="27653" grpId="0"/>
      <p:bldP spid="27654" grpId="0"/>
      <p:bldP spid="27655" grpId="0"/>
      <p:bldP spid="27656" grpId="0"/>
      <p:bldP spid="27657" grpId="0"/>
      <p:bldP spid="27658" grpId="0"/>
      <p:bldP spid="27659" grpId="0"/>
      <p:bldP spid="27660" grpId="0"/>
      <p:bldP spid="27661" grpId="0"/>
      <p:bldP spid="27662" grpId="0" animBg="1"/>
      <p:bldP spid="27674" grpId="0"/>
      <p:bldP spid="27675" grpId="0"/>
      <p:bldP spid="27676" grpId="0"/>
      <p:bldP spid="27677" grpId="0"/>
      <p:bldP spid="27678" grpId="0"/>
      <p:bldP spid="27679" grpId="0" animBg="1"/>
      <p:bldP spid="27680" grpId="0" animBg="1"/>
      <p:bldP spid="27681" grpId="0"/>
      <p:bldP spid="27682" grpId="0"/>
      <p:bldP spid="27683" grpId="0"/>
      <p:bldP spid="27684" grpId="0"/>
      <p:bldP spid="27685" grpId="0"/>
      <p:bldP spid="27690" grpId="0"/>
      <p:bldP spid="27691" grpId="0"/>
      <p:bldP spid="27694" grpId="0"/>
      <p:bldP spid="27695" grpId="0"/>
      <p:bldP spid="27696"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21858"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121859" name="Rectangle 2"/>
          <p:cNvSpPr>
            <a:spLocks noGrp="1"/>
          </p:cNvSpPr>
          <p:nvPr>
            <p:ph type="title" idx="4294967295"/>
          </p:nvPr>
        </p:nvSpPr>
        <p:spPr/>
        <p:txBody>
          <a:bodyPr vert="horz" wrap="square" lIns="91440" tIns="45720" rIns="91440" bIns="45720" anchor="b" anchorCtr="0"/>
          <a:p>
            <a:pPr eaLnBrk="1" hangingPunct="1"/>
            <a:r>
              <a:rPr lang="zh-CN" altLang="en-US" sz="3200" b="1" dirty="0">
                <a:solidFill>
                  <a:schemeClr val="tx1"/>
                </a:solidFill>
                <a:ea typeface="宋体" panose="02010600030101010101" pitchFamily="2" charset="-122"/>
              </a:rPr>
              <a:t>初始化程序</a:t>
            </a:r>
            <a:endParaRPr lang="zh-CN" altLang="en-US" sz="3200" b="1" dirty="0">
              <a:solidFill>
                <a:schemeClr val="tx1"/>
              </a:solidFill>
              <a:ea typeface="宋体" panose="02010600030101010101" pitchFamily="2" charset="-122"/>
            </a:endParaRPr>
          </a:p>
        </p:txBody>
      </p:sp>
      <p:sp>
        <p:nvSpPr>
          <p:cNvPr id="28676" name="Rectangle 3"/>
          <p:cNvSpPr>
            <a:spLocks noGrp="1" noChangeArrowheads="1"/>
          </p:cNvSpPr>
          <p:nvPr>
            <p:ph type="body" idx="4294967295"/>
          </p:nvPr>
        </p:nvSpPr>
        <p:spPr>
          <a:xfrm>
            <a:off x="685800" y="2051050"/>
            <a:ext cx="3657600" cy="4114800"/>
          </a:xfrm>
          <a:ln>
            <a:miter/>
          </a:ln>
        </p:spPr>
        <p:txBody>
          <a:bodyPr vert="horz" wrap="square" lIns="91440" tIns="45720" rIns="91440" bIns="45720" numCol="1" anchor="t" anchorCtr="0" compatLnSpc="1"/>
          <a:lstStyle/>
          <a:p>
            <a:pPr marL="176530" marR="0" lvl="0" indent="-17653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en-US" altLang="zh-CN" sz="2400" b="1" i="0" u="none" strike="noStrike" kern="1200" cap="none" spc="0" normalizeH="0" baseline="0" noProof="0" dirty="0">
                <a:ln>
                  <a:noFill/>
                </a:ln>
                <a:solidFill>
                  <a:schemeClr val="tx1"/>
                </a:solidFill>
                <a:effectLst/>
                <a:uLnTx/>
                <a:uFillTx/>
                <a:latin typeface="+mn-ea"/>
                <a:ea typeface="+mn-ea"/>
                <a:cs typeface="+mn-cs"/>
              </a:rPr>
              <a:t>CNT0：</a:t>
            </a:r>
            <a:endParaRPr kumimoji="0" lang="en-US" altLang="zh-CN" sz="2400" b="1" i="0" u="none" strike="noStrike" kern="1200" cap="none" spc="0" normalizeH="0" baseline="0" noProof="0" dirty="0">
              <a:ln>
                <a:noFill/>
              </a:ln>
              <a:solidFill>
                <a:schemeClr val="tx1"/>
              </a:solidFill>
              <a:effectLst/>
              <a:uLnTx/>
              <a:uFillTx/>
              <a:latin typeface="+mn-ea"/>
              <a:ea typeface="+mn-ea"/>
              <a:cs typeface="+mn-cs"/>
            </a:endParaRPr>
          </a:p>
          <a:p>
            <a:pPr marL="539750" marR="0" lvl="1" indent="-176530" algn="l" defTabSz="914400" rtl="0" eaLnBrk="1" fontAlgn="base" latinLnBrk="0" hangingPunct="1">
              <a:lnSpc>
                <a:spcPct val="110000"/>
              </a:lnSpc>
              <a:spcBef>
                <a:spcPct val="20000"/>
              </a:spcBef>
              <a:spcAft>
                <a:spcPct val="5000"/>
              </a:spcAft>
              <a:buClr>
                <a:schemeClr val="hlink"/>
              </a:buClr>
              <a:buSzPct val="55000"/>
              <a:buFont typeface="Wingdings" panose="05000000000000000000" pitchFamily="2" charset="2"/>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DX，0123H</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539750" marR="0" lvl="1" indent="-176530" algn="l" defTabSz="914400" rtl="0" eaLnBrk="1" fontAlgn="base" latinLnBrk="0" hangingPunct="1">
              <a:lnSpc>
                <a:spcPct val="110000"/>
              </a:lnSpc>
              <a:spcBef>
                <a:spcPct val="20000"/>
              </a:spcBef>
              <a:spcAft>
                <a:spcPct val="5000"/>
              </a:spcAft>
              <a:buClr>
                <a:schemeClr val="hlink"/>
              </a:buClr>
              <a:buSzPct val="55000"/>
              <a:buFont typeface="Wingdings" panose="05000000000000000000" pitchFamily="2" charset="2"/>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AL，34H</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539750" marR="0" lvl="1" indent="-176530" algn="l" defTabSz="914400" rtl="0" eaLnBrk="1" fontAlgn="base" latinLnBrk="0" hangingPunct="1">
              <a:lnSpc>
                <a:spcPct val="110000"/>
              </a:lnSpc>
              <a:spcBef>
                <a:spcPct val="20000"/>
              </a:spcBef>
              <a:spcAft>
                <a:spcPct val="5000"/>
              </a:spcAft>
              <a:buClr>
                <a:schemeClr val="hlink"/>
              </a:buClr>
              <a:buSzPct val="55000"/>
              <a:buFont typeface="Wingdings" panose="05000000000000000000" pitchFamily="2" charset="2"/>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OUT DX，AL</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539750" marR="0" lvl="1" indent="-176530" algn="l" defTabSz="914400" rtl="0" eaLnBrk="1" fontAlgn="base" latinLnBrk="0" hangingPunct="1">
              <a:lnSpc>
                <a:spcPct val="110000"/>
              </a:lnSpc>
              <a:spcBef>
                <a:spcPct val="20000"/>
              </a:spcBef>
              <a:spcAft>
                <a:spcPct val="5000"/>
              </a:spcAft>
              <a:buClr>
                <a:schemeClr val="hlink"/>
              </a:buClr>
              <a:buSzPct val="55000"/>
              <a:buFont typeface="Wingdings" panose="05000000000000000000" pitchFamily="2" charset="2"/>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DX，0120H</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539750" marR="0" lvl="1" indent="-176530" algn="l" defTabSz="914400" rtl="0" eaLnBrk="1" fontAlgn="base" latinLnBrk="0" hangingPunct="1">
              <a:lnSpc>
                <a:spcPct val="110000"/>
              </a:lnSpc>
              <a:spcBef>
                <a:spcPct val="20000"/>
              </a:spcBef>
              <a:spcAft>
                <a:spcPct val="5000"/>
              </a:spcAft>
              <a:buClr>
                <a:schemeClr val="hlink"/>
              </a:buClr>
              <a:buSzPct val="55000"/>
              <a:buFont typeface="Wingdings" panose="05000000000000000000" pitchFamily="2" charset="2"/>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AX，20000</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539750" marR="0" lvl="1" indent="-176530" algn="l" defTabSz="914400" rtl="0" eaLnBrk="1" fontAlgn="base" latinLnBrk="0" hangingPunct="1">
              <a:lnSpc>
                <a:spcPct val="110000"/>
              </a:lnSpc>
              <a:spcBef>
                <a:spcPct val="20000"/>
              </a:spcBef>
              <a:spcAft>
                <a:spcPct val="5000"/>
              </a:spcAft>
              <a:buClr>
                <a:schemeClr val="hlink"/>
              </a:buClr>
              <a:buSzPct val="55000"/>
              <a:buFont typeface="Wingdings" panose="05000000000000000000" pitchFamily="2" charset="2"/>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OUT DX，AL</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28677" name="Rectangle 5"/>
          <p:cNvSpPr/>
          <p:nvPr/>
        </p:nvSpPr>
        <p:spPr>
          <a:xfrm>
            <a:off x="4876800" y="2122488"/>
            <a:ext cx="3657600" cy="4114800"/>
          </a:xfrm>
          <a:prstGeom prst="rect">
            <a:avLst/>
          </a:prstGeom>
          <a:noFill/>
          <a:ln w="9525">
            <a:noFill/>
          </a:ln>
        </p:spPr>
        <p:txBody>
          <a:bodyPr lIns="92075" tIns="46038" rIns="92075" bIns="46038"/>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342900" lvl="0" indent="-342900">
              <a:spcAft>
                <a:spcPct val="0"/>
              </a:spcAft>
              <a:buClr>
                <a:schemeClr val="accent2"/>
              </a:buClr>
              <a:buSzPct val="80000"/>
              <a:buNone/>
            </a:pPr>
            <a:r>
              <a:rPr lang="en-US" altLang="zh-CN" sz="2400" dirty="0">
                <a:latin typeface="楷体_GB2312" pitchFamily="1" charset="-122"/>
              </a:rPr>
              <a:t>MOV AL，AH</a:t>
            </a:r>
            <a:endParaRPr lang="en-US" altLang="zh-CN" sz="2400" dirty="0">
              <a:latin typeface="楷体_GB2312" pitchFamily="1" charset="-122"/>
            </a:endParaRPr>
          </a:p>
          <a:p>
            <a:pPr marL="342900" lvl="0" indent="-342900">
              <a:spcAft>
                <a:spcPct val="0"/>
              </a:spcAft>
              <a:buClr>
                <a:schemeClr val="accent2"/>
              </a:buClr>
              <a:buSzPct val="80000"/>
              <a:buNone/>
            </a:pPr>
            <a:r>
              <a:rPr lang="en-US" altLang="zh-CN" sz="2400" dirty="0">
                <a:latin typeface="楷体_GB2312" pitchFamily="1" charset="-122"/>
              </a:rPr>
              <a:t>OUT DX，AL</a:t>
            </a:r>
            <a:endParaRPr lang="en-US" altLang="zh-CN" sz="2400" dirty="0">
              <a:latin typeface="楷体_GB2312" pitchFamily="1" charset="-122"/>
            </a:endParaRPr>
          </a:p>
          <a:p>
            <a:pPr marL="342900" lvl="0" indent="-342900">
              <a:spcAft>
                <a:spcPct val="0"/>
              </a:spcAft>
              <a:buClr>
                <a:schemeClr val="accent2"/>
              </a:buClr>
              <a:buSzPct val="80000"/>
              <a:buNone/>
            </a:pPr>
            <a:endParaRPr lang="en-US" altLang="zh-CN" sz="2400" dirty="0">
              <a:latin typeface="楷体_GB2312" pitchFamily="1" charset="-122"/>
            </a:endParaRPr>
          </a:p>
          <a:p>
            <a:pPr marL="342900" lvl="0" indent="-342900">
              <a:spcAft>
                <a:spcPct val="0"/>
              </a:spcAft>
              <a:buClr>
                <a:schemeClr val="accent2"/>
              </a:buClr>
              <a:buSzPct val="80000"/>
              <a:buNone/>
            </a:pPr>
            <a:r>
              <a:rPr lang="en-US" altLang="zh-CN" sz="2400" dirty="0">
                <a:solidFill>
                  <a:schemeClr val="tx1"/>
                </a:solidFill>
                <a:latin typeface="楷体_GB2312" pitchFamily="1" charset="-122"/>
              </a:rPr>
              <a:t>CNT1：</a:t>
            </a:r>
            <a:endParaRPr lang="en-US" altLang="zh-CN" sz="2400" dirty="0">
              <a:solidFill>
                <a:schemeClr val="tx1"/>
              </a:solidFill>
              <a:latin typeface="楷体_GB2312" pitchFamily="1" charset="-122"/>
            </a:endParaRPr>
          </a:p>
          <a:p>
            <a:pPr marL="342900" lvl="0" indent="-342900">
              <a:spcAft>
                <a:spcPct val="0"/>
              </a:spcAft>
              <a:buClr>
                <a:schemeClr val="accent2"/>
              </a:buClr>
              <a:buSzPct val="80000"/>
              <a:buNone/>
            </a:pPr>
            <a:r>
              <a:rPr lang="en-US" altLang="zh-CN" sz="2400" dirty="0">
                <a:solidFill>
                  <a:schemeClr val="tx1"/>
                </a:solidFill>
                <a:latin typeface="楷体_GB2312" pitchFamily="1" charset="-122"/>
              </a:rPr>
              <a:t>     </a:t>
            </a:r>
            <a:r>
              <a:rPr lang="en-US" altLang="zh-CN" sz="2400" dirty="0">
                <a:latin typeface="楷体_GB2312" pitchFamily="1" charset="-122"/>
              </a:rPr>
              <a:t>……</a:t>
            </a:r>
            <a:endParaRPr lang="en-US" altLang="zh-CN" sz="2400" dirty="0">
              <a:latin typeface="楷体_GB2312" pitchFamily="1" charset="-122"/>
            </a:endParaRPr>
          </a:p>
          <a:p>
            <a:pPr marL="342900" lvl="0" indent="-342900">
              <a:spcAft>
                <a:spcPct val="0"/>
              </a:spcAft>
              <a:buClr>
                <a:schemeClr val="accent2"/>
              </a:buClr>
              <a:buSzPct val="80000"/>
              <a:buNone/>
            </a:pPr>
            <a:endParaRPr lang="en-US" altLang="zh-CN" sz="2400" dirty="0">
              <a:solidFill>
                <a:schemeClr val="tx1"/>
              </a:solidFill>
              <a:latin typeface="楷体_GB2312" pitchFamily="1" charset="-122"/>
            </a:endParaRPr>
          </a:p>
          <a:p>
            <a:pPr marL="342900" lvl="0" indent="-342900">
              <a:spcAft>
                <a:spcPct val="0"/>
              </a:spcAft>
              <a:buClr>
                <a:schemeClr val="accent2"/>
              </a:buClr>
              <a:buSzPct val="80000"/>
              <a:buNone/>
            </a:pPr>
            <a:r>
              <a:rPr lang="en-US" altLang="zh-CN" sz="2400" dirty="0">
                <a:solidFill>
                  <a:schemeClr val="tx1"/>
                </a:solidFill>
                <a:latin typeface="楷体_GB2312" pitchFamily="1" charset="-122"/>
              </a:rPr>
              <a:t>CNT2：</a:t>
            </a:r>
            <a:endParaRPr lang="en-US" altLang="zh-CN" sz="2400" dirty="0">
              <a:solidFill>
                <a:schemeClr val="tx1"/>
              </a:solidFill>
              <a:latin typeface="楷体_GB2312" pitchFamily="1" charset="-122"/>
            </a:endParaRPr>
          </a:p>
          <a:p>
            <a:pPr marL="342900" lvl="0" indent="-342900">
              <a:spcAft>
                <a:spcPct val="0"/>
              </a:spcAft>
              <a:buClr>
                <a:schemeClr val="accent2"/>
              </a:buClr>
              <a:buSzPct val="80000"/>
              <a:buNone/>
            </a:pPr>
            <a:r>
              <a:rPr lang="en-US" altLang="zh-CN" sz="2400" dirty="0">
                <a:latin typeface="楷体_GB2312" pitchFamily="1" charset="-122"/>
              </a:rPr>
              <a:t>     ……</a:t>
            </a:r>
            <a:endParaRPr lang="en-US" altLang="zh-CN" sz="2400" dirty="0">
              <a:latin typeface="楷体_GB2312" pitchFamily="1" charset="-122"/>
            </a:endParaRPr>
          </a:p>
        </p:txBody>
      </p:sp>
      <p:sp>
        <p:nvSpPr>
          <p:cNvPr id="28678" name="Line 6"/>
          <p:cNvSpPr/>
          <p:nvPr/>
        </p:nvSpPr>
        <p:spPr>
          <a:xfrm>
            <a:off x="4500563" y="1881188"/>
            <a:ext cx="4762" cy="4932362"/>
          </a:xfrm>
          <a:prstGeom prst="line">
            <a:avLst/>
          </a:prstGeom>
          <a:ln w="25400" cap="flat" cmpd="sng">
            <a:solidFill>
              <a:srgbClr val="FF6600"/>
            </a:solidFill>
            <a:prstDash val="sysDot"/>
            <a:headEnd type="none" w="med" len="med"/>
            <a:tailEnd type="none" w="med" len="med"/>
          </a:ln>
        </p:spPr>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8676">
                                            <p:txEl>
                                              <p:charRg st="0" end="6"/>
                                            </p:txEl>
                                          </p:spTgt>
                                        </p:tgtEl>
                                        <p:attrNameLst>
                                          <p:attrName>style.visibility</p:attrName>
                                        </p:attrNameLst>
                                      </p:cBhvr>
                                      <p:to>
                                        <p:strVal val="visible"/>
                                      </p:to>
                                    </p:set>
                                    <p:animEffect transition="in" filter="wipe(left)">
                                      <p:cBhvr>
                                        <p:cTn id="7" dur="500"/>
                                        <p:tgtEl>
                                          <p:spTgt spid="28676">
                                            <p:txEl>
                                              <p:charRg st="0" end="6"/>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8676">
                                            <p:txEl>
                                              <p:charRg st="6" end="19"/>
                                            </p:txEl>
                                          </p:spTgt>
                                        </p:tgtEl>
                                        <p:attrNameLst>
                                          <p:attrName>style.visibility</p:attrName>
                                        </p:attrNameLst>
                                      </p:cBhvr>
                                      <p:to>
                                        <p:strVal val="visible"/>
                                      </p:to>
                                    </p:set>
                                    <p:animEffect transition="in" filter="wipe(left)">
                                      <p:cBhvr>
                                        <p:cTn id="12" dur="500"/>
                                        <p:tgtEl>
                                          <p:spTgt spid="28676">
                                            <p:txEl>
                                              <p:charRg st="6" end="19"/>
                                            </p:txEl>
                                          </p:spTgt>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28676">
                                            <p:txEl>
                                              <p:charRg st="19" end="30"/>
                                            </p:txEl>
                                          </p:spTgt>
                                        </p:tgtEl>
                                        <p:attrNameLst>
                                          <p:attrName>style.visibility</p:attrName>
                                        </p:attrNameLst>
                                      </p:cBhvr>
                                      <p:to>
                                        <p:strVal val="visible"/>
                                      </p:to>
                                    </p:set>
                                    <p:animEffect transition="in" filter="wipe(left)">
                                      <p:cBhvr>
                                        <p:cTn id="16" dur="500"/>
                                        <p:tgtEl>
                                          <p:spTgt spid="28676">
                                            <p:txEl>
                                              <p:charRg st="19" end="30"/>
                                            </p:txEl>
                                          </p:spTgt>
                                        </p:tgtEl>
                                      </p:cBhvr>
                                    </p:animEffect>
                                  </p:childTnLst>
                                </p:cTn>
                              </p:par>
                            </p:childTnLst>
                          </p:cTn>
                        </p:par>
                        <p:par>
                          <p:cTn id="17" fill="hold">
                            <p:stCondLst>
                              <p:cond delay="1000"/>
                            </p:stCondLst>
                            <p:childTnLst>
                              <p:par>
                                <p:cTn id="18" presetID="22" presetClass="entr" presetSubtype="8" fill="hold" nodeType="afterEffect">
                                  <p:stCondLst>
                                    <p:cond delay="0"/>
                                  </p:stCondLst>
                                  <p:childTnLst>
                                    <p:set>
                                      <p:cBhvr>
                                        <p:cTn id="19" dur="1" fill="hold">
                                          <p:stCondLst>
                                            <p:cond delay="0"/>
                                          </p:stCondLst>
                                        </p:cTn>
                                        <p:tgtEl>
                                          <p:spTgt spid="28676">
                                            <p:txEl>
                                              <p:charRg st="30" end="40"/>
                                            </p:txEl>
                                          </p:spTgt>
                                        </p:tgtEl>
                                        <p:attrNameLst>
                                          <p:attrName>style.visibility</p:attrName>
                                        </p:attrNameLst>
                                      </p:cBhvr>
                                      <p:to>
                                        <p:strVal val="visible"/>
                                      </p:to>
                                    </p:set>
                                    <p:animEffect transition="in" filter="wipe(left)">
                                      <p:cBhvr>
                                        <p:cTn id="20" dur="500"/>
                                        <p:tgtEl>
                                          <p:spTgt spid="28676">
                                            <p:txEl>
                                              <p:charRg st="30" end="40"/>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28676">
                                            <p:txEl>
                                              <p:charRg st="40" end="53"/>
                                            </p:txEl>
                                          </p:spTgt>
                                        </p:tgtEl>
                                        <p:attrNameLst>
                                          <p:attrName>style.visibility</p:attrName>
                                        </p:attrNameLst>
                                      </p:cBhvr>
                                      <p:to>
                                        <p:strVal val="visible"/>
                                      </p:to>
                                    </p:set>
                                    <p:animEffect transition="in" filter="wipe(left)">
                                      <p:cBhvr>
                                        <p:cTn id="25" dur="500"/>
                                        <p:tgtEl>
                                          <p:spTgt spid="28676">
                                            <p:txEl>
                                              <p:charRg st="40" end="53"/>
                                            </p:txEl>
                                          </p:spTgt>
                                        </p:tgtEl>
                                      </p:cBhvr>
                                    </p:animEffect>
                                  </p:childTnLst>
                                </p:cTn>
                              </p:par>
                            </p:childTnLst>
                          </p:cTn>
                        </p:par>
                        <p:par>
                          <p:cTn id="26" fill="hold">
                            <p:stCondLst>
                              <p:cond delay="500"/>
                            </p:stCondLst>
                            <p:childTnLst>
                              <p:par>
                                <p:cTn id="27" presetID="22" presetClass="entr" presetSubtype="8" fill="hold" nodeType="afterEffect">
                                  <p:stCondLst>
                                    <p:cond delay="0"/>
                                  </p:stCondLst>
                                  <p:childTnLst>
                                    <p:set>
                                      <p:cBhvr>
                                        <p:cTn id="28" dur="1" fill="hold">
                                          <p:stCondLst>
                                            <p:cond delay="0"/>
                                          </p:stCondLst>
                                        </p:cTn>
                                        <p:tgtEl>
                                          <p:spTgt spid="28676">
                                            <p:txEl>
                                              <p:charRg st="53" end="66"/>
                                            </p:txEl>
                                          </p:spTgt>
                                        </p:tgtEl>
                                        <p:attrNameLst>
                                          <p:attrName>style.visibility</p:attrName>
                                        </p:attrNameLst>
                                      </p:cBhvr>
                                      <p:to>
                                        <p:strVal val="visible"/>
                                      </p:to>
                                    </p:set>
                                    <p:animEffect transition="in" filter="wipe(left)">
                                      <p:cBhvr>
                                        <p:cTn id="29" dur="500"/>
                                        <p:tgtEl>
                                          <p:spTgt spid="28676">
                                            <p:txEl>
                                              <p:charRg st="53" end="66"/>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28676">
                                            <p:txEl>
                                              <p:charRg st="66" end="76"/>
                                            </p:txEl>
                                          </p:spTgt>
                                        </p:tgtEl>
                                        <p:attrNameLst>
                                          <p:attrName>style.visibility</p:attrName>
                                        </p:attrNameLst>
                                      </p:cBhvr>
                                      <p:to>
                                        <p:strVal val="visible"/>
                                      </p:to>
                                    </p:set>
                                    <p:animEffect transition="in" filter="wipe(left)">
                                      <p:cBhvr>
                                        <p:cTn id="34" dur="500"/>
                                        <p:tgtEl>
                                          <p:spTgt spid="28676">
                                            <p:txEl>
                                              <p:charRg st="66" end="76"/>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nodeType="clickEffect">
                                  <p:stCondLst>
                                    <p:cond delay="0"/>
                                  </p:stCondLst>
                                  <p:childTnLst>
                                    <p:set>
                                      <p:cBhvr>
                                        <p:cTn id="38" dur="1" fill="hold">
                                          <p:stCondLst>
                                            <p:cond delay="0"/>
                                          </p:stCondLst>
                                        </p:cTn>
                                        <p:tgtEl>
                                          <p:spTgt spid="28678"/>
                                        </p:tgtEl>
                                        <p:attrNameLst>
                                          <p:attrName>style.visibility</p:attrName>
                                        </p:attrNameLst>
                                      </p:cBhvr>
                                      <p:to>
                                        <p:strVal val="visible"/>
                                      </p:to>
                                    </p:set>
                                    <p:animEffect transition="in" filter="wipe(up)">
                                      <p:cBhvr>
                                        <p:cTn id="39" dur="500"/>
                                        <p:tgtEl>
                                          <p:spTgt spid="28678"/>
                                        </p:tgtEl>
                                      </p:cBhvr>
                                    </p:animEffect>
                                  </p:childTnLst>
                                </p:cTn>
                              </p:par>
                            </p:childTnLst>
                          </p:cTn>
                        </p:par>
                        <p:par>
                          <p:cTn id="40" fill="hold">
                            <p:stCondLst>
                              <p:cond delay="500"/>
                            </p:stCondLst>
                            <p:childTnLst>
                              <p:par>
                                <p:cTn id="41" presetID="22" presetClass="entr" presetSubtype="8" fill="hold" nodeType="afterEffect">
                                  <p:stCondLst>
                                    <p:cond delay="0"/>
                                  </p:stCondLst>
                                  <p:childTnLst>
                                    <p:set>
                                      <p:cBhvr>
                                        <p:cTn id="42" dur="1" fill="hold">
                                          <p:stCondLst>
                                            <p:cond delay="0"/>
                                          </p:stCondLst>
                                        </p:cTn>
                                        <p:tgtEl>
                                          <p:spTgt spid="28677">
                                            <p:txEl>
                                              <p:charRg st="0" end="10"/>
                                            </p:txEl>
                                          </p:spTgt>
                                        </p:tgtEl>
                                        <p:attrNameLst>
                                          <p:attrName>style.visibility</p:attrName>
                                        </p:attrNameLst>
                                      </p:cBhvr>
                                      <p:to>
                                        <p:strVal val="visible"/>
                                      </p:to>
                                    </p:set>
                                    <p:animEffect transition="in" filter="wipe(left)">
                                      <p:cBhvr>
                                        <p:cTn id="43" dur="500"/>
                                        <p:tgtEl>
                                          <p:spTgt spid="28677">
                                            <p:txEl>
                                              <p:charRg st="0" end="10"/>
                                            </p:txEl>
                                          </p:spTgt>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28677">
                                            <p:txEl>
                                              <p:charRg st="10" end="20"/>
                                            </p:txEl>
                                          </p:spTgt>
                                        </p:tgtEl>
                                        <p:attrNameLst>
                                          <p:attrName>style.visibility</p:attrName>
                                        </p:attrNameLst>
                                      </p:cBhvr>
                                      <p:to>
                                        <p:strVal val="visible"/>
                                      </p:to>
                                    </p:set>
                                    <p:animEffect transition="in" filter="wipe(left)">
                                      <p:cBhvr>
                                        <p:cTn id="48" dur="500"/>
                                        <p:tgtEl>
                                          <p:spTgt spid="28677">
                                            <p:txEl>
                                              <p:charRg st="10" end="20"/>
                                            </p:txEl>
                                          </p:spTgt>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28677">
                                            <p:txEl>
                                              <p:charRg st="21" end="27"/>
                                            </p:txEl>
                                          </p:spTgt>
                                        </p:tgtEl>
                                        <p:attrNameLst>
                                          <p:attrName>style.visibility</p:attrName>
                                        </p:attrNameLst>
                                      </p:cBhvr>
                                      <p:to>
                                        <p:strVal val="visible"/>
                                      </p:to>
                                    </p:set>
                                    <p:animEffect transition="in" filter="wipe(left)">
                                      <p:cBhvr>
                                        <p:cTn id="53" dur="500"/>
                                        <p:tgtEl>
                                          <p:spTgt spid="28677">
                                            <p:txEl>
                                              <p:charRg st="21" end="27"/>
                                            </p:txEl>
                                          </p:spTgt>
                                        </p:tgtEl>
                                      </p:cBhvr>
                                    </p:animEffect>
                                  </p:childTnLst>
                                </p:cTn>
                              </p:par>
                            </p:childTnLst>
                          </p:cTn>
                        </p:par>
                        <p:par>
                          <p:cTn id="54" fill="hold">
                            <p:stCondLst>
                              <p:cond delay="500"/>
                            </p:stCondLst>
                            <p:childTnLst>
                              <p:par>
                                <p:cTn id="55" presetID="22" presetClass="entr" presetSubtype="8" fill="hold" nodeType="afterEffect">
                                  <p:stCondLst>
                                    <p:cond delay="0"/>
                                  </p:stCondLst>
                                  <p:childTnLst>
                                    <p:set>
                                      <p:cBhvr>
                                        <p:cTn id="56" dur="1" fill="hold">
                                          <p:stCondLst>
                                            <p:cond delay="0"/>
                                          </p:stCondLst>
                                        </p:cTn>
                                        <p:tgtEl>
                                          <p:spTgt spid="28677">
                                            <p:txEl>
                                              <p:charRg st="27" end="35"/>
                                            </p:txEl>
                                          </p:spTgt>
                                        </p:tgtEl>
                                        <p:attrNameLst>
                                          <p:attrName>style.visibility</p:attrName>
                                        </p:attrNameLst>
                                      </p:cBhvr>
                                      <p:to>
                                        <p:strVal val="visible"/>
                                      </p:to>
                                    </p:set>
                                    <p:animEffect transition="in" filter="wipe(left)">
                                      <p:cBhvr>
                                        <p:cTn id="57" dur="500"/>
                                        <p:tgtEl>
                                          <p:spTgt spid="28677">
                                            <p:txEl>
                                              <p:charRg st="27" end="35"/>
                                            </p:txEl>
                                          </p:spTgt>
                                        </p:tgtEl>
                                      </p:cBhvr>
                                    </p:animEffect>
                                  </p:childTnLst>
                                </p:cTn>
                              </p:par>
                            </p:childTnLst>
                          </p:cTn>
                        </p:par>
                        <p:par>
                          <p:cTn id="58" fill="hold">
                            <p:stCondLst>
                              <p:cond delay="1000"/>
                            </p:stCondLst>
                            <p:childTnLst>
                              <p:par>
                                <p:cTn id="59" presetID="22" presetClass="entr" presetSubtype="8" fill="hold" nodeType="afterEffect">
                                  <p:stCondLst>
                                    <p:cond delay="0"/>
                                  </p:stCondLst>
                                  <p:childTnLst>
                                    <p:set>
                                      <p:cBhvr>
                                        <p:cTn id="60" dur="1" fill="hold">
                                          <p:stCondLst>
                                            <p:cond delay="0"/>
                                          </p:stCondLst>
                                        </p:cTn>
                                        <p:tgtEl>
                                          <p:spTgt spid="28677">
                                            <p:txEl>
                                              <p:charRg st="36" end="42"/>
                                            </p:txEl>
                                          </p:spTgt>
                                        </p:tgtEl>
                                        <p:attrNameLst>
                                          <p:attrName>style.visibility</p:attrName>
                                        </p:attrNameLst>
                                      </p:cBhvr>
                                      <p:to>
                                        <p:strVal val="visible"/>
                                      </p:to>
                                    </p:set>
                                    <p:animEffect transition="in" filter="wipe(left)">
                                      <p:cBhvr>
                                        <p:cTn id="61" dur="500"/>
                                        <p:tgtEl>
                                          <p:spTgt spid="28677">
                                            <p:txEl>
                                              <p:charRg st="36" end="42"/>
                                            </p:txEl>
                                          </p:spTgt>
                                        </p:tgtEl>
                                      </p:cBhvr>
                                    </p:animEffect>
                                  </p:childTnLst>
                                </p:cTn>
                              </p:par>
                            </p:childTnLst>
                          </p:cTn>
                        </p:par>
                        <p:par>
                          <p:cTn id="62" fill="hold">
                            <p:stCondLst>
                              <p:cond delay="1500"/>
                            </p:stCondLst>
                            <p:childTnLst>
                              <p:par>
                                <p:cTn id="63" presetID="22" presetClass="entr" presetSubtype="8" fill="hold" nodeType="afterEffect">
                                  <p:stCondLst>
                                    <p:cond delay="0"/>
                                  </p:stCondLst>
                                  <p:childTnLst>
                                    <p:set>
                                      <p:cBhvr>
                                        <p:cTn id="64" dur="1" fill="hold">
                                          <p:stCondLst>
                                            <p:cond delay="0"/>
                                          </p:stCondLst>
                                        </p:cTn>
                                        <p:tgtEl>
                                          <p:spTgt spid="28677">
                                            <p:txEl>
                                              <p:charRg st="42" end="50"/>
                                            </p:txEl>
                                          </p:spTgt>
                                        </p:tgtEl>
                                        <p:attrNameLst>
                                          <p:attrName>style.visibility</p:attrName>
                                        </p:attrNameLst>
                                      </p:cBhvr>
                                      <p:to>
                                        <p:strVal val="visible"/>
                                      </p:to>
                                    </p:set>
                                    <p:animEffect transition="in" filter="wipe(left)">
                                      <p:cBhvr>
                                        <p:cTn id="65" dur="500"/>
                                        <p:tgtEl>
                                          <p:spTgt spid="28677">
                                            <p:txEl>
                                              <p:charRg st="42" end="5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22882"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122883" name="Rectangle 2"/>
          <p:cNvSpPr>
            <a:spLocks noGrp="1"/>
          </p:cNvSpPr>
          <p:nvPr>
            <p:ph type="title" idx="4294967295"/>
          </p:nvPr>
        </p:nvSpPr>
        <p:spPr/>
        <p:txBody>
          <a:bodyPr vert="horz" wrap="square" lIns="91440" tIns="45720" rIns="91440" bIns="45720" anchor="b" anchorCtr="0"/>
          <a:p>
            <a:pPr eaLnBrk="1" hangingPunct="1"/>
            <a:r>
              <a:rPr lang="en-US" altLang="zh-CN" b="1" dirty="0"/>
              <a:t>8253</a:t>
            </a:r>
            <a:r>
              <a:rPr lang="zh-CN" altLang="en-US" sz="4800" dirty="0"/>
              <a:t>应用例</a:t>
            </a:r>
            <a:r>
              <a:rPr lang="en-US" altLang="zh-CN" sz="4800" dirty="0"/>
              <a:t>2</a:t>
            </a:r>
            <a:endParaRPr lang="zh-CN" altLang="en-US" sz="4800" dirty="0"/>
          </a:p>
        </p:txBody>
      </p:sp>
      <p:sp>
        <p:nvSpPr>
          <p:cNvPr id="29700" name="Rectangle 3"/>
          <p:cNvSpPr>
            <a:spLocks noGrp="1"/>
          </p:cNvSpPr>
          <p:nvPr>
            <p:ph type="body" idx="4294967295"/>
          </p:nvPr>
        </p:nvSpPr>
        <p:spPr>
          <a:xfrm>
            <a:off x="900113" y="2017713"/>
            <a:ext cx="1943100" cy="4506912"/>
          </a:xfrm>
        </p:spPr>
        <p:txBody>
          <a:bodyPr vert="horz" wrap="square" lIns="91440" tIns="45720" rIns="91440" bIns="45720" anchor="t" anchorCtr="0"/>
          <a:p>
            <a:pPr eaLnBrk="1" hangingPunct="1"/>
            <a:r>
              <a:rPr lang="zh-CN" altLang="en-US" dirty="0"/>
              <a:t>安全检测和报警控制系统。</a:t>
            </a:r>
            <a:endParaRPr lang="zh-CN" altLang="en-US" dirty="0"/>
          </a:p>
        </p:txBody>
      </p:sp>
      <p:sp>
        <p:nvSpPr>
          <p:cNvPr id="122885" name="Rectangle 5"/>
          <p:cNvSpPr/>
          <p:nvPr/>
        </p:nvSpPr>
        <p:spPr>
          <a:xfrm>
            <a:off x="0" y="1314450"/>
            <a:ext cx="9144000" cy="0"/>
          </a:xfrm>
          <a:prstGeom prst="rect">
            <a:avLst/>
          </a:prstGeom>
          <a:noFill/>
          <a:ln w="9525">
            <a:noFill/>
          </a:ln>
        </p:spPr>
        <p:txBody>
          <a:bodyPr wrap="none" anchor="ctr" anchorCtr="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graphicFrame>
        <p:nvGraphicFramePr>
          <p:cNvPr id="29702" name="Object 4"/>
          <p:cNvGraphicFramePr>
            <a:graphicFrameLocks noChangeAspect="1"/>
          </p:cNvGraphicFramePr>
          <p:nvPr/>
        </p:nvGraphicFramePr>
        <p:xfrm>
          <a:off x="2916238" y="2060575"/>
          <a:ext cx="5832475" cy="4508500"/>
        </p:xfrm>
        <a:graphic>
          <a:graphicData uri="http://schemas.openxmlformats.org/presentationml/2006/ole">
            <mc:AlternateContent xmlns:mc="http://schemas.openxmlformats.org/markup-compatibility/2006">
              <mc:Choice xmlns:v="urn:schemas-microsoft-com:vml" Requires="v">
                <p:oleObj spid="_x0000_s3080" name="" r:id="rId1" imgW="5657215" imgH="4471670" progId="">
                  <p:embed/>
                </p:oleObj>
              </mc:Choice>
              <mc:Fallback>
                <p:oleObj name="" r:id="rId1" imgW="5657215" imgH="4471670" progId="">
                  <p:embed/>
                  <p:pic>
                    <p:nvPicPr>
                      <p:cNvPr id="0" name="图片 3079"/>
                      <p:cNvPicPr/>
                      <p:nvPr/>
                    </p:nvPicPr>
                    <p:blipFill>
                      <a:blip r:embed="rId2"/>
                      <a:stretch>
                        <a:fillRect/>
                      </a:stretch>
                    </p:blipFill>
                    <p:spPr>
                      <a:xfrm>
                        <a:off x="2916238" y="2060575"/>
                        <a:ext cx="5832475" cy="4508500"/>
                      </a:xfrm>
                      <a:prstGeom prst="rect">
                        <a:avLst/>
                      </a:prstGeom>
                      <a:noFill/>
                      <a:ln w="38100">
                        <a:noFill/>
                        <a:miter/>
                      </a:ln>
                    </p:spPr>
                  </p:pic>
                </p:oleObj>
              </mc:Fallback>
            </mc:AlternateContent>
          </a:graphicData>
        </a:graphic>
      </p:graphicFrame>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29700">
                                            <p:txEl>
                                              <p:charRg st="0" end="13"/>
                                            </p:txEl>
                                          </p:spTgt>
                                        </p:tgtEl>
                                        <p:attrNameLst>
                                          <p:attrName>style.visibility</p:attrName>
                                        </p:attrNameLst>
                                      </p:cBhvr>
                                      <p:to>
                                        <p:strVal val="visible"/>
                                      </p:to>
                                    </p:set>
                                    <p:animEffect transition="in" filter="wipe(up)">
                                      <p:cBhvr>
                                        <p:cTn id="7" dur="500"/>
                                        <p:tgtEl>
                                          <p:spTgt spid="29700">
                                            <p:txEl>
                                              <p:charRg st="0" end="13"/>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29702"/>
                                        </p:tgtEl>
                                        <p:attrNameLst>
                                          <p:attrName>style.visibility</p:attrName>
                                        </p:attrNameLst>
                                      </p:cBhvr>
                                      <p:to>
                                        <p:strVal val="visible"/>
                                      </p:to>
                                    </p:set>
                                    <p:animEffect transition="in" filter="wipe(down)">
                                      <p:cBhvr>
                                        <p:cTn id="12" dur="500"/>
                                        <p:tgtEl>
                                          <p:spTgt spid="297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24930"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30724" name="Rectangle 3"/>
          <p:cNvSpPr>
            <a:spLocks noGrp="1"/>
          </p:cNvSpPr>
          <p:nvPr>
            <p:ph type="body" idx="4294967295"/>
          </p:nvPr>
        </p:nvSpPr>
        <p:spPr>
          <a:xfrm>
            <a:off x="1042988" y="2017713"/>
            <a:ext cx="7772400" cy="4435475"/>
          </a:xfrm>
        </p:spPr>
        <p:txBody>
          <a:bodyPr vert="horz" wrap="square" lIns="91440" tIns="45720" rIns="91440" bIns="45720" anchor="t" anchorCtr="0"/>
          <a:p>
            <a:pPr eaLnBrk="1" hangingPunct="1"/>
            <a:r>
              <a:rPr lang="zh-CN" altLang="en-US" sz="2400" dirty="0"/>
              <a:t>初始状态下，</a:t>
            </a:r>
            <a:r>
              <a:rPr lang="en-US" altLang="zh-CN" sz="2400" dirty="0"/>
              <a:t>D</a:t>
            </a:r>
            <a:r>
              <a:rPr lang="zh-CN" altLang="en-US" sz="2400" dirty="0"/>
              <a:t>触发器的</a:t>
            </a:r>
            <a:r>
              <a:rPr lang="en-US" altLang="zh-CN" sz="2400" dirty="0"/>
              <a:t>Q</a:t>
            </a:r>
            <a:r>
              <a:rPr lang="zh-CN" altLang="en-US" sz="2400" dirty="0"/>
              <a:t>端输出低电平；</a:t>
            </a:r>
            <a:endParaRPr lang="zh-CN" altLang="en-US" sz="2400" dirty="0"/>
          </a:p>
          <a:p>
            <a:pPr eaLnBrk="1" hangingPunct="1"/>
            <a:r>
              <a:rPr lang="zh-CN" altLang="en-US" sz="2400" dirty="0"/>
              <a:t>系统通过三态门循环读取检测器状态，有异常出现时，检测器输出高电平。此时在</a:t>
            </a:r>
            <a:r>
              <a:rPr lang="en-US" altLang="zh-CN" sz="2400" dirty="0"/>
              <a:t>D</a:t>
            </a:r>
            <a:r>
              <a:rPr lang="zh-CN" altLang="en-US" sz="2400" dirty="0"/>
              <a:t>触发器的</a:t>
            </a:r>
            <a:r>
              <a:rPr lang="en-US" altLang="zh-CN" sz="2400" dirty="0"/>
              <a:t>Q</a:t>
            </a:r>
            <a:r>
              <a:rPr lang="zh-CN" altLang="en-US" sz="2400" dirty="0"/>
              <a:t>端输出高电平，</a:t>
            </a:r>
            <a:r>
              <a:rPr lang="zh-CN" altLang="en-US" sz="2400" dirty="0">
                <a:solidFill>
                  <a:schemeClr val="tx1"/>
                </a:solidFill>
              </a:rPr>
              <a:t>启动</a:t>
            </a:r>
            <a:r>
              <a:rPr lang="en-US" altLang="zh-CN" sz="2400" dirty="0">
                <a:solidFill>
                  <a:schemeClr val="tx1"/>
                </a:solidFill>
              </a:rPr>
              <a:t>8253</a:t>
            </a:r>
            <a:r>
              <a:rPr lang="zh-CN" altLang="en-US" sz="2400" dirty="0">
                <a:solidFill>
                  <a:schemeClr val="tx1"/>
                </a:solidFill>
              </a:rPr>
              <a:t>计数器的通道</a:t>
            </a:r>
            <a:r>
              <a:rPr lang="en-US" altLang="zh-CN" sz="2400" dirty="0">
                <a:solidFill>
                  <a:schemeClr val="tx1"/>
                </a:solidFill>
              </a:rPr>
              <a:t>0</a:t>
            </a:r>
            <a:r>
              <a:rPr lang="zh-CN" altLang="en-US" sz="2400" dirty="0">
                <a:solidFill>
                  <a:schemeClr val="tx1"/>
                </a:solidFill>
              </a:rPr>
              <a:t>输出</a:t>
            </a:r>
            <a:r>
              <a:rPr lang="en-US" altLang="zh-CN" sz="2400" dirty="0">
                <a:solidFill>
                  <a:schemeClr val="tx1"/>
                </a:solidFill>
              </a:rPr>
              <a:t>100Hz</a:t>
            </a:r>
            <a:r>
              <a:rPr lang="zh-CN" altLang="en-US" sz="2400" dirty="0">
                <a:solidFill>
                  <a:schemeClr val="tx1"/>
                </a:solidFill>
              </a:rPr>
              <a:t>的连续方波信号</a:t>
            </a:r>
            <a:r>
              <a:rPr lang="zh-CN" altLang="en-US" sz="2400" dirty="0"/>
              <a:t>，使报警灯闪烁，直到有任意键按下时停止；</a:t>
            </a:r>
            <a:endParaRPr lang="zh-CN" altLang="en-US" sz="2400" dirty="0"/>
          </a:p>
          <a:p>
            <a:pPr eaLnBrk="1" hangingPunct="1">
              <a:spcBef>
                <a:spcPct val="30000"/>
              </a:spcBef>
            </a:pPr>
            <a:r>
              <a:rPr lang="zh-CN" altLang="en-US" sz="2400" dirty="0"/>
              <a:t>使计数器停止输出方波的方法是在</a:t>
            </a:r>
            <a:r>
              <a:rPr lang="en-US" altLang="zh-CN" sz="2400" dirty="0"/>
              <a:t>Q</a:t>
            </a:r>
            <a:r>
              <a:rPr lang="zh-CN" altLang="en-US" sz="2400" dirty="0"/>
              <a:t>端输出低电平。</a:t>
            </a:r>
            <a:r>
              <a:rPr lang="en-US" altLang="zh-CN" sz="2400" dirty="0"/>
              <a:t>CLK0</a:t>
            </a:r>
            <a:r>
              <a:rPr lang="zh-CN" altLang="en-US" sz="2400" dirty="0"/>
              <a:t>的输入脉冲为</a:t>
            </a:r>
            <a:r>
              <a:rPr lang="en-US" altLang="zh-CN" sz="2400" dirty="0"/>
              <a:t>2MHz</a:t>
            </a:r>
            <a:r>
              <a:rPr lang="zh-CN" altLang="en-US" sz="2400" dirty="0"/>
              <a:t>。要求：</a:t>
            </a:r>
            <a:endParaRPr lang="zh-CN" altLang="en-US" sz="2400" dirty="0"/>
          </a:p>
          <a:p>
            <a:pPr lvl="1" eaLnBrk="1" hangingPunct="1"/>
            <a:r>
              <a:rPr lang="zh-CN" altLang="en-US" sz="2000" dirty="0"/>
              <a:t>设计</a:t>
            </a:r>
            <a:r>
              <a:rPr lang="en-US" altLang="zh-CN" sz="2000" dirty="0"/>
              <a:t>8253</a:t>
            </a:r>
            <a:r>
              <a:rPr lang="zh-CN" altLang="en-US" sz="2000" dirty="0"/>
              <a:t>的译码电路；</a:t>
            </a:r>
            <a:endParaRPr lang="zh-CN" altLang="en-US" sz="2000" dirty="0"/>
          </a:p>
          <a:p>
            <a:pPr lvl="1" eaLnBrk="1" hangingPunct="1"/>
            <a:r>
              <a:rPr lang="zh-CN" altLang="en-US" sz="2000" dirty="0"/>
              <a:t>编写</a:t>
            </a:r>
            <a:r>
              <a:rPr lang="en-US" altLang="zh-CN" sz="2000" dirty="0"/>
              <a:t>8253</a:t>
            </a:r>
            <a:r>
              <a:rPr lang="zh-CN" altLang="en-US" sz="2000" dirty="0"/>
              <a:t>计数器的初始化程序及实现上述功能的控制程序。 </a:t>
            </a:r>
            <a:endParaRPr lang="zh-CN" altLang="en-US" sz="2000" dirty="0"/>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0724">
                                            <p:txEl>
                                              <p:charRg st="0" end="20"/>
                                            </p:txEl>
                                          </p:spTgt>
                                        </p:tgtEl>
                                        <p:attrNameLst>
                                          <p:attrName>style.visibility</p:attrName>
                                        </p:attrNameLst>
                                      </p:cBhvr>
                                      <p:to>
                                        <p:strVal val="visible"/>
                                      </p:to>
                                    </p:set>
                                    <p:animEffect transition="in" filter="wipe(left)">
                                      <p:cBhvr>
                                        <p:cTn id="7" dur="500"/>
                                        <p:tgtEl>
                                          <p:spTgt spid="30724">
                                            <p:txEl>
                                              <p:charRg st="0" end="2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30724">
                                            <p:txEl>
                                              <p:charRg st="20" end="117"/>
                                            </p:txEl>
                                          </p:spTgt>
                                        </p:tgtEl>
                                        <p:attrNameLst>
                                          <p:attrName>style.visibility</p:attrName>
                                        </p:attrNameLst>
                                      </p:cBhvr>
                                      <p:to>
                                        <p:strVal val="visible"/>
                                      </p:to>
                                    </p:set>
                                    <p:animEffect transition="in" filter="wipe(up)">
                                      <p:cBhvr>
                                        <p:cTn id="12" dur="500"/>
                                        <p:tgtEl>
                                          <p:spTgt spid="30724">
                                            <p:txEl>
                                              <p:charRg st="20" end="117"/>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30724">
                                            <p:txEl>
                                              <p:charRg st="117" end="159"/>
                                            </p:txEl>
                                          </p:spTgt>
                                        </p:tgtEl>
                                        <p:attrNameLst>
                                          <p:attrName>style.visibility</p:attrName>
                                        </p:attrNameLst>
                                      </p:cBhvr>
                                      <p:to>
                                        <p:strVal val="visible"/>
                                      </p:to>
                                    </p:set>
                                    <p:animEffect transition="in" filter="wipe(up)">
                                      <p:cBhvr>
                                        <p:cTn id="17" dur="500"/>
                                        <p:tgtEl>
                                          <p:spTgt spid="30724">
                                            <p:txEl>
                                              <p:charRg st="117" end="159"/>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0724">
                                            <p:txEl>
                                              <p:charRg st="159" end="172"/>
                                            </p:txEl>
                                          </p:spTgt>
                                        </p:tgtEl>
                                        <p:attrNameLst>
                                          <p:attrName>style.visibility</p:attrName>
                                        </p:attrNameLst>
                                      </p:cBhvr>
                                      <p:to>
                                        <p:strVal val="visible"/>
                                      </p:to>
                                    </p:set>
                                    <p:animEffect transition="in" filter="wipe(left)">
                                      <p:cBhvr>
                                        <p:cTn id="22" dur="500"/>
                                        <p:tgtEl>
                                          <p:spTgt spid="30724">
                                            <p:txEl>
                                              <p:charRg st="159" end="172"/>
                                            </p:txEl>
                                          </p:spTgt>
                                        </p:tgtEl>
                                      </p:cBhvr>
                                    </p:animEffect>
                                  </p:childTnLst>
                                </p:cTn>
                              </p:par>
                            </p:childTnLst>
                          </p:cTn>
                        </p:par>
                        <p:par>
                          <p:cTn id="23" fill="hold">
                            <p:stCondLst>
                              <p:cond delay="500"/>
                            </p:stCondLst>
                            <p:childTnLst>
                              <p:par>
                                <p:cTn id="24" presetID="22" presetClass="entr" presetSubtype="8" fill="hold" nodeType="afterEffect">
                                  <p:stCondLst>
                                    <p:cond delay="0"/>
                                  </p:stCondLst>
                                  <p:childTnLst>
                                    <p:set>
                                      <p:cBhvr>
                                        <p:cTn id="25" dur="1" fill="hold">
                                          <p:stCondLst>
                                            <p:cond delay="0"/>
                                          </p:stCondLst>
                                        </p:cTn>
                                        <p:tgtEl>
                                          <p:spTgt spid="30724">
                                            <p:txEl>
                                              <p:charRg st="172" end="202"/>
                                            </p:txEl>
                                          </p:spTgt>
                                        </p:tgtEl>
                                        <p:attrNameLst>
                                          <p:attrName>style.visibility</p:attrName>
                                        </p:attrNameLst>
                                      </p:cBhvr>
                                      <p:to>
                                        <p:strVal val="visible"/>
                                      </p:to>
                                    </p:set>
                                    <p:animEffect transition="in" filter="wipe(left)">
                                      <p:cBhvr>
                                        <p:cTn id="26" dur="500"/>
                                        <p:tgtEl>
                                          <p:spTgt spid="30724">
                                            <p:txEl>
                                              <p:charRg st="172" end="20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25954"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31748" name="Rectangle 3"/>
          <p:cNvSpPr>
            <a:spLocks noGrp="1"/>
          </p:cNvSpPr>
          <p:nvPr>
            <p:ph type="body" idx="4294967295"/>
          </p:nvPr>
        </p:nvSpPr>
        <p:spPr>
          <a:xfrm>
            <a:off x="1042988" y="1916113"/>
            <a:ext cx="7772400" cy="1728787"/>
          </a:xfrm>
        </p:spPr>
        <p:txBody>
          <a:bodyPr vert="horz" wrap="square" lIns="91440" tIns="45720" rIns="91440" bIns="45720" anchor="t" anchorCtr="0"/>
          <a:p>
            <a:pPr eaLnBrk="1" hangingPunct="1"/>
            <a:r>
              <a:rPr lang="en-US" altLang="zh-CN" dirty="0"/>
              <a:t>8253</a:t>
            </a:r>
            <a:r>
              <a:rPr lang="zh-CN" altLang="en-US" dirty="0"/>
              <a:t>地址范围：</a:t>
            </a:r>
            <a:endParaRPr lang="zh-CN" altLang="en-US" dirty="0"/>
          </a:p>
          <a:p>
            <a:pPr lvl="1" eaLnBrk="1" hangingPunct="1"/>
            <a:r>
              <a:rPr lang="en-US" altLang="zh-CN" dirty="0"/>
              <a:t>0011 1110 00</a:t>
            </a:r>
            <a:r>
              <a:rPr lang="en-US" altLang="zh-CN" dirty="0">
                <a:solidFill>
                  <a:schemeClr val="hlink"/>
                </a:solidFill>
              </a:rPr>
              <a:t>00</a:t>
            </a:r>
            <a:r>
              <a:rPr lang="zh-CN" altLang="en-US" dirty="0">
                <a:ea typeface="宋体" panose="02010600030101010101" pitchFamily="2" charset="-122"/>
              </a:rPr>
              <a:t>～</a:t>
            </a:r>
            <a:r>
              <a:rPr lang="en-US" altLang="zh-CN" dirty="0">
                <a:ea typeface="宋体" panose="02010600030101010101" pitchFamily="2" charset="-122"/>
              </a:rPr>
              <a:t>0011 1110 00</a:t>
            </a:r>
            <a:r>
              <a:rPr lang="en-US" altLang="zh-CN" dirty="0">
                <a:solidFill>
                  <a:schemeClr val="hlink"/>
                </a:solidFill>
                <a:ea typeface="宋体" panose="02010600030101010101" pitchFamily="2" charset="-122"/>
              </a:rPr>
              <a:t>11</a:t>
            </a:r>
            <a:endParaRPr lang="en-US" altLang="zh-CN" dirty="0">
              <a:solidFill>
                <a:schemeClr val="hlink"/>
              </a:solidFill>
              <a:ea typeface="宋体" panose="02010600030101010101" pitchFamily="2" charset="-122"/>
            </a:endParaRPr>
          </a:p>
          <a:p>
            <a:pPr eaLnBrk="1" hangingPunct="1"/>
            <a:r>
              <a:rPr lang="zh-CN" altLang="en-US" dirty="0">
                <a:ea typeface="宋体" panose="02010600030101010101" pitchFamily="2" charset="-122"/>
              </a:rPr>
              <a:t>译码电路：</a:t>
            </a:r>
            <a:endParaRPr lang="zh-CN" altLang="en-US" dirty="0">
              <a:ea typeface="宋体" panose="02010600030101010101" pitchFamily="2" charset="-122"/>
            </a:endParaRPr>
          </a:p>
        </p:txBody>
      </p:sp>
      <p:grpSp>
        <p:nvGrpSpPr>
          <p:cNvPr id="31749" name="Group 106"/>
          <p:cNvGrpSpPr/>
          <p:nvPr/>
        </p:nvGrpSpPr>
        <p:grpSpPr>
          <a:xfrm>
            <a:off x="4138613" y="0"/>
            <a:ext cx="4537075" cy="6813550"/>
            <a:chOff x="0" y="0"/>
            <a:chExt cx="2858" cy="6811353"/>
          </a:xfrm>
        </p:grpSpPr>
        <p:grpSp>
          <p:nvGrpSpPr>
            <p:cNvPr id="125958" name="Group 101"/>
            <p:cNvGrpSpPr/>
            <p:nvPr/>
          </p:nvGrpSpPr>
          <p:grpSpPr>
            <a:xfrm>
              <a:off x="0" y="3066441"/>
              <a:ext cx="2450" cy="3744912"/>
              <a:chOff x="0" y="0"/>
              <a:chExt cx="2450" cy="2359"/>
            </a:xfrm>
          </p:grpSpPr>
          <p:sp>
            <p:nvSpPr>
              <p:cNvPr id="125962" name="Rectangle 54"/>
              <p:cNvSpPr/>
              <p:nvPr/>
            </p:nvSpPr>
            <p:spPr>
              <a:xfrm>
                <a:off x="1724" y="136"/>
                <a:ext cx="726" cy="2177"/>
              </a:xfrm>
              <a:prstGeom prst="rect">
                <a:avLst/>
              </a:prstGeom>
              <a:noFill/>
              <a:ln w="19050" cap="sq" cmpd="sng">
                <a:solidFill>
                  <a:srgbClr val="FF0000"/>
                </a:solidFill>
                <a:prstDash val="solid"/>
                <a:miter/>
                <a:headEnd type="none" w="med" len="med"/>
                <a:tailEnd type="none" w="med" len="med"/>
              </a:ln>
            </p:spPr>
            <p:txBody>
              <a:bodyPr anchor="ctr" anchorCtr="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125963" name="Text Box 55"/>
              <p:cNvSpPr txBox="1"/>
              <p:nvPr/>
            </p:nvSpPr>
            <p:spPr>
              <a:xfrm>
                <a:off x="1769" y="182"/>
                <a:ext cx="363"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G</a:t>
                </a:r>
                <a:r>
                  <a:rPr lang="en-US" altLang="zh-CN" sz="2000" b="0" dirty="0">
                    <a:solidFill>
                      <a:schemeClr val="tx1"/>
                    </a:solidFill>
                    <a:latin typeface="Arial" panose="020B0604020202020204" pitchFamily="34" charset="0"/>
                  </a:rPr>
                  <a:t>1</a:t>
                </a:r>
                <a:endParaRPr lang="en-US" altLang="zh-CN" sz="2000" b="0" dirty="0">
                  <a:solidFill>
                    <a:schemeClr val="tx1"/>
                  </a:solidFill>
                  <a:latin typeface="Arial" panose="020B0604020202020204" pitchFamily="34" charset="0"/>
                </a:endParaRPr>
              </a:p>
            </p:txBody>
          </p:sp>
          <p:sp>
            <p:nvSpPr>
              <p:cNvPr id="125964" name="Text Box 56"/>
              <p:cNvSpPr txBox="1"/>
              <p:nvPr/>
            </p:nvSpPr>
            <p:spPr>
              <a:xfrm>
                <a:off x="1724" y="681"/>
                <a:ext cx="454"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G</a:t>
                </a:r>
                <a:r>
                  <a:rPr lang="en-US" altLang="zh-CN" sz="2000" b="0" dirty="0">
                    <a:solidFill>
                      <a:schemeClr val="tx1"/>
                    </a:solidFill>
                    <a:latin typeface="Arial" panose="020B0604020202020204" pitchFamily="34" charset="0"/>
                  </a:rPr>
                  <a:t>2A</a:t>
                </a:r>
                <a:endParaRPr lang="en-US" altLang="zh-CN" sz="2000" b="0" dirty="0">
                  <a:solidFill>
                    <a:schemeClr val="tx1"/>
                  </a:solidFill>
                  <a:latin typeface="Arial" panose="020B0604020202020204" pitchFamily="34" charset="0"/>
                </a:endParaRPr>
              </a:p>
            </p:txBody>
          </p:sp>
          <p:sp>
            <p:nvSpPr>
              <p:cNvPr id="125965" name="Text Box 57"/>
              <p:cNvSpPr txBox="1"/>
              <p:nvPr/>
            </p:nvSpPr>
            <p:spPr>
              <a:xfrm>
                <a:off x="1724" y="1209"/>
                <a:ext cx="454"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G</a:t>
                </a:r>
                <a:r>
                  <a:rPr lang="en-US" altLang="zh-CN" sz="2000" b="0" dirty="0">
                    <a:solidFill>
                      <a:schemeClr val="tx1"/>
                    </a:solidFill>
                    <a:latin typeface="Arial" panose="020B0604020202020204" pitchFamily="34" charset="0"/>
                  </a:rPr>
                  <a:t>2B</a:t>
                </a:r>
                <a:endParaRPr lang="en-US" altLang="zh-CN" sz="2000" b="0" dirty="0">
                  <a:solidFill>
                    <a:schemeClr val="tx1"/>
                  </a:solidFill>
                  <a:latin typeface="Arial" panose="020B0604020202020204" pitchFamily="34" charset="0"/>
                </a:endParaRPr>
              </a:p>
            </p:txBody>
          </p:sp>
          <p:sp>
            <p:nvSpPr>
              <p:cNvPr id="125966" name="Text Box 58"/>
              <p:cNvSpPr txBox="1"/>
              <p:nvPr/>
            </p:nvSpPr>
            <p:spPr>
              <a:xfrm>
                <a:off x="1769" y="1572"/>
                <a:ext cx="272"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C</a:t>
                </a:r>
                <a:endParaRPr lang="en-US" altLang="zh-CN" sz="2000" b="0" dirty="0">
                  <a:solidFill>
                    <a:schemeClr val="tx1"/>
                  </a:solidFill>
                  <a:latin typeface="Arial" panose="020B0604020202020204" pitchFamily="34" charset="0"/>
                </a:endParaRPr>
              </a:p>
            </p:txBody>
          </p:sp>
          <p:sp>
            <p:nvSpPr>
              <p:cNvPr id="125967" name="Text Box 60"/>
              <p:cNvSpPr txBox="1"/>
              <p:nvPr/>
            </p:nvSpPr>
            <p:spPr>
              <a:xfrm>
                <a:off x="1769" y="1814"/>
                <a:ext cx="272"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B</a:t>
                </a:r>
                <a:endParaRPr lang="en-US" altLang="zh-CN" sz="2000" b="0" dirty="0">
                  <a:solidFill>
                    <a:schemeClr val="tx1"/>
                  </a:solidFill>
                  <a:latin typeface="Arial" panose="020B0604020202020204" pitchFamily="34" charset="0"/>
                </a:endParaRPr>
              </a:p>
            </p:txBody>
          </p:sp>
          <p:sp>
            <p:nvSpPr>
              <p:cNvPr id="125968" name="Text Box 61"/>
              <p:cNvSpPr txBox="1"/>
              <p:nvPr/>
            </p:nvSpPr>
            <p:spPr>
              <a:xfrm>
                <a:off x="1769" y="2071"/>
                <a:ext cx="272"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A</a:t>
                </a:r>
                <a:endParaRPr lang="en-US" altLang="zh-CN" sz="2000" b="0" dirty="0">
                  <a:solidFill>
                    <a:schemeClr val="tx1"/>
                  </a:solidFill>
                  <a:latin typeface="Arial" panose="020B0604020202020204" pitchFamily="34" charset="0"/>
                </a:endParaRPr>
              </a:p>
            </p:txBody>
          </p:sp>
          <p:grpSp>
            <p:nvGrpSpPr>
              <p:cNvPr id="125969" name="Group 65"/>
              <p:cNvGrpSpPr/>
              <p:nvPr/>
            </p:nvGrpSpPr>
            <p:grpSpPr>
              <a:xfrm>
                <a:off x="998" y="91"/>
                <a:ext cx="363" cy="454"/>
                <a:chOff x="0" y="0"/>
                <a:chExt cx="363" cy="454"/>
              </a:xfrm>
            </p:grpSpPr>
            <p:sp>
              <p:nvSpPr>
                <p:cNvPr id="126004" name="Rectangle 63"/>
                <p:cNvSpPr/>
                <p:nvPr/>
              </p:nvSpPr>
              <p:spPr>
                <a:xfrm>
                  <a:off x="0" y="0"/>
                  <a:ext cx="363" cy="454"/>
                </a:xfrm>
                <a:prstGeom prst="rect">
                  <a:avLst/>
                </a:prstGeom>
                <a:noFill/>
                <a:ln w="19050" cap="sq" cmpd="sng">
                  <a:solidFill>
                    <a:srgbClr val="FF0000"/>
                  </a:solidFill>
                  <a:prstDash val="solid"/>
                  <a:miter/>
                  <a:headEnd type="none" w="med" len="med"/>
                  <a:tailEnd type="none" w="med" len="med"/>
                </a:ln>
              </p:spPr>
              <p:txBody>
                <a:bodyPr anchor="ctr" anchorCtr="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126005" name="Text Box 64"/>
                <p:cNvSpPr txBox="1"/>
                <p:nvPr/>
              </p:nvSpPr>
              <p:spPr>
                <a:xfrm>
                  <a:off x="45" y="91"/>
                  <a:ext cx="272"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dirty="0">
                      <a:solidFill>
                        <a:schemeClr val="tx1"/>
                      </a:solidFill>
                      <a:latin typeface="Arial" panose="020B0604020202020204" pitchFamily="34" charset="0"/>
                    </a:rPr>
                    <a:t>&amp;</a:t>
                  </a:r>
                  <a:endParaRPr lang="en-US" altLang="zh-CN" sz="1800" dirty="0">
                    <a:solidFill>
                      <a:schemeClr val="tx1"/>
                    </a:solidFill>
                    <a:latin typeface="Arial" panose="020B0604020202020204" pitchFamily="34" charset="0"/>
                  </a:endParaRPr>
                </a:p>
              </p:txBody>
            </p:sp>
          </p:grpSp>
          <p:sp>
            <p:nvSpPr>
              <p:cNvPr id="125970" name="Line 66"/>
              <p:cNvSpPr/>
              <p:nvPr/>
            </p:nvSpPr>
            <p:spPr>
              <a:xfrm>
                <a:off x="590" y="182"/>
                <a:ext cx="408" cy="0"/>
              </a:xfrm>
              <a:prstGeom prst="line">
                <a:avLst/>
              </a:prstGeom>
              <a:ln w="19050" cap="sq" cmpd="sng">
                <a:solidFill>
                  <a:srgbClr val="FF0000"/>
                </a:solidFill>
                <a:prstDash val="solid"/>
                <a:headEnd type="none" w="med" len="med"/>
                <a:tailEnd type="none" w="med" len="med"/>
              </a:ln>
            </p:spPr>
          </p:sp>
          <p:sp>
            <p:nvSpPr>
              <p:cNvPr id="125971" name="Line 67"/>
              <p:cNvSpPr/>
              <p:nvPr/>
            </p:nvSpPr>
            <p:spPr>
              <a:xfrm>
                <a:off x="590" y="409"/>
                <a:ext cx="408" cy="0"/>
              </a:xfrm>
              <a:prstGeom prst="line">
                <a:avLst/>
              </a:prstGeom>
              <a:ln w="19050" cap="sq" cmpd="sng">
                <a:solidFill>
                  <a:srgbClr val="FF0000"/>
                </a:solidFill>
                <a:prstDash val="solid"/>
                <a:headEnd type="none" w="med" len="med"/>
                <a:tailEnd type="none" w="med" len="med"/>
              </a:ln>
            </p:spPr>
          </p:sp>
          <p:grpSp>
            <p:nvGrpSpPr>
              <p:cNvPr id="125972" name="Group 68"/>
              <p:cNvGrpSpPr/>
              <p:nvPr/>
            </p:nvGrpSpPr>
            <p:grpSpPr>
              <a:xfrm>
                <a:off x="816" y="590"/>
                <a:ext cx="363" cy="454"/>
                <a:chOff x="0" y="0"/>
                <a:chExt cx="363" cy="454"/>
              </a:xfrm>
            </p:grpSpPr>
            <p:sp>
              <p:nvSpPr>
                <p:cNvPr id="126002" name="Rectangle 69"/>
                <p:cNvSpPr/>
                <p:nvPr/>
              </p:nvSpPr>
              <p:spPr>
                <a:xfrm>
                  <a:off x="0" y="0"/>
                  <a:ext cx="363" cy="454"/>
                </a:xfrm>
                <a:prstGeom prst="rect">
                  <a:avLst/>
                </a:prstGeom>
                <a:noFill/>
                <a:ln w="19050" cap="sq" cmpd="sng">
                  <a:solidFill>
                    <a:srgbClr val="FF0000"/>
                  </a:solidFill>
                  <a:prstDash val="solid"/>
                  <a:miter/>
                  <a:headEnd type="none" w="med" len="med"/>
                  <a:tailEnd type="none" w="med" len="med"/>
                </a:ln>
              </p:spPr>
              <p:txBody>
                <a:bodyPr anchor="ctr" anchorCtr="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126003" name="Text Box 70"/>
                <p:cNvSpPr txBox="1"/>
                <p:nvPr/>
              </p:nvSpPr>
              <p:spPr>
                <a:xfrm>
                  <a:off x="45" y="91"/>
                  <a:ext cx="272"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dirty="0">
                      <a:solidFill>
                        <a:schemeClr val="tx1"/>
                      </a:solidFill>
                      <a:latin typeface="Arial" panose="020B0604020202020204" pitchFamily="34" charset="0"/>
                    </a:rPr>
                    <a:t>&amp;</a:t>
                  </a:r>
                  <a:endParaRPr lang="en-US" altLang="zh-CN" sz="1800" dirty="0">
                    <a:solidFill>
                      <a:schemeClr val="tx1"/>
                    </a:solidFill>
                    <a:latin typeface="Arial" panose="020B0604020202020204" pitchFamily="34" charset="0"/>
                  </a:endParaRPr>
                </a:p>
              </p:txBody>
            </p:sp>
          </p:grpSp>
          <p:sp>
            <p:nvSpPr>
              <p:cNvPr id="125973" name="Line 71"/>
              <p:cNvSpPr/>
              <p:nvPr/>
            </p:nvSpPr>
            <p:spPr>
              <a:xfrm>
                <a:off x="408" y="681"/>
                <a:ext cx="408" cy="0"/>
              </a:xfrm>
              <a:prstGeom prst="line">
                <a:avLst/>
              </a:prstGeom>
              <a:ln w="19050" cap="sq" cmpd="sng">
                <a:solidFill>
                  <a:srgbClr val="FF0000"/>
                </a:solidFill>
                <a:prstDash val="solid"/>
                <a:headEnd type="none" w="med" len="med"/>
                <a:tailEnd type="none" w="med" len="med"/>
              </a:ln>
            </p:spPr>
          </p:sp>
          <p:sp>
            <p:nvSpPr>
              <p:cNvPr id="125974" name="Line 72"/>
              <p:cNvSpPr/>
              <p:nvPr/>
            </p:nvSpPr>
            <p:spPr>
              <a:xfrm>
                <a:off x="1316" y="1724"/>
                <a:ext cx="408" cy="0"/>
              </a:xfrm>
              <a:prstGeom prst="line">
                <a:avLst/>
              </a:prstGeom>
              <a:ln w="19050" cap="sq" cmpd="sng">
                <a:solidFill>
                  <a:srgbClr val="FF0000"/>
                </a:solidFill>
                <a:prstDash val="solid"/>
                <a:headEnd type="none" w="med" len="med"/>
                <a:tailEnd type="none" w="med" len="med"/>
              </a:ln>
            </p:spPr>
          </p:sp>
          <p:sp>
            <p:nvSpPr>
              <p:cNvPr id="125975" name="Line 73"/>
              <p:cNvSpPr/>
              <p:nvPr/>
            </p:nvSpPr>
            <p:spPr>
              <a:xfrm>
                <a:off x="1316" y="1950"/>
                <a:ext cx="408" cy="0"/>
              </a:xfrm>
              <a:prstGeom prst="line">
                <a:avLst/>
              </a:prstGeom>
              <a:ln w="19050" cap="sq" cmpd="sng">
                <a:solidFill>
                  <a:srgbClr val="FF0000"/>
                </a:solidFill>
                <a:prstDash val="solid"/>
                <a:headEnd type="none" w="med" len="med"/>
                <a:tailEnd type="none" w="med" len="med"/>
              </a:ln>
            </p:spPr>
          </p:sp>
          <p:sp>
            <p:nvSpPr>
              <p:cNvPr id="125976" name="Line 74"/>
              <p:cNvSpPr/>
              <p:nvPr/>
            </p:nvSpPr>
            <p:spPr>
              <a:xfrm>
                <a:off x="1316" y="2177"/>
                <a:ext cx="408" cy="0"/>
              </a:xfrm>
              <a:prstGeom prst="line">
                <a:avLst/>
              </a:prstGeom>
              <a:ln w="19050" cap="sq" cmpd="sng">
                <a:solidFill>
                  <a:srgbClr val="FF0000"/>
                </a:solidFill>
                <a:prstDash val="solid"/>
                <a:headEnd type="none" w="med" len="med"/>
                <a:tailEnd type="none" w="med" len="med"/>
              </a:ln>
            </p:spPr>
          </p:sp>
          <p:sp>
            <p:nvSpPr>
              <p:cNvPr id="125977" name="Line 75"/>
              <p:cNvSpPr/>
              <p:nvPr/>
            </p:nvSpPr>
            <p:spPr>
              <a:xfrm>
                <a:off x="408" y="953"/>
                <a:ext cx="408" cy="0"/>
              </a:xfrm>
              <a:prstGeom prst="line">
                <a:avLst/>
              </a:prstGeom>
              <a:ln w="19050" cap="sq" cmpd="sng">
                <a:solidFill>
                  <a:srgbClr val="FF0000"/>
                </a:solidFill>
                <a:prstDash val="solid"/>
                <a:headEnd type="none" w="med" len="med"/>
                <a:tailEnd type="none" w="med" len="med"/>
              </a:ln>
            </p:spPr>
          </p:sp>
          <p:grpSp>
            <p:nvGrpSpPr>
              <p:cNvPr id="125978" name="Group 79"/>
              <p:cNvGrpSpPr/>
              <p:nvPr/>
            </p:nvGrpSpPr>
            <p:grpSpPr>
              <a:xfrm>
                <a:off x="791" y="1134"/>
                <a:ext cx="407" cy="454"/>
                <a:chOff x="0" y="0"/>
                <a:chExt cx="407" cy="454"/>
              </a:xfrm>
            </p:grpSpPr>
            <p:sp>
              <p:nvSpPr>
                <p:cNvPr id="126000" name="Rectangle 77"/>
                <p:cNvSpPr/>
                <p:nvPr/>
              </p:nvSpPr>
              <p:spPr>
                <a:xfrm>
                  <a:off x="25" y="0"/>
                  <a:ext cx="363" cy="454"/>
                </a:xfrm>
                <a:prstGeom prst="rect">
                  <a:avLst/>
                </a:prstGeom>
                <a:noFill/>
                <a:ln w="19050" cap="sq" cmpd="sng">
                  <a:solidFill>
                    <a:srgbClr val="FF0000"/>
                  </a:solidFill>
                  <a:prstDash val="solid"/>
                  <a:miter/>
                  <a:headEnd type="none" w="med" len="med"/>
                  <a:tailEnd type="none" w="med" len="med"/>
                </a:ln>
              </p:spPr>
              <p:txBody>
                <a:bodyPr anchor="ctr" anchorCtr="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126001" name="Text Box 78"/>
                <p:cNvSpPr txBox="1"/>
                <p:nvPr/>
              </p:nvSpPr>
              <p:spPr>
                <a:xfrm>
                  <a:off x="0" y="91"/>
                  <a:ext cx="407"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dirty="0">
                      <a:solidFill>
                        <a:schemeClr val="tx1"/>
                      </a:solidFill>
                      <a:latin typeface="宋体" panose="02010600030101010101" pitchFamily="2" charset="-122"/>
                    </a:rPr>
                    <a:t>≥1</a:t>
                  </a:r>
                  <a:endParaRPr lang="en-US" altLang="zh-CN" sz="1800" dirty="0">
                    <a:solidFill>
                      <a:schemeClr val="tx1"/>
                    </a:solidFill>
                    <a:latin typeface="宋体" panose="02010600030101010101" pitchFamily="2" charset="-122"/>
                  </a:endParaRPr>
                </a:p>
              </p:txBody>
            </p:sp>
          </p:grpSp>
          <p:sp>
            <p:nvSpPr>
              <p:cNvPr id="125979" name="Line 80"/>
              <p:cNvSpPr/>
              <p:nvPr/>
            </p:nvSpPr>
            <p:spPr>
              <a:xfrm>
                <a:off x="408" y="1225"/>
                <a:ext cx="408" cy="0"/>
              </a:xfrm>
              <a:prstGeom prst="line">
                <a:avLst/>
              </a:prstGeom>
              <a:ln w="19050" cap="sq" cmpd="sng">
                <a:solidFill>
                  <a:srgbClr val="FF0000"/>
                </a:solidFill>
                <a:prstDash val="solid"/>
                <a:headEnd type="none" w="med" len="med"/>
                <a:tailEnd type="none" w="med" len="med"/>
              </a:ln>
            </p:spPr>
          </p:sp>
          <p:sp>
            <p:nvSpPr>
              <p:cNvPr id="125980" name="Line 81"/>
              <p:cNvSpPr/>
              <p:nvPr/>
            </p:nvSpPr>
            <p:spPr>
              <a:xfrm>
                <a:off x="408" y="1452"/>
                <a:ext cx="408" cy="0"/>
              </a:xfrm>
              <a:prstGeom prst="line">
                <a:avLst/>
              </a:prstGeom>
              <a:ln w="19050" cap="sq" cmpd="sng">
                <a:solidFill>
                  <a:srgbClr val="FF0000"/>
                </a:solidFill>
                <a:prstDash val="solid"/>
                <a:headEnd type="none" w="med" len="med"/>
                <a:tailEnd type="none" w="med" len="med"/>
              </a:ln>
            </p:spPr>
          </p:sp>
          <p:sp>
            <p:nvSpPr>
              <p:cNvPr id="125981" name="Text Box 82"/>
              <p:cNvSpPr txBox="1"/>
              <p:nvPr/>
            </p:nvSpPr>
            <p:spPr>
              <a:xfrm>
                <a:off x="82" y="0"/>
                <a:ext cx="590"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IOW</a:t>
                </a:r>
                <a:endParaRPr lang="en-US" altLang="zh-CN" sz="2000" b="0" dirty="0">
                  <a:solidFill>
                    <a:schemeClr val="tx1"/>
                  </a:solidFill>
                  <a:latin typeface="Arial" panose="020B0604020202020204" pitchFamily="34" charset="0"/>
                </a:endParaRPr>
              </a:p>
            </p:txBody>
          </p:sp>
          <p:sp>
            <p:nvSpPr>
              <p:cNvPr id="125982" name="Text Box 83"/>
              <p:cNvSpPr txBox="1"/>
              <p:nvPr/>
            </p:nvSpPr>
            <p:spPr>
              <a:xfrm>
                <a:off x="91" y="302"/>
                <a:ext cx="590"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IOR</a:t>
                </a:r>
                <a:endParaRPr lang="en-US" altLang="zh-CN" sz="2000" b="0" dirty="0">
                  <a:solidFill>
                    <a:schemeClr val="tx1"/>
                  </a:solidFill>
                  <a:latin typeface="Arial" panose="020B0604020202020204" pitchFamily="34" charset="0"/>
                </a:endParaRPr>
              </a:p>
            </p:txBody>
          </p:sp>
          <p:sp>
            <p:nvSpPr>
              <p:cNvPr id="125983" name="Text Box 84"/>
              <p:cNvSpPr txBox="1"/>
              <p:nvPr/>
            </p:nvSpPr>
            <p:spPr>
              <a:xfrm>
                <a:off x="45" y="545"/>
                <a:ext cx="363"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A</a:t>
                </a:r>
                <a:r>
                  <a:rPr lang="en-US" altLang="zh-CN" sz="2000" b="0" dirty="0">
                    <a:solidFill>
                      <a:schemeClr val="tx1"/>
                    </a:solidFill>
                    <a:latin typeface="Arial" panose="020B0604020202020204" pitchFamily="34" charset="0"/>
                  </a:rPr>
                  <a:t>9</a:t>
                </a:r>
                <a:endParaRPr lang="en-US" altLang="zh-CN" sz="2000" b="0" dirty="0">
                  <a:solidFill>
                    <a:schemeClr val="tx1"/>
                  </a:solidFill>
                  <a:latin typeface="Arial" panose="020B0604020202020204" pitchFamily="34" charset="0"/>
                </a:endParaRPr>
              </a:p>
            </p:txBody>
          </p:sp>
          <p:sp>
            <p:nvSpPr>
              <p:cNvPr id="125984" name="Text Box 85"/>
              <p:cNvSpPr txBox="1"/>
              <p:nvPr/>
            </p:nvSpPr>
            <p:spPr>
              <a:xfrm>
                <a:off x="45" y="817"/>
                <a:ext cx="363"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A</a:t>
                </a:r>
                <a:r>
                  <a:rPr lang="en-US" altLang="zh-CN" sz="2000" b="0" dirty="0">
                    <a:solidFill>
                      <a:schemeClr val="tx1"/>
                    </a:solidFill>
                    <a:latin typeface="Arial" panose="020B0604020202020204" pitchFamily="34" charset="0"/>
                  </a:rPr>
                  <a:t>5</a:t>
                </a:r>
                <a:endParaRPr lang="en-US" altLang="zh-CN" sz="2000" b="0" dirty="0">
                  <a:solidFill>
                    <a:schemeClr val="tx1"/>
                  </a:solidFill>
                  <a:latin typeface="Arial" panose="020B0604020202020204" pitchFamily="34" charset="0"/>
                </a:endParaRPr>
              </a:p>
            </p:txBody>
          </p:sp>
          <p:sp>
            <p:nvSpPr>
              <p:cNvPr id="125985" name="Text Box 86"/>
              <p:cNvSpPr txBox="1"/>
              <p:nvPr/>
            </p:nvSpPr>
            <p:spPr>
              <a:xfrm>
                <a:off x="499" y="681"/>
                <a:ext cx="181"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ea typeface="宋体" panose="02010600030101010101" pitchFamily="2" charset="-122"/>
                  </a:rPr>
                  <a:t>:</a:t>
                </a:r>
                <a:endParaRPr lang="en-US" altLang="zh-CN" sz="2000" b="0" dirty="0">
                  <a:solidFill>
                    <a:schemeClr val="tx1"/>
                  </a:solidFill>
                  <a:latin typeface="Arial" panose="020B0604020202020204" pitchFamily="34" charset="0"/>
                  <a:ea typeface="宋体" panose="02010600030101010101" pitchFamily="2" charset="-122"/>
                </a:endParaRPr>
              </a:p>
            </p:txBody>
          </p:sp>
          <p:sp>
            <p:nvSpPr>
              <p:cNvPr id="125986" name="Text Box 87"/>
              <p:cNvSpPr txBox="1"/>
              <p:nvPr/>
            </p:nvSpPr>
            <p:spPr>
              <a:xfrm>
                <a:off x="0" y="1073"/>
                <a:ext cx="454"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A</a:t>
                </a:r>
                <a:r>
                  <a:rPr lang="en-US" altLang="zh-CN" sz="2000" b="0" dirty="0">
                    <a:solidFill>
                      <a:schemeClr val="tx1"/>
                    </a:solidFill>
                    <a:latin typeface="Arial" panose="020B0604020202020204" pitchFamily="34" charset="0"/>
                  </a:rPr>
                  <a:t>11</a:t>
                </a:r>
                <a:endParaRPr lang="en-US" altLang="zh-CN" sz="2000" b="0" dirty="0">
                  <a:solidFill>
                    <a:schemeClr val="tx1"/>
                  </a:solidFill>
                  <a:latin typeface="Arial" panose="020B0604020202020204" pitchFamily="34" charset="0"/>
                </a:endParaRPr>
              </a:p>
            </p:txBody>
          </p:sp>
          <p:sp>
            <p:nvSpPr>
              <p:cNvPr id="125987" name="Text Box 88"/>
              <p:cNvSpPr txBox="1"/>
              <p:nvPr/>
            </p:nvSpPr>
            <p:spPr>
              <a:xfrm>
                <a:off x="0" y="1300"/>
                <a:ext cx="454"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A</a:t>
                </a:r>
                <a:r>
                  <a:rPr lang="en-US" altLang="zh-CN" sz="2000" b="0" dirty="0">
                    <a:solidFill>
                      <a:schemeClr val="tx1"/>
                    </a:solidFill>
                    <a:latin typeface="Arial" panose="020B0604020202020204" pitchFamily="34" charset="0"/>
                  </a:rPr>
                  <a:t>10</a:t>
                </a:r>
                <a:endParaRPr lang="en-US" altLang="zh-CN" sz="2000" b="0" dirty="0">
                  <a:solidFill>
                    <a:schemeClr val="tx1"/>
                  </a:solidFill>
                  <a:latin typeface="Arial" panose="020B0604020202020204" pitchFamily="34" charset="0"/>
                </a:endParaRPr>
              </a:p>
            </p:txBody>
          </p:sp>
          <p:sp>
            <p:nvSpPr>
              <p:cNvPr id="125988" name="Line 89"/>
              <p:cNvSpPr/>
              <p:nvPr/>
            </p:nvSpPr>
            <p:spPr>
              <a:xfrm>
                <a:off x="1179" y="1361"/>
                <a:ext cx="545" cy="0"/>
              </a:xfrm>
              <a:prstGeom prst="line">
                <a:avLst/>
              </a:prstGeom>
              <a:ln w="19050" cap="sq" cmpd="sng">
                <a:solidFill>
                  <a:srgbClr val="FF0000"/>
                </a:solidFill>
                <a:prstDash val="solid"/>
                <a:headEnd type="none" w="med" len="med"/>
                <a:tailEnd type="none" w="med" len="med"/>
              </a:ln>
            </p:spPr>
          </p:sp>
          <p:sp>
            <p:nvSpPr>
              <p:cNvPr id="125989" name="Line 90"/>
              <p:cNvSpPr/>
              <p:nvPr/>
            </p:nvSpPr>
            <p:spPr>
              <a:xfrm>
                <a:off x="1179" y="817"/>
                <a:ext cx="545" cy="0"/>
              </a:xfrm>
              <a:prstGeom prst="line">
                <a:avLst/>
              </a:prstGeom>
              <a:ln w="19050" cap="sq" cmpd="sng">
                <a:solidFill>
                  <a:srgbClr val="FF0000"/>
                </a:solidFill>
                <a:prstDash val="solid"/>
                <a:headEnd type="none" w="med" len="med"/>
                <a:tailEnd type="none" w="med" len="med"/>
              </a:ln>
            </p:spPr>
          </p:sp>
          <p:sp>
            <p:nvSpPr>
              <p:cNvPr id="125990" name="Line 91"/>
              <p:cNvSpPr/>
              <p:nvPr/>
            </p:nvSpPr>
            <p:spPr>
              <a:xfrm>
                <a:off x="1361" y="318"/>
                <a:ext cx="363" cy="0"/>
              </a:xfrm>
              <a:prstGeom prst="line">
                <a:avLst/>
              </a:prstGeom>
              <a:ln w="19050" cap="sq" cmpd="sng">
                <a:solidFill>
                  <a:srgbClr val="FF0000"/>
                </a:solidFill>
                <a:prstDash val="solid"/>
                <a:headEnd type="none" w="med" len="med"/>
                <a:tailEnd type="none" w="med" len="med"/>
              </a:ln>
            </p:spPr>
          </p:sp>
          <p:sp>
            <p:nvSpPr>
              <p:cNvPr id="125991" name="Oval 92"/>
              <p:cNvSpPr/>
              <p:nvPr/>
            </p:nvSpPr>
            <p:spPr>
              <a:xfrm>
                <a:off x="1361" y="272"/>
                <a:ext cx="91" cy="91"/>
              </a:xfrm>
              <a:prstGeom prst="ellipse">
                <a:avLst/>
              </a:prstGeom>
              <a:solidFill>
                <a:srgbClr val="FF0000"/>
              </a:solidFill>
              <a:ln w="19050" cap="sq" cmpd="sng">
                <a:solidFill>
                  <a:srgbClr val="FF0000"/>
                </a:solidFill>
                <a:prstDash val="solid"/>
                <a:headEnd type="none" w="med" len="med"/>
                <a:tailEnd type="none" w="med" len="med"/>
              </a:ln>
            </p:spPr>
            <p:txBody>
              <a:bodyPr wrap="none" anchor="ctr" anchorCtr="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125992" name="Oval 93"/>
              <p:cNvSpPr/>
              <p:nvPr/>
            </p:nvSpPr>
            <p:spPr>
              <a:xfrm>
                <a:off x="1179" y="771"/>
                <a:ext cx="91" cy="91"/>
              </a:xfrm>
              <a:prstGeom prst="ellipse">
                <a:avLst/>
              </a:prstGeom>
              <a:solidFill>
                <a:srgbClr val="FF0000"/>
              </a:solidFill>
              <a:ln w="19050" cap="sq" cmpd="sng">
                <a:solidFill>
                  <a:srgbClr val="FF0000"/>
                </a:solidFill>
                <a:prstDash val="solid"/>
                <a:headEnd type="none" w="med" len="med"/>
                <a:tailEnd type="none" w="med" len="med"/>
              </a:ln>
            </p:spPr>
            <p:txBody>
              <a:bodyPr wrap="none" anchor="ctr" anchorCtr="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125993" name="Line 94"/>
              <p:cNvSpPr/>
              <p:nvPr/>
            </p:nvSpPr>
            <p:spPr>
              <a:xfrm>
                <a:off x="1815" y="1243"/>
                <a:ext cx="226" cy="0"/>
              </a:xfrm>
              <a:prstGeom prst="line">
                <a:avLst/>
              </a:prstGeom>
              <a:ln w="22225" cap="sq" cmpd="sng">
                <a:solidFill>
                  <a:schemeClr val="tx1"/>
                </a:solidFill>
                <a:prstDash val="solid"/>
                <a:headEnd type="none" w="med" len="med"/>
                <a:tailEnd type="none" w="med" len="med"/>
              </a:ln>
            </p:spPr>
          </p:sp>
          <p:sp>
            <p:nvSpPr>
              <p:cNvPr id="125994" name="Line 95"/>
              <p:cNvSpPr/>
              <p:nvPr/>
            </p:nvSpPr>
            <p:spPr>
              <a:xfrm>
                <a:off x="1815" y="726"/>
                <a:ext cx="226" cy="0"/>
              </a:xfrm>
              <a:prstGeom prst="line">
                <a:avLst/>
              </a:prstGeom>
              <a:ln w="22225" cap="sq" cmpd="sng">
                <a:solidFill>
                  <a:schemeClr val="tx1"/>
                </a:solidFill>
                <a:prstDash val="solid"/>
                <a:headEnd type="none" w="med" len="med"/>
                <a:tailEnd type="none" w="med" len="med"/>
              </a:ln>
            </p:spPr>
          </p:sp>
          <p:sp>
            <p:nvSpPr>
              <p:cNvPr id="125995" name="Line 96"/>
              <p:cNvSpPr/>
              <p:nvPr/>
            </p:nvSpPr>
            <p:spPr>
              <a:xfrm>
                <a:off x="136" y="9"/>
                <a:ext cx="362" cy="0"/>
              </a:xfrm>
              <a:prstGeom prst="line">
                <a:avLst/>
              </a:prstGeom>
              <a:ln w="22225" cap="sq" cmpd="sng">
                <a:solidFill>
                  <a:schemeClr val="tx1"/>
                </a:solidFill>
                <a:prstDash val="solid"/>
                <a:headEnd type="none" w="med" len="med"/>
                <a:tailEnd type="none" w="med" len="med"/>
              </a:ln>
            </p:spPr>
          </p:sp>
          <p:sp>
            <p:nvSpPr>
              <p:cNvPr id="125996" name="Line 97"/>
              <p:cNvSpPr/>
              <p:nvPr/>
            </p:nvSpPr>
            <p:spPr>
              <a:xfrm>
                <a:off x="136" y="318"/>
                <a:ext cx="362" cy="0"/>
              </a:xfrm>
              <a:prstGeom prst="line">
                <a:avLst/>
              </a:prstGeom>
              <a:ln w="22225" cap="sq" cmpd="sng">
                <a:solidFill>
                  <a:schemeClr val="tx1"/>
                </a:solidFill>
                <a:prstDash val="solid"/>
                <a:headEnd type="none" w="med" len="med"/>
                <a:tailEnd type="none" w="med" len="med"/>
              </a:ln>
            </p:spPr>
          </p:sp>
          <p:sp>
            <p:nvSpPr>
              <p:cNvPr id="125997" name="Text Box 98"/>
              <p:cNvSpPr txBox="1"/>
              <p:nvPr/>
            </p:nvSpPr>
            <p:spPr>
              <a:xfrm>
                <a:off x="998" y="1587"/>
                <a:ext cx="363"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A</a:t>
                </a:r>
                <a:r>
                  <a:rPr lang="en-US" altLang="zh-CN" sz="2000" b="0" dirty="0">
                    <a:solidFill>
                      <a:schemeClr val="tx1"/>
                    </a:solidFill>
                    <a:latin typeface="Arial" panose="020B0604020202020204" pitchFamily="34" charset="0"/>
                  </a:rPr>
                  <a:t>4</a:t>
                </a:r>
                <a:endParaRPr lang="en-US" altLang="zh-CN" sz="2000" b="0" dirty="0">
                  <a:solidFill>
                    <a:schemeClr val="tx1"/>
                  </a:solidFill>
                  <a:latin typeface="Arial" panose="020B0604020202020204" pitchFamily="34" charset="0"/>
                </a:endParaRPr>
              </a:p>
            </p:txBody>
          </p:sp>
          <p:sp>
            <p:nvSpPr>
              <p:cNvPr id="125998" name="Text Box 99"/>
              <p:cNvSpPr txBox="1"/>
              <p:nvPr/>
            </p:nvSpPr>
            <p:spPr>
              <a:xfrm>
                <a:off x="998" y="1798"/>
                <a:ext cx="363"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A</a:t>
                </a:r>
                <a:r>
                  <a:rPr lang="en-US" altLang="zh-CN" sz="2000" b="0" dirty="0">
                    <a:solidFill>
                      <a:schemeClr val="tx1"/>
                    </a:solidFill>
                    <a:latin typeface="Arial" panose="020B0604020202020204" pitchFamily="34" charset="0"/>
                  </a:rPr>
                  <a:t>3</a:t>
                </a:r>
                <a:endParaRPr lang="en-US" altLang="zh-CN" sz="2000" b="0" dirty="0">
                  <a:solidFill>
                    <a:schemeClr val="tx1"/>
                  </a:solidFill>
                  <a:latin typeface="Arial" panose="020B0604020202020204" pitchFamily="34" charset="0"/>
                </a:endParaRPr>
              </a:p>
            </p:txBody>
          </p:sp>
          <p:sp>
            <p:nvSpPr>
              <p:cNvPr id="125999" name="Text Box 100"/>
              <p:cNvSpPr txBox="1"/>
              <p:nvPr/>
            </p:nvSpPr>
            <p:spPr>
              <a:xfrm>
                <a:off x="998" y="2025"/>
                <a:ext cx="363"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A</a:t>
                </a:r>
                <a:r>
                  <a:rPr lang="en-US" altLang="zh-CN" sz="2000" b="0" dirty="0">
                    <a:solidFill>
                      <a:schemeClr val="tx1"/>
                    </a:solidFill>
                    <a:latin typeface="Arial" panose="020B0604020202020204" pitchFamily="34" charset="0"/>
                  </a:rPr>
                  <a:t>2</a:t>
                </a:r>
                <a:endParaRPr lang="en-US" altLang="zh-CN" sz="2000" b="0" dirty="0">
                  <a:solidFill>
                    <a:schemeClr val="tx1"/>
                  </a:solidFill>
                  <a:latin typeface="Arial" panose="020B0604020202020204" pitchFamily="34" charset="0"/>
                </a:endParaRPr>
              </a:p>
            </p:txBody>
          </p:sp>
        </p:grpSp>
        <p:sp>
          <p:nvSpPr>
            <p:cNvPr id="125959" name="Line 102"/>
            <p:cNvSpPr/>
            <p:nvPr/>
          </p:nvSpPr>
          <p:spPr>
            <a:xfrm>
              <a:off x="2450" y="3787166"/>
              <a:ext cx="408" cy="0"/>
            </a:xfrm>
            <a:prstGeom prst="line">
              <a:avLst/>
            </a:prstGeom>
            <a:ln w="19050" cap="sq" cmpd="sng">
              <a:solidFill>
                <a:srgbClr val="FF0000"/>
              </a:solidFill>
              <a:prstDash val="solid"/>
              <a:headEnd type="none" w="med" len="med"/>
              <a:tailEnd type="none" w="med" len="med"/>
            </a:ln>
          </p:spPr>
        </p:sp>
        <p:sp>
          <p:nvSpPr>
            <p:cNvPr id="125960" name="Text Box 103"/>
            <p:cNvSpPr txBox="1"/>
            <p:nvPr/>
          </p:nvSpPr>
          <p:spPr>
            <a:xfrm>
              <a:off x="2496" y="3401403"/>
              <a:ext cx="317" cy="4572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Arial" panose="020B0604020202020204" pitchFamily="34" charset="0"/>
                </a:rPr>
                <a:t>Y</a:t>
              </a:r>
              <a:r>
                <a:rPr lang="en-US" altLang="zh-CN" sz="2000" b="0" dirty="0">
                  <a:solidFill>
                    <a:schemeClr val="tx1"/>
                  </a:solidFill>
                  <a:latin typeface="Arial" panose="020B0604020202020204" pitchFamily="34" charset="0"/>
                </a:rPr>
                <a:t>0</a:t>
              </a:r>
              <a:endParaRPr lang="en-US" altLang="zh-CN" sz="2000" b="0" dirty="0">
                <a:solidFill>
                  <a:schemeClr val="tx1"/>
                </a:solidFill>
                <a:latin typeface="Arial" panose="020B0604020202020204" pitchFamily="34" charset="0"/>
              </a:endParaRPr>
            </a:p>
          </p:txBody>
        </p:sp>
        <p:sp>
          <p:nvSpPr>
            <p:cNvPr id="125961" name="Line 105"/>
            <p:cNvSpPr/>
            <p:nvPr/>
          </p:nvSpPr>
          <p:spPr>
            <a:xfrm>
              <a:off x="2523" y="0"/>
              <a:ext cx="227" cy="0"/>
            </a:xfrm>
            <a:prstGeom prst="line">
              <a:avLst/>
            </a:prstGeom>
            <a:ln w="22225" cap="sq" cmpd="sng">
              <a:solidFill>
                <a:schemeClr val="tx1"/>
              </a:solidFill>
              <a:prstDash val="solid"/>
              <a:headEnd type="none" w="med" len="med"/>
              <a:tailEnd type="none" w="med" len="med"/>
            </a:ln>
          </p:spPr>
        </p:sp>
      </p:gr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748">
                                            <p:txEl>
                                              <p:charRg st="0" end="10"/>
                                            </p:txEl>
                                          </p:spTgt>
                                        </p:tgtEl>
                                        <p:attrNameLst>
                                          <p:attrName>style.visibility</p:attrName>
                                        </p:attrNameLst>
                                      </p:cBhvr>
                                      <p:to>
                                        <p:strVal val="visible"/>
                                      </p:to>
                                    </p:set>
                                    <p:animEffect transition="in" filter="wipe(left)">
                                      <p:cBhvr>
                                        <p:cTn id="7" dur="500"/>
                                        <p:tgtEl>
                                          <p:spTgt spid="31748">
                                            <p:txEl>
                                              <p:charRg st="0" end="10"/>
                                            </p:txEl>
                                          </p:spTgt>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1748">
                                            <p:txEl>
                                              <p:charRg st="10" end="40"/>
                                            </p:txEl>
                                          </p:spTgt>
                                        </p:tgtEl>
                                        <p:attrNameLst>
                                          <p:attrName>style.visibility</p:attrName>
                                        </p:attrNameLst>
                                      </p:cBhvr>
                                      <p:to>
                                        <p:strVal val="visible"/>
                                      </p:to>
                                    </p:set>
                                    <p:animEffect transition="in" filter="wipe(left)">
                                      <p:cBhvr>
                                        <p:cTn id="11" dur="500"/>
                                        <p:tgtEl>
                                          <p:spTgt spid="31748">
                                            <p:txEl>
                                              <p:charRg st="10" end="4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31748">
                                            <p:txEl>
                                              <p:charRg st="40" end="46"/>
                                            </p:txEl>
                                          </p:spTgt>
                                        </p:tgtEl>
                                        <p:attrNameLst>
                                          <p:attrName>style.visibility</p:attrName>
                                        </p:attrNameLst>
                                      </p:cBhvr>
                                      <p:to>
                                        <p:strVal val="visible"/>
                                      </p:to>
                                    </p:set>
                                    <p:animEffect transition="in" filter="wipe(left)">
                                      <p:cBhvr>
                                        <p:cTn id="16" dur="500"/>
                                        <p:tgtEl>
                                          <p:spTgt spid="31748">
                                            <p:txEl>
                                              <p:charRg st="40" end="46"/>
                                            </p:txEl>
                                          </p:spTgt>
                                        </p:tgtEl>
                                      </p:cBhvr>
                                    </p:animEffect>
                                  </p:childTnLst>
                                </p:cTn>
                              </p:par>
                            </p:childTnLst>
                          </p:cTn>
                        </p:par>
                        <p:par>
                          <p:cTn id="17" fill="hold">
                            <p:stCondLst>
                              <p:cond delay="500"/>
                            </p:stCondLst>
                            <p:childTnLst>
                              <p:par>
                                <p:cTn id="18" presetID="22" presetClass="entr" presetSubtype="4" fill="hold" nodeType="afterEffect">
                                  <p:stCondLst>
                                    <p:cond delay="0"/>
                                  </p:stCondLst>
                                  <p:childTnLst>
                                    <p:set>
                                      <p:cBhvr>
                                        <p:cTn id="19" dur="1" fill="hold">
                                          <p:stCondLst>
                                            <p:cond delay="0"/>
                                          </p:stCondLst>
                                        </p:cTn>
                                        <p:tgtEl>
                                          <p:spTgt spid="31749"/>
                                        </p:tgtEl>
                                        <p:attrNameLst>
                                          <p:attrName>style.visibility</p:attrName>
                                        </p:attrNameLst>
                                      </p:cBhvr>
                                      <p:to>
                                        <p:strVal val="visible"/>
                                      </p:to>
                                    </p:set>
                                    <p:animEffect transition="in" filter="wipe(down)">
                                      <p:cBhvr>
                                        <p:cTn id="20" dur="500"/>
                                        <p:tgtEl>
                                          <p:spTgt spid="317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26978"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32772" name="Rectangle 3"/>
          <p:cNvSpPr>
            <a:spLocks noGrp="1" noChangeArrowheads="1"/>
          </p:cNvSpPr>
          <p:nvPr>
            <p:ph type="body" idx="4294967295"/>
          </p:nvPr>
        </p:nvSpPr>
        <p:spPr>
          <a:xfrm>
            <a:off x="755650" y="2051050"/>
            <a:ext cx="4181475" cy="4114800"/>
          </a:xfrm>
          <a:ln>
            <a:miter/>
          </a:ln>
        </p:spPr>
        <p:txBody>
          <a:bodyPr vert="horz" wrap="square" lIns="91440" tIns="45720" rIns="91440" bIns="45720" numCol="1" anchor="t" anchorCtr="0" compatLnSpc="1"/>
          <a:lstStyle/>
          <a:p>
            <a:pPr marL="342900" marR="0" lvl="0" indent="-34290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Char char="n"/>
              <a:defRPr/>
            </a:pPr>
            <a:r>
              <a:rPr kumimoji="0" lang="pt-BR" altLang="en-US" sz="2800" b="1" i="0" u="none" strike="noStrike" kern="1200" cap="none" spc="0" normalizeH="0" baseline="0" noProof="0" dirty="0">
                <a:ln>
                  <a:noFill/>
                </a:ln>
                <a:solidFill>
                  <a:schemeClr val="tx2"/>
                </a:solidFill>
                <a:effectLst/>
                <a:uLnTx/>
                <a:uFillTx/>
                <a:latin typeface="+mn-ea"/>
                <a:ea typeface="+mn-ea"/>
                <a:cs typeface="+mn-cs"/>
              </a:rPr>
              <a:t>8253</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计数初值：</a:t>
            </a:r>
            <a:endParaRPr kumimoji="0" lang="zh-CN" altLang="en-US" sz="2800" b="1" i="0" u="none" strike="noStrike" kern="1200" cap="none" spc="0" normalizeH="0" baseline="0" noProof="0" dirty="0">
              <a:ln>
                <a:noFill/>
              </a:ln>
              <a:solidFill>
                <a:schemeClr val="tx2"/>
              </a:solidFill>
              <a:effectLst/>
              <a:uLnTx/>
              <a:uFillTx/>
              <a:latin typeface="+mn-ea"/>
              <a:ea typeface="+mn-ea"/>
              <a:cs typeface="+mn-cs"/>
            </a:endParaRPr>
          </a:p>
          <a:p>
            <a:pPr marL="742950" marR="0" lvl="1" indent="-285750" algn="l" defTabSz="914400" rtl="0" eaLnBrk="1" fontAlgn="base" latinLnBrk="0" hangingPunct="1">
              <a:lnSpc>
                <a:spcPct val="110000"/>
              </a:lnSpc>
              <a:spcBef>
                <a:spcPct val="20000"/>
              </a:spcBef>
              <a:spcAft>
                <a:spcPct val="5000"/>
              </a:spcAft>
              <a:buClr>
                <a:schemeClr val="hlink"/>
              </a:buClr>
              <a:buSzPct val="55000"/>
              <a:buFont typeface="Wingdings" panose="05000000000000000000" pitchFamily="2" charset="2"/>
              <a:buChar char="n"/>
              <a:defRPr/>
            </a:pPr>
            <a:r>
              <a:rPr kumimoji="0" lang="en-US" altLang="zh-CN" sz="2400" b="1" i="0" u="none" strike="noStrike" kern="1200" cap="none" spc="0" normalizeH="0" baseline="0" noProof="0" dirty="0">
                <a:ln>
                  <a:noFill/>
                </a:ln>
                <a:solidFill>
                  <a:schemeClr val="tx1"/>
                </a:solidFill>
                <a:effectLst/>
                <a:uLnTx/>
                <a:uFillTx/>
                <a:latin typeface="+mn-ea"/>
                <a:ea typeface="+mn-ea"/>
                <a:cs typeface="+mn-cs"/>
              </a:rPr>
              <a:t>2MHz/100Hz=20000</a:t>
            </a:r>
            <a:endParaRPr kumimoji="0" lang="en-US" altLang="zh-CN" sz="2400" b="1" i="0" u="none" strike="noStrike" kern="1200" cap="none" spc="0" normalizeH="0" baseline="0" noProof="0" dirty="0">
              <a:ln>
                <a:noFill/>
              </a:ln>
              <a:solidFill>
                <a:schemeClr val="tx1"/>
              </a:solidFill>
              <a:effectLst/>
              <a:uLnTx/>
              <a:uFillTx/>
              <a:latin typeface="+mn-ea"/>
              <a:ea typeface="+mn-ea"/>
              <a:cs typeface="+mn-cs"/>
            </a:endParaRPr>
          </a:p>
          <a:p>
            <a:pPr marL="342900" marR="0" lvl="0" indent="-34290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Char char="n"/>
              <a:defRPr/>
            </a:pPr>
            <a:r>
              <a:rPr kumimoji="0" lang="en-US" altLang="zh-CN" sz="2800" b="1" i="0" u="none" strike="noStrike" kern="1200" cap="none" spc="0" normalizeH="0" baseline="0" noProof="0" dirty="0">
                <a:ln>
                  <a:noFill/>
                </a:ln>
                <a:solidFill>
                  <a:schemeClr val="tx2"/>
                </a:solidFill>
                <a:effectLst/>
                <a:uLnTx/>
                <a:uFillTx/>
                <a:latin typeface="+mn-ea"/>
                <a:ea typeface="+mn-ea"/>
                <a:cs typeface="+mn-cs"/>
              </a:rPr>
              <a:t>8253</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工作方式：</a:t>
            </a:r>
            <a:endParaRPr kumimoji="0" lang="zh-CN" altLang="en-US" sz="2800" b="1" i="0" u="none" strike="noStrike" kern="1200" cap="none" spc="0" normalizeH="0" baseline="0" noProof="0" dirty="0">
              <a:ln>
                <a:noFill/>
              </a:ln>
              <a:solidFill>
                <a:schemeClr val="tx2"/>
              </a:solidFill>
              <a:effectLst/>
              <a:uLnTx/>
              <a:uFillTx/>
              <a:latin typeface="+mn-ea"/>
              <a:ea typeface="+mn-ea"/>
              <a:cs typeface="+mn-cs"/>
            </a:endParaRPr>
          </a:p>
          <a:p>
            <a:pPr marL="742950" marR="0" lvl="1" indent="-285750" algn="l" defTabSz="914400" rtl="0" eaLnBrk="1" fontAlgn="base" latinLnBrk="0" hangingPunct="1">
              <a:lnSpc>
                <a:spcPct val="110000"/>
              </a:lnSpc>
              <a:spcBef>
                <a:spcPct val="20000"/>
              </a:spcBef>
              <a:spcAft>
                <a:spcPct val="5000"/>
              </a:spcAft>
              <a:buClr>
                <a:schemeClr val="hlink"/>
              </a:buClr>
              <a:buSzPct val="55000"/>
              <a:buFont typeface="Wingdings" panose="05000000000000000000" pitchFamily="2" charset="2"/>
              <a:buChar char="n"/>
              <a:defRPr/>
            </a:pPr>
            <a:r>
              <a:rPr kumimoji="0" lang="zh-CN" altLang="en-US" sz="2400" b="1" i="0" u="none" strike="noStrike" kern="1200" cap="none" spc="0" normalizeH="0" baseline="0" noProof="0" dirty="0">
                <a:ln>
                  <a:noFill/>
                </a:ln>
                <a:solidFill>
                  <a:schemeClr val="tx1"/>
                </a:solidFill>
                <a:effectLst/>
                <a:uLnTx/>
                <a:uFillTx/>
                <a:latin typeface="+mn-ea"/>
                <a:ea typeface="+mn-ea"/>
                <a:cs typeface="+mn-cs"/>
              </a:rPr>
              <a:t>方式</a:t>
            </a:r>
            <a:r>
              <a:rPr kumimoji="0" lang="en-US" altLang="zh-CN" sz="2400" b="1" i="0" u="none" strike="noStrike" kern="1200" cap="none" spc="0" normalizeH="0" baseline="0" noProof="0" dirty="0">
                <a:ln>
                  <a:noFill/>
                </a:ln>
                <a:solidFill>
                  <a:schemeClr val="tx1"/>
                </a:solidFill>
                <a:effectLst/>
                <a:uLnTx/>
                <a:uFillTx/>
                <a:latin typeface="+mn-ea"/>
                <a:ea typeface="+mn-ea"/>
                <a:cs typeface="+mn-cs"/>
              </a:rPr>
              <a:t>3</a:t>
            </a:r>
            <a:endParaRPr kumimoji="0" lang="en-US" altLang="zh-CN" sz="2400" b="1" i="0" u="none" strike="noStrike" kern="1200" cap="none" spc="0" normalizeH="0" baseline="0" noProof="0" dirty="0">
              <a:ln>
                <a:noFill/>
              </a:ln>
              <a:solidFill>
                <a:schemeClr val="tx1"/>
              </a:solidFill>
              <a:effectLst/>
              <a:uLnTx/>
              <a:uFillTx/>
              <a:latin typeface="+mn-ea"/>
              <a:ea typeface="+mn-ea"/>
              <a:cs typeface="+mn-cs"/>
            </a:endParaRPr>
          </a:p>
        </p:txBody>
      </p:sp>
      <p:sp>
        <p:nvSpPr>
          <p:cNvPr id="32773" name="Rectangle 4"/>
          <p:cNvSpPr/>
          <p:nvPr/>
        </p:nvSpPr>
        <p:spPr>
          <a:xfrm>
            <a:off x="5033963" y="1878013"/>
            <a:ext cx="3606800" cy="4103687"/>
          </a:xfrm>
          <a:prstGeom prst="rect">
            <a:avLst/>
          </a:prstGeom>
          <a:no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342900" lvl="0" indent="-342900">
              <a:lnSpc>
                <a:spcPct val="115000"/>
              </a:lnSpc>
              <a:spcAft>
                <a:spcPct val="0"/>
              </a:spcAft>
            </a:pPr>
            <a:r>
              <a:rPr lang="pt-BR" altLang="en-US" sz="1800" dirty="0">
                <a:latin typeface="Arial" panose="020B0604020202020204" pitchFamily="34" charset="0"/>
              </a:rPr>
              <a:t>8253</a:t>
            </a:r>
            <a:r>
              <a:rPr lang="zh-CN" altLang="en-US" sz="1800" dirty="0">
                <a:latin typeface="Arial" panose="020B0604020202020204" pitchFamily="34" charset="0"/>
              </a:rPr>
              <a:t>初始化程序：</a:t>
            </a:r>
            <a:endParaRPr lang="zh-CN" altLang="en-US" sz="1800" dirty="0">
              <a:latin typeface="Arial" panose="020B0604020202020204" pitchFamily="34" charset="0"/>
            </a:endParaRPr>
          </a:p>
          <a:p>
            <a:pPr marL="742950" lvl="1" indent="-285750">
              <a:lnSpc>
                <a:spcPct val="115000"/>
              </a:lnSpc>
              <a:spcAft>
                <a:spcPct val="0"/>
              </a:spcAft>
            </a:pPr>
            <a:r>
              <a:rPr lang="pt-BR" altLang="en-US" dirty="0">
                <a:latin typeface="楷体_GB2312" pitchFamily="1" charset="-122"/>
              </a:rPr>
              <a:t>MOV DX</a:t>
            </a:r>
            <a:r>
              <a:rPr lang="zh-CN" altLang="en-US" dirty="0">
                <a:latin typeface="楷体_GB2312" pitchFamily="1" charset="-122"/>
              </a:rPr>
              <a:t>，</a:t>
            </a:r>
            <a:r>
              <a:rPr lang="pt-BR" altLang="en-US" dirty="0">
                <a:latin typeface="楷体_GB2312" pitchFamily="1" charset="-122"/>
              </a:rPr>
              <a:t>3E3H</a:t>
            </a:r>
            <a:endParaRPr lang="pt-BR" altLang="en-US" dirty="0">
              <a:latin typeface="楷体_GB2312" pitchFamily="1" charset="-122"/>
            </a:endParaRPr>
          </a:p>
          <a:p>
            <a:pPr marL="742950" lvl="1" indent="-285750">
              <a:lnSpc>
                <a:spcPct val="115000"/>
              </a:lnSpc>
              <a:spcAft>
                <a:spcPct val="0"/>
              </a:spcAft>
            </a:pPr>
            <a:r>
              <a:rPr lang="pt-BR" altLang="en-US" dirty="0">
                <a:latin typeface="楷体_GB2312" pitchFamily="1" charset="-122"/>
              </a:rPr>
              <a:t>MOV AL</a:t>
            </a:r>
            <a:r>
              <a:rPr lang="zh-CN" altLang="en-US" dirty="0">
                <a:latin typeface="楷体_GB2312" pitchFamily="1" charset="-122"/>
              </a:rPr>
              <a:t>，</a:t>
            </a:r>
            <a:r>
              <a:rPr lang="pt-BR" altLang="en-US" dirty="0">
                <a:latin typeface="楷体_GB2312" pitchFamily="1" charset="-122"/>
              </a:rPr>
              <a:t>00110110</a:t>
            </a:r>
            <a:endParaRPr lang="pt-BR" altLang="en-US" dirty="0">
              <a:latin typeface="楷体_GB2312" pitchFamily="1" charset="-122"/>
            </a:endParaRPr>
          </a:p>
          <a:p>
            <a:pPr marL="742950" lvl="1" indent="-285750">
              <a:lnSpc>
                <a:spcPct val="115000"/>
              </a:lnSpc>
              <a:spcAft>
                <a:spcPct val="0"/>
              </a:spcAft>
            </a:pPr>
            <a:r>
              <a:rPr lang="pt-BR" altLang="en-US" dirty="0">
                <a:latin typeface="楷体_GB2312" pitchFamily="1" charset="-122"/>
              </a:rPr>
              <a:t>OUT DX</a:t>
            </a:r>
            <a:r>
              <a:rPr lang="zh-CN" altLang="en-US" dirty="0">
                <a:latin typeface="楷体_GB2312" pitchFamily="1" charset="-122"/>
              </a:rPr>
              <a:t>，</a:t>
            </a:r>
            <a:r>
              <a:rPr lang="pt-BR" altLang="en-US" dirty="0">
                <a:latin typeface="楷体_GB2312" pitchFamily="1" charset="-122"/>
              </a:rPr>
              <a:t>AL</a:t>
            </a:r>
            <a:endParaRPr lang="pt-BR" altLang="en-US" dirty="0">
              <a:latin typeface="楷体_GB2312" pitchFamily="1" charset="-122"/>
            </a:endParaRPr>
          </a:p>
          <a:p>
            <a:pPr marL="742950" lvl="1" indent="-285750">
              <a:lnSpc>
                <a:spcPct val="115000"/>
              </a:lnSpc>
              <a:spcAft>
                <a:spcPct val="0"/>
              </a:spcAft>
            </a:pPr>
            <a:r>
              <a:rPr lang="pt-BR" altLang="en-US" dirty="0">
                <a:latin typeface="楷体_GB2312" pitchFamily="1" charset="-122"/>
              </a:rPr>
              <a:t>MOV DX</a:t>
            </a:r>
            <a:r>
              <a:rPr lang="zh-CN" altLang="en-US" dirty="0">
                <a:latin typeface="楷体_GB2312" pitchFamily="1" charset="-122"/>
              </a:rPr>
              <a:t>，</a:t>
            </a:r>
            <a:r>
              <a:rPr lang="pt-BR" altLang="en-US" dirty="0">
                <a:latin typeface="楷体_GB2312" pitchFamily="1" charset="-122"/>
              </a:rPr>
              <a:t>3E0H</a:t>
            </a:r>
            <a:endParaRPr lang="en-US" altLang="zh-CN" dirty="0">
              <a:latin typeface="楷体_GB2312" pitchFamily="1" charset="-122"/>
            </a:endParaRPr>
          </a:p>
          <a:p>
            <a:pPr marL="742950" lvl="1" indent="-285750">
              <a:lnSpc>
                <a:spcPct val="115000"/>
              </a:lnSpc>
              <a:spcAft>
                <a:spcPct val="0"/>
              </a:spcAft>
            </a:pPr>
            <a:r>
              <a:rPr lang="en-US" altLang="zh-CN" dirty="0">
                <a:latin typeface="楷体_GB2312" pitchFamily="1" charset="-122"/>
              </a:rPr>
              <a:t>MOV AX</a:t>
            </a:r>
            <a:r>
              <a:rPr lang="zh-CN" altLang="en-US" dirty="0">
                <a:latin typeface="楷体_GB2312" pitchFamily="1" charset="-122"/>
              </a:rPr>
              <a:t>，</a:t>
            </a:r>
            <a:r>
              <a:rPr lang="en-US" altLang="zh-CN" dirty="0">
                <a:latin typeface="楷体_GB2312" pitchFamily="1" charset="-122"/>
              </a:rPr>
              <a:t>20000</a:t>
            </a:r>
            <a:endParaRPr lang="en-US" altLang="zh-CN" dirty="0">
              <a:latin typeface="楷体_GB2312" pitchFamily="1" charset="-122"/>
            </a:endParaRPr>
          </a:p>
          <a:p>
            <a:pPr marL="742950" lvl="1" indent="-285750">
              <a:lnSpc>
                <a:spcPct val="115000"/>
              </a:lnSpc>
              <a:spcAft>
                <a:spcPct val="0"/>
              </a:spcAft>
            </a:pPr>
            <a:r>
              <a:rPr lang="en-US" altLang="zh-CN" dirty="0">
                <a:latin typeface="楷体_GB2312" pitchFamily="1" charset="-122"/>
              </a:rPr>
              <a:t>OUT DX</a:t>
            </a:r>
            <a:r>
              <a:rPr lang="zh-CN" altLang="en-US" dirty="0">
                <a:latin typeface="楷体_GB2312" pitchFamily="1" charset="-122"/>
              </a:rPr>
              <a:t>，</a:t>
            </a:r>
            <a:r>
              <a:rPr lang="en-US" altLang="zh-CN" dirty="0">
                <a:latin typeface="楷体_GB2312" pitchFamily="1" charset="-122"/>
              </a:rPr>
              <a:t>AL</a:t>
            </a:r>
            <a:endParaRPr lang="en-US" altLang="zh-CN" dirty="0">
              <a:latin typeface="楷体_GB2312" pitchFamily="1" charset="-122"/>
            </a:endParaRPr>
          </a:p>
          <a:p>
            <a:pPr marL="742950" lvl="1" indent="-285750">
              <a:lnSpc>
                <a:spcPct val="115000"/>
              </a:lnSpc>
              <a:spcAft>
                <a:spcPct val="0"/>
              </a:spcAft>
            </a:pPr>
            <a:r>
              <a:rPr lang="en-US" altLang="zh-CN" dirty="0">
                <a:latin typeface="楷体_GB2312" pitchFamily="1" charset="-122"/>
              </a:rPr>
              <a:t>MOV AL</a:t>
            </a:r>
            <a:r>
              <a:rPr lang="zh-CN" altLang="en-US" dirty="0">
                <a:latin typeface="楷体_GB2312" pitchFamily="1" charset="-122"/>
              </a:rPr>
              <a:t>，</a:t>
            </a:r>
            <a:r>
              <a:rPr lang="en-US" altLang="zh-CN" dirty="0">
                <a:latin typeface="楷体_GB2312" pitchFamily="1" charset="-122"/>
              </a:rPr>
              <a:t>AH</a:t>
            </a:r>
            <a:endParaRPr lang="en-US" altLang="zh-CN" dirty="0">
              <a:latin typeface="楷体_GB2312" pitchFamily="1" charset="-122"/>
            </a:endParaRPr>
          </a:p>
          <a:p>
            <a:pPr marL="742950" lvl="1" indent="-285750">
              <a:lnSpc>
                <a:spcPct val="115000"/>
              </a:lnSpc>
              <a:spcAft>
                <a:spcPct val="0"/>
              </a:spcAft>
            </a:pPr>
            <a:r>
              <a:rPr lang="en-US" altLang="zh-CN" dirty="0">
                <a:latin typeface="楷体_GB2312" pitchFamily="1" charset="-122"/>
              </a:rPr>
              <a:t>OUT DX</a:t>
            </a:r>
            <a:r>
              <a:rPr lang="zh-CN" altLang="en-US" dirty="0">
                <a:latin typeface="楷体_GB2312" pitchFamily="1" charset="-122"/>
              </a:rPr>
              <a:t>，</a:t>
            </a:r>
            <a:r>
              <a:rPr lang="en-US" altLang="zh-CN" dirty="0">
                <a:latin typeface="楷体_GB2312" pitchFamily="1" charset="-122"/>
              </a:rPr>
              <a:t>AL </a:t>
            </a:r>
            <a:endParaRPr lang="zh-CN" altLang="en-US" dirty="0">
              <a:latin typeface="楷体_GB2312" pitchFamily="1" charset="-122"/>
            </a:endParaRPr>
          </a:p>
        </p:txBody>
      </p:sp>
      <p:sp>
        <p:nvSpPr>
          <p:cNvPr id="32774" name="Line 5"/>
          <p:cNvSpPr/>
          <p:nvPr/>
        </p:nvSpPr>
        <p:spPr>
          <a:xfrm>
            <a:off x="4932363" y="1773238"/>
            <a:ext cx="0" cy="5084762"/>
          </a:xfrm>
          <a:prstGeom prst="line">
            <a:avLst/>
          </a:prstGeom>
          <a:ln w="19050" cap="flat" cmpd="sng">
            <a:solidFill>
              <a:srgbClr val="FF0000"/>
            </a:solidFill>
            <a:prstDash val="dash"/>
            <a:headEnd type="none" w="med" len="med"/>
            <a:tailEnd type="none" w="med" len="med"/>
          </a:ln>
        </p:spPr>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2772">
                                            <p:txEl>
                                              <p:charRg st="0" end="10"/>
                                            </p:txEl>
                                          </p:spTgt>
                                        </p:tgtEl>
                                        <p:attrNameLst>
                                          <p:attrName>style.visibility</p:attrName>
                                        </p:attrNameLst>
                                      </p:cBhvr>
                                      <p:to>
                                        <p:strVal val="visible"/>
                                      </p:to>
                                    </p:set>
                                    <p:animEffect transition="in" filter="wipe(left)">
                                      <p:cBhvr>
                                        <p:cTn id="7" dur="500"/>
                                        <p:tgtEl>
                                          <p:spTgt spid="32772">
                                            <p:txEl>
                                              <p:charRg st="0" end="1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772">
                                            <p:txEl>
                                              <p:charRg st="10" end="27"/>
                                            </p:txEl>
                                          </p:spTgt>
                                        </p:tgtEl>
                                        <p:attrNameLst>
                                          <p:attrName>style.visibility</p:attrName>
                                        </p:attrNameLst>
                                      </p:cBhvr>
                                      <p:to>
                                        <p:strVal val="visible"/>
                                      </p:to>
                                    </p:set>
                                    <p:animEffect transition="in" filter="wipe(left)">
                                      <p:cBhvr>
                                        <p:cTn id="12" dur="500"/>
                                        <p:tgtEl>
                                          <p:spTgt spid="32772">
                                            <p:txEl>
                                              <p:charRg st="10" end="27"/>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32772">
                                            <p:txEl>
                                              <p:charRg st="27" end="37"/>
                                            </p:txEl>
                                          </p:spTgt>
                                        </p:tgtEl>
                                        <p:attrNameLst>
                                          <p:attrName>style.visibility</p:attrName>
                                        </p:attrNameLst>
                                      </p:cBhvr>
                                      <p:to>
                                        <p:strVal val="visible"/>
                                      </p:to>
                                    </p:set>
                                    <p:animEffect transition="in" filter="wipe(left)">
                                      <p:cBhvr>
                                        <p:cTn id="17" dur="500"/>
                                        <p:tgtEl>
                                          <p:spTgt spid="32772">
                                            <p:txEl>
                                              <p:charRg st="27" end="37"/>
                                            </p:txEl>
                                          </p:spTgt>
                                        </p:tgtEl>
                                      </p:cBhvr>
                                    </p:animEffect>
                                  </p:childTnLst>
                                </p:cTn>
                              </p:par>
                            </p:childTnLst>
                          </p:cTn>
                        </p:par>
                        <p:par>
                          <p:cTn id="18" fill="hold">
                            <p:stCondLst>
                              <p:cond delay="500"/>
                            </p:stCondLst>
                            <p:childTnLst>
                              <p:par>
                                <p:cTn id="19" presetID="22" presetClass="entr" presetSubtype="8" fill="hold" nodeType="afterEffect">
                                  <p:stCondLst>
                                    <p:cond delay="0"/>
                                  </p:stCondLst>
                                  <p:childTnLst>
                                    <p:set>
                                      <p:cBhvr>
                                        <p:cTn id="20" dur="1" fill="hold">
                                          <p:stCondLst>
                                            <p:cond delay="0"/>
                                          </p:stCondLst>
                                        </p:cTn>
                                        <p:tgtEl>
                                          <p:spTgt spid="32772">
                                            <p:txEl>
                                              <p:charRg st="37" end="41"/>
                                            </p:txEl>
                                          </p:spTgt>
                                        </p:tgtEl>
                                        <p:attrNameLst>
                                          <p:attrName>style.visibility</p:attrName>
                                        </p:attrNameLst>
                                      </p:cBhvr>
                                      <p:to>
                                        <p:strVal val="visible"/>
                                      </p:to>
                                    </p:set>
                                    <p:animEffect transition="in" filter="wipe(left)">
                                      <p:cBhvr>
                                        <p:cTn id="21" dur="500"/>
                                        <p:tgtEl>
                                          <p:spTgt spid="32772">
                                            <p:txEl>
                                              <p:charRg st="37" end="41"/>
                                            </p:txEl>
                                          </p:spTgt>
                                        </p:tgtEl>
                                      </p:cBhvr>
                                    </p:animEffect>
                                  </p:childTnLst>
                                </p:cTn>
                              </p:par>
                            </p:childTnLst>
                          </p:cTn>
                        </p:par>
                        <p:par>
                          <p:cTn id="22" fill="hold">
                            <p:stCondLst>
                              <p:cond delay="1000"/>
                            </p:stCondLst>
                            <p:childTnLst>
                              <p:par>
                                <p:cTn id="23" presetID="22" presetClass="entr" presetSubtype="1" fill="hold" nodeType="afterEffect">
                                  <p:stCondLst>
                                    <p:cond delay="0"/>
                                  </p:stCondLst>
                                  <p:childTnLst>
                                    <p:set>
                                      <p:cBhvr>
                                        <p:cTn id="24" dur="1" fill="hold">
                                          <p:stCondLst>
                                            <p:cond delay="0"/>
                                          </p:stCondLst>
                                        </p:cTn>
                                        <p:tgtEl>
                                          <p:spTgt spid="32774"/>
                                        </p:tgtEl>
                                        <p:attrNameLst>
                                          <p:attrName>style.visibility</p:attrName>
                                        </p:attrNameLst>
                                      </p:cBhvr>
                                      <p:to>
                                        <p:strVal val="visible"/>
                                      </p:to>
                                    </p:set>
                                    <p:animEffect transition="in" filter="wipe(up)">
                                      <p:cBhvr>
                                        <p:cTn id="25" dur="500"/>
                                        <p:tgtEl>
                                          <p:spTgt spid="32774"/>
                                        </p:tgtEl>
                                      </p:cBhvr>
                                    </p:animEffect>
                                  </p:childTnLst>
                                </p:cTn>
                              </p:par>
                            </p:childTnLst>
                          </p:cTn>
                        </p:par>
                      </p:childTnLst>
                    </p:cTn>
                  </p:par>
                  <p:par>
                    <p:cTn id="26" fill="hold">
                      <p:stCondLst>
                        <p:cond delay="indefinite"/>
                      </p:stCondLst>
                      <p:childTnLst>
                        <p:par>
                          <p:cTn id="27" fill="hold">
                            <p:stCondLst>
                              <p:cond delay="0"/>
                            </p:stCondLst>
                            <p:childTnLst>
                              <p:par>
                                <p:cTn id="28" presetID="3" presetClass="entr" presetSubtype="10" fill="hold" nodeType="clickEffect">
                                  <p:stCondLst>
                                    <p:cond delay="0"/>
                                  </p:stCondLst>
                                  <p:childTnLst>
                                    <p:set>
                                      <p:cBhvr>
                                        <p:cTn id="29" dur="1" fill="hold">
                                          <p:stCondLst>
                                            <p:cond delay="0"/>
                                          </p:stCondLst>
                                        </p:cTn>
                                        <p:tgtEl>
                                          <p:spTgt spid="32773">
                                            <p:txEl>
                                              <p:charRg st="0" end="11"/>
                                            </p:txEl>
                                          </p:spTgt>
                                        </p:tgtEl>
                                        <p:attrNameLst>
                                          <p:attrName>style.visibility</p:attrName>
                                        </p:attrNameLst>
                                      </p:cBhvr>
                                      <p:to>
                                        <p:strVal val="visible"/>
                                      </p:to>
                                    </p:set>
                                    <p:animEffect transition="in" filter="blinds(horizontal)">
                                      <p:cBhvr>
                                        <p:cTn id="30" dur="500"/>
                                        <p:tgtEl>
                                          <p:spTgt spid="32773">
                                            <p:txEl>
                                              <p:charRg st="0" end="11"/>
                                            </p:txEl>
                                          </p:spTgt>
                                        </p:tgtEl>
                                      </p:cBhvr>
                                    </p:animEffect>
                                  </p:childTnLst>
                                </p:cTn>
                              </p:par>
                              <p:par>
                                <p:cTn id="31" presetID="3" presetClass="entr" presetSubtype="10" fill="hold" nodeType="withEffect">
                                  <p:stCondLst>
                                    <p:cond delay="0"/>
                                  </p:stCondLst>
                                  <p:childTnLst>
                                    <p:set>
                                      <p:cBhvr>
                                        <p:cTn id="32" dur="1" fill="hold">
                                          <p:stCondLst>
                                            <p:cond delay="0"/>
                                          </p:stCondLst>
                                        </p:cTn>
                                        <p:tgtEl>
                                          <p:spTgt spid="32773">
                                            <p:txEl>
                                              <p:charRg st="11" end="23"/>
                                            </p:txEl>
                                          </p:spTgt>
                                        </p:tgtEl>
                                        <p:attrNameLst>
                                          <p:attrName>style.visibility</p:attrName>
                                        </p:attrNameLst>
                                      </p:cBhvr>
                                      <p:to>
                                        <p:strVal val="visible"/>
                                      </p:to>
                                    </p:set>
                                    <p:animEffect transition="in" filter="blinds(horizontal)">
                                      <p:cBhvr>
                                        <p:cTn id="33" dur="500"/>
                                        <p:tgtEl>
                                          <p:spTgt spid="32773">
                                            <p:txEl>
                                              <p:charRg st="11" end="23"/>
                                            </p:txEl>
                                          </p:spTgt>
                                        </p:tgtEl>
                                      </p:cBhvr>
                                    </p:animEffect>
                                  </p:childTnLst>
                                </p:cTn>
                              </p:par>
                              <p:par>
                                <p:cTn id="34" presetID="3" presetClass="entr" presetSubtype="10" fill="hold" nodeType="withEffect">
                                  <p:stCondLst>
                                    <p:cond delay="0"/>
                                  </p:stCondLst>
                                  <p:childTnLst>
                                    <p:set>
                                      <p:cBhvr>
                                        <p:cTn id="35" dur="1" fill="hold">
                                          <p:stCondLst>
                                            <p:cond delay="0"/>
                                          </p:stCondLst>
                                        </p:cTn>
                                        <p:tgtEl>
                                          <p:spTgt spid="32773">
                                            <p:txEl>
                                              <p:charRg st="23" end="39"/>
                                            </p:txEl>
                                          </p:spTgt>
                                        </p:tgtEl>
                                        <p:attrNameLst>
                                          <p:attrName>style.visibility</p:attrName>
                                        </p:attrNameLst>
                                      </p:cBhvr>
                                      <p:to>
                                        <p:strVal val="visible"/>
                                      </p:to>
                                    </p:set>
                                    <p:animEffect transition="in" filter="blinds(horizontal)">
                                      <p:cBhvr>
                                        <p:cTn id="36" dur="500"/>
                                        <p:tgtEl>
                                          <p:spTgt spid="32773">
                                            <p:txEl>
                                              <p:charRg st="23" end="39"/>
                                            </p:txEl>
                                          </p:spTgt>
                                        </p:tgtEl>
                                      </p:cBhvr>
                                    </p:animEffect>
                                  </p:childTnLst>
                                </p:cTn>
                              </p:par>
                              <p:par>
                                <p:cTn id="37" presetID="3" presetClass="entr" presetSubtype="10" fill="hold" nodeType="withEffect">
                                  <p:stCondLst>
                                    <p:cond delay="0"/>
                                  </p:stCondLst>
                                  <p:childTnLst>
                                    <p:set>
                                      <p:cBhvr>
                                        <p:cTn id="38" dur="1" fill="hold">
                                          <p:stCondLst>
                                            <p:cond delay="0"/>
                                          </p:stCondLst>
                                        </p:cTn>
                                        <p:tgtEl>
                                          <p:spTgt spid="32773">
                                            <p:txEl>
                                              <p:charRg st="39" end="49"/>
                                            </p:txEl>
                                          </p:spTgt>
                                        </p:tgtEl>
                                        <p:attrNameLst>
                                          <p:attrName>style.visibility</p:attrName>
                                        </p:attrNameLst>
                                      </p:cBhvr>
                                      <p:to>
                                        <p:strVal val="visible"/>
                                      </p:to>
                                    </p:set>
                                    <p:animEffect transition="in" filter="blinds(horizontal)">
                                      <p:cBhvr>
                                        <p:cTn id="39" dur="500"/>
                                        <p:tgtEl>
                                          <p:spTgt spid="32773">
                                            <p:txEl>
                                              <p:charRg st="39" end="49"/>
                                            </p:txEl>
                                          </p:spTgt>
                                        </p:tgtEl>
                                      </p:cBhvr>
                                    </p:animEffect>
                                  </p:childTnLst>
                                </p:cTn>
                              </p:par>
                              <p:par>
                                <p:cTn id="40" presetID="3" presetClass="entr" presetSubtype="10" fill="hold" nodeType="withEffect">
                                  <p:stCondLst>
                                    <p:cond delay="0"/>
                                  </p:stCondLst>
                                  <p:childTnLst>
                                    <p:set>
                                      <p:cBhvr>
                                        <p:cTn id="41" dur="1" fill="hold">
                                          <p:stCondLst>
                                            <p:cond delay="0"/>
                                          </p:stCondLst>
                                        </p:cTn>
                                        <p:tgtEl>
                                          <p:spTgt spid="32773">
                                            <p:txEl>
                                              <p:charRg st="49" end="61"/>
                                            </p:txEl>
                                          </p:spTgt>
                                        </p:tgtEl>
                                        <p:attrNameLst>
                                          <p:attrName>style.visibility</p:attrName>
                                        </p:attrNameLst>
                                      </p:cBhvr>
                                      <p:to>
                                        <p:strVal val="visible"/>
                                      </p:to>
                                    </p:set>
                                    <p:animEffect transition="in" filter="blinds(horizontal)">
                                      <p:cBhvr>
                                        <p:cTn id="42" dur="500"/>
                                        <p:tgtEl>
                                          <p:spTgt spid="32773">
                                            <p:txEl>
                                              <p:charRg st="49" end="61"/>
                                            </p:txEl>
                                          </p:spTgt>
                                        </p:tgtEl>
                                      </p:cBhvr>
                                    </p:animEffect>
                                  </p:childTnLst>
                                </p:cTn>
                              </p:par>
                              <p:par>
                                <p:cTn id="43" presetID="3" presetClass="entr" presetSubtype="10" fill="hold" nodeType="withEffect">
                                  <p:stCondLst>
                                    <p:cond delay="0"/>
                                  </p:stCondLst>
                                  <p:childTnLst>
                                    <p:set>
                                      <p:cBhvr>
                                        <p:cTn id="44" dur="1" fill="hold">
                                          <p:stCondLst>
                                            <p:cond delay="0"/>
                                          </p:stCondLst>
                                        </p:cTn>
                                        <p:tgtEl>
                                          <p:spTgt spid="32773">
                                            <p:txEl>
                                              <p:charRg st="61" end="74"/>
                                            </p:txEl>
                                          </p:spTgt>
                                        </p:tgtEl>
                                        <p:attrNameLst>
                                          <p:attrName>style.visibility</p:attrName>
                                        </p:attrNameLst>
                                      </p:cBhvr>
                                      <p:to>
                                        <p:strVal val="visible"/>
                                      </p:to>
                                    </p:set>
                                    <p:animEffect transition="in" filter="blinds(horizontal)">
                                      <p:cBhvr>
                                        <p:cTn id="45" dur="500"/>
                                        <p:tgtEl>
                                          <p:spTgt spid="32773">
                                            <p:txEl>
                                              <p:charRg st="61" end="74"/>
                                            </p:txEl>
                                          </p:spTgt>
                                        </p:tgtEl>
                                      </p:cBhvr>
                                    </p:animEffect>
                                  </p:childTnLst>
                                </p:cTn>
                              </p:par>
                              <p:par>
                                <p:cTn id="46" presetID="3" presetClass="entr" presetSubtype="10" fill="hold" nodeType="withEffect">
                                  <p:stCondLst>
                                    <p:cond delay="0"/>
                                  </p:stCondLst>
                                  <p:childTnLst>
                                    <p:set>
                                      <p:cBhvr>
                                        <p:cTn id="47" dur="1" fill="hold">
                                          <p:stCondLst>
                                            <p:cond delay="0"/>
                                          </p:stCondLst>
                                        </p:cTn>
                                        <p:tgtEl>
                                          <p:spTgt spid="32773">
                                            <p:txEl>
                                              <p:charRg st="74" end="84"/>
                                            </p:txEl>
                                          </p:spTgt>
                                        </p:tgtEl>
                                        <p:attrNameLst>
                                          <p:attrName>style.visibility</p:attrName>
                                        </p:attrNameLst>
                                      </p:cBhvr>
                                      <p:to>
                                        <p:strVal val="visible"/>
                                      </p:to>
                                    </p:set>
                                    <p:animEffect transition="in" filter="blinds(horizontal)">
                                      <p:cBhvr>
                                        <p:cTn id="48" dur="500"/>
                                        <p:tgtEl>
                                          <p:spTgt spid="32773">
                                            <p:txEl>
                                              <p:charRg st="74" end="84"/>
                                            </p:txEl>
                                          </p:spTgt>
                                        </p:tgtEl>
                                      </p:cBhvr>
                                    </p:animEffect>
                                  </p:childTnLst>
                                </p:cTn>
                              </p:par>
                              <p:par>
                                <p:cTn id="49" presetID="3" presetClass="entr" presetSubtype="10" fill="hold" nodeType="withEffect">
                                  <p:stCondLst>
                                    <p:cond delay="0"/>
                                  </p:stCondLst>
                                  <p:childTnLst>
                                    <p:set>
                                      <p:cBhvr>
                                        <p:cTn id="50" dur="1" fill="hold">
                                          <p:stCondLst>
                                            <p:cond delay="0"/>
                                          </p:stCondLst>
                                        </p:cTn>
                                        <p:tgtEl>
                                          <p:spTgt spid="32773">
                                            <p:txEl>
                                              <p:charRg st="84" end="94"/>
                                            </p:txEl>
                                          </p:spTgt>
                                        </p:tgtEl>
                                        <p:attrNameLst>
                                          <p:attrName>style.visibility</p:attrName>
                                        </p:attrNameLst>
                                      </p:cBhvr>
                                      <p:to>
                                        <p:strVal val="visible"/>
                                      </p:to>
                                    </p:set>
                                    <p:animEffect transition="in" filter="blinds(horizontal)">
                                      <p:cBhvr>
                                        <p:cTn id="51" dur="500"/>
                                        <p:tgtEl>
                                          <p:spTgt spid="32773">
                                            <p:txEl>
                                              <p:charRg st="84" end="94"/>
                                            </p:txEl>
                                          </p:spTgt>
                                        </p:tgtEl>
                                      </p:cBhvr>
                                    </p:animEffect>
                                  </p:childTnLst>
                                </p:cTn>
                              </p:par>
                              <p:par>
                                <p:cTn id="52" presetID="3" presetClass="entr" presetSubtype="10" fill="hold" nodeType="withEffect">
                                  <p:stCondLst>
                                    <p:cond delay="0"/>
                                  </p:stCondLst>
                                  <p:childTnLst>
                                    <p:set>
                                      <p:cBhvr>
                                        <p:cTn id="53" dur="1" fill="hold">
                                          <p:stCondLst>
                                            <p:cond delay="0"/>
                                          </p:stCondLst>
                                        </p:cTn>
                                        <p:tgtEl>
                                          <p:spTgt spid="32773">
                                            <p:txEl>
                                              <p:charRg st="94" end="105"/>
                                            </p:txEl>
                                          </p:spTgt>
                                        </p:tgtEl>
                                        <p:attrNameLst>
                                          <p:attrName>style.visibility</p:attrName>
                                        </p:attrNameLst>
                                      </p:cBhvr>
                                      <p:to>
                                        <p:strVal val="visible"/>
                                      </p:to>
                                    </p:set>
                                    <p:animEffect transition="in" filter="blinds(horizontal)">
                                      <p:cBhvr>
                                        <p:cTn id="54" dur="500"/>
                                        <p:tgtEl>
                                          <p:spTgt spid="32773">
                                            <p:txEl>
                                              <p:charRg st="94" end="10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28002"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33796" name="Rectangle 3"/>
          <p:cNvSpPr>
            <a:spLocks noGrp="1" noChangeArrowheads="1"/>
          </p:cNvSpPr>
          <p:nvPr>
            <p:ph type="body" idx="4294967295"/>
          </p:nvPr>
        </p:nvSpPr>
        <p:spPr>
          <a:xfrm>
            <a:off x="755650" y="2017713"/>
            <a:ext cx="3673475" cy="4003675"/>
          </a:xfrm>
          <a:ln>
            <a:miter/>
          </a:ln>
        </p:spPr>
        <p:txBody>
          <a:bodyPr vert="horz" wrap="square" lIns="91440" tIns="45720" rIns="91440" bIns="45720" numCol="1" anchor="t" anchorCtr="0" compatLnSpc="1"/>
          <a:lstStyle/>
          <a:p>
            <a:pPr marL="1160780" marR="0" lvl="0" indent="-116078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en-US" altLang="zh-CN" sz="2400" b="1" i="0" u="none" strike="noStrike" kern="1200" cap="none" spc="0" normalizeH="0" baseline="0" noProof="0" dirty="0">
                <a:ln>
                  <a:noFill/>
                </a:ln>
                <a:solidFill>
                  <a:schemeClr val="tx2"/>
                </a:solidFill>
                <a:effectLst/>
                <a:uLnTx/>
                <a:uFillTx/>
                <a:latin typeface="+mn-lt"/>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XOR AL</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AL</a:t>
            </a:r>
            <a:endParaRPr kumimoji="0" lang="pt-BR" altLang="en-US" sz="2400" b="1" i="0" u="none" strike="noStrike" kern="1200" cap="none" spc="0" normalizeH="0" baseline="0" noProof="0" dirty="0">
              <a:ln>
                <a:noFill/>
              </a:ln>
              <a:solidFill>
                <a:schemeClr val="tx2"/>
              </a:solidFill>
              <a:effectLst/>
              <a:uLnTx/>
              <a:uFillTx/>
              <a:latin typeface="+mn-ea"/>
              <a:ea typeface="+mn-ea"/>
              <a:cs typeface="+mn-cs"/>
            </a:endParaRPr>
          </a:p>
          <a:p>
            <a:pPr marL="1160780" marR="0" lvl="0" indent="-116078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pt-BR" altLang="en-US" sz="2400" b="1" i="0" u="none" strike="noStrike" kern="1200" cap="none" spc="0" normalizeH="0" baseline="0" noProof="0" dirty="0">
                <a:ln>
                  <a:noFill/>
                </a:ln>
                <a:solidFill>
                  <a:schemeClr val="tx2"/>
                </a:solidFill>
                <a:effectLst/>
                <a:uLnTx/>
                <a:uFillTx/>
                <a:latin typeface="+mn-ea"/>
                <a:ea typeface="+mn-ea"/>
                <a:cs typeface="+mn-cs"/>
              </a:rPr>
              <a:t>       MOV DX</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pt-BR" altLang="en-US" sz="2400" b="1" i="0" u="none" strike="noStrike" kern="1200" cap="none" spc="0" normalizeH="0" baseline="0" noProof="0" dirty="0">
                <a:ln>
                  <a:noFill/>
                </a:ln>
                <a:solidFill>
                  <a:schemeClr val="tx2"/>
                </a:solidFill>
                <a:effectLst/>
                <a:uLnTx/>
                <a:uFillTx/>
                <a:latin typeface="+mn-ea"/>
                <a:ea typeface="+mn-ea"/>
                <a:cs typeface="+mn-cs"/>
              </a:rPr>
              <a:t>3E5H</a:t>
            </a:r>
            <a:endParaRPr kumimoji="0" lang="pt-BR" altLang="en-US" sz="2400" b="1" i="0" u="none" strike="noStrike" kern="1200" cap="none" spc="0" normalizeH="0" baseline="0" noProof="0" dirty="0">
              <a:ln>
                <a:noFill/>
              </a:ln>
              <a:solidFill>
                <a:schemeClr val="tx2"/>
              </a:solidFill>
              <a:effectLst/>
              <a:uLnTx/>
              <a:uFillTx/>
              <a:latin typeface="+mn-ea"/>
              <a:ea typeface="+mn-ea"/>
              <a:cs typeface="+mn-cs"/>
            </a:endParaRPr>
          </a:p>
          <a:p>
            <a:pPr marL="1160780" marR="0" lvl="0" indent="-116078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pt-BR" altLang="en-US" sz="2400" b="1" i="0" u="none" strike="noStrike" kern="1200" cap="none" spc="0" normalizeH="0" baseline="0" noProof="0" dirty="0">
                <a:ln>
                  <a:noFill/>
                </a:ln>
                <a:solidFill>
                  <a:schemeClr val="tx2"/>
                </a:solidFill>
                <a:effectLst/>
                <a:uLnTx/>
                <a:uFillTx/>
                <a:latin typeface="+mn-ea"/>
                <a:ea typeface="+mn-ea"/>
                <a:cs typeface="+mn-cs"/>
              </a:rPr>
              <a:t>       OUT DX</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pt-BR" altLang="en-US" sz="2400" b="1" i="0" u="none" strike="noStrike" kern="1200" cap="none" spc="0" normalizeH="0" baseline="0" noProof="0" dirty="0">
                <a:ln>
                  <a:noFill/>
                </a:ln>
                <a:solidFill>
                  <a:schemeClr val="tx2"/>
                </a:solidFill>
                <a:effectLst/>
                <a:uLnTx/>
                <a:uFillTx/>
                <a:latin typeface="+mn-ea"/>
                <a:ea typeface="+mn-ea"/>
                <a:cs typeface="+mn-cs"/>
              </a:rPr>
              <a:t>AL</a:t>
            </a:r>
            <a:endParaRPr kumimoji="0" lang="pt-BR" altLang="en-US" sz="2400" b="1" i="0" u="none" strike="noStrike" kern="1200" cap="none" spc="0" normalizeH="0" baseline="0" noProof="0" dirty="0">
              <a:ln>
                <a:noFill/>
              </a:ln>
              <a:solidFill>
                <a:schemeClr val="tx2"/>
              </a:solidFill>
              <a:effectLst/>
              <a:uLnTx/>
              <a:uFillTx/>
              <a:latin typeface="+mn-ea"/>
              <a:ea typeface="+mn-ea"/>
              <a:cs typeface="+mn-cs"/>
            </a:endParaRPr>
          </a:p>
          <a:p>
            <a:pPr marL="1160780" marR="0" lvl="0" indent="-116078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pt-BR"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pt-BR" altLang="en-US" sz="2400" b="1" i="0" u="none" strike="noStrike" kern="1200" cap="none" spc="0" normalizeH="0" baseline="0" noProof="0" dirty="0">
                <a:ln>
                  <a:noFill/>
                </a:ln>
                <a:solidFill>
                  <a:srgbClr val="990000"/>
                </a:solidFill>
                <a:effectLst/>
                <a:uLnTx/>
                <a:uFillTx/>
                <a:latin typeface="+mn-ea"/>
                <a:ea typeface="+mn-ea"/>
                <a:cs typeface="+mn-cs"/>
              </a:rPr>
              <a:t>MOV DX</a:t>
            </a:r>
            <a:r>
              <a:rPr kumimoji="0" lang="zh-CN" altLang="en-US" sz="2400" b="1" i="0" u="none" strike="noStrike" kern="1200" cap="none" spc="0" normalizeH="0" baseline="0" noProof="0" dirty="0">
                <a:ln>
                  <a:noFill/>
                </a:ln>
                <a:solidFill>
                  <a:srgbClr val="990000"/>
                </a:solidFill>
                <a:effectLst/>
                <a:uLnTx/>
                <a:uFillTx/>
                <a:latin typeface="+mn-ea"/>
                <a:ea typeface="+mn-ea"/>
                <a:cs typeface="+mn-cs"/>
              </a:rPr>
              <a:t>，</a:t>
            </a:r>
            <a:r>
              <a:rPr kumimoji="0" lang="pt-BR" altLang="en-US" sz="2400" b="1" i="0" u="none" strike="noStrike" kern="1200" cap="none" spc="0" normalizeH="0" baseline="0" noProof="0" dirty="0">
                <a:ln>
                  <a:noFill/>
                </a:ln>
                <a:solidFill>
                  <a:srgbClr val="990000"/>
                </a:solidFill>
                <a:effectLst/>
                <a:uLnTx/>
                <a:uFillTx/>
                <a:latin typeface="+mn-ea"/>
                <a:ea typeface="+mn-ea"/>
                <a:cs typeface="+mn-cs"/>
              </a:rPr>
              <a:t>3E4H</a:t>
            </a:r>
            <a:endParaRPr kumimoji="0" lang="pt-BR" altLang="en-US" sz="2400" b="1" i="0" u="none" strike="noStrike" kern="1200" cap="none" spc="0" normalizeH="0" baseline="0" noProof="0" dirty="0">
              <a:ln>
                <a:noFill/>
              </a:ln>
              <a:solidFill>
                <a:srgbClr val="990000"/>
              </a:solidFill>
              <a:effectLst/>
              <a:uLnTx/>
              <a:uFillTx/>
              <a:latin typeface="+mn-ea"/>
              <a:ea typeface="+mn-ea"/>
              <a:cs typeface="+mn-cs"/>
            </a:endParaRPr>
          </a:p>
          <a:p>
            <a:pPr marL="1160780" marR="0" lvl="0" indent="-116078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pt-BR" altLang="en-US" sz="2400" b="1" i="0" u="none" strike="noStrike" kern="1200" cap="none" spc="0" normalizeH="0" baseline="0" noProof="0" dirty="0">
                <a:ln>
                  <a:noFill/>
                </a:ln>
                <a:solidFill>
                  <a:srgbClr val="990000"/>
                </a:solidFill>
                <a:effectLst/>
                <a:uLnTx/>
                <a:uFillTx/>
                <a:latin typeface="+mn-ea"/>
                <a:ea typeface="+mn-ea"/>
                <a:cs typeface="+mn-cs"/>
              </a:rPr>
              <a:t>NEXT</a:t>
            </a:r>
            <a:r>
              <a:rPr kumimoji="0" lang="zh-CN" altLang="en-US" sz="2400" b="1" i="0" u="none" strike="noStrike" kern="1200" cap="none" spc="0" normalizeH="0" baseline="0" noProof="0" dirty="0">
                <a:ln>
                  <a:noFill/>
                </a:ln>
                <a:solidFill>
                  <a:srgbClr val="990000"/>
                </a:solidFill>
                <a:effectLst/>
                <a:uLnTx/>
                <a:uFillTx/>
                <a:latin typeface="+mn-ea"/>
                <a:ea typeface="+mn-ea"/>
                <a:cs typeface="+mn-cs"/>
              </a:rPr>
              <a:t>： </a:t>
            </a:r>
            <a:r>
              <a:rPr kumimoji="0" lang="pt-BR" altLang="en-US" sz="2400" b="1" i="0" u="none" strike="noStrike" kern="1200" cap="none" spc="0" normalizeH="0" baseline="0" noProof="0" dirty="0">
                <a:ln>
                  <a:noFill/>
                </a:ln>
                <a:solidFill>
                  <a:srgbClr val="990000"/>
                </a:solidFill>
                <a:effectLst/>
                <a:uLnTx/>
                <a:uFillTx/>
                <a:latin typeface="+mn-ea"/>
                <a:ea typeface="+mn-ea"/>
                <a:cs typeface="+mn-cs"/>
              </a:rPr>
              <a:t>IN AL</a:t>
            </a:r>
            <a:r>
              <a:rPr kumimoji="0" lang="zh-CN" altLang="en-US" sz="2400" b="1" i="0" u="none" strike="noStrike" kern="1200" cap="none" spc="0" normalizeH="0" baseline="0" noProof="0" dirty="0">
                <a:ln>
                  <a:noFill/>
                </a:ln>
                <a:solidFill>
                  <a:srgbClr val="990000"/>
                </a:solidFill>
                <a:effectLst/>
                <a:uLnTx/>
                <a:uFillTx/>
                <a:latin typeface="+mn-ea"/>
                <a:ea typeface="+mn-ea"/>
                <a:cs typeface="+mn-cs"/>
              </a:rPr>
              <a:t>，</a:t>
            </a:r>
            <a:r>
              <a:rPr kumimoji="0" lang="pt-BR" altLang="en-US" sz="2400" b="1" i="0" u="none" strike="noStrike" kern="1200" cap="none" spc="0" normalizeH="0" baseline="0" noProof="0" dirty="0">
                <a:ln>
                  <a:noFill/>
                </a:ln>
                <a:solidFill>
                  <a:srgbClr val="990000"/>
                </a:solidFill>
                <a:effectLst/>
                <a:uLnTx/>
                <a:uFillTx/>
                <a:latin typeface="+mn-ea"/>
                <a:ea typeface="+mn-ea"/>
                <a:cs typeface="+mn-cs"/>
              </a:rPr>
              <a:t>DX</a:t>
            </a:r>
            <a:endParaRPr kumimoji="0" lang="en-US" altLang="zh-CN" sz="2400" b="1" i="0" u="none" strike="noStrike" kern="1200" cap="none" spc="0" normalizeH="0" baseline="0" noProof="0" dirty="0">
              <a:ln>
                <a:noFill/>
              </a:ln>
              <a:solidFill>
                <a:srgbClr val="990000"/>
              </a:solidFill>
              <a:effectLst/>
              <a:uLnTx/>
              <a:uFillTx/>
              <a:latin typeface="+mn-ea"/>
              <a:ea typeface="+mn-ea"/>
              <a:cs typeface="+mn-cs"/>
            </a:endParaRPr>
          </a:p>
          <a:p>
            <a:pPr marL="1160780" marR="0" lvl="0" indent="-116078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en-US" altLang="zh-CN" sz="2400" b="1" i="0" u="none" strike="noStrike" kern="1200" cap="none" spc="0" normalizeH="0" baseline="0" noProof="0" dirty="0">
                <a:ln>
                  <a:noFill/>
                </a:ln>
                <a:solidFill>
                  <a:srgbClr val="990000"/>
                </a:solidFill>
                <a:effectLst/>
                <a:uLnTx/>
                <a:uFillTx/>
                <a:latin typeface="+mn-ea"/>
                <a:ea typeface="+mn-ea"/>
                <a:cs typeface="+mn-cs"/>
              </a:rPr>
              <a:t>       AND AL</a:t>
            </a:r>
            <a:r>
              <a:rPr kumimoji="0" lang="zh-CN" altLang="en-US" sz="2400" b="1" i="0" u="none" strike="noStrike" kern="1200" cap="none" spc="0" normalizeH="0" baseline="0" noProof="0" dirty="0">
                <a:ln>
                  <a:noFill/>
                </a:ln>
                <a:solidFill>
                  <a:srgbClr val="990000"/>
                </a:solidFill>
                <a:effectLst/>
                <a:uLnTx/>
                <a:uFillTx/>
                <a:latin typeface="+mn-ea"/>
                <a:ea typeface="+mn-ea"/>
                <a:cs typeface="+mn-cs"/>
              </a:rPr>
              <a:t>，</a:t>
            </a:r>
            <a:r>
              <a:rPr kumimoji="0" lang="en-US" altLang="zh-CN" sz="2400" b="1" i="0" u="none" strike="noStrike" kern="1200" cap="none" spc="0" normalizeH="0" baseline="0" noProof="0" dirty="0">
                <a:ln>
                  <a:noFill/>
                </a:ln>
                <a:solidFill>
                  <a:srgbClr val="990000"/>
                </a:solidFill>
                <a:effectLst/>
                <a:uLnTx/>
                <a:uFillTx/>
                <a:latin typeface="+mn-ea"/>
                <a:ea typeface="+mn-ea"/>
                <a:cs typeface="+mn-cs"/>
              </a:rPr>
              <a:t>01H</a:t>
            </a:r>
            <a:endParaRPr kumimoji="0" lang="en-US" altLang="zh-CN" sz="2400" b="1" i="0" u="none" strike="noStrike" kern="1200" cap="none" spc="0" normalizeH="0" baseline="0" noProof="0" dirty="0">
              <a:ln>
                <a:noFill/>
              </a:ln>
              <a:solidFill>
                <a:srgbClr val="990000"/>
              </a:solidFill>
              <a:effectLst/>
              <a:uLnTx/>
              <a:uFillTx/>
              <a:latin typeface="+mn-ea"/>
              <a:ea typeface="+mn-ea"/>
              <a:cs typeface="+mn-cs"/>
            </a:endParaRPr>
          </a:p>
          <a:p>
            <a:pPr marL="1160780" marR="0" lvl="0" indent="-116078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en-US" altLang="zh-CN" sz="2400" b="1" i="0" u="none" strike="noStrike" kern="1200" cap="none" spc="0" normalizeH="0" baseline="0" noProof="0" dirty="0">
                <a:ln>
                  <a:noFill/>
                </a:ln>
                <a:solidFill>
                  <a:srgbClr val="990000"/>
                </a:solidFill>
                <a:effectLst/>
                <a:uLnTx/>
                <a:uFillTx/>
                <a:latin typeface="+mn-ea"/>
                <a:ea typeface="+mn-ea"/>
                <a:cs typeface="+mn-cs"/>
              </a:rPr>
              <a:t>       JZ  NEXT</a:t>
            </a:r>
            <a:endParaRPr kumimoji="0" lang="en-US" altLang="zh-CN" sz="2400" b="1" i="0" u="none" strike="noStrike" kern="1200" cap="none" spc="0" normalizeH="0" baseline="0" noProof="0" dirty="0">
              <a:ln>
                <a:noFill/>
              </a:ln>
              <a:solidFill>
                <a:srgbClr val="990000"/>
              </a:solidFill>
              <a:effectLst/>
              <a:uLnTx/>
              <a:uFillTx/>
              <a:latin typeface="+mn-ea"/>
              <a:ea typeface="+mn-ea"/>
              <a:cs typeface="+mn-cs"/>
            </a:endParaRPr>
          </a:p>
          <a:p>
            <a:pPr marL="1160780" marR="0" lvl="0" indent="-1160780" algn="l" defTabSz="914400" rtl="0" eaLnBrk="1" fontAlgn="base" latinLnBrk="0" hangingPunct="1">
              <a:lnSpc>
                <a:spcPct val="110000"/>
              </a:lnSpc>
              <a:spcBef>
                <a:spcPct val="20000"/>
              </a:spcBef>
              <a:spcAft>
                <a:spcPct val="5000"/>
              </a:spcAft>
              <a:buClr>
                <a:schemeClr val="folHlink"/>
              </a:buClr>
              <a:buSzPct val="60000"/>
              <a:buFont typeface="Wingdings" panose="05000000000000000000" pitchFamily="2" charset="2"/>
              <a:buNone/>
              <a:defRPr/>
            </a:pPr>
            <a:r>
              <a:rPr kumimoji="0" lang="pt-BR"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pt-BR" altLang="en-US" sz="2400" b="1" i="0" u="none" strike="noStrike" kern="1200" cap="none" spc="0" normalizeH="0" baseline="0" noProof="0" dirty="0">
                <a:ln>
                  <a:noFill/>
                </a:ln>
                <a:solidFill>
                  <a:schemeClr val="tx1"/>
                </a:solidFill>
                <a:effectLst/>
                <a:uLnTx/>
                <a:uFillTx/>
                <a:latin typeface="+mn-ea"/>
                <a:ea typeface="+mn-ea"/>
                <a:cs typeface="+mn-cs"/>
              </a:rPr>
              <a:t>MOV DX</a:t>
            </a:r>
            <a:r>
              <a:rPr kumimoji="0" lang="zh-CN" altLang="en-US" sz="2400" b="1" i="0" u="none" strike="noStrike" kern="1200" cap="none" spc="0" normalizeH="0" baseline="0" noProof="0" dirty="0">
                <a:ln>
                  <a:noFill/>
                </a:ln>
                <a:solidFill>
                  <a:schemeClr val="tx1"/>
                </a:solidFill>
                <a:effectLst/>
                <a:uLnTx/>
                <a:uFillTx/>
                <a:latin typeface="+mn-ea"/>
                <a:ea typeface="+mn-ea"/>
                <a:cs typeface="+mn-cs"/>
              </a:rPr>
              <a:t>，</a:t>
            </a:r>
            <a:r>
              <a:rPr kumimoji="0" lang="pt-BR" altLang="en-US" sz="2400" b="1" i="0" u="none" strike="noStrike" kern="1200" cap="none" spc="0" normalizeH="0" baseline="0" noProof="0" dirty="0">
                <a:ln>
                  <a:noFill/>
                </a:ln>
                <a:solidFill>
                  <a:schemeClr val="tx1"/>
                </a:solidFill>
                <a:effectLst/>
                <a:uLnTx/>
                <a:uFillTx/>
                <a:latin typeface="+mn-ea"/>
                <a:ea typeface="+mn-ea"/>
                <a:cs typeface="+mn-cs"/>
              </a:rPr>
              <a:t>3E5H</a:t>
            </a:r>
            <a:endParaRPr kumimoji="0" lang="en-US" altLang="zh-CN" sz="2400" b="1" i="0" u="none" strike="noStrike" kern="1200" cap="none" spc="0" normalizeH="0" baseline="0" noProof="0" dirty="0">
              <a:ln>
                <a:noFill/>
              </a:ln>
              <a:solidFill>
                <a:schemeClr val="tx1"/>
              </a:solidFill>
              <a:effectLst/>
              <a:uLnTx/>
              <a:uFillTx/>
              <a:latin typeface="+mn-ea"/>
              <a:ea typeface="+mn-ea"/>
              <a:cs typeface="+mn-cs"/>
            </a:endParaRPr>
          </a:p>
        </p:txBody>
      </p:sp>
      <p:sp>
        <p:nvSpPr>
          <p:cNvPr id="33797" name="Rectangle 4"/>
          <p:cNvSpPr/>
          <p:nvPr/>
        </p:nvSpPr>
        <p:spPr>
          <a:xfrm>
            <a:off x="4211638" y="2060575"/>
            <a:ext cx="4932362" cy="3960813"/>
          </a:xfrm>
          <a:prstGeom prst="rect">
            <a:avLst/>
          </a:prstGeom>
          <a:no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342900" lvl="0" indent="-342900">
              <a:spcAft>
                <a:spcPct val="0"/>
              </a:spcAft>
              <a:buNone/>
            </a:pPr>
            <a:r>
              <a:rPr lang="pt-BR" altLang="en-US" sz="2400" dirty="0">
                <a:latin typeface="楷体_GB2312" pitchFamily="1" charset="-122"/>
              </a:rPr>
              <a:t>      </a:t>
            </a:r>
            <a:r>
              <a:rPr lang="pt-BR" altLang="en-US" sz="2400" dirty="0">
                <a:solidFill>
                  <a:schemeClr val="tx1"/>
                </a:solidFill>
                <a:latin typeface="楷体_GB2312" pitchFamily="1" charset="-122"/>
              </a:rPr>
              <a:t>MOV AL</a:t>
            </a:r>
            <a:r>
              <a:rPr lang="zh-CN" altLang="en-US" sz="2400" dirty="0">
                <a:solidFill>
                  <a:schemeClr val="tx1"/>
                </a:solidFill>
                <a:latin typeface="楷体_GB2312" pitchFamily="1" charset="-122"/>
              </a:rPr>
              <a:t>，</a:t>
            </a:r>
            <a:r>
              <a:rPr lang="pt-BR" altLang="en-US" sz="2400" dirty="0">
                <a:solidFill>
                  <a:srgbClr val="FF0000"/>
                </a:solidFill>
                <a:latin typeface="楷体_GB2312" pitchFamily="1" charset="-122"/>
              </a:rPr>
              <a:t>2</a:t>
            </a:r>
            <a:r>
              <a:rPr lang="zh-CN" altLang="en-US" sz="2400" dirty="0">
                <a:solidFill>
                  <a:srgbClr val="FF0000"/>
                </a:solidFill>
                <a:latin typeface="楷体_GB2312" pitchFamily="1" charset="-122"/>
              </a:rPr>
              <a:t>；</a:t>
            </a:r>
            <a:r>
              <a:rPr lang="en-US" altLang="zh-CN" sz="2400" dirty="0">
                <a:solidFill>
                  <a:srgbClr val="FF0000"/>
                </a:solidFill>
                <a:latin typeface="楷体_GB2312" pitchFamily="1" charset="-122"/>
              </a:rPr>
              <a:t>D1</a:t>
            </a:r>
            <a:r>
              <a:rPr lang="zh-CN" altLang="en-US" sz="2400" dirty="0">
                <a:solidFill>
                  <a:srgbClr val="FF0000"/>
                </a:solidFill>
                <a:latin typeface="楷体_GB2312" pitchFamily="1" charset="-122"/>
              </a:rPr>
              <a:t>（</a:t>
            </a:r>
            <a:r>
              <a:rPr lang="en-US" altLang="zh-CN" sz="2400" dirty="0">
                <a:solidFill>
                  <a:srgbClr val="FF0000"/>
                </a:solidFill>
                <a:latin typeface="楷体_GB2312" pitchFamily="1" charset="-122"/>
              </a:rPr>
              <a:t>D</a:t>
            </a:r>
            <a:r>
              <a:rPr lang="zh-CN" altLang="en-US" sz="2400" dirty="0">
                <a:solidFill>
                  <a:srgbClr val="FF0000"/>
                </a:solidFill>
                <a:latin typeface="楷体_GB2312" pitchFamily="1" charset="-122"/>
              </a:rPr>
              <a:t>触发器）</a:t>
            </a:r>
            <a:endParaRPr lang="en-US" altLang="zh-CN" sz="2400" dirty="0">
              <a:solidFill>
                <a:srgbClr val="FF0000"/>
              </a:solidFill>
              <a:latin typeface="楷体_GB2312" pitchFamily="1" charset="-122"/>
            </a:endParaRPr>
          </a:p>
          <a:p>
            <a:pPr marL="342900" lvl="0" indent="-342900">
              <a:spcAft>
                <a:spcPct val="0"/>
              </a:spcAft>
              <a:buNone/>
            </a:pPr>
            <a:r>
              <a:rPr lang="en-US" altLang="zh-CN" sz="2400" dirty="0">
                <a:solidFill>
                  <a:schemeClr val="tx1"/>
                </a:solidFill>
                <a:latin typeface="楷体_GB2312" pitchFamily="1" charset="-122"/>
              </a:rPr>
              <a:t>      OUT DX</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AL</a:t>
            </a:r>
            <a:endParaRPr lang="en-US" altLang="zh-CN" sz="2400" dirty="0">
              <a:solidFill>
                <a:schemeClr val="tx1"/>
              </a:solidFill>
              <a:latin typeface="楷体_GB2312" pitchFamily="1" charset="-122"/>
            </a:endParaRPr>
          </a:p>
          <a:p>
            <a:pPr marL="342900" lvl="0" indent="-342900">
              <a:lnSpc>
                <a:spcPct val="90000"/>
              </a:lnSpc>
              <a:spcAft>
                <a:spcPct val="0"/>
              </a:spcAft>
              <a:buNone/>
            </a:pPr>
            <a:r>
              <a:rPr lang="en-US" altLang="zh-CN" sz="2400" dirty="0">
                <a:latin typeface="楷体_GB2312" pitchFamily="1" charset="-122"/>
              </a:rPr>
              <a:t>GOON</a:t>
            </a:r>
            <a:r>
              <a:rPr lang="zh-CN" altLang="en-US" sz="2400" dirty="0">
                <a:latin typeface="楷体_GB2312" pitchFamily="1" charset="-122"/>
              </a:rPr>
              <a:t>：</a:t>
            </a:r>
            <a:r>
              <a:rPr lang="en-US" altLang="zh-CN" sz="2400" dirty="0">
                <a:latin typeface="楷体_GB2312" pitchFamily="1" charset="-122"/>
              </a:rPr>
              <a:t>MOV AH</a:t>
            </a:r>
            <a:r>
              <a:rPr lang="zh-CN" altLang="en-US" sz="2400" dirty="0">
                <a:latin typeface="楷体_GB2312" pitchFamily="1" charset="-122"/>
              </a:rPr>
              <a:t>，</a:t>
            </a:r>
            <a:r>
              <a:rPr lang="en-US" altLang="zh-CN" sz="2400" dirty="0">
                <a:latin typeface="楷体_GB2312" pitchFamily="1" charset="-122"/>
              </a:rPr>
              <a:t>1</a:t>
            </a:r>
            <a:r>
              <a:rPr lang="zh-CN" altLang="en-US" sz="2400" dirty="0">
                <a:latin typeface="楷体_GB2312" pitchFamily="1" charset="-122"/>
              </a:rPr>
              <a:t>；键盘</a:t>
            </a:r>
            <a:endParaRPr lang="en-US" altLang="zh-CN" sz="2400" dirty="0">
              <a:latin typeface="楷体_GB2312" pitchFamily="1" charset="-122"/>
            </a:endParaRPr>
          </a:p>
          <a:p>
            <a:pPr marL="342900" lvl="0" indent="-342900">
              <a:lnSpc>
                <a:spcPct val="90000"/>
              </a:lnSpc>
              <a:spcAft>
                <a:spcPct val="0"/>
              </a:spcAft>
              <a:buNone/>
            </a:pPr>
            <a:r>
              <a:rPr lang="en-US" altLang="zh-CN" sz="2400" dirty="0">
                <a:latin typeface="楷体_GB2312" pitchFamily="1" charset="-122"/>
              </a:rPr>
              <a:t>      INT 16H</a:t>
            </a:r>
            <a:endParaRPr lang="en-US" altLang="zh-CN" sz="2400" dirty="0">
              <a:latin typeface="楷体_GB2312" pitchFamily="1" charset="-122"/>
            </a:endParaRPr>
          </a:p>
          <a:p>
            <a:pPr marL="342900" lvl="0" indent="-342900">
              <a:lnSpc>
                <a:spcPct val="90000"/>
              </a:lnSpc>
              <a:spcAft>
                <a:spcPct val="0"/>
              </a:spcAft>
              <a:buNone/>
            </a:pPr>
            <a:r>
              <a:rPr lang="en-US" altLang="zh-CN" sz="2400" dirty="0">
                <a:latin typeface="楷体_GB2312" pitchFamily="1" charset="-122"/>
              </a:rPr>
              <a:t>      JZ  GOON</a:t>
            </a:r>
            <a:endParaRPr lang="en-US" altLang="zh-CN" sz="2400" dirty="0">
              <a:latin typeface="楷体_GB2312" pitchFamily="1" charset="-122"/>
            </a:endParaRPr>
          </a:p>
          <a:p>
            <a:pPr marL="342900" lvl="0" indent="-342900">
              <a:lnSpc>
                <a:spcPct val="90000"/>
              </a:lnSpc>
              <a:spcAft>
                <a:spcPct val="0"/>
              </a:spcAft>
              <a:buNone/>
            </a:pPr>
            <a:r>
              <a:rPr lang="en-US" altLang="zh-CN" sz="2400" dirty="0">
                <a:latin typeface="楷体_GB2312" pitchFamily="1" charset="-122"/>
              </a:rPr>
              <a:t>      </a:t>
            </a:r>
            <a:r>
              <a:rPr lang="en-US" altLang="zh-CN" sz="2400" dirty="0">
                <a:solidFill>
                  <a:schemeClr val="tx1"/>
                </a:solidFill>
                <a:latin typeface="楷体_GB2312" pitchFamily="1" charset="-122"/>
              </a:rPr>
              <a:t>XOR AL</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AL</a:t>
            </a:r>
            <a:endParaRPr lang="en-US" altLang="zh-CN" sz="2400" dirty="0">
              <a:solidFill>
                <a:schemeClr val="tx1"/>
              </a:solidFill>
              <a:latin typeface="楷体_GB2312" pitchFamily="1" charset="-122"/>
            </a:endParaRPr>
          </a:p>
          <a:p>
            <a:pPr marL="342900" lvl="0" indent="-342900">
              <a:lnSpc>
                <a:spcPct val="90000"/>
              </a:lnSpc>
              <a:spcAft>
                <a:spcPct val="0"/>
              </a:spcAft>
              <a:buNone/>
            </a:pPr>
            <a:r>
              <a:rPr lang="en-US" altLang="zh-CN" sz="2400" dirty="0">
                <a:solidFill>
                  <a:schemeClr val="tx1"/>
                </a:solidFill>
                <a:latin typeface="楷体_GB2312" pitchFamily="1" charset="-122"/>
              </a:rPr>
              <a:t>      OUT DX</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AL</a:t>
            </a:r>
            <a:endParaRPr lang="pt-BR" altLang="en-US" sz="2400" dirty="0">
              <a:solidFill>
                <a:schemeClr val="tx1"/>
              </a:solidFill>
              <a:latin typeface="楷体_GB2312" pitchFamily="1" charset="-122"/>
            </a:endParaRPr>
          </a:p>
          <a:p>
            <a:pPr marL="342900" lvl="0" indent="-342900">
              <a:lnSpc>
                <a:spcPct val="90000"/>
              </a:lnSpc>
              <a:spcAft>
                <a:spcPct val="0"/>
              </a:spcAft>
              <a:buNone/>
            </a:pPr>
            <a:r>
              <a:rPr lang="pt-BR" altLang="en-US" sz="2400" dirty="0">
                <a:solidFill>
                  <a:schemeClr val="tx1"/>
                </a:solidFill>
                <a:latin typeface="楷体_GB2312" pitchFamily="1" charset="-122"/>
              </a:rPr>
              <a:t>      MOV AH</a:t>
            </a:r>
            <a:r>
              <a:rPr lang="zh-CN" altLang="en-US" sz="2400" dirty="0">
                <a:solidFill>
                  <a:schemeClr val="tx1"/>
                </a:solidFill>
                <a:latin typeface="楷体_GB2312" pitchFamily="1" charset="-122"/>
              </a:rPr>
              <a:t>，</a:t>
            </a:r>
            <a:r>
              <a:rPr lang="pt-BR" altLang="en-US" sz="2400" dirty="0">
                <a:solidFill>
                  <a:schemeClr val="tx1"/>
                </a:solidFill>
                <a:latin typeface="楷体_GB2312" pitchFamily="1" charset="-122"/>
              </a:rPr>
              <a:t>4C</a:t>
            </a:r>
            <a:endParaRPr lang="pt-BR" altLang="en-US" sz="2400" dirty="0">
              <a:solidFill>
                <a:schemeClr val="tx1"/>
              </a:solidFill>
              <a:latin typeface="楷体_GB2312" pitchFamily="1" charset="-122"/>
            </a:endParaRPr>
          </a:p>
          <a:p>
            <a:pPr marL="342900" lvl="0" indent="-342900">
              <a:lnSpc>
                <a:spcPct val="90000"/>
              </a:lnSpc>
              <a:spcAft>
                <a:spcPct val="0"/>
              </a:spcAft>
              <a:buNone/>
            </a:pPr>
            <a:r>
              <a:rPr lang="pt-BR" altLang="en-US" sz="2400" dirty="0">
                <a:solidFill>
                  <a:schemeClr val="tx1"/>
                </a:solidFill>
                <a:latin typeface="楷体_GB2312" pitchFamily="1" charset="-122"/>
              </a:rPr>
              <a:t>      INT 21H </a:t>
            </a:r>
            <a:endParaRPr lang="zh-CN" altLang="en-US" sz="2400" dirty="0">
              <a:solidFill>
                <a:schemeClr val="tx1"/>
              </a:solidFill>
              <a:latin typeface="楷体_GB2312" pitchFamily="1" charset="-122"/>
            </a:endParaRPr>
          </a:p>
        </p:txBody>
      </p:sp>
      <p:sp>
        <p:nvSpPr>
          <p:cNvPr id="33798" name="Line 5"/>
          <p:cNvSpPr/>
          <p:nvPr/>
        </p:nvSpPr>
        <p:spPr>
          <a:xfrm>
            <a:off x="4211638" y="1773238"/>
            <a:ext cx="0" cy="5084762"/>
          </a:xfrm>
          <a:prstGeom prst="line">
            <a:avLst/>
          </a:prstGeom>
          <a:ln w="19050" cap="flat" cmpd="sng">
            <a:solidFill>
              <a:srgbClr val="FF0000"/>
            </a:solidFill>
            <a:prstDash val="dash"/>
            <a:headEnd type="none" w="med" len="med"/>
            <a:tailEnd type="none" w="med" len="med"/>
          </a:ln>
        </p:spPr>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33796">
                                            <p:txEl>
                                              <p:charRg st="0" end="22"/>
                                            </p:txEl>
                                          </p:spTgt>
                                        </p:tgtEl>
                                        <p:attrNameLst>
                                          <p:attrName>style.visibility</p:attrName>
                                        </p:attrNameLst>
                                      </p:cBhvr>
                                      <p:to>
                                        <p:strVal val="visible"/>
                                      </p:to>
                                    </p:set>
                                    <p:animEffect transition="in" filter="blinds(horizontal)">
                                      <p:cBhvr>
                                        <p:cTn id="7" dur="500"/>
                                        <p:tgtEl>
                                          <p:spTgt spid="33796">
                                            <p:txEl>
                                              <p:charRg st="0" end="22"/>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33796">
                                            <p:txEl>
                                              <p:charRg st="22" end="41"/>
                                            </p:txEl>
                                          </p:spTgt>
                                        </p:tgtEl>
                                        <p:attrNameLst>
                                          <p:attrName>style.visibility</p:attrName>
                                        </p:attrNameLst>
                                      </p:cBhvr>
                                      <p:to>
                                        <p:strVal val="visible"/>
                                      </p:to>
                                    </p:set>
                                    <p:animEffect transition="in" filter="blinds(horizontal)">
                                      <p:cBhvr>
                                        <p:cTn id="10" dur="500"/>
                                        <p:tgtEl>
                                          <p:spTgt spid="33796">
                                            <p:txEl>
                                              <p:charRg st="22" end="41"/>
                                            </p:txEl>
                                          </p:spTgt>
                                        </p:tgtEl>
                                      </p:cBhvr>
                                    </p:animEffect>
                                  </p:childTnLst>
                                </p:cTn>
                              </p:par>
                              <p:par>
                                <p:cTn id="11" presetID="3" presetClass="entr" presetSubtype="10" fill="hold" nodeType="withEffect">
                                  <p:stCondLst>
                                    <p:cond delay="0"/>
                                  </p:stCondLst>
                                  <p:childTnLst>
                                    <p:set>
                                      <p:cBhvr>
                                        <p:cTn id="12" dur="1" fill="hold">
                                          <p:stCondLst>
                                            <p:cond delay="0"/>
                                          </p:stCondLst>
                                        </p:cTn>
                                        <p:tgtEl>
                                          <p:spTgt spid="33796">
                                            <p:txEl>
                                              <p:charRg st="41" end="58"/>
                                            </p:txEl>
                                          </p:spTgt>
                                        </p:tgtEl>
                                        <p:attrNameLst>
                                          <p:attrName>style.visibility</p:attrName>
                                        </p:attrNameLst>
                                      </p:cBhvr>
                                      <p:to>
                                        <p:strVal val="visible"/>
                                      </p:to>
                                    </p:set>
                                    <p:animEffect transition="in" filter="blinds(horizontal)">
                                      <p:cBhvr>
                                        <p:cTn id="13" dur="500"/>
                                        <p:tgtEl>
                                          <p:spTgt spid="33796">
                                            <p:txEl>
                                              <p:charRg st="41" end="58"/>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3" presetClass="entr" presetSubtype="10" fill="hold" nodeType="clickEffect">
                                  <p:stCondLst>
                                    <p:cond delay="0"/>
                                  </p:stCondLst>
                                  <p:childTnLst>
                                    <p:set>
                                      <p:cBhvr>
                                        <p:cTn id="17" dur="1" fill="hold">
                                          <p:stCondLst>
                                            <p:cond delay="0"/>
                                          </p:stCondLst>
                                        </p:cTn>
                                        <p:tgtEl>
                                          <p:spTgt spid="33796">
                                            <p:txEl>
                                              <p:charRg st="58" end="77"/>
                                            </p:txEl>
                                          </p:spTgt>
                                        </p:tgtEl>
                                        <p:attrNameLst>
                                          <p:attrName>style.visibility</p:attrName>
                                        </p:attrNameLst>
                                      </p:cBhvr>
                                      <p:to>
                                        <p:strVal val="visible"/>
                                      </p:to>
                                    </p:set>
                                    <p:animEffect transition="in" filter="blinds(horizontal)">
                                      <p:cBhvr>
                                        <p:cTn id="18" dur="500"/>
                                        <p:tgtEl>
                                          <p:spTgt spid="33796">
                                            <p:txEl>
                                              <p:charRg st="58" end="77"/>
                                            </p:txEl>
                                          </p:spTgt>
                                        </p:tgtEl>
                                      </p:cBhvr>
                                    </p:animEffect>
                                  </p:childTnLst>
                                </p:cTn>
                              </p:par>
                              <p:par>
                                <p:cTn id="19" presetID="3" presetClass="entr" presetSubtype="10" fill="hold" nodeType="withEffect">
                                  <p:stCondLst>
                                    <p:cond delay="0"/>
                                  </p:stCondLst>
                                  <p:childTnLst>
                                    <p:set>
                                      <p:cBhvr>
                                        <p:cTn id="20" dur="1" fill="hold">
                                          <p:stCondLst>
                                            <p:cond delay="0"/>
                                          </p:stCondLst>
                                        </p:cTn>
                                        <p:tgtEl>
                                          <p:spTgt spid="33796">
                                            <p:txEl>
                                              <p:charRg st="77" end="92"/>
                                            </p:txEl>
                                          </p:spTgt>
                                        </p:tgtEl>
                                        <p:attrNameLst>
                                          <p:attrName>style.visibility</p:attrName>
                                        </p:attrNameLst>
                                      </p:cBhvr>
                                      <p:to>
                                        <p:strVal val="visible"/>
                                      </p:to>
                                    </p:set>
                                    <p:animEffect transition="in" filter="blinds(horizontal)">
                                      <p:cBhvr>
                                        <p:cTn id="21" dur="500"/>
                                        <p:tgtEl>
                                          <p:spTgt spid="33796">
                                            <p:txEl>
                                              <p:charRg st="77" end="92"/>
                                            </p:txEl>
                                          </p:spTgt>
                                        </p:tgtEl>
                                      </p:cBhvr>
                                    </p:animEffect>
                                  </p:childTnLst>
                                </p:cTn>
                              </p:par>
                              <p:par>
                                <p:cTn id="22" presetID="3" presetClass="entr" presetSubtype="10" fill="hold" nodeType="withEffect">
                                  <p:stCondLst>
                                    <p:cond delay="0"/>
                                  </p:stCondLst>
                                  <p:childTnLst>
                                    <p:set>
                                      <p:cBhvr>
                                        <p:cTn id="23" dur="1" fill="hold">
                                          <p:stCondLst>
                                            <p:cond delay="0"/>
                                          </p:stCondLst>
                                        </p:cTn>
                                        <p:tgtEl>
                                          <p:spTgt spid="33796">
                                            <p:txEl>
                                              <p:charRg st="92" end="110"/>
                                            </p:txEl>
                                          </p:spTgt>
                                        </p:tgtEl>
                                        <p:attrNameLst>
                                          <p:attrName>style.visibility</p:attrName>
                                        </p:attrNameLst>
                                      </p:cBhvr>
                                      <p:to>
                                        <p:strVal val="visible"/>
                                      </p:to>
                                    </p:set>
                                    <p:animEffect transition="in" filter="blinds(horizontal)">
                                      <p:cBhvr>
                                        <p:cTn id="24" dur="500"/>
                                        <p:tgtEl>
                                          <p:spTgt spid="33796">
                                            <p:txEl>
                                              <p:charRg st="92" end="110"/>
                                            </p:txEl>
                                          </p:spTgt>
                                        </p:tgtEl>
                                      </p:cBhvr>
                                    </p:animEffect>
                                  </p:childTnLst>
                                </p:cTn>
                              </p:par>
                              <p:par>
                                <p:cTn id="25" presetID="3" presetClass="entr" presetSubtype="10" fill="hold" nodeType="withEffect">
                                  <p:stCondLst>
                                    <p:cond delay="0"/>
                                  </p:stCondLst>
                                  <p:childTnLst>
                                    <p:set>
                                      <p:cBhvr>
                                        <p:cTn id="26" dur="1" fill="hold">
                                          <p:stCondLst>
                                            <p:cond delay="0"/>
                                          </p:stCondLst>
                                        </p:cTn>
                                        <p:tgtEl>
                                          <p:spTgt spid="33796">
                                            <p:txEl>
                                              <p:charRg st="110" end="126"/>
                                            </p:txEl>
                                          </p:spTgt>
                                        </p:tgtEl>
                                        <p:attrNameLst>
                                          <p:attrName>style.visibility</p:attrName>
                                        </p:attrNameLst>
                                      </p:cBhvr>
                                      <p:to>
                                        <p:strVal val="visible"/>
                                      </p:to>
                                    </p:set>
                                    <p:animEffect transition="in" filter="blinds(horizontal)">
                                      <p:cBhvr>
                                        <p:cTn id="27" dur="500"/>
                                        <p:tgtEl>
                                          <p:spTgt spid="33796">
                                            <p:txEl>
                                              <p:charRg st="110" end="12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33796">
                                            <p:txEl>
                                              <p:charRg st="126" end="145"/>
                                            </p:txEl>
                                          </p:spTgt>
                                        </p:tgtEl>
                                        <p:attrNameLst>
                                          <p:attrName>style.visibility</p:attrName>
                                        </p:attrNameLst>
                                      </p:cBhvr>
                                      <p:to>
                                        <p:strVal val="visible"/>
                                      </p:to>
                                    </p:set>
                                    <p:animEffect transition="in" filter="wipe(left)">
                                      <p:cBhvr>
                                        <p:cTn id="32" dur="500"/>
                                        <p:tgtEl>
                                          <p:spTgt spid="33796">
                                            <p:txEl>
                                              <p:charRg st="126" end="145"/>
                                            </p:txEl>
                                          </p:spTgt>
                                        </p:tgtEl>
                                      </p:cBhvr>
                                    </p:animEffect>
                                  </p:childTnLst>
                                </p:cTn>
                              </p:par>
                            </p:childTnLst>
                          </p:cTn>
                        </p:par>
                        <p:par>
                          <p:cTn id="33" fill="hold">
                            <p:stCondLst>
                              <p:cond delay="500"/>
                            </p:stCondLst>
                            <p:childTnLst>
                              <p:par>
                                <p:cTn id="34" presetID="22" presetClass="entr" presetSubtype="1" fill="hold" nodeType="afterEffect">
                                  <p:stCondLst>
                                    <p:cond delay="0"/>
                                  </p:stCondLst>
                                  <p:childTnLst>
                                    <p:set>
                                      <p:cBhvr>
                                        <p:cTn id="35" dur="1" fill="hold">
                                          <p:stCondLst>
                                            <p:cond delay="0"/>
                                          </p:stCondLst>
                                        </p:cTn>
                                        <p:tgtEl>
                                          <p:spTgt spid="33798"/>
                                        </p:tgtEl>
                                        <p:attrNameLst>
                                          <p:attrName>style.visibility</p:attrName>
                                        </p:attrNameLst>
                                      </p:cBhvr>
                                      <p:to>
                                        <p:strVal val="visible"/>
                                      </p:to>
                                    </p:set>
                                    <p:animEffect transition="in" filter="wipe(up)">
                                      <p:cBhvr>
                                        <p:cTn id="36" dur="500"/>
                                        <p:tgtEl>
                                          <p:spTgt spid="33798"/>
                                        </p:tgtEl>
                                      </p:cBhvr>
                                    </p:animEffect>
                                  </p:childTnLst>
                                </p:cTn>
                              </p:par>
                            </p:childTnLst>
                          </p:cTn>
                        </p:par>
                        <p:par>
                          <p:cTn id="37" fill="hold">
                            <p:stCondLst>
                              <p:cond delay="1000"/>
                            </p:stCondLst>
                            <p:childTnLst>
                              <p:par>
                                <p:cTn id="38" presetID="22" presetClass="entr" presetSubtype="8" fill="hold" nodeType="afterEffect">
                                  <p:stCondLst>
                                    <p:cond delay="0"/>
                                  </p:stCondLst>
                                  <p:childTnLst>
                                    <p:set>
                                      <p:cBhvr>
                                        <p:cTn id="39" dur="1" fill="hold">
                                          <p:stCondLst>
                                            <p:cond delay="0"/>
                                          </p:stCondLst>
                                        </p:cTn>
                                        <p:tgtEl>
                                          <p:spTgt spid="33797">
                                            <p:txEl>
                                              <p:charRg st="0" end="24"/>
                                            </p:txEl>
                                          </p:spTgt>
                                        </p:tgtEl>
                                        <p:attrNameLst>
                                          <p:attrName>style.visibility</p:attrName>
                                        </p:attrNameLst>
                                      </p:cBhvr>
                                      <p:to>
                                        <p:strVal val="visible"/>
                                      </p:to>
                                    </p:set>
                                    <p:animEffect transition="in" filter="wipe(left)">
                                      <p:cBhvr>
                                        <p:cTn id="40" dur="500"/>
                                        <p:tgtEl>
                                          <p:spTgt spid="33797">
                                            <p:txEl>
                                              <p:charRg st="0" end="24"/>
                                            </p:txEl>
                                          </p:spTgt>
                                        </p:tgtEl>
                                      </p:cBhvr>
                                    </p:animEffect>
                                  </p:childTnLst>
                                </p:cTn>
                              </p:par>
                            </p:childTnLst>
                          </p:cTn>
                        </p:par>
                        <p:par>
                          <p:cTn id="41" fill="hold">
                            <p:stCondLst>
                              <p:cond delay="1500"/>
                            </p:stCondLst>
                            <p:childTnLst>
                              <p:par>
                                <p:cTn id="42" presetID="22" presetClass="entr" presetSubtype="8" fill="hold" nodeType="afterEffect">
                                  <p:stCondLst>
                                    <p:cond delay="0"/>
                                  </p:stCondLst>
                                  <p:childTnLst>
                                    <p:set>
                                      <p:cBhvr>
                                        <p:cTn id="43" dur="1" fill="hold">
                                          <p:stCondLst>
                                            <p:cond delay="0"/>
                                          </p:stCondLst>
                                        </p:cTn>
                                        <p:tgtEl>
                                          <p:spTgt spid="33797">
                                            <p:txEl>
                                              <p:charRg st="24" end="40"/>
                                            </p:txEl>
                                          </p:spTgt>
                                        </p:tgtEl>
                                        <p:attrNameLst>
                                          <p:attrName>style.visibility</p:attrName>
                                        </p:attrNameLst>
                                      </p:cBhvr>
                                      <p:to>
                                        <p:strVal val="visible"/>
                                      </p:to>
                                    </p:set>
                                    <p:animEffect transition="in" filter="wipe(left)">
                                      <p:cBhvr>
                                        <p:cTn id="44" dur="500"/>
                                        <p:tgtEl>
                                          <p:spTgt spid="33797">
                                            <p:txEl>
                                              <p:charRg st="24" end="40"/>
                                            </p:txEl>
                                          </p:spTgt>
                                        </p:tgtEl>
                                      </p:cBhvr>
                                    </p:animEffect>
                                  </p:childTnLst>
                                </p:cTn>
                              </p:par>
                            </p:childTnLst>
                          </p:cTn>
                        </p:par>
                      </p:childTnLst>
                    </p:cTn>
                  </p:par>
                  <p:par>
                    <p:cTn id="45" fill="hold">
                      <p:stCondLst>
                        <p:cond delay="indefinite"/>
                      </p:stCondLst>
                      <p:childTnLst>
                        <p:par>
                          <p:cTn id="46" fill="hold">
                            <p:stCondLst>
                              <p:cond delay="0"/>
                            </p:stCondLst>
                            <p:childTnLst>
                              <p:par>
                                <p:cTn id="47" presetID="3" presetClass="entr" presetSubtype="10" fill="hold" nodeType="clickEffect">
                                  <p:stCondLst>
                                    <p:cond delay="0"/>
                                  </p:stCondLst>
                                  <p:childTnLst>
                                    <p:set>
                                      <p:cBhvr>
                                        <p:cTn id="48" dur="1" fill="hold">
                                          <p:stCondLst>
                                            <p:cond delay="0"/>
                                          </p:stCondLst>
                                        </p:cTn>
                                        <p:tgtEl>
                                          <p:spTgt spid="33797">
                                            <p:txEl>
                                              <p:charRg st="40" end="57"/>
                                            </p:txEl>
                                          </p:spTgt>
                                        </p:tgtEl>
                                        <p:attrNameLst>
                                          <p:attrName>style.visibility</p:attrName>
                                        </p:attrNameLst>
                                      </p:cBhvr>
                                      <p:to>
                                        <p:strVal val="visible"/>
                                      </p:to>
                                    </p:set>
                                    <p:animEffect transition="in" filter="blinds(horizontal)">
                                      <p:cBhvr>
                                        <p:cTn id="49" dur="500"/>
                                        <p:tgtEl>
                                          <p:spTgt spid="33797">
                                            <p:txEl>
                                              <p:charRg st="40" end="57"/>
                                            </p:txEl>
                                          </p:spTgt>
                                        </p:tgtEl>
                                      </p:cBhvr>
                                    </p:animEffect>
                                  </p:childTnLst>
                                </p:cTn>
                              </p:par>
                              <p:par>
                                <p:cTn id="50" presetID="3" presetClass="entr" presetSubtype="10" fill="hold" nodeType="withEffect">
                                  <p:stCondLst>
                                    <p:cond delay="0"/>
                                  </p:stCondLst>
                                  <p:childTnLst>
                                    <p:set>
                                      <p:cBhvr>
                                        <p:cTn id="51" dur="1" fill="hold">
                                          <p:stCondLst>
                                            <p:cond delay="0"/>
                                          </p:stCondLst>
                                        </p:cTn>
                                        <p:tgtEl>
                                          <p:spTgt spid="33797">
                                            <p:txEl>
                                              <p:charRg st="57" end="71"/>
                                            </p:txEl>
                                          </p:spTgt>
                                        </p:tgtEl>
                                        <p:attrNameLst>
                                          <p:attrName>style.visibility</p:attrName>
                                        </p:attrNameLst>
                                      </p:cBhvr>
                                      <p:to>
                                        <p:strVal val="visible"/>
                                      </p:to>
                                    </p:set>
                                    <p:animEffect transition="in" filter="blinds(horizontal)">
                                      <p:cBhvr>
                                        <p:cTn id="52" dur="500"/>
                                        <p:tgtEl>
                                          <p:spTgt spid="33797">
                                            <p:txEl>
                                              <p:charRg st="57" end="71"/>
                                            </p:txEl>
                                          </p:spTgt>
                                        </p:tgtEl>
                                      </p:cBhvr>
                                    </p:animEffect>
                                  </p:childTnLst>
                                </p:cTn>
                              </p:par>
                              <p:par>
                                <p:cTn id="53" presetID="3" presetClass="entr" presetSubtype="10" fill="hold" nodeType="withEffect">
                                  <p:stCondLst>
                                    <p:cond delay="0"/>
                                  </p:stCondLst>
                                  <p:childTnLst>
                                    <p:set>
                                      <p:cBhvr>
                                        <p:cTn id="54" dur="1" fill="hold">
                                          <p:stCondLst>
                                            <p:cond delay="0"/>
                                          </p:stCondLst>
                                        </p:cTn>
                                        <p:tgtEl>
                                          <p:spTgt spid="33797">
                                            <p:txEl>
                                              <p:charRg st="71" end="86"/>
                                            </p:txEl>
                                          </p:spTgt>
                                        </p:tgtEl>
                                        <p:attrNameLst>
                                          <p:attrName>style.visibility</p:attrName>
                                        </p:attrNameLst>
                                      </p:cBhvr>
                                      <p:to>
                                        <p:strVal val="visible"/>
                                      </p:to>
                                    </p:set>
                                    <p:animEffect transition="in" filter="blinds(horizontal)">
                                      <p:cBhvr>
                                        <p:cTn id="55" dur="500"/>
                                        <p:tgtEl>
                                          <p:spTgt spid="33797">
                                            <p:txEl>
                                              <p:charRg st="71" end="86"/>
                                            </p:txEl>
                                          </p:spTgt>
                                        </p:tgtEl>
                                      </p:cBhvr>
                                    </p:animEffect>
                                  </p:childTnLst>
                                </p:cTn>
                              </p:par>
                            </p:childTnLst>
                          </p:cTn>
                        </p:par>
                      </p:childTnLst>
                    </p:cTn>
                  </p:par>
                  <p:par>
                    <p:cTn id="56" fill="hold">
                      <p:stCondLst>
                        <p:cond delay="indefinite"/>
                      </p:stCondLst>
                      <p:childTnLst>
                        <p:par>
                          <p:cTn id="57" fill="hold">
                            <p:stCondLst>
                              <p:cond delay="0"/>
                            </p:stCondLst>
                            <p:childTnLst>
                              <p:par>
                                <p:cTn id="58" presetID="3" presetClass="entr" presetSubtype="10" fill="hold" nodeType="clickEffect">
                                  <p:stCondLst>
                                    <p:cond delay="0"/>
                                  </p:stCondLst>
                                  <p:childTnLst>
                                    <p:set>
                                      <p:cBhvr>
                                        <p:cTn id="59" dur="1" fill="hold">
                                          <p:stCondLst>
                                            <p:cond delay="0"/>
                                          </p:stCondLst>
                                        </p:cTn>
                                        <p:tgtEl>
                                          <p:spTgt spid="33797">
                                            <p:txEl>
                                              <p:charRg st="86" end="102"/>
                                            </p:txEl>
                                          </p:spTgt>
                                        </p:tgtEl>
                                        <p:attrNameLst>
                                          <p:attrName>style.visibility</p:attrName>
                                        </p:attrNameLst>
                                      </p:cBhvr>
                                      <p:to>
                                        <p:strVal val="visible"/>
                                      </p:to>
                                    </p:set>
                                    <p:animEffect transition="in" filter="blinds(horizontal)">
                                      <p:cBhvr>
                                        <p:cTn id="60" dur="500"/>
                                        <p:tgtEl>
                                          <p:spTgt spid="33797">
                                            <p:txEl>
                                              <p:charRg st="86" end="102"/>
                                            </p:txEl>
                                          </p:spTgt>
                                        </p:tgtEl>
                                      </p:cBhvr>
                                    </p:animEffect>
                                  </p:childTnLst>
                                </p:cTn>
                              </p:par>
                              <p:par>
                                <p:cTn id="61" presetID="3" presetClass="entr" presetSubtype="10" fill="hold" nodeType="withEffect">
                                  <p:stCondLst>
                                    <p:cond delay="0"/>
                                  </p:stCondLst>
                                  <p:childTnLst>
                                    <p:set>
                                      <p:cBhvr>
                                        <p:cTn id="62" dur="1" fill="hold">
                                          <p:stCondLst>
                                            <p:cond delay="0"/>
                                          </p:stCondLst>
                                        </p:cTn>
                                        <p:tgtEl>
                                          <p:spTgt spid="33797">
                                            <p:txEl>
                                              <p:charRg st="102" end="118"/>
                                            </p:txEl>
                                          </p:spTgt>
                                        </p:tgtEl>
                                        <p:attrNameLst>
                                          <p:attrName>style.visibility</p:attrName>
                                        </p:attrNameLst>
                                      </p:cBhvr>
                                      <p:to>
                                        <p:strVal val="visible"/>
                                      </p:to>
                                    </p:set>
                                    <p:animEffect transition="in" filter="blinds(horizontal)">
                                      <p:cBhvr>
                                        <p:cTn id="63" dur="500"/>
                                        <p:tgtEl>
                                          <p:spTgt spid="33797">
                                            <p:txEl>
                                              <p:charRg st="102" end="118"/>
                                            </p:txEl>
                                          </p:spTgt>
                                        </p:tgtEl>
                                      </p:cBhvr>
                                    </p:animEffect>
                                  </p:childTnLst>
                                </p:cTn>
                              </p:par>
                              <p:par>
                                <p:cTn id="64" presetID="3" presetClass="entr" presetSubtype="10" fill="hold" nodeType="withEffect">
                                  <p:stCondLst>
                                    <p:cond delay="0"/>
                                  </p:stCondLst>
                                  <p:childTnLst>
                                    <p:set>
                                      <p:cBhvr>
                                        <p:cTn id="65" dur="1" fill="hold">
                                          <p:stCondLst>
                                            <p:cond delay="0"/>
                                          </p:stCondLst>
                                        </p:cTn>
                                        <p:tgtEl>
                                          <p:spTgt spid="33797">
                                            <p:txEl>
                                              <p:charRg st="118" end="134"/>
                                            </p:txEl>
                                          </p:spTgt>
                                        </p:tgtEl>
                                        <p:attrNameLst>
                                          <p:attrName>style.visibility</p:attrName>
                                        </p:attrNameLst>
                                      </p:cBhvr>
                                      <p:to>
                                        <p:strVal val="visible"/>
                                      </p:to>
                                    </p:set>
                                    <p:animEffect transition="in" filter="blinds(horizontal)">
                                      <p:cBhvr>
                                        <p:cTn id="66" dur="500"/>
                                        <p:tgtEl>
                                          <p:spTgt spid="33797">
                                            <p:txEl>
                                              <p:charRg st="118" end="134"/>
                                            </p:txEl>
                                          </p:spTgt>
                                        </p:tgtEl>
                                      </p:cBhvr>
                                    </p:animEffect>
                                  </p:childTnLst>
                                </p:cTn>
                              </p:par>
                              <p:par>
                                <p:cTn id="67" presetID="3" presetClass="entr" presetSubtype="10" fill="hold" nodeType="withEffect">
                                  <p:stCondLst>
                                    <p:cond delay="0"/>
                                  </p:stCondLst>
                                  <p:childTnLst>
                                    <p:set>
                                      <p:cBhvr>
                                        <p:cTn id="68" dur="1" fill="hold">
                                          <p:stCondLst>
                                            <p:cond delay="0"/>
                                          </p:stCondLst>
                                        </p:cTn>
                                        <p:tgtEl>
                                          <p:spTgt spid="33797">
                                            <p:txEl>
                                              <p:charRg st="134" end="149"/>
                                            </p:txEl>
                                          </p:spTgt>
                                        </p:tgtEl>
                                        <p:attrNameLst>
                                          <p:attrName>style.visibility</p:attrName>
                                        </p:attrNameLst>
                                      </p:cBhvr>
                                      <p:to>
                                        <p:strVal val="visible"/>
                                      </p:to>
                                    </p:set>
                                    <p:animEffect transition="in" filter="blinds(horizontal)">
                                      <p:cBhvr>
                                        <p:cTn id="69" dur="500"/>
                                        <p:tgtEl>
                                          <p:spTgt spid="33797">
                                            <p:txEl>
                                              <p:charRg st="134" end="14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5842" name="Rectangle 2"/>
          <p:cNvSpPr>
            <a:spLocks noGrp="1" noChangeArrowheads="1"/>
          </p:cNvSpPr>
          <p:nvPr>
            <p:ph idx="1"/>
          </p:nvPr>
        </p:nvSpPr>
        <p:spPr>
          <a:xfrm>
            <a:off x="965200" y="1062038"/>
            <a:ext cx="7927975" cy="519113"/>
          </a:xfrm>
          <a:ln>
            <a:miter/>
          </a:ln>
        </p:spPr>
        <p:txBody>
          <a:bodyPr vert="horz" wrap="square" lIns="91440" tIns="45720" rIns="91440" bIns="45720" numCol="1" anchor="t" anchorCtr="0" compatLnSpc="1"/>
          <a:lstStyle/>
          <a:p>
            <a:pPr marL="342900" marR="0" lvl="0" indent="-34290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en-US" altLang="zh-CN" sz="4000" b="0" i="0" u="none" strike="noStrike" kern="1200" cap="none" spc="0" normalizeH="0" baseline="0" noProof="0" dirty="0">
                <a:ln>
                  <a:noFill/>
                </a:ln>
                <a:solidFill>
                  <a:srgbClr val="CC3300"/>
                </a:solidFill>
                <a:effectLst/>
                <a:uLnTx/>
                <a:uFillTx/>
                <a:latin typeface="+mj-ea"/>
                <a:ea typeface="+mj-ea"/>
                <a:cs typeface="+mn-cs"/>
              </a:rPr>
              <a:t>8253</a:t>
            </a:r>
            <a:r>
              <a:rPr kumimoji="0" lang="zh-CN" altLang="en-US" sz="4000" b="0" i="0" u="none" strike="noStrike" kern="1200" cap="none" spc="0" normalizeH="0" baseline="0" noProof="0" dirty="0">
                <a:ln>
                  <a:noFill/>
                </a:ln>
                <a:solidFill>
                  <a:srgbClr val="CC3300"/>
                </a:solidFill>
                <a:effectLst/>
                <a:uLnTx/>
                <a:uFillTx/>
                <a:latin typeface="+mj-ea"/>
                <a:ea typeface="+mj-ea"/>
                <a:cs typeface="+mn-cs"/>
              </a:rPr>
              <a:t>应用例</a:t>
            </a:r>
            <a:r>
              <a:rPr kumimoji="0" lang="en-US" altLang="zh-CN" sz="4000" b="0" i="0" u="none" strike="noStrike" kern="1200" cap="none" spc="0" normalizeH="0" baseline="0" noProof="0" dirty="0">
                <a:ln>
                  <a:noFill/>
                </a:ln>
                <a:solidFill>
                  <a:srgbClr val="CC3300"/>
                </a:solidFill>
                <a:effectLst/>
                <a:uLnTx/>
                <a:uFillTx/>
                <a:latin typeface="+mj-ea"/>
                <a:ea typeface="+mj-ea"/>
                <a:cs typeface="+mn-cs"/>
              </a:rPr>
              <a:t>3 </a:t>
            </a:r>
            <a:endParaRPr kumimoji="0" lang="zh-CN" altLang="en-US" sz="4000" b="0" i="0" u="none" strike="noStrike" kern="1200" cap="none" spc="0" normalizeH="0" baseline="0" noProof="0" dirty="0">
              <a:ln>
                <a:noFill/>
              </a:ln>
              <a:solidFill>
                <a:srgbClr val="CC3300"/>
              </a:solidFill>
              <a:effectLst/>
              <a:uLnTx/>
              <a:uFillTx/>
              <a:latin typeface="+mj-ea"/>
              <a:ea typeface="+mj-ea"/>
              <a:cs typeface="+mn-cs"/>
            </a:endParaRPr>
          </a:p>
        </p:txBody>
      </p:sp>
      <p:grpSp>
        <p:nvGrpSpPr>
          <p:cNvPr id="129027" name="Group 3"/>
          <p:cNvGrpSpPr/>
          <p:nvPr/>
        </p:nvGrpSpPr>
        <p:grpSpPr>
          <a:xfrm>
            <a:off x="1565275" y="2281238"/>
            <a:ext cx="5853113" cy="3276600"/>
            <a:chOff x="441" y="1776"/>
            <a:chExt cx="3687" cy="2064"/>
          </a:xfrm>
        </p:grpSpPr>
        <p:sp>
          <p:nvSpPr>
            <p:cNvPr id="129031" name="Rectangle 4"/>
            <p:cNvSpPr/>
            <p:nvPr/>
          </p:nvSpPr>
          <p:spPr>
            <a:xfrm>
              <a:off x="1824" y="2256"/>
              <a:ext cx="624" cy="1488"/>
            </a:xfrm>
            <a:prstGeom prst="rect">
              <a:avLst/>
            </a:prstGeom>
            <a:solidFill>
              <a:srgbClr val="CCFFCC"/>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OUT</a:t>
              </a:r>
              <a:r>
                <a:rPr lang="en-US" altLang="zh-CN" sz="1600" baseline="-25000" dirty="0">
                  <a:solidFill>
                    <a:schemeClr val="tx1"/>
                  </a:solidFill>
                  <a:latin typeface="Times New Roman" panose="02020603050405020304" pitchFamily="18" charset="0"/>
                </a:rPr>
                <a:t>0</a:t>
              </a: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        CLK</a:t>
              </a:r>
              <a:r>
                <a:rPr lang="en-US" altLang="zh-CN" sz="1600" baseline="-25000" dirty="0">
                  <a:solidFill>
                    <a:schemeClr val="tx1"/>
                  </a:solidFill>
                  <a:latin typeface="Times New Roman" panose="02020603050405020304" pitchFamily="18" charset="0"/>
                </a:rPr>
                <a:t>0</a:t>
              </a:r>
              <a:endParaRPr lang="en-US" altLang="zh-CN" sz="1600" baseline="-250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GATE</a:t>
              </a:r>
              <a:r>
                <a:rPr lang="en-US" altLang="zh-CN" sz="1600" baseline="-25000" dirty="0">
                  <a:solidFill>
                    <a:schemeClr val="tx1"/>
                  </a:solidFill>
                  <a:latin typeface="Times New Roman" panose="02020603050405020304" pitchFamily="18" charset="0"/>
                </a:rPr>
                <a:t>0</a:t>
              </a:r>
              <a:endParaRPr lang="en-US" altLang="zh-CN" sz="1600" baseline="-250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 </a:t>
              </a: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   8253</a:t>
              </a: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CLK</a:t>
              </a:r>
              <a:r>
                <a:rPr lang="en-US" altLang="zh-CN" sz="1600" baseline="-25000" dirty="0">
                  <a:solidFill>
                    <a:schemeClr val="tx1"/>
                  </a:solidFill>
                  <a:latin typeface="Times New Roman" panose="02020603050405020304" pitchFamily="18" charset="0"/>
                </a:rPr>
                <a:t>1</a:t>
              </a:r>
              <a:endParaRPr lang="en-US" altLang="zh-CN" sz="1600" baseline="-250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GATE</a:t>
              </a:r>
              <a:r>
                <a:rPr lang="en-US" altLang="zh-CN" sz="1600" baseline="-25000" dirty="0">
                  <a:solidFill>
                    <a:schemeClr val="tx1"/>
                  </a:solidFill>
                  <a:latin typeface="Times New Roman" panose="02020603050405020304" pitchFamily="18" charset="0"/>
                </a:rPr>
                <a:t>1</a:t>
              </a:r>
              <a:endParaRPr lang="en-US" altLang="zh-CN" sz="1600" baseline="-250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        OUT</a:t>
              </a:r>
              <a:r>
                <a:rPr lang="en-US" altLang="zh-CN" sz="1600" baseline="-25000" dirty="0">
                  <a:solidFill>
                    <a:schemeClr val="tx1"/>
                  </a:solidFill>
                  <a:latin typeface="Times New Roman" panose="02020603050405020304" pitchFamily="18" charset="0"/>
                </a:rPr>
                <a:t>1</a:t>
              </a:r>
              <a:endParaRPr lang="en-US" altLang="zh-CN" sz="1600" dirty="0">
                <a:solidFill>
                  <a:schemeClr val="tx1"/>
                </a:solidFill>
                <a:latin typeface="Times New Roman" panose="02020603050405020304" pitchFamily="18" charset="0"/>
              </a:endParaRPr>
            </a:p>
          </p:txBody>
        </p:sp>
        <p:sp>
          <p:nvSpPr>
            <p:cNvPr id="129032" name="Line 5"/>
            <p:cNvSpPr/>
            <p:nvPr/>
          </p:nvSpPr>
          <p:spPr>
            <a:xfrm>
              <a:off x="1296" y="3297"/>
              <a:ext cx="528" cy="0"/>
            </a:xfrm>
            <a:prstGeom prst="line">
              <a:avLst/>
            </a:prstGeom>
            <a:ln w="9525" cap="flat" cmpd="sng">
              <a:solidFill>
                <a:schemeClr val="tx1"/>
              </a:solidFill>
              <a:prstDash val="solid"/>
              <a:headEnd type="none" w="med" len="med"/>
              <a:tailEnd type="triangle" w="med" len="med"/>
            </a:ln>
          </p:spPr>
        </p:sp>
        <p:sp>
          <p:nvSpPr>
            <p:cNvPr id="129033" name="Line 6"/>
            <p:cNvSpPr/>
            <p:nvPr/>
          </p:nvSpPr>
          <p:spPr>
            <a:xfrm>
              <a:off x="1296" y="3456"/>
              <a:ext cx="528" cy="0"/>
            </a:xfrm>
            <a:prstGeom prst="line">
              <a:avLst/>
            </a:prstGeom>
            <a:ln w="9525" cap="flat" cmpd="sng">
              <a:solidFill>
                <a:schemeClr val="tx1"/>
              </a:solidFill>
              <a:prstDash val="solid"/>
              <a:headEnd type="none" w="med" len="med"/>
              <a:tailEnd type="triangle" w="med" len="med"/>
            </a:ln>
          </p:spPr>
        </p:sp>
        <p:sp>
          <p:nvSpPr>
            <p:cNvPr id="129034" name="Oval 7"/>
            <p:cNvSpPr/>
            <p:nvPr/>
          </p:nvSpPr>
          <p:spPr>
            <a:xfrm>
              <a:off x="1296" y="2688"/>
              <a:ext cx="48" cy="48"/>
            </a:xfrm>
            <a:prstGeom prst="ellipse">
              <a:avLst/>
            </a:prstGeom>
            <a:solidFill>
              <a:schemeClr val="accent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29035" name="Line 8"/>
            <p:cNvSpPr/>
            <p:nvPr/>
          </p:nvSpPr>
          <p:spPr>
            <a:xfrm>
              <a:off x="1344" y="2709"/>
              <a:ext cx="480" cy="0"/>
            </a:xfrm>
            <a:prstGeom prst="line">
              <a:avLst/>
            </a:prstGeom>
            <a:ln w="9525" cap="flat" cmpd="sng">
              <a:solidFill>
                <a:schemeClr val="tx1"/>
              </a:solidFill>
              <a:prstDash val="solid"/>
              <a:headEnd type="none" w="med" len="med"/>
              <a:tailEnd type="none" w="med" len="med"/>
            </a:ln>
          </p:spPr>
        </p:sp>
        <p:sp>
          <p:nvSpPr>
            <p:cNvPr id="129036" name="Rectangle 9"/>
            <p:cNvSpPr/>
            <p:nvPr/>
          </p:nvSpPr>
          <p:spPr>
            <a:xfrm>
              <a:off x="1296" y="2352"/>
              <a:ext cx="192" cy="192"/>
            </a:xfrm>
            <a:prstGeom prst="rect">
              <a:avLst/>
            </a:prstGeom>
            <a:solidFill>
              <a:srgbClr val="FFCC99"/>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600" b="0" dirty="0">
                  <a:solidFill>
                    <a:schemeClr val="tx1"/>
                  </a:solidFill>
                  <a:latin typeface="Times New Roman" panose="02020603050405020304" pitchFamily="18" charset="0"/>
                </a:rPr>
                <a:t>1</a:t>
              </a:r>
              <a:endParaRPr lang="en-US" altLang="zh-CN" sz="1600" b="0" dirty="0">
                <a:solidFill>
                  <a:schemeClr val="tx1"/>
                </a:solidFill>
                <a:latin typeface="Times New Roman" panose="02020603050405020304" pitchFamily="18" charset="0"/>
              </a:endParaRPr>
            </a:p>
          </p:txBody>
        </p:sp>
        <p:sp>
          <p:nvSpPr>
            <p:cNvPr id="129037" name="Line 10"/>
            <p:cNvSpPr/>
            <p:nvPr/>
          </p:nvSpPr>
          <p:spPr>
            <a:xfrm flipH="1">
              <a:off x="1488" y="2436"/>
              <a:ext cx="336" cy="0"/>
            </a:xfrm>
            <a:prstGeom prst="line">
              <a:avLst/>
            </a:prstGeom>
            <a:ln w="9525" cap="flat" cmpd="sng">
              <a:solidFill>
                <a:schemeClr val="tx1"/>
              </a:solidFill>
              <a:prstDash val="solid"/>
              <a:headEnd type="none" w="med" len="med"/>
              <a:tailEnd type="triangle" w="med" len="med"/>
            </a:ln>
          </p:spPr>
        </p:sp>
        <p:sp>
          <p:nvSpPr>
            <p:cNvPr id="129038" name="Line 11"/>
            <p:cNvSpPr/>
            <p:nvPr/>
          </p:nvSpPr>
          <p:spPr>
            <a:xfrm flipH="1">
              <a:off x="2448" y="2528"/>
              <a:ext cx="408" cy="4"/>
            </a:xfrm>
            <a:prstGeom prst="line">
              <a:avLst/>
            </a:prstGeom>
            <a:ln w="9525" cap="flat" cmpd="sng">
              <a:solidFill>
                <a:schemeClr val="tx1"/>
              </a:solidFill>
              <a:prstDash val="solid"/>
              <a:headEnd type="none" w="med" len="med"/>
              <a:tailEnd type="triangle" w="med" len="med"/>
            </a:ln>
          </p:spPr>
        </p:sp>
        <p:sp>
          <p:nvSpPr>
            <p:cNvPr id="129039" name="Oval 12"/>
            <p:cNvSpPr/>
            <p:nvPr/>
          </p:nvSpPr>
          <p:spPr>
            <a:xfrm>
              <a:off x="1248" y="2418"/>
              <a:ext cx="48" cy="48"/>
            </a:xfrm>
            <a:prstGeom prst="ellipse">
              <a:avLst/>
            </a:prstGeom>
            <a:solidFill>
              <a:schemeClr val="accent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29040" name="Line 13"/>
            <p:cNvSpPr/>
            <p:nvPr/>
          </p:nvSpPr>
          <p:spPr>
            <a:xfrm flipH="1">
              <a:off x="1104" y="2445"/>
              <a:ext cx="144" cy="0"/>
            </a:xfrm>
            <a:prstGeom prst="line">
              <a:avLst/>
            </a:prstGeom>
            <a:ln w="9525" cap="flat" cmpd="sng">
              <a:solidFill>
                <a:schemeClr val="tx1"/>
              </a:solidFill>
              <a:prstDash val="solid"/>
              <a:headEnd type="none" w="med" len="med"/>
              <a:tailEnd type="triangle" w="med" len="med"/>
            </a:ln>
          </p:spPr>
        </p:sp>
        <p:sp>
          <p:nvSpPr>
            <p:cNvPr id="129041" name="Line 14"/>
            <p:cNvSpPr/>
            <p:nvPr/>
          </p:nvSpPr>
          <p:spPr>
            <a:xfrm>
              <a:off x="2850" y="2448"/>
              <a:ext cx="0" cy="432"/>
            </a:xfrm>
            <a:prstGeom prst="line">
              <a:avLst/>
            </a:prstGeom>
            <a:ln w="9525" cap="flat" cmpd="sng">
              <a:solidFill>
                <a:schemeClr val="tx1"/>
              </a:solidFill>
              <a:prstDash val="solid"/>
              <a:headEnd type="none" w="med" len="med"/>
              <a:tailEnd type="none" w="med" len="med"/>
            </a:ln>
          </p:spPr>
        </p:sp>
        <p:sp>
          <p:nvSpPr>
            <p:cNvPr id="129042" name="Rectangle 15"/>
            <p:cNvSpPr/>
            <p:nvPr/>
          </p:nvSpPr>
          <p:spPr>
            <a:xfrm>
              <a:off x="2823" y="2595"/>
              <a:ext cx="48" cy="144"/>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29043" name="Line 16"/>
            <p:cNvSpPr/>
            <p:nvPr/>
          </p:nvSpPr>
          <p:spPr>
            <a:xfrm>
              <a:off x="2784" y="2880"/>
              <a:ext cx="144" cy="0"/>
            </a:xfrm>
            <a:prstGeom prst="line">
              <a:avLst/>
            </a:prstGeom>
            <a:ln w="9525" cap="flat" cmpd="sng">
              <a:solidFill>
                <a:schemeClr val="tx1"/>
              </a:solidFill>
              <a:prstDash val="solid"/>
              <a:headEnd type="none" w="med" len="med"/>
              <a:tailEnd type="none" w="med" len="med"/>
            </a:ln>
          </p:spPr>
        </p:sp>
        <p:sp>
          <p:nvSpPr>
            <p:cNvPr id="129044" name="Line 17"/>
            <p:cNvSpPr/>
            <p:nvPr/>
          </p:nvSpPr>
          <p:spPr>
            <a:xfrm flipH="1">
              <a:off x="2853" y="2352"/>
              <a:ext cx="75" cy="98"/>
            </a:xfrm>
            <a:prstGeom prst="line">
              <a:avLst/>
            </a:prstGeom>
            <a:ln w="9525" cap="flat" cmpd="sng">
              <a:solidFill>
                <a:schemeClr val="tx1"/>
              </a:solidFill>
              <a:prstDash val="solid"/>
              <a:headEnd type="none" w="med" len="med"/>
              <a:tailEnd type="triangle" w="med" len="med"/>
            </a:ln>
          </p:spPr>
        </p:sp>
        <p:sp>
          <p:nvSpPr>
            <p:cNvPr id="129045" name="Line 18"/>
            <p:cNvSpPr/>
            <p:nvPr/>
          </p:nvSpPr>
          <p:spPr>
            <a:xfrm>
              <a:off x="2928" y="2208"/>
              <a:ext cx="0" cy="240"/>
            </a:xfrm>
            <a:prstGeom prst="line">
              <a:avLst/>
            </a:prstGeom>
            <a:ln w="9525" cap="flat" cmpd="sng">
              <a:solidFill>
                <a:schemeClr val="tx1"/>
              </a:solidFill>
              <a:prstDash val="solid"/>
              <a:headEnd type="none" w="med" len="med"/>
              <a:tailEnd type="none" w="med" len="med"/>
            </a:ln>
          </p:spPr>
        </p:sp>
        <p:sp>
          <p:nvSpPr>
            <p:cNvPr id="129046" name="Line 19"/>
            <p:cNvSpPr/>
            <p:nvPr/>
          </p:nvSpPr>
          <p:spPr>
            <a:xfrm flipV="1">
              <a:off x="2853" y="1776"/>
              <a:ext cx="0" cy="432"/>
            </a:xfrm>
            <a:prstGeom prst="line">
              <a:avLst/>
            </a:prstGeom>
            <a:ln w="9525" cap="flat" cmpd="sng">
              <a:solidFill>
                <a:schemeClr val="tx1"/>
              </a:solidFill>
              <a:prstDash val="solid"/>
              <a:headEnd type="none" w="med" len="med"/>
              <a:tailEnd type="none" w="med" len="med"/>
            </a:ln>
          </p:spPr>
        </p:sp>
        <p:sp>
          <p:nvSpPr>
            <p:cNvPr id="129047" name="Line 20"/>
            <p:cNvSpPr/>
            <p:nvPr/>
          </p:nvSpPr>
          <p:spPr>
            <a:xfrm>
              <a:off x="2859" y="2208"/>
              <a:ext cx="66" cy="114"/>
            </a:xfrm>
            <a:prstGeom prst="line">
              <a:avLst/>
            </a:prstGeom>
            <a:ln w="9525" cap="flat" cmpd="sng">
              <a:solidFill>
                <a:schemeClr val="tx1"/>
              </a:solidFill>
              <a:prstDash val="solid"/>
              <a:headEnd type="none" w="med" len="med"/>
              <a:tailEnd type="none" w="med" len="med"/>
            </a:ln>
          </p:spPr>
        </p:sp>
        <p:sp>
          <p:nvSpPr>
            <p:cNvPr id="129048" name="Line 21"/>
            <p:cNvSpPr/>
            <p:nvPr/>
          </p:nvSpPr>
          <p:spPr>
            <a:xfrm>
              <a:off x="2928" y="2334"/>
              <a:ext cx="192" cy="0"/>
            </a:xfrm>
            <a:prstGeom prst="line">
              <a:avLst/>
            </a:prstGeom>
            <a:ln w="9525" cap="flat" cmpd="sng">
              <a:solidFill>
                <a:schemeClr val="tx1"/>
              </a:solidFill>
              <a:prstDash val="solid"/>
              <a:headEnd type="none" w="med" len="med"/>
              <a:tailEnd type="none" w="med" len="med"/>
            </a:ln>
          </p:spPr>
        </p:sp>
        <p:sp>
          <p:nvSpPr>
            <p:cNvPr id="129049" name="Line 22"/>
            <p:cNvSpPr/>
            <p:nvPr/>
          </p:nvSpPr>
          <p:spPr>
            <a:xfrm flipV="1">
              <a:off x="3120" y="1920"/>
              <a:ext cx="0" cy="960"/>
            </a:xfrm>
            <a:prstGeom prst="line">
              <a:avLst/>
            </a:prstGeom>
            <a:ln w="9525" cap="flat" cmpd="sng">
              <a:solidFill>
                <a:schemeClr val="tx1"/>
              </a:solidFill>
              <a:prstDash val="solid"/>
              <a:headEnd type="none" w="med" len="med"/>
              <a:tailEnd type="none" w="med" len="med"/>
            </a:ln>
          </p:spPr>
        </p:sp>
        <p:sp>
          <p:nvSpPr>
            <p:cNvPr id="129050" name="Line 23"/>
            <p:cNvSpPr/>
            <p:nvPr/>
          </p:nvSpPr>
          <p:spPr>
            <a:xfrm>
              <a:off x="2880" y="1920"/>
              <a:ext cx="240" cy="0"/>
            </a:xfrm>
            <a:prstGeom prst="line">
              <a:avLst/>
            </a:prstGeom>
            <a:ln w="9525" cap="flat" cmpd="sng">
              <a:solidFill>
                <a:schemeClr val="tx1"/>
              </a:solidFill>
              <a:prstDash val="solid"/>
              <a:headEnd type="none" w="med" len="med"/>
              <a:tailEnd type="none" w="med" len="med"/>
            </a:ln>
          </p:spPr>
        </p:sp>
        <p:sp>
          <p:nvSpPr>
            <p:cNvPr id="129051" name="Line 24"/>
            <p:cNvSpPr/>
            <p:nvPr/>
          </p:nvSpPr>
          <p:spPr>
            <a:xfrm>
              <a:off x="2850" y="1920"/>
              <a:ext cx="240" cy="0"/>
            </a:xfrm>
            <a:prstGeom prst="line">
              <a:avLst/>
            </a:prstGeom>
            <a:ln w="9525" cap="flat" cmpd="sng">
              <a:solidFill>
                <a:schemeClr val="tx1"/>
              </a:solidFill>
              <a:prstDash val="solid"/>
              <a:headEnd type="none" w="med" len="med"/>
              <a:tailEnd type="none" w="med" len="med"/>
            </a:ln>
          </p:spPr>
        </p:sp>
        <p:sp>
          <p:nvSpPr>
            <p:cNvPr id="129052" name="Rectangle 25"/>
            <p:cNvSpPr/>
            <p:nvPr/>
          </p:nvSpPr>
          <p:spPr>
            <a:xfrm>
              <a:off x="3090" y="2592"/>
              <a:ext cx="48" cy="144"/>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29053" name="Rectangle 26"/>
            <p:cNvSpPr/>
            <p:nvPr/>
          </p:nvSpPr>
          <p:spPr>
            <a:xfrm>
              <a:off x="3090" y="2064"/>
              <a:ext cx="48" cy="144"/>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29054" name="Line 27"/>
            <p:cNvSpPr/>
            <p:nvPr/>
          </p:nvSpPr>
          <p:spPr>
            <a:xfrm>
              <a:off x="3042" y="2880"/>
              <a:ext cx="144" cy="0"/>
            </a:xfrm>
            <a:prstGeom prst="line">
              <a:avLst/>
            </a:prstGeom>
            <a:ln w="9525" cap="flat" cmpd="sng">
              <a:solidFill>
                <a:schemeClr val="tx1"/>
              </a:solidFill>
              <a:prstDash val="solid"/>
              <a:headEnd type="none" w="med" len="med"/>
              <a:tailEnd type="none" w="med" len="med"/>
            </a:ln>
          </p:spPr>
        </p:sp>
        <p:sp>
          <p:nvSpPr>
            <p:cNvPr id="129055" name="Oval 28"/>
            <p:cNvSpPr/>
            <p:nvPr/>
          </p:nvSpPr>
          <p:spPr>
            <a:xfrm>
              <a:off x="2832" y="1776"/>
              <a:ext cx="48" cy="48"/>
            </a:xfrm>
            <a:prstGeom prst="ellipse">
              <a:avLst/>
            </a:prstGeom>
            <a:solidFill>
              <a:schemeClr val="accent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29056" name="Line 29"/>
            <p:cNvSpPr/>
            <p:nvPr/>
          </p:nvSpPr>
          <p:spPr>
            <a:xfrm>
              <a:off x="2448" y="3600"/>
              <a:ext cx="384" cy="0"/>
            </a:xfrm>
            <a:prstGeom prst="line">
              <a:avLst/>
            </a:prstGeom>
            <a:ln w="9525" cap="flat" cmpd="sng">
              <a:solidFill>
                <a:schemeClr val="tx1"/>
              </a:solidFill>
              <a:prstDash val="solid"/>
              <a:headEnd type="none" w="med" len="med"/>
              <a:tailEnd type="triangle" w="med" len="med"/>
            </a:ln>
          </p:spPr>
        </p:sp>
        <p:sp>
          <p:nvSpPr>
            <p:cNvPr id="129057" name="Rectangle 30"/>
            <p:cNvSpPr/>
            <p:nvPr/>
          </p:nvSpPr>
          <p:spPr>
            <a:xfrm>
              <a:off x="2832" y="3312"/>
              <a:ext cx="240" cy="528"/>
            </a:xfrm>
            <a:prstGeom prst="rect">
              <a:avLst/>
            </a:prstGeom>
            <a:solidFill>
              <a:srgbClr val="CCFFFF"/>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1600" dirty="0">
                  <a:solidFill>
                    <a:schemeClr val="tx1"/>
                  </a:solidFill>
                  <a:latin typeface="Times New Roman" panose="02020603050405020304" pitchFamily="18" charset="0"/>
                </a:rPr>
                <a:t>驱</a:t>
              </a:r>
              <a:endParaRPr lang="zh-CN" altLang="en-US" sz="1600" dirty="0">
                <a:solidFill>
                  <a:schemeClr val="tx1"/>
                </a:solidFill>
                <a:latin typeface="Times New Roman" panose="02020603050405020304" pitchFamily="18" charset="0"/>
              </a:endParaRPr>
            </a:p>
            <a:p>
              <a:pPr marL="0" lvl="0" indent="0" algn="ctr">
                <a:lnSpc>
                  <a:spcPct val="100000"/>
                </a:lnSpc>
                <a:spcBef>
                  <a:spcPct val="0"/>
                </a:spcBef>
                <a:spcAft>
                  <a:spcPct val="0"/>
                </a:spcAft>
                <a:buClrTx/>
                <a:buSzTx/>
                <a:buNone/>
              </a:pPr>
              <a:r>
                <a:rPr lang="zh-CN" altLang="en-US" sz="1600" dirty="0">
                  <a:solidFill>
                    <a:schemeClr val="tx1"/>
                  </a:solidFill>
                  <a:latin typeface="Times New Roman" panose="02020603050405020304" pitchFamily="18" charset="0"/>
                </a:rPr>
                <a:t>动</a:t>
              </a:r>
              <a:endParaRPr lang="zh-CN" altLang="en-US" sz="1600" dirty="0">
                <a:solidFill>
                  <a:schemeClr val="tx1"/>
                </a:solidFill>
                <a:latin typeface="Times New Roman" panose="02020603050405020304" pitchFamily="18" charset="0"/>
              </a:endParaRPr>
            </a:p>
            <a:p>
              <a:pPr marL="0" lvl="0" indent="0" algn="ctr">
                <a:lnSpc>
                  <a:spcPct val="100000"/>
                </a:lnSpc>
                <a:spcBef>
                  <a:spcPct val="0"/>
                </a:spcBef>
                <a:spcAft>
                  <a:spcPct val="0"/>
                </a:spcAft>
                <a:buClrTx/>
                <a:buSzTx/>
                <a:buNone/>
              </a:pPr>
              <a:r>
                <a:rPr lang="zh-CN" altLang="en-US" sz="1600" dirty="0">
                  <a:solidFill>
                    <a:schemeClr val="tx1"/>
                  </a:solidFill>
                  <a:latin typeface="Times New Roman" panose="02020603050405020304" pitchFamily="18" charset="0"/>
                </a:rPr>
                <a:t>器</a:t>
              </a:r>
              <a:endParaRPr lang="zh-CN" altLang="en-US" sz="1600" dirty="0">
                <a:solidFill>
                  <a:schemeClr val="tx1"/>
                </a:solidFill>
                <a:latin typeface="Times New Roman" panose="02020603050405020304" pitchFamily="18" charset="0"/>
              </a:endParaRPr>
            </a:p>
          </p:txBody>
        </p:sp>
        <p:sp>
          <p:nvSpPr>
            <p:cNvPr id="129058" name="Line 31"/>
            <p:cNvSpPr/>
            <p:nvPr/>
          </p:nvSpPr>
          <p:spPr>
            <a:xfrm>
              <a:off x="3072" y="3600"/>
              <a:ext cx="96" cy="0"/>
            </a:xfrm>
            <a:prstGeom prst="line">
              <a:avLst/>
            </a:prstGeom>
            <a:ln w="9525" cap="flat" cmpd="sng">
              <a:solidFill>
                <a:schemeClr val="tx1"/>
              </a:solidFill>
              <a:prstDash val="solid"/>
              <a:headEnd type="none" w="med" len="med"/>
              <a:tailEnd type="none" w="med" len="med"/>
            </a:ln>
          </p:spPr>
        </p:sp>
        <p:sp>
          <p:nvSpPr>
            <p:cNvPr id="129059" name="Rectangle 32"/>
            <p:cNvSpPr/>
            <p:nvPr/>
          </p:nvSpPr>
          <p:spPr>
            <a:xfrm>
              <a:off x="3168" y="3483"/>
              <a:ext cx="48" cy="240"/>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29060" name="AutoShape 33"/>
            <p:cNvSpPr/>
            <p:nvPr/>
          </p:nvSpPr>
          <p:spPr>
            <a:xfrm rot="5400000">
              <a:off x="3096" y="3528"/>
              <a:ext cx="384" cy="144"/>
            </a:xfrm>
            <a:custGeom>
              <a:avLst/>
              <a:gdLst/>
              <a:ahLst/>
              <a:cxnLst>
                <a:cxn ang="0">
                  <a:pos x="0" y="0"/>
                </a:cxn>
                <a:cxn ang="0">
                  <a:pos x="0" y="0"/>
                </a:cxn>
                <a:cxn ang="0">
                  <a:pos x="0" y="0"/>
                </a:cxn>
                <a:cxn ang="0">
                  <a:pos x="0" y="0"/>
                </a:cxn>
                <a:cxn ang="0">
                  <a:pos x="0" y="0"/>
                </a:cxn>
              </a:cxnLst>
              <a:pathLst>
                <a:path w="21600" h="21600">
                  <a:moveTo>
                    <a:pt x="0" y="0"/>
                  </a:moveTo>
                  <a:lnTo>
                    <a:pt x="5400" y="21600"/>
                  </a:lnTo>
                  <a:lnTo>
                    <a:pt x="16200" y="21600"/>
                  </a:lnTo>
                  <a:lnTo>
                    <a:pt x="21600" y="0"/>
                  </a:lnTo>
                  <a:lnTo>
                    <a:pt x="0" y="0"/>
                  </a:lnTo>
                  <a:close/>
                </a:path>
              </a:pathLst>
            </a:custGeom>
            <a:solidFill>
              <a:schemeClr val="accent1">
                <a:alpha val="100000"/>
              </a:schemeClr>
            </a:solidFill>
            <a:ln w="9525" cap="flat" cmpd="sng">
              <a:solidFill>
                <a:schemeClr val="tx1">
                  <a:alpha val="100000"/>
                </a:schemeClr>
              </a:solidFill>
              <a:prstDash val="solid"/>
              <a:miter lim="800000"/>
              <a:headEnd type="none" w="med" len="med"/>
              <a:tailEnd type="none" w="med" len="med"/>
            </a:ln>
          </p:spPr>
          <p:txBody>
            <a:bodyPr/>
            <a:p>
              <a:endParaRPr lang="zh-CN" altLang="en-US"/>
            </a:p>
          </p:txBody>
        </p:sp>
        <p:sp>
          <p:nvSpPr>
            <p:cNvPr id="129061" name="Line 34"/>
            <p:cNvSpPr/>
            <p:nvPr/>
          </p:nvSpPr>
          <p:spPr>
            <a:xfrm flipH="1">
              <a:off x="3216" y="2640"/>
              <a:ext cx="528" cy="0"/>
            </a:xfrm>
            <a:prstGeom prst="line">
              <a:avLst/>
            </a:prstGeom>
            <a:ln w="9525" cap="flat" cmpd="sng">
              <a:solidFill>
                <a:schemeClr val="tx1"/>
              </a:solidFill>
              <a:prstDash val="solid"/>
              <a:headEnd type="none" w="med" len="med"/>
              <a:tailEnd type="triangle" w="med" len="med"/>
            </a:ln>
          </p:spPr>
        </p:sp>
        <p:sp>
          <p:nvSpPr>
            <p:cNvPr id="129062" name="Line 35"/>
            <p:cNvSpPr/>
            <p:nvPr/>
          </p:nvSpPr>
          <p:spPr>
            <a:xfrm flipH="1">
              <a:off x="3216" y="2736"/>
              <a:ext cx="528" cy="0"/>
            </a:xfrm>
            <a:prstGeom prst="line">
              <a:avLst/>
            </a:prstGeom>
            <a:ln w="9525" cap="flat" cmpd="sng">
              <a:solidFill>
                <a:schemeClr val="tx1"/>
              </a:solidFill>
              <a:prstDash val="solid"/>
              <a:headEnd type="none" w="med" len="med"/>
              <a:tailEnd type="triangle" w="med" len="med"/>
            </a:ln>
          </p:spPr>
        </p:sp>
        <p:sp>
          <p:nvSpPr>
            <p:cNvPr id="129063" name="AutoShape 36"/>
            <p:cNvSpPr/>
            <p:nvPr/>
          </p:nvSpPr>
          <p:spPr>
            <a:xfrm flipH="1">
              <a:off x="3840" y="2619"/>
              <a:ext cx="288" cy="144"/>
            </a:xfrm>
            <a:prstGeom prst="flowChartMagneticDrum">
              <a:avLst/>
            </a:prstGeom>
            <a:solidFill>
              <a:schemeClr val="accent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29064" name="AutoShape 37"/>
            <p:cNvSpPr/>
            <p:nvPr/>
          </p:nvSpPr>
          <p:spPr>
            <a:xfrm flipH="1">
              <a:off x="3371" y="2400"/>
              <a:ext cx="229" cy="96"/>
            </a:xfrm>
            <a:prstGeom prst="flowChartMagneticDrum">
              <a:avLst/>
            </a:prstGeom>
            <a:solidFill>
              <a:srgbClr val="FF9900"/>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29065" name="Line 38"/>
            <p:cNvSpPr/>
            <p:nvPr/>
          </p:nvSpPr>
          <p:spPr>
            <a:xfrm>
              <a:off x="3504" y="2544"/>
              <a:ext cx="0" cy="288"/>
            </a:xfrm>
            <a:prstGeom prst="line">
              <a:avLst/>
            </a:prstGeom>
            <a:ln w="9525" cap="flat" cmpd="sng">
              <a:solidFill>
                <a:schemeClr val="tx1"/>
              </a:solidFill>
              <a:prstDash val="solid"/>
              <a:headEnd type="none" w="med" len="med"/>
              <a:tailEnd type="triangle" w="med" len="med"/>
            </a:ln>
          </p:spPr>
        </p:sp>
        <p:sp>
          <p:nvSpPr>
            <p:cNvPr id="129066" name="Text Box 39"/>
            <p:cNvSpPr txBox="1"/>
            <p:nvPr/>
          </p:nvSpPr>
          <p:spPr>
            <a:xfrm>
              <a:off x="441" y="2352"/>
              <a:ext cx="672" cy="446"/>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50000"/>
                </a:spcBef>
                <a:spcAft>
                  <a:spcPct val="0"/>
                </a:spcAft>
                <a:buClrTx/>
                <a:buSzTx/>
                <a:buNone/>
              </a:pPr>
              <a:r>
                <a:rPr lang="en-US" altLang="zh-CN" sz="1600" dirty="0">
                  <a:solidFill>
                    <a:schemeClr val="tx1"/>
                  </a:solidFill>
                  <a:latin typeface="Times New Roman" panose="02020603050405020304" pitchFamily="18" charset="0"/>
                </a:rPr>
                <a:t>INT</a:t>
              </a:r>
              <a:endParaRPr lang="en-US" altLang="zh-CN" sz="1600" dirty="0">
                <a:solidFill>
                  <a:schemeClr val="tx1"/>
                </a:solidFill>
                <a:latin typeface="Times New Roman" panose="02020603050405020304" pitchFamily="18" charset="0"/>
              </a:endParaRPr>
            </a:p>
            <a:p>
              <a:pPr marL="0" lvl="0" indent="0" algn="r">
                <a:lnSpc>
                  <a:spcPct val="100000"/>
                </a:lnSpc>
                <a:spcBef>
                  <a:spcPct val="50000"/>
                </a:spcBef>
                <a:spcAft>
                  <a:spcPct val="0"/>
                </a:spcAft>
                <a:buClrTx/>
                <a:buSzTx/>
                <a:buNone/>
              </a:pPr>
              <a:r>
                <a:rPr lang="en-US" altLang="zh-CN" sz="1600" dirty="0">
                  <a:solidFill>
                    <a:schemeClr val="tx1"/>
                  </a:solidFill>
                  <a:latin typeface="Times New Roman" panose="02020603050405020304" pitchFamily="18" charset="0"/>
                </a:rPr>
                <a:t>+5V</a:t>
              </a:r>
              <a:endParaRPr lang="en-US" altLang="zh-CN" sz="1600" dirty="0">
                <a:solidFill>
                  <a:schemeClr val="tx1"/>
                </a:solidFill>
                <a:latin typeface="Times New Roman" panose="02020603050405020304" pitchFamily="18" charset="0"/>
              </a:endParaRPr>
            </a:p>
          </p:txBody>
        </p:sp>
      </p:grpSp>
      <p:sp>
        <p:nvSpPr>
          <p:cNvPr id="129028" name="Text Box 40"/>
          <p:cNvSpPr txBox="1"/>
          <p:nvPr/>
        </p:nvSpPr>
        <p:spPr>
          <a:xfrm>
            <a:off x="2700338" y="5935663"/>
            <a:ext cx="349885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None/>
            </a:pPr>
            <a:r>
              <a:rPr lang="zh-CN" altLang="en-US" sz="2000" dirty="0">
                <a:solidFill>
                  <a:schemeClr val="tx1"/>
                </a:solidFill>
                <a:latin typeface="Times New Roman" panose="02020603050405020304" pitchFamily="18" charset="0"/>
              </a:rPr>
              <a:t>     </a:t>
            </a:r>
            <a:r>
              <a:rPr lang="en-US" altLang="zh-CN" sz="2000" dirty="0">
                <a:solidFill>
                  <a:schemeClr val="tx1"/>
                </a:solidFill>
                <a:latin typeface="Times New Roman" panose="02020603050405020304" pitchFamily="18" charset="0"/>
              </a:rPr>
              <a:t>8253</a:t>
            </a:r>
            <a:r>
              <a:rPr lang="zh-CN" altLang="en-US" sz="2000" dirty="0">
                <a:solidFill>
                  <a:schemeClr val="tx1"/>
                </a:solidFill>
                <a:latin typeface="Times New Roman" panose="02020603050405020304" pitchFamily="18" charset="0"/>
              </a:rPr>
              <a:t>的应用</a:t>
            </a:r>
            <a:r>
              <a:rPr lang="en-US" altLang="zh-CN" sz="2000" dirty="0">
                <a:solidFill>
                  <a:schemeClr val="tx1"/>
                </a:solidFill>
                <a:latin typeface="Times New Roman" panose="02020603050405020304" pitchFamily="18" charset="0"/>
              </a:rPr>
              <a:t>—</a:t>
            </a:r>
            <a:r>
              <a:rPr lang="zh-CN" altLang="en-US" sz="2000" dirty="0">
                <a:solidFill>
                  <a:schemeClr val="tx1"/>
                </a:solidFill>
                <a:latin typeface="Times New Roman" panose="02020603050405020304" pitchFamily="18" charset="0"/>
              </a:rPr>
              <a:t>计数和定时</a:t>
            </a:r>
            <a:endParaRPr lang="zh-CN" altLang="en-US" sz="2000" dirty="0">
              <a:solidFill>
                <a:schemeClr val="tx1"/>
              </a:solidFill>
              <a:latin typeface="Times New Roman" panose="02020603050405020304" pitchFamily="18" charset="0"/>
            </a:endParaRPr>
          </a:p>
        </p:txBody>
      </p:sp>
      <p:sp>
        <p:nvSpPr>
          <p:cNvPr id="129029" name="矩形 1"/>
          <p:cNvSpPr/>
          <p:nvPr/>
        </p:nvSpPr>
        <p:spPr>
          <a:xfrm>
            <a:off x="447675" y="2251075"/>
            <a:ext cx="3892550" cy="523875"/>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457200" lvl="0" indent="-457200">
              <a:lnSpc>
                <a:spcPct val="100000"/>
              </a:lnSpc>
              <a:spcBef>
                <a:spcPct val="0"/>
              </a:spcBef>
              <a:spcAft>
                <a:spcPct val="0"/>
              </a:spcAft>
              <a:buClrTx/>
              <a:buSzTx/>
            </a:pPr>
            <a:r>
              <a:rPr lang="zh-CN" altLang="en-US" dirty="0">
                <a:solidFill>
                  <a:srgbClr val="0070C0"/>
                </a:solidFill>
                <a:latin typeface="Arial" panose="020B0604020202020204" pitchFamily="34" charset="0"/>
              </a:rPr>
              <a:t>监视一个生产流水线</a:t>
            </a:r>
            <a:endParaRPr lang="zh-CN" altLang="en-US" dirty="0">
              <a:solidFill>
                <a:srgbClr val="0070C0"/>
              </a:solidFill>
              <a:latin typeface="Arial" panose="020B0604020202020204" pitchFamily="34" charset="0"/>
            </a:endParaRPr>
          </a:p>
        </p:txBody>
      </p:sp>
      <p:sp>
        <p:nvSpPr>
          <p:cNvPr id="129030" name="Text Box 39"/>
          <p:cNvSpPr txBox="1"/>
          <p:nvPr/>
        </p:nvSpPr>
        <p:spPr>
          <a:xfrm>
            <a:off x="1754188" y="4508500"/>
            <a:ext cx="1066800" cy="70802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50000"/>
              </a:spcBef>
              <a:spcAft>
                <a:spcPct val="0"/>
              </a:spcAft>
              <a:buClrTx/>
              <a:buSzTx/>
              <a:buNone/>
            </a:pPr>
            <a:r>
              <a:rPr lang="en-US" altLang="zh-CN" sz="1600" dirty="0">
                <a:solidFill>
                  <a:schemeClr val="tx1"/>
                </a:solidFill>
                <a:latin typeface="Times New Roman" panose="02020603050405020304" pitchFamily="18" charset="0"/>
              </a:rPr>
              <a:t>2.5MHz</a:t>
            </a:r>
            <a:endParaRPr lang="en-US" altLang="zh-CN" sz="1600" dirty="0">
              <a:solidFill>
                <a:schemeClr val="tx1"/>
              </a:solidFill>
              <a:latin typeface="Times New Roman" panose="02020603050405020304" pitchFamily="18" charset="0"/>
            </a:endParaRPr>
          </a:p>
          <a:p>
            <a:pPr marL="0" lvl="0" indent="0" algn="r">
              <a:lnSpc>
                <a:spcPct val="100000"/>
              </a:lnSpc>
              <a:spcBef>
                <a:spcPct val="50000"/>
              </a:spcBef>
              <a:spcAft>
                <a:spcPct val="0"/>
              </a:spcAft>
              <a:buClrTx/>
              <a:buSzTx/>
              <a:buNone/>
            </a:pPr>
            <a:r>
              <a:rPr lang="en-US" altLang="zh-CN" sz="1600" dirty="0">
                <a:solidFill>
                  <a:schemeClr val="tx1"/>
                </a:solidFill>
                <a:latin typeface="Times New Roman" panose="02020603050405020304" pitchFamily="18" charset="0"/>
              </a:rPr>
              <a:t>8255PA</a:t>
            </a:r>
            <a:r>
              <a:rPr lang="en-US" altLang="zh-CN" sz="1600" baseline="-25000" dirty="0">
                <a:solidFill>
                  <a:schemeClr val="tx1"/>
                </a:solidFill>
                <a:latin typeface="Times New Roman" panose="02020603050405020304" pitchFamily="18" charset="0"/>
              </a:rPr>
              <a:t>0</a:t>
            </a:r>
            <a:endParaRPr lang="en-US" altLang="zh-CN" sz="1600" baseline="-25000" dirty="0">
              <a:solidFill>
                <a:schemeClr val="tx1"/>
              </a:solidFill>
              <a:latin typeface="Times New Roman" panose="02020603050405020304" pitchFamily="18" charset="0"/>
            </a:endParaRPr>
          </a:p>
        </p:txBody>
      </p:sp>
    </p:spTree>
  </p:cSld>
  <p:clrMapOvr>
    <a:masterClrMapping/>
  </p:clrMapOvr>
  <p:transition spd="slow">
    <p:zoom/>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30050" name="Rectangle 2"/>
          <p:cNvSpPr>
            <a:spLocks noGrp="1"/>
          </p:cNvSpPr>
          <p:nvPr>
            <p:ph type="title"/>
          </p:nvPr>
        </p:nvSpPr>
        <p:spPr>
          <a:xfrm>
            <a:off x="1331913" y="1125538"/>
            <a:ext cx="4895850" cy="533400"/>
          </a:xfrm>
        </p:spPr>
        <p:txBody>
          <a:bodyPr vert="horz" wrap="square" lIns="91440" tIns="45720" rIns="91440" bIns="45720" anchor="b" anchorCtr="0"/>
          <a:p>
            <a:r>
              <a:rPr lang="zh-CN" altLang="en-US" sz="3200" b="1" dirty="0"/>
              <a:t>设计要求及设计方案确定</a:t>
            </a:r>
            <a:endParaRPr lang="zh-CN" altLang="en-US" sz="3200" b="1" dirty="0"/>
          </a:p>
        </p:txBody>
      </p:sp>
      <p:sp>
        <p:nvSpPr>
          <p:cNvPr id="36867" name="Rectangle 3"/>
          <p:cNvSpPr>
            <a:spLocks noGrp="1" noChangeArrowheads="1"/>
          </p:cNvSpPr>
          <p:nvPr>
            <p:ph idx="1"/>
          </p:nvPr>
        </p:nvSpPr>
        <p:spPr>
          <a:xfrm>
            <a:off x="395288" y="1989138"/>
            <a:ext cx="8424863" cy="4392613"/>
          </a:xfrm>
          <a:ln>
            <a:miter/>
          </a:ln>
        </p:spPr>
        <p:txBody>
          <a:bodyPr vert="horz" wrap="square" lIns="91440" tIns="45720" rIns="91440" bIns="45720" numCol="1" anchor="t" anchorCtr="0" compatLnSpc="1"/>
          <a:lstStyle/>
          <a:p>
            <a:pPr marL="342900" marR="0" lvl="0" indent="-342900" algn="l" defTabSz="914400" rtl="0" eaLnBrk="0" fontAlgn="base" latinLnBrk="0" hangingPunct="0">
              <a:lnSpc>
                <a:spcPct val="120000"/>
              </a:lnSpc>
              <a:spcBef>
                <a:spcPct val="20000"/>
              </a:spcBef>
              <a:spcAft>
                <a:spcPct val="5000"/>
              </a:spcAft>
              <a:buClr>
                <a:schemeClr val="folHlink"/>
              </a:buClr>
              <a:buSzPct val="60000"/>
              <a:buFont typeface="Wingdings" panose="05000000000000000000" pitchFamily="2" charset="2"/>
              <a:buChar char="n"/>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使用</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8253</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监视一个生产流水线，</a:t>
            </a:r>
            <a:r>
              <a:rPr kumimoji="0" lang="zh-CN" altLang="en-US" sz="2000" b="1" i="0" u="none" strike="noStrike" kern="1200" cap="none" spc="0" normalizeH="0" baseline="0" noProof="0" dirty="0">
                <a:ln>
                  <a:noFill/>
                </a:ln>
                <a:solidFill>
                  <a:srgbClr val="FF0000"/>
                </a:solidFill>
                <a:effectLst/>
                <a:uLnTx/>
                <a:uFillTx/>
                <a:latin typeface="+mn-ea"/>
                <a:ea typeface="+mn-ea"/>
                <a:cs typeface="+mn-cs"/>
              </a:rPr>
              <a:t>每</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通过</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50</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个工件，扬声器响</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5</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秒钟，</a:t>
            </a:r>
            <a:r>
              <a:rPr kumimoji="0" lang="zh-CN" altLang="en-US" sz="2000" b="1" i="0" u="none" strike="noStrike" kern="1200" cap="none" spc="0" normalizeH="0" baseline="0" noProof="0" dirty="0">
                <a:ln>
                  <a:noFill/>
                </a:ln>
                <a:solidFill>
                  <a:srgbClr val="FF0000"/>
                </a:solidFill>
                <a:effectLst/>
                <a:uLnTx/>
                <a:uFillTx/>
                <a:latin typeface="+mn-ea"/>
                <a:ea typeface="+mn-ea"/>
                <a:cs typeface="+mn-cs"/>
              </a:rPr>
              <a:t>频率</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2000Hz</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工作原理：</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）用</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8253</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的通道</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0</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设定为计数方式计数，计数满</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50</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后，由</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a:t>
            </a:r>
            <a:r>
              <a:rPr kumimoji="0" lang="en-US" altLang="zh-CN" sz="2000" b="1" i="0" u="none" strike="noStrike" kern="1200" cap="none" spc="0" normalizeH="0" baseline="-25000" noProof="0" dirty="0">
                <a:ln>
                  <a:noFill/>
                </a:ln>
                <a:solidFill>
                  <a:schemeClr val="tx2"/>
                </a:solidFill>
                <a:effectLst/>
                <a:uLnTx/>
                <a:uFillTx/>
                <a:latin typeface="+mn-ea"/>
                <a:ea typeface="+mn-ea"/>
                <a:cs typeface="+mn-cs"/>
              </a:rPr>
              <a:t>0</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输出一个负脉冲，经反向后作为</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8259A</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的中断请求信号，在中断服务程序中，启动</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8253</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通道</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工作，有通道</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连续输出频率为</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2000Hz</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的方波信号，持续</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5</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秒后结束。</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2</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）通道</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0</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工作于</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方式</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2</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通道</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工作于</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方式</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3</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，通道</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的门控信号</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GATE</a:t>
            </a:r>
            <a:r>
              <a:rPr kumimoji="0" lang="en-US" altLang="zh-CN" sz="2000" b="1" i="0" u="none" strike="noStrike" kern="1200" cap="none" spc="0" normalizeH="0" baseline="-25000" noProof="0" dirty="0">
                <a:ln>
                  <a:noFill/>
                </a:ln>
                <a:solidFill>
                  <a:schemeClr val="tx2"/>
                </a:solidFill>
                <a:effectLst/>
                <a:uLnTx/>
                <a:uFillTx/>
                <a:latin typeface="+mn-ea"/>
                <a:ea typeface="+mn-ea"/>
                <a:cs typeface="+mn-cs"/>
              </a:rPr>
              <a:t>1</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由</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8255A</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的</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PA0</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控制。</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p:txBody>
      </p:sp>
    </p:spTree>
  </p:cSld>
  <p:clrMapOvr>
    <a:masterClrMapping/>
  </p:clrMapOvr>
  <p:transition spd="slow">
    <p:zoom/>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7890" name="Rectangle 2"/>
          <p:cNvSpPr>
            <a:spLocks noGrp="1" noChangeArrowheads="1"/>
          </p:cNvSpPr>
          <p:nvPr>
            <p:ph type="title"/>
          </p:nvPr>
        </p:nvSpPr>
        <p:spPr>
          <a:xfrm>
            <a:off x="1331913" y="1052513"/>
            <a:ext cx="3384550" cy="609600"/>
          </a:xfrm>
          <a:ln>
            <a:miter/>
          </a:ln>
        </p:spPr>
        <p:txBody>
          <a:bodyPr vert="horz" wrap="square" lIns="91440" tIns="45720" rIns="91440" bIns="45720" numCol="1" anchor="b"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4000" b="1" i="0" u="none" strike="noStrike" kern="1200" cap="none" spc="0" normalizeH="0" baseline="0" noProof="0" dirty="0">
                <a:ln>
                  <a:noFill/>
                </a:ln>
                <a:solidFill>
                  <a:srgbClr val="CC3300"/>
                </a:solidFill>
                <a:effectLst/>
                <a:uLnTx/>
                <a:uFillTx/>
                <a:latin typeface="+mj-ea"/>
                <a:ea typeface="+mj-ea"/>
                <a:cs typeface="+mj-cs"/>
              </a:rPr>
              <a:t>控制字设置</a:t>
            </a:r>
            <a:endParaRPr kumimoji="0" lang="zh-CN" altLang="en-US" sz="4000" b="1" i="0" u="none" strike="noStrike" kern="1200" cap="none" spc="0" normalizeH="0" baseline="0" noProof="0" dirty="0">
              <a:ln>
                <a:noFill/>
              </a:ln>
              <a:solidFill>
                <a:srgbClr val="CC3300"/>
              </a:solidFill>
              <a:effectLst/>
              <a:uLnTx/>
              <a:uFillTx/>
              <a:latin typeface="+mj-ea"/>
              <a:ea typeface="+mj-ea"/>
              <a:cs typeface="+mj-cs"/>
            </a:endParaRPr>
          </a:p>
        </p:txBody>
      </p:sp>
      <p:sp>
        <p:nvSpPr>
          <p:cNvPr id="37891" name="Rectangle 3"/>
          <p:cNvSpPr>
            <a:spLocks noGrp="1" noChangeArrowheads="1"/>
          </p:cNvSpPr>
          <p:nvPr>
            <p:ph idx="1"/>
          </p:nvPr>
        </p:nvSpPr>
        <p:spPr>
          <a:xfrm>
            <a:off x="685800" y="2060575"/>
            <a:ext cx="7772400" cy="4648200"/>
          </a:xfrm>
          <a:ln>
            <a:miter/>
          </a:ln>
        </p:spPr>
        <p:txBody>
          <a:bodyPr vert="horz" wrap="square" lIns="91440" tIns="45720" rIns="91440" bIns="45720" numCol="1" anchor="t" anchorCtr="0" compatLnSpc="1"/>
          <a:lstStyle/>
          <a:p>
            <a:pPr marL="342900" marR="0" lvl="0" indent="-342900" algn="l" defTabSz="914400" rtl="0" eaLnBrk="0" fontAlgn="base" latinLnBrk="0" hangingPunct="0">
              <a:lnSpc>
                <a:spcPct val="120000"/>
              </a:lnSpc>
              <a:spcBef>
                <a:spcPct val="20000"/>
              </a:spcBef>
              <a:spcAft>
                <a:spcPct val="5000"/>
              </a:spcAft>
              <a:buClr>
                <a:schemeClr val="folHlink"/>
              </a:buClr>
              <a:buSzPct val="60000"/>
              <a:buFont typeface="Wingdings" panose="05000000000000000000" pitchFamily="2" charset="2"/>
              <a:buChar char="n"/>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通道</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0</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计数器工作于方式</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2</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，采用</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BCD</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计数，因计数初值为</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50</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，采用</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RL</a:t>
            </a:r>
            <a:r>
              <a:rPr kumimoji="0" lang="en-US" altLang="zh-CN" sz="2000" b="1" i="0" u="none" strike="noStrike" kern="1200" cap="none" spc="0" normalizeH="0" baseline="-25000" noProof="0" dirty="0">
                <a:ln>
                  <a:noFill/>
                </a:ln>
                <a:solidFill>
                  <a:schemeClr val="tx2"/>
                </a:solidFill>
                <a:effectLst/>
                <a:uLnTx/>
                <a:uFillTx/>
                <a:latin typeface="+mn-ea"/>
                <a:ea typeface="+mn-ea"/>
                <a:cs typeface="+mn-cs"/>
              </a:rPr>
              <a:t>1</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RL</a:t>
            </a:r>
            <a:r>
              <a:rPr kumimoji="0" lang="en-US" altLang="zh-CN" sz="2000" b="1" i="0" u="none" strike="noStrike" kern="1200" cap="none" spc="0" normalizeH="0" baseline="-25000" noProof="0" dirty="0">
                <a:ln>
                  <a:noFill/>
                </a:ln>
                <a:solidFill>
                  <a:schemeClr val="tx2"/>
                </a:solidFill>
                <a:effectLst/>
                <a:uLnTx/>
                <a:uFillTx/>
                <a:latin typeface="+mn-ea"/>
                <a:ea typeface="+mn-ea"/>
                <a:cs typeface="+mn-cs"/>
              </a:rPr>
              <a:t>0</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=01</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（读</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写计数器的低</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8</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位），则工作方式字为</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00010101=</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15H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20000"/>
              </a:lnSpc>
              <a:spcBef>
                <a:spcPct val="20000"/>
              </a:spcBef>
              <a:spcAft>
                <a:spcPct val="5000"/>
              </a:spcAft>
              <a:buClr>
                <a:schemeClr val="folHlink"/>
              </a:buClr>
              <a:buSzPct val="60000"/>
              <a:buFont typeface="Wingdings" panose="05000000000000000000" pitchFamily="2" charset="2"/>
              <a:buChar char="n"/>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通道</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计数器工作于方式</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3</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CLK</a:t>
            </a:r>
            <a:r>
              <a:rPr kumimoji="0" lang="en-US" altLang="zh-CN" sz="2000" b="1" i="0" u="none" strike="noStrike" kern="1200" cap="none" spc="0" normalizeH="0" baseline="-25000" noProof="0" dirty="0">
                <a:ln>
                  <a:noFill/>
                </a:ln>
                <a:solidFill>
                  <a:schemeClr val="tx2"/>
                </a:solidFill>
                <a:effectLst/>
                <a:uLnTx/>
                <a:uFillTx/>
                <a:latin typeface="+mn-ea"/>
                <a:ea typeface="+mn-ea"/>
                <a:cs typeface="+mn-cs"/>
              </a:rPr>
              <a:t>1</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接</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2.5MHz</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时钟，要求产生</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2000Hz</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的方波，则计数初值应为</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2.5×10</a:t>
            </a:r>
            <a:r>
              <a:rPr kumimoji="0" lang="en-US" altLang="zh-CN" sz="2000" b="1" i="0" u="none" strike="noStrike" kern="1200" cap="none" spc="0" normalizeH="0" baseline="30000" noProof="0" dirty="0">
                <a:ln>
                  <a:noFill/>
                </a:ln>
                <a:solidFill>
                  <a:schemeClr val="tx2"/>
                </a:solidFill>
                <a:effectLst/>
                <a:uLnTx/>
                <a:uFillTx/>
                <a:latin typeface="+mn-ea"/>
                <a:ea typeface="+mn-ea"/>
                <a:cs typeface="+mn-cs"/>
              </a:rPr>
              <a:t>6</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/2000=1250</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，采用</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RL</a:t>
            </a:r>
            <a:r>
              <a:rPr kumimoji="0" lang="en-US" altLang="zh-CN" sz="2000" b="1" i="0" u="none" strike="noStrike" kern="1200" cap="none" spc="0" normalizeH="0" baseline="-25000" noProof="0" dirty="0">
                <a:ln>
                  <a:noFill/>
                </a:ln>
                <a:solidFill>
                  <a:schemeClr val="tx2"/>
                </a:solidFill>
                <a:effectLst/>
                <a:uLnTx/>
                <a:uFillTx/>
                <a:latin typeface="+mn-ea"/>
                <a:ea typeface="+mn-ea"/>
                <a:cs typeface="+mn-cs"/>
              </a:rPr>
              <a:t>1</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RL</a:t>
            </a:r>
            <a:r>
              <a:rPr kumimoji="0" lang="en-US" altLang="zh-CN" sz="2000" b="1" i="0" u="none" strike="noStrike" kern="1200" cap="none" spc="0" normalizeH="0" baseline="-25000" noProof="0" dirty="0">
                <a:ln>
                  <a:noFill/>
                </a:ln>
                <a:solidFill>
                  <a:schemeClr val="tx2"/>
                </a:solidFill>
                <a:effectLst/>
                <a:uLnTx/>
                <a:uFillTx/>
                <a:latin typeface="+mn-ea"/>
                <a:ea typeface="+mn-ea"/>
                <a:cs typeface="+mn-cs"/>
              </a:rPr>
              <a:t>0</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=11</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（先读计数器的低</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8</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位，再读计数器的高</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8</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位）。则工作方式字为</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01110111=</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77H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20000"/>
              </a:lnSpc>
              <a:spcBef>
                <a:spcPct val="20000"/>
              </a:spcBef>
              <a:spcAft>
                <a:spcPct val="5000"/>
              </a:spcAft>
              <a:buClr>
                <a:schemeClr val="folHlink"/>
              </a:buClr>
              <a:buSzPct val="60000"/>
              <a:buFont typeface="Wingdings" panose="05000000000000000000" pitchFamily="2" charset="2"/>
              <a:buChar char="n"/>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设通道</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0</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的地址为</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40H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，通道</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的地址为</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41H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，控制口地址为</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43H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8255A</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的口地址为</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80-83H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37891">
                                            <p:txEl>
                                              <p:charRg st="0" end="75"/>
                                            </p:txEl>
                                          </p:spTgt>
                                        </p:tgtEl>
                                        <p:attrNameLst>
                                          <p:attrName>style.visibility</p:attrName>
                                        </p:attrNameLst>
                                      </p:cBhvr>
                                      <p:to>
                                        <p:strVal val="visible"/>
                                      </p:to>
                                    </p:set>
                                    <p:animEffect transition="in" filter="blinds(horizontal)">
                                      <p:cBhvr>
                                        <p:cTn id="7" dur="500"/>
                                        <p:tgtEl>
                                          <p:spTgt spid="37891">
                                            <p:txEl>
                                              <p:charRg st="0" end="75"/>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37891">
                                            <p:txEl>
                                              <p:charRg st="75" end="195"/>
                                            </p:txEl>
                                          </p:spTgt>
                                        </p:tgtEl>
                                        <p:attrNameLst>
                                          <p:attrName>style.visibility</p:attrName>
                                        </p:attrNameLst>
                                      </p:cBhvr>
                                      <p:to>
                                        <p:strVal val="visible"/>
                                      </p:to>
                                    </p:set>
                                    <p:animEffect transition="in" filter="blinds(horizontal)">
                                      <p:cBhvr>
                                        <p:cTn id="12" dur="500"/>
                                        <p:tgtEl>
                                          <p:spTgt spid="37891">
                                            <p:txEl>
                                              <p:charRg st="75" end="195"/>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37891">
                                            <p:txEl>
                                              <p:charRg st="195" end="246"/>
                                            </p:txEl>
                                          </p:spTgt>
                                        </p:tgtEl>
                                        <p:attrNameLst>
                                          <p:attrName>style.visibility</p:attrName>
                                        </p:attrNameLst>
                                      </p:cBhvr>
                                      <p:to>
                                        <p:strVal val="visible"/>
                                      </p:to>
                                    </p:set>
                                    <p:animEffect transition="in" filter="blinds(horizontal)">
                                      <p:cBhvr>
                                        <p:cTn id="17" dur="500"/>
                                        <p:tgtEl>
                                          <p:spTgt spid="37891">
                                            <p:txEl>
                                              <p:charRg st="195" end="246"/>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56" presetClass="path" presetSubtype="0" accel="50000" decel="50000" fill="hold" grpId="1" nodeType="clickEffect">
                                  <p:stCondLst>
                                    <p:cond delay="0"/>
                                  </p:stCondLst>
                                  <p:childTnLst>
                                    <p:animMotion origin="layout" path="M 0 0  L 0.25 -0.3331  E" pathEditMode="relative" ptsTypes="">
                                      <p:cBhvr>
                                        <p:cTn id="21" dur="2000" fill="hold"/>
                                        <p:tgtEl>
                                          <p:spTgt spid="37891">
                                            <p:txEl>
                                              <p:charRg st="0" end="75"/>
                                            </p:txEl>
                                          </p:spTgt>
                                        </p:tgtEl>
                                        <p:attrNameLst>
                                          <p:attrName>ppt_x</p:attrName>
                                          <p:attrName>ppt_y</p:attrName>
                                        </p:attrNameLst>
                                      </p:cBhvr>
                                    </p:animMotion>
                                  </p:childTnLst>
                                </p:cTn>
                              </p:par>
                            </p:childTnLst>
                          </p:cTn>
                        </p:par>
                      </p:childTnLst>
                    </p:cTn>
                  </p:par>
                  <p:par>
                    <p:cTn id="22" fill="hold">
                      <p:stCondLst>
                        <p:cond delay="indefinite"/>
                      </p:stCondLst>
                      <p:childTnLst>
                        <p:par>
                          <p:cTn id="23" fill="hold">
                            <p:stCondLst>
                              <p:cond delay="0"/>
                            </p:stCondLst>
                            <p:childTnLst>
                              <p:par>
                                <p:cTn id="24" presetID="56" presetClass="path" presetSubtype="0" accel="50000" decel="50000" fill="hold" grpId="1" nodeType="clickEffect">
                                  <p:stCondLst>
                                    <p:cond delay="0"/>
                                  </p:stCondLst>
                                  <p:childTnLst>
                                    <p:animMotion origin="layout" path="M 0 0  L 0.25 -0.3331  E" pathEditMode="relative" ptsTypes="">
                                      <p:cBhvr>
                                        <p:cTn id="25" dur="2000" fill="hold"/>
                                        <p:tgtEl>
                                          <p:spTgt spid="37891">
                                            <p:txEl>
                                              <p:charRg st="75" end="195"/>
                                            </p:txEl>
                                          </p:spTgt>
                                        </p:tgtEl>
                                        <p:attrNameLst>
                                          <p:attrName>ppt_x</p:attrName>
                                          <p:attrName>ppt_y</p:attrName>
                                        </p:attrNameLst>
                                      </p:cBhvr>
                                    </p:animMotion>
                                  </p:childTnLst>
                                </p:cTn>
                              </p:par>
                            </p:childTnLst>
                          </p:cTn>
                        </p:par>
                      </p:childTnLst>
                    </p:cTn>
                  </p:par>
                  <p:par>
                    <p:cTn id="26" fill="hold">
                      <p:stCondLst>
                        <p:cond delay="indefinite"/>
                      </p:stCondLst>
                      <p:childTnLst>
                        <p:par>
                          <p:cTn id="27" fill="hold">
                            <p:stCondLst>
                              <p:cond delay="0"/>
                            </p:stCondLst>
                            <p:childTnLst>
                              <p:par>
                                <p:cTn id="28" presetID="56" presetClass="path" presetSubtype="0" accel="50000" decel="50000" fill="hold" grpId="1" nodeType="clickEffect">
                                  <p:stCondLst>
                                    <p:cond delay="0"/>
                                  </p:stCondLst>
                                  <p:childTnLst>
                                    <p:animMotion origin="layout" path="M 0 0  L 0.25 -0.3331  E" pathEditMode="relative" ptsTypes="">
                                      <p:cBhvr>
                                        <p:cTn id="29" dur="2000" fill="hold"/>
                                        <p:tgtEl>
                                          <p:spTgt spid="37891">
                                            <p:txEl>
                                              <p:charRg st="195" end="246"/>
                                            </p:txEl>
                                          </p:spTgt>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91" grpId="0" build="p"/>
      <p:bldP spid="37891" grpId="1" build="p"/>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32098" name="Rectangle 2"/>
          <p:cNvSpPr>
            <a:spLocks noGrp="1"/>
          </p:cNvSpPr>
          <p:nvPr>
            <p:ph type="title"/>
          </p:nvPr>
        </p:nvSpPr>
        <p:spPr>
          <a:xfrm>
            <a:off x="1258888" y="908050"/>
            <a:ext cx="2233612" cy="762000"/>
          </a:xfrm>
        </p:spPr>
        <p:txBody>
          <a:bodyPr vert="horz" wrap="square" lIns="91440" tIns="45720" rIns="91440" bIns="45720" anchor="b" anchorCtr="0"/>
          <a:p>
            <a:r>
              <a:rPr lang="zh-CN" altLang="en-US" sz="3200" b="1" dirty="0"/>
              <a:t>主程序</a:t>
            </a:r>
            <a:r>
              <a:rPr lang="zh-CN" altLang="en-US" sz="3200" dirty="0"/>
              <a:t>：</a:t>
            </a:r>
            <a:endParaRPr lang="zh-CN" altLang="en-US" sz="3200" dirty="0"/>
          </a:p>
        </p:txBody>
      </p:sp>
      <p:sp>
        <p:nvSpPr>
          <p:cNvPr id="38915" name="Rectangle 3"/>
          <p:cNvSpPr>
            <a:spLocks noGrp="1" noChangeArrowheads="1"/>
          </p:cNvSpPr>
          <p:nvPr>
            <p:ph idx="1"/>
          </p:nvPr>
        </p:nvSpPr>
        <p:spPr>
          <a:xfrm>
            <a:off x="685800" y="2133600"/>
            <a:ext cx="7772400" cy="3886200"/>
          </a:xfrm>
          <a:ln>
            <a:miter/>
          </a:ln>
        </p:spPr>
        <p:txBody>
          <a:bodyPr vert="horz" wrap="square" lIns="91440" tIns="45720" rIns="91440" bIns="45720" numCol="1" anchor="t" anchorCtr="0" compatLnSpc="1"/>
          <a:lstStyle/>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lt"/>
                <a:ea typeface="+mn-ea"/>
                <a:cs typeface="+mn-cs"/>
              </a:rPr>
              <a:t>	</a:t>
            </a:r>
            <a:r>
              <a:rPr kumimoji="0" lang="en-US" altLang="zh-CN" sz="2800" b="1" i="0" u="none" strike="noStrike" kern="1200" cap="none" spc="0" normalizeH="0" baseline="0" noProof="0" dirty="0">
                <a:ln>
                  <a:noFill/>
                </a:ln>
                <a:solidFill>
                  <a:schemeClr val="tx2"/>
                </a:solidFill>
                <a:effectLst/>
                <a:uLnTx/>
                <a:uFillTx/>
                <a:latin typeface="+mn-lt"/>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MOV  AL</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15H</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；通道</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0</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初始化，方式</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2</a:t>
            </a:r>
            <a:endParaRPr kumimoji="0" lang="en-US" altLang="zh-CN" sz="2000" b="1" i="0" u="none" strike="noStrike" kern="1200" cap="none" spc="0" normalizeH="0" baseline="0" noProof="0" dirty="0">
              <a:ln>
                <a:noFill/>
              </a:ln>
              <a:solidFill>
                <a:srgbClr val="CC3300"/>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OUT  43H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AL</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MOV  AL</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50H</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；置计数初值</a:t>
            </a:r>
            <a:endParaRPr kumimoji="0" lang="zh-CN" altLang="en-US" sz="2000" b="1" i="0" u="none" strike="noStrike" kern="1200" cap="none" spc="0" normalizeH="0" baseline="0" noProof="0" dirty="0">
              <a:ln>
                <a:noFill/>
              </a:ln>
              <a:solidFill>
                <a:srgbClr val="CC3300"/>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  40H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AL</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STI         </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；开中断</a:t>
            </a:r>
            <a:endParaRPr kumimoji="0" lang="zh-CN" altLang="en-US" sz="2000" b="1" i="0" u="none" strike="noStrike" kern="1200" cap="none" spc="0" normalizeH="0" baseline="0" noProof="0" dirty="0">
              <a:ln>
                <a:noFill/>
              </a:ln>
              <a:solidFill>
                <a:srgbClr val="CC3300"/>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LPO</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HLT         </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；等待中断</a:t>
            </a:r>
            <a:endParaRPr kumimoji="0" lang="zh-CN" altLang="en-US" sz="2000" b="1" i="0" u="none" strike="noStrike" kern="1200" cap="none" spc="0" normalizeH="0" baseline="0" noProof="0" dirty="0">
              <a:ln>
                <a:noFill/>
              </a:ln>
              <a:solidFill>
                <a:srgbClr val="CC3300"/>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a:ln>
                  <a:noFill/>
                </a:ln>
                <a:solidFill>
                  <a:schemeClr val="tx2"/>
                </a:solidFill>
                <a:effectLst/>
                <a:uLnTx/>
                <a:uFillTx/>
                <a:latin typeface="+mn-ea"/>
                <a:ea typeface="+mn-ea"/>
                <a:cs typeface="+mn-cs"/>
              </a:rPr>
              <a:t>JMP  LP0</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p:txBody>
      </p:sp>
    </p:spTree>
  </p:cSld>
  <p:clrMapOvr>
    <a:masterClrMapping/>
  </p:clrMapOvr>
  <p:transition spd="slow">
    <p:zoom/>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9938" name="Rectangle 2"/>
          <p:cNvSpPr>
            <a:spLocks noGrp="1" noChangeArrowheads="1"/>
          </p:cNvSpPr>
          <p:nvPr>
            <p:ph idx="1"/>
          </p:nvPr>
        </p:nvSpPr>
        <p:spPr>
          <a:xfrm>
            <a:off x="1116013" y="1430338"/>
            <a:ext cx="7772400" cy="5427663"/>
          </a:xfrm>
          <a:ln>
            <a:miter/>
          </a:ln>
        </p:spPr>
        <p:txBody>
          <a:bodyPr vert="horz" wrap="square" lIns="91440" tIns="45720" rIns="91440" bIns="45720" numCol="1" anchor="t" anchorCtr="0" compatLnSpc="1"/>
          <a:lstStyle/>
          <a:p>
            <a:pPr marL="342900" marR="0" lvl="0" indent="-34290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中断服务程序为：</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MOV  AL</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01H  </a:t>
            </a:r>
            <a:r>
              <a:rPr kumimoji="0" lang="zh-CN" altLang="en-US" sz="2000" b="1" i="0" u="none" strike="noStrike" kern="1200" cap="none" spc="0" normalizeH="0" baseline="0" noProof="0" dirty="0">
                <a:ln>
                  <a:noFill/>
                </a:ln>
                <a:solidFill>
                  <a:srgbClr val="FF0000"/>
                </a:solidFill>
                <a:effectLst/>
                <a:uLnTx/>
                <a:uFillTx/>
                <a:latin typeface="+mn-ea"/>
                <a:ea typeface="+mn-ea"/>
                <a:cs typeface="+mn-cs"/>
              </a:rPr>
              <a:t>；</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通道</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1</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的</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GATE1</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置</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1</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，启动计数</a:t>
            </a:r>
            <a:endParaRPr kumimoji="0" lang="zh-CN" altLang="en-US" sz="2000" b="1" i="0" u="none" strike="noStrike" kern="1200" cap="none" spc="0" normalizeH="0" baseline="0" noProof="0" dirty="0">
              <a:ln>
                <a:noFill/>
              </a:ln>
              <a:solidFill>
                <a:srgbClr val="CC3300"/>
              </a:solidFill>
              <a:effectLst/>
              <a:uLnTx/>
              <a:uFillTx/>
              <a:latin typeface="+mn-ea"/>
              <a:ea typeface="+mn-ea"/>
              <a:cs typeface="+mn-cs"/>
            </a:endParaRPr>
          </a:p>
          <a:p>
            <a:pPr marL="342900" marR="0" lvl="0" indent="-34290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  80H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AL  </a:t>
            </a:r>
            <a:r>
              <a:rPr kumimoji="0" lang="zh-CN" altLang="en-US" sz="2000" b="1" i="0" u="none" strike="noStrike" kern="1200" cap="none" spc="0" normalizeH="0" baseline="0" noProof="0" dirty="0">
                <a:ln>
                  <a:noFill/>
                </a:ln>
                <a:solidFill>
                  <a:srgbClr val="FF0000"/>
                </a:solidFill>
                <a:effectLst/>
                <a:uLnTx/>
                <a:uFillTx/>
                <a:latin typeface="+mn-ea"/>
                <a:ea typeface="+mn-ea"/>
                <a:cs typeface="+mn-cs"/>
              </a:rPr>
              <a:t>；</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认为</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8255</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已经初始化，向</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8255 </a:t>
            </a:r>
            <a:endParaRPr kumimoji="0" lang="en-US" altLang="zh-CN" sz="2000" b="1" i="0" u="none" strike="noStrike" kern="1200" cap="none" spc="0" normalizeH="0" baseline="0" noProof="0" dirty="0">
              <a:ln>
                <a:noFill/>
              </a:ln>
              <a:solidFill>
                <a:srgbClr val="CC3300"/>
              </a:solidFill>
              <a:effectLst/>
              <a:uLnTx/>
              <a:uFillTx/>
              <a:latin typeface="+mn-ea"/>
              <a:ea typeface="+mn-ea"/>
              <a:cs typeface="+mn-cs"/>
            </a:endParaRPr>
          </a:p>
          <a:p>
            <a:pPr marL="342900" marR="0" lvl="0" indent="-34290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                     </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；端口送数，使</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PA</a:t>
            </a:r>
            <a:r>
              <a:rPr kumimoji="0" lang="en-US" altLang="zh-CN" sz="2000" b="1" i="0" u="none" strike="noStrike" kern="1200" cap="none" spc="0" normalizeH="0" baseline="-25000" noProof="0" dirty="0">
                <a:ln>
                  <a:noFill/>
                </a:ln>
                <a:solidFill>
                  <a:srgbClr val="CC3300"/>
                </a:solidFill>
                <a:effectLst/>
                <a:uLnTx/>
                <a:uFillTx/>
                <a:latin typeface="+mn-ea"/>
                <a:ea typeface="+mn-ea"/>
                <a:cs typeface="+mn-cs"/>
              </a:rPr>
              <a:t>0</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为“</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1”</a:t>
            </a:r>
            <a:endParaRPr kumimoji="0" lang="en-US" altLang="zh-CN" sz="2000" b="1" i="0" u="none" strike="noStrike" kern="1200" cap="none" spc="0" normalizeH="0" baseline="0" noProof="0" dirty="0">
              <a:ln>
                <a:noFill/>
              </a:ln>
              <a:solidFill>
                <a:srgbClr val="CC3300"/>
              </a:solidFill>
              <a:effectLst/>
              <a:uLnTx/>
              <a:uFillTx/>
              <a:latin typeface="+mn-ea"/>
              <a:ea typeface="+mn-ea"/>
              <a:cs typeface="+mn-cs"/>
            </a:endParaRPr>
          </a:p>
          <a:p>
            <a:pPr marL="342900" marR="0" lvl="0" indent="-34290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MOV  AL</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77H  </a:t>
            </a:r>
            <a:r>
              <a:rPr kumimoji="0" lang="zh-CN" altLang="en-US" sz="2000" b="1" i="0" u="none" strike="noStrike" kern="1200" cap="none" spc="0" normalizeH="0" baseline="0" noProof="0" dirty="0">
                <a:ln>
                  <a:noFill/>
                </a:ln>
                <a:solidFill>
                  <a:srgbClr val="FF0000"/>
                </a:solidFill>
                <a:effectLst/>
                <a:uLnTx/>
                <a:uFillTx/>
                <a:latin typeface="+mn-ea"/>
                <a:ea typeface="+mn-ea"/>
                <a:cs typeface="+mn-cs"/>
              </a:rPr>
              <a:t>；</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通道</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初始化，方式</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3</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OUT  43H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AL</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MOV  AL</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50H  </a:t>
            </a:r>
            <a:r>
              <a:rPr kumimoji="0" lang="zh-CN" altLang="en-US" sz="2000" b="1" i="0" u="none" strike="noStrike" kern="1200" cap="none" spc="0" normalizeH="0" baseline="0" noProof="0" dirty="0">
                <a:ln>
                  <a:noFill/>
                </a:ln>
                <a:solidFill>
                  <a:srgbClr val="FF0000"/>
                </a:solidFill>
                <a:effectLst/>
                <a:uLnTx/>
                <a:uFillTx/>
                <a:latin typeface="+mn-ea"/>
                <a:ea typeface="+mn-ea"/>
                <a:cs typeface="+mn-cs"/>
              </a:rPr>
              <a:t>；</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置计数初值低</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8</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位</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   41H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AL</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MOV  AL</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12H  </a:t>
            </a:r>
            <a:r>
              <a:rPr kumimoji="0" lang="zh-CN" altLang="en-US" sz="2000" b="1" i="0" u="none" strike="noStrike" kern="1200" cap="none" spc="0" normalizeH="0" baseline="0" noProof="0" dirty="0">
                <a:ln>
                  <a:noFill/>
                </a:ln>
                <a:solidFill>
                  <a:srgbClr val="FF0000"/>
                </a:solidFill>
                <a:effectLst/>
                <a:uLnTx/>
                <a:uFillTx/>
                <a:latin typeface="+mn-ea"/>
                <a:ea typeface="+mn-ea"/>
                <a:cs typeface="+mn-cs"/>
              </a:rPr>
              <a:t>；</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置计数初值高</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8</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位</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  41H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AL</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CALL  DL5S    </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；延时</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5</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秒，</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DL5S</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为</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5</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秒延时程序</a:t>
            </a:r>
            <a:endParaRPr kumimoji="0" lang="zh-CN" altLang="en-US" sz="2000" b="1" i="0" u="none" strike="noStrike" kern="1200" cap="none" spc="0" normalizeH="0" baseline="0" noProof="0" dirty="0">
              <a:ln>
                <a:noFill/>
              </a:ln>
              <a:solidFill>
                <a:srgbClr val="CC3300"/>
              </a:solidFill>
              <a:effectLst/>
              <a:uLnTx/>
              <a:uFillTx/>
              <a:latin typeface="+mn-ea"/>
              <a:ea typeface="+mn-ea"/>
              <a:cs typeface="+mn-cs"/>
            </a:endParaRPr>
          </a:p>
          <a:p>
            <a:pPr marL="342900" marR="0" lvl="0" indent="-34290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MOV  AL</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00H  </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；通道</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1</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的</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GATE1</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置</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0</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，停止计数</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  80H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AL  </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；复位</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8255</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端口，使</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PA</a:t>
            </a:r>
            <a:r>
              <a:rPr kumimoji="0" lang="en-US" altLang="zh-CN" sz="2000" b="1" i="0" u="none" strike="noStrike" kern="1200" cap="none" spc="0" normalizeH="0" baseline="-25000" noProof="0" dirty="0">
                <a:ln>
                  <a:noFill/>
                </a:ln>
                <a:solidFill>
                  <a:srgbClr val="CC3300"/>
                </a:solidFill>
                <a:effectLst/>
                <a:uLnTx/>
                <a:uFillTx/>
                <a:latin typeface="+mn-ea"/>
                <a:ea typeface="+mn-ea"/>
                <a:cs typeface="+mn-cs"/>
              </a:rPr>
              <a:t>0</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为“</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0”</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IRET</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注：本例中，通道</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0</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工作于计数状态，通道</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工作于计时状态。</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p:txBody>
      </p:sp>
    </p:spTree>
  </p:cSld>
  <p:clrMapOvr>
    <a:masterClrMapping/>
  </p:clrMapOvr>
  <p:transition spd="slow">
    <p:zoom/>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36194" name="标题 1"/>
          <p:cNvSpPr>
            <a:spLocks noGrp="1"/>
          </p:cNvSpPr>
          <p:nvPr>
            <p:ph type="title"/>
          </p:nvPr>
        </p:nvSpPr>
        <p:spPr>
          <a:xfrm>
            <a:off x="971550" y="1268413"/>
            <a:ext cx="7793038" cy="2401887"/>
          </a:xfrm>
        </p:spPr>
        <p:txBody>
          <a:bodyPr vert="horz" wrap="square" lIns="91440" tIns="45720" rIns="91440" bIns="45720" anchor="b" anchorCtr="0"/>
          <a:p>
            <a:r>
              <a:rPr lang="en-US" altLang="zh-CN" b="1" dirty="0">
                <a:latin typeface="隶书" panose="02010509060101010101" pitchFamily="49" charset="-122"/>
              </a:rPr>
              <a:t>8253</a:t>
            </a:r>
            <a:r>
              <a:rPr lang="zh-CN" altLang="en-US" b="1" dirty="0">
                <a:latin typeface="隶书" panose="02010509060101010101" pitchFamily="49" charset="-122"/>
              </a:rPr>
              <a:t>应用例</a:t>
            </a:r>
            <a:r>
              <a:rPr lang="en-US" altLang="zh-CN" b="1" dirty="0">
                <a:latin typeface="隶书" panose="02010509060101010101" pitchFamily="49" charset="-122"/>
              </a:rPr>
              <a:t>4</a:t>
            </a:r>
            <a:r>
              <a:rPr lang="zh-CN" altLang="en-US" b="1" dirty="0">
                <a:latin typeface="隶书" panose="02010509060101010101" pitchFamily="49" charset="-122"/>
              </a:rPr>
              <a:t>  </a:t>
            </a:r>
            <a:br>
              <a:rPr lang="en-US" altLang="zh-CN" b="1" dirty="0">
                <a:latin typeface="隶书" panose="02010509060101010101" pitchFamily="49" charset="-122"/>
              </a:rPr>
            </a:br>
            <a:r>
              <a:rPr lang="zh-CN" altLang="en-US" sz="2000" b="1" dirty="0">
                <a:latin typeface="楷体_GB2312" pitchFamily="1" charset="-122"/>
                <a:ea typeface="楷体_GB2312" pitchFamily="1" charset="-122"/>
              </a:rPr>
              <a:t>若</a:t>
            </a:r>
            <a:r>
              <a:rPr lang="en-US" altLang="zh-CN" sz="2000" b="1" dirty="0">
                <a:latin typeface="楷体_GB2312" pitchFamily="1" charset="-122"/>
                <a:ea typeface="楷体_GB2312" pitchFamily="1" charset="-122"/>
              </a:rPr>
              <a:t>8253</a:t>
            </a:r>
            <a:r>
              <a:rPr lang="zh-CN" altLang="en-US" sz="2000" b="1" dirty="0">
                <a:latin typeface="楷体_GB2312" pitchFamily="1" charset="-122"/>
                <a:ea typeface="楷体_GB2312" pitchFamily="1" charset="-122"/>
              </a:rPr>
              <a:t>计数器对设备的转轴的旋转速度进行测试，接口电路如图所示。从图可知，若与转轴相连的转盘上均匀地钻有</a:t>
            </a:r>
            <a:r>
              <a:rPr lang="en-US" altLang="zh-CN" sz="2000" b="1" dirty="0">
                <a:latin typeface="楷体_GB2312" pitchFamily="1" charset="-122"/>
                <a:ea typeface="楷体_GB2312" pitchFamily="1" charset="-122"/>
              </a:rPr>
              <a:t>50</a:t>
            </a:r>
            <a:r>
              <a:rPr lang="zh-CN" altLang="en-US" sz="2000" b="1" dirty="0">
                <a:latin typeface="楷体_GB2312" pitchFamily="1" charset="-122"/>
                <a:ea typeface="楷体_GB2312" pitchFamily="1" charset="-122"/>
              </a:rPr>
              <a:t>个圆孔，当旋转时，通过光电转换，每通过一个小孔，产生一个正脉冲，当转轴转一圈，就会产生</a:t>
            </a:r>
            <a:r>
              <a:rPr lang="en-US" altLang="zh-CN" sz="2000" b="1" dirty="0">
                <a:latin typeface="楷体_GB2312" pitchFamily="1" charset="-122"/>
                <a:ea typeface="楷体_GB2312" pitchFamily="1" charset="-122"/>
              </a:rPr>
              <a:t>50</a:t>
            </a:r>
            <a:r>
              <a:rPr lang="zh-CN" altLang="en-US" sz="2000" b="1" dirty="0">
                <a:latin typeface="楷体_GB2312" pitchFamily="1" charset="-122"/>
                <a:ea typeface="楷体_GB2312" pitchFamily="1" charset="-122"/>
              </a:rPr>
              <a:t>个脉冲通过</a:t>
            </a:r>
            <a:r>
              <a:rPr lang="en-US" altLang="zh-CN" sz="2000" b="1" dirty="0">
                <a:latin typeface="楷体_GB2312" pitchFamily="1" charset="-122"/>
                <a:ea typeface="楷体_GB2312" pitchFamily="1" charset="-122"/>
              </a:rPr>
              <a:t>CLK</a:t>
            </a:r>
            <a:r>
              <a:rPr lang="zh-CN" altLang="en-US" sz="2000" b="1" dirty="0">
                <a:latin typeface="楷体_GB2312" pitchFamily="1" charset="-122"/>
                <a:ea typeface="楷体_GB2312" pitchFamily="1" charset="-122"/>
              </a:rPr>
              <a:t>输入</a:t>
            </a:r>
            <a:r>
              <a:rPr lang="en-US" altLang="zh-CN" sz="2000" b="1" dirty="0">
                <a:latin typeface="楷体_GB2312" pitchFamily="1" charset="-122"/>
                <a:ea typeface="楷体_GB2312" pitchFamily="1" charset="-122"/>
              </a:rPr>
              <a:t>8253</a:t>
            </a:r>
            <a:r>
              <a:rPr lang="zh-CN" altLang="en-US" sz="2000" b="1" dirty="0">
                <a:latin typeface="楷体_GB2312" pitchFamily="1" charset="-122"/>
                <a:ea typeface="楷体_GB2312" pitchFamily="1" charset="-122"/>
              </a:rPr>
              <a:t>计数器进行减法计数，若假设此转轴的速度范围在</a:t>
            </a:r>
            <a:r>
              <a:rPr lang="en-US" altLang="zh-CN" sz="2000" b="1" dirty="0">
                <a:latin typeface="楷体_GB2312" pitchFamily="1" charset="-122"/>
                <a:ea typeface="楷体_GB2312" pitchFamily="1" charset="-122"/>
              </a:rPr>
              <a:t>50-1000</a:t>
            </a:r>
            <a:r>
              <a:rPr lang="zh-CN" altLang="en-US" sz="2000" b="1" dirty="0">
                <a:latin typeface="楷体_GB2312" pitchFamily="1" charset="-122"/>
                <a:ea typeface="楷体_GB2312" pitchFamily="1" charset="-122"/>
              </a:rPr>
              <a:t>转</a:t>
            </a:r>
            <a:r>
              <a:rPr lang="en-US" altLang="zh-CN" sz="2000" b="1" dirty="0">
                <a:latin typeface="楷体_GB2312" pitchFamily="1" charset="-122"/>
                <a:ea typeface="楷体_GB2312" pitchFamily="1" charset="-122"/>
              </a:rPr>
              <a:t>/</a:t>
            </a:r>
            <a:r>
              <a:rPr lang="zh-CN" altLang="en-US" sz="2000" b="1" dirty="0">
                <a:latin typeface="楷体_GB2312" pitchFamily="1" charset="-122"/>
                <a:ea typeface="楷体_GB2312" pitchFamily="1" charset="-122"/>
              </a:rPr>
              <a:t>秒，并设</a:t>
            </a:r>
            <a:r>
              <a:rPr lang="en-US" altLang="zh-CN" sz="2000" b="1" dirty="0">
                <a:latin typeface="楷体_GB2312" pitchFamily="1" charset="-122"/>
                <a:ea typeface="楷体_GB2312" pitchFamily="1" charset="-122"/>
              </a:rPr>
              <a:t>8253</a:t>
            </a:r>
            <a:r>
              <a:rPr lang="zh-CN" altLang="en-US" sz="2000" b="1" dirty="0">
                <a:latin typeface="楷体_GB2312" pitchFamily="1" charset="-122"/>
                <a:ea typeface="楷体_GB2312" pitchFamily="1" charset="-122"/>
              </a:rPr>
              <a:t>的端口地址为</a:t>
            </a:r>
            <a:r>
              <a:rPr lang="en-US" altLang="zh-CN" sz="2000" b="1" dirty="0">
                <a:latin typeface="楷体_GB2312" pitchFamily="1" charset="-122"/>
                <a:ea typeface="楷体_GB2312" pitchFamily="1" charset="-122"/>
              </a:rPr>
              <a:t>84H—87H</a:t>
            </a:r>
            <a:r>
              <a:rPr lang="zh-CN" altLang="en-US" sz="2000" b="1" dirty="0">
                <a:latin typeface="楷体_GB2312" pitchFamily="1" charset="-122"/>
                <a:ea typeface="楷体_GB2312" pitchFamily="1" charset="-122"/>
              </a:rPr>
              <a:t>。</a:t>
            </a:r>
            <a:endParaRPr lang="zh-CN" altLang="en-US" sz="2000" dirty="0">
              <a:latin typeface="楷体_GB2312" pitchFamily="1" charset="-122"/>
              <a:ea typeface="楷体_GB2312" pitchFamily="1" charset="-122"/>
            </a:endParaRPr>
          </a:p>
        </p:txBody>
      </p:sp>
      <p:grpSp>
        <p:nvGrpSpPr>
          <p:cNvPr id="136195" name="Group 2"/>
          <p:cNvGrpSpPr/>
          <p:nvPr/>
        </p:nvGrpSpPr>
        <p:grpSpPr>
          <a:xfrm>
            <a:off x="395288" y="3617913"/>
            <a:ext cx="4572000" cy="3240087"/>
            <a:chOff x="864" y="1296"/>
            <a:chExt cx="2880" cy="2041"/>
          </a:xfrm>
        </p:grpSpPr>
        <p:sp>
          <p:nvSpPr>
            <p:cNvPr id="136197" name="Rectangle 3"/>
            <p:cNvSpPr/>
            <p:nvPr/>
          </p:nvSpPr>
          <p:spPr>
            <a:xfrm>
              <a:off x="864" y="1321"/>
              <a:ext cx="672" cy="2016"/>
            </a:xfrm>
            <a:prstGeom prst="rect">
              <a:avLst/>
            </a:prstGeom>
            <a:solidFill>
              <a:srgbClr val="CCFFCC"/>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D</a:t>
              </a:r>
              <a:r>
                <a:rPr lang="en-US" altLang="zh-CN" sz="1600" baseline="-25000" dirty="0">
                  <a:solidFill>
                    <a:schemeClr val="tx1"/>
                  </a:solidFill>
                  <a:latin typeface="Times New Roman" panose="02020603050405020304" pitchFamily="18" charset="0"/>
                </a:rPr>
                <a:t>7</a:t>
              </a:r>
              <a:r>
                <a:rPr lang="en-US" altLang="zh-CN" sz="1600" dirty="0">
                  <a:solidFill>
                    <a:schemeClr val="tx1"/>
                  </a:solidFill>
                  <a:latin typeface="Times New Roman" panose="02020603050405020304" pitchFamily="18" charset="0"/>
                </a:rPr>
                <a:t>-D</a:t>
              </a:r>
              <a:r>
                <a:rPr lang="en-US" altLang="zh-CN" sz="1600" baseline="-25000" dirty="0">
                  <a:solidFill>
                    <a:schemeClr val="tx1"/>
                  </a:solidFill>
                  <a:latin typeface="Times New Roman" panose="02020603050405020304" pitchFamily="18" charset="0"/>
                </a:rPr>
                <a:t>0</a:t>
              </a:r>
              <a:endParaRPr lang="en-US" altLang="zh-CN" sz="1600" baseline="-250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RD</a:t>
              </a: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WR</a:t>
              </a: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A0</a:t>
              </a: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A1</a:t>
              </a: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CS</a:t>
              </a: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    8253</a:t>
              </a:r>
              <a:endParaRPr lang="en-US" altLang="zh-CN" sz="1600" dirty="0">
                <a:solidFill>
                  <a:schemeClr val="tx1"/>
                </a:solidFill>
                <a:latin typeface="Times New Roman" panose="02020603050405020304" pitchFamily="18" charset="0"/>
              </a:endParaRPr>
            </a:p>
          </p:txBody>
        </p:sp>
        <p:sp>
          <p:nvSpPr>
            <p:cNvPr id="136198" name="Text Box 4"/>
            <p:cNvSpPr txBox="1"/>
            <p:nvPr/>
          </p:nvSpPr>
          <p:spPr>
            <a:xfrm>
              <a:off x="1548" y="1728"/>
              <a:ext cx="551" cy="629"/>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90000"/>
                </a:lnSpc>
                <a:spcBef>
                  <a:spcPct val="50000"/>
                </a:spcBef>
                <a:spcAft>
                  <a:spcPct val="0"/>
                </a:spcAft>
                <a:buClrTx/>
                <a:buSzTx/>
                <a:buNone/>
              </a:pPr>
              <a:r>
                <a:rPr lang="en-US" altLang="zh-CN" sz="1600" dirty="0">
                  <a:solidFill>
                    <a:schemeClr val="tx1"/>
                  </a:solidFill>
                  <a:latin typeface="Times New Roman" panose="02020603050405020304" pitchFamily="18" charset="0"/>
                </a:rPr>
                <a:t>GATE</a:t>
              </a:r>
              <a:r>
                <a:rPr lang="en-US" altLang="zh-CN" sz="1600" baseline="-25000" dirty="0">
                  <a:solidFill>
                    <a:schemeClr val="tx1"/>
                  </a:solidFill>
                  <a:latin typeface="Times New Roman" panose="02020603050405020304" pitchFamily="18" charset="0"/>
                </a:rPr>
                <a:t>0</a:t>
              </a:r>
              <a:endParaRPr lang="en-US" altLang="zh-CN" sz="1600" baseline="-25000" dirty="0">
                <a:solidFill>
                  <a:schemeClr val="tx1"/>
                </a:solidFill>
                <a:latin typeface="Times New Roman" panose="02020603050405020304" pitchFamily="18" charset="0"/>
              </a:endParaRPr>
            </a:p>
            <a:p>
              <a:pPr marL="0" lvl="0" indent="0">
                <a:lnSpc>
                  <a:spcPct val="90000"/>
                </a:lnSpc>
                <a:spcBef>
                  <a:spcPct val="50000"/>
                </a:spcBef>
                <a:spcAft>
                  <a:spcPct val="0"/>
                </a:spcAft>
                <a:buClrTx/>
                <a:buSzTx/>
                <a:buNone/>
              </a:pPr>
              <a:r>
                <a:rPr lang="en-US" altLang="zh-CN" sz="1600" dirty="0">
                  <a:solidFill>
                    <a:schemeClr val="tx1"/>
                  </a:solidFill>
                  <a:latin typeface="Times New Roman" panose="02020603050405020304" pitchFamily="18" charset="0"/>
                </a:rPr>
                <a:t>CLK</a:t>
              </a:r>
              <a:r>
                <a:rPr lang="en-US" altLang="zh-CN" sz="1600" baseline="-25000" dirty="0">
                  <a:solidFill>
                    <a:schemeClr val="tx1"/>
                  </a:solidFill>
                  <a:latin typeface="Times New Roman" panose="02020603050405020304" pitchFamily="18" charset="0"/>
                </a:rPr>
                <a:t>0 </a:t>
              </a:r>
              <a:endParaRPr lang="en-US" altLang="zh-CN" sz="1600" baseline="-25000" dirty="0">
                <a:solidFill>
                  <a:schemeClr val="tx1"/>
                </a:solidFill>
                <a:latin typeface="Times New Roman" panose="02020603050405020304" pitchFamily="18" charset="0"/>
              </a:endParaRPr>
            </a:p>
            <a:p>
              <a:pPr marL="0" lvl="0" indent="0">
                <a:lnSpc>
                  <a:spcPct val="90000"/>
                </a:lnSpc>
                <a:spcBef>
                  <a:spcPct val="50000"/>
                </a:spcBef>
                <a:spcAft>
                  <a:spcPct val="0"/>
                </a:spcAft>
                <a:buClrTx/>
                <a:buSzTx/>
                <a:buNone/>
              </a:pPr>
              <a:r>
                <a:rPr lang="en-US" altLang="zh-CN" sz="1600" dirty="0">
                  <a:solidFill>
                    <a:schemeClr val="tx1"/>
                  </a:solidFill>
                  <a:latin typeface="Times New Roman" panose="02020603050405020304" pitchFamily="18" charset="0"/>
                </a:rPr>
                <a:t>OUT</a:t>
              </a:r>
              <a:r>
                <a:rPr lang="en-US" altLang="zh-CN" sz="1600" baseline="-25000" dirty="0">
                  <a:solidFill>
                    <a:schemeClr val="tx1"/>
                  </a:solidFill>
                  <a:latin typeface="Times New Roman" panose="02020603050405020304" pitchFamily="18" charset="0"/>
                </a:rPr>
                <a:t>0</a:t>
              </a:r>
              <a:endParaRPr lang="en-US" altLang="zh-CN" sz="1600" baseline="-25000" dirty="0">
                <a:solidFill>
                  <a:schemeClr val="tx1"/>
                </a:solidFill>
                <a:latin typeface="Times New Roman" panose="02020603050405020304" pitchFamily="18" charset="0"/>
              </a:endParaRPr>
            </a:p>
          </p:txBody>
        </p:sp>
        <p:sp>
          <p:nvSpPr>
            <p:cNvPr id="136199" name="Line 5"/>
            <p:cNvSpPr/>
            <p:nvPr/>
          </p:nvSpPr>
          <p:spPr>
            <a:xfrm>
              <a:off x="1536" y="1939"/>
              <a:ext cx="576" cy="0"/>
            </a:xfrm>
            <a:prstGeom prst="line">
              <a:avLst/>
            </a:prstGeom>
            <a:ln w="9525" cap="flat" cmpd="sng">
              <a:solidFill>
                <a:schemeClr val="tx1"/>
              </a:solidFill>
              <a:prstDash val="solid"/>
              <a:headEnd type="none" w="med" len="med"/>
              <a:tailEnd type="none" w="med" len="med"/>
            </a:ln>
          </p:spPr>
        </p:sp>
        <p:sp>
          <p:nvSpPr>
            <p:cNvPr id="136200" name="Text Box 6"/>
            <p:cNvSpPr txBox="1"/>
            <p:nvPr/>
          </p:nvSpPr>
          <p:spPr>
            <a:xfrm>
              <a:off x="2112" y="1296"/>
              <a:ext cx="480" cy="212"/>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None/>
              </a:pPr>
              <a:r>
                <a:rPr lang="en-US" altLang="zh-CN" sz="1600" dirty="0">
                  <a:solidFill>
                    <a:schemeClr val="tx1"/>
                  </a:solidFill>
                  <a:latin typeface="Times New Roman" panose="02020603050405020304" pitchFamily="18" charset="0"/>
                </a:rPr>
                <a:t>+5V</a:t>
              </a:r>
              <a:endParaRPr lang="en-US" altLang="zh-CN" sz="1600" baseline="-25000" dirty="0">
                <a:solidFill>
                  <a:schemeClr val="tx1"/>
                </a:solidFill>
                <a:latin typeface="Times New Roman" panose="02020603050405020304" pitchFamily="18" charset="0"/>
              </a:endParaRPr>
            </a:p>
          </p:txBody>
        </p:sp>
        <p:sp>
          <p:nvSpPr>
            <p:cNvPr id="136201" name="Line 7"/>
            <p:cNvSpPr/>
            <p:nvPr/>
          </p:nvSpPr>
          <p:spPr>
            <a:xfrm>
              <a:off x="921" y="2116"/>
              <a:ext cx="144" cy="0"/>
            </a:xfrm>
            <a:prstGeom prst="line">
              <a:avLst/>
            </a:prstGeom>
            <a:ln w="9525" cap="flat" cmpd="sng">
              <a:solidFill>
                <a:schemeClr val="tx1"/>
              </a:solidFill>
              <a:prstDash val="solid"/>
              <a:headEnd type="none" w="med" len="med"/>
              <a:tailEnd type="none" w="med" len="med"/>
            </a:ln>
          </p:spPr>
        </p:sp>
        <p:sp>
          <p:nvSpPr>
            <p:cNvPr id="136202" name="Line 8"/>
            <p:cNvSpPr/>
            <p:nvPr/>
          </p:nvSpPr>
          <p:spPr>
            <a:xfrm>
              <a:off x="948" y="2272"/>
              <a:ext cx="144" cy="0"/>
            </a:xfrm>
            <a:prstGeom prst="line">
              <a:avLst/>
            </a:prstGeom>
            <a:ln w="9525" cap="flat" cmpd="sng">
              <a:solidFill>
                <a:schemeClr val="tx1"/>
              </a:solidFill>
              <a:prstDash val="solid"/>
              <a:headEnd type="none" w="med" len="med"/>
              <a:tailEnd type="none" w="med" len="med"/>
            </a:ln>
          </p:spPr>
        </p:sp>
        <p:sp>
          <p:nvSpPr>
            <p:cNvPr id="136203" name="Line 9"/>
            <p:cNvSpPr/>
            <p:nvPr/>
          </p:nvSpPr>
          <p:spPr>
            <a:xfrm>
              <a:off x="930" y="2731"/>
              <a:ext cx="144" cy="0"/>
            </a:xfrm>
            <a:prstGeom prst="line">
              <a:avLst/>
            </a:prstGeom>
            <a:ln w="9525" cap="flat" cmpd="sng">
              <a:solidFill>
                <a:schemeClr val="tx1"/>
              </a:solidFill>
              <a:prstDash val="solid"/>
              <a:headEnd type="none" w="med" len="med"/>
              <a:tailEnd type="none" w="med" len="med"/>
            </a:ln>
          </p:spPr>
        </p:sp>
        <p:sp>
          <p:nvSpPr>
            <p:cNvPr id="136204" name="Oval 10"/>
            <p:cNvSpPr/>
            <p:nvPr/>
          </p:nvSpPr>
          <p:spPr>
            <a:xfrm>
              <a:off x="2085" y="1410"/>
              <a:ext cx="48" cy="48"/>
            </a:xfrm>
            <a:prstGeom prst="ellipse">
              <a:avLst/>
            </a:prstGeom>
            <a:solidFill>
              <a:schemeClr val="accent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05" name="Line 11"/>
            <p:cNvSpPr/>
            <p:nvPr/>
          </p:nvSpPr>
          <p:spPr>
            <a:xfrm flipV="1">
              <a:off x="2112" y="1458"/>
              <a:ext cx="0" cy="480"/>
            </a:xfrm>
            <a:prstGeom prst="line">
              <a:avLst/>
            </a:prstGeom>
            <a:ln w="9525" cap="flat" cmpd="sng">
              <a:solidFill>
                <a:schemeClr val="tx1"/>
              </a:solidFill>
              <a:prstDash val="solid"/>
              <a:headEnd type="none" w="med" len="med"/>
              <a:tailEnd type="none" w="med" len="med"/>
            </a:ln>
          </p:spPr>
        </p:sp>
        <p:sp>
          <p:nvSpPr>
            <p:cNvPr id="136206" name="Line 12"/>
            <p:cNvSpPr/>
            <p:nvPr/>
          </p:nvSpPr>
          <p:spPr>
            <a:xfrm flipH="1">
              <a:off x="1536" y="2160"/>
              <a:ext cx="912" cy="0"/>
            </a:xfrm>
            <a:prstGeom prst="line">
              <a:avLst/>
            </a:prstGeom>
            <a:ln w="9525" cap="flat" cmpd="sng">
              <a:solidFill>
                <a:schemeClr val="tx1"/>
              </a:solidFill>
              <a:prstDash val="solid"/>
              <a:headEnd type="none" w="med" len="med"/>
              <a:tailEnd type="triangle" w="med" len="med"/>
            </a:ln>
          </p:spPr>
        </p:sp>
        <p:sp>
          <p:nvSpPr>
            <p:cNvPr id="136207" name="Line 13"/>
            <p:cNvSpPr/>
            <p:nvPr/>
          </p:nvSpPr>
          <p:spPr>
            <a:xfrm>
              <a:off x="1536" y="2352"/>
              <a:ext cx="672" cy="0"/>
            </a:xfrm>
            <a:prstGeom prst="line">
              <a:avLst/>
            </a:prstGeom>
            <a:ln w="9525" cap="flat" cmpd="sng">
              <a:solidFill>
                <a:schemeClr val="tx1"/>
              </a:solidFill>
              <a:prstDash val="solid"/>
              <a:headEnd type="none" w="med" len="med"/>
              <a:tailEnd type="triangle" w="med" len="med"/>
            </a:ln>
          </p:spPr>
        </p:sp>
        <p:sp>
          <p:nvSpPr>
            <p:cNvPr id="136208" name="Rectangle 14"/>
            <p:cNvSpPr/>
            <p:nvPr/>
          </p:nvSpPr>
          <p:spPr>
            <a:xfrm>
              <a:off x="2064" y="1584"/>
              <a:ext cx="96" cy="192"/>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grpSp>
          <p:nvGrpSpPr>
            <p:cNvPr id="136209" name="Group 15"/>
            <p:cNvGrpSpPr/>
            <p:nvPr/>
          </p:nvGrpSpPr>
          <p:grpSpPr>
            <a:xfrm>
              <a:off x="1920" y="1968"/>
              <a:ext cx="480" cy="144"/>
              <a:chOff x="2112" y="1920"/>
              <a:chExt cx="864" cy="192"/>
            </a:xfrm>
          </p:grpSpPr>
          <p:grpSp>
            <p:nvGrpSpPr>
              <p:cNvPr id="136236" name="Group 16"/>
              <p:cNvGrpSpPr/>
              <p:nvPr/>
            </p:nvGrpSpPr>
            <p:grpSpPr>
              <a:xfrm>
                <a:off x="2112" y="1920"/>
                <a:ext cx="192" cy="192"/>
                <a:chOff x="2496" y="2448"/>
                <a:chExt cx="192" cy="192"/>
              </a:xfrm>
            </p:grpSpPr>
            <p:sp>
              <p:nvSpPr>
                <p:cNvPr id="136253" name="Line 17"/>
                <p:cNvSpPr/>
                <p:nvPr/>
              </p:nvSpPr>
              <p:spPr>
                <a:xfrm>
                  <a:off x="2496" y="2640"/>
                  <a:ext cx="96" cy="0"/>
                </a:xfrm>
                <a:prstGeom prst="line">
                  <a:avLst/>
                </a:prstGeom>
                <a:ln w="9525" cap="flat" cmpd="sng">
                  <a:solidFill>
                    <a:schemeClr val="tx1"/>
                  </a:solidFill>
                  <a:prstDash val="solid"/>
                  <a:headEnd type="none" w="med" len="med"/>
                  <a:tailEnd type="none" w="med" len="med"/>
                </a:ln>
              </p:spPr>
            </p:sp>
            <p:sp>
              <p:nvSpPr>
                <p:cNvPr id="136254" name="Line 18"/>
                <p:cNvSpPr/>
                <p:nvPr/>
              </p:nvSpPr>
              <p:spPr>
                <a:xfrm flipV="1">
                  <a:off x="2592" y="2448"/>
                  <a:ext cx="0" cy="192"/>
                </a:xfrm>
                <a:prstGeom prst="line">
                  <a:avLst/>
                </a:prstGeom>
                <a:ln w="9525" cap="flat" cmpd="sng">
                  <a:solidFill>
                    <a:schemeClr val="tx1"/>
                  </a:solidFill>
                  <a:prstDash val="solid"/>
                  <a:headEnd type="none" w="med" len="med"/>
                  <a:tailEnd type="none" w="med" len="med"/>
                </a:ln>
              </p:spPr>
            </p:sp>
            <p:sp>
              <p:nvSpPr>
                <p:cNvPr id="136255" name="Line 19"/>
                <p:cNvSpPr/>
                <p:nvPr/>
              </p:nvSpPr>
              <p:spPr>
                <a:xfrm>
                  <a:off x="2592" y="2448"/>
                  <a:ext cx="96" cy="0"/>
                </a:xfrm>
                <a:prstGeom prst="line">
                  <a:avLst/>
                </a:prstGeom>
                <a:ln w="9525" cap="flat" cmpd="sng">
                  <a:solidFill>
                    <a:schemeClr val="tx1"/>
                  </a:solidFill>
                  <a:prstDash val="solid"/>
                  <a:headEnd type="none" w="med" len="med"/>
                  <a:tailEnd type="none" w="med" len="med"/>
                </a:ln>
              </p:spPr>
            </p:sp>
            <p:sp>
              <p:nvSpPr>
                <p:cNvPr id="136256" name="Line 20"/>
                <p:cNvSpPr/>
                <p:nvPr/>
              </p:nvSpPr>
              <p:spPr>
                <a:xfrm flipV="1">
                  <a:off x="2688" y="2448"/>
                  <a:ext cx="0" cy="192"/>
                </a:xfrm>
                <a:prstGeom prst="line">
                  <a:avLst/>
                </a:prstGeom>
                <a:ln w="9525" cap="flat" cmpd="sng">
                  <a:solidFill>
                    <a:schemeClr val="tx1"/>
                  </a:solidFill>
                  <a:prstDash val="solid"/>
                  <a:headEnd type="none" w="med" len="med"/>
                  <a:tailEnd type="none" w="med" len="med"/>
                </a:ln>
              </p:spPr>
            </p:sp>
          </p:grpSp>
          <p:grpSp>
            <p:nvGrpSpPr>
              <p:cNvPr id="136237" name="Group 21"/>
              <p:cNvGrpSpPr/>
              <p:nvPr/>
            </p:nvGrpSpPr>
            <p:grpSpPr>
              <a:xfrm>
                <a:off x="2304" y="1920"/>
                <a:ext cx="192" cy="192"/>
                <a:chOff x="2496" y="2448"/>
                <a:chExt cx="192" cy="192"/>
              </a:xfrm>
            </p:grpSpPr>
            <p:sp>
              <p:nvSpPr>
                <p:cNvPr id="136249" name="Line 22"/>
                <p:cNvSpPr/>
                <p:nvPr/>
              </p:nvSpPr>
              <p:spPr>
                <a:xfrm>
                  <a:off x="2496" y="2640"/>
                  <a:ext cx="96" cy="0"/>
                </a:xfrm>
                <a:prstGeom prst="line">
                  <a:avLst/>
                </a:prstGeom>
                <a:ln w="9525" cap="flat" cmpd="sng">
                  <a:solidFill>
                    <a:schemeClr val="tx1"/>
                  </a:solidFill>
                  <a:prstDash val="solid"/>
                  <a:headEnd type="none" w="med" len="med"/>
                  <a:tailEnd type="none" w="med" len="med"/>
                </a:ln>
              </p:spPr>
            </p:sp>
            <p:sp>
              <p:nvSpPr>
                <p:cNvPr id="136250" name="Line 23"/>
                <p:cNvSpPr/>
                <p:nvPr/>
              </p:nvSpPr>
              <p:spPr>
                <a:xfrm flipV="1">
                  <a:off x="2592" y="2448"/>
                  <a:ext cx="0" cy="192"/>
                </a:xfrm>
                <a:prstGeom prst="line">
                  <a:avLst/>
                </a:prstGeom>
                <a:ln w="9525" cap="flat" cmpd="sng">
                  <a:solidFill>
                    <a:schemeClr val="tx1"/>
                  </a:solidFill>
                  <a:prstDash val="solid"/>
                  <a:headEnd type="none" w="med" len="med"/>
                  <a:tailEnd type="none" w="med" len="med"/>
                </a:ln>
              </p:spPr>
            </p:sp>
            <p:sp>
              <p:nvSpPr>
                <p:cNvPr id="136251" name="Line 24"/>
                <p:cNvSpPr/>
                <p:nvPr/>
              </p:nvSpPr>
              <p:spPr>
                <a:xfrm>
                  <a:off x="2592" y="2448"/>
                  <a:ext cx="96" cy="0"/>
                </a:xfrm>
                <a:prstGeom prst="line">
                  <a:avLst/>
                </a:prstGeom>
                <a:ln w="9525" cap="flat" cmpd="sng">
                  <a:solidFill>
                    <a:schemeClr val="tx1"/>
                  </a:solidFill>
                  <a:prstDash val="solid"/>
                  <a:headEnd type="none" w="med" len="med"/>
                  <a:tailEnd type="none" w="med" len="med"/>
                </a:ln>
              </p:spPr>
            </p:sp>
            <p:sp>
              <p:nvSpPr>
                <p:cNvPr id="136252" name="Line 25"/>
                <p:cNvSpPr/>
                <p:nvPr/>
              </p:nvSpPr>
              <p:spPr>
                <a:xfrm flipV="1">
                  <a:off x="2688" y="2448"/>
                  <a:ext cx="0" cy="192"/>
                </a:xfrm>
                <a:prstGeom prst="line">
                  <a:avLst/>
                </a:prstGeom>
                <a:ln w="9525" cap="flat" cmpd="sng">
                  <a:solidFill>
                    <a:schemeClr val="tx1"/>
                  </a:solidFill>
                  <a:prstDash val="solid"/>
                  <a:headEnd type="none" w="med" len="med"/>
                  <a:tailEnd type="none" w="med" len="med"/>
                </a:ln>
              </p:spPr>
            </p:sp>
          </p:grpSp>
          <p:grpSp>
            <p:nvGrpSpPr>
              <p:cNvPr id="136238" name="Group 26"/>
              <p:cNvGrpSpPr/>
              <p:nvPr/>
            </p:nvGrpSpPr>
            <p:grpSpPr>
              <a:xfrm>
                <a:off x="2496" y="1920"/>
                <a:ext cx="192" cy="192"/>
                <a:chOff x="2496" y="2448"/>
                <a:chExt cx="192" cy="192"/>
              </a:xfrm>
            </p:grpSpPr>
            <p:sp>
              <p:nvSpPr>
                <p:cNvPr id="136245" name="Line 27"/>
                <p:cNvSpPr/>
                <p:nvPr/>
              </p:nvSpPr>
              <p:spPr>
                <a:xfrm>
                  <a:off x="2496" y="2640"/>
                  <a:ext cx="96" cy="0"/>
                </a:xfrm>
                <a:prstGeom prst="line">
                  <a:avLst/>
                </a:prstGeom>
                <a:ln w="9525" cap="flat" cmpd="sng">
                  <a:solidFill>
                    <a:schemeClr val="tx1"/>
                  </a:solidFill>
                  <a:prstDash val="solid"/>
                  <a:headEnd type="none" w="med" len="med"/>
                  <a:tailEnd type="none" w="med" len="med"/>
                </a:ln>
              </p:spPr>
            </p:sp>
            <p:sp>
              <p:nvSpPr>
                <p:cNvPr id="136246" name="Line 28"/>
                <p:cNvSpPr/>
                <p:nvPr/>
              </p:nvSpPr>
              <p:spPr>
                <a:xfrm flipV="1">
                  <a:off x="2592" y="2448"/>
                  <a:ext cx="0" cy="192"/>
                </a:xfrm>
                <a:prstGeom prst="line">
                  <a:avLst/>
                </a:prstGeom>
                <a:ln w="9525" cap="flat" cmpd="sng">
                  <a:solidFill>
                    <a:schemeClr val="tx1"/>
                  </a:solidFill>
                  <a:prstDash val="solid"/>
                  <a:headEnd type="none" w="med" len="med"/>
                  <a:tailEnd type="none" w="med" len="med"/>
                </a:ln>
              </p:spPr>
            </p:sp>
            <p:sp>
              <p:nvSpPr>
                <p:cNvPr id="136247" name="Line 29"/>
                <p:cNvSpPr/>
                <p:nvPr/>
              </p:nvSpPr>
              <p:spPr>
                <a:xfrm>
                  <a:off x="2592" y="2448"/>
                  <a:ext cx="96" cy="0"/>
                </a:xfrm>
                <a:prstGeom prst="line">
                  <a:avLst/>
                </a:prstGeom>
                <a:ln w="9525" cap="flat" cmpd="sng">
                  <a:solidFill>
                    <a:schemeClr val="tx1"/>
                  </a:solidFill>
                  <a:prstDash val="solid"/>
                  <a:headEnd type="none" w="med" len="med"/>
                  <a:tailEnd type="none" w="med" len="med"/>
                </a:ln>
              </p:spPr>
            </p:sp>
            <p:sp>
              <p:nvSpPr>
                <p:cNvPr id="136248" name="Line 30"/>
                <p:cNvSpPr/>
                <p:nvPr/>
              </p:nvSpPr>
              <p:spPr>
                <a:xfrm flipV="1">
                  <a:off x="2688" y="2448"/>
                  <a:ext cx="0" cy="192"/>
                </a:xfrm>
                <a:prstGeom prst="line">
                  <a:avLst/>
                </a:prstGeom>
                <a:ln w="9525" cap="flat" cmpd="sng">
                  <a:solidFill>
                    <a:schemeClr val="tx1"/>
                  </a:solidFill>
                  <a:prstDash val="solid"/>
                  <a:headEnd type="none" w="med" len="med"/>
                  <a:tailEnd type="none" w="med" len="med"/>
                </a:ln>
              </p:spPr>
            </p:sp>
          </p:grpSp>
          <p:grpSp>
            <p:nvGrpSpPr>
              <p:cNvPr id="136239" name="Group 31"/>
              <p:cNvGrpSpPr/>
              <p:nvPr/>
            </p:nvGrpSpPr>
            <p:grpSpPr>
              <a:xfrm>
                <a:off x="2688" y="1920"/>
                <a:ext cx="192" cy="192"/>
                <a:chOff x="2496" y="2448"/>
                <a:chExt cx="192" cy="192"/>
              </a:xfrm>
            </p:grpSpPr>
            <p:sp>
              <p:nvSpPr>
                <p:cNvPr id="136241" name="Line 32"/>
                <p:cNvSpPr/>
                <p:nvPr/>
              </p:nvSpPr>
              <p:spPr>
                <a:xfrm>
                  <a:off x="2496" y="2640"/>
                  <a:ext cx="96" cy="0"/>
                </a:xfrm>
                <a:prstGeom prst="line">
                  <a:avLst/>
                </a:prstGeom>
                <a:ln w="9525" cap="flat" cmpd="sng">
                  <a:solidFill>
                    <a:schemeClr val="tx1"/>
                  </a:solidFill>
                  <a:prstDash val="solid"/>
                  <a:headEnd type="none" w="med" len="med"/>
                  <a:tailEnd type="none" w="med" len="med"/>
                </a:ln>
              </p:spPr>
            </p:sp>
            <p:sp>
              <p:nvSpPr>
                <p:cNvPr id="136242" name="Line 33"/>
                <p:cNvSpPr/>
                <p:nvPr/>
              </p:nvSpPr>
              <p:spPr>
                <a:xfrm flipV="1">
                  <a:off x="2592" y="2448"/>
                  <a:ext cx="0" cy="192"/>
                </a:xfrm>
                <a:prstGeom prst="line">
                  <a:avLst/>
                </a:prstGeom>
                <a:ln w="9525" cap="flat" cmpd="sng">
                  <a:solidFill>
                    <a:schemeClr val="tx1"/>
                  </a:solidFill>
                  <a:prstDash val="solid"/>
                  <a:headEnd type="none" w="med" len="med"/>
                  <a:tailEnd type="none" w="med" len="med"/>
                </a:ln>
              </p:spPr>
            </p:sp>
            <p:sp>
              <p:nvSpPr>
                <p:cNvPr id="136243" name="Line 34"/>
                <p:cNvSpPr/>
                <p:nvPr/>
              </p:nvSpPr>
              <p:spPr>
                <a:xfrm>
                  <a:off x="2592" y="2448"/>
                  <a:ext cx="96" cy="0"/>
                </a:xfrm>
                <a:prstGeom prst="line">
                  <a:avLst/>
                </a:prstGeom>
                <a:ln w="9525" cap="flat" cmpd="sng">
                  <a:solidFill>
                    <a:schemeClr val="tx1"/>
                  </a:solidFill>
                  <a:prstDash val="solid"/>
                  <a:headEnd type="none" w="med" len="med"/>
                  <a:tailEnd type="none" w="med" len="med"/>
                </a:ln>
              </p:spPr>
            </p:sp>
            <p:sp>
              <p:nvSpPr>
                <p:cNvPr id="136244" name="Line 35"/>
                <p:cNvSpPr/>
                <p:nvPr/>
              </p:nvSpPr>
              <p:spPr>
                <a:xfrm flipV="1">
                  <a:off x="2688" y="2448"/>
                  <a:ext cx="0" cy="192"/>
                </a:xfrm>
                <a:prstGeom prst="line">
                  <a:avLst/>
                </a:prstGeom>
                <a:ln w="9525" cap="flat" cmpd="sng">
                  <a:solidFill>
                    <a:schemeClr val="tx1"/>
                  </a:solidFill>
                  <a:prstDash val="solid"/>
                  <a:headEnd type="none" w="med" len="med"/>
                  <a:tailEnd type="none" w="med" len="med"/>
                </a:ln>
              </p:spPr>
            </p:sp>
          </p:grpSp>
          <p:sp>
            <p:nvSpPr>
              <p:cNvPr id="136240" name="Line 36"/>
              <p:cNvSpPr/>
              <p:nvPr/>
            </p:nvSpPr>
            <p:spPr>
              <a:xfrm>
                <a:off x="2880" y="2112"/>
                <a:ext cx="96" cy="0"/>
              </a:xfrm>
              <a:prstGeom prst="line">
                <a:avLst/>
              </a:prstGeom>
              <a:ln w="9525" cap="flat" cmpd="sng">
                <a:solidFill>
                  <a:schemeClr val="tx1"/>
                </a:solidFill>
                <a:prstDash val="solid"/>
                <a:headEnd type="none" w="med" len="med"/>
                <a:tailEnd type="none" w="med" len="med"/>
              </a:ln>
            </p:spPr>
          </p:sp>
        </p:grpSp>
        <p:sp>
          <p:nvSpPr>
            <p:cNvPr id="136210" name="Rectangle 37"/>
            <p:cNvSpPr/>
            <p:nvPr/>
          </p:nvSpPr>
          <p:spPr>
            <a:xfrm>
              <a:off x="2418" y="1920"/>
              <a:ext cx="384" cy="480"/>
            </a:xfrm>
            <a:prstGeom prst="rect">
              <a:avLst/>
            </a:prstGeom>
            <a:solidFill>
              <a:srgbClr val="FFCC99"/>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1800" b="0" dirty="0">
                  <a:solidFill>
                    <a:schemeClr val="tx1"/>
                  </a:solidFill>
                  <a:latin typeface="Times New Roman" panose="02020603050405020304" pitchFamily="18" charset="0"/>
                </a:rPr>
                <a:t>转换</a:t>
              </a:r>
              <a:endParaRPr lang="zh-CN" altLang="en-US" sz="1800" b="0" dirty="0">
                <a:solidFill>
                  <a:schemeClr val="tx1"/>
                </a:solidFill>
                <a:latin typeface="Times New Roman" panose="02020603050405020304" pitchFamily="18" charset="0"/>
              </a:endParaRPr>
            </a:p>
            <a:p>
              <a:pPr marL="0" lvl="0" indent="0" algn="ctr">
                <a:lnSpc>
                  <a:spcPct val="100000"/>
                </a:lnSpc>
                <a:spcBef>
                  <a:spcPct val="0"/>
                </a:spcBef>
                <a:spcAft>
                  <a:spcPct val="0"/>
                </a:spcAft>
                <a:buClrTx/>
                <a:buSzTx/>
                <a:buNone/>
              </a:pPr>
              <a:r>
                <a:rPr lang="zh-CN" altLang="en-US" sz="1800" b="0" dirty="0">
                  <a:solidFill>
                    <a:schemeClr val="tx1"/>
                  </a:solidFill>
                  <a:latin typeface="Times New Roman" panose="02020603050405020304" pitchFamily="18" charset="0"/>
                </a:rPr>
                <a:t>电路</a:t>
              </a:r>
              <a:endParaRPr lang="zh-CN" altLang="en-US" sz="1800" b="0" dirty="0">
                <a:solidFill>
                  <a:schemeClr val="tx1"/>
                </a:solidFill>
                <a:latin typeface="Times New Roman" panose="02020603050405020304" pitchFamily="18" charset="0"/>
              </a:endParaRPr>
            </a:p>
          </p:txBody>
        </p:sp>
        <p:sp>
          <p:nvSpPr>
            <p:cNvPr id="136211" name="AutoShape 38"/>
            <p:cNvSpPr/>
            <p:nvPr/>
          </p:nvSpPr>
          <p:spPr>
            <a:xfrm rot="-5400000" flipV="1">
              <a:off x="2952" y="1848"/>
              <a:ext cx="144" cy="96"/>
            </a:xfrm>
            <a:prstGeom prst="flowChartDelay">
              <a:avLst/>
            </a:prstGeom>
            <a:solidFill>
              <a:srgbClr val="969696"/>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12" name="Line 39"/>
            <p:cNvSpPr/>
            <p:nvPr/>
          </p:nvSpPr>
          <p:spPr>
            <a:xfrm>
              <a:off x="2784" y="2160"/>
              <a:ext cx="240" cy="0"/>
            </a:xfrm>
            <a:prstGeom prst="line">
              <a:avLst/>
            </a:prstGeom>
            <a:ln w="9525" cap="flat" cmpd="sng">
              <a:solidFill>
                <a:schemeClr val="tx1"/>
              </a:solidFill>
              <a:prstDash val="solid"/>
              <a:headEnd type="none" w="med" len="med"/>
              <a:tailEnd type="none" w="med" len="med"/>
            </a:ln>
          </p:spPr>
        </p:sp>
        <p:sp>
          <p:nvSpPr>
            <p:cNvPr id="136213" name="Line 40"/>
            <p:cNvSpPr/>
            <p:nvPr/>
          </p:nvSpPr>
          <p:spPr>
            <a:xfrm flipV="1">
              <a:off x="3024" y="1968"/>
              <a:ext cx="0" cy="192"/>
            </a:xfrm>
            <a:prstGeom prst="line">
              <a:avLst/>
            </a:prstGeom>
            <a:ln w="9525" cap="flat" cmpd="sng">
              <a:solidFill>
                <a:schemeClr val="tx1"/>
              </a:solidFill>
              <a:prstDash val="solid"/>
              <a:headEnd type="none" w="med" len="med"/>
              <a:tailEnd type="none" w="med" len="med"/>
            </a:ln>
          </p:spPr>
        </p:sp>
        <p:sp>
          <p:nvSpPr>
            <p:cNvPr id="136214" name="AutoShape 41"/>
            <p:cNvSpPr/>
            <p:nvPr/>
          </p:nvSpPr>
          <p:spPr>
            <a:xfrm rot="-5400000">
              <a:off x="3096" y="1800"/>
              <a:ext cx="384" cy="144"/>
            </a:xfrm>
            <a:prstGeom prst="flowChartMagneticDrum">
              <a:avLst/>
            </a:prstGeom>
            <a:solidFill>
              <a:srgbClr val="CC99FF"/>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15" name="Oval 42"/>
            <p:cNvSpPr/>
            <p:nvPr/>
          </p:nvSpPr>
          <p:spPr>
            <a:xfrm>
              <a:off x="2832" y="1488"/>
              <a:ext cx="912" cy="336"/>
            </a:xfrm>
            <a:prstGeom prst="ellipse">
              <a:avLst/>
            </a:prstGeom>
            <a:solidFill>
              <a:srgbClr val="C0C0C0"/>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16" name="AutoShape 43"/>
            <p:cNvSpPr/>
            <p:nvPr/>
          </p:nvSpPr>
          <p:spPr>
            <a:xfrm rot="-5400000">
              <a:off x="3096" y="1416"/>
              <a:ext cx="384" cy="144"/>
            </a:xfrm>
            <a:prstGeom prst="flowChartMagneticDrum">
              <a:avLst/>
            </a:prstGeom>
            <a:solidFill>
              <a:srgbClr val="CC99FF"/>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17" name="Oval 44"/>
            <p:cNvSpPr/>
            <p:nvPr/>
          </p:nvSpPr>
          <p:spPr>
            <a:xfrm>
              <a:off x="3237" y="1764"/>
              <a:ext cx="96" cy="48"/>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18" name="Oval 45"/>
            <p:cNvSpPr/>
            <p:nvPr/>
          </p:nvSpPr>
          <p:spPr>
            <a:xfrm>
              <a:off x="3351" y="1758"/>
              <a:ext cx="96" cy="48"/>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19" name="Oval 46"/>
            <p:cNvSpPr/>
            <p:nvPr/>
          </p:nvSpPr>
          <p:spPr>
            <a:xfrm>
              <a:off x="3465" y="1746"/>
              <a:ext cx="96" cy="48"/>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20" name="Oval 47"/>
            <p:cNvSpPr/>
            <p:nvPr/>
          </p:nvSpPr>
          <p:spPr>
            <a:xfrm>
              <a:off x="3561" y="1710"/>
              <a:ext cx="96" cy="48"/>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21" name="Oval 48"/>
            <p:cNvSpPr/>
            <p:nvPr/>
          </p:nvSpPr>
          <p:spPr>
            <a:xfrm>
              <a:off x="3621" y="1659"/>
              <a:ext cx="96" cy="48"/>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22" name="Oval 49"/>
            <p:cNvSpPr/>
            <p:nvPr/>
          </p:nvSpPr>
          <p:spPr>
            <a:xfrm>
              <a:off x="3603" y="1602"/>
              <a:ext cx="96" cy="48"/>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23" name="Oval 50"/>
            <p:cNvSpPr/>
            <p:nvPr/>
          </p:nvSpPr>
          <p:spPr>
            <a:xfrm>
              <a:off x="3549" y="1554"/>
              <a:ext cx="96" cy="48"/>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24" name="Oval 51"/>
            <p:cNvSpPr/>
            <p:nvPr/>
          </p:nvSpPr>
          <p:spPr>
            <a:xfrm>
              <a:off x="3462" y="1527"/>
              <a:ext cx="96" cy="48"/>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25" name="Oval 52"/>
            <p:cNvSpPr/>
            <p:nvPr/>
          </p:nvSpPr>
          <p:spPr>
            <a:xfrm>
              <a:off x="3363" y="1518"/>
              <a:ext cx="96" cy="48"/>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26" name="Oval 53"/>
            <p:cNvSpPr/>
            <p:nvPr/>
          </p:nvSpPr>
          <p:spPr>
            <a:xfrm>
              <a:off x="3117" y="1506"/>
              <a:ext cx="96" cy="48"/>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27" name="Oval 54"/>
            <p:cNvSpPr/>
            <p:nvPr/>
          </p:nvSpPr>
          <p:spPr>
            <a:xfrm>
              <a:off x="3024" y="1536"/>
              <a:ext cx="96" cy="48"/>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28" name="Oval 55"/>
            <p:cNvSpPr/>
            <p:nvPr/>
          </p:nvSpPr>
          <p:spPr>
            <a:xfrm>
              <a:off x="3120" y="1749"/>
              <a:ext cx="96" cy="48"/>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29" name="Oval 56"/>
            <p:cNvSpPr/>
            <p:nvPr/>
          </p:nvSpPr>
          <p:spPr>
            <a:xfrm>
              <a:off x="3024" y="1737"/>
              <a:ext cx="96" cy="48"/>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30" name="Oval 57"/>
            <p:cNvSpPr/>
            <p:nvPr/>
          </p:nvSpPr>
          <p:spPr>
            <a:xfrm>
              <a:off x="2937" y="1701"/>
              <a:ext cx="96" cy="48"/>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31" name="Oval 58"/>
            <p:cNvSpPr/>
            <p:nvPr/>
          </p:nvSpPr>
          <p:spPr>
            <a:xfrm>
              <a:off x="2862" y="1659"/>
              <a:ext cx="96" cy="48"/>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32" name="Oval 59"/>
            <p:cNvSpPr/>
            <p:nvPr/>
          </p:nvSpPr>
          <p:spPr>
            <a:xfrm>
              <a:off x="2871" y="1602"/>
              <a:ext cx="96" cy="48"/>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33" name="Oval 60"/>
            <p:cNvSpPr/>
            <p:nvPr/>
          </p:nvSpPr>
          <p:spPr>
            <a:xfrm>
              <a:off x="2931" y="1557"/>
              <a:ext cx="96" cy="48"/>
            </a:xfrm>
            <a:prstGeom prst="ellipse">
              <a:avLst/>
            </a:prstGeom>
            <a:solidFill>
              <a:schemeClr val="bg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34" name="AutoShape 61"/>
            <p:cNvSpPr/>
            <p:nvPr/>
          </p:nvSpPr>
          <p:spPr>
            <a:xfrm rot="5400000">
              <a:off x="2952" y="1320"/>
              <a:ext cx="144" cy="96"/>
            </a:xfrm>
            <a:prstGeom prst="flowChartDelay">
              <a:avLst/>
            </a:prstGeom>
            <a:solidFill>
              <a:srgbClr val="FFCCCC"/>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6235" name="Line 62"/>
            <p:cNvSpPr/>
            <p:nvPr/>
          </p:nvSpPr>
          <p:spPr>
            <a:xfrm>
              <a:off x="3024" y="1440"/>
              <a:ext cx="0" cy="240"/>
            </a:xfrm>
            <a:prstGeom prst="line">
              <a:avLst/>
            </a:prstGeom>
            <a:ln w="9525" cap="flat" cmpd="sng">
              <a:solidFill>
                <a:schemeClr val="tx1"/>
              </a:solidFill>
              <a:prstDash val="solid"/>
              <a:headEnd type="none" w="med" len="med"/>
              <a:tailEnd type="triangle" w="med" len="med"/>
            </a:ln>
          </p:spPr>
        </p:sp>
      </p:grpSp>
      <p:sp>
        <p:nvSpPr>
          <p:cNvPr id="136196" name="矩形 64"/>
          <p:cNvSpPr/>
          <p:nvPr/>
        </p:nvSpPr>
        <p:spPr>
          <a:xfrm>
            <a:off x="4495800" y="4381500"/>
            <a:ext cx="4572000" cy="25304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spcBef>
                <a:spcPct val="0"/>
              </a:spcBef>
              <a:spcAft>
                <a:spcPct val="0"/>
              </a:spcAft>
              <a:buClrTx/>
              <a:buSzTx/>
              <a:buFont typeface="Arial" panose="020B0604020202020204" pitchFamily="34" charset="0"/>
              <a:buNone/>
            </a:pPr>
            <a:r>
              <a:rPr lang="zh-CN" altLang="en-US" sz="1800" dirty="0">
                <a:solidFill>
                  <a:srgbClr val="002060"/>
                </a:solidFill>
                <a:latin typeface="楷体_GB2312" pitchFamily="1" charset="-122"/>
              </a:rPr>
              <a:t>（</a:t>
            </a:r>
            <a:r>
              <a:rPr lang="en-US" altLang="zh-CN" sz="1800" dirty="0">
                <a:solidFill>
                  <a:srgbClr val="002060"/>
                </a:solidFill>
                <a:latin typeface="楷体_GB2312" pitchFamily="1" charset="-122"/>
              </a:rPr>
              <a:t>1</a:t>
            </a:r>
            <a:r>
              <a:rPr lang="zh-CN" altLang="en-US" sz="1800" dirty="0">
                <a:solidFill>
                  <a:srgbClr val="002060"/>
                </a:solidFill>
                <a:latin typeface="楷体_GB2312" pitchFamily="1" charset="-122"/>
              </a:rPr>
              <a:t>）若采用定时测试已转换过的脉冲个数而转换为测试转轴的速度，单位为转</a:t>
            </a:r>
            <a:r>
              <a:rPr lang="en-US" altLang="zh-CN" sz="1800" dirty="0">
                <a:solidFill>
                  <a:srgbClr val="002060"/>
                </a:solidFill>
                <a:latin typeface="楷体_GB2312" pitchFamily="1" charset="-122"/>
              </a:rPr>
              <a:t>/</a:t>
            </a:r>
            <a:r>
              <a:rPr lang="zh-CN" altLang="en-US" sz="1800" dirty="0">
                <a:solidFill>
                  <a:srgbClr val="002060"/>
                </a:solidFill>
                <a:latin typeface="楷体_GB2312" pitchFamily="1" charset="-122"/>
              </a:rPr>
              <a:t>秒。说明它的计算过程。</a:t>
            </a:r>
            <a:br>
              <a:rPr lang="zh-CN" altLang="en-US" sz="1800" dirty="0">
                <a:solidFill>
                  <a:srgbClr val="002060"/>
                </a:solidFill>
                <a:latin typeface="楷体_GB2312" pitchFamily="1" charset="-122"/>
              </a:rPr>
            </a:br>
            <a:r>
              <a:rPr lang="zh-CN" altLang="en-US" sz="1800" dirty="0">
                <a:solidFill>
                  <a:srgbClr val="002060"/>
                </a:solidFill>
                <a:latin typeface="楷体_GB2312" pitchFamily="1" charset="-122"/>
              </a:rPr>
              <a:t>（</a:t>
            </a:r>
            <a:r>
              <a:rPr lang="en-US" altLang="zh-CN" sz="1800" dirty="0">
                <a:solidFill>
                  <a:srgbClr val="002060"/>
                </a:solidFill>
                <a:latin typeface="楷体_GB2312" pitchFamily="1" charset="-122"/>
              </a:rPr>
              <a:t>2</a:t>
            </a:r>
            <a:r>
              <a:rPr lang="zh-CN" altLang="en-US" sz="1800" dirty="0">
                <a:solidFill>
                  <a:srgbClr val="002060"/>
                </a:solidFill>
                <a:latin typeface="楷体_GB2312" pitchFamily="1" charset="-122"/>
              </a:rPr>
              <a:t>）若用计数器</a:t>
            </a:r>
            <a:r>
              <a:rPr lang="en-US" altLang="zh-CN" sz="1800" dirty="0">
                <a:solidFill>
                  <a:srgbClr val="002060"/>
                </a:solidFill>
                <a:latin typeface="楷体_GB2312" pitchFamily="1" charset="-122"/>
              </a:rPr>
              <a:t>0</a:t>
            </a:r>
            <a:r>
              <a:rPr lang="zh-CN" altLang="en-US" sz="1800" dirty="0">
                <a:solidFill>
                  <a:srgbClr val="002060"/>
                </a:solidFill>
                <a:latin typeface="楷体_GB2312" pitchFamily="1" charset="-122"/>
              </a:rPr>
              <a:t>对脉冲计数，用计数器</a:t>
            </a:r>
            <a:r>
              <a:rPr lang="en-US" altLang="zh-CN" sz="1800" dirty="0">
                <a:solidFill>
                  <a:srgbClr val="002060"/>
                </a:solidFill>
                <a:latin typeface="楷体_GB2312" pitchFamily="1" charset="-122"/>
              </a:rPr>
              <a:t>1</a:t>
            </a:r>
            <a:r>
              <a:rPr lang="zh-CN" altLang="en-US" sz="1800" dirty="0">
                <a:solidFill>
                  <a:srgbClr val="002060"/>
                </a:solidFill>
                <a:latin typeface="楷体_GB2312" pitchFamily="1" charset="-122"/>
              </a:rPr>
              <a:t>作为定时，设它的</a:t>
            </a:r>
            <a:r>
              <a:rPr lang="en-US" altLang="zh-CN" sz="1800" dirty="0">
                <a:solidFill>
                  <a:srgbClr val="002060"/>
                </a:solidFill>
                <a:latin typeface="楷体_GB2312" pitchFamily="1" charset="-122"/>
              </a:rPr>
              <a:t>CLK1</a:t>
            </a:r>
            <a:r>
              <a:rPr lang="zh-CN" altLang="en-US" sz="1800" dirty="0">
                <a:solidFill>
                  <a:srgbClr val="002060"/>
                </a:solidFill>
                <a:latin typeface="楷体_GB2312" pitchFamily="1" charset="-122"/>
              </a:rPr>
              <a:t>频率为</a:t>
            </a:r>
            <a:r>
              <a:rPr lang="en-US" altLang="zh-CN" sz="1800" dirty="0">
                <a:solidFill>
                  <a:srgbClr val="002060"/>
                </a:solidFill>
                <a:latin typeface="楷体_GB2312" pitchFamily="1" charset="-122"/>
              </a:rPr>
              <a:t>200KHz</a:t>
            </a:r>
            <a:r>
              <a:rPr lang="zh-CN" altLang="en-US" sz="1800" dirty="0">
                <a:solidFill>
                  <a:srgbClr val="002060"/>
                </a:solidFill>
                <a:latin typeface="楷体_GB2312" pitchFamily="1" charset="-122"/>
              </a:rPr>
              <a:t>，用定时</a:t>
            </a:r>
            <a:r>
              <a:rPr lang="en-US" altLang="zh-CN" sz="1800" dirty="0">
                <a:solidFill>
                  <a:srgbClr val="002060"/>
                </a:solidFill>
                <a:latin typeface="楷体_GB2312" pitchFamily="1" charset="-122"/>
              </a:rPr>
              <a:t>100ms</a:t>
            </a:r>
            <a:r>
              <a:rPr lang="zh-CN" altLang="en-US" sz="1800" dirty="0">
                <a:solidFill>
                  <a:srgbClr val="002060"/>
                </a:solidFill>
                <a:latin typeface="楷体_GB2312" pitchFamily="1" charset="-122"/>
              </a:rPr>
              <a:t>来计数。写出计数器</a:t>
            </a:r>
            <a:r>
              <a:rPr lang="en-US" altLang="zh-CN" sz="1800" dirty="0">
                <a:solidFill>
                  <a:srgbClr val="002060"/>
                </a:solidFill>
                <a:latin typeface="楷体_GB2312" pitchFamily="1" charset="-122"/>
              </a:rPr>
              <a:t>0</a:t>
            </a:r>
            <a:r>
              <a:rPr lang="zh-CN" altLang="en-US" sz="1800" dirty="0">
                <a:solidFill>
                  <a:srgbClr val="002060"/>
                </a:solidFill>
                <a:latin typeface="楷体_GB2312" pitchFamily="1" charset="-122"/>
              </a:rPr>
              <a:t>、</a:t>
            </a:r>
            <a:r>
              <a:rPr lang="en-US" altLang="zh-CN" sz="1800" dirty="0">
                <a:solidFill>
                  <a:srgbClr val="002060"/>
                </a:solidFill>
                <a:latin typeface="楷体_GB2312" pitchFamily="1" charset="-122"/>
              </a:rPr>
              <a:t>1</a:t>
            </a:r>
            <a:r>
              <a:rPr lang="zh-CN" altLang="en-US" sz="1800" dirty="0">
                <a:solidFill>
                  <a:srgbClr val="002060"/>
                </a:solidFill>
                <a:latin typeface="楷体_GB2312" pitchFamily="1" charset="-122"/>
              </a:rPr>
              <a:t>的工作方式控制字和计数初值，并注释，并且写出</a:t>
            </a:r>
            <a:r>
              <a:rPr lang="en-US" altLang="zh-CN" sz="1800" dirty="0">
                <a:solidFill>
                  <a:srgbClr val="002060"/>
                </a:solidFill>
                <a:latin typeface="楷体_GB2312" pitchFamily="1" charset="-122"/>
              </a:rPr>
              <a:t>8253</a:t>
            </a:r>
            <a:r>
              <a:rPr lang="zh-CN" altLang="en-US" sz="1800" dirty="0">
                <a:solidFill>
                  <a:srgbClr val="002060"/>
                </a:solidFill>
                <a:latin typeface="楷体_GB2312" pitchFamily="1" charset="-122"/>
              </a:rPr>
              <a:t>的初始化程序。</a:t>
            </a:r>
            <a:endParaRPr lang="zh-CN" altLang="en-US" sz="1800" b="0" dirty="0">
              <a:solidFill>
                <a:srgbClr val="002060"/>
              </a:solidFill>
            </a:endParaRPr>
          </a:p>
        </p:txBody>
      </p:sp>
    </p:spTree>
  </p:cSld>
  <p:clrMapOvr>
    <a:masterClrMapping/>
  </p:clrMapOvr>
  <p:transition spd="slow">
    <p:zoom/>
  </p:transition>
</p:sld>
</file>

<file path=ppt/slides/slide9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45058" name="Rectangle 2"/>
          <p:cNvSpPr>
            <a:spLocks noGrp="1" noChangeArrowheads="1"/>
          </p:cNvSpPr>
          <p:nvPr>
            <p:ph idx="1"/>
          </p:nvPr>
        </p:nvSpPr>
        <p:spPr>
          <a:xfrm>
            <a:off x="395288" y="476250"/>
            <a:ext cx="8610600" cy="6021388"/>
          </a:xfrm>
          <a:ln>
            <a:miter/>
          </a:ln>
        </p:spPr>
        <p:txBody>
          <a:bodyPr vert="horz" wrap="square" lIns="91440" tIns="45720" rIns="91440" bIns="45720" numCol="1" anchor="t" anchorCtr="0" compatLnSpc="1"/>
          <a:lstStyle/>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解：</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因为最高转速为</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1000</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转</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秒，因此，转一圈的脉冲数最高为</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1000×50=50000</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个</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=C350H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，因此计数器必须用</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16</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位计数，并且用二进制计数。</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）采用定时测试转速，计算方法为：</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是定时时间为：</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TIME=100ms=0.1s</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则转速</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定时到的计数值</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/50)/0.1s</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转</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秒</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2</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）初始化程序段</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n"/>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计数器</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0</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初始化程序段</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计数初值</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=0000H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（或者</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50000</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MOV  AL</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hlink"/>
                </a:solidFill>
                <a:effectLst/>
                <a:uLnTx/>
                <a:uFillTx/>
                <a:latin typeface="+mn-ea"/>
                <a:ea typeface="+mn-ea"/>
                <a:cs typeface="+mn-cs"/>
              </a:rPr>
              <a:t>00</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11 </a:t>
            </a:r>
            <a:r>
              <a:rPr kumimoji="0" lang="en-US" altLang="zh-CN" sz="2000" b="1" i="0" u="none" strike="noStrike" kern="1200" cap="none" spc="0" normalizeH="0" baseline="0" noProof="0" dirty="0">
                <a:ln>
                  <a:noFill/>
                </a:ln>
                <a:solidFill>
                  <a:schemeClr val="hlink"/>
                </a:solidFill>
                <a:effectLst/>
                <a:uLnTx/>
                <a:uFillTx/>
                <a:latin typeface="+mn-ea"/>
                <a:ea typeface="+mn-ea"/>
                <a:cs typeface="+mn-cs"/>
              </a:rPr>
              <a:t> 000</a:t>
            </a:r>
            <a:r>
              <a:rPr kumimoji="0" lang="en-US" altLang="zh-CN" sz="2000" b="1" i="0" u="none" strike="noStrike" kern="1200" cap="none" spc="0" normalizeH="0" baseline="0" noProof="0" dirty="0">
                <a:ln>
                  <a:noFill/>
                </a:ln>
                <a:solidFill>
                  <a:schemeClr val="accent2"/>
                </a:solidFill>
                <a:effectLst/>
                <a:uLnTx/>
                <a:uFillTx/>
                <a:latin typeface="+mn-ea"/>
                <a:ea typeface="+mn-ea"/>
                <a:cs typeface="+mn-cs"/>
              </a:rPr>
              <a:t>0</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B  </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a:t>
            </a:r>
            <a:r>
              <a:rPr kumimoji="0" lang="zh-CN" altLang="en-US" sz="2000" b="1" i="0" u="none" strike="noStrike" kern="1200" cap="none" spc="0" normalizeH="0" baseline="0" noProof="0" dirty="0">
                <a:ln>
                  <a:noFill/>
                </a:ln>
                <a:solidFill>
                  <a:schemeClr val="hlink"/>
                </a:solidFill>
                <a:effectLst/>
                <a:uLnTx/>
                <a:uFillTx/>
                <a:latin typeface="+mn-ea"/>
                <a:ea typeface="+mn-ea"/>
                <a:cs typeface="+mn-cs"/>
              </a:rPr>
              <a:t>通道</a:t>
            </a:r>
            <a:r>
              <a:rPr kumimoji="0" lang="en-US" altLang="zh-CN" sz="2000" b="1" i="0" u="none" strike="noStrike" kern="1200" cap="none" spc="0" normalizeH="0" baseline="0" noProof="0" dirty="0">
                <a:ln>
                  <a:noFill/>
                </a:ln>
                <a:solidFill>
                  <a:schemeClr val="hlink"/>
                </a:solidFill>
                <a:effectLst/>
                <a:uLnTx/>
                <a:uFillTx/>
                <a:latin typeface="+mn-ea"/>
                <a:ea typeface="+mn-ea"/>
                <a:cs typeface="+mn-cs"/>
              </a:rPr>
              <a:t>0</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a:t>
            </a:r>
            <a:r>
              <a:rPr kumimoji="0" lang="zh-CN" altLang="en-US" sz="2000" b="1" i="0" u="none" strike="noStrike" kern="1200" cap="none" spc="0" normalizeH="0" baseline="0" noProof="0" dirty="0">
                <a:ln>
                  <a:noFill/>
                </a:ln>
                <a:solidFill>
                  <a:srgbClr val="FF6600"/>
                </a:solidFill>
                <a:effectLst/>
                <a:uLnTx/>
                <a:uFillTx/>
                <a:latin typeface="+mn-ea"/>
                <a:ea typeface="+mn-ea"/>
                <a:cs typeface="+mn-cs"/>
              </a:rPr>
              <a:t>方式</a:t>
            </a:r>
            <a:r>
              <a:rPr kumimoji="0" lang="en-US" altLang="zh-CN" sz="2000" b="1" i="0" u="none" strike="noStrike" kern="1200" cap="none" spc="0" normalizeH="0" baseline="0" noProof="0" dirty="0">
                <a:ln>
                  <a:noFill/>
                </a:ln>
                <a:solidFill>
                  <a:srgbClr val="FF6600"/>
                </a:solidFill>
                <a:effectLst/>
                <a:uLnTx/>
                <a:uFillTx/>
                <a:latin typeface="+mn-ea"/>
                <a:ea typeface="+mn-ea"/>
                <a:cs typeface="+mn-cs"/>
              </a:rPr>
              <a:t>0</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16</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位计数</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a:t>
            </a:r>
            <a:r>
              <a:rPr kumimoji="0" lang="zh-CN" altLang="en-US" sz="2000" b="1" i="0" u="none" strike="noStrike" kern="1200" cap="none" spc="0" normalizeH="0" baseline="0" noProof="0" dirty="0">
                <a:ln>
                  <a:noFill/>
                </a:ln>
                <a:solidFill>
                  <a:schemeClr val="accent2"/>
                </a:solidFill>
                <a:effectLst/>
                <a:uLnTx/>
                <a:uFillTx/>
                <a:latin typeface="+mn-ea"/>
                <a:ea typeface="+mn-ea"/>
                <a:cs typeface="+mn-cs"/>
              </a:rPr>
              <a:t>二进制计数</a:t>
            </a:r>
            <a:endParaRPr kumimoji="0" lang="zh-CN" altLang="en-US" sz="2000" b="1" i="0" u="none" strike="noStrike" kern="1200" cap="none" spc="0" normalizeH="0" baseline="0" noProof="0" dirty="0">
              <a:ln>
                <a:noFill/>
              </a:ln>
              <a:solidFill>
                <a:schemeClr val="accent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  87H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AL</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MOV  AL</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00</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  84H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AL</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  84H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AL</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p:txBody>
      </p:sp>
    </p:spTree>
  </p:cSld>
  <p:clrMapOvr>
    <a:masterClrMapping/>
  </p:clrMapOvr>
  <p:transition spd="slow">
    <p:zoom/>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6082" name="Rectangle 2"/>
          <p:cNvSpPr>
            <a:spLocks noGrp="1" noChangeArrowheads="1"/>
          </p:cNvSpPr>
          <p:nvPr>
            <p:ph idx="1"/>
          </p:nvPr>
        </p:nvSpPr>
        <p:spPr>
          <a:xfrm>
            <a:off x="684213" y="2133600"/>
            <a:ext cx="7772400" cy="3455988"/>
          </a:xfrm>
          <a:ln>
            <a:miter/>
          </a:ln>
        </p:spPr>
        <p:txBody>
          <a:bodyPr vert="horz" wrap="square" lIns="91440" tIns="45720" rIns="91440" bIns="45720" numCol="1" anchor="t" anchorCtr="0" compatLnSpc="1"/>
          <a:lstStyle/>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n"/>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计数器</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初始化程序段：</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计数初值</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100ms / </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1/200kHz</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==20000D=4E20H</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MOV  AL</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rgbClr val="FF6600"/>
                </a:solidFill>
                <a:effectLst/>
                <a:uLnTx/>
                <a:uFillTx/>
                <a:latin typeface="+mn-ea"/>
                <a:ea typeface="+mn-ea"/>
                <a:cs typeface="+mn-cs"/>
              </a:rPr>
              <a:t>01</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11  </a:t>
            </a:r>
            <a:r>
              <a:rPr kumimoji="0" lang="en-US" altLang="zh-CN" sz="2000" b="1" i="0" u="none" strike="noStrike" kern="1200" cap="none" spc="0" normalizeH="0" baseline="0" noProof="0" dirty="0">
                <a:ln>
                  <a:noFill/>
                </a:ln>
                <a:solidFill>
                  <a:srgbClr val="FF6600"/>
                </a:solidFill>
                <a:effectLst/>
                <a:uLnTx/>
                <a:uFillTx/>
                <a:latin typeface="+mn-ea"/>
                <a:ea typeface="+mn-ea"/>
                <a:cs typeface="+mn-cs"/>
              </a:rPr>
              <a:t>010</a:t>
            </a:r>
            <a:r>
              <a:rPr kumimoji="0" lang="en-US" altLang="zh-CN" sz="2000" b="1" i="0" u="none" strike="noStrike" kern="1200" cap="none" spc="0" normalizeH="0" baseline="0" noProof="0" dirty="0">
                <a:ln>
                  <a:noFill/>
                </a:ln>
                <a:solidFill>
                  <a:schemeClr val="accent2"/>
                </a:solidFill>
                <a:effectLst/>
                <a:uLnTx/>
                <a:uFillTx/>
                <a:latin typeface="+mn-ea"/>
                <a:ea typeface="+mn-ea"/>
                <a:cs typeface="+mn-cs"/>
              </a:rPr>
              <a:t>0</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B</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；通道</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1,</a:t>
            </a:r>
            <a:r>
              <a:rPr kumimoji="0" lang="zh-CN" altLang="en-US" sz="2000" b="1" i="0" u="none" strike="noStrike" kern="1200" cap="none" spc="0" normalizeH="0" baseline="0" noProof="0" dirty="0">
                <a:ln>
                  <a:noFill/>
                </a:ln>
                <a:solidFill>
                  <a:schemeClr val="hlink"/>
                </a:solidFill>
                <a:effectLst/>
                <a:uLnTx/>
                <a:uFillTx/>
                <a:latin typeface="+mn-ea"/>
                <a:ea typeface="+mn-ea"/>
                <a:cs typeface="+mn-cs"/>
              </a:rPr>
              <a:t>方式</a:t>
            </a:r>
            <a:r>
              <a:rPr kumimoji="0" lang="en-US" altLang="zh-CN" sz="2000" b="1" i="0" u="none" strike="noStrike" kern="1200" cap="none" spc="0" normalizeH="0" baseline="0" noProof="0" dirty="0">
                <a:ln>
                  <a:noFill/>
                </a:ln>
                <a:solidFill>
                  <a:schemeClr val="hlink"/>
                </a:solidFill>
                <a:effectLst/>
                <a:uLnTx/>
                <a:uFillTx/>
                <a:latin typeface="+mn-ea"/>
                <a:ea typeface="+mn-ea"/>
                <a:cs typeface="+mn-cs"/>
              </a:rPr>
              <a:t>2</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16</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计数</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a:t>
            </a:r>
            <a:r>
              <a:rPr kumimoji="0" lang="zh-CN" altLang="en-US" sz="2000" b="1" i="0" u="none" strike="noStrike" kern="1200" cap="none" spc="0" normalizeH="0" baseline="0" noProof="0" dirty="0">
                <a:ln>
                  <a:noFill/>
                </a:ln>
                <a:solidFill>
                  <a:schemeClr val="accent2"/>
                </a:solidFill>
                <a:effectLst/>
                <a:uLnTx/>
                <a:uFillTx/>
                <a:latin typeface="+mn-ea"/>
                <a:ea typeface="+mn-ea"/>
                <a:cs typeface="+mn-cs"/>
              </a:rPr>
              <a:t>二进制计数</a:t>
            </a:r>
            <a:endParaRPr kumimoji="0" lang="zh-CN" altLang="en-US" sz="2000" b="1" i="0" u="none" strike="noStrike" kern="1200" cap="none" spc="0" normalizeH="0" baseline="0" noProof="0" dirty="0">
              <a:ln>
                <a:noFill/>
              </a:ln>
              <a:solidFill>
                <a:schemeClr val="accent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   87H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AL</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MOV  AL</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20H</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  85H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AL</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MOV  AL</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4EH</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  85H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AL</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p:txBody>
      </p:sp>
    </p:spTree>
  </p:cSld>
  <p:clrMapOvr>
    <a:masterClrMapping/>
  </p:clrMapOvr>
  <p:transition spd="slow">
    <p:zoom/>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34146" name="Rectangle 2"/>
          <p:cNvSpPr>
            <a:spLocks noGrp="1"/>
          </p:cNvSpPr>
          <p:nvPr>
            <p:ph type="title"/>
          </p:nvPr>
        </p:nvSpPr>
        <p:spPr>
          <a:xfrm>
            <a:off x="1009650" y="815975"/>
            <a:ext cx="8134350" cy="893763"/>
          </a:xfrm>
        </p:spPr>
        <p:txBody>
          <a:bodyPr vert="horz" wrap="square" lIns="91440" tIns="45720" rIns="91440" bIns="45720" anchor="b" anchorCtr="0"/>
          <a:p>
            <a:r>
              <a:rPr lang="en-US" altLang="zh-CN" b="1" dirty="0">
                <a:solidFill>
                  <a:srgbClr val="C00000"/>
                </a:solidFill>
                <a:latin typeface="隶书" panose="02010509060101010101" pitchFamily="49" charset="-122"/>
              </a:rPr>
              <a:t>8253</a:t>
            </a:r>
            <a:r>
              <a:rPr lang="zh-CN" altLang="en-US" b="1" dirty="0">
                <a:solidFill>
                  <a:srgbClr val="C00000"/>
                </a:solidFill>
                <a:latin typeface="隶书" panose="02010509060101010101" pitchFamily="49" charset="-122"/>
              </a:rPr>
              <a:t>应用例</a:t>
            </a:r>
            <a:r>
              <a:rPr lang="en-US" altLang="zh-CN" b="1" dirty="0">
                <a:solidFill>
                  <a:srgbClr val="C00000"/>
                </a:solidFill>
                <a:latin typeface="隶书" panose="02010509060101010101" pitchFamily="49" charset="-122"/>
              </a:rPr>
              <a:t>5</a:t>
            </a:r>
            <a:r>
              <a:rPr lang="en-US" altLang="zh-CN" b="1" dirty="0">
                <a:solidFill>
                  <a:srgbClr val="C00000"/>
                </a:solidFill>
                <a:latin typeface="隶书" panose="02010509060101010101" pitchFamily="49" charset="-122"/>
              </a:rPr>
              <a:t> </a:t>
            </a:r>
            <a:endParaRPr lang="zh-CN" altLang="en-US" b="1" dirty="0">
              <a:solidFill>
                <a:srgbClr val="002060"/>
              </a:solidFill>
              <a:latin typeface="楷体_GB2312" pitchFamily="1" charset="-122"/>
              <a:ea typeface="楷体_GB2312" pitchFamily="1" charset="-122"/>
            </a:endParaRPr>
          </a:p>
        </p:txBody>
      </p:sp>
      <p:grpSp>
        <p:nvGrpSpPr>
          <p:cNvPr id="134147" name="Group 4"/>
          <p:cNvGrpSpPr/>
          <p:nvPr/>
        </p:nvGrpSpPr>
        <p:grpSpPr>
          <a:xfrm>
            <a:off x="2124075" y="3429000"/>
            <a:ext cx="4724400" cy="3240088"/>
            <a:chOff x="1440" y="1943"/>
            <a:chExt cx="2976" cy="2041"/>
          </a:xfrm>
        </p:grpSpPr>
        <p:sp>
          <p:nvSpPr>
            <p:cNvPr id="134149" name="Rectangle 5"/>
            <p:cNvSpPr/>
            <p:nvPr/>
          </p:nvSpPr>
          <p:spPr>
            <a:xfrm>
              <a:off x="1440" y="1968"/>
              <a:ext cx="672" cy="2016"/>
            </a:xfrm>
            <a:prstGeom prst="rect">
              <a:avLst/>
            </a:prstGeom>
            <a:solidFill>
              <a:srgbClr val="CCFFCC"/>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D</a:t>
              </a:r>
              <a:r>
                <a:rPr lang="en-US" altLang="zh-CN" sz="1600" baseline="-25000" dirty="0">
                  <a:solidFill>
                    <a:schemeClr val="tx1"/>
                  </a:solidFill>
                  <a:latin typeface="Times New Roman" panose="02020603050405020304" pitchFamily="18" charset="0"/>
                </a:rPr>
                <a:t>7</a:t>
              </a:r>
              <a:r>
                <a:rPr lang="en-US" altLang="zh-CN" sz="1600" dirty="0">
                  <a:solidFill>
                    <a:schemeClr val="tx1"/>
                  </a:solidFill>
                  <a:latin typeface="Times New Roman" panose="02020603050405020304" pitchFamily="18" charset="0"/>
                </a:rPr>
                <a:t>-D</a:t>
              </a:r>
              <a:r>
                <a:rPr lang="en-US" altLang="zh-CN" sz="1600" baseline="-25000" dirty="0">
                  <a:solidFill>
                    <a:schemeClr val="tx1"/>
                  </a:solidFill>
                  <a:latin typeface="Times New Roman" panose="02020603050405020304" pitchFamily="18" charset="0"/>
                </a:rPr>
                <a:t>0</a:t>
              </a:r>
              <a:endParaRPr lang="en-US" altLang="zh-CN" sz="1600" baseline="-250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RD</a:t>
              </a: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WR</a:t>
              </a: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A0</a:t>
              </a: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A1</a:t>
              </a: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CS</a:t>
              </a: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endParaRPr lang="en-US" altLang="zh-CN" sz="1600" dirty="0">
                <a:solidFill>
                  <a:schemeClr val="tx1"/>
                </a:solidFill>
                <a:latin typeface="Times New Roman" panose="02020603050405020304" pitchFamily="18" charset="0"/>
              </a:endParaRPr>
            </a:p>
            <a:p>
              <a:pPr marL="0" lvl="0" indent="0">
                <a:lnSpc>
                  <a:spcPct val="100000"/>
                </a:lnSpc>
                <a:spcBef>
                  <a:spcPct val="0"/>
                </a:spcBef>
                <a:spcAft>
                  <a:spcPct val="0"/>
                </a:spcAft>
                <a:buClrTx/>
                <a:buSzTx/>
                <a:buNone/>
              </a:pPr>
              <a:r>
                <a:rPr lang="en-US" altLang="zh-CN" sz="1600" dirty="0">
                  <a:solidFill>
                    <a:schemeClr val="tx1"/>
                  </a:solidFill>
                  <a:latin typeface="Times New Roman" panose="02020603050405020304" pitchFamily="18" charset="0"/>
                </a:rPr>
                <a:t>    8253</a:t>
              </a:r>
              <a:endParaRPr lang="en-US" altLang="zh-CN" sz="1600" dirty="0">
                <a:solidFill>
                  <a:schemeClr val="tx1"/>
                </a:solidFill>
                <a:latin typeface="Times New Roman" panose="02020603050405020304" pitchFamily="18" charset="0"/>
              </a:endParaRPr>
            </a:p>
          </p:txBody>
        </p:sp>
        <p:sp>
          <p:nvSpPr>
            <p:cNvPr id="134150" name="Text Box 6"/>
            <p:cNvSpPr txBox="1"/>
            <p:nvPr/>
          </p:nvSpPr>
          <p:spPr>
            <a:xfrm>
              <a:off x="2124" y="2375"/>
              <a:ext cx="551" cy="629"/>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90000"/>
                </a:lnSpc>
                <a:spcBef>
                  <a:spcPct val="50000"/>
                </a:spcBef>
                <a:spcAft>
                  <a:spcPct val="0"/>
                </a:spcAft>
                <a:buClrTx/>
                <a:buSzTx/>
                <a:buNone/>
              </a:pPr>
              <a:r>
                <a:rPr lang="en-US" altLang="zh-CN" sz="1600" dirty="0">
                  <a:solidFill>
                    <a:schemeClr val="tx1"/>
                  </a:solidFill>
                  <a:latin typeface="Times New Roman" panose="02020603050405020304" pitchFamily="18" charset="0"/>
                </a:rPr>
                <a:t>GATE</a:t>
              </a:r>
              <a:r>
                <a:rPr lang="en-US" altLang="zh-CN" sz="1600" baseline="-25000" dirty="0">
                  <a:solidFill>
                    <a:schemeClr val="tx1"/>
                  </a:solidFill>
                  <a:latin typeface="Times New Roman" panose="02020603050405020304" pitchFamily="18" charset="0"/>
                </a:rPr>
                <a:t>0</a:t>
              </a:r>
              <a:endParaRPr lang="en-US" altLang="zh-CN" sz="1600" baseline="-25000" dirty="0">
                <a:solidFill>
                  <a:schemeClr val="tx1"/>
                </a:solidFill>
                <a:latin typeface="Times New Roman" panose="02020603050405020304" pitchFamily="18" charset="0"/>
              </a:endParaRPr>
            </a:p>
            <a:p>
              <a:pPr marL="0" lvl="0" indent="0">
                <a:lnSpc>
                  <a:spcPct val="90000"/>
                </a:lnSpc>
                <a:spcBef>
                  <a:spcPct val="50000"/>
                </a:spcBef>
                <a:spcAft>
                  <a:spcPct val="0"/>
                </a:spcAft>
                <a:buClrTx/>
                <a:buSzTx/>
                <a:buNone/>
              </a:pPr>
              <a:r>
                <a:rPr lang="en-US" altLang="zh-CN" sz="1600" dirty="0">
                  <a:solidFill>
                    <a:schemeClr val="tx1"/>
                  </a:solidFill>
                  <a:latin typeface="Times New Roman" panose="02020603050405020304" pitchFamily="18" charset="0"/>
                </a:rPr>
                <a:t>CLK</a:t>
              </a:r>
              <a:r>
                <a:rPr lang="en-US" altLang="zh-CN" sz="1600" baseline="-25000" dirty="0">
                  <a:solidFill>
                    <a:schemeClr val="tx1"/>
                  </a:solidFill>
                  <a:latin typeface="Times New Roman" panose="02020603050405020304" pitchFamily="18" charset="0"/>
                </a:rPr>
                <a:t>0 </a:t>
              </a:r>
              <a:endParaRPr lang="en-US" altLang="zh-CN" sz="1600" baseline="-25000" dirty="0">
                <a:solidFill>
                  <a:schemeClr val="tx1"/>
                </a:solidFill>
                <a:latin typeface="Times New Roman" panose="02020603050405020304" pitchFamily="18" charset="0"/>
              </a:endParaRPr>
            </a:p>
            <a:p>
              <a:pPr marL="0" lvl="0" indent="0">
                <a:lnSpc>
                  <a:spcPct val="90000"/>
                </a:lnSpc>
                <a:spcBef>
                  <a:spcPct val="50000"/>
                </a:spcBef>
                <a:spcAft>
                  <a:spcPct val="0"/>
                </a:spcAft>
                <a:buClrTx/>
                <a:buSzTx/>
                <a:buNone/>
              </a:pPr>
              <a:r>
                <a:rPr lang="en-US" altLang="zh-CN" sz="1600" dirty="0">
                  <a:solidFill>
                    <a:schemeClr val="tx1"/>
                  </a:solidFill>
                  <a:latin typeface="Times New Roman" panose="02020603050405020304" pitchFamily="18" charset="0"/>
                </a:rPr>
                <a:t>OUT</a:t>
              </a:r>
              <a:r>
                <a:rPr lang="en-US" altLang="zh-CN" sz="1600" baseline="-25000" dirty="0">
                  <a:solidFill>
                    <a:schemeClr val="tx1"/>
                  </a:solidFill>
                  <a:latin typeface="Times New Roman" panose="02020603050405020304" pitchFamily="18" charset="0"/>
                </a:rPr>
                <a:t>0</a:t>
              </a:r>
              <a:endParaRPr lang="en-US" altLang="zh-CN" sz="1600" baseline="-25000" dirty="0">
                <a:solidFill>
                  <a:schemeClr val="tx1"/>
                </a:solidFill>
                <a:latin typeface="Times New Roman" panose="02020603050405020304" pitchFamily="18" charset="0"/>
              </a:endParaRPr>
            </a:p>
          </p:txBody>
        </p:sp>
        <p:sp>
          <p:nvSpPr>
            <p:cNvPr id="134151" name="Line 7"/>
            <p:cNvSpPr/>
            <p:nvPr/>
          </p:nvSpPr>
          <p:spPr>
            <a:xfrm>
              <a:off x="2112" y="2586"/>
              <a:ext cx="576" cy="0"/>
            </a:xfrm>
            <a:prstGeom prst="line">
              <a:avLst/>
            </a:prstGeom>
            <a:ln w="9525" cap="flat" cmpd="sng">
              <a:solidFill>
                <a:schemeClr val="tx1"/>
              </a:solidFill>
              <a:prstDash val="solid"/>
              <a:headEnd type="none" w="med" len="med"/>
              <a:tailEnd type="none" w="med" len="med"/>
            </a:ln>
          </p:spPr>
        </p:sp>
        <p:sp>
          <p:nvSpPr>
            <p:cNvPr id="134152" name="Text Box 8"/>
            <p:cNvSpPr txBox="1"/>
            <p:nvPr/>
          </p:nvSpPr>
          <p:spPr>
            <a:xfrm>
              <a:off x="2688" y="1943"/>
              <a:ext cx="480" cy="212"/>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None/>
              </a:pPr>
              <a:r>
                <a:rPr lang="en-US" altLang="zh-CN" sz="1600" dirty="0">
                  <a:solidFill>
                    <a:schemeClr val="tx1"/>
                  </a:solidFill>
                  <a:latin typeface="Times New Roman" panose="02020603050405020304" pitchFamily="18" charset="0"/>
                </a:rPr>
                <a:t>+5V</a:t>
              </a:r>
              <a:endParaRPr lang="en-US" altLang="zh-CN" sz="1600" baseline="-25000" dirty="0">
                <a:solidFill>
                  <a:schemeClr val="tx1"/>
                </a:solidFill>
                <a:latin typeface="Times New Roman" panose="02020603050405020304" pitchFamily="18" charset="0"/>
              </a:endParaRPr>
            </a:p>
          </p:txBody>
        </p:sp>
        <p:sp>
          <p:nvSpPr>
            <p:cNvPr id="134153" name="Line 9"/>
            <p:cNvSpPr/>
            <p:nvPr/>
          </p:nvSpPr>
          <p:spPr>
            <a:xfrm>
              <a:off x="1497" y="2763"/>
              <a:ext cx="144" cy="0"/>
            </a:xfrm>
            <a:prstGeom prst="line">
              <a:avLst/>
            </a:prstGeom>
            <a:ln w="9525" cap="flat" cmpd="sng">
              <a:solidFill>
                <a:schemeClr val="tx1"/>
              </a:solidFill>
              <a:prstDash val="solid"/>
              <a:headEnd type="none" w="med" len="med"/>
              <a:tailEnd type="none" w="med" len="med"/>
            </a:ln>
          </p:spPr>
        </p:sp>
        <p:sp>
          <p:nvSpPr>
            <p:cNvPr id="134154" name="Line 10"/>
            <p:cNvSpPr/>
            <p:nvPr/>
          </p:nvSpPr>
          <p:spPr>
            <a:xfrm>
              <a:off x="1524" y="2919"/>
              <a:ext cx="144" cy="0"/>
            </a:xfrm>
            <a:prstGeom prst="line">
              <a:avLst/>
            </a:prstGeom>
            <a:ln w="9525" cap="flat" cmpd="sng">
              <a:solidFill>
                <a:schemeClr val="tx1"/>
              </a:solidFill>
              <a:prstDash val="solid"/>
              <a:headEnd type="none" w="med" len="med"/>
              <a:tailEnd type="none" w="med" len="med"/>
            </a:ln>
          </p:spPr>
        </p:sp>
        <p:sp>
          <p:nvSpPr>
            <p:cNvPr id="134155" name="Line 11"/>
            <p:cNvSpPr/>
            <p:nvPr/>
          </p:nvSpPr>
          <p:spPr>
            <a:xfrm>
              <a:off x="1506" y="3378"/>
              <a:ext cx="144" cy="0"/>
            </a:xfrm>
            <a:prstGeom prst="line">
              <a:avLst/>
            </a:prstGeom>
            <a:ln w="9525" cap="flat" cmpd="sng">
              <a:solidFill>
                <a:schemeClr val="tx1"/>
              </a:solidFill>
              <a:prstDash val="solid"/>
              <a:headEnd type="none" w="med" len="med"/>
              <a:tailEnd type="none" w="med" len="med"/>
            </a:ln>
          </p:spPr>
        </p:sp>
        <p:sp>
          <p:nvSpPr>
            <p:cNvPr id="134156" name="Oval 12"/>
            <p:cNvSpPr/>
            <p:nvPr/>
          </p:nvSpPr>
          <p:spPr>
            <a:xfrm>
              <a:off x="2661" y="2057"/>
              <a:ext cx="48" cy="48"/>
            </a:xfrm>
            <a:prstGeom prst="ellipse">
              <a:avLst/>
            </a:prstGeom>
            <a:solidFill>
              <a:schemeClr val="accent1"/>
            </a:solidFill>
            <a:ln w="9525" cap="flat" cmpd="sng">
              <a:solidFill>
                <a:schemeClr val="tx1"/>
              </a:solidFill>
              <a:prstDash val="solid"/>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34157" name="Line 13"/>
            <p:cNvSpPr/>
            <p:nvPr/>
          </p:nvSpPr>
          <p:spPr>
            <a:xfrm flipV="1">
              <a:off x="2688" y="2105"/>
              <a:ext cx="0" cy="480"/>
            </a:xfrm>
            <a:prstGeom prst="line">
              <a:avLst/>
            </a:prstGeom>
            <a:ln w="9525" cap="flat" cmpd="sng">
              <a:solidFill>
                <a:schemeClr val="tx1"/>
              </a:solidFill>
              <a:prstDash val="solid"/>
              <a:headEnd type="none" w="med" len="med"/>
              <a:tailEnd type="none" w="med" len="med"/>
            </a:ln>
          </p:spPr>
        </p:sp>
        <p:sp>
          <p:nvSpPr>
            <p:cNvPr id="134158" name="Line 14"/>
            <p:cNvSpPr/>
            <p:nvPr/>
          </p:nvSpPr>
          <p:spPr>
            <a:xfrm flipH="1">
              <a:off x="2112" y="2807"/>
              <a:ext cx="672" cy="0"/>
            </a:xfrm>
            <a:prstGeom prst="line">
              <a:avLst/>
            </a:prstGeom>
            <a:ln w="9525" cap="flat" cmpd="sng">
              <a:solidFill>
                <a:schemeClr val="tx1"/>
              </a:solidFill>
              <a:prstDash val="solid"/>
              <a:headEnd type="none" w="med" len="med"/>
              <a:tailEnd type="triangle" w="med" len="med"/>
            </a:ln>
          </p:spPr>
        </p:sp>
        <p:sp>
          <p:nvSpPr>
            <p:cNvPr id="134159" name="Line 15"/>
            <p:cNvSpPr/>
            <p:nvPr/>
          </p:nvSpPr>
          <p:spPr>
            <a:xfrm>
              <a:off x="2112" y="2999"/>
              <a:ext cx="672" cy="0"/>
            </a:xfrm>
            <a:prstGeom prst="line">
              <a:avLst/>
            </a:prstGeom>
            <a:ln w="9525" cap="flat" cmpd="sng">
              <a:solidFill>
                <a:schemeClr val="tx1"/>
              </a:solidFill>
              <a:prstDash val="solid"/>
              <a:headEnd type="none" w="med" len="med"/>
              <a:tailEnd type="triangle" w="med" len="med"/>
            </a:ln>
          </p:spPr>
        </p:sp>
        <p:sp>
          <p:nvSpPr>
            <p:cNvPr id="134160" name="Rectangle 16"/>
            <p:cNvSpPr/>
            <p:nvPr/>
          </p:nvSpPr>
          <p:spPr>
            <a:xfrm>
              <a:off x="2640" y="2231"/>
              <a:ext cx="96" cy="192"/>
            </a:xfrm>
            <a:prstGeom prst="rect">
              <a:avLst/>
            </a:prstGeom>
            <a:solidFill>
              <a:schemeClr val="accent1"/>
            </a:solid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grpSp>
          <p:nvGrpSpPr>
            <p:cNvPr id="134161" name="Group 17"/>
            <p:cNvGrpSpPr/>
            <p:nvPr/>
          </p:nvGrpSpPr>
          <p:grpSpPr>
            <a:xfrm>
              <a:off x="2976" y="2567"/>
              <a:ext cx="192" cy="192"/>
              <a:chOff x="2496" y="2448"/>
              <a:chExt cx="192" cy="192"/>
            </a:xfrm>
          </p:grpSpPr>
          <p:sp>
            <p:nvSpPr>
              <p:cNvPr id="134218" name="Line 18"/>
              <p:cNvSpPr/>
              <p:nvPr/>
            </p:nvSpPr>
            <p:spPr>
              <a:xfrm>
                <a:off x="2496" y="2640"/>
                <a:ext cx="96" cy="0"/>
              </a:xfrm>
              <a:prstGeom prst="line">
                <a:avLst/>
              </a:prstGeom>
              <a:ln w="9525" cap="flat" cmpd="sng">
                <a:solidFill>
                  <a:schemeClr val="tx1"/>
                </a:solidFill>
                <a:prstDash val="solid"/>
                <a:headEnd type="none" w="med" len="med"/>
                <a:tailEnd type="none" w="med" len="med"/>
              </a:ln>
            </p:spPr>
          </p:sp>
          <p:sp>
            <p:nvSpPr>
              <p:cNvPr id="134219" name="Line 19"/>
              <p:cNvSpPr/>
              <p:nvPr/>
            </p:nvSpPr>
            <p:spPr>
              <a:xfrm flipV="1">
                <a:off x="2592" y="2448"/>
                <a:ext cx="0" cy="192"/>
              </a:xfrm>
              <a:prstGeom prst="line">
                <a:avLst/>
              </a:prstGeom>
              <a:ln w="9525" cap="flat" cmpd="sng">
                <a:solidFill>
                  <a:schemeClr val="tx1"/>
                </a:solidFill>
                <a:prstDash val="solid"/>
                <a:headEnd type="none" w="med" len="med"/>
                <a:tailEnd type="none" w="med" len="med"/>
              </a:ln>
            </p:spPr>
          </p:sp>
          <p:sp>
            <p:nvSpPr>
              <p:cNvPr id="134220" name="Line 20"/>
              <p:cNvSpPr/>
              <p:nvPr/>
            </p:nvSpPr>
            <p:spPr>
              <a:xfrm>
                <a:off x="2592" y="2448"/>
                <a:ext cx="96" cy="0"/>
              </a:xfrm>
              <a:prstGeom prst="line">
                <a:avLst/>
              </a:prstGeom>
              <a:ln w="9525" cap="flat" cmpd="sng">
                <a:solidFill>
                  <a:schemeClr val="tx1"/>
                </a:solidFill>
                <a:prstDash val="solid"/>
                <a:headEnd type="none" w="med" len="med"/>
                <a:tailEnd type="none" w="med" len="med"/>
              </a:ln>
            </p:spPr>
          </p:sp>
          <p:sp>
            <p:nvSpPr>
              <p:cNvPr id="134221" name="Line 21"/>
              <p:cNvSpPr/>
              <p:nvPr/>
            </p:nvSpPr>
            <p:spPr>
              <a:xfrm flipV="1">
                <a:off x="2688" y="2448"/>
                <a:ext cx="0" cy="192"/>
              </a:xfrm>
              <a:prstGeom prst="line">
                <a:avLst/>
              </a:prstGeom>
              <a:ln w="9525" cap="flat" cmpd="sng">
                <a:solidFill>
                  <a:schemeClr val="tx1"/>
                </a:solidFill>
                <a:prstDash val="solid"/>
                <a:headEnd type="none" w="med" len="med"/>
                <a:tailEnd type="none" w="med" len="med"/>
              </a:ln>
            </p:spPr>
          </p:sp>
        </p:grpSp>
        <p:grpSp>
          <p:nvGrpSpPr>
            <p:cNvPr id="134162" name="Group 22"/>
            <p:cNvGrpSpPr/>
            <p:nvPr/>
          </p:nvGrpSpPr>
          <p:grpSpPr>
            <a:xfrm>
              <a:off x="3168" y="2567"/>
              <a:ext cx="192" cy="192"/>
              <a:chOff x="2496" y="2448"/>
              <a:chExt cx="192" cy="192"/>
            </a:xfrm>
          </p:grpSpPr>
          <p:sp>
            <p:nvSpPr>
              <p:cNvPr id="134214" name="Line 23"/>
              <p:cNvSpPr/>
              <p:nvPr/>
            </p:nvSpPr>
            <p:spPr>
              <a:xfrm>
                <a:off x="2496" y="2640"/>
                <a:ext cx="96" cy="0"/>
              </a:xfrm>
              <a:prstGeom prst="line">
                <a:avLst/>
              </a:prstGeom>
              <a:ln w="9525" cap="flat" cmpd="sng">
                <a:solidFill>
                  <a:schemeClr val="tx1"/>
                </a:solidFill>
                <a:prstDash val="solid"/>
                <a:headEnd type="none" w="med" len="med"/>
                <a:tailEnd type="none" w="med" len="med"/>
              </a:ln>
            </p:spPr>
          </p:sp>
          <p:sp>
            <p:nvSpPr>
              <p:cNvPr id="134215" name="Line 24"/>
              <p:cNvSpPr/>
              <p:nvPr/>
            </p:nvSpPr>
            <p:spPr>
              <a:xfrm flipV="1">
                <a:off x="2592" y="2448"/>
                <a:ext cx="0" cy="192"/>
              </a:xfrm>
              <a:prstGeom prst="line">
                <a:avLst/>
              </a:prstGeom>
              <a:ln w="9525" cap="flat" cmpd="sng">
                <a:solidFill>
                  <a:schemeClr val="tx1"/>
                </a:solidFill>
                <a:prstDash val="solid"/>
                <a:headEnd type="none" w="med" len="med"/>
                <a:tailEnd type="none" w="med" len="med"/>
              </a:ln>
            </p:spPr>
          </p:sp>
          <p:sp>
            <p:nvSpPr>
              <p:cNvPr id="134216" name="Line 25"/>
              <p:cNvSpPr/>
              <p:nvPr/>
            </p:nvSpPr>
            <p:spPr>
              <a:xfrm>
                <a:off x="2592" y="2448"/>
                <a:ext cx="96" cy="0"/>
              </a:xfrm>
              <a:prstGeom prst="line">
                <a:avLst/>
              </a:prstGeom>
              <a:ln w="9525" cap="flat" cmpd="sng">
                <a:solidFill>
                  <a:schemeClr val="tx1"/>
                </a:solidFill>
                <a:prstDash val="solid"/>
                <a:headEnd type="none" w="med" len="med"/>
                <a:tailEnd type="none" w="med" len="med"/>
              </a:ln>
            </p:spPr>
          </p:sp>
          <p:sp>
            <p:nvSpPr>
              <p:cNvPr id="134217" name="Line 26"/>
              <p:cNvSpPr/>
              <p:nvPr/>
            </p:nvSpPr>
            <p:spPr>
              <a:xfrm flipV="1">
                <a:off x="2688" y="2448"/>
                <a:ext cx="0" cy="192"/>
              </a:xfrm>
              <a:prstGeom prst="line">
                <a:avLst/>
              </a:prstGeom>
              <a:ln w="9525" cap="flat" cmpd="sng">
                <a:solidFill>
                  <a:schemeClr val="tx1"/>
                </a:solidFill>
                <a:prstDash val="solid"/>
                <a:headEnd type="none" w="med" len="med"/>
                <a:tailEnd type="none" w="med" len="med"/>
              </a:ln>
            </p:spPr>
          </p:sp>
        </p:grpSp>
        <p:grpSp>
          <p:nvGrpSpPr>
            <p:cNvPr id="134163" name="Group 27"/>
            <p:cNvGrpSpPr/>
            <p:nvPr/>
          </p:nvGrpSpPr>
          <p:grpSpPr>
            <a:xfrm>
              <a:off x="3360" y="2567"/>
              <a:ext cx="192" cy="192"/>
              <a:chOff x="2496" y="2448"/>
              <a:chExt cx="192" cy="192"/>
            </a:xfrm>
          </p:grpSpPr>
          <p:sp>
            <p:nvSpPr>
              <p:cNvPr id="134210" name="Line 28"/>
              <p:cNvSpPr/>
              <p:nvPr/>
            </p:nvSpPr>
            <p:spPr>
              <a:xfrm>
                <a:off x="2496" y="2640"/>
                <a:ext cx="96" cy="0"/>
              </a:xfrm>
              <a:prstGeom prst="line">
                <a:avLst/>
              </a:prstGeom>
              <a:ln w="9525" cap="flat" cmpd="sng">
                <a:solidFill>
                  <a:schemeClr val="tx1"/>
                </a:solidFill>
                <a:prstDash val="solid"/>
                <a:headEnd type="none" w="med" len="med"/>
                <a:tailEnd type="none" w="med" len="med"/>
              </a:ln>
            </p:spPr>
          </p:sp>
          <p:sp>
            <p:nvSpPr>
              <p:cNvPr id="134211" name="Line 29"/>
              <p:cNvSpPr/>
              <p:nvPr/>
            </p:nvSpPr>
            <p:spPr>
              <a:xfrm flipV="1">
                <a:off x="2592" y="2448"/>
                <a:ext cx="0" cy="192"/>
              </a:xfrm>
              <a:prstGeom prst="line">
                <a:avLst/>
              </a:prstGeom>
              <a:ln w="9525" cap="flat" cmpd="sng">
                <a:solidFill>
                  <a:schemeClr val="tx1"/>
                </a:solidFill>
                <a:prstDash val="solid"/>
                <a:headEnd type="none" w="med" len="med"/>
                <a:tailEnd type="none" w="med" len="med"/>
              </a:ln>
            </p:spPr>
          </p:sp>
          <p:sp>
            <p:nvSpPr>
              <p:cNvPr id="134212" name="Line 30"/>
              <p:cNvSpPr/>
              <p:nvPr/>
            </p:nvSpPr>
            <p:spPr>
              <a:xfrm>
                <a:off x="2592" y="2448"/>
                <a:ext cx="96" cy="0"/>
              </a:xfrm>
              <a:prstGeom prst="line">
                <a:avLst/>
              </a:prstGeom>
              <a:ln w="9525" cap="flat" cmpd="sng">
                <a:solidFill>
                  <a:schemeClr val="tx1"/>
                </a:solidFill>
                <a:prstDash val="solid"/>
                <a:headEnd type="none" w="med" len="med"/>
                <a:tailEnd type="none" w="med" len="med"/>
              </a:ln>
            </p:spPr>
          </p:sp>
          <p:sp>
            <p:nvSpPr>
              <p:cNvPr id="134213" name="Line 31"/>
              <p:cNvSpPr/>
              <p:nvPr/>
            </p:nvSpPr>
            <p:spPr>
              <a:xfrm flipV="1">
                <a:off x="2688" y="2448"/>
                <a:ext cx="0" cy="192"/>
              </a:xfrm>
              <a:prstGeom prst="line">
                <a:avLst/>
              </a:prstGeom>
              <a:ln w="9525" cap="flat" cmpd="sng">
                <a:solidFill>
                  <a:schemeClr val="tx1"/>
                </a:solidFill>
                <a:prstDash val="solid"/>
                <a:headEnd type="none" w="med" len="med"/>
                <a:tailEnd type="none" w="med" len="med"/>
              </a:ln>
            </p:spPr>
          </p:sp>
        </p:grpSp>
        <p:grpSp>
          <p:nvGrpSpPr>
            <p:cNvPr id="134164" name="Group 32"/>
            <p:cNvGrpSpPr/>
            <p:nvPr/>
          </p:nvGrpSpPr>
          <p:grpSpPr>
            <a:xfrm>
              <a:off x="3552" y="2567"/>
              <a:ext cx="192" cy="192"/>
              <a:chOff x="2496" y="2448"/>
              <a:chExt cx="192" cy="192"/>
            </a:xfrm>
          </p:grpSpPr>
          <p:sp>
            <p:nvSpPr>
              <p:cNvPr id="134206" name="Line 33"/>
              <p:cNvSpPr/>
              <p:nvPr/>
            </p:nvSpPr>
            <p:spPr>
              <a:xfrm>
                <a:off x="2496" y="2640"/>
                <a:ext cx="96" cy="0"/>
              </a:xfrm>
              <a:prstGeom prst="line">
                <a:avLst/>
              </a:prstGeom>
              <a:ln w="9525" cap="flat" cmpd="sng">
                <a:solidFill>
                  <a:schemeClr val="tx1"/>
                </a:solidFill>
                <a:prstDash val="solid"/>
                <a:headEnd type="none" w="med" len="med"/>
                <a:tailEnd type="none" w="med" len="med"/>
              </a:ln>
            </p:spPr>
          </p:sp>
          <p:sp>
            <p:nvSpPr>
              <p:cNvPr id="134207" name="Line 34"/>
              <p:cNvSpPr/>
              <p:nvPr/>
            </p:nvSpPr>
            <p:spPr>
              <a:xfrm flipV="1">
                <a:off x="2592" y="2448"/>
                <a:ext cx="0" cy="192"/>
              </a:xfrm>
              <a:prstGeom prst="line">
                <a:avLst/>
              </a:prstGeom>
              <a:ln w="9525" cap="flat" cmpd="sng">
                <a:solidFill>
                  <a:schemeClr val="tx1"/>
                </a:solidFill>
                <a:prstDash val="solid"/>
                <a:headEnd type="none" w="med" len="med"/>
                <a:tailEnd type="none" w="med" len="med"/>
              </a:ln>
            </p:spPr>
          </p:sp>
          <p:sp>
            <p:nvSpPr>
              <p:cNvPr id="134208" name="Line 35"/>
              <p:cNvSpPr/>
              <p:nvPr/>
            </p:nvSpPr>
            <p:spPr>
              <a:xfrm>
                <a:off x="2592" y="2448"/>
                <a:ext cx="96" cy="0"/>
              </a:xfrm>
              <a:prstGeom prst="line">
                <a:avLst/>
              </a:prstGeom>
              <a:ln w="9525" cap="flat" cmpd="sng">
                <a:solidFill>
                  <a:schemeClr val="tx1"/>
                </a:solidFill>
                <a:prstDash val="solid"/>
                <a:headEnd type="none" w="med" len="med"/>
                <a:tailEnd type="none" w="med" len="med"/>
              </a:ln>
            </p:spPr>
          </p:sp>
          <p:sp>
            <p:nvSpPr>
              <p:cNvPr id="134209" name="Line 36"/>
              <p:cNvSpPr/>
              <p:nvPr/>
            </p:nvSpPr>
            <p:spPr>
              <a:xfrm flipV="1">
                <a:off x="2688" y="2448"/>
                <a:ext cx="0" cy="192"/>
              </a:xfrm>
              <a:prstGeom prst="line">
                <a:avLst/>
              </a:prstGeom>
              <a:ln w="9525" cap="flat" cmpd="sng">
                <a:solidFill>
                  <a:schemeClr val="tx1"/>
                </a:solidFill>
                <a:prstDash val="solid"/>
                <a:headEnd type="none" w="med" len="med"/>
                <a:tailEnd type="none" w="med" len="med"/>
              </a:ln>
            </p:spPr>
          </p:sp>
        </p:grpSp>
        <p:grpSp>
          <p:nvGrpSpPr>
            <p:cNvPr id="134165" name="Group 37"/>
            <p:cNvGrpSpPr/>
            <p:nvPr/>
          </p:nvGrpSpPr>
          <p:grpSpPr>
            <a:xfrm>
              <a:off x="3744" y="2567"/>
              <a:ext cx="192" cy="192"/>
              <a:chOff x="2496" y="2448"/>
              <a:chExt cx="192" cy="192"/>
            </a:xfrm>
          </p:grpSpPr>
          <p:sp>
            <p:nvSpPr>
              <p:cNvPr id="134202" name="Line 38"/>
              <p:cNvSpPr/>
              <p:nvPr/>
            </p:nvSpPr>
            <p:spPr>
              <a:xfrm>
                <a:off x="2496" y="2640"/>
                <a:ext cx="96" cy="0"/>
              </a:xfrm>
              <a:prstGeom prst="line">
                <a:avLst/>
              </a:prstGeom>
              <a:ln w="9525" cap="flat" cmpd="sng">
                <a:solidFill>
                  <a:schemeClr val="tx1"/>
                </a:solidFill>
                <a:prstDash val="solid"/>
                <a:headEnd type="none" w="med" len="med"/>
                <a:tailEnd type="none" w="med" len="med"/>
              </a:ln>
            </p:spPr>
          </p:sp>
          <p:sp>
            <p:nvSpPr>
              <p:cNvPr id="134203" name="Line 39"/>
              <p:cNvSpPr/>
              <p:nvPr/>
            </p:nvSpPr>
            <p:spPr>
              <a:xfrm flipV="1">
                <a:off x="2592" y="2448"/>
                <a:ext cx="0" cy="192"/>
              </a:xfrm>
              <a:prstGeom prst="line">
                <a:avLst/>
              </a:prstGeom>
              <a:ln w="9525" cap="flat" cmpd="sng">
                <a:solidFill>
                  <a:schemeClr val="tx1"/>
                </a:solidFill>
                <a:prstDash val="solid"/>
                <a:headEnd type="none" w="med" len="med"/>
                <a:tailEnd type="none" w="med" len="med"/>
              </a:ln>
            </p:spPr>
          </p:sp>
          <p:sp>
            <p:nvSpPr>
              <p:cNvPr id="134204" name="Line 40"/>
              <p:cNvSpPr/>
              <p:nvPr/>
            </p:nvSpPr>
            <p:spPr>
              <a:xfrm>
                <a:off x="2592" y="2448"/>
                <a:ext cx="96" cy="0"/>
              </a:xfrm>
              <a:prstGeom prst="line">
                <a:avLst/>
              </a:prstGeom>
              <a:ln w="9525" cap="flat" cmpd="sng">
                <a:solidFill>
                  <a:schemeClr val="tx1"/>
                </a:solidFill>
                <a:prstDash val="solid"/>
                <a:headEnd type="none" w="med" len="med"/>
                <a:tailEnd type="none" w="med" len="med"/>
              </a:ln>
            </p:spPr>
          </p:sp>
          <p:sp>
            <p:nvSpPr>
              <p:cNvPr id="134205" name="Line 41"/>
              <p:cNvSpPr/>
              <p:nvPr/>
            </p:nvSpPr>
            <p:spPr>
              <a:xfrm flipV="1">
                <a:off x="2688" y="2448"/>
                <a:ext cx="0" cy="192"/>
              </a:xfrm>
              <a:prstGeom prst="line">
                <a:avLst/>
              </a:prstGeom>
              <a:ln w="9525" cap="flat" cmpd="sng">
                <a:solidFill>
                  <a:schemeClr val="tx1"/>
                </a:solidFill>
                <a:prstDash val="solid"/>
                <a:headEnd type="none" w="med" len="med"/>
                <a:tailEnd type="none" w="med" len="med"/>
              </a:ln>
            </p:spPr>
          </p:sp>
        </p:grpSp>
        <p:grpSp>
          <p:nvGrpSpPr>
            <p:cNvPr id="134166" name="Group 42"/>
            <p:cNvGrpSpPr/>
            <p:nvPr/>
          </p:nvGrpSpPr>
          <p:grpSpPr>
            <a:xfrm>
              <a:off x="3936" y="2567"/>
              <a:ext cx="192" cy="192"/>
              <a:chOff x="2496" y="2448"/>
              <a:chExt cx="192" cy="192"/>
            </a:xfrm>
          </p:grpSpPr>
          <p:sp>
            <p:nvSpPr>
              <p:cNvPr id="134198" name="Line 43"/>
              <p:cNvSpPr/>
              <p:nvPr/>
            </p:nvSpPr>
            <p:spPr>
              <a:xfrm>
                <a:off x="2496" y="2640"/>
                <a:ext cx="96" cy="0"/>
              </a:xfrm>
              <a:prstGeom prst="line">
                <a:avLst/>
              </a:prstGeom>
              <a:ln w="9525" cap="flat" cmpd="sng">
                <a:solidFill>
                  <a:schemeClr val="tx1"/>
                </a:solidFill>
                <a:prstDash val="solid"/>
                <a:headEnd type="none" w="med" len="med"/>
                <a:tailEnd type="none" w="med" len="med"/>
              </a:ln>
            </p:spPr>
          </p:sp>
          <p:sp>
            <p:nvSpPr>
              <p:cNvPr id="134199" name="Line 44"/>
              <p:cNvSpPr/>
              <p:nvPr/>
            </p:nvSpPr>
            <p:spPr>
              <a:xfrm flipV="1">
                <a:off x="2592" y="2448"/>
                <a:ext cx="0" cy="192"/>
              </a:xfrm>
              <a:prstGeom prst="line">
                <a:avLst/>
              </a:prstGeom>
              <a:ln w="9525" cap="flat" cmpd="sng">
                <a:solidFill>
                  <a:schemeClr val="tx1"/>
                </a:solidFill>
                <a:prstDash val="solid"/>
                <a:headEnd type="none" w="med" len="med"/>
                <a:tailEnd type="none" w="med" len="med"/>
              </a:ln>
            </p:spPr>
          </p:sp>
          <p:sp>
            <p:nvSpPr>
              <p:cNvPr id="134200" name="Line 45"/>
              <p:cNvSpPr/>
              <p:nvPr/>
            </p:nvSpPr>
            <p:spPr>
              <a:xfrm>
                <a:off x="2592" y="2448"/>
                <a:ext cx="96" cy="0"/>
              </a:xfrm>
              <a:prstGeom prst="line">
                <a:avLst/>
              </a:prstGeom>
              <a:ln w="9525" cap="flat" cmpd="sng">
                <a:solidFill>
                  <a:schemeClr val="tx1"/>
                </a:solidFill>
                <a:prstDash val="solid"/>
                <a:headEnd type="none" w="med" len="med"/>
                <a:tailEnd type="none" w="med" len="med"/>
              </a:ln>
            </p:spPr>
          </p:sp>
          <p:sp>
            <p:nvSpPr>
              <p:cNvPr id="134201" name="Line 46"/>
              <p:cNvSpPr/>
              <p:nvPr/>
            </p:nvSpPr>
            <p:spPr>
              <a:xfrm flipV="1">
                <a:off x="2688" y="2448"/>
                <a:ext cx="0" cy="192"/>
              </a:xfrm>
              <a:prstGeom prst="line">
                <a:avLst/>
              </a:prstGeom>
              <a:ln w="9525" cap="flat" cmpd="sng">
                <a:solidFill>
                  <a:schemeClr val="tx1"/>
                </a:solidFill>
                <a:prstDash val="solid"/>
                <a:headEnd type="none" w="med" len="med"/>
                <a:tailEnd type="none" w="med" len="med"/>
              </a:ln>
            </p:spPr>
          </p:sp>
        </p:grpSp>
        <p:grpSp>
          <p:nvGrpSpPr>
            <p:cNvPr id="134167" name="Group 47"/>
            <p:cNvGrpSpPr/>
            <p:nvPr/>
          </p:nvGrpSpPr>
          <p:grpSpPr>
            <a:xfrm>
              <a:off x="4128" y="2567"/>
              <a:ext cx="192" cy="192"/>
              <a:chOff x="2496" y="2448"/>
              <a:chExt cx="192" cy="192"/>
            </a:xfrm>
          </p:grpSpPr>
          <p:sp>
            <p:nvSpPr>
              <p:cNvPr id="134194" name="Line 48"/>
              <p:cNvSpPr/>
              <p:nvPr/>
            </p:nvSpPr>
            <p:spPr>
              <a:xfrm>
                <a:off x="2496" y="2640"/>
                <a:ext cx="96" cy="0"/>
              </a:xfrm>
              <a:prstGeom prst="line">
                <a:avLst/>
              </a:prstGeom>
              <a:ln w="9525" cap="flat" cmpd="sng">
                <a:solidFill>
                  <a:schemeClr val="tx1"/>
                </a:solidFill>
                <a:prstDash val="solid"/>
                <a:headEnd type="none" w="med" len="med"/>
                <a:tailEnd type="none" w="med" len="med"/>
              </a:ln>
            </p:spPr>
          </p:sp>
          <p:sp>
            <p:nvSpPr>
              <p:cNvPr id="134195" name="Line 49"/>
              <p:cNvSpPr/>
              <p:nvPr/>
            </p:nvSpPr>
            <p:spPr>
              <a:xfrm flipV="1">
                <a:off x="2592" y="2448"/>
                <a:ext cx="0" cy="192"/>
              </a:xfrm>
              <a:prstGeom prst="line">
                <a:avLst/>
              </a:prstGeom>
              <a:ln w="9525" cap="flat" cmpd="sng">
                <a:solidFill>
                  <a:schemeClr val="tx1"/>
                </a:solidFill>
                <a:prstDash val="solid"/>
                <a:headEnd type="none" w="med" len="med"/>
                <a:tailEnd type="none" w="med" len="med"/>
              </a:ln>
            </p:spPr>
          </p:sp>
          <p:sp>
            <p:nvSpPr>
              <p:cNvPr id="134196" name="Line 50"/>
              <p:cNvSpPr/>
              <p:nvPr/>
            </p:nvSpPr>
            <p:spPr>
              <a:xfrm>
                <a:off x="2592" y="2448"/>
                <a:ext cx="96" cy="0"/>
              </a:xfrm>
              <a:prstGeom prst="line">
                <a:avLst/>
              </a:prstGeom>
              <a:ln w="9525" cap="flat" cmpd="sng">
                <a:solidFill>
                  <a:schemeClr val="tx1"/>
                </a:solidFill>
                <a:prstDash val="solid"/>
                <a:headEnd type="none" w="med" len="med"/>
                <a:tailEnd type="none" w="med" len="med"/>
              </a:ln>
            </p:spPr>
          </p:sp>
          <p:sp>
            <p:nvSpPr>
              <p:cNvPr id="134197" name="Line 51"/>
              <p:cNvSpPr/>
              <p:nvPr/>
            </p:nvSpPr>
            <p:spPr>
              <a:xfrm flipV="1">
                <a:off x="2688" y="2448"/>
                <a:ext cx="0" cy="192"/>
              </a:xfrm>
              <a:prstGeom prst="line">
                <a:avLst/>
              </a:prstGeom>
              <a:ln w="9525" cap="flat" cmpd="sng">
                <a:solidFill>
                  <a:schemeClr val="tx1"/>
                </a:solidFill>
                <a:prstDash val="solid"/>
                <a:headEnd type="none" w="med" len="med"/>
                <a:tailEnd type="none" w="med" len="med"/>
              </a:ln>
            </p:spPr>
          </p:sp>
        </p:grpSp>
        <p:sp>
          <p:nvSpPr>
            <p:cNvPr id="134168" name="Line 52"/>
            <p:cNvSpPr/>
            <p:nvPr/>
          </p:nvSpPr>
          <p:spPr>
            <a:xfrm>
              <a:off x="4320" y="2759"/>
              <a:ext cx="96" cy="0"/>
            </a:xfrm>
            <a:prstGeom prst="line">
              <a:avLst/>
            </a:prstGeom>
            <a:ln w="9525" cap="flat" cmpd="sng">
              <a:solidFill>
                <a:schemeClr val="tx1"/>
              </a:solidFill>
              <a:prstDash val="solid"/>
              <a:headEnd type="none" w="med" len="med"/>
              <a:tailEnd type="none" w="med" len="med"/>
            </a:ln>
          </p:spPr>
        </p:sp>
        <p:grpSp>
          <p:nvGrpSpPr>
            <p:cNvPr id="134169" name="Group 53"/>
            <p:cNvGrpSpPr/>
            <p:nvPr/>
          </p:nvGrpSpPr>
          <p:grpSpPr>
            <a:xfrm>
              <a:off x="3024" y="2999"/>
              <a:ext cx="336" cy="240"/>
              <a:chOff x="2544" y="2880"/>
              <a:chExt cx="336" cy="240"/>
            </a:xfrm>
          </p:grpSpPr>
          <p:sp>
            <p:nvSpPr>
              <p:cNvPr id="134190" name="Line 54"/>
              <p:cNvSpPr/>
              <p:nvPr/>
            </p:nvSpPr>
            <p:spPr>
              <a:xfrm>
                <a:off x="2544" y="2880"/>
                <a:ext cx="240" cy="0"/>
              </a:xfrm>
              <a:prstGeom prst="line">
                <a:avLst/>
              </a:prstGeom>
              <a:ln w="9525" cap="flat" cmpd="sng">
                <a:solidFill>
                  <a:schemeClr val="tx1"/>
                </a:solidFill>
                <a:prstDash val="solid"/>
                <a:headEnd type="none" w="med" len="med"/>
                <a:tailEnd type="none" w="med" len="med"/>
              </a:ln>
            </p:spPr>
          </p:sp>
          <p:sp>
            <p:nvSpPr>
              <p:cNvPr id="134191" name="Line 55"/>
              <p:cNvSpPr/>
              <p:nvPr/>
            </p:nvSpPr>
            <p:spPr>
              <a:xfrm>
                <a:off x="2784" y="2880"/>
                <a:ext cx="0" cy="240"/>
              </a:xfrm>
              <a:prstGeom prst="line">
                <a:avLst/>
              </a:prstGeom>
              <a:ln w="9525" cap="flat" cmpd="sng">
                <a:solidFill>
                  <a:schemeClr val="tx1"/>
                </a:solidFill>
                <a:prstDash val="solid"/>
                <a:headEnd type="none" w="med" len="med"/>
                <a:tailEnd type="none" w="med" len="med"/>
              </a:ln>
            </p:spPr>
          </p:sp>
          <p:sp>
            <p:nvSpPr>
              <p:cNvPr id="134192" name="Line 56"/>
              <p:cNvSpPr/>
              <p:nvPr/>
            </p:nvSpPr>
            <p:spPr>
              <a:xfrm>
                <a:off x="2784" y="3120"/>
                <a:ext cx="96" cy="0"/>
              </a:xfrm>
              <a:prstGeom prst="line">
                <a:avLst/>
              </a:prstGeom>
              <a:ln w="9525" cap="flat" cmpd="sng">
                <a:solidFill>
                  <a:schemeClr val="tx1"/>
                </a:solidFill>
                <a:prstDash val="solid"/>
                <a:headEnd type="none" w="med" len="med"/>
                <a:tailEnd type="none" w="med" len="med"/>
              </a:ln>
            </p:spPr>
          </p:sp>
          <p:sp>
            <p:nvSpPr>
              <p:cNvPr id="134193" name="Line 57"/>
              <p:cNvSpPr/>
              <p:nvPr/>
            </p:nvSpPr>
            <p:spPr>
              <a:xfrm flipV="1">
                <a:off x="2880" y="2880"/>
                <a:ext cx="0" cy="240"/>
              </a:xfrm>
              <a:prstGeom prst="line">
                <a:avLst/>
              </a:prstGeom>
              <a:ln w="9525" cap="flat" cmpd="sng">
                <a:solidFill>
                  <a:schemeClr val="tx1"/>
                </a:solidFill>
                <a:prstDash val="solid"/>
                <a:headEnd type="none" w="med" len="med"/>
                <a:tailEnd type="none" w="med" len="med"/>
              </a:ln>
            </p:spPr>
          </p:sp>
        </p:grpSp>
        <p:grpSp>
          <p:nvGrpSpPr>
            <p:cNvPr id="134170" name="Group 58"/>
            <p:cNvGrpSpPr/>
            <p:nvPr/>
          </p:nvGrpSpPr>
          <p:grpSpPr>
            <a:xfrm>
              <a:off x="3360" y="2999"/>
              <a:ext cx="336" cy="240"/>
              <a:chOff x="2544" y="2880"/>
              <a:chExt cx="336" cy="240"/>
            </a:xfrm>
          </p:grpSpPr>
          <p:sp>
            <p:nvSpPr>
              <p:cNvPr id="134186" name="Line 59"/>
              <p:cNvSpPr/>
              <p:nvPr/>
            </p:nvSpPr>
            <p:spPr>
              <a:xfrm>
                <a:off x="2544" y="2880"/>
                <a:ext cx="240" cy="0"/>
              </a:xfrm>
              <a:prstGeom prst="line">
                <a:avLst/>
              </a:prstGeom>
              <a:ln w="9525" cap="flat" cmpd="sng">
                <a:solidFill>
                  <a:schemeClr val="tx1"/>
                </a:solidFill>
                <a:prstDash val="solid"/>
                <a:headEnd type="none" w="med" len="med"/>
                <a:tailEnd type="none" w="med" len="med"/>
              </a:ln>
            </p:spPr>
          </p:sp>
          <p:sp>
            <p:nvSpPr>
              <p:cNvPr id="134187" name="Line 60"/>
              <p:cNvSpPr/>
              <p:nvPr/>
            </p:nvSpPr>
            <p:spPr>
              <a:xfrm>
                <a:off x="2784" y="2880"/>
                <a:ext cx="0" cy="240"/>
              </a:xfrm>
              <a:prstGeom prst="line">
                <a:avLst/>
              </a:prstGeom>
              <a:ln w="9525" cap="flat" cmpd="sng">
                <a:solidFill>
                  <a:schemeClr val="tx1"/>
                </a:solidFill>
                <a:prstDash val="solid"/>
                <a:headEnd type="none" w="med" len="med"/>
                <a:tailEnd type="none" w="med" len="med"/>
              </a:ln>
            </p:spPr>
          </p:sp>
          <p:sp>
            <p:nvSpPr>
              <p:cNvPr id="134188" name="Line 61"/>
              <p:cNvSpPr/>
              <p:nvPr/>
            </p:nvSpPr>
            <p:spPr>
              <a:xfrm>
                <a:off x="2784" y="3120"/>
                <a:ext cx="96" cy="0"/>
              </a:xfrm>
              <a:prstGeom prst="line">
                <a:avLst/>
              </a:prstGeom>
              <a:ln w="9525" cap="flat" cmpd="sng">
                <a:solidFill>
                  <a:schemeClr val="tx1"/>
                </a:solidFill>
                <a:prstDash val="solid"/>
                <a:headEnd type="none" w="med" len="med"/>
                <a:tailEnd type="none" w="med" len="med"/>
              </a:ln>
            </p:spPr>
          </p:sp>
          <p:sp>
            <p:nvSpPr>
              <p:cNvPr id="134189" name="Line 62"/>
              <p:cNvSpPr/>
              <p:nvPr/>
            </p:nvSpPr>
            <p:spPr>
              <a:xfrm flipV="1">
                <a:off x="2880" y="2880"/>
                <a:ext cx="0" cy="240"/>
              </a:xfrm>
              <a:prstGeom prst="line">
                <a:avLst/>
              </a:prstGeom>
              <a:ln w="9525" cap="flat" cmpd="sng">
                <a:solidFill>
                  <a:schemeClr val="tx1"/>
                </a:solidFill>
                <a:prstDash val="solid"/>
                <a:headEnd type="none" w="med" len="med"/>
                <a:tailEnd type="none" w="med" len="med"/>
              </a:ln>
            </p:spPr>
          </p:sp>
        </p:grpSp>
        <p:grpSp>
          <p:nvGrpSpPr>
            <p:cNvPr id="134171" name="Group 63"/>
            <p:cNvGrpSpPr/>
            <p:nvPr/>
          </p:nvGrpSpPr>
          <p:grpSpPr>
            <a:xfrm>
              <a:off x="3696" y="2999"/>
              <a:ext cx="336" cy="240"/>
              <a:chOff x="2544" y="2880"/>
              <a:chExt cx="336" cy="240"/>
            </a:xfrm>
          </p:grpSpPr>
          <p:sp>
            <p:nvSpPr>
              <p:cNvPr id="134182" name="Line 64"/>
              <p:cNvSpPr/>
              <p:nvPr/>
            </p:nvSpPr>
            <p:spPr>
              <a:xfrm>
                <a:off x="2544" y="2880"/>
                <a:ext cx="240" cy="0"/>
              </a:xfrm>
              <a:prstGeom prst="line">
                <a:avLst/>
              </a:prstGeom>
              <a:ln w="9525" cap="flat" cmpd="sng">
                <a:solidFill>
                  <a:schemeClr val="tx1"/>
                </a:solidFill>
                <a:prstDash val="solid"/>
                <a:headEnd type="none" w="med" len="med"/>
                <a:tailEnd type="none" w="med" len="med"/>
              </a:ln>
            </p:spPr>
          </p:sp>
          <p:sp>
            <p:nvSpPr>
              <p:cNvPr id="134183" name="Line 65"/>
              <p:cNvSpPr/>
              <p:nvPr/>
            </p:nvSpPr>
            <p:spPr>
              <a:xfrm>
                <a:off x="2784" y="2880"/>
                <a:ext cx="0" cy="240"/>
              </a:xfrm>
              <a:prstGeom prst="line">
                <a:avLst/>
              </a:prstGeom>
              <a:ln w="9525" cap="flat" cmpd="sng">
                <a:solidFill>
                  <a:schemeClr val="tx1"/>
                </a:solidFill>
                <a:prstDash val="solid"/>
                <a:headEnd type="none" w="med" len="med"/>
                <a:tailEnd type="none" w="med" len="med"/>
              </a:ln>
            </p:spPr>
          </p:sp>
          <p:sp>
            <p:nvSpPr>
              <p:cNvPr id="134184" name="Line 66"/>
              <p:cNvSpPr/>
              <p:nvPr/>
            </p:nvSpPr>
            <p:spPr>
              <a:xfrm>
                <a:off x="2784" y="3120"/>
                <a:ext cx="96" cy="0"/>
              </a:xfrm>
              <a:prstGeom prst="line">
                <a:avLst/>
              </a:prstGeom>
              <a:ln w="9525" cap="flat" cmpd="sng">
                <a:solidFill>
                  <a:schemeClr val="tx1"/>
                </a:solidFill>
                <a:prstDash val="solid"/>
                <a:headEnd type="none" w="med" len="med"/>
                <a:tailEnd type="none" w="med" len="med"/>
              </a:ln>
            </p:spPr>
          </p:sp>
          <p:sp>
            <p:nvSpPr>
              <p:cNvPr id="134185" name="Line 67"/>
              <p:cNvSpPr/>
              <p:nvPr/>
            </p:nvSpPr>
            <p:spPr>
              <a:xfrm flipV="1">
                <a:off x="2880" y="2880"/>
                <a:ext cx="0" cy="240"/>
              </a:xfrm>
              <a:prstGeom prst="line">
                <a:avLst/>
              </a:prstGeom>
              <a:ln w="9525" cap="flat" cmpd="sng">
                <a:solidFill>
                  <a:schemeClr val="tx1"/>
                </a:solidFill>
                <a:prstDash val="solid"/>
                <a:headEnd type="none" w="med" len="med"/>
                <a:tailEnd type="none" w="med" len="med"/>
              </a:ln>
            </p:spPr>
          </p:sp>
        </p:grpSp>
        <p:sp>
          <p:nvSpPr>
            <p:cNvPr id="134172" name="Line 68"/>
            <p:cNvSpPr/>
            <p:nvPr/>
          </p:nvSpPr>
          <p:spPr>
            <a:xfrm>
              <a:off x="4032" y="2999"/>
              <a:ext cx="384" cy="0"/>
            </a:xfrm>
            <a:prstGeom prst="line">
              <a:avLst/>
            </a:prstGeom>
            <a:ln w="9525" cap="flat" cmpd="sng">
              <a:solidFill>
                <a:schemeClr val="tx1"/>
              </a:solidFill>
              <a:prstDash val="solid"/>
              <a:headEnd type="none" w="med" len="med"/>
              <a:tailEnd type="none" w="med" len="med"/>
            </a:ln>
          </p:spPr>
        </p:sp>
        <p:sp>
          <p:nvSpPr>
            <p:cNvPr id="134173" name="Line 69"/>
            <p:cNvSpPr/>
            <p:nvPr/>
          </p:nvSpPr>
          <p:spPr>
            <a:xfrm>
              <a:off x="3360" y="3191"/>
              <a:ext cx="0" cy="288"/>
            </a:xfrm>
            <a:prstGeom prst="line">
              <a:avLst/>
            </a:prstGeom>
            <a:ln w="9525" cap="rnd" cmpd="sng">
              <a:solidFill>
                <a:schemeClr val="tx1"/>
              </a:solidFill>
              <a:prstDash val="sysDot"/>
              <a:headEnd type="none" w="med" len="med"/>
              <a:tailEnd type="none" w="med" len="med"/>
            </a:ln>
          </p:spPr>
        </p:sp>
        <p:sp>
          <p:nvSpPr>
            <p:cNvPr id="134174" name="Line 70"/>
            <p:cNvSpPr/>
            <p:nvPr/>
          </p:nvSpPr>
          <p:spPr>
            <a:xfrm>
              <a:off x="3696" y="3191"/>
              <a:ext cx="0" cy="288"/>
            </a:xfrm>
            <a:prstGeom prst="line">
              <a:avLst/>
            </a:prstGeom>
            <a:ln w="9525" cap="rnd" cmpd="sng">
              <a:solidFill>
                <a:schemeClr val="tx1"/>
              </a:solidFill>
              <a:prstDash val="sysDot"/>
              <a:headEnd type="none" w="med" len="med"/>
              <a:tailEnd type="none" w="med" len="med"/>
            </a:ln>
          </p:spPr>
        </p:sp>
        <p:sp>
          <p:nvSpPr>
            <p:cNvPr id="134175" name="Line 71"/>
            <p:cNvSpPr/>
            <p:nvPr/>
          </p:nvSpPr>
          <p:spPr>
            <a:xfrm>
              <a:off x="3696" y="2807"/>
              <a:ext cx="0" cy="288"/>
            </a:xfrm>
            <a:prstGeom prst="line">
              <a:avLst/>
            </a:prstGeom>
            <a:ln w="9525" cap="rnd" cmpd="sng">
              <a:solidFill>
                <a:schemeClr val="tx1"/>
              </a:solidFill>
              <a:prstDash val="sysDot"/>
              <a:headEnd type="none" w="med" len="med"/>
              <a:tailEnd type="none" w="med" len="med"/>
            </a:ln>
          </p:spPr>
        </p:sp>
        <p:sp>
          <p:nvSpPr>
            <p:cNvPr id="134176" name="Line 72"/>
            <p:cNvSpPr/>
            <p:nvPr/>
          </p:nvSpPr>
          <p:spPr>
            <a:xfrm>
              <a:off x="3600" y="2807"/>
              <a:ext cx="0" cy="288"/>
            </a:xfrm>
            <a:prstGeom prst="line">
              <a:avLst/>
            </a:prstGeom>
            <a:ln w="9525" cap="rnd" cmpd="sng">
              <a:solidFill>
                <a:schemeClr val="tx1"/>
              </a:solidFill>
              <a:prstDash val="sysDot"/>
              <a:headEnd type="none" w="med" len="med"/>
              <a:tailEnd type="none" w="med" len="med"/>
            </a:ln>
          </p:spPr>
        </p:sp>
        <p:sp>
          <p:nvSpPr>
            <p:cNvPr id="134177" name="Line 73"/>
            <p:cNvSpPr/>
            <p:nvPr/>
          </p:nvSpPr>
          <p:spPr>
            <a:xfrm>
              <a:off x="3360" y="3383"/>
              <a:ext cx="336" cy="0"/>
            </a:xfrm>
            <a:prstGeom prst="line">
              <a:avLst/>
            </a:prstGeom>
            <a:ln w="9525" cap="flat" cmpd="sng">
              <a:solidFill>
                <a:schemeClr val="tx1"/>
              </a:solidFill>
              <a:prstDash val="solid"/>
              <a:headEnd type="triangle" w="med" len="med"/>
              <a:tailEnd type="triangle" w="med" len="med"/>
            </a:ln>
          </p:spPr>
        </p:sp>
        <p:sp>
          <p:nvSpPr>
            <p:cNvPr id="134178" name="Line 74"/>
            <p:cNvSpPr/>
            <p:nvPr/>
          </p:nvSpPr>
          <p:spPr>
            <a:xfrm>
              <a:off x="3408" y="2903"/>
              <a:ext cx="192" cy="0"/>
            </a:xfrm>
            <a:prstGeom prst="line">
              <a:avLst/>
            </a:prstGeom>
            <a:ln w="9525" cap="flat" cmpd="sng">
              <a:solidFill>
                <a:schemeClr val="tx1"/>
              </a:solidFill>
              <a:prstDash val="solid"/>
              <a:headEnd type="none" w="med" len="med"/>
              <a:tailEnd type="triangle" w="med" len="med"/>
            </a:ln>
          </p:spPr>
        </p:sp>
        <p:sp>
          <p:nvSpPr>
            <p:cNvPr id="134179" name="Line 75"/>
            <p:cNvSpPr/>
            <p:nvPr/>
          </p:nvSpPr>
          <p:spPr>
            <a:xfrm flipH="1">
              <a:off x="3696" y="2903"/>
              <a:ext cx="192" cy="0"/>
            </a:xfrm>
            <a:prstGeom prst="line">
              <a:avLst/>
            </a:prstGeom>
            <a:ln w="9525" cap="flat" cmpd="sng">
              <a:solidFill>
                <a:schemeClr val="tx1"/>
              </a:solidFill>
              <a:prstDash val="solid"/>
              <a:headEnd type="none" w="med" len="med"/>
              <a:tailEnd type="triangle" w="med" len="med"/>
            </a:ln>
          </p:spPr>
        </p:sp>
        <p:sp>
          <p:nvSpPr>
            <p:cNvPr id="134180" name="Text Box 76"/>
            <p:cNvSpPr txBox="1"/>
            <p:nvPr/>
          </p:nvSpPr>
          <p:spPr>
            <a:xfrm>
              <a:off x="3666" y="2759"/>
              <a:ext cx="384" cy="173"/>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None/>
              </a:pPr>
              <a:r>
                <a:rPr lang="en-US" altLang="zh-CN" sz="1200" dirty="0">
                  <a:solidFill>
                    <a:schemeClr val="tx1"/>
                  </a:solidFill>
                  <a:latin typeface="Times New Roman" panose="02020603050405020304" pitchFamily="18" charset="0"/>
                </a:rPr>
                <a:t>400ns</a:t>
              </a:r>
              <a:endParaRPr lang="en-US" altLang="zh-CN" sz="1200" dirty="0">
                <a:solidFill>
                  <a:schemeClr val="tx1"/>
                </a:solidFill>
                <a:latin typeface="Times New Roman" panose="02020603050405020304" pitchFamily="18" charset="0"/>
              </a:endParaRPr>
            </a:p>
          </p:txBody>
        </p:sp>
        <p:sp>
          <p:nvSpPr>
            <p:cNvPr id="134181" name="Text Box 77"/>
            <p:cNvSpPr txBox="1"/>
            <p:nvPr/>
          </p:nvSpPr>
          <p:spPr>
            <a:xfrm>
              <a:off x="3387" y="3240"/>
              <a:ext cx="384" cy="173"/>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None/>
              </a:pPr>
              <a:r>
                <a:rPr lang="en-US" altLang="zh-CN" sz="1200" dirty="0">
                  <a:solidFill>
                    <a:schemeClr val="tx1"/>
                  </a:solidFill>
                  <a:latin typeface="Times New Roman" panose="02020603050405020304" pitchFamily="18" charset="0"/>
                </a:rPr>
                <a:t>1ms</a:t>
              </a:r>
              <a:endParaRPr lang="en-US" altLang="zh-CN" sz="1200" dirty="0">
                <a:solidFill>
                  <a:schemeClr val="tx1"/>
                </a:solidFill>
                <a:latin typeface="Times New Roman" panose="02020603050405020304" pitchFamily="18" charset="0"/>
              </a:endParaRPr>
            </a:p>
          </p:txBody>
        </p:sp>
      </p:grpSp>
      <p:sp>
        <p:nvSpPr>
          <p:cNvPr id="134148" name="矩形 79"/>
          <p:cNvSpPr/>
          <p:nvPr/>
        </p:nvSpPr>
        <p:spPr>
          <a:xfrm>
            <a:off x="1109663" y="1862138"/>
            <a:ext cx="7062787" cy="1354137"/>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dirty="0">
                <a:solidFill>
                  <a:srgbClr val="C00000"/>
                </a:solidFill>
                <a:latin typeface="隶书" panose="02010509060101010101" pitchFamily="49" charset="-122"/>
              </a:rPr>
              <a:t>计数通道</a:t>
            </a:r>
            <a:r>
              <a:rPr lang="en-US" altLang="zh-CN" dirty="0">
                <a:solidFill>
                  <a:srgbClr val="C00000"/>
                </a:solidFill>
                <a:latin typeface="隶书" panose="02010509060101010101" pitchFamily="49" charset="-122"/>
              </a:rPr>
              <a:t>0</a:t>
            </a:r>
            <a:r>
              <a:rPr lang="zh-CN" altLang="en-US" dirty="0">
                <a:solidFill>
                  <a:srgbClr val="C00000"/>
                </a:solidFill>
                <a:latin typeface="隶书" panose="02010509060101010101" pitchFamily="49" charset="-122"/>
              </a:rPr>
              <a:t>连接如图所示</a:t>
            </a:r>
            <a:r>
              <a:rPr lang="en-US" altLang="zh-CN" dirty="0">
                <a:solidFill>
                  <a:srgbClr val="C00000"/>
                </a:solidFill>
                <a:latin typeface="隶书" panose="02010509060101010101" pitchFamily="49" charset="-122"/>
              </a:rPr>
              <a:t>,</a:t>
            </a:r>
            <a:r>
              <a:rPr lang="zh-CN" altLang="en-US" dirty="0">
                <a:solidFill>
                  <a:srgbClr val="C00000"/>
                </a:solidFill>
                <a:latin typeface="隶书" panose="02010509060101010101" pitchFamily="49" charset="-122"/>
              </a:rPr>
              <a:t>试回答</a:t>
            </a:r>
            <a:r>
              <a:rPr lang="en-US" altLang="zh-CN" dirty="0">
                <a:solidFill>
                  <a:srgbClr val="C00000"/>
                </a:solidFill>
                <a:latin typeface="隶书" panose="02010509060101010101" pitchFamily="49" charset="-122"/>
              </a:rPr>
              <a:t>:</a:t>
            </a:r>
            <a:br>
              <a:rPr lang="en-US" altLang="zh-CN" dirty="0">
                <a:solidFill>
                  <a:srgbClr val="C00000"/>
                </a:solidFill>
                <a:latin typeface="隶书" panose="02010509060101010101" pitchFamily="49" charset="-122"/>
              </a:rPr>
            </a:br>
            <a:r>
              <a:rPr lang="zh-CN" altLang="en-US" sz="1800" dirty="0">
                <a:solidFill>
                  <a:srgbClr val="002060"/>
                </a:solidFill>
                <a:latin typeface="楷体_GB2312" pitchFamily="1" charset="-122"/>
              </a:rPr>
              <a:t>（</a:t>
            </a:r>
            <a:r>
              <a:rPr lang="en-US" altLang="zh-CN" sz="1800" dirty="0">
                <a:solidFill>
                  <a:srgbClr val="002060"/>
                </a:solidFill>
                <a:latin typeface="楷体_GB2312" pitchFamily="1" charset="-122"/>
              </a:rPr>
              <a:t>1</a:t>
            </a:r>
            <a:r>
              <a:rPr lang="zh-CN" altLang="en-US" sz="1800" dirty="0">
                <a:solidFill>
                  <a:srgbClr val="002060"/>
                </a:solidFill>
                <a:latin typeface="楷体_GB2312" pitchFamily="1" charset="-122"/>
              </a:rPr>
              <a:t>）计数通道</a:t>
            </a:r>
            <a:r>
              <a:rPr lang="en-US" altLang="zh-CN" sz="1800" dirty="0">
                <a:solidFill>
                  <a:srgbClr val="002060"/>
                </a:solidFill>
                <a:latin typeface="楷体_GB2312" pitchFamily="1" charset="-122"/>
              </a:rPr>
              <a:t>0</a:t>
            </a:r>
            <a:r>
              <a:rPr lang="zh-CN" altLang="en-US" sz="1800" dirty="0">
                <a:solidFill>
                  <a:srgbClr val="002060"/>
                </a:solidFill>
                <a:latin typeface="楷体_GB2312" pitchFamily="1" charset="-122"/>
              </a:rPr>
              <a:t>工作于何种方式，并写出工作方式名称；</a:t>
            </a:r>
            <a:br>
              <a:rPr lang="zh-CN" altLang="en-US" sz="1800" dirty="0">
                <a:solidFill>
                  <a:srgbClr val="002060"/>
                </a:solidFill>
                <a:latin typeface="楷体_GB2312" pitchFamily="1" charset="-122"/>
              </a:rPr>
            </a:br>
            <a:r>
              <a:rPr lang="zh-CN" altLang="en-US" sz="1800" dirty="0">
                <a:solidFill>
                  <a:srgbClr val="002060"/>
                </a:solidFill>
                <a:latin typeface="楷体_GB2312" pitchFamily="1" charset="-122"/>
              </a:rPr>
              <a:t>（</a:t>
            </a:r>
            <a:r>
              <a:rPr lang="en-US" altLang="zh-CN" sz="1800" dirty="0">
                <a:solidFill>
                  <a:srgbClr val="002060"/>
                </a:solidFill>
                <a:latin typeface="楷体_GB2312" pitchFamily="1" charset="-122"/>
              </a:rPr>
              <a:t>2</a:t>
            </a:r>
            <a:r>
              <a:rPr lang="zh-CN" altLang="en-US" sz="1800" dirty="0">
                <a:solidFill>
                  <a:srgbClr val="002060"/>
                </a:solidFill>
                <a:latin typeface="楷体_GB2312" pitchFamily="1" charset="-122"/>
              </a:rPr>
              <a:t>）写出计数通道</a:t>
            </a:r>
            <a:r>
              <a:rPr lang="en-US" altLang="zh-CN" sz="1800" dirty="0">
                <a:solidFill>
                  <a:srgbClr val="002060"/>
                </a:solidFill>
                <a:latin typeface="楷体_GB2312" pitchFamily="1" charset="-122"/>
              </a:rPr>
              <a:t>0</a:t>
            </a:r>
            <a:r>
              <a:rPr lang="zh-CN" altLang="en-US" sz="1800" dirty="0">
                <a:solidFill>
                  <a:srgbClr val="002060"/>
                </a:solidFill>
                <a:latin typeface="楷体_GB2312" pitchFamily="1" charset="-122"/>
              </a:rPr>
              <a:t>的计数初值（列出计算式）</a:t>
            </a:r>
            <a:br>
              <a:rPr lang="zh-CN" altLang="en-US" sz="1800" dirty="0">
                <a:solidFill>
                  <a:srgbClr val="002060"/>
                </a:solidFill>
                <a:latin typeface="楷体_GB2312" pitchFamily="1" charset="-122"/>
              </a:rPr>
            </a:br>
            <a:r>
              <a:rPr lang="zh-CN" altLang="en-US" sz="1800" dirty="0">
                <a:solidFill>
                  <a:srgbClr val="002060"/>
                </a:solidFill>
                <a:latin typeface="楷体_GB2312" pitchFamily="1" charset="-122"/>
              </a:rPr>
              <a:t>（</a:t>
            </a:r>
            <a:r>
              <a:rPr lang="en-US" altLang="zh-CN" sz="1800" dirty="0">
                <a:solidFill>
                  <a:srgbClr val="002060"/>
                </a:solidFill>
                <a:latin typeface="楷体_GB2312" pitchFamily="1" charset="-122"/>
              </a:rPr>
              <a:t>3</a:t>
            </a:r>
            <a:r>
              <a:rPr lang="zh-CN" altLang="en-US" sz="1800" dirty="0">
                <a:solidFill>
                  <a:srgbClr val="002060"/>
                </a:solidFill>
                <a:latin typeface="楷体_GB2312" pitchFamily="1" charset="-122"/>
              </a:rPr>
              <a:t>）写出初始化程序</a:t>
            </a:r>
            <a:endParaRPr lang="zh-CN" altLang="en-US" sz="1800" b="0" dirty="0">
              <a:solidFill>
                <a:schemeClr val="tx1"/>
              </a:solidFill>
            </a:endParaRPr>
          </a:p>
        </p:txBody>
      </p:sp>
    </p:spTree>
  </p:cSld>
  <p:clrMapOvr>
    <a:masterClrMapping/>
  </p:clrMapOvr>
  <p:transition spd="slow">
    <p:zoom/>
  </p:transition>
</p:sld>
</file>

<file path=ppt/slides/slide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41986" name="Rectangle 2"/>
          <p:cNvSpPr>
            <a:spLocks noGrp="1" noChangeArrowheads="1"/>
          </p:cNvSpPr>
          <p:nvPr>
            <p:ph idx="1"/>
          </p:nvPr>
        </p:nvSpPr>
        <p:spPr>
          <a:xfrm>
            <a:off x="827088" y="692150"/>
            <a:ext cx="7772400" cy="5943600"/>
          </a:xfrm>
          <a:ln>
            <a:miter/>
          </a:ln>
        </p:spPr>
        <p:txBody>
          <a:bodyPr vert="horz" wrap="square" lIns="91440" tIns="45720" rIns="91440" bIns="45720" numCol="1" anchor="t" anchorCtr="0" compatLnSpc="1"/>
          <a:lstStyle/>
          <a:p>
            <a:pPr marL="342900" marR="0" lvl="0" indent="-342900" algn="l" defTabSz="914400" rtl="0" eaLnBrk="0" fontAlgn="base" latinLnBrk="0" hangingPunct="0">
              <a:lnSpc>
                <a:spcPct val="13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解：</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3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）由于出现一个</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CLK</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周期宽度的负脉冲的方式有方式</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2\5</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两种</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但是</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GATE0</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是一直保持高电平</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因此方式</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5</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是无法触发的</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因此可以判断计数通道</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0</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工作于方式</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2</a:t>
            </a:r>
            <a:endParaRPr kumimoji="0" lang="en-US" altLang="zh-CN" sz="2000" b="1" i="0" u="none" strike="noStrike" kern="1200" cap="none" spc="0" normalizeH="0" baseline="0" noProof="0" dirty="0">
              <a:ln>
                <a:noFill/>
              </a:ln>
              <a:solidFill>
                <a:srgbClr val="CC3300"/>
              </a:solidFill>
              <a:effectLst/>
              <a:uLnTx/>
              <a:uFillTx/>
              <a:latin typeface="+mn-ea"/>
              <a:ea typeface="+mn-ea"/>
              <a:cs typeface="+mn-cs"/>
            </a:endParaRPr>
          </a:p>
          <a:p>
            <a:pPr marL="342900" marR="0" lvl="0" indent="-342900" algn="l" defTabSz="914400" rtl="0" eaLnBrk="0" fontAlgn="base" latinLnBrk="0" hangingPunct="0">
              <a:lnSpc>
                <a:spcPct val="13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2</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）因为</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CLK</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周期宽度为</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400ns</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CLK</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正脉冲宽度为</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200ns</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，因此</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3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计数通道</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0</a:t>
            </a:r>
            <a:r>
              <a:rPr kumimoji="0" lang="zh-CN" altLang="en-US" sz="2000" b="1" i="0" u="none" strike="noStrike" kern="1200" cap="none" spc="0" normalizeH="0" baseline="0" noProof="0" dirty="0">
                <a:ln>
                  <a:noFill/>
                </a:ln>
                <a:solidFill>
                  <a:srgbClr val="CC3300"/>
                </a:solidFill>
                <a:effectLst/>
                <a:uLnTx/>
                <a:uFillTx/>
                <a:latin typeface="+mn-ea"/>
                <a:ea typeface="+mn-ea"/>
                <a:cs typeface="+mn-cs"/>
              </a:rPr>
              <a:t>的计数初值</a:t>
            </a:r>
            <a:r>
              <a:rPr kumimoji="0" lang="en-US" altLang="zh-CN" sz="2000" b="1" i="0" u="none" strike="noStrike" kern="1200" cap="none" spc="0" normalizeH="0" baseline="0" noProof="0" dirty="0">
                <a:ln>
                  <a:noFill/>
                </a:ln>
                <a:solidFill>
                  <a:srgbClr val="CC3300"/>
                </a:solidFill>
                <a:effectLst/>
                <a:uLnTx/>
                <a:uFillTx/>
                <a:latin typeface="+mn-ea"/>
                <a:ea typeface="+mn-ea"/>
                <a:cs typeface="+mn-cs"/>
              </a:rPr>
              <a:t>= 1ms/400ns=2500</a:t>
            </a:r>
            <a:endParaRPr kumimoji="0" lang="en-US" altLang="zh-CN" sz="2000" b="1" i="0" u="none" strike="noStrike" kern="1200" cap="none" spc="0" normalizeH="0" baseline="0" noProof="0" dirty="0">
              <a:ln>
                <a:noFill/>
              </a:ln>
              <a:solidFill>
                <a:srgbClr val="CC3300"/>
              </a:solidFill>
              <a:effectLst/>
              <a:uLnTx/>
              <a:uFillTx/>
              <a:latin typeface="+mn-ea"/>
              <a:ea typeface="+mn-ea"/>
              <a:cs typeface="+mn-cs"/>
            </a:endParaRPr>
          </a:p>
          <a:p>
            <a:pPr marL="342900" marR="0" lvl="0" indent="-342900" algn="l" defTabSz="914400" rtl="0" eaLnBrk="0" fontAlgn="base" latinLnBrk="0" hangingPunct="0">
              <a:lnSpc>
                <a:spcPct val="13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3</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）初始化程序段</a:t>
            </a:r>
            <a:r>
              <a:rPr kumimoji="0" lang="en-US" altLang="zh-CN" sz="2000" b="1" i="0" u="none" strike="noStrike" kern="1200" cap="none" spc="0" normalizeH="0" baseline="0" noProof="0" dirty="0">
                <a:ln>
                  <a:noFill/>
                </a:ln>
                <a:solidFill>
                  <a:schemeClr val="tx2"/>
                </a:solidFill>
                <a:effectLst/>
                <a:uLnTx/>
                <a:uFillTx/>
                <a:latin typeface="+mn-ea"/>
                <a:ea typeface="+mn-ea"/>
                <a:cs typeface="+mn-cs"/>
                <a:sym typeface="Wingdings" panose="05000000000000000000" pitchFamily="2" charset="2"/>
              </a:rPr>
              <a:t>(</a:t>
            </a:r>
            <a:r>
              <a:rPr kumimoji="0" lang="zh-CN" altLang="en-US" sz="2000" b="1" i="0" u="none" strike="noStrike" kern="1200" cap="none" spc="0" normalizeH="0" baseline="0" noProof="0" dirty="0">
                <a:ln>
                  <a:noFill/>
                </a:ln>
                <a:solidFill>
                  <a:schemeClr val="tx2"/>
                </a:solidFill>
                <a:effectLst/>
                <a:uLnTx/>
                <a:uFillTx/>
                <a:latin typeface="+mn-ea"/>
                <a:ea typeface="+mn-ea"/>
                <a:cs typeface="+mn-cs"/>
                <a:sym typeface="Wingdings" panose="05000000000000000000" pitchFamily="2" charset="2"/>
              </a:rPr>
              <a:t>设</a:t>
            </a:r>
            <a:r>
              <a:rPr kumimoji="0" lang="en-US" altLang="zh-CN" sz="2000" b="1" i="0" u="none" strike="noStrike" kern="1200" cap="none" spc="0" normalizeH="0" baseline="0" noProof="0" dirty="0">
                <a:ln>
                  <a:noFill/>
                </a:ln>
                <a:solidFill>
                  <a:schemeClr val="tx2"/>
                </a:solidFill>
                <a:effectLst/>
                <a:uLnTx/>
                <a:uFillTx/>
                <a:latin typeface="+mn-ea"/>
                <a:ea typeface="+mn-ea"/>
                <a:cs typeface="+mn-cs"/>
                <a:sym typeface="Wingdings" panose="05000000000000000000" pitchFamily="2" charset="2"/>
              </a:rPr>
              <a:t>8253</a:t>
            </a:r>
            <a:r>
              <a:rPr kumimoji="0" lang="zh-CN" altLang="en-US" sz="2000" b="1" i="0" u="none" strike="noStrike" kern="1200" cap="none" spc="0" normalizeH="0" baseline="0" noProof="0" dirty="0">
                <a:ln>
                  <a:noFill/>
                </a:ln>
                <a:solidFill>
                  <a:schemeClr val="tx2"/>
                </a:solidFill>
                <a:effectLst/>
                <a:uLnTx/>
                <a:uFillTx/>
                <a:latin typeface="+mn-ea"/>
                <a:ea typeface="+mn-ea"/>
                <a:cs typeface="+mn-cs"/>
                <a:sym typeface="Wingdings" panose="05000000000000000000" pitchFamily="2" charset="2"/>
              </a:rPr>
              <a:t>的口地址为</a:t>
            </a:r>
            <a:r>
              <a:rPr kumimoji="0" lang="en-US" altLang="zh-CN" sz="2000" b="1" i="0" u="none" strike="noStrike" kern="1200" cap="none" spc="0" normalizeH="0" baseline="0" noProof="0" dirty="0">
                <a:ln>
                  <a:noFill/>
                </a:ln>
                <a:solidFill>
                  <a:schemeClr val="tx2"/>
                </a:solidFill>
                <a:effectLst/>
                <a:uLnTx/>
                <a:uFillTx/>
                <a:latin typeface="+mn-ea"/>
                <a:ea typeface="+mn-ea"/>
                <a:cs typeface="+mn-cs"/>
                <a:sym typeface="Wingdings" panose="05000000000000000000" pitchFamily="2" charset="2"/>
              </a:rPr>
              <a:t>:80H-83H)</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3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MOV  AL</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0001 0101B</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3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MOV  83H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AL</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3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MOV  AL</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00H</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3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   80H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AL</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3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MOV  AL</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25H</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3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   80H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AL</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p:txBody>
      </p:sp>
    </p:spTree>
  </p:cSld>
  <p:clrMapOvr>
    <a:masterClrMapping/>
  </p:clrMapOvr>
  <p:transition spd="slow">
    <p:zoom/>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39266" name="Rectangle 16"/>
          <p:cNvSpPr txBox="1">
            <a:spLocks noGrp="1"/>
          </p:cNvSpPr>
          <p:nvPr/>
        </p:nvSpPr>
        <p:spPr>
          <a:xfrm>
            <a:off x="6858000" y="6248400"/>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bg2"/>
                </a:solidFill>
                <a:ea typeface="宋体" panose="02010600030101010101" pitchFamily="2" charset="-122"/>
              </a:rPr>
            </a:fld>
            <a:endParaRPr lang="zh-CN" altLang="en-US" sz="1400" b="0" dirty="0">
              <a:solidFill>
                <a:schemeClr val="bg2"/>
              </a:solidFill>
              <a:ea typeface="宋体" panose="02010600030101010101" pitchFamily="2" charset="-122"/>
            </a:endParaRPr>
          </a:p>
        </p:txBody>
      </p:sp>
      <p:sp>
        <p:nvSpPr>
          <p:cNvPr id="128003" name="Rectangle 4"/>
          <p:cNvSpPr>
            <a:spLocks noGrp="1" noChangeArrowheads="1"/>
          </p:cNvSpPr>
          <p:nvPr>
            <p:ph type="ctrTitle" idx="4294967295"/>
          </p:nvPr>
        </p:nvSpPr>
        <p:spPr>
          <a:xfrm>
            <a:off x="684213" y="1700213"/>
            <a:ext cx="7772400" cy="1462088"/>
          </a:xfrm>
          <a:ln>
            <a:miter/>
          </a:ln>
        </p:spPr>
        <p:txBody>
          <a:bodyPr vert="horz" wrap="square" lIns="91440" tIns="45720" rIns="91440" bIns="45720" numCol="1" anchor="b"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CN" sz="4800" b="1" i="0" u="none" strike="noStrike" kern="1200" cap="none" spc="0" normalizeH="0" baseline="0" noProof="0" dirty="0">
                <a:ln>
                  <a:noFill/>
                </a:ln>
                <a:solidFill>
                  <a:srgbClr val="800000"/>
                </a:solidFill>
                <a:effectLst/>
                <a:uLnTx/>
                <a:uFillTx/>
                <a:latin typeface="+mj-ea"/>
                <a:ea typeface="+mj-ea"/>
                <a:cs typeface="+mj-cs"/>
              </a:rPr>
              <a:t>§7.2</a:t>
            </a:r>
            <a:r>
              <a:rPr kumimoji="0" lang="zh-CN" altLang="en-US" sz="4800" b="0" i="0" u="none" strike="noStrike" kern="1200" cap="none" spc="0" normalizeH="0" baseline="0" noProof="0" dirty="0">
                <a:ln>
                  <a:noFill/>
                </a:ln>
                <a:solidFill>
                  <a:srgbClr val="800000"/>
                </a:solidFill>
                <a:effectLst/>
                <a:uLnTx/>
                <a:uFillTx/>
                <a:latin typeface="华文行楷" panose="02010800040101010101" pitchFamily="2" charset="-122"/>
                <a:ea typeface="华文行楷" panose="02010800040101010101" pitchFamily="2" charset="-122"/>
                <a:cs typeface="+mj-cs"/>
              </a:rPr>
              <a:t>可编程并行接口</a:t>
            </a:r>
            <a:r>
              <a:rPr kumimoji="0" lang="en-US" altLang="zh-CN" sz="4400" b="1" i="0" u="none" strike="noStrike" kern="1200" cap="none" spc="0" normalizeH="0" baseline="0" noProof="0" dirty="0">
                <a:ln>
                  <a:noFill/>
                </a:ln>
                <a:solidFill>
                  <a:srgbClr val="800000"/>
                </a:solidFill>
                <a:effectLst/>
                <a:uLnTx/>
                <a:uFillTx/>
                <a:latin typeface="+mj-lt"/>
                <a:ea typeface="+mj-ea"/>
                <a:cs typeface="+mj-cs"/>
              </a:rPr>
              <a:t>8255</a:t>
            </a:r>
            <a:endParaRPr kumimoji="0" lang="en-US" altLang="zh-CN" sz="4400" b="1" i="0" u="none" strike="noStrike" kern="1200" cap="none" spc="0" normalizeH="0" baseline="0" noProof="0" dirty="0">
              <a:ln>
                <a:noFill/>
              </a:ln>
              <a:solidFill>
                <a:srgbClr val="800000"/>
              </a:solidFill>
              <a:effectLst/>
              <a:uLnTx/>
              <a:uFillTx/>
              <a:latin typeface="+mj-lt"/>
              <a:ea typeface="+mj-ea"/>
              <a:cs typeface="+mj-cs"/>
            </a:endParaRPr>
          </a:p>
        </p:txBody>
      </p:sp>
    </p:spTree>
  </p:cSld>
  <p:clrMapOvr>
    <a:masterClrMapping/>
  </p:clrMapOvr>
  <p:transition spd="slow">
    <p:zoom/>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40290"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140291" name="Rectangle 2"/>
          <p:cNvSpPr>
            <a:spLocks noGrp="1"/>
          </p:cNvSpPr>
          <p:nvPr>
            <p:ph type="title" idx="4294967295"/>
          </p:nvPr>
        </p:nvSpPr>
        <p:spPr/>
        <p:txBody>
          <a:bodyPr vert="horz" wrap="square" lIns="91440" tIns="45720" rIns="91440" bIns="45720" anchor="b" anchorCtr="0"/>
          <a:p>
            <a:pPr eaLnBrk="1" hangingPunct="1"/>
            <a:r>
              <a:rPr lang="zh-CN" altLang="en-US" dirty="0"/>
              <a:t>掌握</a:t>
            </a:r>
            <a:r>
              <a:rPr lang="en-US" altLang="zh-CN" dirty="0"/>
              <a:t>:</a:t>
            </a:r>
            <a:endParaRPr lang="en-US" altLang="zh-CN" dirty="0"/>
          </a:p>
        </p:txBody>
      </p:sp>
      <p:sp>
        <p:nvSpPr>
          <p:cNvPr id="35844" name="Rectangle 3"/>
          <p:cNvSpPr>
            <a:spLocks noGrp="1"/>
          </p:cNvSpPr>
          <p:nvPr>
            <p:ph type="body" idx="4294967295"/>
          </p:nvPr>
        </p:nvSpPr>
        <p:spPr>
          <a:xfrm>
            <a:off x="971550" y="2060575"/>
            <a:ext cx="7772400" cy="4114800"/>
          </a:xfrm>
        </p:spPr>
        <p:txBody>
          <a:bodyPr vert="horz" wrap="square" lIns="91440" tIns="45720" rIns="91440" bIns="45720" anchor="t" anchorCtr="0"/>
          <a:p>
            <a:pPr eaLnBrk="1" hangingPunct="1">
              <a:lnSpc>
                <a:spcPct val="120000"/>
              </a:lnSpc>
            </a:pPr>
            <a:r>
              <a:rPr lang="zh-CN" altLang="en-US" dirty="0"/>
              <a:t>主要引线功能及结构</a:t>
            </a:r>
            <a:endParaRPr lang="zh-CN" altLang="en-US" dirty="0"/>
          </a:p>
          <a:p>
            <a:pPr eaLnBrk="1" hangingPunct="1">
              <a:lnSpc>
                <a:spcPct val="120000"/>
              </a:lnSpc>
            </a:pPr>
            <a:r>
              <a:rPr lang="en-US" altLang="zh-CN" dirty="0"/>
              <a:t>3</a:t>
            </a:r>
            <a:r>
              <a:rPr lang="zh-CN" altLang="en-US" dirty="0"/>
              <a:t>种工作方式及其特点</a:t>
            </a:r>
            <a:endParaRPr lang="zh-CN" altLang="en-US" dirty="0"/>
          </a:p>
          <a:p>
            <a:pPr eaLnBrk="1" hangingPunct="1">
              <a:lnSpc>
                <a:spcPct val="120000"/>
              </a:lnSpc>
            </a:pPr>
            <a:r>
              <a:rPr lang="zh-CN" altLang="en-US" dirty="0"/>
              <a:t>应用:</a:t>
            </a:r>
            <a:endParaRPr lang="zh-CN" altLang="en-US" dirty="0"/>
          </a:p>
          <a:p>
            <a:pPr lvl="1" eaLnBrk="1" hangingPunct="1">
              <a:lnSpc>
                <a:spcPct val="120000"/>
              </a:lnSpc>
            </a:pPr>
            <a:r>
              <a:rPr lang="zh-CN" altLang="en-US" dirty="0"/>
              <a:t>芯片与系统的连接</a:t>
            </a:r>
            <a:endParaRPr lang="zh-CN" altLang="en-US" dirty="0"/>
          </a:p>
          <a:p>
            <a:pPr lvl="1" eaLnBrk="1" hangingPunct="1">
              <a:lnSpc>
                <a:spcPct val="120000"/>
              </a:lnSpc>
            </a:pPr>
            <a:r>
              <a:rPr lang="zh-CN" altLang="en-US" dirty="0"/>
              <a:t>芯片的初始化编程</a:t>
            </a:r>
            <a:endParaRPr lang="zh-CN" altLang="en-US" dirty="0"/>
          </a:p>
          <a:p>
            <a:pPr lvl="1" eaLnBrk="1" hangingPunct="1">
              <a:lnSpc>
                <a:spcPct val="120000"/>
              </a:lnSpc>
            </a:pPr>
            <a:r>
              <a:rPr lang="zh-CN" altLang="en-US" dirty="0"/>
              <a:t>数据输入</a:t>
            </a:r>
            <a:r>
              <a:rPr lang="en-US" altLang="zh-CN" dirty="0"/>
              <a:t>/</a:t>
            </a:r>
            <a:r>
              <a:rPr lang="zh-CN" altLang="en-US" dirty="0"/>
              <a:t>输出控制程序设计</a:t>
            </a:r>
            <a:endParaRPr lang="zh-CN" altLang="en-US" dirty="0"/>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5844">
                                            <p:txEl>
                                              <p:charRg st="25" end="34"/>
                                            </p:txEl>
                                          </p:spTgt>
                                        </p:tgtEl>
                                        <p:attrNameLst>
                                          <p:attrName>style.visibility</p:attrName>
                                        </p:attrNameLst>
                                      </p:cBhvr>
                                      <p:to>
                                        <p:strVal val="visible"/>
                                      </p:to>
                                    </p:set>
                                    <p:animEffect transition="in" filter="wipe(left)">
                                      <p:cBhvr>
                                        <p:cTn id="7" dur="500"/>
                                        <p:tgtEl>
                                          <p:spTgt spid="35844">
                                            <p:txEl>
                                              <p:charRg st="25" end="34"/>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5844">
                                            <p:txEl>
                                              <p:charRg st="34" end="43"/>
                                            </p:txEl>
                                          </p:spTgt>
                                        </p:tgtEl>
                                        <p:attrNameLst>
                                          <p:attrName>style.visibility</p:attrName>
                                        </p:attrNameLst>
                                      </p:cBhvr>
                                      <p:to>
                                        <p:strVal val="visible"/>
                                      </p:to>
                                    </p:set>
                                    <p:animEffect transition="in" filter="wipe(left)">
                                      <p:cBhvr>
                                        <p:cTn id="12" dur="500"/>
                                        <p:tgtEl>
                                          <p:spTgt spid="35844">
                                            <p:txEl>
                                              <p:charRg st="34" end="4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35844">
                                            <p:txEl>
                                              <p:charRg st="43" end="57"/>
                                            </p:txEl>
                                          </p:spTgt>
                                        </p:tgtEl>
                                        <p:attrNameLst>
                                          <p:attrName>style.visibility</p:attrName>
                                        </p:attrNameLst>
                                      </p:cBhvr>
                                      <p:to>
                                        <p:strVal val="visible"/>
                                      </p:to>
                                    </p:set>
                                    <p:animEffect transition="in" filter="wipe(left)">
                                      <p:cBhvr>
                                        <p:cTn id="17" dur="500"/>
                                        <p:tgtEl>
                                          <p:spTgt spid="35844">
                                            <p:txEl>
                                              <p:charRg st="43" end="5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122" name="Text Box 2"/>
          <p:cNvSpPr txBox="1">
            <a:spLocks noChangeArrowheads="1"/>
          </p:cNvSpPr>
          <p:nvPr/>
        </p:nvSpPr>
        <p:spPr bwMode="auto">
          <a:xfrm>
            <a:off x="1042988" y="1046163"/>
            <a:ext cx="6481763"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R="0" defTabSz="914400">
              <a:spcBef>
                <a:spcPct val="50000"/>
              </a:spcBef>
              <a:buClrTx/>
              <a:buSzTx/>
              <a:buFontTx/>
              <a:buNone/>
              <a:defRPr/>
            </a:pPr>
            <a:r>
              <a:rPr kumimoji="0" lang="en-US" altLang="zh-CN" sz="4000" kern="1200" cap="none" spc="0" normalizeH="0" baseline="0" noProof="0" dirty="0">
                <a:solidFill>
                  <a:srgbClr val="C00000"/>
                </a:solidFill>
                <a:latin typeface="+mj-ea"/>
                <a:ea typeface="+mj-ea"/>
                <a:cs typeface="+mn-cs"/>
              </a:rPr>
              <a:t>7.2.1</a:t>
            </a:r>
            <a:r>
              <a:rPr kumimoji="0" lang="zh-CN" altLang="en-US" sz="4000" kern="1200" cap="none" spc="0" normalizeH="0" baseline="0" noProof="0" dirty="0">
                <a:solidFill>
                  <a:srgbClr val="C00000"/>
                </a:solidFill>
                <a:latin typeface="+mj-ea"/>
                <a:ea typeface="+mj-ea"/>
                <a:cs typeface="+mn-cs"/>
              </a:rPr>
              <a:t> 并行通信和串行通信</a:t>
            </a:r>
            <a:endParaRPr kumimoji="0" lang="zh-CN" altLang="en-US" sz="4000" kern="1200" cap="none" spc="0" normalizeH="0" baseline="0" noProof="0" dirty="0">
              <a:solidFill>
                <a:srgbClr val="C00000"/>
              </a:solidFill>
              <a:latin typeface="+mj-ea"/>
              <a:ea typeface="+mj-ea"/>
              <a:cs typeface="+mn-cs"/>
            </a:endParaRPr>
          </a:p>
        </p:txBody>
      </p:sp>
      <p:sp>
        <p:nvSpPr>
          <p:cNvPr id="5123" name="Rectangle 3"/>
          <p:cNvSpPr/>
          <p:nvPr/>
        </p:nvSpPr>
        <p:spPr>
          <a:xfrm>
            <a:off x="250825" y="3068638"/>
            <a:ext cx="8569325" cy="1524000"/>
          </a:xfrm>
          <a:prstGeom prst="rect">
            <a:avLst/>
          </a:prstGeom>
          <a:no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342900" lvl="0" indent="-342900" algn="just">
              <a:lnSpc>
                <a:spcPct val="100000"/>
              </a:lnSpc>
              <a:spcAft>
                <a:spcPct val="0"/>
              </a:spcAft>
              <a:buClrTx/>
              <a:buSzTx/>
              <a:buNone/>
            </a:pPr>
            <a:r>
              <a:rPr lang="en-US" altLang="zh-CN" b="0" dirty="0">
                <a:solidFill>
                  <a:schemeClr val="tx1"/>
                </a:solidFill>
                <a:latin typeface="Times New Roman" panose="02020603050405020304" pitchFamily="18" charset="0"/>
                <a:ea typeface="宋体" panose="02010600030101010101" pitchFamily="2" charset="-122"/>
              </a:rPr>
              <a:t> </a:t>
            </a:r>
            <a:r>
              <a:rPr lang="zh-CN" altLang="en-US" dirty="0">
                <a:solidFill>
                  <a:srgbClr val="0000FF"/>
                </a:solidFill>
                <a:latin typeface="Times New Roman" panose="02020603050405020304" pitchFamily="18" charset="0"/>
              </a:rPr>
              <a:t>通信</a:t>
            </a:r>
            <a:r>
              <a:rPr lang="zh-CN" altLang="en-US" dirty="0">
                <a:solidFill>
                  <a:schemeClr val="tx1"/>
                </a:solidFill>
                <a:latin typeface="楷体_GB2312" pitchFamily="1" charset="-122"/>
              </a:rPr>
              <a:t>指计算机与外设、计算机与计算机间的信息交换</a:t>
            </a:r>
            <a:endParaRPr lang="zh-CN" altLang="en-US" dirty="0">
              <a:solidFill>
                <a:schemeClr val="tx1"/>
              </a:solidFill>
              <a:latin typeface="楷体_GB2312" pitchFamily="1" charset="-122"/>
            </a:endParaRPr>
          </a:p>
          <a:p>
            <a:pPr marL="342900" lvl="0" indent="-342900" algn="just">
              <a:lnSpc>
                <a:spcPct val="100000"/>
              </a:lnSpc>
              <a:spcAft>
                <a:spcPct val="0"/>
              </a:spcAft>
              <a:buClrTx/>
              <a:buSzTx/>
              <a:buNone/>
            </a:pPr>
            <a:endParaRPr lang="zh-CN" altLang="en-US" dirty="0">
              <a:solidFill>
                <a:schemeClr val="tx1"/>
              </a:solidFill>
              <a:latin typeface="楷体_GB2312" pitchFamily="1" charset="-122"/>
            </a:endParaRPr>
          </a:p>
          <a:p>
            <a:pPr marL="342900" lvl="0" indent="-342900" algn="just">
              <a:lnSpc>
                <a:spcPct val="100000"/>
              </a:lnSpc>
              <a:spcAft>
                <a:spcPct val="0"/>
              </a:spcAft>
              <a:buClrTx/>
              <a:buSzTx/>
              <a:buNone/>
            </a:pPr>
            <a:r>
              <a:rPr lang="zh-CN" altLang="en-US" dirty="0">
                <a:solidFill>
                  <a:schemeClr val="tx1"/>
                </a:solidFill>
                <a:latin typeface="楷体_GB2312" pitchFamily="1" charset="-122"/>
              </a:rPr>
              <a:t> </a:t>
            </a:r>
            <a:r>
              <a:rPr lang="zh-CN" altLang="en-US" dirty="0">
                <a:solidFill>
                  <a:srgbClr val="0000FF"/>
                </a:solidFill>
                <a:latin typeface="Times New Roman" panose="02020603050405020304" pitchFamily="18" charset="0"/>
              </a:rPr>
              <a:t>通信的基本方法</a:t>
            </a:r>
            <a:r>
              <a:rPr lang="en-US" altLang="zh-CN" dirty="0">
                <a:solidFill>
                  <a:schemeClr val="tx1"/>
                </a:solidFill>
                <a:latin typeface="楷体_GB2312" pitchFamily="1" charset="-122"/>
              </a:rPr>
              <a:t>: </a:t>
            </a:r>
            <a:r>
              <a:rPr lang="zh-CN" altLang="en-US" dirty="0">
                <a:solidFill>
                  <a:srgbClr val="FF3300"/>
                </a:solidFill>
                <a:latin typeface="楷体_GB2312" pitchFamily="1" charset="-122"/>
              </a:rPr>
              <a:t>并行通信和串行通信</a:t>
            </a:r>
            <a:endParaRPr lang="zh-CN" altLang="en-US" dirty="0">
              <a:solidFill>
                <a:schemeClr val="tx1"/>
              </a:solidFill>
              <a:latin typeface="楷体_GB2312" pitchFamily="1" charset="-122"/>
            </a:endParaRP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5" fill="hold" grpId="0" nodeType="clickEffect">
                                  <p:stCondLst>
                                    <p:cond delay="0"/>
                                  </p:stCondLst>
                                  <p:childTnLst>
                                    <p:set>
                                      <p:cBhvr>
                                        <p:cTn id="6" dur="1" fill="hold">
                                          <p:stCondLst>
                                            <p:cond delay="0"/>
                                          </p:stCondLst>
                                        </p:cTn>
                                        <p:tgtEl>
                                          <p:spTgt spid="5123"/>
                                        </p:tgtEl>
                                        <p:attrNameLst>
                                          <p:attrName>style.visibility</p:attrName>
                                        </p:attrNameLst>
                                      </p:cBhvr>
                                      <p:to>
                                        <p:strVal val="visible"/>
                                      </p:to>
                                    </p:set>
                                    <p:animEffect transition="in" filter="blinds(vertical)">
                                      <p:cBhvr>
                                        <p:cTn id="7" dur="500"/>
                                        <p:tgtEl>
                                          <p:spTgt spid="51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3"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177" name="Text Box 9"/>
          <p:cNvSpPr txBox="1"/>
          <p:nvPr/>
        </p:nvSpPr>
        <p:spPr>
          <a:xfrm>
            <a:off x="660400" y="5157788"/>
            <a:ext cx="7010400" cy="118745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914400" lvl="2" indent="0">
              <a:lnSpc>
                <a:spcPct val="100000"/>
              </a:lnSpc>
              <a:spcBef>
                <a:spcPct val="0"/>
              </a:spcBef>
              <a:spcAft>
                <a:spcPct val="50000"/>
              </a:spcAft>
              <a:buClrTx/>
              <a:buSzTx/>
              <a:buNone/>
            </a:pPr>
            <a:r>
              <a:rPr lang="zh-CN" altLang="en-US" sz="2400" b="0" dirty="0">
                <a:solidFill>
                  <a:srgbClr val="000000"/>
                </a:solidFill>
                <a:latin typeface="Arial" panose="020B0604020202020204" pitchFamily="34" charset="0"/>
              </a:rPr>
              <a:t>数据的各位依次由源到达目的地 → </a:t>
            </a:r>
            <a:r>
              <a:rPr lang="zh-CN" altLang="en-US" sz="2400" b="0" dirty="0">
                <a:solidFill>
                  <a:srgbClr val="0000FF"/>
                </a:solidFill>
                <a:latin typeface="Arial" panose="020B0604020202020204" pitchFamily="34" charset="0"/>
              </a:rPr>
              <a:t>慢</a:t>
            </a:r>
            <a:endParaRPr lang="zh-CN" altLang="en-US" sz="2400" b="0" dirty="0">
              <a:solidFill>
                <a:srgbClr val="000000"/>
              </a:solidFill>
              <a:latin typeface="Arial" panose="020B0604020202020204" pitchFamily="34" charset="0"/>
            </a:endParaRPr>
          </a:p>
          <a:p>
            <a:pPr marL="914400" lvl="2" indent="0">
              <a:lnSpc>
                <a:spcPct val="100000"/>
              </a:lnSpc>
              <a:spcBef>
                <a:spcPct val="0"/>
              </a:spcBef>
              <a:spcAft>
                <a:spcPct val="50000"/>
              </a:spcAft>
              <a:buClrTx/>
              <a:buSzTx/>
              <a:buNone/>
            </a:pPr>
            <a:r>
              <a:rPr lang="zh-CN" altLang="en-US" sz="2400" b="0" dirty="0">
                <a:solidFill>
                  <a:srgbClr val="000000"/>
                </a:solidFill>
                <a:latin typeface="Arial" panose="020B0604020202020204" pitchFamily="34" charset="0"/>
              </a:rPr>
              <a:t>数据线少 → </a:t>
            </a:r>
            <a:r>
              <a:rPr lang="zh-CN" altLang="en-US" sz="2400" b="0" dirty="0">
                <a:solidFill>
                  <a:srgbClr val="0000FF"/>
                </a:solidFill>
                <a:latin typeface="Arial" panose="020B0604020202020204" pitchFamily="34" charset="0"/>
              </a:rPr>
              <a:t>远程</a:t>
            </a:r>
            <a:r>
              <a:rPr lang="en-US" altLang="zh-CN" sz="2400" b="0" dirty="0">
                <a:solidFill>
                  <a:srgbClr val="0000FF"/>
                </a:solidFill>
                <a:latin typeface="Arial" panose="020B0604020202020204" pitchFamily="34" charset="0"/>
              </a:rPr>
              <a:t>, </a:t>
            </a:r>
            <a:r>
              <a:rPr lang="zh-CN" altLang="en-US" sz="2400" b="0" dirty="0">
                <a:solidFill>
                  <a:srgbClr val="0000FF"/>
                </a:solidFill>
                <a:latin typeface="Arial" panose="020B0604020202020204" pitchFamily="34" charset="0"/>
              </a:rPr>
              <a:t>费用低</a:t>
            </a:r>
            <a:endParaRPr lang="zh-CN" altLang="en-US" sz="2400" b="0" dirty="0">
              <a:solidFill>
                <a:srgbClr val="000000"/>
              </a:solidFill>
              <a:latin typeface="Arial" panose="020B0604020202020204" pitchFamily="34" charset="0"/>
            </a:endParaRPr>
          </a:p>
        </p:txBody>
      </p:sp>
      <p:sp>
        <p:nvSpPr>
          <p:cNvPr id="142339" name="Text Box 2"/>
          <p:cNvSpPr txBox="1"/>
          <p:nvPr/>
        </p:nvSpPr>
        <p:spPr>
          <a:xfrm>
            <a:off x="900113" y="1136650"/>
            <a:ext cx="8077200" cy="129222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50000"/>
              </a:spcAft>
              <a:buClr>
                <a:srgbClr val="FF33CC"/>
              </a:buClr>
              <a:buSzPct val="90000"/>
              <a:buFont typeface="Arial" panose="020B0604020202020204" pitchFamily="34" charset="0"/>
              <a:buNone/>
            </a:pPr>
            <a:r>
              <a:rPr lang="zh-CN" altLang="en-US" sz="3600" b="0" dirty="0">
                <a:solidFill>
                  <a:srgbClr val="C00000"/>
                </a:solidFill>
                <a:latin typeface="隶书" panose="02010509060101010101" pitchFamily="49" charset="-122"/>
                <a:ea typeface="隶书" panose="02010509060101010101" pitchFamily="49" charset="-122"/>
              </a:rPr>
              <a:t>串行通信</a:t>
            </a:r>
            <a:endParaRPr lang="zh-CN" altLang="en-US" sz="3600" b="0" dirty="0">
              <a:solidFill>
                <a:srgbClr val="C00000"/>
              </a:solidFill>
              <a:latin typeface="隶书" panose="02010509060101010101" pitchFamily="49" charset="-122"/>
              <a:ea typeface="隶书" panose="02010509060101010101" pitchFamily="49" charset="-122"/>
            </a:endParaRPr>
          </a:p>
          <a:p>
            <a:pPr marL="457200" lvl="1" indent="0" eaLnBrk="1" hangingPunct="1">
              <a:lnSpc>
                <a:spcPct val="100000"/>
              </a:lnSpc>
              <a:spcBef>
                <a:spcPct val="0"/>
              </a:spcBef>
              <a:spcAft>
                <a:spcPct val="0"/>
              </a:spcAft>
              <a:buClrTx/>
              <a:buSzTx/>
              <a:buFont typeface="Arial" panose="020B0604020202020204" pitchFamily="34" charset="0"/>
              <a:buNone/>
            </a:pPr>
            <a:r>
              <a:rPr lang="zh-CN" altLang="en-US" b="0" dirty="0"/>
              <a:t> </a:t>
            </a:r>
            <a:r>
              <a:rPr lang="zh-CN" altLang="en-US" b="0" dirty="0">
                <a:solidFill>
                  <a:srgbClr val="000000"/>
                </a:solidFill>
              </a:rPr>
              <a:t>将数据的各位</a:t>
            </a:r>
            <a:r>
              <a:rPr lang="zh-CN" altLang="en-US" b="0" dirty="0">
                <a:solidFill>
                  <a:srgbClr val="FF3300"/>
                </a:solidFill>
              </a:rPr>
              <a:t>按时间顺序</a:t>
            </a:r>
            <a:r>
              <a:rPr lang="zh-CN" altLang="en-US" b="0" dirty="0">
                <a:solidFill>
                  <a:srgbClr val="000000"/>
                </a:solidFill>
              </a:rPr>
              <a:t>依次在</a:t>
            </a:r>
            <a:r>
              <a:rPr lang="zh-CN" altLang="en-US" b="0" dirty="0">
                <a:solidFill>
                  <a:srgbClr val="FF3300"/>
                </a:solidFill>
              </a:rPr>
              <a:t>一根传输线上</a:t>
            </a:r>
            <a:r>
              <a:rPr lang="zh-CN" altLang="en-US" b="0" dirty="0">
                <a:solidFill>
                  <a:srgbClr val="000000"/>
                </a:solidFill>
              </a:rPr>
              <a:t>传输。 </a:t>
            </a:r>
            <a:endParaRPr lang="zh-CN" altLang="en-US" b="0" dirty="0">
              <a:solidFill>
                <a:srgbClr val="000000"/>
              </a:solidFill>
            </a:endParaRPr>
          </a:p>
        </p:txBody>
      </p:sp>
      <p:sp>
        <p:nvSpPr>
          <p:cNvPr id="7173" name="Text Box 5"/>
          <p:cNvSpPr txBox="1"/>
          <p:nvPr/>
        </p:nvSpPr>
        <p:spPr>
          <a:xfrm>
            <a:off x="2820988" y="3425825"/>
            <a:ext cx="2111375" cy="349250"/>
          </a:xfrm>
          <a:prstGeom prst="rect">
            <a:avLst/>
          </a:prstGeom>
          <a:noFill/>
          <a:ln w="381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400" b="0" dirty="0">
                <a:solidFill>
                  <a:srgbClr val="FF00FF"/>
                </a:solidFill>
                <a:latin typeface="Arial" panose="020B0604020202020204" pitchFamily="34" charset="0"/>
              </a:rPr>
              <a:t>0 1 1 0 1 0 1 0</a:t>
            </a:r>
            <a:endParaRPr lang="en-US" altLang="zh-CN" sz="1800" b="0" dirty="0">
              <a:solidFill>
                <a:srgbClr val="000000"/>
              </a:solidFill>
              <a:latin typeface="Arial" panose="020B0604020202020204" pitchFamily="34" charset="0"/>
            </a:endParaRPr>
          </a:p>
        </p:txBody>
      </p:sp>
      <p:grpSp>
        <p:nvGrpSpPr>
          <p:cNvPr id="7211" name="Group 43"/>
          <p:cNvGrpSpPr/>
          <p:nvPr/>
        </p:nvGrpSpPr>
        <p:grpSpPr>
          <a:xfrm>
            <a:off x="1385888" y="2481263"/>
            <a:ext cx="5867400" cy="2603500"/>
            <a:chOff x="816" y="960"/>
            <a:chExt cx="3696" cy="1640"/>
          </a:xfrm>
        </p:grpSpPr>
        <p:sp>
          <p:nvSpPr>
            <p:cNvPr id="142343" name="Line 22"/>
            <p:cNvSpPr/>
            <p:nvPr/>
          </p:nvSpPr>
          <p:spPr>
            <a:xfrm flipV="1">
              <a:off x="1544" y="1790"/>
              <a:ext cx="2240" cy="7"/>
            </a:xfrm>
            <a:prstGeom prst="line">
              <a:avLst/>
            </a:prstGeom>
            <a:ln w="38100" cap="flat" cmpd="sng">
              <a:solidFill>
                <a:srgbClr val="0000FF"/>
              </a:solidFill>
              <a:prstDash val="solid"/>
              <a:headEnd type="none" w="med" len="med"/>
              <a:tailEnd type="none" w="med" len="med"/>
            </a:ln>
          </p:spPr>
        </p:sp>
        <p:grpSp>
          <p:nvGrpSpPr>
            <p:cNvPr id="142344" name="Group 42"/>
            <p:cNvGrpSpPr/>
            <p:nvPr/>
          </p:nvGrpSpPr>
          <p:grpSpPr>
            <a:xfrm>
              <a:off x="816" y="960"/>
              <a:ext cx="3696" cy="1640"/>
              <a:chOff x="816" y="1179"/>
              <a:chExt cx="3696" cy="1640"/>
            </a:xfrm>
          </p:grpSpPr>
          <p:grpSp>
            <p:nvGrpSpPr>
              <p:cNvPr id="142345" name="Group 41"/>
              <p:cNvGrpSpPr/>
              <p:nvPr/>
            </p:nvGrpSpPr>
            <p:grpSpPr>
              <a:xfrm>
                <a:off x="3792" y="1179"/>
                <a:ext cx="720" cy="1640"/>
                <a:chOff x="3792" y="1179"/>
                <a:chExt cx="720" cy="1640"/>
              </a:xfrm>
            </p:grpSpPr>
            <p:sp>
              <p:nvSpPr>
                <p:cNvPr id="142350" name="Text Box 15"/>
                <p:cNvSpPr txBox="1"/>
                <p:nvPr/>
              </p:nvSpPr>
              <p:spPr>
                <a:xfrm>
                  <a:off x="3792" y="1179"/>
                  <a:ext cx="712" cy="1640"/>
                </a:xfrm>
                <a:prstGeom prst="rect">
                  <a:avLst/>
                </a:prstGeom>
                <a:solidFill>
                  <a:srgbClr val="CCFFCC"/>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en-US" altLang="zh-CN" sz="1000" b="0" dirty="0">
                    <a:solidFill>
                      <a:srgbClr val="000000"/>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000" b="0" dirty="0">
                    <a:solidFill>
                      <a:srgbClr val="000000"/>
                    </a:solidFill>
                    <a:latin typeface="Arial" panose="020B0604020202020204" pitchFamily="34" charset="0"/>
                  </a:endParaRPr>
                </a:p>
                <a:p>
                  <a:pPr marL="0" lvl="0" indent="0" algn="r">
                    <a:lnSpc>
                      <a:spcPct val="100000"/>
                    </a:lnSpc>
                    <a:spcBef>
                      <a:spcPct val="0"/>
                    </a:spcBef>
                    <a:spcAft>
                      <a:spcPct val="0"/>
                    </a:spcAft>
                    <a:buClrTx/>
                    <a:buSzTx/>
                    <a:buNone/>
                  </a:pPr>
                  <a:endParaRPr lang="en-US" altLang="zh-CN" sz="1800" b="0" dirty="0">
                    <a:solidFill>
                      <a:srgbClr val="000000"/>
                    </a:solidFill>
                    <a:latin typeface="Arial" panose="020B0604020202020204" pitchFamily="34" charset="0"/>
                  </a:endParaRPr>
                </a:p>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     </a:t>
                  </a:r>
                  <a:endParaRPr lang="en-US" altLang="zh-CN" sz="1800" b="0" dirty="0">
                    <a:solidFill>
                      <a:srgbClr val="000000"/>
                    </a:solidFill>
                    <a:latin typeface="Arial" panose="020B0604020202020204" pitchFamily="34" charset="0"/>
                  </a:endParaRPr>
                </a:p>
              </p:txBody>
            </p:sp>
            <p:sp>
              <p:nvSpPr>
                <p:cNvPr id="142351" name="Text Box 32"/>
                <p:cNvSpPr txBox="1"/>
                <p:nvPr/>
              </p:nvSpPr>
              <p:spPr>
                <a:xfrm>
                  <a:off x="3840" y="1907"/>
                  <a:ext cx="336" cy="205"/>
                </a:xfrm>
                <a:prstGeom prst="rect">
                  <a:avLst/>
                </a:prstGeom>
                <a:noFill/>
                <a:ln w="381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90000"/>
                    </a:lnSpc>
                    <a:spcBef>
                      <a:spcPct val="0"/>
                    </a:spcBef>
                    <a:spcAft>
                      <a:spcPct val="0"/>
                    </a:spcAft>
                    <a:buClrTx/>
                    <a:buSzTx/>
                    <a:buNone/>
                  </a:pPr>
                  <a:r>
                    <a:rPr lang="en-US" altLang="zh-CN" sz="1800" b="0" dirty="0">
                      <a:solidFill>
                        <a:schemeClr val="tx1"/>
                      </a:solidFill>
                      <a:latin typeface="Arial" panose="020B0604020202020204" pitchFamily="34" charset="0"/>
                    </a:rPr>
                    <a:t>RD</a:t>
                  </a:r>
                  <a:endParaRPr lang="en-US" altLang="zh-CN" sz="1800" b="0" dirty="0">
                    <a:solidFill>
                      <a:schemeClr val="tx1"/>
                    </a:solidFill>
                    <a:latin typeface="Arial" panose="020B0604020202020204" pitchFamily="34" charset="0"/>
                  </a:endParaRPr>
                </a:p>
                <a:p>
                  <a:pPr marL="0" lvl="0" indent="0">
                    <a:lnSpc>
                      <a:spcPct val="90000"/>
                    </a:lnSpc>
                    <a:spcBef>
                      <a:spcPct val="0"/>
                    </a:spcBef>
                    <a:spcAft>
                      <a:spcPct val="0"/>
                    </a:spcAft>
                    <a:buClrTx/>
                    <a:buSzTx/>
                    <a:buNone/>
                  </a:pPr>
                  <a:endParaRPr lang="en-US" altLang="zh-CN" sz="1800" b="0" dirty="0">
                    <a:solidFill>
                      <a:srgbClr val="000000"/>
                    </a:solidFill>
                    <a:latin typeface="Arial" panose="020B0604020202020204" pitchFamily="34" charset="0"/>
                  </a:endParaRPr>
                </a:p>
              </p:txBody>
            </p:sp>
            <p:sp>
              <p:nvSpPr>
                <p:cNvPr id="142352" name="Text Box 34"/>
                <p:cNvSpPr txBox="1"/>
                <p:nvPr/>
              </p:nvSpPr>
              <p:spPr>
                <a:xfrm>
                  <a:off x="4272" y="1763"/>
                  <a:ext cx="240" cy="480"/>
                </a:xfrm>
                <a:prstGeom prst="rect">
                  <a:avLst/>
                </a:prstGeom>
                <a:noFill/>
                <a:ln w="381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chemeClr val="tx1"/>
                      </a:solidFill>
                      <a:latin typeface="Arial" panose="020B0604020202020204" pitchFamily="34" charset="0"/>
                    </a:rPr>
                    <a:t>目</a:t>
                  </a:r>
                  <a:endParaRPr lang="zh-CN" altLang="en-US" sz="1800" b="0" dirty="0">
                    <a:solidFill>
                      <a:schemeClr val="tx1"/>
                    </a:solidFill>
                    <a:latin typeface="Arial" panose="020B0604020202020204" pitchFamily="34" charset="0"/>
                  </a:endParaRPr>
                </a:p>
                <a:p>
                  <a:pPr marL="0" lvl="0" indent="0">
                    <a:lnSpc>
                      <a:spcPct val="100000"/>
                    </a:lnSpc>
                    <a:spcBef>
                      <a:spcPct val="0"/>
                    </a:spcBef>
                    <a:spcAft>
                      <a:spcPct val="0"/>
                    </a:spcAft>
                    <a:buClrTx/>
                    <a:buSzTx/>
                    <a:buNone/>
                  </a:pPr>
                  <a:r>
                    <a:rPr lang="zh-CN" altLang="en-US" sz="1800" b="0" dirty="0">
                      <a:solidFill>
                        <a:schemeClr val="tx1"/>
                      </a:solidFill>
                      <a:latin typeface="Arial" panose="020B0604020202020204" pitchFamily="34" charset="0"/>
                    </a:rPr>
                    <a:t>的</a:t>
                  </a:r>
                  <a:endParaRPr lang="zh-CN" altLang="en-US" sz="1800" b="0" dirty="0">
                    <a:solidFill>
                      <a:srgbClr val="000000"/>
                    </a:solidFill>
                    <a:latin typeface="Arial" panose="020B0604020202020204" pitchFamily="34" charset="0"/>
                  </a:endParaRPr>
                </a:p>
              </p:txBody>
            </p:sp>
          </p:grpSp>
          <p:grpSp>
            <p:nvGrpSpPr>
              <p:cNvPr id="142346" name="Group 40"/>
              <p:cNvGrpSpPr/>
              <p:nvPr/>
            </p:nvGrpSpPr>
            <p:grpSpPr>
              <a:xfrm>
                <a:off x="816" y="1187"/>
                <a:ext cx="712" cy="1632"/>
                <a:chOff x="816" y="1187"/>
                <a:chExt cx="712" cy="1632"/>
              </a:xfrm>
            </p:grpSpPr>
            <p:sp>
              <p:nvSpPr>
                <p:cNvPr id="142347" name="Text Box 14"/>
                <p:cNvSpPr txBox="1"/>
                <p:nvPr/>
              </p:nvSpPr>
              <p:spPr>
                <a:xfrm>
                  <a:off x="816" y="1187"/>
                  <a:ext cx="712" cy="1632"/>
                </a:xfrm>
                <a:prstGeom prst="rect">
                  <a:avLst/>
                </a:prstGeom>
                <a:solidFill>
                  <a:srgbClr val="FFFF99"/>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en-US" altLang="zh-CN" sz="1000" b="0" dirty="0">
                    <a:solidFill>
                      <a:srgbClr val="000000"/>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000" b="0" dirty="0">
                    <a:solidFill>
                      <a:srgbClr val="000000"/>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000" b="0" dirty="0">
                    <a:solidFill>
                      <a:srgbClr val="000000"/>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800" b="0" dirty="0">
                    <a:solidFill>
                      <a:srgbClr val="000000"/>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800" b="0" dirty="0">
                    <a:solidFill>
                      <a:srgbClr val="000000"/>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800" b="0" dirty="0">
                    <a:solidFill>
                      <a:srgbClr val="000000"/>
                    </a:solidFill>
                    <a:latin typeface="Arial" panose="020B0604020202020204" pitchFamily="34" charset="0"/>
                  </a:endParaRPr>
                </a:p>
              </p:txBody>
            </p:sp>
            <p:sp>
              <p:nvSpPr>
                <p:cNvPr id="142348" name="Text Box 33"/>
                <p:cNvSpPr txBox="1"/>
                <p:nvPr/>
              </p:nvSpPr>
              <p:spPr>
                <a:xfrm>
                  <a:off x="1104" y="1907"/>
                  <a:ext cx="336" cy="253"/>
                </a:xfrm>
                <a:prstGeom prst="rect">
                  <a:avLst/>
                </a:prstGeom>
                <a:noFill/>
                <a:ln w="381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90000"/>
                    </a:lnSpc>
                    <a:spcBef>
                      <a:spcPct val="0"/>
                    </a:spcBef>
                    <a:spcAft>
                      <a:spcPct val="0"/>
                    </a:spcAft>
                    <a:buClrTx/>
                    <a:buSzTx/>
                    <a:buNone/>
                  </a:pPr>
                  <a:r>
                    <a:rPr lang="en-US" altLang="zh-CN" sz="1800" b="0" dirty="0">
                      <a:solidFill>
                        <a:srgbClr val="000000"/>
                      </a:solidFill>
                      <a:latin typeface="Arial" panose="020B0604020202020204" pitchFamily="34" charset="0"/>
                    </a:rPr>
                    <a:t>TD</a:t>
                  </a:r>
                  <a:endParaRPr lang="en-US" altLang="zh-CN" sz="1800" b="0" dirty="0">
                    <a:solidFill>
                      <a:srgbClr val="000000"/>
                    </a:solidFill>
                    <a:latin typeface="Arial" panose="020B0604020202020204" pitchFamily="34" charset="0"/>
                  </a:endParaRPr>
                </a:p>
              </p:txBody>
            </p:sp>
            <p:sp>
              <p:nvSpPr>
                <p:cNvPr id="142349" name="Text Box 35"/>
                <p:cNvSpPr txBox="1"/>
                <p:nvPr/>
              </p:nvSpPr>
              <p:spPr>
                <a:xfrm>
                  <a:off x="864" y="1872"/>
                  <a:ext cx="240" cy="192"/>
                </a:xfrm>
                <a:prstGeom prst="rect">
                  <a:avLst/>
                </a:prstGeom>
                <a:noFill/>
                <a:ln w="381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chemeClr val="tx1"/>
                      </a:solidFill>
                      <a:latin typeface="Arial" panose="020B0604020202020204" pitchFamily="34" charset="0"/>
                    </a:rPr>
                    <a:t>源</a:t>
                  </a:r>
                  <a:endParaRPr lang="zh-CN" altLang="en-US" sz="1800" b="0" dirty="0">
                    <a:solidFill>
                      <a:schemeClr val="tx1"/>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800" b="0" dirty="0">
                    <a:solidFill>
                      <a:srgbClr val="000000"/>
                    </a:solidFill>
                    <a:latin typeface="Arial" panose="020B0604020202020204" pitchFamily="34" charset="0"/>
                  </a:endParaRPr>
                </a:p>
              </p:txBody>
            </p:sp>
          </p:grpSp>
        </p:grpSp>
      </p:grpSp>
      <p:sp>
        <p:nvSpPr>
          <p:cNvPr id="142342" name="Rectangle 44"/>
          <p:cNvSpPr/>
          <p:nvPr/>
        </p:nvSpPr>
        <p:spPr>
          <a:xfrm>
            <a:off x="1382713" y="6097588"/>
            <a:ext cx="5565775" cy="733425"/>
          </a:xfrm>
          <a:prstGeom prst="rect">
            <a:avLst/>
          </a:prstGeom>
          <a:noFill/>
          <a:ln w="38100">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50000"/>
              </a:spcAft>
              <a:buClrTx/>
              <a:buSzTx/>
              <a:buNone/>
            </a:pPr>
            <a:r>
              <a:rPr lang="zh-CN" altLang="en-US" b="0" dirty="0">
                <a:solidFill>
                  <a:srgbClr val="0000FF"/>
                </a:solidFill>
                <a:latin typeface="Arial" panose="020B0604020202020204" pitchFamily="34" charset="0"/>
              </a:rPr>
              <a:t>串行通信</a:t>
            </a:r>
            <a:r>
              <a:rPr lang="zh-CN" altLang="en-US" b="0" dirty="0">
                <a:solidFill>
                  <a:srgbClr val="000000"/>
                </a:solidFill>
                <a:latin typeface="Arial" panose="020B0604020202020204" pitchFamily="34" charset="0"/>
              </a:rPr>
              <a:t>适于</a:t>
            </a:r>
            <a:r>
              <a:rPr lang="zh-CN" altLang="en-US" b="0" dirty="0">
                <a:solidFill>
                  <a:srgbClr val="FF3300"/>
                </a:solidFill>
                <a:latin typeface="Arial" panose="020B0604020202020204" pitchFamily="34" charset="0"/>
              </a:rPr>
              <a:t>长距离</a:t>
            </a:r>
            <a:r>
              <a:rPr lang="zh-CN" altLang="en-US" b="0" dirty="0">
                <a:solidFill>
                  <a:srgbClr val="000000"/>
                </a:solidFill>
                <a:latin typeface="Arial" panose="020B0604020202020204" pitchFamily="34" charset="0"/>
              </a:rPr>
              <a:t>、</a:t>
            </a:r>
            <a:r>
              <a:rPr lang="zh-CN" altLang="en-US" b="0" dirty="0">
                <a:solidFill>
                  <a:srgbClr val="FF3300"/>
                </a:solidFill>
                <a:latin typeface="Arial" panose="020B0604020202020204" pitchFamily="34" charset="0"/>
              </a:rPr>
              <a:t>中低速</a:t>
            </a:r>
            <a:r>
              <a:rPr lang="zh-CN" altLang="en-US" b="0" dirty="0">
                <a:solidFill>
                  <a:srgbClr val="000000"/>
                </a:solidFill>
                <a:latin typeface="Arial" panose="020B0604020202020204" pitchFamily="34" charset="0"/>
              </a:rPr>
              <a:t>通信</a:t>
            </a:r>
            <a:endParaRPr lang="zh-CN" altLang="en-US" b="0" dirty="0">
              <a:solidFill>
                <a:srgbClr val="000000"/>
              </a:solidFill>
              <a:latin typeface="Arial" panose="020B0604020202020204" pitchFamily="34" charset="0"/>
            </a:endParaRP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721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3" presetClass="entr" presetSubtype="5" fill="hold" grpId="0" nodeType="clickEffect">
                                  <p:stCondLst>
                                    <p:cond delay="0"/>
                                  </p:stCondLst>
                                  <p:childTnLst>
                                    <p:set>
                                      <p:cBhvr>
                                        <p:cTn id="10" dur="1" fill="hold">
                                          <p:stCondLst>
                                            <p:cond delay="0"/>
                                          </p:stCondLst>
                                        </p:cTn>
                                        <p:tgtEl>
                                          <p:spTgt spid="7173"/>
                                        </p:tgtEl>
                                        <p:attrNameLst>
                                          <p:attrName>style.visibility</p:attrName>
                                        </p:attrNameLst>
                                      </p:cBhvr>
                                      <p:to>
                                        <p:strVal val="visible"/>
                                      </p:to>
                                    </p:set>
                                    <p:animEffect transition="in" filter="blinds(vertical)">
                                      <p:cBhvr>
                                        <p:cTn id="11" dur="500"/>
                                        <p:tgtEl>
                                          <p:spTgt spid="7173"/>
                                        </p:tgtEl>
                                      </p:cBhvr>
                                    </p:animEffect>
                                  </p:childTnLst>
                                </p:cTn>
                              </p:par>
                            </p:childTnLst>
                          </p:cTn>
                        </p:par>
                      </p:childTnLst>
                    </p:cTn>
                  </p:par>
                  <p:par>
                    <p:cTn id="12" fill="hold">
                      <p:stCondLst>
                        <p:cond delay="indefinite"/>
                      </p:stCondLst>
                      <p:childTnLst>
                        <p:par>
                          <p:cTn id="13" fill="hold">
                            <p:stCondLst>
                              <p:cond delay="0"/>
                            </p:stCondLst>
                            <p:childTnLst>
                              <p:par>
                                <p:cTn id="14" presetID="3" presetClass="entr" presetSubtype="5" fill="hold" grpId="0" nodeType="clickEffect">
                                  <p:stCondLst>
                                    <p:cond delay="0"/>
                                  </p:stCondLst>
                                  <p:childTnLst>
                                    <p:set>
                                      <p:cBhvr>
                                        <p:cTn id="15" dur="1" fill="hold">
                                          <p:stCondLst>
                                            <p:cond delay="0"/>
                                          </p:stCondLst>
                                        </p:cTn>
                                        <p:tgtEl>
                                          <p:spTgt spid="7177"/>
                                        </p:tgtEl>
                                        <p:attrNameLst>
                                          <p:attrName>style.visibility</p:attrName>
                                        </p:attrNameLst>
                                      </p:cBhvr>
                                      <p:to>
                                        <p:strVal val="visible"/>
                                      </p:to>
                                    </p:set>
                                    <p:animEffect transition="in" filter="blinds(vertical)">
                                      <p:cBhvr>
                                        <p:cTn id="16" dur="500"/>
                                        <p:tgtEl>
                                          <p:spTgt spid="71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7" grpId="0"/>
      <p:bldP spid="7173"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6184" name="Text Box 40"/>
          <p:cNvSpPr txBox="1"/>
          <p:nvPr/>
        </p:nvSpPr>
        <p:spPr>
          <a:xfrm>
            <a:off x="755650" y="5221288"/>
            <a:ext cx="7543800" cy="10160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914400" lvl="2" indent="0">
              <a:lnSpc>
                <a:spcPct val="100000"/>
              </a:lnSpc>
              <a:spcBef>
                <a:spcPct val="0"/>
              </a:spcBef>
              <a:spcAft>
                <a:spcPct val="50000"/>
              </a:spcAft>
              <a:buClrTx/>
              <a:buSzTx/>
              <a:buNone/>
            </a:pPr>
            <a:r>
              <a:rPr lang="zh-CN" altLang="en-US" sz="2400" b="0" dirty="0">
                <a:solidFill>
                  <a:srgbClr val="000000"/>
                </a:solidFill>
                <a:latin typeface="Arial" panose="020B0604020202020204" pitchFamily="34" charset="0"/>
              </a:rPr>
              <a:t>数据的各位同时由源到达目的地 </a:t>
            </a:r>
            <a:r>
              <a:rPr lang="zh-CN" altLang="en-US" sz="2400" b="0" dirty="0">
                <a:solidFill>
                  <a:schemeClr val="tx1"/>
                </a:solidFill>
                <a:latin typeface="Arial" panose="020B0604020202020204" pitchFamily="34" charset="0"/>
              </a:rPr>
              <a:t>→</a:t>
            </a:r>
            <a:r>
              <a:rPr lang="zh-CN" altLang="en-US" sz="2400" b="0" dirty="0">
                <a:solidFill>
                  <a:srgbClr val="000000"/>
                </a:solidFill>
                <a:latin typeface="Arial" panose="020B0604020202020204" pitchFamily="34" charset="0"/>
              </a:rPr>
              <a:t> </a:t>
            </a:r>
            <a:r>
              <a:rPr lang="zh-CN" altLang="en-US" sz="2400" b="0" dirty="0">
                <a:solidFill>
                  <a:srgbClr val="0000FF"/>
                </a:solidFill>
                <a:latin typeface="Arial" panose="020B0604020202020204" pitchFamily="34" charset="0"/>
              </a:rPr>
              <a:t>快</a:t>
            </a:r>
            <a:endParaRPr lang="zh-CN" altLang="en-US" sz="2400" b="0" dirty="0">
              <a:solidFill>
                <a:srgbClr val="000000"/>
              </a:solidFill>
              <a:latin typeface="Arial" panose="020B0604020202020204" pitchFamily="34" charset="0"/>
            </a:endParaRPr>
          </a:p>
          <a:p>
            <a:pPr marL="914400" lvl="2" indent="0">
              <a:lnSpc>
                <a:spcPct val="100000"/>
              </a:lnSpc>
              <a:spcBef>
                <a:spcPct val="0"/>
              </a:spcBef>
              <a:spcAft>
                <a:spcPct val="50000"/>
              </a:spcAft>
              <a:buClrTx/>
              <a:buSzTx/>
              <a:buNone/>
            </a:pPr>
            <a:r>
              <a:rPr lang="zh-CN" altLang="en-US" sz="2400" b="0" dirty="0">
                <a:solidFill>
                  <a:srgbClr val="000000"/>
                </a:solidFill>
                <a:latin typeface="Arial" panose="020B0604020202020204" pitchFamily="34" charset="0"/>
              </a:rPr>
              <a:t>多根数据线 </a:t>
            </a:r>
            <a:r>
              <a:rPr lang="zh-CN" altLang="en-US" sz="2400" b="0" dirty="0">
                <a:solidFill>
                  <a:schemeClr val="tx1"/>
                </a:solidFill>
                <a:latin typeface="Arial" panose="020B0604020202020204" pitchFamily="34" charset="0"/>
              </a:rPr>
              <a:t>→</a:t>
            </a:r>
            <a:r>
              <a:rPr lang="zh-CN" altLang="en-US" sz="2400" b="0" dirty="0">
                <a:solidFill>
                  <a:srgbClr val="000000"/>
                </a:solidFill>
                <a:latin typeface="Arial" panose="020B0604020202020204" pitchFamily="34" charset="0"/>
              </a:rPr>
              <a:t> </a:t>
            </a:r>
            <a:r>
              <a:rPr lang="zh-CN" altLang="en-US" sz="2400" b="0" dirty="0">
                <a:solidFill>
                  <a:srgbClr val="0000FF"/>
                </a:solidFill>
                <a:latin typeface="Arial" panose="020B0604020202020204" pitchFamily="34" charset="0"/>
              </a:rPr>
              <a:t>距离短、远程费用高</a:t>
            </a:r>
            <a:endParaRPr lang="zh-CN" altLang="en-US" sz="2400" b="0" dirty="0">
              <a:solidFill>
                <a:srgbClr val="0000FF"/>
              </a:solidFill>
              <a:latin typeface="Arial" panose="020B0604020202020204" pitchFamily="34" charset="0"/>
            </a:endParaRPr>
          </a:p>
        </p:txBody>
      </p:sp>
      <p:sp>
        <p:nvSpPr>
          <p:cNvPr id="143363" name="Text Box 2"/>
          <p:cNvSpPr txBox="1"/>
          <p:nvPr/>
        </p:nvSpPr>
        <p:spPr>
          <a:xfrm>
            <a:off x="762000" y="1100138"/>
            <a:ext cx="8458200" cy="1385887"/>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50000"/>
              </a:spcAft>
              <a:buClr>
                <a:srgbClr val="FF33CC"/>
              </a:buClr>
              <a:buSzPct val="90000"/>
              <a:buFont typeface="Arial" panose="020B0604020202020204" pitchFamily="34" charset="0"/>
              <a:buNone/>
            </a:pPr>
            <a:r>
              <a:rPr lang="zh-CN" altLang="en-US" sz="4000" b="0" dirty="0">
                <a:solidFill>
                  <a:srgbClr val="C00000"/>
                </a:solidFill>
                <a:latin typeface="隶书" panose="02010509060101010101" pitchFamily="49" charset="-122"/>
                <a:ea typeface="隶书" panose="02010509060101010101" pitchFamily="49" charset="-122"/>
              </a:rPr>
              <a:t>  并行通信</a:t>
            </a:r>
            <a:endParaRPr lang="zh-CN" altLang="en-US" sz="4000" b="0" dirty="0">
              <a:solidFill>
                <a:srgbClr val="C00000"/>
              </a:solidFill>
              <a:latin typeface="隶书" panose="02010509060101010101" pitchFamily="49" charset="-122"/>
              <a:ea typeface="隶书" panose="02010509060101010101" pitchFamily="49" charset="-122"/>
            </a:endParaRPr>
          </a:p>
          <a:p>
            <a:pPr marL="457200" lvl="1" indent="0" eaLnBrk="1" hangingPunct="1">
              <a:lnSpc>
                <a:spcPct val="100000"/>
              </a:lnSpc>
              <a:spcBef>
                <a:spcPct val="0"/>
              </a:spcBef>
              <a:spcAft>
                <a:spcPct val="0"/>
              </a:spcAft>
              <a:buClrTx/>
              <a:buSzTx/>
              <a:buFont typeface="Arial" panose="020B0604020202020204" pitchFamily="34" charset="0"/>
              <a:buNone/>
            </a:pPr>
            <a:r>
              <a:rPr lang="zh-CN" altLang="en-US" b="0" dirty="0">
                <a:solidFill>
                  <a:srgbClr val="000000"/>
                </a:solidFill>
              </a:rPr>
              <a:t>   将数据的各位</a:t>
            </a:r>
            <a:r>
              <a:rPr lang="zh-CN" altLang="en-US" b="0" dirty="0">
                <a:solidFill>
                  <a:srgbClr val="FF3300"/>
                </a:solidFill>
              </a:rPr>
              <a:t>同时</a:t>
            </a:r>
            <a:r>
              <a:rPr lang="zh-CN" altLang="en-US" b="0" dirty="0">
                <a:solidFill>
                  <a:srgbClr val="000000"/>
                </a:solidFill>
              </a:rPr>
              <a:t>在</a:t>
            </a:r>
            <a:r>
              <a:rPr lang="zh-CN" altLang="en-US" b="0" dirty="0">
                <a:solidFill>
                  <a:srgbClr val="FF3300"/>
                </a:solidFill>
              </a:rPr>
              <a:t>多根并行传输线上</a:t>
            </a:r>
            <a:r>
              <a:rPr lang="zh-CN" altLang="en-US" b="0" dirty="0">
                <a:solidFill>
                  <a:srgbClr val="000000"/>
                </a:solidFill>
              </a:rPr>
              <a:t>进行传输。</a:t>
            </a:r>
            <a:endParaRPr lang="zh-CN" altLang="en-US" b="0" dirty="0">
              <a:solidFill>
                <a:srgbClr val="000000"/>
              </a:solidFill>
            </a:endParaRPr>
          </a:p>
        </p:txBody>
      </p:sp>
      <p:grpSp>
        <p:nvGrpSpPr>
          <p:cNvPr id="6203" name="Group 59"/>
          <p:cNvGrpSpPr/>
          <p:nvPr/>
        </p:nvGrpSpPr>
        <p:grpSpPr>
          <a:xfrm>
            <a:off x="2559050" y="2511425"/>
            <a:ext cx="3556000" cy="2417763"/>
            <a:chOff x="1592" y="912"/>
            <a:chExt cx="2240" cy="1523"/>
          </a:xfrm>
        </p:grpSpPr>
        <p:grpSp>
          <p:nvGrpSpPr>
            <p:cNvPr id="143375" name="Group 57"/>
            <p:cNvGrpSpPr/>
            <p:nvPr/>
          </p:nvGrpSpPr>
          <p:grpSpPr>
            <a:xfrm>
              <a:off x="1592" y="1104"/>
              <a:ext cx="2240" cy="1331"/>
              <a:chOff x="1592" y="1104"/>
              <a:chExt cx="2240" cy="1331"/>
            </a:xfrm>
          </p:grpSpPr>
          <p:sp>
            <p:nvSpPr>
              <p:cNvPr id="143385" name="Line 8"/>
              <p:cNvSpPr/>
              <p:nvPr/>
            </p:nvSpPr>
            <p:spPr>
              <a:xfrm flipV="1">
                <a:off x="1592" y="1104"/>
                <a:ext cx="2240" cy="6"/>
              </a:xfrm>
              <a:prstGeom prst="line">
                <a:avLst/>
              </a:prstGeom>
              <a:ln w="38100" cap="flat" cmpd="sng">
                <a:solidFill>
                  <a:srgbClr val="0000FF"/>
                </a:solidFill>
                <a:prstDash val="solid"/>
                <a:headEnd type="none" w="med" len="med"/>
                <a:tailEnd type="none" w="med" len="med"/>
              </a:ln>
            </p:spPr>
          </p:sp>
          <p:sp>
            <p:nvSpPr>
              <p:cNvPr id="143386" name="Line 11"/>
              <p:cNvSpPr/>
              <p:nvPr/>
            </p:nvSpPr>
            <p:spPr>
              <a:xfrm flipV="1">
                <a:off x="1592" y="1292"/>
                <a:ext cx="2240" cy="6"/>
              </a:xfrm>
              <a:prstGeom prst="line">
                <a:avLst/>
              </a:prstGeom>
              <a:ln w="38100" cap="flat" cmpd="sng">
                <a:solidFill>
                  <a:srgbClr val="0000FF"/>
                </a:solidFill>
                <a:prstDash val="solid"/>
                <a:headEnd type="none" w="med" len="med"/>
                <a:tailEnd type="none" w="med" len="med"/>
              </a:ln>
            </p:spPr>
          </p:sp>
          <p:sp>
            <p:nvSpPr>
              <p:cNvPr id="143387" name="Line 15"/>
              <p:cNvSpPr/>
              <p:nvPr/>
            </p:nvSpPr>
            <p:spPr>
              <a:xfrm flipV="1">
                <a:off x="1592" y="1487"/>
                <a:ext cx="2240" cy="7"/>
              </a:xfrm>
              <a:prstGeom prst="line">
                <a:avLst/>
              </a:prstGeom>
              <a:ln w="38100" cap="flat" cmpd="sng">
                <a:solidFill>
                  <a:srgbClr val="0000FF"/>
                </a:solidFill>
                <a:prstDash val="solid"/>
                <a:headEnd type="none" w="med" len="med"/>
                <a:tailEnd type="none" w="med" len="med"/>
              </a:ln>
            </p:spPr>
          </p:sp>
          <p:sp>
            <p:nvSpPr>
              <p:cNvPr id="143388" name="Line 19"/>
              <p:cNvSpPr/>
              <p:nvPr/>
            </p:nvSpPr>
            <p:spPr>
              <a:xfrm flipV="1">
                <a:off x="1592" y="1675"/>
                <a:ext cx="2240" cy="7"/>
              </a:xfrm>
              <a:prstGeom prst="line">
                <a:avLst/>
              </a:prstGeom>
              <a:ln w="38100" cap="flat" cmpd="sng">
                <a:solidFill>
                  <a:srgbClr val="0000FF"/>
                </a:solidFill>
                <a:prstDash val="solid"/>
                <a:headEnd type="none" w="med" len="med"/>
                <a:tailEnd type="none" w="med" len="med"/>
              </a:ln>
            </p:spPr>
          </p:sp>
          <p:sp>
            <p:nvSpPr>
              <p:cNvPr id="143389" name="Line 23"/>
              <p:cNvSpPr/>
              <p:nvPr/>
            </p:nvSpPr>
            <p:spPr>
              <a:xfrm flipV="1">
                <a:off x="1592" y="1856"/>
                <a:ext cx="2240" cy="7"/>
              </a:xfrm>
              <a:prstGeom prst="line">
                <a:avLst/>
              </a:prstGeom>
              <a:ln w="38100" cap="flat" cmpd="sng">
                <a:solidFill>
                  <a:srgbClr val="0000FF"/>
                </a:solidFill>
                <a:prstDash val="solid"/>
                <a:headEnd type="none" w="med" len="med"/>
                <a:tailEnd type="none" w="med" len="med"/>
              </a:ln>
            </p:spPr>
          </p:sp>
          <p:sp>
            <p:nvSpPr>
              <p:cNvPr id="143390" name="Line 27"/>
              <p:cNvSpPr/>
              <p:nvPr/>
            </p:nvSpPr>
            <p:spPr>
              <a:xfrm flipV="1">
                <a:off x="1592" y="2044"/>
                <a:ext cx="2240" cy="7"/>
              </a:xfrm>
              <a:prstGeom prst="line">
                <a:avLst/>
              </a:prstGeom>
              <a:ln w="38100" cap="flat" cmpd="sng">
                <a:solidFill>
                  <a:srgbClr val="0000FF"/>
                </a:solidFill>
                <a:prstDash val="solid"/>
                <a:headEnd type="none" w="med" len="med"/>
                <a:tailEnd type="none" w="med" len="med"/>
              </a:ln>
            </p:spPr>
          </p:sp>
          <p:sp>
            <p:nvSpPr>
              <p:cNvPr id="143391" name="Line 31"/>
              <p:cNvSpPr/>
              <p:nvPr/>
            </p:nvSpPr>
            <p:spPr>
              <a:xfrm flipV="1">
                <a:off x="1592" y="2239"/>
                <a:ext cx="2240" cy="8"/>
              </a:xfrm>
              <a:prstGeom prst="line">
                <a:avLst/>
              </a:prstGeom>
              <a:ln w="38100" cap="flat" cmpd="sng">
                <a:solidFill>
                  <a:srgbClr val="0000FF"/>
                </a:solidFill>
                <a:prstDash val="solid"/>
                <a:headEnd type="none" w="med" len="med"/>
                <a:tailEnd type="none" w="med" len="med"/>
              </a:ln>
            </p:spPr>
          </p:sp>
          <p:sp>
            <p:nvSpPr>
              <p:cNvPr id="143392" name="Line 35"/>
              <p:cNvSpPr/>
              <p:nvPr/>
            </p:nvSpPr>
            <p:spPr>
              <a:xfrm flipV="1">
                <a:off x="1592" y="2428"/>
                <a:ext cx="2240" cy="7"/>
              </a:xfrm>
              <a:prstGeom prst="line">
                <a:avLst/>
              </a:prstGeom>
              <a:ln w="38100" cap="flat" cmpd="sng">
                <a:solidFill>
                  <a:srgbClr val="0000FF"/>
                </a:solidFill>
                <a:prstDash val="solid"/>
                <a:headEnd type="none" w="med" len="med"/>
                <a:tailEnd type="none" w="med" len="med"/>
              </a:ln>
            </p:spPr>
          </p:sp>
        </p:grpSp>
        <p:grpSp>
          <p:nvGrpSpPr>
            <p:cNvPr id="143376" name="Group 58"/>
            <p:cNvGrpSpPr/>
            <p:nvPr/>
          </p:nvGrpSpPr>
          <p:grpSpPr>
            <a:xfrm>
              <a:off x="1712" y="912"/>
              <a:ext cx="88" cy="1523"/>
              <a:chOff x="1712" y="912"/>
              <a:chExt cx="88" cy="1523"/>
            </a:xfrm>
          </p:grpSpPr>
          <p:sp>
            <p:nvSpPr>
              <p:cNvPr id="143377" name="Text Box 4"/>
              <p:cNvSpPr txBox="1"/>
              <p:nvPr/>
            </p:nvSpPr>
            <p:spPr>
              <a:xfrm>
                <a:off x="1712" y="912"/>
                <a:ext cx="88" cy="202"/>
              </a:xfrm>
              <a:prstGeom prst="rect">
                <a:avLst/>
              </a:prstGeom>
              <a:noFill/>
              <a:ln w="381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FF00FF"/>
                    </a:solidFill>
                    <a:latin typeface="Arial" panose="020B0604020202020204" pitchFamily="34" charset="0"/>
                  </a:rPr>
                  <a:t>0</a:t>
                </a:r>
                <a:endParaRPr lang="en-US" altLang="zh-CN" sz="1800" b="0" dirty="0">
                  <a:solidFill>
                    <a:srgbClr val="000000"/>
                  </a:solidFill>
                  <a:latin typeface="Arial" panose="020B0604020202020204" pitchFamily="34" charset="0"/>
                </a:endParaRPr>
              </a:p>
            </p:txBody>
          </p:sp>
          <p:sp>
            <p:nvSpPr>
              <p:cNvPr id="143378" name="Text Box 12"/>
              <p:cNvSpPr txBox="1"/>
              <p:nvPr/>
            </p:nvSpPr>
            <p:spPr>
              <a:xfrm>
                <a:off x="1712" y="1096"/>
                <a:ext cx="88" cy="202"/>
              </a:xfrm>
              <a:prstGeom prst="rect">
                <a:avLst/>
              </a:prstGeom>
              <a:noFill/>
              <a:ln w="381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FF00FF"/>
                    </a:solidFill>
                    <a:latin typeface="Arial" panose="020B0604020202020204" pitchFamily="34" charset="0"/>
                  </a:rPr>
                  <a:t>1</a:t>
                </a:r>
                <a:endParaRPr lang="en-US" altLang="zh-CN" sz="1800" b="0" dirty="0">
                  <a:solidFill>
                    <a:srgbClr val="000000"/>
                  </a:solidFill>
                  <a:latin typeface="Arial" panose="020B0604020202020204" pitchFamily="34" charset="0"/>
                </a:endParaRPr>
              </a:p>
            </p:txBody>
          </p:sp>
          <p:sp>
            <p:nvSpPr>
              <p:cNvPr id="143379" name="Text Box 16"/>
              <p:cNvSpPr txBox="1"/>
              <p:nvPr/>
            </p:nvSpPr>
            <p:spPr>
              <a:xfrm>
                <a:off x="1712" y="1288"/>
                <a:ext cx="88" cy="202"/>
              </a:xfrm>
              <a:prstGeom prst="rect">
                <a:avLst/>
              </a:prstGeom>
              <a:noFill/>
              <a:ln w="381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FF00FF"/>
                    </a:solidFill>
                    <a:latin typeface="Arial" panose="020B0604020202020204" pitchFamily="34" charset="0"/>
                  </a:rPr>
                  <a:t>0</a:t>
                </a:r>
                <a:endParaRPr lang="en-US" altLang="zh-CN" sz="1800" b="0" dirty="0">
                  <a:solidFill>
                    <a:srgbClr val="000000"/>
                  </a:solidFill>
                  <a:latin typeface="Arial" panose="020B0604020202020204" pitchFamily="34" charset="0"/>
                </a:endParaRPr>
              </a:p>
            </p:txBody>
          </p:sp>
          <p:sp>
            <p:nvSpPr>
              <p:cNvPr id="143380" name="Text Box 20"/>
              <p:cNvSpPr txBox="1"/>
              <p:nvPr/>
            </p:nvSpPr>
            <p:spPr>
              <a:xfrm>
                <a:off x="1712" y="1481"/>
                <a:ext cx="88" cy="202"/>
              </a:xfrm>
              <a:prstGeom prst="rect">
                <a:avLst/>
              </a:prstGeom>
              <a:noFill/>
              <a:ln w="381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FF00FF"/>
                    </a:solidFill>
                    <a:latin typeface="Arial" panose="020B0604020202020204" pitchFamily="34" charset="0"/>
                  </a:rPr>
                  <a:t>1</a:t>
                </a:r>
                <a:endParaRPr lang="en-US" altLang="zh-CN" sz="1800" b="0" dirty="0">
                  <a:solidFill>
                    <a:srgbClr val="000000"/>
                  </a:solidFill>
                  <a:latin typeface="Arial" panose="020B0604020202020204" pitchFamily="34" charset="0"/>
                </a:endParaRPr>
              </a:p>
            </p:txBody>
          </p:sp>
          <p:sp>
            <p:nvSpPr>
              <p:cNvPr id="143381" name="Text Box 24"/>
              <p:cNvSpPr txBox="1"/>
              <p:nvPr/>
            </p:nvSpPr>
            <p:spPr>
              <a:xfrm>
                <a:off x="1712" y="1664"/>
                <a:ext cx="88" cy="202"/>
              </a:xfrm>
              <a:prstGeom prst="rect">
                <a:avLst/>
              </a:prstGeom>
              <a:noFill/>
              <a:ln w="381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FF00FF"/>
                    </a:solidFill>
                    <a:latin typeface="Arial" panose="020B0604020202020204" pitchFamily="34" charset="0"/>
                  </a:rPr>
                  <a:t>0</a:t>
                </a:r>
                <a:endParaRPr lang="en-US" altLang="zh-CN" sz="1800" b="0" dirty="0">
                  <a:solidFill>
                    <a:srgbClr val="FF00FF"/>
                  </a:solidFill>
                  <a:latin typeface="Arial" panose="020B0604020202020204" pitchFamily="34" charset="0"/>
                </a:endParaRPr>
              </a:p>
            </p:txBody>
          </p:sp>
          <p:sp>
            <p:nvSpPr>
              <p:cNvPr id="143382" name="Text Box 28"/>
              <p:cNvSpPr txBox="1"/>
              <p:nvPr/>
            </p:nvSpPr>
            <p:spPr>
              <a:xfrm>
                <a:off x="1712" y="1849"/>
                <a:ext cx="88" cy="202"/>
              </a:xfrm>
              <a:prstGeom prst="rect">
                <a:avLst/>
              </a:prstGeom>
              <a:noFill/>
              <a:ln w="381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FF00FF"/>
                    </a:solidFill>
                    <a:latin typeface="Arial" panose="020B0604020202020204" pitchFamily="34" charset="0"/>
                  </a:rPr>
                  <a:t>1</a:t>
                </a:r>
                <a:endParaRPr lang="en-US" altLang="zh-CN" sz="1800" b="0" dirty="0">
                  <a:solidFill>
                    <a:srgbClr val="000000"/>
                  </a:solidFill>
                  <a:latin typeface="Arial" panose="020B0604020202020204" pitchFamily="34" charset="0"/>
                </a:endParaRPr>
              </a:p>
            </p:txBody>
          </p:sp>
          <p:sp>
            <p:nvSpPr>
              <p:cNvPr id="143383" name="Text Box 32"/>
              <p:cNvSpPr txBox="1"/>
              <p:nvPr/>
            </p:nvSpPr>
            <p:spPr>
              <a:xfrm>
                <a:off x="1712" y="2041"/>
                <a:ext cx="88" cy="202"/>
              </a:xfrm>
              <a:prstGeom prst="rect">
                <a:avLst/>
              </a:prstGeom>
              <a:noFill/>
              <a:ln w="381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FF00FF"/>
                    </a:solidFill>
                    <a:latin typeface="Arial" panose="020B0604020202020204" pitchFamily="34" charset="0"/>
                  </a:rPr>
                  <a:t>1</a:t>
                </a:r>
                <a:endParaRPr lang="en-US" altLang="zh-CN" sz="1800" b="0" dirty="0">
                  <a:solidFill>
                    <a:srgbClr val="000000"/>
                  </a:solidFill>
                  <a:latin typeface="Arial" panose="020B0604020202020204" pitchFamily="34" charset="0"/>
                </a:endParaRPr>
              </a:p>
            </p:txBody>
          </p:sp>
          <p:sp>
            <p:nvSpPr>
              <p:cNvPr id="143384" name="Text Box 36"/>
              <p:cNvSpPr txBox="1"/>
              <p:nvPr/>
            </p:nvSpPr>
            <p:spPr>
              <a:xfrm>
                <a:off x="1712" y="2234"/>
                <a:ext cx="88" cy="201"/>
              </a:xfrm>
              <a:prstGeom prst="rect">
                <a:avLst/>
              </a:prstGeom>
              <a:noFill/>
              <a:ln w="381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FF00FF"/>
                    </a:solidFill>
                    <a:latin typeface="Arial" panose="020B0604020202020204" pitchFamily="34" charset="0"/>
                  </a:rPr>
                  <a:t>0</a:t>
                </a:r>
                <a:endParaRPr lang="en-US" altLang="zh-CN" sz="1800" b="0" dirty="0">
                  <a:solidFill>
                    <a:srgbClr val="000000"/>
                  </a:solidFill>
                  <a:latin typeface="Arial" panose="020B0604020202020204" pitchFamily="34" charset="0"/>
                </a:endParaRPr>
              </a:p>
            </p:txBody>
          </p:sp>
        </p:grpSp>
      </p:grpSp>
      <p:grpSp>
        <p:nvGrpSpPr>
          <p:cNvPr id="6200" name="Group 56"/>
          <p:cNvGrpSpPr/>
          <p:nvPr/>
        </p:nvGrpSpPr>
        <p:grpSpPr>
          <a:xfrm>
            <a:off x="1403350" y="2554288"/>
            <a:ext cx="5867400" cy="2603500"/>
            <a:chOff x="864" y="1096"/>
            <a:chExt cx="3696" cy="1640"/>
          </a:xfrm>
        </p:grpSpPr>
        <p:grpSp>
          <p:nvGrpSpPr>
            <p:cNvPr id="143367" name="Group 54"/>
            <p:cNvGrpSpPr/>
            <p:nvPr/>
          </p:nvGrpSpPr>
          <p:grpSpPr>
            <a:xfrm>
              <a:off x="3840" y="1096"/>
              <a:ext cx="720" cy="1640"/>
              <a:chOff x="3840" y="1096"/>
              <a:chExt cx="720" cy="1640"/>
            </a:xfrm>
          </p:grpSpPr>
          <p:sp>
            <p:nvSpPr>
              <p:cNvPr id="143372" name="Text Box 7"/>
              <p:cNvSpPr txBox="1"/>
              <p:nvPr/>
            </p:nvSpPr>
            <p:spPr>
              <a:xfrm>
                <a:off x="3840" y="1096"/>
                <a:ext cx="712" cy="1640"/>
              </a:xfrm>
              <a:prstGeom prst="rect">
                <a:avLst/>
              </a:prstGeom>
              <a:solidFill>
                <a:srgbClr val="CCFFCC"/>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en-US" altLang="zh-CN" sz="1000" b="0" dirty="0">
                  <a:solidFill>
                    <a:srgbClr val="000000"/>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000" b="0" dirty="0">
                  <a:solidFill>
                    <a:srgbClr val="000000"/>
                  </a:solidFill>
                  <a:latin typeface="Arial" panose="020B0604020202020204" pitchFamily="34" charset="0"/>
                </a:endParaRPr>
              </a:p>
              <a:p>
                <a:pPr marL="0" lvl="0" indent="0" algn="r">
                  <a:lnSpc>
                    <a:spcPct val="100000"/>
                  </a:lnSpc>
                  <a:spcBef>
                    <a:spcPct val="0"/>
                  </a:spcBef>
                  <a:spcAft>
                    <a:spcPct val="0"/>
                  </a:spcAft>
                  <a:buClrTx/>
                  <a:buSzTx/>
                  <a:buNone/>
                </a:pPr>
                <a:endParaRPr lang="en-US" altLang="zh-CN" sz="1800" b="0" dirty="0">
                  <a:solidFill>
                    <a:srgbClr val="000000"/>
                  </a:solidFill>
                  <a:latin typeface="Arial" panose="020B0604020202020204" pitchFamily="34" charset="0"/>
                </a:endParaRPr>
              </a:p>
              <a:p>
                <a:pPr marL="0" lvl="0" indent="0">
                  <a:lnSpc>
                    <a:spcPct val="100000"/>
                  </a:lnSpc>
                  <a:spcBef>
                    <a:spcPct val="0"/>
                  </a:spcBef>
                  <a:spcAft>
                    <a:spcPct val="0"/>
                  </a:spcAft>
                  <a:buClrTx/>
                  <a:buSzTx/>
                  <a:buNone/>
                </a:pPr>
                <a:r>
                  <a:rPr lang="en-US" altLang="zh-CN" sz="1800" b="0" dirty="0">
                    <a:solidFill>
                      <a:srgbClr val="000000"/>
                    </a:solidFill>
                    <a:latin typeface="Arial" panose="020B0604020202020204" pitchFamily="34" charset="0"/>
                  </a:rPr>
                  <a:t>     </a:t>
                </a:r>
                <a:endParaRPr lang="en-US" altLang="zh-CN" sz="1800" b="0" dirty="0">
                  <a:solidFill>
                    <a:srgbClr val="000000"/>
                  </a:solidFill>
                  <a:latin typeface="Arial" panose="020B0604020202020204" pitchFamily="34" charset="0"/>
                </a:endParaRPr>
              </a:p>
            </p:txBody>
          </p:sp>
          <p:sp>
            <p:nvSpPr>
              <p:cNvPr id="143373" name="Text Box 43"/>
              <p:cNvSpPr txBox="1"/>
              <p:nvPr/>
            </p:nvSpPr>
            <p:spPr>
              <a:xfrm>
                <a:off x="3888" y="1152"/>
                <a:ext cx="336" cy="1488"/>
              </a:xfrm>
              <a:prstGeom prst="rect">
                <a:avLst/>
              </a:prstGeom>
              <a:noFill/>
              <a:ln w="381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90000"/>
                  </a:lnSpc>
                  <a:spcBef>
                    <a:spcPct val="0"/>
                  </a:spcBef>
                  <a:spcAft>
                    <a:spcPct val="0"/>
                  </a:spcAft>
                  <a:buClrTx/>
                  <a:buSzTx/>
                  <a:buNone/>
                </a:pPr>
                <a:r>
                  <a:rPr lang="en-US" altLang="zh-CN" sz="1800" b="0" dirty="0">
                    <a:solidFill>
                      <a:schemeClr val="tx1"/>
                    </a:solidFill>
                    <a:latin typeface="Arial" panose="020B0604020202020204" pitchFamily="34" charset="0"/>
                  </a:rPr>
                  <a:t>D0</a:t>
                </a:r>
                <a:endParaRPr lang="en-US" altLang="zh-CN" sz="1800" b="0" dirty="0">
                  <a:solidFill>
                    <a:schemeClr val="tx1"/>
                  </a:solidFill>
                  <a:latin typeface="Arial" panose="020B0604020202020204" pitchFamily="34" charset="0"/>
                </a:endParaRPr>
              </a:p>
              <a:p>
                <a:pPr marL="0" lvl="0" indent="0">
                  <a:lnSpc>
                    <a:spcPct val="90000"/>
                  </a:lnSpc>
                  <a:spcBef>
                    <a:spcPct val="0"/>
                  </a:spcBef>
                  <a:spcAft>
                    <a:spcPct val="0"/>
                  </a:spcAft>
                  <a:buClrTx/>
                  <a:buSzTx/>
                  <a:buNone/>
                </a:pPr>
                <a:r>
                  <a:rPr lang="en-US" altLang="zh-CN" sz="1800" b="0" dirty="0">
                    <a:solidFill>
                      <a:schemeClr val="tx1"/>
                    </a:solidFill>
                    <a:latin typeface="Arial" panose="020B0604020202020204" pitchFamily="34" charset="0"/>
                  </a:rPr>
                  <a:t>D1</a:t>
                </a:r>
                <a:endParaRPr lang="en-US" altLang="zh-CN" sz="1800" b="0" dirty="0">
                  <a:solidFill>
                    <a:schemeClr val="tx1"/>
                  </a:solidFill>
                  <a:latin typeface="Arial" panose="020B0604020202020204" pitchFamily="34" charset="0"/>
                </a:endParaRPr>
              </a:p>
              <a:p>
                <a:pPr marL="0" lvl="0" indent="0">
                  <a:lnSpc>
                    <a:spcPct val="90000"/>
                  </a:lnSpc>
                  <a:spcBef>
                    <a:spcPct val="0"/>
                  </a:spcBef>
                  <a:spcAft>
                    <a:spcPct val="0"/>
                  </a:spcAft>
                  <a:buClrTx/>
                  <a:buSzTx/>
                  <a:buNone/>
                </a:pPr>
                <a:r>
                  <a:rPr lang="en-US" altLang="zh-CN" sz="1800" b="0" dirty="0">
                    <a:solidFill>
                      <a:schemeClr val="tx1"/>
                    </a:solidFill>
                    <a:latin typeface="Arial" panose="020B0604020202020204" pitchFamily="34" charset="0"/>
                  </a:rPr>
                  <a:t>D2</a:t>
                </a:r>
                <a:endParaRPr lang="en-US" altLang="zh-CN" sz="1800" b="0" dirty="0">
                  <a:solidFill>
                    <a:schemeClr val="tx1"/>
                  </a:solidFill>
                  <a:latin typeface="Arial" panose="020B0604020202020204" pitchFamily="34" charset="0"/>
                </a:endParaRPr>
              </a:p>
              <a:p>
                <a:pPr marL="0" lvl="0" indent="0">
                  <a:lnSpc>
                    <a:spcPct val="90000"/>
                  </a:lnSpc>
                  <a:spcBef>
                    <a:spcPct val="0"/>
                  </a:spcBef>
                  <a:spcAft>
                    <a:spcPct val="0"/>
                  </a:spcAft>
                  <a:buClrTx/>
                  <a:buSzTx/>
                  <a:buNone/>
                </a:pPr>
                <a:r>
                  <a:rPr lang="en-US" altLang="zh-CN" sz="1800" b="0" dirty="0">
                    <a:solidFill>
                      <a:schemeClr val="tx1"/>
                    </a:solidFill>
                    <a:latin typeface="Arial" panose="020B0604020202020204" pitchFamily="34" charset="0"/>
                  </a:rPr>
                  <a:t>D3</a:t>
                </a:r>
                <a:endParaRPr lang="en-US" altLang="zh-CN" sz="1800" b="0" dirty="0">
                  <a:solidFill>
                    <a:schemeClr val="tx1"/>
                  </a:solidFill>
                  <a:latin typeface="Arial" panose="020B0604020202020204" pitchFamily="34" charset="0"/>
                </a:endParaRPr>
              </a:p>
              <a:p>
                <a:pPr marL="0" lvl="0" indent="0">
                  <a:lnSpc>
                    <a:spcPct val="90000"/>
                  </a:lnSpc>
                  <a:spcBef>
                    <a:spcPct val="0"/>
                  </a:spcBef>
                  <a:spcAft>
                    <a:spcPct val="0"/>
                  </a:spcAft>
                  <a:buClrTx/>
                  <a:buSzTx/>
                  <a:buNone/>
                </a:pPr>
                <a:r>
                  <a:rPr lang="en-US" altLang="zh-CN" sz="1800" b="0" dirty="0">
                    <a:solidFill>
                      <a:schemeClr val="tx1"/>
                    </a:solidFill>
                    <a:latin typeface="Arial" panose="020B0604020202020204" pitchFamily="34" charset="0"/>
                  </a:rPr>
                  <a:t>D4</a:t>
                </a:r>
                <a:endParaRPr lang="en-US" altLang="zh-CN" sz="1800" b="0" dirty="0">
                  <a:solidFill>
                    <a:schemeClr val="tx1"/>
                  </a:solidFill>
                  <a:latin typeface="Arial" panose="020B0604020202020204" pitchFamily="34" charset="0"/>
                </a:endParaRPr>
              </a:p>
              <a:p>
                <a:pPr marL="0" lvl="0" indent="0">
                  <a:lnSpc>
                    <a:spcPct val="90000"/>
                  </a:lnSpc>
                  <a:spcBef>
                    <a:spcPct val="0"/>
                  </a:spcBef>
                  <a:spcAft>
                    <a:spcPct val="0"/>
                  </a:spcAft>
                  <a:buClrTx/>
                  <a:buSzTx/>
                  <a:buNone/>
                </a:pPr>
                <a:r>
                  <a:rPr lang="en-US" altLang="zh-CN" sz="1800" b="0" dirty="0">
                    <a:solidFill>
                      <a:schemeClr val="tx1"/>
                    </a:solidFill>
                    <a:latin typeface="Arial" panose="020B0604020202020204" pitchFamily="34" charset="0"/>
                  </a:rPr>
                  <a:t>D5</a:t>
                </a:r>
                <a:endParaRPr lang="en-US" altLang="zh-CN" sz="1800" b="0" dirty="0">
                  <a:solidFill>
                    <a:schemeClr val="tx1"/>
                  </a:solidFill>
                  <a:latin typeface="Arial" panose="020B0604020202020204" pitchFamily="34" charset="0"/>
                </a:endParaRPr>
              </a:p>
              <a:p>
                <a:pPr marL="0" lvl="0" indent="0">
                  <a:lnSpc>
                    <a:spcPct val="90000"/>
                  </a:lnSpc>
                  <a:spcBef>
                    <a:spcPct val="0"/>
                  </a:spcBef>
                  <a:spcAft>
                    <a:spcPct val="0"/>
                  </a:spcAft>
                  <a:buClrTx/>
                  <a:buSzTx/>
                  <a:buNone/>
                </a:pPr>
                <a:r>
                  <a:rPr lang="en-US" altLang="zh-CN" sz="1800" b="0" dirty="0">
                    <a:solidFill>
                      <a:schemeClr val="tx1"/>
                    </a:solidFill>
                    <a:latin typeface="Arial" panose="020B0604020202020204" pitchFamily="34" charset="0"/>
                  </a:rPr>
                  <a:t>D6</a:t>
                </a:r>
                <a:endParaRPr lang="en-US" altLang="zh-CN" sz="1800" b="0" dirty="0">
                  <a:solidFill>
                    <a:schemeClr val="tx1"/>
                  </a:solidFill>
                  <a:latin typeface="Arial" panose="020B0604020202020204" pitchFamily="34" charset="0"/>
                </a:endParaRPr>
              </a:p>
              <a:p>
                <a:pPr marL="0" lvl="0" indent="0">
                  <a:lnSpc>
                    <a:spcPct val="90000"/>
                  </a:lnSpc>
                  <a:spcBef>
                    <a:spcPct val="0"/>
                  </a:spcBef>
                  <a:spcAft>
                    <a:spcPct val="0"/>
                  </a:spcAft>
                  <a:buClrTx/>
                  <a:buSzTx/>
                  <a:buNone/>
                </a:pPr>
                <a:r>
                  <a:rPr lang="en-US" altLang="zh-CN" sz="1800" b="0" dirty="0">
                    <a:solidFill>
                      <a:schemeClr val="tx1"/>
                    </a:solidFill>
                    <a:latin typeface="Arial" panose="020B0604020202020204" pitchFamily="34" charset="0"/>
                  </a:rPr>
                  <a:t>D7</a:t>
                </a:r>
                <a:endParaRPr lang="en-US" altLang="zh-CN" sz="1800" b="0" dirty="0">
                  <a:solidFill>
                    <a:schemeClr val="tx1"/>
                  </a:solidFill>
                  <a:latin typeface="Arial" panose="020B0604020202020204" pitchFamily="34" charset="0"/>
                </a:endParaRPr>
              </a:p>
            </p:txBody>
          </p:sp>
          <p:sp>
            <p:nvSpPr>
              <p:cNvPr id="143374" name="Text Box 46"/>
              <p:cNvSpPr txBox="1"/>
              <p:nvPr/>
            </p:nvSpPr>
            <p:spPr>
              <a:xfrm>
                <a:off x="4320" y="1680"/>
                <a:ext cx="240" cy="480"/>
              </a:xfrm>
              <a:prstGeom prst="rect">
                <a:avLst/>
              </a:prstGeom>
              <a:noFill/>
              <a:ln w="381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chemeClr val="tx1"/>
                    </a:solidFill>
                    <a:latin typeface="Arial" panose="020B0604020202020204" pitchFamily="34" charset="0"/>
                  </a:rPr>
                  <a:t>目</a:t>
                </a:r>
                <a:endParaRPr lang="zh-CN" altLang="en-US" sz="1800" b="0" dirty="0">
                  <a:solidFill>
                    <a:schemeClr val="tx1"/>
                  </a:solidFill>
                  <a:latin typeface="Arial" panose="020B0604020202020204" pitchFamily="34" charset="0"/>
                </a:endParaRPr>
              </a:p>
              <a:p>
                <a:pPr marL="0" lvl="0" indent="0">
                  <a:lnSpc>
                    <a:spcPct val="100000"/>
                  </a:lnSpc>
                  <a:spcBef>
                    <a:spcPct val="0"/>
                  </a:spcBef>
                  <a:spcAft>
                    <a:spcPct val="0"/>
                  </a:spcAft>
                  <a:buClrTx/>
                  <a:buSzTx/>
                  <a:buNone/>
                </a:pPr>
                <a:r>
                  <a:rPr lang="zh-CN" altLang="en-US" sz="1800" b="0" dirty="0">
                    <a:solidFill>
                      <a:schemeClr val="tx1"/>
                    </a:solidFill>
                    <a:latin typeface="Arial" panose="020B0604020202020204" pitchFamily="34" charset="0"/>
                  </a:rPr>
                  <a:t>的</a:t>
                </a:r>
                <a:endParaRPr lang="zh-CN" altLang="en-US" sz="1800" b="0" dirty="0">
                  <a:solidFill>
                    <a:schemeClr val="tx1"/>
                  </a:solidFill>
                  <a:latin typeface="Arial" panose="020B0604020202020204" pitchFamily="34" charset="0"/>
                </a:endParaRPr>
              </a:p>
            </p:txBody>
          </p:sp>
        </p:grpSp>
        <p:grpSp>
          <p:nvGrpSpPr>
            <p:cNvPr id="143368" name="Group 53"/>
            <p:cNvGrpSpPr/>
            <p:nvPr/>
          </p:nvGrpSpPr>
          <p:grpSpPr>
            <a:xfrm>
              <a:off x="864" y="1104"/>
              <a:ext cx="712" cy="1632"/>
              <a:chOff x="864" y="1104"/>
              <a:chExt cx="712" cy="1632"/>
            </a:xfrm>
          </p:grpSpPr>
          <p:sp>
            <p:nvSpPr>
              <p:cNvPr id="143369" name="Text Box 6"/>
              <p:cNvSpPr txBox="1"/>
              <p:nvPr/>
            </p:nvSpPr>
            <p:spPr>
              <a:xfrm>
                <a:off x="864" y="1104"/>
                <a:ext cx="712" cy="1632"/>
              </a:xfrm>
              <a:prstGeom prst="rect">
                <a:avLst/>
              </a:prstGeom>
              <a:solidFill>
                <a:srgbClr val="FFFF99"/>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en-US" altLang="zh-CN" sz="1000" b="0" dirty="0">
                  <a:solidFill>
                    <a:srgbClr val="000000"/>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000" b="0" dirty="0">
                  <a:solidFill>
                    <a:srgbClr val="000000"/>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000" b="0" dirty="0">
                  <a:solidFill>
                    <a:srgbClr val="000000"/>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800" b="0" dirty="0">
                  <a:solidFill>
                    <a:srgbClr val="000000"/>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800" b="0" dirty="0">
                  <a:solidFill>
                    <a:srgbClr val="000000"/>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800" b="0" dirty="0">
                  <a:solidFill>
                    <a:srgbClr val="000000"/>
                  </a:solidFill>
                  <a:latin typeface="Arial" panose="020B0604020202020204" pitchFamily="34" charset="0"/>
                </a:endParaRPr>
              </a:p>
            </p:txBody>
          </p:sp>
          <p:sp>
            <p:nvSpPr>
              <p:cNvPr id="143370" name="Text Box 45"/>
              <p:cNvSpPr txBox="1"/>
              <p:nvPr/>
            </p:nvSpPr>
            <p:spPr>
              <a:xfrm>
                <a:off x="1200" y="1152"/>
                <a:ext cx="336" cy="1488"/>
              </a:xfrm>
              <a:prstGeom prst="rect">
                <a:avLst/>
              </a:prstGeom>
              <a:noFill/>
              <a:ln w="381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90000"/>
                  </a:lnSpc>
                  <a:spcBef>
                    <a:spcPct val="0"/>
                  </a:spcBef>
                  <a:spcAft>
                    <a:spcPct val="0"/>
                  </a:spcAft>
                  <a:buClrTx/>
                  <a:buSzTx/>
                  <a:buNone/>
                </a:pPr>
                <a:r>
                  <a:rPr lang="en-US" altLang="zh-CN" sz="1800" b="0" dirty="0">
                    <a:solidFill>
                      <a:srgbClr val="000000"/>
                    </a:solidFill>
                    <a:latin typeface="Arial" panose="020B0604020202020204" pitchFamily="34" charset="0"/>
                  </a:rPr>
                  <a:t>D0</a:t>
                </a:r>
                <a:endParaRPr lang="en-US" altLang="zh-CN" sz="1800" b="0" dirty="0">
                  <a:solidFill>
                    <a:srgbClr val="000000"/>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b="0" dirty="0">
                    <a:solidFill>
                      <a:srgbClr val="000000"/>
                    </a:solidFill>
                    <a:latin typeface="Arial" panose="020B0604020202020204" pitchFamily="34" charset="0"/>
                  </a:rPr>
                  <a:t>D1</a:t>
                </a:r>
                <a:endParaRPr lang="en-US" altLang="zh-CN" sz="1800" b="0" dirty="0">
                  <a:solidFill>
                    <a:srgbClr val="000000"/>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b="0" dirty="0">
                    <a:solidFill>
                      <a:srgbClr val="000000"/>
                    </a:solidFill>
                    <a:latin typeface="Arial" panose="020B0604020202020204" pitchFamily="34" charset="0"/>
                  </a:rPr>
                  <a:t>D2</a:t>
                </a:r>
                <a:endParaRPr lang="en-US" altLang="zh-CN" sz="1800" b="0" dirty="0">
                  <a:solidFill>
                    <a:srgbClr val="000000"/>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b="0" dirty="0">
                    <a:solidFill>
                      <a:srgbClr val="000000"/>
                    </a:solidFill>
                    <a:latin typeface="Arial" panose="020B0604020202020204" pitchFamily="34" charset="0"/>
                  </a:rPr>
                  <a:t>D3</a:t>
                </a:r>
                <a:endParaRPr lang="en-US" altLang="zh-CN" sz="1800" b="0" dirty="0">
                  <a:solidFill>
                    <a:srgbClr val="000000"/>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b="0" dirty="0">
                    <a:solidFill>
                      <a:srgbClr val="000000"/>
                    </a:solidFill>
                    <a:latin typeface="Arial" panose="020B0604020202020204" pitchFamily="34" charset="0"/>
                  </a:rPr>
                  <a:t>D4</a:t>
                </a:r>
                <a:endParaRPr lang="en-US" altLang="zh-CN" sz="1800" b="0" dirty="0">
                  <a:solidFill>
                    <a:srgbClr val="000000"/>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b="0" dirty="0">
                    <a:solidFill>
                      <a:srgbClr val="000000"/>
                    </a:solidFill>
                    <a:latin typeface="Arial" panose="020B0604020202020204" pitchFamily="34" charset="0"/>
                  </a:rPr>
                  <a:t>D5</a:t>
                </a:r>
                <a:endParaRPr lang="en-US" altLang="zh-CN" sz="1800" b="0" dirty="0">
                  <a:solidFill>
                    <a:srgbClr val="000000"/>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b="0" dirty="0">
                    <a:solidFill>
                      <a:srgbClr val="000000"/>
                    </a:solidFill>
                    <a:latin typeface="Arial" panose="020B0604020202020204" pitchFamily="34" charset="0"/>
                  </a:rPr>
                  <a:t>D6</a:t>
                </a:r>
                <a:endParaRPr lang="en-US" altLang="zh-CN" sz="1800" b="0" dirty="0">
                  <a:solidFill>
                    <a:srgbClr val="000000"/>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b="0" dirty="0">
                    <a:solidFill>
                      <a:srgbClr val="000000"/>
                    </a:solidFill>
                    <a:latin typeface="Arial" panose="020B0604020202020204" pitchFamily="34" charset="0"/>
                  </a:rPr>
                  <a:t>D7</a:t>
                </a:r>
                <a:endParaRPr lang="en-US" altLang="zh-CN" sz="1800" b="0" dirty="0">
                  <a:solidFill>
                    <a:srgbClr val="000000"/>
                  </a:solidFill>
                  <a:latin typeface="Arial" panose="020B0604020202020204" pitchFamily="34" charset="0"/>
                </a:endParaRPr>
              </a:p>
            </p:txBody>
          </p:sp>
          <p:sp>
            <p:nvSpPr>
              <p:cNvPr id="143371" name="Text Box 47"/>
              <p:cNvSpPr txBox="1"/>
              <p:nvPr/>
            </p:nvSpPr>
            <p:spPr>
              <a:xfrm>
                <a:off x="912" y="1776"/>
                <a:ext cx="240" cy="192"/>
              </a:xfrm>
              <a:prstGeom prst="rect">
                <a:avLst/>
              </a:prstGeom>
              <a:noFill/>
              <a:ln w="381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chemeClr val="tx1"/>
                    </a:solidFill>
                    <a:latin typeface="Arial" panose="020B0604020202020204" pitchFamily="34" charset="0"/>
                  </a:rPr>
                  <a:t>源</a:t>
                </a:r>
                <a:endParaRPr lang="zh-CN" altLang="en-US" sz="1800" b="0" dirty="0">
                  <a:solidFill>
                    <a:schemeClr val="tx1"/>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800" b="0" dirty="0">
                  <a:solidFill>
                    <a:srgbClr val="000000"/>
                  </a:solidFill>
                  <a:latin typeface="Arial" panose="020B0604020202020204" pitchFamily="34" charset="0"/>
                </a:endParaRPr>
              </a:p>
            </p:txBody>
          </p:sp>
        </p:grpSp>
      </p:grpSp>
      <p:sp>
        <p:nvSpPr>
          <p:cNvPr id="143366" name="Rectangle 60"/>
          <p:cNvSpPr/>
          <p:nvPr/>
        </p:nvSpPr>
        <p:spPr>
          <a:xfrm>
            <a:off x="1746250" y="6275388"/>
            <a:ext cx="5207000" cy="519112"/>
          </a:xfrm>
          <a:prstGeom prst="rect">
            <a:avLst/>
          </a:prstGeom>
          <a:noFill/>
          <a:ln w="38100">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b="0" dirty="0">
                <a:solidFill>
                  <a:srgbClr val="0000FF"/>
                </a:solidFill>
                <a:latin typeface="Arial" panose="020B0604020202020204" pitchFamily="34" charset="0"/>
              </a:rPr>
              <a:t>并行通信</a:t>
            </a:r>
            <a:r>
              <a:rPr lang="zh-CN" altLang="en-US" b="0" dirty="0">
                <a:solidFill>
                  <a:srgbClr val="000000"/>
                </a:solidFill>
                <a:latin typeface="Arial" panose="020B0604020202020204" pitchFamily="34" charset="0"/>
              </a:rPr>
              <a:t>适于</a:t>
            </a:r>
            <a:r>
              <a:rPr lang="zh-CN" altLang="en-US" b="0" dirty="0">
                <a:solidFill>
                  <a:srgbClr val="FF3300"/>
                </a:solidFill>
                <a:latin typeface="Arial" panose="020B0604020202020204" pitchFamily="34" charset="0"/>
              </a:rPr>
              <a:t>短距离</a:t>
            </a:r>
            <a:r>
              <a:rPr lang="zh-CN" altLang="en-US" b="0" dirty="0">
                <a:solidFill>
                  <a:srgbClr val="000000"/>
                </a:solidFill>
                <a:latin typeface="Arial" panose="020B0604020202020204" pitchFamily="34" charset="0"/>
              </a:rPr>
              <a:t>、</a:t>
            </a:r>
            <a:r>
              <a:rPr lang="zh-CN" altLang="en-US" b="0" dirty="0">
                <a:solidFill>
                  <a:srgbClr val="FF3300"/>
                </a:solidFill>
                <a:latin typeface="Arial" panose="020B0604020202020204" pitchFamily="34" charset="0"/>
              </a:rPr>
              <a:t>高速</a:t>
            </a:r>
            <a:r>
              <a:rPr lang="zh-CN" altLang="en-US" b="0" dirty="0">
                <a:solidFill>
                  <a:srgbClr val="000000"/>
                </a:solidFill>
                <a:latin typeface="Arial" panose="020B0604020202020204" pitchFamily="34" charset="0"/>
              </a:rPr>
              <a:t>通信</a:t>
            </a:r>
            <a:endParaRPr lang="zh-CN" altLang="en-US" b="0" dirty="0">
              <a:solidFill>
                <a:srgbClr val="000000"/>
              </a:solidFill>
              <a:latin typeface="Arial" panose="020B0604020202020204" pitchFamily="34" charset="0"/>
            </a:endParaRP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620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3" presetClass="entr" presetSubtype="5" fill="hold" nodeType="clickEffect">
                                  <p:stCondLst>
                                    <p:cond delay="0"/>
                                  </p:stCondLst>
                                  <p:childTnLst>
                                    <p:set>
                                      <p:cBhvr>
                                        <p:cTn id="10" dur="1" fill="hold">
                                          <p:stCondLst>
                                            <p:cond delay="0"/>
                                          </p:stCondLst>
                                        </p:cTn>
                                        <p:tgtEl>
                                          <p:spTgt spid="6203"/>
                                        </p:tgtEl>
                                        <p:attrNameLst>
                                          <p:attrName>style.visibility</p:attrName>
                                        </p:attrNameLst>
                                      </p:cBhvr>
                                      <p:to>
                                        <p:strVal val="visible"/>
                                      </p:to>
                                    </p:set>
                                    <p:animEffect transition="in" filter="blinds(vertical)">
                                      <p:cBhvr>
                                        <p:cTn id="11" dur="500"/>
                                        <p:tgtEl>
                                          <p:spTgt spid="6203"/>
                                        </p:tgtEl>
                                      </p:cBhvr>
                                    </p:animEffect>
                                  </p:childTnLst>
                                </p:cTn>
                              </p:par>
                            </p:childTnLst>
                          </p:cTn>
                        </p:par>
                      </p:childTnLst>
                    </p:cTn>
                  </p:par>
                  <p:par>
                    <p:cTn id="12" fill="hold">
                      <p:stCondLst>
                        <p:cond delay="indefinite"/>
                      </p:stCondLst>
                      <p:childTnLst>
                        <p:par>
                          <p:cTn id="13" fill="hold">
                            <p:stCondLst>
                              <p:cond delay="0"/>
                            </p:stCondLst>
                            <p:childTnLst>
                              <p:par>
                                <p:cTn id="14" presetID="3" presetClass="entr" presetSubtype="5" fill="hold" grpId="0" nodeType="clickEffect">
                                  <p:stCondLst>
                                    <p:cond delay="0"/>
                                  </p:stCondLst>
                                  <p:childTnLst>
                                    <p:set>
                                      <p:cBhvr>
                                        <p:cTn id="15" dur="1" fill="hold">
                                          <p:stCondLst>
                                            <p:cond delay="0"/>
                                          </p:stCondLst>
                                        </p:cTn>
                                        <p:tgtEl>
                                          <p:spTgt spid="6184"/>
                                        </p:tgtEl>
                                        <p:attrNameLst>
                                          <p:attrName>style.visibility</p:attrName>
                                        </p:attrNameLst>
                                      </p:cBhvr>
                                      <p:to>
                                        <p:strVal val="visible"/>
                                      </p:to>
                                    </p:set>
                                    <p:animEffect transition="in" filter="blinds(vertical)">
                                      <p:cBhvr>
                                        <p:cTn id="16" dur="500"/>
                                        <p:tgtEl>
                                          <p:spTgt spid="61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84"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242" name="Text Box 2"/>
          <p:cNvSpPr txBox="1"/>
          <p:nvPr/>
        </p:nvSpPr>
        <p:spPr>
          <a:xfrm>
            <a:off x="395288" y="4618038"/>
            <a:ext cx="7924800" cy="18446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30000"/>
              </a:lnSpc>
              <a:spcBef>
                <a:spcPct val="0"/>
              </a:spcBef>
              <a:spcAft>
                <a:spcPct val="30000"/>
              </a:spcAft>
              <a:buClrTx/>
              <a:buSzTx/>
              <a:buNone/>
            </a:pPr>
            <a:r>
              <a:rPr lang="zh-CN" altLang="en-US" sz="2400" b="0" dirty="0">
                <a:solidFill>
                  <a:srgbClr val="FF00FF"/>
                </a:solidFill>
                <a:latin typeface="Arial" panose="020B0604020202020204" pitchFamily="34" charset="0"/>
              </a:rPr>
              <a:t>一般情况下不交叉使用</a:t>
            </a:r>
            <a:r>
              <a:rPr lang="zh-CN" altLang="en-US" sz="2400" b="0" dirty="0">
                <a:solidFill>
                  <a:schemeClr val="tx1"/>
                </a:solidFill>
                <a:latin typeface="Arial" panose="020B0604020202020204" pitchFamily="34" charset="0"/>
              </a:rPr>
              <a:t>，因为</a:t>
            </a:r>
            <a:r>
              <a:rPr lang="en-US" altLang="zh-CN" sz="2400" b="0" dirty="0">
                <a:solidFill>
                  <a:schemeClr val="tx1"/>
                </a:solidFill>
                <a:latin typeface="Arial" panose="020B0604020202020204" pitchFamily="34" charset="0"/>
              </a:rPr>
              <a:t>:</a:t>
            </a:r>
            <a:endParaRPr lang="en-US" altLang="zh-CN" sz="2400" b="0" dirty="0">
              <a:solidFill>
                <a:schemeClr val="tx1"/>
              </a:solidFill>
              <a:latin typeface="Arial" panose="020B0604020202020204" pitchFamily="34" charset="0"/>
            </a:endParaRPr>
          </a:p>
          <a:p>
            <a:pPr marL="914400" lvl="2" indent="0">
              <a:lnSpc>
                <a:spcPct val="130000"/>
              </a:lnSpc>
              <a:spcBef>
                <a:spcPct val="0"/>
              </a:spcBef>
              <a:spcAft>
                <a:spcPct val="30000"/>
              </a:spcAft>
              <a:buClrTx/>
              <a:buSzTx/>
              <a:buNone/>
            </a:pPr>
            <a:r>
              <a:rPr lang="zh-CN" altLang="en-US" sz="2400" b="0" dirty="0">
                <a:solidFill>
                  <a:schemeClr val="tx1"/>
                </a:solidFill>
                <a:latin typeface="Arial" panose="020B0604020202020204" pitchFamily="34" charset="0"/>
              </a:rPr>
              <a:t>只有本系列的芯片才能更好地保证时序上的配合</a:t>
            </a:r>
            <a:r>
              <a:rPr lang="en-US" altLang="zh-CN" sz="2400" b="0" dirty="0">
                <a:solidFill>
                  <a:schemeClr val="tx1"/>
                </a:solidFill>
                <a:latin typeface="Arial" panose="020B0604020202020204" pitchFamily="34" charset="0"/>
              </a:rPr>
              <a:t>,</a:t>
            </a:r>
            <a:endParaRPr lang="en-US" altLang="zh-CN" sz="2400" b="0" dirty="0">
              <a:solidFill>
                <a:schemeClr val="tx1"/>
              </a:solidFill>
              <a:latin typeface="Arial" panose="020B0604020202020204" pitchFamily="34" charset="0"/>
            </a:endParaRPr>
          </a:p>
          <a:p>
            <a:pPr marL="914400" lvl="2" indent="0">
              <a:lnSpc>
                <a:spcPct val="130000"/>
              </a:lnSpc>
              <a:spcBef>
                <a:spcPct val="0"/>
              </a:spcBef>
              <a:spcAft>
                <a:spcPct val="30000"/>
              </a:spcAft>
              <a:buClrTx/>
              <a:buSzTx/>
              <a:buNone/>
            </a:pPr>
            <a:r>
              <a:rPr lang="zh-CN" altLang="en-US" sz="2400" b="0" dirty="0">
                <a:solidFill>
                  <a:schemeClr val="tx1"/>
                </a:solidFill>
                <a:latin typeface="Arial" panose="020B0604020202020204" pitchFamily="34" charset="0"/>
              </a:rPr>
              <a:t>和各种功能的发挥，使</a:t>
            </a:r>
            <a:r>
              <a:rPr lang="en-US" altLang="zh-CN" sz="2400" b="0" dirty="0">
                <a:solidFill>
                  <a:schemeClr val="tx1"/>
                </a:solidFill>
                <a:latin typeface="Arial" panose="020B0604020202020204" pitchFamily="34" charset="0"/>
              </a:rPr>
              <a:t>CPU</a:t>
            </a:r>
            <a:r>
              <a:rPr lang="zh-CN" altLang="en-US" sz="2400" b="0" dirty="0">
                <a:solidFill>
                  <a:schemeClr val="tx1"/>
                </a:solidFill>
                <a:latin typeface="Arial" panose="020B0604020202020204" pitchFamily="34" charset="0"/>
              </a:rPr>
              <a:t>可靠与外设交换信息</a:t>
            </a:r>
            <a:r>
              <a:rPr lang="zh-CN" altLang="en-US" sz="2400" b="0" dirty="0">
                <a:solidFill>
                  <a:schemeClr val="tx1"/>
                </a:solidFill>
                <a:latin typeface="楷体_GB2312" pitchFamily="1" charset="-122"/>
              </a:rPr>
              <a:t>。</a:t>
            </a:r>
            <a:endParaRPr lang="zh-CN" altLang="en-US" sz="2400" b="0" dirty="0">
              <a:solidFill>
                <a:schemeClr val="tx1"/>
              </a:solidFill>
              <a:latin typeface="楷体_GB2312" pitchFamily="1" charset="-122"/>
            </a:endParaRPr>
          </a:p>
        </p:txBody>
      </p:sp>
      <p:sp>
        <p:nvSpPr>
          <p:cNvPr id="144387" name="Rectangle 3"/>
          <p:cNvSpPr/>
          <p:nvPr/>
        </p:nvSpPr>
        <p:spPr>
          <a:xfrm>
            <a:off x="1116013" y="1065213"/>
            <a:ext cx="7831137" cy="1446212"/>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50000"/>
              </a:spcAft>
              <a:buClr>
                <a:srgbClr val="FF3300"/>
              </a:buClr>
              <a:buSzPct val="90000"/>
              <a:buFont typeface="Arial" panose="020B0604020202020204" pitchFamily="34" charset="0"/>
              <a:buNone/>
            </a:pPr>
            <a:r>
              <a:rPr lang="zh-CN" altLang="en-US" sz="4000" b="0" dirty="0">
                <a:solidFill>
                  <a:srgbClr val="C00000"/>
                </a:solidFill>
                <a:latin typeface="隶书" panose="02010509060101010101" pitchFamily="49" charset="-122"/>
                <a:ea typeface="隶书" panose="02010509060101010101" pitchFamily="49" charset="-122"/>
              </a:rPr>
              <a:t>并行接口芯片</a:t>
            </a:r>
            <a:endParaRPr lang="zh-CN" altLang="en-US" sz="4000" b="0" dirty="0">
              <a:solidFill>
                <a:srgbClr val="C00000"/>
              </a:solidFill>
              <a:latin typeface="隶书" panose="02010509060101010101" pitchFamily="49" charset="-122"/>
              <a:ea typeface="隶书" panose="02010509060101010101" pitchFamily="49" charset="-122"/>
            </a:endParaRPr>
          </a:p>
          <a:p>
            <a:pPr marL="0" lvl="0" indent="0" eaLnBrk="1" hangingPunct="1">
              <a:lnSpc>
                <a:spcPct val="100000"/>
              </a:lnSpc>
              <a:spcBef>
                <a:spcPct val="0"/>
              </a:spcBef>
              <a:spcAft>
                <a:spcPct val="70000"/>
              </a:spcAft>
              <a:buClrTx/>
              <a:buSzTx/>
              <a:buFont typeface="Arial" panose="020B0604020202020204" pitchFamily="34" charset="0"/>
              <a:buNone/>
            </a:pPr>
            <a:r>
              <a:rPr lang="zh-CN" altLang="en-US" b="0" dirty="0">
                <a:solidFill>
                  <a:schemeClr val="tx1"/>
                </a:solidFill>
              </a:rPr>
              <a:t>不同的产品系列研制出与之相匹配的接口芯片。</a:t>
            </a:r>
            <a:endParaRPr lang="zh-CN" altLang="en-US" sz="2400" b="0" dirty="0">
              <a:solidFill>
                <a:schemeClr val="tx1"/>
              </a:solidFill>
            </a:endParaRPr>
          </a:p>
        </p:txBody>
      </p:sp>
      <p:sp>
        <p:nvSpPr>
          <p:cNvPr id="10244" name="Rectangle 4"/>
          <p:cNvSpPr/>
          <p:nvPr/>
        </p:nvSpPr>
        <p:spPr>
          <a:xfrm>
            <a:off x="900113" y="2616200"/>
            <a:ext cx="6272212" cy="1919288"/>
          </a:xfrm>
          <a:prstGeom prst="rect">
            <a:avLst/>
          </a:prstGeom>
          <a:noFill/>
          <a:ln w="38100">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457200" lvl="1" indent="0">
              <a:lnSpc>
                <a:spcPct val="100000"/>
              </a:lnSpc>
              <a:spcBef>
                <a:spcPct val="0"/>
              </a:spcBef>
              <a:spcAft>
                <a:spcPct val="50000"/>
              </a:spcAft>
              <a:buClrTx/>
              <a:buSzTx/>
              <a:buNone/>
            </a:pPr>
            <a:r>
              <a:rPr lang="zh-CN" altLang="en-US" sz="3200" b="0" i="1" dirty="0">
                <a:solidFill>
                  <a:srgbClr val="0000FF"/>
                </a:solidFill>
                <a:latin typeface="Arial" panose="020B0604020202020204" pitchFamily="34" charset="0"/>
              </a:rPr>
              <a:t>例</a:t>
            </a:r>
            <a:r>
              <a:rPr lang="zh-CN" altLang="en-US" b="0" dirty="0">
                <a:latin typeface="Arial" panose="020B0604020202020204" pitchFamily="34" charset="0"/>
              </a:rPr>
              <a:t>       在</a:t>
            </a:r>
            <a:r>
              <a:rPr lang="en-US" altLang="zh-CN" b="0" dirty="0">
                <a:solidFill>
                  <a:srgbClr val="FF3300"/>
                </a:solidFill>
                <a:latin typeface="Arial" panose="020B0604020202020204" pitchFamily="34" charset="0"/>
              </a:rPr>
              <a:t>80X86</a:t>
            </a:r>
            <a:r>
              <a:rPr lang="zh-CN" altLang="en-US" b="0" dirty="0">
                <a:solidFill>
                  <a:srgbClr val="FF3300"/>
                </a:solidFill>
                <a:latin typeface="Arial" panose="020B0604020202020204" pitchFamily="34" charset="0"/>
              </a:rPr>
              <a:t>系列</a:t>
            </a:r>
            <a:r>
              <a:rPr lang="zh-CN" altLang="en-US" b="0" dirty="0">
                <a:latin typeface="Arial" panose="020B0604020202020204" pitchFamily="34" charset="0"/>
              </a:rPr>
              <a:t>中使用</a:t>
            </a:r>
            <a:r>
              <a:rPr lang="en-US" altLang="zh-CN" b="0" dirty="0">
                <a:latin typeface="Arial" panose="020B0604020202020204" pitchFamily="34" charset="0"/>
              </a:rPr>
              <a:t>8255A</a:t>
            </a:r>
            <a:r>
              <a:rPr lang="zh-CN" altLang="en-US" b="0" dirty="0">
                <a:latin typeface="Arial" panose="020B0604020202020204" pitchFamily="34" charset="0"/>
              </a:rPr>
              <a:t>芯片</a:t>
            </a:r>
            <a:endParaRPr lang="zh-CN" altLang="en-US" b="0" dirty="0">
              <a:latin typeface="Arial" panose="020B0604020202020204" pitchFamily="34" charset="0"/>
            </a:endParaRPr>
          </a:p>
          <a:p>
            <a:pPr marL="457200" lvl="1" indent="0">
              <a:lnSpc>
                <a:spcPct val="100000"/>
              </a:lnSpc>
              <a:spcBef>
                <a:spcPct val="0"/>
              </a:spcBef>
              <a:spcAft>
                <a:spcPct val="50000"/>
              </a:spcAft>
              <a:buClrTx/>
              <a:buSzTx/>
              <a:buNone/>
            </a:pPr>
            <a:r>
              <a:rPr lang="zh-CN" altLang="en-US" b="0" dirty="0">
                <a:latin typeface="Arial" panose="020B0604020202020204" pitchFamily="34" charset="0"/>
              </a:rPr>
              <a:t>            在</a:t>
            </a:r>
            <a:r>
              <a:rPr lang="en-US" altLang="zh-CN" b="0" dirty="0">
                <a:solidFill>
                  <a:srgbClr val="FF3300"/>
                </a:solidFill>
                <a:latin typeface="Arial" panose="020B0604020202020204" pitchFamily="34" charset="0"/>
              </a:rPr>
              <a:t>Z80</a:t>
            </a:r>
            <a:r>
              <a:rPr lang="zh-CN" altLang="en-US" b="0" dirty="0">
                <a:solidFill>
                  <a:srgbClr val="FF3300"/>
                </a:solidFill>
                <a:latin typeface="Arial" panose="020B0604020202020204" pitchFamily="34" charset="0"/>
              </a:rPr>
              <a:t>系列</a:t>
            </a:r>
            <a:r>
              <a:rPr lang="zh-CN" altLang="en-US" b="0" dirty="0">
                <a:latin typeface="Arial" panose="020B0604020202020204" pitchFamily="34" charset="0"/>
              </a:rPr>
              <a:t>中使用</a:t>
            </a:r>
            <a:r>
              <a:rPr lang="en-US" altLang="zh-CN" b="0" dirty="0">
                <a:latin typeface="Arial" panose="020B0604020202020204" pitchFamily="34" charset="0"/>
              </a:rPr>
              <a:t>Z80-PIO</a:t>
            </a:r>
            <a:r>
              <a:rPr lang="zh-CN" altLang="en-US" b="0" dirty="0">
                <a:latin typeface="Arial" panose="020B0604020202020204" pitchFamily="34" charset="0"/>
              </a:rPr>
              <a:t>芯片</a:t>
            </a:r>
            <a:endParaRPr lang="zh-CN" altLang="en-US" b="0" dirty="0">
              <a:latin typeface="Arial" panose="020B0604020202020204" pitchFamily="34" charset="0"/>
            </a:endParaRPr>
          </a:p>
          <a:p>
            <a:pPr marL="457200" lvl="1" indent="0">
              <a:lnSpc>
                <a:spcPct val="100000"/>
              </a:lnSpc>
              <a:spcBef>
                <a:spcPct val="0"/>
              </a:spcBef>
              <a:spcAft>
                <a:spcPct val="50000"/>
              </a:spcAft>
              <a:buClrTx/>
              <a:buSzTx/>
              <a:buNone/>
            </a:pPr>
            <a:r>
              <a:rPr lang="zh-CN" altLang="en-US" b="0" dirty="0">
                <a:latin typeface="Arial" panose="020B0604020202020204" pitchFamily="34" charset="0"/>
              </a:rPr>
              <a:t>            在</a:t>
            </a:r>
            <a:r>
              <a:rPr lang="en-US" altLang="zh-CN" b="0" dirty="0">
                <a:solidFill>
                  <a:srgbClr val="FF3300"/>
                </a:solidFill>
                <a:latin typeface="Arial" panose="020B0604020202020204" pitchFamily="34" charset="0"/>
              </a:rPr>
              <a:t>6800</a:t>
            </a:r>
            <a:r>
              <a:rPr lang="zh-CN" altLang="en-US" b="0" dirty="0">
                <a:solidFill>
                  <a:srgbClr val="FF3300"/>
                </a:solidFill>
                <a:latin typeface="Arial" panose="020B0604020202020204" pitchFamily="34" charset="0"/>
              </a:rPr>
              <a:t>系列</a:t>
            </a:r>
            <a:r>
              <a:rPr lang="zh-CN" altLang="en-US" b="0" dirty="0">
                <a:latin typeface="Arial" panose="020B0604020202020204" pitchFamily="34" charset="0"/>
              </a:rPr>
              <a:t>中使用</a:t>
            </a:r>
            <a:r>
              <a:rPr lang="en-US" altLang="zh-CN" b="0" dirty="0">
                <a:latin typeface="Arial" panose="020B0604020202020204" pitchFamily="34" charset="0"/>
              </a:rPr>
              <a:t>MC6820PIA</a:t>
            </a:r>
            <a:r>
              <a:rPr lang="zh-CN" altLang="en-US" b="0" dirty="0">
                <a:latin typeface="Arial" panose="020B0604020202020204" pitchFamily="34" charset="0"/>
              </a:rPr>
              <a:t>芯片</a:t>
            </a:r>
            <a:endParaRPr lang="zh-CN" altLang="en-US" b="0" dirty="0">
              <a:latin typeface="Arial" panose="020B0604020202020204" pitchFamily="34" charset="0"/>
            </a:endParaRP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5" fill="hold" grpId="0" nodeType="clickEffect">
                                  <p:stCondLst>
                                    <p:cond delay="0"/>
                                  </p:stCondLst>
                                  <p:childTnLst>
                                    <p:set>
                                      <p:cBhvr>
                                        <p:cTn id="6" dur="1" fill="hold">
                                          <p:stCondLst>
                                            <p:cond delay="0"/>
                                          </p:stCondLst>
                                        </p:cTn>
                                        <p:tgtEl>
                                          <p:spTgt spid="10244"/>
                                        </p:tgtEl>
                                        <p:attrNameLst>
                                          <p:attrName>style.visibility</p:attrName>
                                        </p:attrNameLst>
                                      </p:cBhvr>
                                      <p:to>
                                        <p:strVal val="visible"/>
                                      </p:to>
                                    </p:set>
                                    <p:animEffect transition="in" filter="blinds(vertical)">
                                      <p:cBhvr>
                                        <p:cTn id="7" dur="500"/>
                                        <p:tgtEl>
                                          <p:spTgt spid="10244"/>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5" fill="hold" grpId="0" nodeType="clickEffect">
                                  <p:stCondLst>
                                    <p:cond delay="0"/>
                                  </p:stCondLst>
                                  <p:childTnLst>
                                    <p:set>
                                      <p:cBhvr>
                                        <p:cTn id="11" dur="1" fill="hold">
                                          <p:stCondLst>
                                            <p:cond delay="0"/>
                                          </p:stCondLst>
                                        </p:cTn>
                                        <p:tgtEl>
                                          <p:spTgt spid="10242"/>
                                        </p:tgtEl>
                                        <p:attrNameLst>
                                          <p:attrName>style.visibility</p:attrName>
                                        </p:attrNameLst>
                                      </p:cBhvr>
                                      <p:to>
                                        <p:strVal val="visible"/>
                                      </p:to>
                                    </p:set>
                                    <p:animEffect transition="in" filter="blinds(vertical)">
                                      <p:cBhvr>
                                        <p:cTn id="12" dur="500"/>
                                        <p:tgtEl>
                                          <p:spTgt spid="10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2" grpId="0"/>
      <p:bldP spid="10244"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45410" name="Rectangle 56"/>
          <p:cNvSpPr/>
          <p:nvPr/>
        </p:nvSpPr>
        <p:spPr>
          <a:xfrm>
            <a:off x="6329363" y="1779588"/>
            <a:ext cx="2614612" cy="5078412"/>
          </a:xfrm>
          <a:prstGeom prst="rect">
            <a:avLst/>
          </a:prstGeom>
          <a:solidFill>
            <a:srgbClr val="800000"/>
          </a:solid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50000"/>
              </a:lnSpc>
              <a:spcBef>
                <a:spcPct val="0"/>
              </a:spcBef>
              <a:spcAft>
                <a:spcPct val="0"/>
              </a:spcAft>
              <a:buClrTx/>
              <a:buSzTx/>
              <a:buFont typeface="Arial" panose="020B0604020202020204" pitchFamily="34" charset="0"/>
              <a:buNone/>
            </a:pPr>
            <a:r>
              <a:rPr lang="en-US" altLang="zh-CN" sz="2400" dirty="0">
                <a:solidFill>
                  <a:schemeClr val="bg1"/>
                </a:solidFill>
                <a:latin typeface="楷体_GB2312" pitchFamily="1" charset="-122"/>
              </a:rPr>
              <a:t>8255</a:t>
            </a:r>
            <a:r>
              <a:rPr lang="zh-CN" altLang="en-US" sz="2400" dirty="0">
                <a:solidFill>
                  <a:schemeClr val="bg1"/>
                </a:solidFill>
                <a:latin typeface="楷体_GB2312" pitchFamily="1" charset="-122"/>
              </a:rPr>
              <a:t>是</a:t>
            </a:r>
            <a:r>
              <a:rPr lang="en-US" altLang="zh-CN" sz="2400" dirty="0">
                <a:solidFill>
                  <a:schemeClr val="bg1"/>
                </a:solidFill>
                <a:latin typeface="楷体_GB2312" pitchFamily="1" charset="-122"/>
              </a:rPr>
              <a:t>Intel</a:t>
            </a:r>
            <a:r>
              <a:rPr lang="zh-CN" altLang="en-US" sz="2400" dirty="0">
                <a:solidFill>
                  <a:schemeClr val="bg1"/>
                </a:solidFill>
                <a:latin typeface="楷体_GB2312" pitchFamily="1" charset="-122"/>
              </a:rPr>
              <a:t>系列的</a:t>
            </a:r>
            <a:r>
              <a:rPr lang="en-US" altLang="zh-CN" sz="2400" dirty="0">
                <a:solidFill>
                  <a:schemeClr val="bg1"/>
                </a:solidFill>
                <a:latin typeface="楷体_GB2312" pitchFamily="1" charset="-122"/>
              </a:rPr>
              <a:t>8</a:t>
            </a:r>
            <a:r>
              <a:rPr lang="zh-CN" altLang="en-US" sz="2400" dirty="0">
                <a:solidFill>
                  <a:schemeClr val="bg1"/>
                </a:solidFill>
                <a:latin typeface="楷体_GB2312" pitchFamily="1" charset="-122"/>
              </a:rPr>
              <a:t>位并行接口芯片通用性强，使用灵活，可用程序设置和改变芯片的工作方式，是一种常用的可编程并行接口芯片。</a:t>
            </a:r>
            <a:endParaRPr lang="zh-CN" altLang="en-US" sz="2400" dirty="0">
              <a:solidFill>
                <a:schemeClr val="bg1"/>
              </a:solidFill>
              <a:latin typeface="楷体_GB2312" pitchFamily="1" charset="-122"/>
            </a:endParaRPr>
          </a:p>
        </p:txBody>
      </p:sp>
      <p:grpSp>
        <p:nvGrpSpPr>
          <p:cNvPr id="145411" name="Group 60"/>
          <p:cNvGrpSpPr/>
          <p:nvPr/>
        </p:nvGrpSpPr>
        <p:grpSpPr>
          <a:xfrm>
            <a:off x="750888" y="2133600"/>
            <a:ext cx="5135562" cy="4154488"/>
            <a:chOff x="473" y="1344"/>
            <a:chExt cx="3235" cy="2617"/>
          </a:xfrm>
        </p:grpSpPr>
        <p:grpSp>
          <p:nvGrpSpPr>
            <p:cNvPr id="145413" name="Group 5"/>
            <p:cNvGrpSpPr/>
            <p:nvPr/>
          </p:nvGrpSpPr>
          <p:grpSpPr>
            <a:xfrm rot="-5400000">
              <a:off x="1036" y="784"/>
              <a:ext cx="2112" cy="3232"/>
              <a:chOff x="3792" y="624"/>
              <a:chExt cx="2112" cy="3232"/>
            </a:xfrm>
          </p:grpSpPr>
          <p:sp>
            <p:nvSpPr>
              <p:cNvPr id="145416" name="Text Box 6"/>
              <p:cNvSpPr txBox="1">
                <a:spLocks noChangeAspect="1"/>
              </p:cNvSpPr>
              <p:nvPr/>
            </p:nvSpPr>
            <p:spPr>
              <a:xfrm>
                <a:off x="4368" y="624"/>
                <a:ext cx="775" cy="3232"/>
              </a:xfrm>
              <a:prstGeom prst="rect">
                <a:avLst/>
              </a:prstGeom>
              <a:solidFill>
                <a:srgbClr val="FFFF99"/>
              </a:solid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90000"/>
                  </a:lnSpc>
                  <a:spcBef>
                    <a:spcPct val="0"/>
                  </a:spcBef>
                  <a:spcAft>
                    <a:spcPct val="0"/>
                  </a:spcAft>
                  <a:buClrTx/>
                  <a:buSzTx/>
                  <a:buNone/>
                </a:pPr>
                <a:endParaRPr lang="en-US" altLang="zh-CN" sz="2000" b="0" dirty="0">
                  <a:solidFill>
                    <a:schemeClr val="tx1"/>
                  </a:solidFill>
                  <a:latin typeface="Arial" panose="020B0604020202020204" pitchFamily="34" charset="0"/>
                </a:endParaRPr>
              </a:p>
              <a:p>
                <a:pPr marL="0" lvl="0" indent="0" algn="ctr">
                  <a:lnSpc>
                    <a:spcPct val="90000"/>
                  </a:lnSpc>
                  <a:spcBef>
                    <a:spcPct val="0"/>
                  </a:spcBef>
                  <a:spcAft>
                    <a:spcPct val="0"/>
                  </a:spcAft>
                  <a:buClrTx/>
                  <a:buSzTx/>
                  <a:buNone/>
                </a:pPr>
                <a:endParaRPr lang="en-US" altLang="zh-CN" sz="2000" dirty="0">
                  <a:solidFill>
                    <a:schemeClr val="tx1"/>
                  </a:solidFill>
                  <a:latin typeface="Arial" panose="020B0604020202020204" pitchFamily="34" charset="0"/>
                </a:endParaRPr>
              </a:p>
              <a:p>
                <a:pPr marL="0" lvl="0" indent="0" algn="ctr">
                  <a:lnSpc>
                    <a:spcPct val="90000"/>
                  </a:lnSpc>
                  <a:spcBef>
                    <a:spcPct val="0"/>
                  </a:spcBef>
                  <a:spcAft>
                    <a:spcPct val="0"/>
                  </a:spcAft>
                  <a:buClrTx/>
                  <a:buSzTx/>
                  <a:buNone/>
                </a:pPr>
                <a:endParaRPr lang="en-US" altLang="zh-CN" sz="2000" dirty="0">
                  <a:solidFill>
                    <a:schemeClr val="tx1"/>
                  </a:solidFill>
                  <a:latin typeface="Arial" panose="020B0604020202020204" pitchFamily="34" charset="0"/>
                </a:endParaRPr>
              </a:p>
              <a:p>
                <a:pPr marL="0" lvl="0" indent="0" algn="ctr">
                  <a:lnSpc>
                    <a:spcPct val="90000"/>
                  </a:lnSpc>
                  <a:spcBef>
                    <a:spcPct val="0"/>
                  </a:spcBef>
                  <a:spcAft>
                    <a:spcPct val="0"/>
                  </a:spcAft>
                  <a:buClrTx/>
                  <a:buSzTx/>
                  <a:buNone/>
                </a:pPr>
                <a:endParaRPr lang="en-US" altLang="zh-CN" sz="2000" dirty="0">
                  <a:solidFill>
                    <a:schemeClr val="tx1"/>
                  </a:solidFill>
                  <a:latin typeface="Arial" panose="020B0604020202020204" pitchFamily="34" charset="0"/>
                </a:endParaRPr>
              </a:p>
              <a:p>
                <a:pPr marL="0" lvl="0" indent="0" algn="ctr">
                  <a:lnSpc>
                    <a:spcPct val="90000"/>
                  </a:lnSpc>
                  <a:spcBef>
                    <a:spcPct val="0"/>
                  </a:spcBef>
                  <a:spcAft>
                    <a:spcPct val="0"/>
                  </a:spcAft>
                  <a:buClrTx/>
                  <a:buSzTx/>
                  <a:buNone/>
                </a:pPr>
                <a:endParaRPr lang="en-US" altLang="zh-CN" sz="2000" dirty="0">
                  <a:solidFill>
                    <a:schemeClr val="tx1"/>
                  </a:solidFill>
                  <a:latin typeface="Arial" panose="020B0604020202020204" pitchFamily="34" charset="0"/>
                </a:endParaRPr>
              </a:p>
              <a:p>
                <a:pPr marL="0" lvl="0" indent="0" algn="ctr">
                  <a:lnSpc>
                    <a:spcPct val="90000"/>
                  </a:lnSpc>
                  <a:spcBef>
                    <a:spcPct val="0"/>
                  </a:spcBef>
                  <a:spcAft>
                    <a:spcPct val="0"/>
                  </a:spcAft>
                  <a:buClrTx/>
                  <a:buSzTx/>
                  <a:buNone/>
                </a:pPr>
                <a:endParaRPr lang="en-US" altLang="zh-CN" sz="2000" dirty="0">
                  <a:solidFill>
                    <a:schemeClr val="tx1"/>
                  </a:solidFill>
                  <a:latin typeface="Arial" panose="020B0604020202020204" pitchFamily="34" charset="0"/>
                </a:endParaRPr>
              </a:p>
              <a:p>
                <a:pPr marL="0" lvl="0" indent="0" algn="ctr">
                  <a:lnSpc>
                    <a:spcPct val="90000"/>
                  </a:lnSpc>
                  <a:spcBef>
                    <a:spcPct val="0"/>
                  </a:spcBef>
                  <a:spcAft>
                    <a:spcPct val="0"/>
                  </a:spcAft>
                  <a:buClrTx/>
                  <a:buSzTx/>
                  <a:buNone/>
                </a:pPr>
                <a:endParaRPr lang="en-US" altLang="zh-CN" sz="2000" dirty="0">
                  <a:solidFill>
                    <a:schemeClr val="tx1"/>
                  </a:solidFill>
                  <a:latin typeface="Arial" panose="020B0604020202020204" pitchFamily="34" charset="0"/>
                </a:endParaRPr>
              </a:p>
              <a:p>
                <a:pPr marL="0" lvl="0" indent="0" algn="ctr">
                  <a:lnSpc>
                    <a:spcPct val="90000"/>
                  </a:lnSpc>
                  <a:spcBef>
                    <a:spcPct val="0"/>
                  </a:spcBef>
                  <a:spcAft>
                    <a:spcPct val="0"/>
                  </a:spcAft>
                  <a:buClrTx/>
                  <a:buSzTx/>
                  <a:buNone/>
                </a:pPr>
                <a:endParaRPr lang="en-US" altLang="zh-CN" sz="2000" dirty="0">
                  <a:solidFill>
                    <a:schemeClr val="tx1"/>
                  </a:solidFill>
                  <a:latin typeface="Arial" panose="020B0604020202020204" pitchFamily="34" charset="0"/>
                </a:endParaRPr>
              </a:p>
              <a:p>
                <a:pPr marL="0" lvl="0" indent="0" algn="ctr">
                  <a:lnSpc>
                    <a:spcPct val="90000"/>
                  </a:lnSpc>
                  <a:spcBef>
                    <a:spcPct val="0"/>
                  </a:spcBef>
                  <a:spcAft>
                    <a:spcPct val="0"/>
                  </a:spcAft>
                  <a:buClrTx/>
                  <a:buSzTx/>
                  <a:buNone/>
                </a:pPr>
                <a:r>
                  <a:rPr lang="en-US" altLang="zh-CN" dirty="0">
                    <a:solidFill>
                      <a:schemeClr val="tx1"/>
                    </a:solidFill>
                    <a:latin typeface="Arial" panose="020B0604020202020204" pitchFamily="34" charset="0"/>
                  </a:rPr>
                  <a:t>8255</a:t>
                </a:r>
                <a:endParaRPr lang="en-US" altLang="zh-CN" sz="1800" b="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endParaRPr lang="en-US" altLang="zh-CN" sz="2000" b="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endParaRPr lang="en-US" altLang="zh-CN" sz="2000" b="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endParaRPr lang="en-US" altLang="zh-CN" sz="2000" b="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endParaRPr lang="en-US" altLang="zh-CN" sz="2000" b="0" dirty="0">
                  <a:solidFill>
                    <a:schemeClr val="tx1"/>
                  </a:solidFill>
                  <a:latin typeface="Arial" panose="020B0604020202020204" pitchFamily="34" charset="0"/>
                </a:endParaRPr>
              </a:p>
            </p:txBody>
          </p:sp>
          <p:sp>
            <p:nvSpPr>
              <p:cNvPr id="145417" name="Text Box 7"/>
              <p:cNvSpPr txBox="1">
                <a:spLocks noChangeAspect="1"/>
              </p:cNvSpPr>
              <p:nvPr/>
            </p:nvSpPr>
            <p:spPr>
              <a:xfrm>
                <a:off x="3792" y="669"/>
                <a:ext cx="525" cy="3156"/>
              </a:xfrm>
              <a:prstGeom prst="rect">
                <a:avLst/>
              </a:prstGeom>
              <a:noFill/>
              <a:ln w="25400">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PA3</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PA2</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PA1</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PA0</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RD</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CS</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GND</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A1</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A0</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PC7</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PC6</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PC5</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PC4</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PC3</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PC2</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PC1</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PC0</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PB0</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PB1</a:t>
                </a:r>
                <a:endParaRPr lang="en-US" altLang="zh-CN" sz="1800" dirty="0">
                  <a:solidFill>
                    <a:schemeClr val="tx1"/>
                  </a:solidFill>
                  <a:latin typeface="Arial" panose="020B0604020202020204" pitchFamily="34" charset="0"/>
                </a:endParaRPr>
              </a:p>
              <a:p>
                <a:pPr marL="0" lvl="0" indent="0" algn="r">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PB2</a:t>
                </a:r>
                <a:endParaRPr lang="en-US" altLang="zh-CN" sz="1800" dirty="0">
                  <a:solidFill>
                    <a:schemeClr val="tx1"/>
                  </a:solidFill>
                  <a:latin typeface="Arial" panose="020B0604020202020204" pitchFamily="34" charset="0"/>
                </a:endParaRPr>
              </a:p>
            </p:txBody>
          </p:sp>
          <p:sp>
            <p:nvSpPr>
              <p:cNvPr id="145418" name="Line 8"/>
              <p:cNvSpPr/>
              <p:nvPr/>
            </p:nvSpPr>
            <p:spPr>
              <a:xfrm>
                <a:off x="4080" y="1321"/>
                <a:ext cx="144" cy="0"/>
              </a:xfrm>
              <a:prstGeom prst="line">
                <a:avLst/>
              </a:prstGeom>
              <a:ln w="19050" cap="flat" cmpd="sng">
                <a:solidFill>
                  <a:schemeClr val="tx1"/>
                </a:solidFill>
                <a:prstDash val="solid"/>
                <a:headEnd type="none" w="med" len="med"/>
                <a:tailEnd type="none" w="med" len="med"/>
              </a:ln>
            </p:spPr>
          </p:sp>
          <p:grpSp>
            <p:nvGrpSpPr>
              <p:cNvPr id="145419" name="Group 9"/>
              <p:cNvGrpSpPr/>
              <p:nvPr/>
            </p:nvGrpSpPr>
            <p:grpSpPr>
              <a:xfrm>
                <a:off x="4320" y="794"/>
                <a:ext cx="48" cy="2940"/>
                <a:chOff x="528" y="672"/>
                <a:chExt cx="48" cy="3312"/>
              </a:xfrm>
            </p:grpSpPr>
            <p:sp>
              <p:nvSpPr>
                <p:cNvPr id="145445" name="Line 10"/>
                <p:cNvSpPr/>
                <p:nvPr/>
              </p:nvSpPr>
              <p:spPr>
                <a:xfrm>
                  <a:off x="528" y="672"/>
                  <a:ext cx="48" cy="0"/>
                </a:xfrm>
                <a:prstGeom prst="line">
                  <a:avLst/>
                </a:prstGeom>
                <a:ln w="38100" cap="flat" cmpd="sng">
                  <a:solidFill>
                    <a:srgbClr val="000000"/>
                  </a:solidFill>
                  <a:prstDash val="solid"/>
                  <a:headEnd type="none" w="med" len="med"/>
                  <a:tailEnd type="none" w="med" len="med"/>
                </a:ln>
              </p:spPr>
            </p:sp>
            <p:sp>
              <p:nvSpPr>
                <p:cNvPr id="145446" name="Line 11"/>
                <p:cNvSpPr/>
                <p:nvPr/>
              </p:nvSpPr>
              <p:spPr>
                <a:xfrm>
                  <a:off x="528" y="816"/>
                  <a:ext cx="48" cy="0"/>
                </a:xfrm>
                <a:prstGeom prst="line">
                  <a:avLst/>
                </a:prstGeom>
                <a:ln w="38100" cap="flat" cmpd="sng">
                  <a:solidFill>
                    <a:srgbClr val="000000"/>
                  </a:solidFill>
                  <a:prstDash val="solid"/>
                  <a:headEnd type="none" w="med" len="med"/>
                  <a:tailEnd type="none" w="med" len="med"/>
                </a:ln>
              </p:spPr>
            </p:sp>
            <p:sp>
              <p:nvSpPr>
                <p:cNvPr id="145447" name="Line 12"/>
                <p:cNvSpPr/>
                <p:nvPr/>
              </p:nvSpPr>
              <p:spPr>
                <a:xfrm>
                  <a:off x="528" y="1008"/>
                  <a:ext cx="48" cy="0"/>
                </a:xfrm>
                <a:prstGeom prst="line">
                  <a:avLst/>
                </a:prstGeom>
                <a:ln w="38100" cap="flat" cmpd="sng">
                  <a:solidFill>
                    <a:srgbClr val="000000"/>
                  </a:solidFill>
                  <a:prstDash val="solid"/>
                  <a:headEnd type="none" w="med" len="med"/>
                  <a:tailEnd type="none" w="med" len="med"/>
                </a:ln>
              </p:spPr>
            </p:sp>
            <p:sp>
              <p:nvSpPr>
                <p:cNvPr id="145448" name="Line 13"/>
                <p:cNvSpPr/>
                <p:nvPr/>
              </p:nvSpPr>
              <p:spPr>
                <a:xfrm>
                  <a:off x="528" y="1200"/>
                  <a:ext cx="48" cy="0"/>
                </a:xfrm>
                <a:prstGeom prst="line">
                  <a:avLst/>
                </a:prstGeom>
                <a:ln w="38100" cap="flat" cmpd="sng">
                  <a:solidFill>
                    <a:srgbClr val="000000"/>
                  </a:solidFill>
                  <a:prstDash val="solid"/>
                  <a:headEnd type="none" w="med" len="med"/>
                  <a:tailEnd type="none" w="med" len="med"/>
                </a:ln>
              </p:spPr>
            </p:sp>
            <p:sp>
              <p:nvSpPr>
                <p:cNvPr id="145449" name="Line 14"/>
                <p:cNvSpPr/>
                <p:nvPr/>
              </p:nvSpPr>
              <p:spPr>
                <a:xfrm>
                  <a:off x="528" y="1344"/>
                  <a:ext cx="48" cy="0"/>
                </a:xfrm>
                <a:prstGeom prst="line">
                  <a:avLst/>
                </a:prstGeom>
                <a:ln w="38100" cap="flat" cmpd="sng">
                  <a:solidFill>
                    <a:srgbClr val="000000"/>
                  </a:solidFill>
                  <a:prstDash val="solid"/>
                  <a:headEnd type="none" w="med" len="med"/>
                  <a:tailEnd type="none" w="med" len="med"/>
                </a:ln>
              </p:spPr>
            </p:sp>
            <p:sp>
              <p:nvSpPr>
                <p:cNvPr id="145450" name="Line 15"/>
                <p:cNvSpPr/>
                <p:nvPr/>
              </p:nvSpPr>
              <p:spPr>
                <a:xfrm>
                  <a:off x="528" y="1536"/>
                  <a:ext cx="48" cy="0"/>
                </a:xfrm>
                <a:prstGeom prst="line">
                  <a:avLst/>
                </a:prstGeom>
                <a:ln w="38100" cap="flat" cmpd="sng">
                  <a:solidFill>
                    <a:srgbClr val="000000"/>
                  </a:solidFill>
                  <a:prstDash val="solid"/>
                  <a:headEnd type="none" w="med" len="med"/>
                  <a:tailEnd type="none" w="med" len="med"/>
                </a:ln>
              </p:spPr>
            </p:sp>
            <p:sp>
              <p:nvSpPr>
                <p:cNvPr id="145451" name="Line 16"/>
                <p:cNvSpPr/>
                <p:nvPr/>
              </p:nvSpPr>
              <p:spPr>
                <a:xfrm>
                  <a:off x="528" y="1728"/>
                  <a:ext cx="48" cy="0"/>
                </a:xfrm>
                <a:prstGeom prst="line">
                  <a:avLst/>
                </a:prstGeom>
                <a:ln w="38100" cap="flat" cmpd="sng">
                  <a:solidFill>
                    <a:srgbClr val="000000"/>
                  </a:solidFill>
                  <a:prstDash val="solid"/>
                  <a:headEnd type="none" w="med" len="med"/>
                  <a:tailEnd type="none" w="med" len="med"/>
                </a:ln>
              </p:spPr>
            </p:sp>
            <p:sp>
              <p:nvSpPr>
                <p:cNvPr id="145452" name="Line 17"/>
                <p:cNvSpPr/>
                <p:nvPr/>
              </p:nvSpPr>
              <p:spPr>
                <a:xfrm>
                  <a:off x="528" y="1872"/>
                  <a:ext cx="48" cy="0"/>
                </a:xfrm>
                <a:prstGeom prst="line">
                  <a:avLst/>
                </a:prstGeom>
                <a:ln w="38100" cap="flat" cmpd="sng">
                  <a:solidFill>
                    <a:srgbClr val="000000"/>
                  </a:solidFill>
                  <a:prstDash val="solid"/>
                  <a:headEnd type="none" w="med" len="med"/>
                  <a:tailEnd type="none" w="med" len="med"/>
                </a:ln>
              </p:spPr>
            </p:sp>
            <p:sp>
              <p:nvSpPr>
                <p:cNvPr id="145453" name="Line 18"/>
                <p:cNvSpPr/>
                <p:nvPr/>
              </p:nvSpPr>
              <p:spPr>
                <a:xfrm>
                  <a:off x="528" y="2016"/>
                  <a:ext cx="48" cy="0"/>
                </a:xfrm>
                <a:prstGeom prst="line">
                  <a:avLst/>
                </a:prstGeom>
                <a:ln w="38100" cap="flat" cmpd="sng">
                  <a:solidFill>
                    <a:srgbClr val="000000"/>
                  </a:solidFill>
                  <a:prstDash val="solid"/>
                  <a:headEnd type="none" w="med" len="med"/>
                  <a:tailEnd type="none" w="med" len="med"/>
                </a:ln>
              </p:spPr>
            </p:sp>
            <p:sp>
              <p:nvSpPr>
                <p:cNvPr id="145454" name="Line 19"/>
                <p:cNvSpPr/>
                <p:nvPr/>
              </p:nvSpPr>
              <p:spPr>
                <a:xfrm>
                  <a:off x="528" y="2208"/>
                  <a:ext cx="48" cy="0"/>
                </a:xfrm>
                <a:prstGeom prst="line">
                  <a:avLst/>
                </a:prstGeom>
                <a:ln w="38100" cap="flat" cmpd="sng">
                  <a:solidFill>
                    <a:srgbClr val="000000"/>
                  </a:solidFill>
                  <a:prstDash val="solid"/>
                  <a:headEnd type="none" w="med" len="med"/>
                  <a:tailEnd type="none" w="med" len="med"/>
                </a:ln>
              </p:spPr>
            </p:sp>
            <p:sp>
              <p:nvSpPr>
                <p:cNvPr id="145455" name="Line 20"/>
                <p:cNvSpPr/>
                <p:nvPr/>
              </p:nvSpPr>
              <p:spPr>
                <a:xfrm>
                  <a:off x="528" y="2400"/>
                  <a:ext cx="48" cy="0"/>
                </a:xfrm>
                <a:prstGeom prst="line">
                  <a:avLst/>
                </a:prstGeom>
                <a:ln w="38100" cap="flat" cmpd="sng">
                  <a:solidFill>
                    <a:srgbClr val="000000"/>
                  </a:solidFill>
                  <a:prstDash val="solid"/>
                  <a:headEnd type="none" w="med" len="med"/>
                  <a:tailEnd type="none" w="med" len="med"/>
                </a:ln>
              </p:spPr>
            </p:sp>
            <p:sp>
              <p:nvSpPr>
                <p:cNvPr id="145456" name="Line 21"/>
                <p:cNvSpPr/>
                <p:nvPr/>
              </p:nvSpPr>
              <p:spPr>
                <a:xfrm>
                  <a:off x="528" y="2592"/>
                  <a:ext cx="48" cy="0"/>
                </a:xfrm>
                <a:prstGeom prst="line">
                  <a:avLst/>
                </a:prstGeom>
                <a:ln w="38100" cap="flat" cmpd="sng">
                  <a:solidFill>
                    <a:srgbClr val="000000"/>
                  </a:solidFill>
                  <a:prstDash val="solid"/>
                  <a:headEnd type="none" w="med" len="med"/>
                  <a:tailEnd type="none" w="med" len="med"/>
                </a:ln>
              </p:spPr>
            </p:sp>
            <p:sp>
              <p:nvSpPr>
                <p:cNvPr id="145457" name="Line 22"/>
                <p:cNvSpPr/>
                <p:nvPr/>
              </p:nvSpPr>
              <p:spPr>
                <a:xfrm>
                  <a:off x="528" y="2736"/>
                  <a:ext cx="48" cy="0"/>
                </a:xfrm>
                <a:prstGeom prst="line">
                  <a:avLst/>
                </a:prstGeom>
                <a:ln w="38100" cap="flat" cmpd="sng">
                  <a:solidFill>
                    <a:srgbClr val="000000"/>
                  </a:solidFill>
                  <a:prstDash val="solid"/>
                  <a:headEnd type="none" w="med" len="med"/>
                  <a:tailEnd type="none" w="med" len="med"/>
                </a:ln>
              </p:spPr>
            </p:sp>
            <p:sp>
              <p:nvSpPr>
                <p:cNvPr id="145458" name="Line 23"/>
                <p:cNvSpPr/>
                <p:nvPr/>
              </p:nvSpPr>
              <p:spPr>
                <a:xfrm>
                  <a:off x="528" y="2928"/>
                  <a:ext cx="48" cy="0"/>
                </a:xfrm>
                <a:prstGeom prst="line">
                  <a:avLst/>
                </a:prstGeom>
                <a:ln w="38100" cap="flat" cmpd="sng">
                  <a:solidFill>
                    <a:srgbClr val="000000"/>
                  </a:solidFill>
                  <a:prstDash val="solid"/>
                  <a:headEnd type="none" w="med" len="med"/>
                  <a:tailEnd type="none" w="med" len="med"/>
                </a:ln>
              </p:spPr>
            </p:sp>
            <p:sp>
              <p:nvSpPr>
                <p:cNvPr id="145459" name="Line 24"/>
                <p:cNvSpPr/>
                <p:nvPr/>
              </p:nvSpPr>
              <p:spPr>
                <a:xfrm>
                  <a:off x="528" y="3072"/>
                  <a:ext cx="48" cy="0"/>
                </a:xfrm>
                <a:prstGeom prst="line">
                  <a:avLst/>
                </a:prstGeom>
                <a:ln w="38100" cap="flat" cmpd="sng">
                  <a:solidFill>
                    <a:srgbClr val="000000"/>
                  </a:solidFill>
                  <a:prstDash val="solid"/>
                  <a:headEnd type="none" w="med" len="med"/>
                  <a:tailEnd type="none" w="med" len="med"/>
                </a:ln>
              </p:spPr>
            </p:sp>
            <p:sp>
              <p:nvSpPr>
                <p:cNvPr id="145460" name="Line 25"/>
                <p:cNvSpPr/>
                <p:nvPr/>
              </p:nvSpPr>
              <p:spPr>
                <a:xfrm>
                  <a:off x="528" y="3264"/>
                  <a:ext cx="48" cy="0"/>
                </a:xfrm>
                <a:prstGeom prst="line">
                  <a:avLst/>
                </a:prstGeom>
                <a:ln w="38100" cap="flat" cmpd="sng">
                  <a:solidFill>
                    <a:srgbClr val="000000"/>
                  </a:solidFill>
                  <a:prstDash val="solid"/>
                  <a:headEnd type="none" w="med" len="med"/>
                  <a:tailEnd type="none" w="med" len="med"/>
                </a:ln>
              </p:spPr>
            </p:sp>
            <p:sp>
              <p:nvSpPr>
                <p:cNvPr id="145461" name="Line 26"/>
                <p:cNvSpPr/>
                <p:nvPr/>
              </p:nvSpPr>
              <p:spPr>
                <a:xfrm>
                  <a:off x="528" y="3456"/>
                  <a:ext cx="48" cy="0"/>
                </a:xfrm>
                <a:prstGeom prst="line">
                  <a:avLst/>
                </a:prstGeom>
                <a:ln w="38100" cap="flat" cmpd="sng">
                  <a:solidFill>
                    <a:srgbClr val="000000"/>
                  </a:solidFill>
                  <a:prstDash val="solid"/>
                  <a:headEnd type="none" w="med" len="med"/>
                  <a:tailEnd type="none" w="med" len="med"/>
                </a:ln>
              </p:spPr>
            </p:sp>
            <p:sp>
              <p:nvSpPr>
                <p:cNvPr id="145462" name="Line 27"/>
                <p:cNvSpPr/>
                <p:nvPr/>
              </p:nvSpPr>
              <p:spPr>
                <a:xfrm>
                  <a:off x="528" y="3648"/>
                  <a:ext cx="48" cy="0"/>
                </a:xfrm>
                <a:prstGeom prst="line">
                  <a:avLst/>
                </a:prstGeom>
                <a:ln w="38100" cap="flat" cmpd="sng">
                  <a:solidFill>
                    <a:srgbClr val="000000"/>
                  </a:solidFill>
                  <a:prstDash val="solid"/>
                  <a:headEnd type="none" w="med" len="med"/>
                  <a:tailEnd type="none" w="med" len="med"/>
                </a:ln>
              </p:spPr>
            </p:sp>
            <p:sp>
              <p:nvSpPr>
                <p:cNvPr id="145463" name="Line 28"/>
                <p:cNvSpPr/>
                <p:nvPr/>
              </p:nvSpPr>
              <p:spPr>
                <a:xfrm>
                  <a:off x="528" y="3792"/>
                  <a:ext cx="48" cy="0"/>
                </a:xfrm>
                <a:prstGeom prst="line">
                  <a:avLst/>
                </a:prstGeom>
                <a:ln w="38100" cap="flat" cmpd="sng">
                  <a:solidFill>
                    <a:srgbClr val="000000"/>
                  </a:solidFill>
                  <a:prstDash val="solid"/>
                  <a:headEnd type="none" w="med" len="med"/>
                  <a:tailEnd type="none" w="med" len="med"/>
                </a:ln>
              </p:spPr>
            </p:sp>
            <p:sp>
              <p:nvSpPr>
                <p:cNvPr id="145464" name="Line 29"/>
                <p:cNvSpPr/>
                <p:nvPr/>
              </p:nvSpPr>
              <p:spPr>
                <a:xfrm>
                  <a:off x="528" y="3984"/>
                  <a:ext cx="48" cy="0"/>
                </a:xfrm>
                <a:prstGeom prst="line">
                  <a:avLst/>
                </a:prstGeom>
                <a:ln w="38100" cap="flat" cmpd="sng">
                  <a:solidFill>
                    <a:srgbClr val="000000"/>
                  </a:solidFill>
                  <a:prstDash val="solid"/>
                  <a:headEnd type="none" w="med" len="med"/>
                  <a:tailEnd type="none" w="med" len="med"/>
                </a:ln>
              </p:spPr>
            </p:sp>
          </p:grpSp>
          <p:sp>
            <p:nvSpPr>
              <p:cNvPr id="145420" name="Line 30"/>
              <p:cNvSpPr/>
              <p:nvPr/>
            </p:nvSpPr>
            <p:spPr>
              <a:xfrm>
                <a:off x="4080" y="1462"/>
                <a:ext cx="144" cy="0"/>
              </a:xfrm>
              <a:prstGeom prst="line">
                <a:avLst/>
              </a:prstGeom>
              <a:ln w="19050" cap="flat" cmpd="sng">
                <a:solidFill>
                  <a:schemeClr val="tx1"/>
                </a:solidFill>
                <a:prstDash val="solid"/>
                <a:headEnd type="none" w="med" len="med"/>
                <a:tailEnd type="none" w="med" len="med"/>
              </a:ln>
            </p:spPr>
          </p:sp>
          <p:grpSp>
            <p:nvGrpSpPr>
              <p:cNvPr id="145421" name="Group 31"/>
              <p:cNvGrpSpPr/>
              <p:nvPr/>
            </p:nvGrpSpPr>
            <p:grpSpPr>
              <a:xfrm>
                <a:off x="5160" y="683"/>
                <a:ext cx="744" cy="3157"/>
                <a:chOff x="5016" y="683"/>
                <a:chExt cx="744" cy="3157"/>
              </a:xfrm>
            </p:grpSpPr>
            <p:sp>
              <p:nvSpPr>
                <p:cNvPr id="145422" name="Text Box 32"/>
                <p:cNvSpPr txBox="1">
                  <a:spLocks noChangeAspect="1"/>
                </p:cNvSpPr>
                <p:nvPr/>
              </p:nvSpPr>
              <p:spPr>
                <a:xfrm>
                  <a:off x="5047" y="683"/>
                  <a:ext cx="713" cy="3157"/>
                </a:xfrm>
                <a:prstGeom prst="rect">
                  <a:avLst/>
                </a:prstGeom>
                <a:noFill/>
                <a:ln w="19050">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PA4</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PA5</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PA6</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PA7</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WR</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RESET</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D0</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D1</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D2</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D3</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D4</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D5</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D6</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D7</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Vcc</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PB7</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PB6</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PB5</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PB4</a:t>
                  </a:r>
                  <a:endParaRPr lang="en-US" altLang="zh-CN" sz="1800" dirty="0">
                    <a:solidFill>
                      <a:schemeClr val="tx1"/>
                    </a:solidFill>
                    <a:latin typeface="Arial" panose="020B0604020202020204" pitchFamily="34" charset="0"/>
                  </a:endParaRPr>
                </a:p>
                <a:p>
                  <a:pPr marL="0" lvl="0" indent="0" algn="just">
                    <a:lnSpc>
                      <a:spcPct val="90000"/>
                    </a:lnSpc>
                    <a:spcBef>
                      <a:spcPct val="0"/>
                    </a:spcBef>
                    <a:spcAft>
                      <a:spcPct val="0"/>
                    </a:spcAft>
                    <a:buClrTx/>
                    <a:buSzTx/>
                    <a:buNone/>
                  </a:pPr>
                  <a:r>
                    <a:rPr lang="en-US" altLang="zh-CN" sz="1800" dirty="0">
                      <a:solidFill>
                        <a:schemeClr val="tx1"/>
                      </a:solidFill>
                      <a:latin typeface="Arial" panose="020B0604020202020204" pitchFamily="34" charset="0"/>
                    </a:rPr>
                    <a:t>PB3</a:t>
                  </a:r>
                  <a:endParaRPr lang="en-US" altLang="zh-CN" sz="2000" dirty="0">
                    <a:solidFill>
                      <a:schemeClr val="tx1"/>
                    </a:solidFill>
                    <a:latin typeface="Arial" panose="020B0604020202020204" pitchFamily="34" charset="0"/>
                  </a:endParaRPr>
                </a:p>
              </p:txBody>
            </p:sp>
            <p:sp>
              <p:nvSpPr>
                <p:cNvPr id="145423" name="Line 33"/>
                <p:cNvSpPr/>
                <p:nvPr/>
              </p:nvSpPr>
              <p:spPr>
                <a:xfrm flipV="1">
                  <a:off x="5136" y="1321"/>
                  <a:ext cx="192" cy="0"/>
                </a:xfrm>
                <a:prstGeom prst="line">
                  <a:avLst/>
                </a:prstGeom>
                <a:ln w="19050" cap="flat" cmpd="sng">
                  <a:solidFill>
                    <a:schemeClr val="tx1"/>
                  </a:solidFill>
                  <a:prstDash val="solid"/>
                  <a:headEnd type="none" w="med" len="med"/>
                  <a:tailEnd type="none" w="med" len="med"/>
                </a:ln>
              </p:spPr>
            </p:sp>
            <p:grpSp>
              <p:nvGrpSpPr>
                <p:cNvPr id="145424" name="Group 34"/>
                <p:cNvGrpSpPr/>
                <p:nvPr/>
              </p:nvGrpSpPr>
              <p:grpSpPr>
                <a:xfrm>
                  <a:off x="5016" y="804"/>
                  <a:ext cx="48" cy="2940"/>
                  <a:chOff x="528" y="672"/>
                  <a:chExt cx="48" cy="3312"/>
                </a:xfrm>
              </p:grpSpPr>
              <p:sp>
                <p:nvSpPr>
                  <p:cNvPr id="145425" name="Line 35"/>
                  <p:cNvSpPr/>
                  <p:nvPr/>
                </p:nvSpPr>
                <p:spPr>
                  <a:xfrm>
                    <a:off x="528" y="672"/>
                    <a:ext cx="48" cy="0"/>
                  </a:xfrm>
                  <a:prstGeom prst="line">
                    <a:avLst/>
                  </a:prstGeom>
                  <a:ln w="38100" cap="flat" cmpd="sng">
                    <a:solidFill>
                      <a:srgbClr val="000000"/>
                    </a:solidFill>
                    <a:prstDash val="solid"/>
                    <a:headEnd type="none" w="med" len="med"/>
                    <a:tailEnd type="none" w="med" len="med"/>
                  </a:ln>
                </p:spPr>
              </p:sp>
              <p:sp>
                <p:nvSpPr>
                  <p:cNvPr id="145426" name="Line 36"/>
                  <p:cNvSpPr/>
                  <p:nvPr/>
                </p:nvSpPr>
                <p:spPr>
                  <a:xfrm>
                    <a:off x="528" y="816"/>
                    <a:ext cx="48" cy="0"/>
                  </a:xfrm>
                  <a:prstGeom prst="line">
                    <a:avLst/>
                  </a:prstGeom>
                  <a:ln w="38100" cap="flat" cmpd="sng">
                    <a:solidFill>
                      <a:srgbClr val="000000"/>
                    </a:solidFill>
                    <a:prstDash val="solid"/>
                    <a:headEnd type="none" w="med" len="med"/>
                    <a:tailEnd type="none" w="med" len="med"/>
                  </a:ln>
                </p:spPr>
              </p:sp>
              <p:sp>
                <p:nvSpPr>
                  <p:cNvPr id="145427" name="Line 37"/>
                  <p:cNvSpPr/>
                  <p:nvPr/>
                </p:nvSpPr>
                <p:spPr>
                  <a:xfrm>
                    <a:off x="528" y="1008"/>
                    <a:ext cx="48" cy="0"/>
                  </a:xfrm>
                  <a:prstGeom prst="line">
                    <a:avLst/>
                  </a:prstGeom>
                  <a:ln w="38100" cap="flat" cmpd="sng">
                    <a:solidFill>
                      <a:srgbClr val="000000"/>
                    </a:solidFill>
                    <a:prstDash val="solid"/>
                    <a:headEnd type="none" w="med" len="med"/>
                    <a:tailEnd type="none" w="med" len="med"/>
                  </a:ln>
                </p:spPr>
              </p:sp>
              <p:sp>
                <p:nvSpPr>
                  <p:cNvPr id="145428" name="Line 38"/>
                  <p:cNvSpPr/>
                  <p:nvPr/>
                </p:nvSpPr>
                <p:spPr>
                  <a:xfrm>
                    <a:off x="528" y="1200"/>
                    <a:ext cx="48" cy="0"/>
                  </a:xfrm>
                  <a:prstGeom prst="line">
                    <a:avLst/>
                  </a:prstGeom>
                  <a:ln w="38100" cap="flat" cmpd="sng">
                    <a:solidFill>
                      <a:srgbClr val="000000"/>
                    </a:solidFill>
                    <a:prstDash val="solid"/>
                    <a:headEnd type="none" w="med" len="med"/>
                    <a:tailEnd type="none" w="med" len="med"/>
                  </a:ln>
                </p:spPr>
              </p:sp>
              <p:sp>
                <p:nvSpPr>
                  <p:cNvPr id="145429" name="Line 39"/>
                  <p:cNvSpPr/>
                  <p:nvPr/>
                </p:nvSpPr>
                <p:spPr>
                  <a:xfrm>
                    <a:off x="528" y="1344"/>
                    <a:ext cx="48" cy="0"/>
                  </a:xfrm>
                  <a:prstGeom prst="line">
                    <a:avLst/>
                  </a:prstGeom>
                  <a:ln w="38100" cap="flat" cmpd="sng">
                    <a:solidFill>
                      <a:srgbClr val="000000"/>
                    </a:solidFill>
                    <a:prstDash val="solid"/>
                    <a:headEnd type="none" w="med" len="med"/>
                    <a:tailEnd type="none" w="med" len="med"/>
                  </a:ln>
                </p:spPr>
              </p:sp>
              <p:sp>
                <p:nvSpPr>
                  <p:cNvPr id="145430" name="Line 40"/>
                  <p:cNvSpPr/>
                  <p:nvPr/>
                </p:nvSpPr>
                <p:spPr>
                  <a:xfrm>
                    <a:off x="528" y="1536"/>
                    <a:ext cx="48" cy="0"/>
                  </a:xfrm>
                  <a:prstGeom prst="line">
                    <a:avLst/>
                  </a:prstGeom>
                  <a:ln w="38100" cap="flat" cmpd="sng">
                    <a:solidFill>
                      <a:srgbClr val="000000"/>
                    </a:solidFill>
                    <a:prstDash val="solid"/>
                    <a:headEnd type="none" w="med" len="med"/>
                    <a:tailEnd type="none" w="med" len="med"/>
                  </a:ln>
                </p:spPr>
              </p:sp>
              <p:sp>
                <p:nvSpPr>
                  <p:cNvPr id="145431" name="Line 41"/>
                  <p:cNvSpPr/>
                  <p:nvPr/>
                </p:nvSpPr>
                <p:spPr>
                  <a:xfrm>
                    <a:off x="528" y="1728"/>
                    <a:ext cx="48" cy="0"/>
                  </a:xfrm>
                  <a:prstGeom prst="line">
                    <a:avLst/>
                  </a:prstGeom>
                  <a:ln w="38100" cap="flat" cmpd="sng">
                    <a:solidFill>
                      <a:srgbClr val="000000"/>
                    </a:solidFill>
                    <a:prstDash val="solid"/>
                    <a:headEnd type="none" w="med" len="med"/>
                    <a:tailEnd type="none" w="med" len="med"/>
                  </a:ln>
                </p:spPr>
              </p:sp>
              <p:sp>
                <p:nvSpPr>
                  <p:cNvPr id="145432" name="Line 42"/>
                  <p:cNvSpPr/>
                  <p:nvPr/>
                </p:nvSpPr>
                <p:spPr>
                  <a:xfrm>
                    <a:off x="528" y="1872"/>
                    <a:ext cx="48" cy="0"/>
                  </a:xfrm>
                  <a:prstGeom prst="line">
                    <a:avLst/>
                  </a:prstGeom>
                  <a:ln w="38100" cap="flat" cmpd="sng">
                    <a:solidFill>
                      <a:srgbClr val="000000"/>
                    </a:solidFill>
                    <a:prstDash val="solid"/>
                    <a:headEnd type="none" w="med" len="med"/>
                    <a:tailEnd type="none" w="med" len="med"/>
                  </a:ln>
                </p:spPr>
              </p:sp>
              <p:sp>
                <p:nvSpPr>
                  <p:cNvPr id="145433" name="Line 43"/>
                  <p:cNvSpPr/>
                  <p:nvPr/>
                </p:nvSpPr>
                <p:spPr>
                  <a:xfrm>
                    <a:off x="528" y="2016"/>
                    <a:ext cx="48" cy="0"/>
                  </a:xfrm>
                  <a:prstGeom prst="line">
                    <a:avLst/>
                  </a:prstGeom>
                  <a:ln w="38100" cap="flat" cmpd="sng">
                    <a:solidFill>
                      <a:srgbClr val="000000"/>
                    </a:solidFill>
                    <a:prstDash val="solid"/>
                    <a:headEnd type="none" w="med" len="med"/>
                    <a:tailEnd type="none" w="med" len="med"/>
                  </a:ln>
                </p:spPr>
              </p:sp>
              <p:sp>
                <p:nvSpPr>
                  <p:cNvPr id="145434" name="Line 44"/>
                  <p:cNvSpPr/>
                  <p:nvPr/>
                </p:nvSpPr>
                <p:spPr>
                  <a:xfrm>
                    <a:off x="528" y="2208"/>
                    <a:ext cx="48" cy="0"/>
                  </a:xfrm>
                  <a:prstGeom prst="line">
                    <a:avLst/>
                  </a:prstGeom>
                  <a:ln w="38100" cap="flat" cmpd="sng">
                    <a:solidFill>
                      <a:srgbClr val="000000"/>
                    </a:solidFill>
                    <a:prstDash val="solid"/>
                    <a:headEnd type="none" w="med" len="med"/>
                    <a:tailEnd type="none" w="med" len="med"/>
                  </a:ln>
                </p:spPr>
              </p:sp>
              <p:sp>
                <p:nvSpPr>
                  <p:cNvPr id="145435" name="Line 45"/>
                  <p:cNvSpPr/>
                  <p:nvPr/>
                </p:nvSpPr>
                <p:spPr>
                  <a:xfrm>
                    <a:off x="528" y="2400"/>
                    <a:ext cx="48" cy="0"/>
                  </a:xfrm>
                  <a:prstGeom prst="line">
                    <a:avLst/>
                  </a:prstGeom>
                  <a:ln w="38100" cap="flat" cmpd="sng">
                    <a:solidFill>
                      <a:srgbClr val="000000"/>
                    </a:solidFill>
                    <a:prstDash val="solid"/>
                    <a:headEnd type="none" w="med" len="med"/>
                    <a:tailEnd type="none" w="med" len="med"/>
                  </a:ln>
                </p:spPr>
              </p:sp>
              <p:sp>
                <p:nvSpPr>
                  <p:cNvPr id="145436" name="Line 46"/>
                  <p:cNvSpPr/>
                  <p:nvPr/>
                </p:nvSpPr>
                <p:spPr>
                  <a:xfrm>
                    <a:off x="528" y="2592"/>
                    <a:ext cx="48" cy="0"/>
                  </a:xfrm>
                  <a:prstGeom prst="line">
                    <a:avLst/>
                  </a:prstGeom>
                  <a:ln w="38100" cap="flat" cmpd="sng">
                    <a:solidFill>
                      <a:srgbClr val="000000"/>
                    </a:solidFill>
                    <a:prstDash val="solid"/>
                    <a:headEnd type="none" w="med" len="med"/>
                    <a:tailEnd type="none" w="med" len="med"/>
                  </a:ln>
                </p:spPr>
              </p:sp>
              <p:sp>
                <p:nvSpPr>
                  <p:cNvPr id="145437" name="Line 47"/>
                  <p:cNvSpPr/>
                  <p:nvPr/>
                </p:nvSpPr>
                <p:spPr>
                  <a:xfrm>
                    <a:off x="528" y="2736"/>
                    <a:ext cx="48" cy="0"/>
                  </a:xfrm>
                  <a:prstGeom prst="line">
                    <a:avLst/>
                  </a:prstGeom>
                  <a:ln w="38100" cap="flat" cmpd="sng">
                    <a:solidFill>
                      <a:srgbClr val="000000"/>
                    </a:solidFill>
                    <a:prstDash val="solid"/>
                    <a:headEnd type="none" w="med" len="med"/>
                    <a:tailEnd type="none" w="med" len="med"/>
                  </a:ln>
                </p:spPr>
              </p:sp>
              <p:sp>
                <p:nvSpPr>
                  <p:cNvPr id="145438" name="Line 48"/>
                  <p:cNvSpPr/>
                  <p:nvPr/>
                </p:nvSpPr>
                <p:spPr>
                  <a:xfrm>
                    <a:off x="528" y="2928"/>
                    <a:ext cx="48" cy="0"/>
                  </a:xfrm>
                  <a:prstGeom prst="line">
                    <a:avLst/>
                  </a:prstGeom>
                  <a:ln w="38100" cap="flat" cmpd="sng">
                    <a:solidFill>
                      <a:srgbClr val="000000"/>
                    </a:solidFill>
                    <a:prstDash val="solid"/>
                    <a:headEnd type="none" w="med" len="med"/>
                    <a:tailEnd type="none" w="med" len="med"/>
                  </a:ln>
                </p:spPr>
              </p:sp>
              <p:sp>
                <p:nvSpPr>
                  <p:cNvPr id="145439" name="Line 49"/>
                  <p:cNvSpPr/>
                  <p:nvPr/>
                </p:nvSpPr>
                <p:spPr>
                  <a:xfrm>
                    <a:off x="528" y="3072"/>
                    <a:ext cx="48" cy="0"/>
                  </a:xfrm>
                  <a:prstGeom prst="line">
                    <a:avLst/>
                  </a:prstGeom>
                  <a:ln w="38100" cap="flat" cmpd="sng">
                    <a:solidFill>
                      <a:srgbClr val="000000"/>
                    </a:solidFill>
                    <a:prstDash val="solid"/>
                    <a:headEnd type="none" w="med" len="med"/>
                    <a:tailEnd type="none" w="med" len="med"/>
                  </a:ln>
                </p:spPr>
              </p:sp>
              <p:sp>
                <p:nvSpPr>
                  <p:cNvPr id="145440" name="Line 50"/>
                  <p:cNvSpPr/>
                  <p:nvPr/>
                </p:nvSpPr>
                <p:spPr>
                  <a:xfrm>
                    <a:off x="528" y="3264"/>
                    <a:ext cx="48" cy="0"/>
                  </a:xfrm>
                  <a:prstGeom prst="line">
                    <a:avLst/>
                  </a:prstGeom>
                  <a:ln w="38100" cap="flat" cmpd="sng">
                    <a:solidFill>
                      <a:srgbClr val="000000"/>
                    </a:solidFill>
                    <a:prstDash val="solid"/>
                    <a:headEnd type="none" w="med" len="med"/>
                    <a:tailEnd type="none" w="med" len="med"/>
                  </a:ln>
                </p:spPr>
              </p:sp>
              <p:sp>
                <p:nvSpPr>
                  <p:cNvPr id="145441" name="Line 51"/>
                  <p:cNvSpPr/>
                  <p:nvPr/>
                </p:nvSpPr>
                <p:spPr>
                  <a:xfrm>
                    <a:off x="528" y="3456"/>
                    <a:ext cx="48" cy="0"/>
                  </a:xfrm>
                  <a:prstGeom prst="line">
                    <a:avLst/>
                  </a:prstGeom>
                  <a:ln w="38100" cap="flat" cmpd="sng">
                    <a:solidFill>
                      <a:srgbClr val="000000"/>
                    </a:solidFill>
                    <a:prstDash val="solid"/>
                    <a:headEnd type="none" w="med" len="med"/>
                    <a:tailEnd type="none" w="med" len="med"/>
                  </a:ln>
                </p:spPr>
              </p:sp>
              <p:sp>
                <p:nvSpPr>
                  <p:cNvPr id="145442" name="Line 52"/>
                  <p:cNvSpPr/>
                  <p:nvPr/>
                </p:nvSpPr>
                <p:spPr>
                  <a:xfrm>
                    <a:off x="528" y="3648"/>
                    <a:ext cx="48" cy="0"/>
                  </a:xfrm>
                  <a:prstGeom prst="line">
                    <a:avLst/>
                  </a:prstGeom>
                  <a:ln w="38100" cap="flat" cmpd="sng">
                    <a:solidFill>
                      <a:srgbClr val="000000"/>
                    </a:solidFill>
                    <a:prstDash val="solid"/>
                    <a:headEnd type="none" w="med" len="med"/>
                    <a:tailEnd type="none" w="med" len="med"/>
                  </a:ln>
                </p:spPr>
              </p:sp>
              <p:sp>
                <p:nvSpPr>
                  <p:cNvPr id="145443" name="Line 53"/>
                  <p:cNvSpPr/>
                  <p:nvPr/>
                </p:nvSpPr>
                <p:spPr>
                  <a:xfrm>
                    <a:off x="528" y="3792"/>
                    <a:ext cx="48" cy="0"/>
                  </a:xfrm>
                  <a:prstGeom prst="line">
                    <a:avLst/>
                  </a:prstGeom>
                  <a:ln w="38100" cap="flat" cmpd="sng">
                    <a:solidFill>
                      <a:srgbClr val="000000"/>
                    </a:solidFill>
                    <a:prstDash val="solid"/>
                    <a:headEnd type="none" w="med" len="med"/>
                    <a:tailEnd type="none" w="med" len="med"/>
                  </a:ln>
                </p:spPr>
              </p:sp>
              <p:sp>
                <p:nvSpPr>
                  <p:cNvPr id="145444" name="Line 54"/>
                  <p:cNvSpPr/>
                  <p:nvPr/>
                </p:nvSpPr>
                <p:spPr>
                  <a:xfrm>
                    <a:off x="528" y="3984"/>
                    <a:ext cx="48" cy="0"/>
                  </a:xfrm>
                  <a:prstGeom prst="line">
                    <a:avLst/>
                  </a:prstGeom>
                  <a:ln w="38100" cap="flat" cmpd="sng">
                    <a:solidFill>
                      <a:srgbClr val="000000"/>
                    </a:solidFill>
                    <a:prstDash val="solid"/>
                    <a:headEnd type="none" w="med" len="med"/>
                    <a:tailEnd type="none" w="med" len="med"/>
                  </a:ln>
                </p:spPr>
              </p:sp>
            </p:grpSp>
          </p:grpSp>
        </p:grpSp>
        <p:sp>
          <p:nvSpPr>
            <p:cNvPr id="145414" name="Arc 55"/>
            <p:cNvSpPr/>
            <p:nvPr/>
          </p:nvSpPr>
          <p:spPr>
            <a:xfrm>
              <a:off x="473" y="2363"/>
              <a:ext cx="146" cy="287"/>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pathLst>
                <a:path w="21969" h="43200" fill="none">
                  <a:moveTo>
                    <a:pt x="369" y="0"/>
                  </a:moveTo>
                  <a:cubicBezTo>
                    <a:pt x="12298" y="0"/>
                    <a:pt x="21969" y="9670"/>
                    <a:pt x="21969" y="21600"/>
                  </a:cubicBezTo>
                  <a:cubicBezTo>
                    <a:pt x="21969" y="33529"/>
                    <a:pt x="12298" y="43200"/>
                    <a:pt x="369" y="43200"/>
                  </a:cubicBezTo>
                  <a:cubicBezTo>
                    <a:pt x="245" y="43200"/>
                    <a:pt x="122" y="43198"/>
                    <a:pt x="0" y="43196"/>
                  </a:cubicBezTo>
                </a:path>
                <a:path w="21969" h="43200" stroke="0">
                  <a:moveTo>
                    <a:pt x="369" y="0"/>
                  </a:moveTo>
                  <a:cubicBezTo>
                    <a:pt x="12298" y="0"/>
                    <a:pt x="21969" y="9670"/>
                    <a:pt x="21969" y="21600"/>
                  </a:cubicBezTo>
                  <a:cubicBezTo>
                    <a:pt x="21969" y="33529"/>
                    <a:pt x="12298" y="43200"/>
                    <a:pt x="369" y="43200"/>
                  </a:cubicBezTo>
                  <a:cubicBezTo>
                    <a:pt x="245" y="43200"/>
                    <a:pt x="122" y="43198"/>
                    <a:pt x="0" y="43196"/>
                  </a:cubicBezTo>
                  <a:lnTo>
                    <a:pt x="369" y="21600"/>
                  </a:lnTo>
                  <a:lnTo>
                    <a:pt x="369" y="0"/>
                  </a:lnTo>
                  <a:close/>
                </a:path>
              </a:pathLst>
            </a:custGeom>
            <a:noFill/>
            <a:ln w="38100" cap="flat" cmpd="sng">
              <a:solidFill>
                <a:schemeClr val="tx1">
                  <a:alpha val="100000"/>
                </a:schemeClr>
              </a:solidFill>
              <a:prstDash val="solid"/>
              <a:round/>
              <a:headEnd type="none" w="med" len="med"/>
              <a:tailEnd type="none" w="med" len="med"/>
            </a:ln>
          </p:spPr>
          <p:txBody>
            <a:bodyPr/>
            <a:p>
              <a:endParaRPr lang="zh-CN" altLang="en-US"/>
            </a:p>
          </p:txBody>
        </p:sp>
        <p:sp>
          <p:nvSpPr>
            <p:cNvPr id="145415" name="Rectangle 57"/>
            <p:cNvSpPr/>
            <p:nvPr/>
          </p:nvSpPr>
          <p:spPr>
            <a:xfrm>
              <a:off x="1584" y="3504"/>
              <a:ext cx="887" cy="457"/>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30000"/>
                </a:lnSpc>
                <a:spcBef>
                  <a:spcPct val="0"/>
                </a:spcBef>
                <a:spcAft>
                  <a:spcPct val="0"/>
                </a:spcAft>
                <a:buClrTx/>
                <a:buSzTx/>
                <a:buNone/>
              </a:pPr>
              <a:r>
                <a:rPr lang="zh-CN" altLang="en-US" sz="3200" dirty="0">
                  <a:solidFill>
                    <a:schemeClr val="tx1"/>
                  </a:solidFill>
                  <a:latin typeface="Arial" panose="020B0604020202020204" pitchFamily="34" charset="0"/>
                </a:rPr>
                <a:t>引脚图</a:t>
              </a:r>
              <a:endParaRPr lang="zh-CN" altLang="en-US" sz="3200" dirty="0">
                <a:solidFill>
                  <a:schemeClr val="tx1"/>
                </a:solidFill>
                <a:latin typeface="Arial" panose="020B0604020202020204" pitchFamily="34" charset="0"/>
              </a:endParaRPr>
            </a:p>
          </p:txBody>
        </p:sp>
      </p:grpSp>
      <p:sp>
        <p:nvSpPr>
          <p:cNvPr id="145412" name="Rectangle 1026"/>
          <p:cNvSpPr>
            <a:spLocks noGrp="1"/>
          </p:cNvSpPr>
          <p:nvPr>
            <p:ph type="title"/>
          </p:nvPr>
        </p:nvSpPr>
        <p:spPr/>
        <p:txBody>
          <a:bodyPr vert="horz" wrap="square" lIns="91440" tIns="45720" rIns="91440" bIns="45720" anchor="b" anchorCtr="0"/>
          <a:p>
            <a:pPr eaLnBrk="1" hangingPunct="1"/>
            <a:r>
              <a:rPr lang="en-US" altLang="zh-CN" dirty="0">
                <a:latin typeface="隶书" panose="02010509060101010101" pitchFamily="49" charset="-122"/>
              </a:rPr>
              <a:t>7.2.2 </a:t>
            </a:r>
            <a:r>
              <a:rPr lang="zh-CN" altLang="en-US" dirty="0">
                <a:latin typeface="隶书" panose="02010509060101010101" pitchFamily="49" charset="-122"/>
              </a:rPr>
              <a:t>并行接口</a:t>
            </a:r>
            <a:r>
              <a:rPr lang="en-US" altLang="zh-CN" sz="4000" b="1" dirty="0"/>
              <a:t>8255</a:t>
            </a:r>
            <a:endParaRPr lang="zh-CN" altLang="en-US" dirty="0">
              <a:latin typeface="隶书" panose="02010509060101010101" pitchFamily="49" charset="-122"/>
            </a:endParaRPr>
          </a:p>
        </p:txBody>
      </p:sp>
    </p:spTree>
  </p:cSld>
  <p:clrMapOvr>
    <a:masterClrMapping/>
  </p:clrMapOvr>
  <p:transition spd="slow">
    <p:zoom/>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61" name="Rectangle 26"/>
          <p:cNvSpPr>
            <a:spLocks noGrp="1" noChangeArrowheads="1"/>
          </p:cNvSpPr>
          <p:nvPr>
            <p:ph type="title"/>
          </p:nvPr>
        </p:nvSpPr>
        <p:spPr>
          <a:xfrm>
            <a:off x="1108075" y="993775"/>
            <a:ext cx="4286250" cy="700088"/>
          </a:xfrm>
          <a:ln>
            <a:miter/>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4000" b="1" i="0" u="none" strike="noStrike" kern="1200" cap="none" spc="0" normalizeH="0" baseline="0" noProof="0" dirty="0">
                <a:ln>
                  <a:noFill/>
                </a:ln>
                <a:solidFill>
                  <a:srgbClr val="C00000"/>
                </a:solidFill>
                <a:effectLst/>
                <a:uLnTx/>
                <a:uFillTx/>
                <a:latin typeface="+mj-ea"/>
                <a:ea typeface="+mj-ea"/>
                <a:cs typeface="+mj-cs"/>
              </a:rPr>
              <a:t>功能结构</a:t>
            </a:r>
            <a:endParaRPr kumimoji="0" lang="zh-CN" altLang="en-US" sz="4000" b="1" i="0" u="none" strike="noStrike" kern="1200" cap="none" spc="0" normalizeH="0" baseline="0" noProof="0" dirty="0">
              <a:ln>
                <a:noFill/>
              </a:ln>
              <a:solidFill>
                <a:srgbClr val="C00000"/>
              </a:solidFill>
              <a:effectLst/>
              <a:uLnTx/>
              <a:uFillTx/>
              <a:latin typeface="+mj-ea"/>
              <a:ea typeface="+mj-ea"/>
              <a:cs typeface="+mj-cs"/>
            </a:endParaRPr>
          </a:p>
        </p:txBody>
      </p:sp>
      <p:grpSp>
        <p:nvGrpSpPr>
          <p:cNvPr id="146435" name="Group 137"/>
          <p:cNvGrpSpPr/>
          <p:nvPr/>
        </p:nvGrpSpPr>
        <p:grpSpPr>
          <a:xfrm>
            <a:off x="468313" y="1844675"/>
            <a:ext cx="7667625" cy="4895850"/>
            <a:chOff x="0" y="901"/>
            <a:chExt cx="5760" cy="3391"/>
          </a:xfrm>
        </p:grpSpPr>
        <p:sp>
          <p:nvSpPr>
            <p:cNvPr id="146436" name="Rectangle 7"/>
            <p:cNvSpPr/>
            <p:nvPr/>
          </p:nvSpPr>
          <p:spPr>
            <a:xfrm>
              <a:off x="1039" y="1854"/>
              <a:ext cx="768" cy="771"/>
            </a:xfrm>
            <a:prstGeom prst="rect">
              <a:avLst/>
            </a:prstGeom>
            <a:noFill/>
            <a:ln w="28575" cap="flat" cmpd="sng">
              <a:solidFill>
                <a:srgbClr val="000000"/>
              </a:solidFill>
              <a:prstDash val="solid"/>
              <a:miter/>
              <a:headEnd type="none" w="med" len="med"/>
              <a:tailEnd type="none" w="med" len="med"/>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ts val="100"/>
                </a:spcBef>
                <a:spcAft>
                  <a:spcPct val="0"/>
                </a:spcAft>
                <a:buClrTx/>
                <a:buSzTx/>
                <a:buNone/>
              </a:pPr>
              <a:r>
                <a:rPr lang="zh-CN" altLang="en-US" sz="2000" dirty="0">
                  <a:solidFill>
                    <a:schemeClr val="tx1"/>
                  </a:solidFill>
                  <a:latin typeface="Times New Roman" panose="02020603050405020304" pitchFamily="18" charset="0"/>
                  <a:ea typeface="宋体" panose="02010600030101010101" pitchFamily="2" charset="-122"/>
                </a:rPr>
                <a:t>数据</a:t>
              </a:r>
              <a:endParaRPr lang="zh-CN" altLang="en-US" sz="2000" dirty="0">
                <a:solidFill>
                  <a:schemeClr val="tx1"/>
                </a:solidFill>
                <a:latin typeface="Times New Roman" panose="02020603050405020304" pitchFamily="18" charset="0"/>
                <a:ea typeface="宋体" panose="02010600030101010101" pitchFamily="2" charset="-122"/>
              </a:endParaRPr>
            </a:p>
            <a:p>
              <a:pPr marL="0" lvl="0" indent="0">
                <a:lnSpc>
                  <a:spcPct val="100000"/>
                </a:lnSpc>
                <a:spcBef>
                  <a:spcPts val="100"/>
                </a:spcBef>
                <a:spcAft>
                  <a:spcPct val="0"/>
                </a:spcAft>
                <a:buClrTx/>
                <a:buSzTx/>
                <a:buNone/>
              </a:pPr>
              <a:r>
                <a:rPr lang="zh-CN" altLang="en-US" sz="2000" dirty="0">
                  <a:solidFill>
                    <a:schemeClr val="tx1"/>
                  </a:solidFill>
                  <a:latin typeface="Times New Roman" panose="02020603050405020304" pitchFamily="18" charset="0"/>
                  <a:ea typeface="宋体" panose="02010600030101010101" pitchFamily="2" charset="-122"/>
                </a:rPr>
                <a:t>总线</a:t>
              </a:r>
              <a:endParaRPr lang="zh-CN" altLang="en-US" sz="2000" dirty="0">
                <a:solidFill>
                  <a:schemeClr val="tx1"/>
                </a:solidFill>
                <a:latin typeface="Times New Roman" panose="02020603050405020304" pitchFamily="18" charset="0"/>
                <a:ea typeface="宋体" panose="02010600030101010101" pitchFamily="2" charset="-122"/>
              </a:endParaRPr>
            </a:p>
            <a:p>
              <a:pPr marL="0" lvl="0" indent="0">
                <a:lnSpc>
                  <a:spcPct val="100000"/>
                </a:lnSpc>
                <a:spcBef>
                  <a:spcPct val="0"/>
                </a:spcBef>
                <a:spcAft>
                  <a:spcPct val="0"/>
                </a:spcAft>
                <a:buClrTx/>
                <a:buSzTx/>
                <a:buNone/>
              </a:pPr>
              <a:r>
                <a:rPr lang="zh-CN" altLang="en-US" sz="2000" dirty="0">
                  <a:solidFill>
                    <a:schemeClr val="tx1"/>
                  </a:solidFill>
                  <a:latin typeface="Times New Roman" panose="02020603050405020304" pitchFamily="18" charset="0"/>
                  <a:ea typeface="宋体" panose="02010600030101010101" pitchFamily="2" charset="-122"/>
                </a:rPr>
                <a:t>缓冲器</a:t>
              </a:r>
              <a:endParaRPr lang="zh-CN" altLang="en-US" sz="2000" dirty="0">
                <a:solidFill>
                  <a:schemeClr val="tx1"/>
                </a:solidFill>
                <a:latin typeface="Times New Roman" panose="02020603050405020304" pitchFamily="18" charset="0"/>
                <a:ea typeface="宋体" panose="02010600030101010101" pitchFamily="2" charset="-122"/>
              </a:endParaRPr>
            </a:p>
          </p:txBody>
        </p:sp>
        <p:grpSp>
          <p:nvGrpSpPr>
            <p:cNvPr id="146437" name="Group 8"/>
            <p:cNvGrpSpPr/>
            <p:nvPr/>
          </p:nvGrpSpPr>
          <p:grpSpPr>
            <a:xfrm>
              <a:off x="3083" y="2150"/>
              <a:ext cx="43" cy="124"/>
              <a:chOff x="132" y="0"/>
              <a:chExt cx="19868" cy="19999"/>
            </a:xfrm>
          </p:grpSpPr>
          <p:sp>
            <p:nvSpPr>
              <p:cNvPr id="146564" name="Line 9"/>
              <p:cNvSpPr/>
              <p:nvPr/>
            </p:nvSpPr>
            <p:spPr>
              <a:xfrm>
                <a:off x="132" y="0"/>
                <a:ext cx="19868" cy="10074"/>
              </a:xfrm>
              <a:prstGeom prst="line">
                <a:avLst/>
              </a:prstGeom>
              <a:ln w="28575" cap="flat" cmpd="sng">
                <a:solidFill>
                  <a:srgbClr val="000000"/>
                </a:solidFill>
                <a:prstDash val="solid"/>
                <a:headEnd type="none" w="sm" len="sm"/>
                <a:tailEnd type="none" w="sm" len="sm"/>
              </a:ln>
            </p:spPr>
          </p:sp>
          <p:sp>
            <p:nvSpPr>
              <p:cNvPr id="146565" name="Line 10"/>
              <p:cNvSpPr/>
              <p:nvPr/>
            </p:nvSpPr>
            <p:spPr>
              <a:xfrm flipH="1">
                <a:off x="132" y="9925"/>
                <a:ext cx="19868" cy="10074"/>
              </a:xfrm>
              <a:prstGeom prst="line">
                <a:avLst/>
              </a:prstGeom>
              <a:ln w="28575" cap="flat" cmpd="sng">
                <a:solidFill>
                  <a:srgbClr val="000000"/>
                </a:solidFill>
                <a:prstDash val="solid"/>
                <a:headEnd type="none" w="sm" len="sm"/>
                <a:tailEnd type="none" w="sm" len="sm"/>
              </a:ln>
            </p:spPr>
          </p:sp>
        </p:grpSp>
        <p:sp>
          <p:nvSpPr>
            <p:cNvPr id="146438" name="Line 11"/>
            <p:cNvSpPr/>
            <p:nvPr/>
          </p:nvSpPr>
          <p:spPr>
            <a:xfrm flipH="1">
              <a:off x="1817" y="2150"/>
              <a:ext cx="44" cy="62"/>
            </a:xfrm>
            <a:prstGeom prst="line">
              <a:avLst/>
            </a:prstGeom>
            <a:ln w="28575" cap="flat" cmpd="sng">
              <a:solidFill>
                <a:srgbClr val="000000"/>
              </a:solidFill>
              <a:prstDash val="solid"/>
              <a:headEnd type="none" w="sm" len="sm"/>
              <a:tailEnd type="none" w="sm" len="sm"/>
            </a:ln>
          </p:spPr>
        </p:sp>
        <p:sp>
          <p:nvSpPr>
            <p:cNvPr id="146439" name="Line 12"/>
            <p:cNvSpPr/>
            <p:nvPr/>
          </p:nvSpPr>
          <p:spPr>
            <a:xfrm>
              <a:off x="1817" y="2211"/>
              <a:ext cx="44" cy="63"/>
            </a:xfrm>
            <a:prstGeom prst="line">
              <a:avLst/>
            </a:prstGeom>
            <a:ln w="28575" cap="flat" cmpd="sng">
              <a:solidFill>
                <a:srgbClr val="000000"/>
              </a:solidFill>
              <a:prstDash val="solid"/>
              <a:headEnd type="none" w="sm" len="sm"/>
              <a:tailEnd type="none" w="sm" len="sm"/>
            </a:ln>
          </p:spPr>
        </p:sp>
        <p:grpSp>
          <p:nvGrpSpPr>
            <p:cNvPr id="146440" name="Group 13"/>
            <p:cNvGrpSpPr/>
            <p:nvPr/>
          </p:nvGrpSpPr>
          <p:grpSpPr>
            <a:xfrm>
              <a:off x="1837" y="2176"/>
              <a:ext cx="1293" cy="55"/>
              <a:chOff x="0" y="0"/>
              <a:chExt cx="20000" cy="19973"/>
            </a:xfrm>
          </p:grpSpPr>
          <p:sp>
            <p:nvSpPr>
              <p:cNvPr id="146562" name="Line 14"/>
              <p:cNvSpPr/>
              <p:nvPr/>
            </p:nvSpPr>
            <p:spPr>
              <a:xfrm>
                <a:off x="0" y="0"/>
                <a:ext cx="20000" cy="334"/>
              </a:xfrm>
              <a:prstGeom prst="line">
                <a:avLst/>
              </a:prstGeom>
              <a:ln w="28575" cap="flat" cmpd="sng">
                <a:solidFill>
                  <a:srgbClr val="000000"/>
                </a:solidFill>
                <a:prstDash val="solid"/>
                <a:headEnd type="none" w="sm" len="sm"/>
                <a:tailEnd type="none" w="sm" len="sm"/>
              </a:ln>
            </p:spPr>
          </p:sp>
          <p:sp>
            <p:nvSpPr>
              <p:cNvPr id="146563" name="Line 15"/>
              <p:cNvSpPr/>
              <p:nvPr/>
            </p:nvSpPr>
            <p:spPr>
              <a:xfrm>
                <a:off x="0" y="19639"/>
                <a:ext cx="20000" cy="334"/>
              </a:xfrm>
              <a:prstGeom prst="line">
                <a:avLst/>
              </a:prstGeom>
              <a:ln w="28575" cap="flat" cmpd="sng">
                <a:solidFill>
                  <a:srgbClr val="000000"/>
                </a:solidFill>
                <a:prstDash val="solid"/>
                <a:headEnd type="none" w="sm" len="sm"/>
                <a:tailEnd type="none" w="sm" len="sm"/>
              </a:ln>
            </p:spPr>
          </p:sp>
        </p:grpSp>
        <p:sp>
          <p:nvSpPr>
            <p:cNvPr id="146441" name="Line 16"/>
            <p:cNvSpPr/>
            <p:nvPr/>
          </p:nvSpPr>
          <p:spPr>
            <a:xfrm>
              <a:off x="982" y="2150"/>
              <a:ext cx="43" cy="62"/>
            </a:xfrm>
            <a:prstGeom prst="line">
              <a:avLst/>
            </a:prstGeom>
            <a:ln w="28575" cap="flat" cmpd="sng">
              <a:solidFill>
                <a:srgbClr val="000000"/>
              </a:solidFill>
              <a:prstDash val="solid"/>
              <a:headEnd type="none" w="sm" len="sm"/>
              <a:tailEnd type="none" w="sm" len="sm"/>
            </a:ln>
          </p:spPr>
        </p:sp>
        <p:sp>
          <p:nvSpPr>
            <p:cNvPr id="146442" name="Line 17"/>
            <p:cNvSpPr/>
            <p:nvPr/>
          </p:nvSpPr>
          <p:spPr>
            <a:xfrm flipH="1">
              <a:off x="982" y="2211"/>
              <a:ext cx="43" cy="63"/>
            </a:xfrm>
            <a:prstGeom prst="line">
              <a:avLst/>
            </a:prstGeom>
            <a:ln w="28575" cap="flat" cmpd="sng">
              <a:solidFill>
                <a:srgbClr val="000000"/>
              </a:solidFill>
              <a:prstDash val="solid"/>
              <a:headEnd type="none" w="sm" len="sm"/>
              <a:tailEnd type="none" w="sm" len="sm"/>
            </a:ln>
          </p:spPr>
        </p:sp>
        <p:sp>
          <p:nvSpPr>
            <p:cNvPr id="146443" name="Line 18"/>
            <p:cNvSpPr/>
            <p:nvPr/>
          </p:nvSpPr>
          <p:spPr>
            <a:xfrm flipH="1">
              <a:off x="774" y="2150"/>
              <a:ext cx="44" cy="62"/>
            </a:xfrm>
            <a:prstGeom prst="line">
              <a:avLst/>
            </a:prstGeom>
            <a:ln w="28575" cap="flat" cmpd="sng">
              <a:solidFill>
                <a:srgbClr val="000000"/>
              </a:solidFill>
              <a:prstDash val="solid"/>
              <a:headEnd type="none" w="sm" len="sm"/>
              <a:tailEnd type="none" w="sm" len="sm"/>
            </a:ln>
          </p:spPr>
        </p:sp>
        <p:sp>
          <p:nvSpPr>
            <p:cNvPr id="146444" name="Line 19"/>
            <p:cNvSpPr/>
            <p:nvPr/>
          </p:nvSpPr>
          <p:spPr>
            <a:xfrm>
              <a:off x="774" y="2211"/>
              <a:ext cx="44" cy="63"/>
            </a:xfrm>
            <a:prstGeom prst="line">
              <a:avLst/>
            </a:prstGeom>
            <a:ln w="28575" cap="flat" cmpd="sng">
              <a:solidFill>
                <a:srgbClr val="000000"/>
              </a:solidFill>
              <a:prstDash val="solid"/>
              <a:headEnd type="none" w="sm" len="sm"/>
              <a:tailEnd type="none" w="sm" len="sm"/>
            </a:ln>
          </p:spPr>
        </p:sp>
        <p:sp>
          <p:nvSpPr>
            <p:cNvPr id="146445" name="Line 20"/>
            <p:cNvSpPr/>
            <p:nvPr/>
          </p:nvSpPr>
          <p:spPr>
            <a:xfrm>
              <a:off x="794" y="2187"/>
              <a:ext cx="210" cy="1"/>
            </a:xfrm>
            <a:prstGeom prst="line">
              <a:avLst/>
            </a:prstGeom>
            <a:ln w="28575" cap="flat" cmpd="sng">
              <a:solidFill>
                <a:srgbClr val="000000"/>
              </a:solidFill>
              <a:prstDash val="solid"/>
              <a:headEnd type="none" w="sm" len="sm"/>
              <a:tailEnd type="none" w="sm" len="sm"/>
            </a:ln>
          </p:spPr>
        </p:sp>
        <p:sp>
          <p:nvSpPr>
            <p:cNvPr id="146446" name="Line 21"/>
            <p:cNvSpPr/>
            <p:nvPr/>
          </p:nvSpPr>
          <p:spPr>
            <a:xfrm>
              <a:off x="794" y="2240"/>
              <a:ext cx="210" cy="1"/>
            </a:xfrm>
            <a:prstGeom prst="line">
              <a:avLst/>
            </a:prstGeom>
            <a:ln w="28575" cap="flat" cmpd="sng">
              <a:solidFill>
                <a:srgbClr val="000000"/>
              </a:solidFill>
              <a:prstDash val="solid"/>
              <a:headEnd type="none" w="sm" len="sm"/>
              <a:tailEnd type="none" w="sm" len="sm"/>
            </a:ln>
          </p:spPr>
        </p:sp>
        <p:sp>
          <p:nvSpPr>
            <p:cNvPr id="146447" name="Rectangle 22"/>
            <p:cNvSpPr/>
            <p:nvPr/>
          </p:nvSpPr>
          <p:spPr>
            <a:xfrm>
              <a:off x="1930" y="3651"/>
              <a:ext cx="1043" cy="245"/>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chemeClr val="tx1"/>
                  </a:solidFill>
                  <a:latin typeface="Times New Roman" panose="02020603050405020304" pitchFamily="18" charset="0"/>
                  <a:ea typeface="宋体" panose="02010600030101010101" pitchFamily="2" charset="-122"/>
                </a:rPr>
                <a:t>内部控制线</a:t>
              </a:r>
              <a:endParaRPr lang="zh-CN" altLang="en-US" sz="2000" dirty="0">
                <a:solidFill>
                  <a:schemeClr val="tx1"/>
                </a:solidFill>
                <a:latin typeface="Times New Roman" panose="02020603050405020304" pitchFamily="18" charset="0"/>
                <a:ea typeface="宋体" panose="02010600030101010101" pitchFamily="2" charset="-122"/>
              </a:endParaRPr>
            </a:p>
          </p:txBody>
        </p:sp>
        <p:sp>
          <p:nvSpPr>
            <p:cNvPr id="146448" name="Rectangle 23"/>
            <p:cNvSpPr/>
            <p:nvPr/>
          </p:nvSpPr>
          <p:spPr>
            <a:xfrm>
              <a:off x="1961" y="1955"/>
              <a:ext cx="1028" cy="245"/>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chemeClr val="tx1"/>
                  </a:solidFill>
                  <a:latin typeface="Times New Roman" panose="02020603050405020304" pitchFamily="18" charset="0"/>
                  <a:ea typeface="宋体" panose="02010600030101010101" pitchFamily="2" charset="-122"/>
                </a:rPr>
                <a:t>内部数据线</a:t>
              </a:r>
              <a:endParaRPr lang="zh-CN" altLang="en-US" sz="2000" dirty="0">
                <a:solidFill>
                  <a:schemeClr val="tx1"/>
                </a:solidFill>
                <a:latin typeface="Times New Roman" panose="02020603050405020304" pitchFamily="18" charset="0"/>
                <a:ea typeface="宋体" panose="02010600030101010101" pitchFamily="2" charset="-122"/>
              </a:endParaRPr>
            </a:p>
          </p:txBody>
        </p:sp>
        <p:sp>
          <p:nvSpPr>
            <p:cNvPr id="146449" name="Rectangle 24"/>
            <p:cNvSpPr/>
            <p:nvPr/>
          </p:nvSpPr>
          <p:spPr>
            <a:xfrm>
              <a:off x="0" y="2105"/>
              <a:ext cx="775" cy="245"/>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0"/>
                </a:spcBef>
                <a:spcAft>
                  <a:spcPct val="0"/>
                </a:spcAft>
                <a:buClrTx/>
                <a:buSzTx/>
                <a:buNone/>
              </a:pPr>
              <a:r>
                <a:rPr lang="en-US" altLang="zh-CN" sz="2000" dirty="0">
                  <a:solidFill>
                    <a:schemeClr val="tx1"/>
                  </a:solidFill>
                  <a:latin typeface="Times New Roman" panose="02020603050405020304" pitchFamily="18" charset="0"/>
                  <a:ea typeface="宋体" panose="02010600030101010101" pitchFamily="2" charset="-122"/>
                </a:rPr>
                <a:t>D</a:t>
              </a:r>
              <a:r>
                <a:rPr lang="en-US" altLang="zh-CN" sz="2000" baseline="-25000" dirty="0">
                  <a:solidFill>
                    <a:schemeClr val="tx1"/>
                  </a:solidFill>
                  <a:latin typeface="Times New Roman" panose="02020603050405020304" pitchFamily="18" charset="0"/>
                  <a:ea typeface="宋体" panose="02010600030101010101" pitchFamily="2" charset="-122"/>
                </a:rPr>
                <a:t>0</a:t>
              </a:r>
              <a:r>
                <a:rPr lang="zh-CN" altLang="en-US" sz="2000" dirty="0">
                  <a:solidFill>
                    <a:schemeClr val="tx1"/>
                  </a:solidFill>
                  <a:latin typeface="Times New Roman" panose="02020603050405020304" pitchFamily="18" charset="0"/>
                  <a:ea typeface="宋体" panose="02010600030101010101" pitchFamily="2" charset="-122"/>
                </a:rPr>
                <a:t>～</a:t>
              </a:r>
              <a:r>
                <a:rPr lang="en-US" altLang="zh-CN" sz="2000" dirty="0">
                  <a:solidFill>
                    <a:schemeClr val="tx1"/>
                  </a:solidFill>
                  <a:latin typeface="Times New Roman" panose="02020603050405020304" pitchFamily="18" charset="0"/>
                  <a:ea typeface="宋体" panose="02010600030101010101" pitchFamily="2" charset="-122"/>
                </a:rPr>
                <a:t>D</a:t>
              </a:r>
              <a:r>
                <a:rPr lang="en-US" altLang="zh-CN" sz="2000" baseline="-25000" dirty="0">
                  <a:solidFill>
                    <a:schemeClr val="tx1"/>
                  </a:solidFill>
                  <a:latin typeface="Times New Roman" panose="02020603050405020304" pitchFamily="18" charset="0"/>
                  <a:ea typeface="宋体" panose="02010600030101010101" pitchFamily="2" charset="-122"/>
                </a:rPr>
                <a:t>7</a:t>
              </a:r>
              <a:endParaRPr lang="en-US" altLang="zh-CN" sz="2000" dirty="0">
                <a:solidFill>
                  <a:schemeClr val="tx1"/>
                </a:solidFill>
                <a:latin typeface="Times New Roman" panose="02020603050405020304" pitchFamily="18" charset="0"/>
                <a:ea typeface="宋体" panose="02010600030101010101" pitchFamily="2" charset="-122"/>
              </a:endParaRPr>
            </a:p>
          </p:txBody>
        </p:sp>
        <p:sp>
          <p:nvSpPr>
            <p:cNvPr id="146450" name="Rectangle 25"/>
            <p:cNvSpPr/>
            <p:nvPr/>
          </p:nvSpPr>
          <p:spPr>
            <a:xfrm>
              <a:off x="2086" y="1010"/>
              <a:ext cx="639" cy="597"/>
            </a:xfrm>
            <a:prstGeom prst="rect">
              <a:avLst/>
            </a:prstGeom>
            <a:solidFill>
              <a:srgbClr val="A6ADC0"/>
            </a:solidFill>
            <a:ln w="28575" cap="flat" cmpd="sng">
              <a:solidFill>
                <a:srgbClr val="000000"/>
              </a:solidFill>
              <a:prstDash val="solid"/>
              <a:miter/>
              <a:headEnd type="none" w="med" len="med"/>
              <a:tailEnd type="none" w="med" len="med"/>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ts val="300"/>
                </a:spcBef>
                <a:spcAft>
                  <a:spcPct val="0"/>
                </a:spcAft>
                <a:buClrTx/>
                <a:buSzTx/>
                <a:buNone/>
              </a:pPr>
              <a:r>
                <a:rPr lang="en-US" altLang="zh-CN" sz="2000" dirty="0">
                  <a:solidFill>
                    <a:schemeClr val="tx1"/>
                  </a:solidFill>
                  <a:latin typeface="Times New Roman" panose="02020603050405020304" pitchFamily="18" charset="0"/>
                  <a:ea typeface="宋体" panose="02010600030101010101" pitchFamily="2" charset="-122"/>
                </a:rPr>
                <a:t>A</a:t>
              </a:r>
              <a:r>
                <a:rPr lang="zh-CN" altLang="en-US" sz="2000" dirty="0">
                  <a:solidFill>
                    <a:schemeClr val="tx1"/>
                  </a:solidFill>
                  <a:latin typeface="Times New Roman" panose="02020603050405020304" pitchFamily="18" charset="0"/>
                  <a:ea typeface="宋体" panose="02010600030101010101" pitchFamily="2" charset="-122"/>
                </a:rPr>
                <a:t>组</a:t>
              </a:r>
              <a:endParaRPr lang="zh-CN" altLang="en-US" sz="2000" dirty="0">
                <a:solidFill>
                  <a:schemeClr val="tx1"/>
                </a:solidFill>
                <a:latin typeface="Times New Roman" panose="02020603050405020304" pitchFamily="18" charset="0"/>
                <a:ea typeface="宋体" panose="02010600030101010101" pitchFamily="2" charset="-122"/>
              </a:endParaRPr>
            </a:p>
            <a:p>
              <a:pPr marL="0" lvl="0" indent="0">
                <a:lnSpc>
                  <a:spcPct val="100000"/>
                </a:lnSpc>
                <a:spcBef>
                  <a:spcPct val="0"/>
                </a:spcBef>
                <a:spcAft>
                  <a:spcPct val="0"/>
                </a:spcAft>
                <a:buClrTx/>
                <a:buSzTx/>
                <a:buNone/>
              </a:pPr>
              <a:r>
                <a:rPr lang="zh-CN" altLang="en-US" sz="2000" dirty="0">
                  <a:solidFill>
                    <a:schemeClr val="tx1"/>
                  </a:solidFill>
                  <a:latin typeface="Times New Roman" panose="02020603050405020304" pitchFamily="18" charset="0"/>
                  <a:ea typeface="宋体" panose="02010600030101010101" pitchFamily="2" charset="-122"/>
                </a:rPr>
                <a:t>控制</a:t>
              </a:r>
              <a:endParaRPr lang="zh-CN" altLang="en-US" sz="2000" dirty="0">
                <a:solidFill>
                  <a:schemeClr val="tx1"/>
                </a:solidFill>
                <a:latin typeface="Times New Roman" panose="02020603050405020304" pitchFamily="18" charset="0"/>
                <a:ea typeface="宋体" panose="02010600030101010101" pitchFamily="2" charset="-122"/>
              </a:endParaRPr>
            </a:p>
          </p:txBody>
        </p:sp>
        <p:sp>
          <p:nvSpPr>
            <p:cNvPr id="146451" name="Rectangle 26"/>
            <p:cNvSpPr/>
            <p:nvPr/>
          </p:nvSpPr>
          <p:spPr>
            <a:xfrm>
              <a:off x="3622" y="904"/>
              <a:ext cx="831" cy="703"/>
            </a:xfrm>
            <a:prstGeom prst="rect">
              <a:avLst/>
            </a:prstGeom>
            <a:solidFill>
              <a:srgbClr val="A6ADC0"/>
            </a:solidFill>
            <a:ln w="28575" cap="flat" cmpd="sng">
              <a:solidFill>
                <a:srgbClr val="000000"/>
              </a:solidFill>
              <a:prstDash val="solid"/>
              <a:miter/>
              <a:headEnd type="none" w="med" len="med"/>
              <a:tailEnd type="none" w="med" len="med"/>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ts val="600"/>
                </a:spcBef>
                <a:spcAft>
                  <a:spcPct val="0"/>
                </a:spcAft>
                <a:buClrTx/>
                <a:buSzTx/>
                <a:buNone/>
              </a:pPr>
              <a:r>
                <a:rPr lang="en-US" altLang="zh-CN" sz="2000" dirty="0">
                  <a:solidFill>
                    <a:schemeClr val="tx1"/>
                  </a:solidFill>
                  <a:latin typeface="Times New Roman" panose="02020603050405020304" pitchFamily="18" charset="0"/>
                  <a:ea typeface="宋体" panose="02010600030101010101" pitchFamily="2" charset="-122"/>
                </a:rPr>
                <a:t>A</a:t>
              </a:r>
              <a:r>
                <a:rPr lang="zh-CN" altLang="en-US" sz="2000" dirty="0">
                  <a:solidFill>
                    <a:schemeClr val="tx1"/>
                  </a:solidFill>
                  <a:latin typeface="Times New Roman" panose="02020603050405020304" pitchFamily="18" charset="0"/>
                  <a:ea typeface="宋体" panose="02010600030101010101" pitchFamily="2" charset="-122"/>
                </a:rPr>
                <a:t>组</a:t>
              </a:r>
              <a:endParaRPr lang="zh-CN" altLang="en-US" sz="2000" dirty="0">
                <a:solidFill>
                  <a:schemeClr val="tx1"/>
                </a:solidFill>
                <a:latin typeface="Times New Roman" panose="02020603050405020304" pitchFamily="18" charset="0"/>
                <a:ea typeface="宋体" panose="02010600030101010101" pitchFamily="2" charset="-122"/>
              </a:endParaRPr>
            </a:p>
            <a:p>
              <a:pPr marL="0" lvl="0" indent="0">
                <a:lnSpc>
                  <a:spcPct val="100000"/>
                </a:lnSpc>
                <a:spcBef>
                  <a:spcPct val="0"/>
                </a:spcBef>
                <a:spcAft>
                  <a:spcPct val="0"/>
                </a:spcAft>
                <a:buClrTx/>
                <a:buSzTx/>
                <a:buNone/>
              </a:pPr>
              <a:r>
                <a:rPr lang="zh-CN" altLang="en-US" sz="2000" dirty="0">
                  <a:solidFill>
                    <a:schemeClr val="tx1"/>
                  </a:solidFill>
                  <a:latin typeface="Times New Roman" panose="02020603050405020304" pitchFamily="18" charset="0"/>
                  <a:ea typeface="宋体" panose="02010600030101010101" pitchFamily="2" charset="-122"/>
                </a:rPr>
                <a:t>端口</a:t>
              </a:r>
              <a:r>
                <a:rPr lang="en-US" altLang="zh-CN" sz="2000" dirty="0">
                  <a:solidFill>
                    <a:schemeClr val="tx1"/>
                  </a:solidFill>
                  <a:latin typeface="Times New Roman" panose="02020603050405020304" pitchFamily="18" charset="0"/>
                  <a:ea typeface="宋体" panose="02010600030101010101" pitchFamily="2" charset="-122"/>
                </a:rPr>
                <a:t>A</a:t>
              </a:r>
              <a:endParaRPr lang="en-US" altLang="zh-CN" sz="2000" dirty="0">
                <a:solidFill>
                  <a:schemeClr val="tx1"/>
                </a:solidFill>
                <a:latin typeface="Times New Roman" panose="02020603050405020304" pitchFamily="18" charset="0"/>
                <a:ea typeface="宋体" panose="02010600030101010101" pitchFamily="2" charset="-122"/>
              </a:endParaRPr>
            </a:p>
          </p:txBody>
        </p:sp>
        <p:grpSp>
          <p:nvGrpSpPr>
            <p:cNvPr id="146452" name="Group 27"/>
            <p:cNvGrpSpPr/>
            <p:nvPr/>
          </p:nvGrpSpPr>
          <p:grpSpPr>
            <a:xfrm>
              <a:off x="3218" y="1223"/>
              <a:ext cx="390" cy="90"/>
              <a:chOff x="-2" y="0"/>
              <a:chExt cx="20002" cy="19999"/>
            </a:xfrm>
          </p:grpSpPr>
          <p:sp>
            <p:nvSpPr>
              <p:cNvPr id="146556" name="Line 28"/>
              <p:cNvSpPr/>
              <p:nvPr/>
            </p:nvSpPr>
            <p:spPr>
              <a:xfrm>
                <a:off x="16590" y="0"/>
                <a:ext cx="3410" cy="10020"/>
              </a:xfrm>
              <a:prstGeom prst="line">
                <a:avLst/>
              </a:prstGeom>
              <a:ln w="28575" cap="flat" cmpd="sng">
                <a:solidFill>
                  <a:srgbClr val="000000"/>
                </a:solidFill>
                <a:prstDash val="solid"/>
                <a:headEnd type="none" w="sm" len="sm"/>
                <a:tailEnd type="none" w="sm" len="sm"/>
              </a:ln>
            </p:spPr>
          </p:sp>
          <p:sp>
            <p:nvSpPr>
              <p:cNvPr id="146557" name="Line 29"/>
              <p:cNvSpPr/>
              <p:nvPr/>
            </p:nvSpPr>
            <p:spPr>
              <a:xfrm flipH="1">
                <a:off x="16590" y="10020"/>
                <a:ext cx="3410" cy="9979"/>
              </a:xfrm>
              <a:prstGeom prst="line">
                <a:avLst/>
              </a:prstGeom>
              <a:ln w="28575" cap="flat" cmpd="sng">
                <a:solidFill>
                  <a:srgbClr val="000000"/>
                </a:solidFill>
                <a:prstDash val="solid"/>
                <a:headEnd type="none" w="sm" len="sm"/>
                <a:tailEnd type="none" w="sm" len="sm"/>
              </a:ln>
            </p:spPr>
          </p:sp>
          <p:sp>
            <p:nvSpPr>
              <p:cNvPr id="146558" name="Line 30"/>
              <p:cNvSpPr/>
              <p:nvPr/>
            </p:nvSpPr>
            <p:spPr>
              <a:xfrm flipH="1">
                <a:off x="-2" y="0"/>
                <a:ext cx="3410" cy="10020"/>
              </a:xfrm>
              <a:prstGeom prst="line">
                <a:avLst/>
              </a:prstGeom>
              <a:ln w="28575" cap="flat" cmpd="sng">
                <a:solidFill>
                  <a:srgbClr val="000000"/>
                </a:solidFill>
                <a:prstDash val="solid"/>
                <a:headEnd type="none" w="sm" len="sm"/>
                <a:tailEnd type="none" w="sm" len="sm"/>
              </a:ln>
            </p:spPr>
          </p:sp>
          <p:sp>
            <p:nvSpPr>
              <p:cNvPr id="146559" name="Line 31"/>
              <p:cNvSpPr/>
              <p:nvPr/>
            </p:nvSpPr>
            <p:spPr>
              <a:xfrm>
                <a:off x="-2" y="10020"/>
                <a:ext cx="3410" cy="9979"/>
              </a:xfrm>
              <a:prstGeom prst="line">
                <a:avLst/>
              </a:prstGeom>
              <a:ln w="28575" cap="flat" cmpd="sng">
                <a:solidFill>
                  <a:srgbClr val="000000"/>
                </a:solidFill>
                <a:prstDash val="solid"/>
                <a:headEnd type="none" w="sm" len="sm"/>
                <a:tailEnd type="none" w="sm" len="sm"/>
              </a:ln>
            </p:spPr>
          </p:sp>
          <p:sp>
            <p:nvSpPr>
              <p:cNvPr id="146560" name="Line 32"/>
              <p:cNvSpPr/>
              <p:nvPr/>
            </p:nvSpPr>
            <p:spPr>
              <a:xfrm>
                <a:off x="1592" y="5987"/>
                <a:ext cx="16755" cy="204"/>
              </a:xfrm>
              <a:prstGeom prst="line">
                <a:avLst/>
              </a:prstGeom>
              <a:ln w="28575" cap="flat" cmpd="sng">
                <a:solidFill>
                  <a:srgbClr val="000000"/>
                </a:solidFill>
                <a:prstDash val="solid"/>
                <a:headEnd type="none" w="sm" len="sm"/>
                <a:tailEnd type="none" w="sm" len="sm"/>
              </a:ln>
            </p:spPr>
          </p:sp>
          <p:sp>
            <p:nvSpPr>
              <p:cNvPr id="146561" name="Line 33"/>
              <p:cNvSpPr/>
              <p:nvPr/>
            </p:nvSpPr>
            <p:spPr>
              <a:xfrm>
                <a:off x="1592" y="14622"/>
                <a:ext cx="16755" cy="163"/>
              </a:xfrm>
              <a:prstGeom prst="line">
                <a:avLst/>
              </a:prstGeom>
              <a:ln w="28575" cap="flat" cmpd="sng">
                <a:solidFill>
                  <a:srgbClr val="000000"/>
                </a:solidFill>
                <a:prstDash val="solid"/>
                <a:headEnd type="none" w="sm" len="sm"/>
                <a:tailEnd type="none" w="sm" len="sm"/>
              </a:ln>
            </p:spPr>
          </p:sp>
        </p:grpSp>
        <p:sp>
          <p:nvSpPr>
            <p:cNvPr id="146453" name="Line 34"/>
            <p:cNvSpPr/>
            <p:nvPr/>
          </p:nvSpPr>
          <p:spPr>
            <a:xfrm>
              <a:off x="2724" y="1467"/>
              <a:ext cx="884" cy="1"/>
            </a:xfrm>
            <a:prstGeom prst="line">
              <a:avLst/>
            </a:prstGeom>
            <a:ln w="28575" cap="flat" cmpd="sng">
              <a:solidFill>
                <a:srgbClr val="000000"/>
              </a:solidFill>
              <a:prstDash val="solid"/>
              <a:headEnd type="none" w="sm" len="sm"/>
              <a:tailEnd type="arrow" w="sm" len="sm"/>
            </a:ln>
          </p:spPr>
        </p:sp>
        <p:sp>
          <p:nvSpPr>
            <p:cNvPr id="146454" name="Rectangle 35"/>
            <p:cNvSpPr/>
            <p:nvPr/>
          </p:nvSpPr>
          <p:spPr>
            <a:xfrm>
              <a:off x="3622" y="1718"/>
              <a:ext cx="831" cy="717"/>
            </a:xfrm>
            <a:prstGeom prst="rect">
              <a:avLst/>
            </a:prstGeom>
            <a:solidFill>
              <a:srgbClr val="A6ADC0"/>
            </a:solidFill>
            <a:ln w="28575" cap="flat" cmpd="sng">
              <a:solidFill>
                <a:srgbClr val="000000"/>
              </a:solidFill>
              <a:prstDash val="solid"/>
              <a:miter/>
              <a:headEnd type="none" w="med" len="med"/>
              <a:tailEnd type="none" w="med" len="med"/>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dirty="0">
                  <a:solidFill>
                    <a:schemeClr val="tx1"/>
                  </a:solidFill>
                  <a:latin typeface="Times New Roman" panose="02020603050405020304" pitchFamily="18" charset="0"/>
                  <a:ea typeface="宋体" panose="02010600030101010101" pitchFamily="2" charset="-122"/>
                </a:rPr>
                <a:t>A</a:t>
              </a:r>
              <a:r>
                <a:rPr lang="zh-CN" altLang="en-US" sz="2000" dirty="0">
                  <a:solidFill>
                    <a:schemeClr val="tx1"/>
                  </a:solidFill>
                  <a:latin typeface="Times New Roman" panose="02020603050405020304" pitchFamily="18" charset="0"/>
                  <a:ea typeface="宋体" panose="02010600030101010101" pitchFamily="2" charset="-122"/>
                </a:rPr>
                <a:t>组</a:t>
              </a:r>
              <a:endParaRPr lang="zh-CN" altLang="en-US" sz="2000" dirty="0">
                <a:solidFill>
                  <a:schemeClr val="tx1"/>
                </a:solidFill>
                <a:latin typeface="Times New Roman" panose="02020603050405020304" pitchFamily="18" charset="0"/>
                <a:ea typeface="宋体" panose="02010600030101010101" pitchFamily="2" charset="-122"/>
              </a:endParaRPr>
            </a:p>
            <a:p>
              <a:pPr marL="0" lvl="0" indent="0">
                <a:lnSpc>
                  <a:spcPct val="100000"/>
                </a:lnSpc>
                <a:spcBef>
                  <a:spcPct val="0"/>
                </a:spcBef>
                <a:spcAft>
                  <a:spcPct val="0"/>
                </a:spcAft>
                <a:buClrTx/>
                <a:buSzTx/>
                <a:buNone/>
              </a:pPr>
              <a:r>
                <a:rPr lang="zh-CN" altLang="en-US" sz="2000" dirty="0">
                  <a:solidFill>
                    <a:schemeClr val="tx1"/>
                  </a:solidFill>
                  <a:latin typeface="Times New Roman" panose="02020603050405020304" pitchFamily="18" charset="0"/>
                  <a:ea typeface="宋体" panose="02010600030101010101" pitchFamily="2" charset="-122"/>
                </a:rPr>
                <a:t>端口</a:t>
              </a:r>
              <a:r>
                <a:rPr lang="en-US" altLang="zh-CN" sz="2000" dirty="0">
                  <a:solidFill>
                    <a:schemeClr val="tx1"/>
                  </a:solidFill>
                  <a:latin typeface="Times New Roman" panose="02020603050405020304" pitchFamily="18" charset="0"/>
                  <a:ea typeface="宋体" panose="02010600030101010101" pitchFamily="2" charset="-122"/>
                </a:rPr>
                <a:t>C</a:t>
              </a:r>
              <a:endParaRPr lang="en-US" altLang="zh-CN" sz="2000" dirty="0">
                <a:solidFill>
                  <a:schemeClr val="tx1"/>
                </a:solidFill>
                <a:latin typeface="Times New Roman" panose="02020603050405020304" pitchFamily="18" charset="0"/>
                <a:ea typeface="宋体" panose="02010600030101010101" pitchFamily="2" charset="-122"/>
              </a:endParaRPr>
            </a:p>
            <a:p>
              <a:pPr marL="0" lvl="0" indent="0">
                <a:lnSpc>
                  <a:spcPct val="100000"/>
                </a:lnSpc>
                <a:spcBef>
                  <a:spcPct val="0"/>
                </a:spcBef>
                <a:spcAft>
                  <a:spcPct val="0"/>
                </a:spcAft>
                <a:buClrTx/>
                <a:buSzTx/>
                <a:buNone/>
              </a:pPr>
              <a:r>
                <a:rPr lang="zh-CN" altLang="en-US" sz="2000" dirty="0">
                  <a:solidFill>
                    <a:schemeClr val="tx1"/>
                  </a:solidFill>
                  <a:latin typeface="Times New Roman" panose="02020603050405020304" pitchFamily="18" charset="0"/>
                  <a:ea typeface="宋体" panose="02010600030101010101" pitchFamily="2" charset="-122"/>
                </a:rPr>
                <a:t>上部</a:t>
              </a:r>
              <a:endParaRPr lang="zh-CN" altLang="en-US" sz="2000" dirty="0">
                <a:solidFill>
                  <a:schemeClr val="tx1"/>
                </a:solidFill>
                <a:latin typeface="Times New Roman" panose="02020603050405020304" pitchFamily="18" charset="0"/>
                <a:ea typeface="宋体" panose="02010600030101010101" pitchFamily="2" charset="-122"/>
              </a:endParaRPr>
            </a:p>
          </p:txBody>
        </p:sp>
        <p:grpSp>
          <p:nvGrpSpPr>
            <p:cNvPr id="146455" name="Group 36"/>
            <p:cNvGrpSpPr/>
            <p:nvPr/>
          </p:nvGrpSpPr>
          <p:grpSpPr>
            <a:xfrm>
              <a:off x="3218" y="2037"/>
              <a:ext cx="390" cy="90"/>
              <a:chOff x="-2" y="0"/>
              <a:chExt cx="20002" cy="20001"/>
            </a:xfrm>
          </p:grpSpPr>
          <p:sp>
            <p:nvSpPr>
              <p:cNvPr id="146550" name="Line 37"/>
              <p:cNvSpPr/>
              <p:nvPr/>
            </p:nvSpPr>
            <p:spPr>
              <a:xfrm>
                <a:off x="16590" y="0"/>
                <a:ext cx="3410" cy="9980"/>
              </a:xfrm>
              <a:prstGeom prst="line">
                <a:avLst/>
              </a:prstGeom>
              <a:ln w="28575" cap="flat" cmpd="sng">
                <a:solidFill>
                  <a:srgbClr val="000000"/>
                </a:solidFill>
                <a:prstDash val="solid"/>
                <a:headEnd type="none" w="sm" len="sm"/>
                <a:tailEnd type="none" w="sm" len="sm"/>
              </a:ln>
            </p:spPr>
          </p:sp>
          <p:sp>
            <p:nvSpPr>
              <p:cNvPr id="146551" name="Line 38"/>
              <p:cNvSpPr/>
              <p:nvPr/>
            </p:nvSpPr>
            <p:spPr>
              <a:xfrm flipH="1">
                <a:off x="16590" y="9980"/>
                <a:ext cx="3410" cy="10021"/>
              </a:xfrm>
              <a:prstGeom prst="line">
                <a:avLst/>
              </a:prstGeom>
              <a:ln w="28575" cap="flat" cmpd="sng">
                <a:solidFill>
                  <a:srgbClr val="000000"/>
                </a:solidFill>
                <a:prstDash val="solid"/>
                <a:headEnd type="none" w="sm" len="sm"/>
                <a:tailEnd type="none" w="sm" len="sm"/>
              </a:ln>
            </p:spPr>
          </p:sp>
          <p:sp>
            <p:nvSpPr>
              <p:cNvPr id="146552" name="Line 39"/>
              <p:cNvSpPr/>
              <p:nvPr/>
            </p:nvSpPr>
            <p:spPr>
              <a:xfrm flipH="1">
                <a:off x="-2" y="0"/>
                <a:ext cx="3410" cy="9980"/>
              </a:xfrm>
              <a:prstGeom prst="line">
                <a:avLst/>
              </a:prstGeom>
              <a:ln w="28575" cap="flat" cmpd="sng">
                <a:solidFill>
                  <a:srgbClr val="000000"/>
                </a:solidFill>
                <a:prstDash val="solid"/>
                <a:headEnd type="none" w="sm" len="sm"/>
                <a:tailEnd type="none" w="sm" len="sm"/>
              </a:ln>
            </p:spPr>
          </p:sp>
          <p:sp>
            <p:nvSpPr>
              <p:cNvPr id="146553" name="Line 40"/>
              <p:cNvSpPr/>
              <p:nvPr/>
            </p:nvSpPr>
            <p:spPr>
              <a:xfrm>
                <a:off x="-2" y="9980"/>
                <a:ext cx="3410" cy="10021"/>
              </a:xfrm>
              <a:prstGeom prst="line">
                <a:avLst/>
              </a:prstGeom>
              <a:ln w="28575" cap="flat" cmpd="sng">
                <a:solidFill>
                  <a:srgbClr val="000000"/>
                </a:solidFill>
                <a:prstDash val="solid"/>
                <a:headEnd type="none" w="sm" len="sm"/>
                <a:tailEnd type="none" w="sm" len="sm"/>
              </a:ln>
            </p:spPr>
          </p:sp>
          <p:sp>
            <p:nvSpPr>
              <p:cNvPr id="146554" name="Line 41"/>
              <p:cNvSpPr/>
              <p:nvPr/>
            </p:nvSpPr>
            <p:spPr>
              <a:xfrm>
                <a:off x="1592" y="5988"/>
                <a:ext cx="16755" cy="204"/>
              </a:xfrm>
              <a:prstGeom prst="line">
                <a:avLst/>
              </a:prstGeom>
              <a:ln w="28575" cap="flat" cmpd="sng">
                <a:solidFill>
                  <a:srgbClr val="000000"/>
                </a:solidFill>
                <a:prstDash val="solid"/>
                <a:headEnd type="none" w="sm" len="sm"/>
                <a:tailEnd type="none" w="sm" len="sm"/>
              </a:ln>
            </p:spPr>
          </p:sp>
          <p:sp>
            <p:nvSpPr>
              <p:cNvPr id="146555" name="Line 42"/>
              <p:cNvSpPr/>
              <p:nvPr/>
            </p:nvSpPr>
            <p:spPr>
              <a:xfrm>
                <a:off x="1592" y="14583"/>
                <a:ext cx="16755" cy="204"/>
              </a:xfrm>
              <a:prstGeom prst="line">
                <a:avLst/>
              </a:prstGeom>
              <a:ln w="28575" cap="flat" cmpd="sng">
                <a:solidFill>
                  <a:srgbClr val="000000"/>
                </a:solidFill>
                <a:prstDash val="solid"/>
                <a:headEnd type="none" w="sm" len="sm"/>
                <a:tailEnd type="none" w="sm" len="sm"/>
              </a:ln>
            </p:spPr>
          </p:sp>
        </p:grpSp>
        <p:sp>
          <p:nvSpPr>
            <p:cNvPr id="146456" name="Line 43"/>
            <p:cNvSpPr/>
            <p:nvPr/>
          </p:nvSpPr>
          <p:spPr>
            <a:xfrm>
              <a:off x="3451" y="2281"/>
              <a:ext cx="157" cy="1"/>
            </a:xfrm>
            <a:prstGeom prst="line">
              <a:avLst/>
            </a:prstGeom>
            <a:ln w="28575" cap="flat" cmpd="sng">
              <a:solidFill>
                <a:srgbClr val="000000"/>
              </a:solidFill>
              <a:prstDash val="solid"/>
              <a:headEnd type="none" w="sm" len="sm"/>
              <a:tailEnd type="arrow" w="sm" len="sm"/>
            </a:ln>
          </p:spPr>
        </p:sp>
        <p:grpSp>
          <p:nvGrpSpPr>
            <p:cNvPr id="146457" name="Group 44"/>
            <p:cNvGrpSpPr/>
            <p:nvPr/>
          </p:nvGrpSpPr>
          <p:grpSpPr>
            <a:xfrm>
              <a:off x="3144" y="901"/>
              <a:ext cx="63" cy="3283"/>
              <a:chOff x="-20" y="0"/>
              <a:chExt cx="20020" cy="20000"/>
            </a:xfrm>
          </p:grpSpPr>
          <p:sp>
            <p:nvSpPr>
              <p:cNvPr id="146548" name="Line 45"/>
              <p:cNvSpPr/>
              <p:nvPr/>
            </p:nvSpPr>
            <p:spPr>
              <a:xfrm>
                <a:off x="19727" y="22"/>
                <a:ext cx="273" cy="19978"/>
              </a:xfrm>
              <a:prstGeom prst="line">
                <a:avLst/>
              </a:prstGeom>
              <a:ln w="28575" cap="flat" cmpd="sng">
                <a:solidFill>
                  <a:srgbClr val="000000"/>
                </a:solidFill>
                <a:prstDash val="solid"/>
                <a:headEnd type="none" w="sm" len="sm"/>
                <a:tailEnd type="none" w="sm" len="sm"/>
              </a:ln>
            </p:spPr>
          </p:sp>
          <p:sp>
            <p:nvSpPr>
              <p:cNvPr id="146549" name="Line 46"/>
              <p:cNvSpPr/>
              <p:nvPr/>
            </p:nvSpPr>
            <p:spPr>
              <a:xfrm>
                <a:off x="-20" y="0"/>
                <a:ext cx="364" cy="20000"/>
              </a:xfrm>
              <a:prstGeom prst="line">
                <a:avLst/>
              </a:prstGeom>
              <a:ln w="28575" cap="flat" cmpd="sng">
                <a:solidFill>
                  <a:srgbClr val="000000"/>
                </a:solidFill>
                <a:prstDash val="solid"/>
                <a:headEnd type="none" w="sm" len="sm"/>
                <a:tailEnd type="none" w="sm" len="sm"/>
              </a:ln>
            </p:spPr>
          </p:sp>
        </p:grpSp>
        <p:sp>
          <p:nvSpPr>
            <p:cNvPr id="146458" name="Line 47"/>
            <p:cNvSpPr/>
            <p:nvPr/>
          </p:nvSpPr>
          <p:spPr>
            <a:xfrm>
              <a:off x="2973" y="1060"/>
              <a:ext cx="635" cy="1"/>
            </a:xfrm>
            <a:prstGeom prst="line">
              <a:avLst/>
            </a:prstGeom>
            <a:ln w="28575" cap="flat" cmpd="sng">
              <a:solidFill>
                <a:srgbClr val="000000"/>
              </a:solidFill>
              <a:prstDash val="solid"/>
              <a:headEnd type="none" w="sm" len="sm"/>
              <a:tailEnd type="arrow" w="sm" len="sm"/>
            </a:ln>
          </p:spPr>
        </p:sp>
        <p:sp>
          <p:nvSpPr>
            <p:cNvPr id="146459" name="Line 48"/>
            <p:cNvSpPr/>
            <p:nvPr/>
          </p:nvSpPr>
          <p:spPr>
            <a:xfrm>
              <a:off x="2969" y="1060"/>
              <a:ext cx="1" cy="2582"/>
            </a:xfrm>
            <a:prstGeom prst="line">
              <a:avLst/>
            </a:prstGeom>
            <a:ln w="28575" cap="flat" cmpd="sng">
              <a:solidFill>
                <a:srgbClr val="000000"/>
              </a:solidFill>
              <a:prstDash val="solid"/>
              <a:headEnd type="none" w="sm" len="sm"/>
              <a:tailEnd type="none" w="sm" len="sm"/>
            </a:ln>
          </p:spPr>
        </p:sp>
        <p:sp>
          <p:nvSpPr>
            <p:cNvPr id="146460" name="Line 49"/>
            <p:cNvSpPr/>
            <p:nvPr/>
          </p:nvSpPr>
          <p:spPr>
            <a:xfrm>
              <a:off x="2973" y="1860"/>
              <a:ext cx="635" cy="1"/>
            </a:xfrm>
            <a:prstGeom prst="line">
              <a:avLst/>
            </a:prstGeom>
            <a:ln w="28575" cap="flat" cmpd="sng">
              <a:solidFill>
                <a:srgbClr val="000000"/>
              </a:solidFill>
              <a:prstDash val="solid"/>
              <a:headEnd type="none" w="sm" len="sm"/>
              <a:tailEnd type="arrow" w="sm" len="sm"/>
            </a:ln>
          </p:spPr>
        </p:sp>
        <p:sp>
          <p:nvSpPr>
            <p:cNvPr id="146461" name="Line 50"/>
            <p:cNvSpPr/>
            <p:nvPr/>
          </p:nvSpPr>
          <p:spPr>
            <a:xfrm>
              <a:off x="3448" y="1471"/>
              <a:ext cx="1" cy="1"/>
            </a:xfrm>
            <a:prstGeom prst="line">
              <a:avLst/>
            </a:prstGeom>
            <a:ln w="28575" cap="flat" cmpd="sng">
              <a:solidFill>
                <a:srgbClr val="000000"/>
              </a:solidFill>
              <a:prstDash val="solid"/>
              <a:headEnd type="none" w="sm" len="sm"/>
              <a:tailEnd type="none" w="sm" len="sm"/>
            </a:ln>
          </p:spPr>
        </p:sp>
        <p:sp>
          <p:nvSpPr>
            <p:cNvPr id="146462" name="Line 51"/>
            <p:cNvSpPr/>
            <p:nvPr/>
          </p:nvSpPr>
          <p:spPr>
            <a:xfrm>
              <a:off x="2966" y="1864"/>
              <a:ext cx="1" cy="1"/>
            </a:xfrm>
            <a:prstGeom prst="line">
              <a:avLst/>
            </a:prstGeom>
            <a:ln w="28575" cap="flat" cmpd="sng">
              <a:solidFill>
                <a:srgbClr val="000000"/>
              </a:solidFill>
              <a:prstDash val="solid"/>
              <a:headEnd type="none" w="sm" len="sm"/>
              <a:tailEnd type="none" w="sm" len="sm"/>
            </a:ln>
          </p:spPr>
        </p:sp>
        <p:grpSp>
          <p:nvGrpSpPr>
            <p:cNvPr id="146463" name="Group 52"/>
            <p:cNvGrpSpPr/>
            <p:nvPr/>
          </p:nvGrpSpPr>
          <p:grpSpPr>
            <a:xfrm>
              <a:off x="2724" y="1213"/>
              <a:ext cx="416" cy="113"/>
              <a:chOff x="0" y="0"/>
              <a:chExt cx="20003" cy="19999"/>
            </a:xfrm>
          </p:grpSpPr>
          <p:sp>
            <p:nvSpPr>
              <p:cNvPr id="146544" name="Line 53"/>
              <p:cNvSpPr/>
              <p:nvPr/>
            </p:nvSpPr>
            <p:spPr>
              <a:xfrm flipH="1">
                <a:off x="0" y="0"/>
                <a:ext cx="3696" cy="9902"/>
              </a:xfrm>
              <a:prstGeom prst="line">
                <a:avLst/>
              </a:prstGeom>
              <a:ln w="28575" cap="flat" cmpd="sng">
                <a:solidFill>
                  <a:srgbClr val="000000"/>
                </a:solidFill>
                <a:prstDash val="solid"/>
                <a:headEnd type="none" w="sm" len="sm"/>
                <a:tailEnd type="none" w="sm" len="sm"/>
              </a:ln>
            </p:spPr>
          </p:sp>
          <p:sp>
            <p:nvSpPr>
              <p:cNvPr id="146545" name="Line 54"/>
              <p:cNvSpPr/>
              <p:nvPr/>
            </p:nvSpPr>
            <p:spPr>
              <a:xfrm>
                <a:off x="0" y="10065"/>
                <a:ext cx="3696" cy="9934"/>
              </a:xfrm>
              <a:prstGeom prst="line">
                <a:avLst/>
              </a:prstGeom>
              <a:ln w="28575" cap="flat" cmpd="sng">
                <a:solidFill>
                  <a:srgbClr val="000000"/>
                </a:solidFill>
                <a:prstDash val="solid"/>
                <a:headEnd type="none" w="sm" len="sm"/>
                <a:tailEnd type="none" w="sm" len="sm"/>
              </a:ln>
            </p:spPr>
          </p:sp>
          <p:sp>
            <p:nvSpPr>
              <p:cNvPr id="146546" name="Line 55"/>
              <p:cNvSpPr/>
              <p:nvPr/>
            </p:nvSpPr>
            <p:spPr>
              <a:xfrm>
                <a:off x="1744" y="6058"/>
                <a:ext cx="18259" cy="163"/>
              </a:xfrm>
              <a:prstGeom prst="line">
                <a:avLst/>
              </a:prstGeom>
              <a:ln w="28575" cap="flat" cmpd="sng">
                <a:solidFill>
                  <a:srgbClr val="000000"/>
                </a:solidFill>
                <a:prstDash val="solid"/>
                <a:headEnd type="none" w="sm" len="sm"/>
                <a:tailEnd type="none" w="sm" len="sm"/>
              </a:ln>
            </p:spPr>
          </p:sp>
          <p:sp>
            <p:nvSpPr>
              <p:cNvPr id="146547" name="Line 56"/>
              <p:cNvSpPr/>
              <p:nvPr/>
            </p:nvSpPr>
            <p:spPr>
              <a:xfrm>
                <a:off x="1744" y="14722"/>
                <a:ext cx="18259" cy="131"/>
              </a:xfrm>
              <a:prstGeom prst="line">
                <a:avLst/>
              </a:prstGeom>
              <a:ln w="28575" cap="flat" cmpd="sng">
                <a:solidFill>
                  <a:srgbClr val="000000"/>
                </a:solidFill>
                <a:prstDash val="solid"/>
                <a:headEnd type="none" w="sm" len="sm"/>
                <a:tailEnd type="none" w="sm" len="sm"/>
              </a:ln>
            </p:spPr>
          </p:sp>
        </p:grpSp>
        <p:sp>
          <p:nvSpPr>
            <p:cNvPr id="146464" name="Rectangle 57"/>
            <p:cNvSpPr/>
            <p:nvPr/>
          </p:nvSpPr>
          <p:spPr>
            <a:xfrm>
              <a:off x="2086" y="2786"/>
              <a:ext cx="639" cy="598"/>
            </a:xfrm>
            <a:prstGeom prst="rect">
              <a:avLst/>
            </a:prstGeom>
            <a:solidFill>
              <a:srgbClr val="66FFFF"/>
            </a:solidFill>
            <a:ln w="28575" cap="flat" cmpd="sng">
              <a:solidFill>
                <a:srgbClr val="000000"/>
              </a:solidFill>
              <a:prstDash val="solid"/>
              <a:miter/>
              <a:headEnd type="none" w="med" len="med"/>
              <a:tailEnd type="none" w="med" len="med"/>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ts val="300"/>
                </a:spcBef>
                <a:spcAft>
                  <a:spcPct val="0"/>
                </a:spcAft>
                <a:buClrTx/>
                <a:buSzTx/>
                <a:buNone/>
              </a:pPr>
              <a:r>
                <a:rPr lang="en-US" altLang="zh-CN" sz="2000" dirty="0">
                  <a:solidFill>
                    <a:schemeClr val="tx1"/>
                  </a:solidFill>
                  <a:latin typeface="Times New Roman" panose="02020603050405020304" pitchFamily="18" charset="0"/>
                  <a:ea typeface="宋体" panose="02010600030101010101" pitchFamily="2" charset="-122"/>
                </a:rPr>
                <a:t>B</a:t>
              </a:r>
              <a:r>
                <a:rPr lang="zh-CN" altLang="en-US" sz="2000" dirty="0">
                  <a:solidFill>
                    <a:schemeClr val="tx1"/>
                  </a:solidFill>
                  <a:latin typeface="Times New Roman" panose="02020603050405020304" pitchFamily="18" charset="0"/>
                  <a:ea typeface="宋体" panose="02010600030101010101" pitchFamily="2" charset="-122"/>
                </a:rPr>
                <a:t>组</a:t>
              </a:r>
              <a:endParaRPr lang="zh-CN" altLang="en-US" sz="2000" dirty="0">
                <a:solidFill>
                  <a:schemeClr val="tx1"/>
                </a:solidFill>
                <a:latin typeface="Times New Roman" panose="02020603050405020304" pitchFamily="18" charset="0"/>
                <a:ea typeface="宋体" panose="02010600030101010101" pitchFamily="2" charset="-122"/>
              </a:endParaRPr>
            </a:p>
            <a:p>
              <a:pPr marL="0" lvl="0" indent="0">
                <a:lnSpc>
                  <a:spcPct val="100000"/>
                </a:lnSpc>
                <a:spcBef>
                  <a:spcPct val="0"/>
                </a:spcBef>
                <a:spcAft>
                  <a:spcPct val="0"/>
                </a:spcAft>
                <a:buClrTx/>
                <a:buSzTx/>
                <a:buNone/>
              </a:pPr>
              <a:r>
                <a:rPr lang="zh-CN" altLang="en-US" sz="2000" dirty="0">
                  <a:solidFill>
                    <a:schemeClr val="tx1"/>
                  </a:solidFill>
                  <a:latin typeface="Times New Roman" panose="02020603050405020304" pitchFamily="18" charset="0"/>
                  <a:ea typeface="宋体" panose="02010600030101010101" pitchFamily="2" charset="-122"/>
                </a:rPr>
                <a:t>控制</a:t>
              </a:r>
              <a:endParaRPr lang="zh-CN" altLang="en-US" sz="2000" dirty="0">
                <a:solidFill>
                  <a:schemeClr val="tx1"/>
                </a:solidFill>
                <a:latin typeface="Times New Roman" panose="02020603050405020304" pitchFamily="18" charset="0"/>
                <a:ea typeface="宋体" panose="02010600030101010101" pitchFamily="2" charset="-122"/>
              </a:endParaRPr>
            </a:p>
          </p:txBody>
        </p:sp>
        <p:sp>
          <p:nvSpPr>
            <p:cNvPr id="146465" name="Rectangle 58"/>
            <p:cNvSpPr/>
            <p:nvPr/>
          </p:nvSpPr>
          <p:spPr>
            <a:xfrm>
              <a:off x="3622" y="2681"/>
              <a:ext cx="831" cy="703"/>
            </a:xfrm>
            <a:prstGeom prst="rect">
              <a:avLst/>
            </a:prstGeom>
            <a:solidFill>
              <a:srgbClr val="66FFFF"/>
            </a:solidFill>
            <a:ln w="28575" cap="flat" cmpd="sng">
              <a:solidFill>
                <a:srgbClr val="000000"/>
              </a:solidFill>
              <a:prstDash val="solid"/>
              <a:miter/>
              <a:headEnd type="none" w="med" len="med"/>
              <a:tailEnd type="none" w="med" len="med"/>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ts val="600"/>
                </a:spcBef>
                <a:spcAft>
                  <a:spcPct val="0"/>
                </a:spcAft>
                <a:buClrTx/>
                <a:buSzTx/>
                <a:buNone/>
              </a:pPr>
              <a:r>
                <a:rPr lang="en-US" altLang="zh-CN" sz="2000" dirty="0">
                  <a:solidFill>
                    <a:schemeClr val="tx1"/>
                  </a:solidFill>
                  <a:latin typeface="Times New Roman" panose="02020603050405020304" pitchFamily="18" charset="0"/>
                  <a:ea typeface="宋体" panose="02010600030101010101" pitchFamily="2" charset="-122"/>
                </a:rPr>
                <a:t>B</a:t>
              </a:r>
              <a:r>
                <a:rPr lang="zh-CN" altLang="en-US" sz="2000" dirty="0">
                  <a:solidFill>
                    <a:schemeClr val="tx1"/>
                  </a:solidFill>
                  <a:latin typeface="Times New Roman" panose="02020603050405020304" pitchFamily="18" charset="0"/>
                  <a:ea typeface="宋体" panose="02010600030101010101" pitchFamily="2" charset="-122"/>
                </a:rPr>
                <a:t>组</a:t>
              </a:r>
              <a:endParaRPr lang="zh-CN" altLang="en-US" sz="2000" dirty="0">
                <a:solidFill>
                  <a:schemeClr val="tx1"/>
                </a:solidFill>
                <a:latin typeface="Times New Roman" panose="02020603050405020304" pitchFamily="18" charset="0"/>
                <a:ea typeface="宋体" panose="02010600030101010101" pitchFamily="2" charset="-122"/>
              </a:endParaRPr>
            </a:p>
            <a:p>
              <a:pPr marL="0" lvl="0" indent="0">
                <a:lnSpc>
                  <a:spcPct val="100000"/>
                </a:lnSpc>
                <a:spcBef>
                  <a:spcPct val="0"/>
                </a:spcBef>
                <a:spcAft>
                  <a:spcPct val="0"/>
                </a:spcAft>
                <a:buClrTx/>
                <a:buSzTx/>
                <a:buNone/>
              </a:pPr>
              <a:r>
                <a:rPr lang="zh-CN" altLang="en-US" sz="2000" dirty="0">
                  <a:solidFill>
                    <a:schemeClr val="tx1"/>
                  </a:solidFill>
                  <a:latin typeface="Times New Roman" panose="02020603050405020304" pitchFamily="18" charset="0"/>
                  <a:ea typeface="宋体" panose="02010600030101010101" pitchFamily="2" charset="-122"/>
                </a:rPr>
                <a:t>端口</a:t>
              </a:r>
              <a:r>
                <a:rPr lang="en-US" altLang="zh-CN" sz="2000" dirty="0">
                  <a:solidFill>
                    <a:schemeClr val="tx1"/>
                  </a:solidFill>
                  <a:latin typeface="Times New Roman" panose="02020603050405020304" pitchFamily="18" charset="0"/>
                  <a:ea typeface="宋体" panose="02010600030101010101" pitchFamily="2" charset="-122"/>
                </a:rPr>
                <a:t>B</a:t>
              </a:r>
              <a:endParaRPr lang="en-US" altLang="zh-CN" sz="2000" dirty="0">
                <a:solidFill>
                  <a:schemeClr val="tx1"/>
                </a:solidFill>
                <a:latin typeface="Times New Roman" panose="02020603050405020304" pitchFamily="18" charset="0"/>
                <a:ea typeface="宋体" panose="02010600030101010101" pitchFamily="2" charset="-122"/>
              </a:endParaRPr>
            </a:p>
          </p:txBody>
        </p:sp>
        <p:grpSp>
          <p:nvGrpSpPr>
            <p:cNvPr id="146466" name="Group 59"/>
            <p:cNvGrpSpPr/>
            <p:nvPr/>
          </p:nvGrpSpPr>
          <p:grpSpPr>
            <a:xfrm>
              <a:off x="3218" y="3000"/>
              <a:ext cx="390" cy="90"/>
              <a:chOff x="-2" y="0"/>
              <a:chExt cx="20002" cy="19999"/>
            </a:xfrm>
          </p:grpSpPr>
          <p:sp>
            <p:nvSpPr>
              <p:cNvPr id="146538" name="Line 60"/>
              <p:cNvSpPr/>
              <p:nvPr/>
            </p:nvSpPr>
            <p:spPr>
              <a:xfrm>
                <a:off x="16590" y="0"/>
                <a:ext cx="3410" cy="10020"/>
              </a:xfrm>
              <a:prstGeom prst="line">
                <a:avLst/>
              </a:prstGeom>
              <a:ln w="28575" cap="flat" cmpd="sng">
                <a:solidFill>
                  <a:srgbClr val="000000"/>
                </a:solidFill>
                <a:prstDash val="solid"/>
                <a:headEnd type="none" w="sm" len="sm"/>
                <a:tailEnd type="none" w="sm" len="sm"/>
              </a:ln>
            </p:spPr>
          </p:sp>
          <p:sp>
            <p:nvSpPr>
              <p:cNvPr id="146539" name="Line 61"/>
              <p:cNvSpPr/>
              <p:nvPr/>
            </p:nvSpPr>
            <p:spPr>
              <a:xfrm flipH="1">
                <a:off x="16590" y="10020"/>
                <a:ext cx="3410" cy="9979"/>
              </a:xfrm>
              <a:prstGeom prst="line">
                <a:avLst/>
              </a:prstGeom>
              <a:ln w="28575" cap="flat" cmpd="sng">
                <a:solidFill>
                  <a:srgbClr val="000000"/>
                </a:solidFill>
                <a:prstDash val="solid"/>
                <a:headEnd type="none" w="sm" len="sm"/>
                <a:tailEnd type="none" w="sm" len="sm"/>
              </a:ln>
            </p:spPr>
          </p:sp>
          <p:sp>
            <p:nvSpPr>
              <p:cNvPr id="146540" name="Line 62"/>
              <p:cNvSpPr/>
              <p:nvPr/>
            </p:nvSpPr>
            <p:spPr>
              <a:xfrm flipH="1">
                <a:off x="-2" y="0"/>
                <a:ext cx="3410" cy="10020"/>
              </a:xfrm>
              <a:prstGeom prst="line">
                <a:avLst/>
              </a:prstGeom>
              <a:ln w="28575" cap="flat" cmpd="sng">
                <a:solidFill>
                  <a:srgbClr val="000000"/>
                </a:solidFill>
                <a:prstDash val="solid"/>
                <a:headEnd type="none" w="sm" len="sm"/>
                <a:tailEnd type="none" w="sm" len="sm"/>
              </a:ln>
            </p:spPr>
          </p:sp>
          <p:sp>
            <p:nvSpPr>
              <p:cNvPr id="146541" name="Line 63"/>
              <p:cNvSpPr/>
              <p:nvPr/>
            </p:nvSpPr>
            <p:spPr>
              <a:xfrm>
                <a:off x="-2" y="10020"/>
                <a:ext cx="3410" cy="9979"/>
              </a:xfrm>
              <a:prstGeom prst="line">
                <a:avLst/>
              </a:prstGeom>
              <a:ln w="28575" cap="flat" cmpd="sng">
                <a:solidFill>
                  <a:srgbClr val="000000"/>
                </a:solidFill>
                <a:prstDash val="solid"/>
                <a:headEnd type="none" w="sm" len="sm"/>
                <a:tailEnd type="none" w="sm" len="sm"/>
              </a:ln>
            </p:spPr>
          </p:sp>
          <p:sp>
            <p:nvSpPr>
              <p:cNvPr id="146542" name="Line 64"/>
              <p:cNvSpPr/>
              <p:nvPr/>
            </p:nvSpPr>
            <p:spPr>
              <a:xfrm>
                <a:off x="1592" y="6028"/>
                <a:ext cx="16755" cy="204"/>
              </a:xfrm>
              <a:prstGeom prst="line">
                <a:avLst/>
              </a:prstGeom>
              <a:ln w="28575" cap="flat" cmpd="sng">
                <a:solidFill>
                  <a:srgbClr val="000000"/>
                </a:solidFill>
                <a:prstDash val="solid"/>
                <a:headEnd type="none" w="sm" len="sm"/>
                <a:tailEnd type="none" w="sm" len="sm"/>
              </a:ln>
            </p:spPr>
          </p:sp>
          <p:sp>
            <p:nvSpPr>
              <p:cNvPr id="146543" name="Line 65"/>
              <p:cNvSpPr/>
              <p:nvPr/>
            </p:nvSpPr>
            <p:spPr>
              <a:xfrm>
                <a:off x="1592" y="14622"/>
                <a:ext cx="16755" cy="204"/>
              </a:xfrm>
              <a:prstGeom prst="line">
                <a:avLst/>
              </a:prstGeom>
              <a:ln w="28575" cap="flat" cmpd="sng">
                <a:solidFill>
                  <a:srgbClr val="000000"/>
                </a:solidFill>
                <a:prstDash val="solid"/>
                <a:headEnd type="none" w="sm" len="sm"/>
                <a:tailEnd type="none" w="sm" len="sm"/>
              </a:ln>
            </p:spPr>
          </p:sp>
        </p:grpSp>
        <p:sp>
          <p:nvSpPr>
            <p:cNvPr id="146467" name="Line 66"/>
            <p:cNvSpPr/>
            <p:nvPr/>
          </p:nvSpPr>
          <p:spPr>
            <a:xfrm>
              <a:off x="2724" y="3244"/>
              <a:ext cx="884" cy="1"/>
            </a:xfrm>
            <a:prstGeom prst="line">
              <a:avLst/>
            </a:prstGeom>
            <a:ln w="28575" cap="flat" cmpd="sng">
              <a:solidFill>
                <a:srgbClr val="000000"/>
              </a:solidFill>
              <a:prstDash val="solid"/>
              <a:headEnd type="none" w="sm" len="sm"/>
              <a:tailEnd type="arrow" w="sm" len="sm"/>
            </a:ln>
          </p:spPr>
        </p:sp>
        <p:sp>
          <p:nvSpPr>
            <p:cNvPr id="146468" name="Rectangle 67"/>
            <p:cNvSpPr/>
            <p:nvPr/>
          </p:nvSpPr>
          <p:spPr>
            <a:xfrm>
              <a:off x="3622" y="3494"/>
              <a:ext cx="831" cy="717"/>
            </a:xfrm>
            <a:prstGeom prst="rect">
              <a:avLst/>
            </a:prstGeom>
            <a:solidFill>
              <a:srgbClr val="66FFFF"/>
            </a:solidFill>
            <a:ln w="28575" cap="flat" cmpd="sng">
              <a:solidFill>
                <a:srgbClr val="000000"/>
              </a:solidFill>
              <a:prstDash val="solid"/>
              <a:miter/>
              <a:headEnd type="none" w="med" len="med"/>
              <a:tailEnd type="none" w="med" len="med"/>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dirty="0">
                  <a:solidFill>
                    <a:schemeClr val="tx1"/>
                  </a:solidFill>
                  <a:latin typeface="Times New Roman" panose="02020603050405020304" pitchFamily="18" charset="0"/>
                  <a:ea typeface="宋体" panose="02010600030101010101" pitchFamily="2" charset="-122"/>
                </a:rPr>
                <a:t>B</a:t>
              </a:r>
              <a:r>
                <a:rPr lang="zh-CN" altLang="en-US" sz="2000" dirty="0">
                  <a:solidFill>
                    <a:schemeClr val="tx1"/>
                  </a:solidFill>
                  <a:latin typeface="Times New Roman" panose="02020603050405020304" pitchFamily="18" charset="0"/>
                  <a:ea typeface="宋体" panose="02010600030101010101" pitchFamily="2" charset="-122"/>
                </a:rPr>
                <a:t>组</a:t>
              </a:r>
              <a:endParaRPr lang="zh-CN" altLang="en-US" sz="2000" dirty="0">
                <a:solidFill>
                  <a:schemeClr val="tx1"/>
                </a:solidFill>
                <a:latin typeface="Times New Roman" panose="02020603050405020304" pitchFamily="18" charset="0"/>
                <a:ea typeface="宋体" panose="02010600030101010101" pitchFamily="2" charset="-122"/>
              </a:endParaRPr>
            </a:p>
            <a:p>
              <a:pPr marL="0" lvl="0" indent="0">
                <a:lnSpc>
                  <a:spcPct val="100000"/>
                </a:lnSpc>
                <a:spcBef>
                  <a:spcPct val="0"/>
                </a:spcBef>
                <a:spcAft>
                  <a:spcPct val="0"/>
                </a:spcAft>
                <a:buClrTx/>
                <a:buSzTx/>
                <a:buNone/>
              </a:pPr>
              <a:r>
                <a:rPr lang="zh-CN" altLang="en-US" sz="2000" dirty="0">
                  <a:solidFill>
                    <a:schemeClr val="tx1"/>
                  </a:solidFill>
                  <a:latin typeface="Times New Roman" panose="02020603050405020304" pitchFamily="18" charset="0"/>
                  <a:ea typeface="宋体" panose="02010600030101010101" pitchFamily="2" charset="-122"/>
                </a:rPr>
                <a:t>端口</a:t>
              </a:r>
              <a:r>
                <a:rPr lang="en-US" altLang="zh-CN" sz="2000" dirty="0">
                  <a:solidFill>
                    <a:schemeClr val="tx1"/>
                  </a:solidFill>
                  <a:latin typeface="Times New Roman" panose="02020603050405020304" pitchFamily="18" charset="0"/>
                  <a:ea typeface="宋体" panose="02010600030101010101" pitchFamily="2" charset="-122"/>
                </a:rPr>
                <a:t>C</a:t>
              </a:r>
              <a:endParaRPr lang="en-US" altLang="zh-CN" sz="2000" dirty="0">
                <a:solidFill>
                  <a:schemeClr val="tx1"/>
                </a:solidFill>
                <a:latin typeface="Times New Roman" panose="02020603050405020304" pitchFamily="18" charset="0"/>
                <a:ea typeface="宋体" panose="02010600030101010101" pitchFamily="2" charset="-122"/>
              </a:endParaRPr>
            </a:p>
            <a:p>
              <a:pPr marL="0" lvl="0" indent="0">
                <a:lnSpc>
                  <a:spcPct val="100000"/>
                </a:lnSpc>
                <a:spcBef>
                  <a:spcPct val="0"/>
                </a:spcBef>
                <a:spcAft>
                  <a:spcPct val="0"/>
                </a:spcAft>
                <a:buClrTx/>
                <a:buSzTx/>
                <a:buNone/>
              </a:pPr>
              <a:r>
                <a:rPr lang="zh-CN" altLang="en-US" sz="2000" dirty="0">
                  <a:solidFill>
                    <a:schemeClr val="tx1"/>
                  </a:solidFill>
                  <a:latin typeface="Times New Roman" panose="02020603050405020304" pitchFamily="18" charset="0"/>
                  <a:ea typeface="宋体" panose="02010600030101010101" pitchFamily="2" charset="-122"/>
                </a:rPr>
                <a:t>下部</a:t>
              </a:r>
              <a:endParaRPr lang="zh-CN" altLang="en-US" sz="2000" dirty="0">
                <a:solidFill>
                  <a:schemeClr val="tx1"/>
                </a:solidFill>
                <a:latin typeface="Times New Roman" panose="02020603050405020304" pitchFamily="18" charset="0"/>
                <a:ea typeface="宋体" panose="02010600030101010101" pitchFamily="2" charset="-122"/>
              </a:endParaRPr>
            </a:p>
          </p:txBody>
        </p:sp>
        <p:grpSp>
          <p:nvGrpSpPr>
            <p:cNvPr id="146469" name="Group 68"/>
            <p:cNvGrpSpPr/>
            <p:nvPr/>
          </p:nvGrpSpPr>
          <p:grpSpPr>
            <a:xfrm>
              <a:off x="3218" y="3814"/>
              <a:ext cx="390" cy="90"/>
              <a:chOff x="-2" y="0"/>
              <a:chExt cx="20002" cy="20001"/>
            </a:xfrm>
          </p:grpSpPr>
          <p:sp>
            <p:nvSpPr>
              <p:cNvPr id="146532" name="Line 69"/>
              <p:cNvSpPr/>
              <p:nvPr/>
            </p:nvSpPr>
            <p:spPr>
              <a:xfrm>
                <a:off x="16590" y="0"/>
                <a:ext cx="3410" cy="9980"/>
              </a:xfrm>
              <a:prstGeom prst="line">
                <a:avLst/>
              </a:prstGeom>
              <a:ln w="28575" cap="flat" cmpd="sng">
                <a:solidFill>
                  <a:srgbClr val="000000"/>
                </a:solidFill>
                <a:prstDash val="solid"/>
                <a:headEnd type="none" w="sm" len="sm"/>
                <a:tailEnd type="none" w="sm" len="sm"/>
              </a:ln>
            </p:spPr>
          </p:sp>
          <p:sp>
            <p:nvSpPr>
              <p:cNvPr id="146533" name="Line 70"/>
              <p:cNvSpPr/>
              <p:nvPr/>
            </p:nvSpPr>
            <p:spPr>
              <a:xfrm flipH="1">
                <a:off x="16590" y="9980"/>
                <a:ext cx="3410" cy="10021"/>
              </a:xfrm>
              <a:prstGeom prst="line">
                <a:avLst/>
              </a:prstGeom>
              <a:ln w="28575" cap="flat" cmpd="sng">
                <a:solidFill>
                  <a:srgbClr val="000000"/>
                </a:solidFill>
                <a:prstDash val="solid"/>
                <a:headEnd type="none" w="sm" len="sm"/>
                <a:tailEnd type="none" w="sm" len="sm"/>
              </a:ln>
            </p:spPr>
          </p:sp>
          <p:sp>
            <p:nvSpPr>
              <p:cNvPr id="146534" name="Line 71"/>
              <p:cNvSpPr/>
              <p:nvPr/>
            </p:nvSpPr>
            <p:spPr>
              <a:xfrm flipH="1">
                <a:off x="-2" y="0"/>
                <a:ext cx="3410" cy="9980"/>
              </a:xfrm>
              <a:prstGeom prst="line">
                <a:avLst/>
              </a:prstGeom>
              <a:ln w="28575" cap="flat" cmpd="sng">
                <a:solidFill>
                  <a:srgbClr val="000000"/>
                </a:solidFill>
                <a:prstDash val="solid"/>
                <a:headEnd type="none" w="sm" len="sm"/>
                <a:tailEnd type="none" w="sm" len="sm"/>
              </a:ln>
            </p:spPr>
          </p:sp>
          <p:sp>
            <p:nvSpPr>
              <p:cNvPr id="146535" name="Line 72"/>
              <p:cNvSpPr/>
              <p:nvPr/>
            </p:nvSpPr>
            <p:spPr>
              <a:xfrm>
                <a:off x="-2" y="9980"/>
                <a:ext cx="3410" cy="10021"/>
              </a:xfrm>
              <a:prstGeom prst="line">
                <a:avLst/>
              </a:prstGeom>
              <a:ln w="28575" cap="flat" cmpd="sng">
                <a:solidFill>
                  <a:srgbClr val="000000"/>
                </a:solidFill>
                <a:prstDash val="solid"/>
                <a:headEnd type="none" w="sm" len="sm"/>
                <a:tailEnd type="none" w="sm" len="sm"/>
              </a:ln>
            </p:spPr>
          </p:sp>
          <p:sp>
            <p:nvSpPr>
              <p:cNvPr id="146536" name="Line 73"/>
              <p:cNvSpPr/>
              <p:nvPr/>
            </p:nvSpPr>
            <p:spPr>
              <a:xfrm>
                <a:off x="1592" y="5988"/>
                <a:ext cx="16755" cy="204"/>
              </a:xfrm>
              <a:prstGeom prst="line">
                <a:avLst/>
              </a:prstGeom>
              <a:ln w="28575" cap="flat" cmpd="sng">
                <a:solidFill>
                  <a:srgbClr val="000000"/>
                </a:solidFill>
                <a:prstDash val="solid"/>
                <a:headEnd type="none" w="sm" len="sm"/>
                <a:tailEnd type="none" w="sm" len="sm"/>
              </a:ln>
            </p:spPr>
          </p:sp>
          <p:sp>
            <p:nvSpPr>
              <p:cNvPr id="146537" name="Line 74"/>
              <p:cNvSpPr/>
              <p:nvPr/>
            </p:nvSpPr>
            <p:spPr>
              <a:xfrm>
                <a:off x="1592" y="14583"/>
                <a:ext cx="16755" cy="204"/>
              </a:xfrm>
              <a:prstGeom prst="line">
                <a:avLst/>
              </a:prstGeom>
              <a:ln w="28575" cap="flat" cmpd="sng">
                <a:solidFill>
                  <a:srgbClr val="000000"/>
                </a:solidFill>
                <a:prstDash val="solid"/>
                <a:headEnd type="none" w="sm" len="sm"/>
                <a:tailEnd type="none" w="sm" len="sm"/>
              </a:ln>
            </p:spPr>
          </p:sp>
        </p:grpSp>
        <p:sp>
          <p:nvSpPr>
            <p:cNvPr id="146470" name="Line 75"/>
            <p:cNvSpPr/>
            <p:nvPr/>
          </p:nvSpPr>
          <p:spPr>
            <a:xfrm>
              <a:off x="3451" y="4058"/>
              <a:ext cx="157" cy="1"/>
            </a:xfrm>
            <a:prstGeom prst="line">
              <a:avLst/>
            </a:prstGeom>
            <a:ln w="28575" cap="flat" cmpd="sng">
              <a:solidFill>
                <a:srgbClr val="000000"/>
              </a:solidFill>
              <a:prstDash val="solid"/>
              <a:headEnd type="none" w="sm" len="sm"/>
              <a:tailEnd type="arrow" w="sm" len="sm"/>
            </a:ln>
          </p:spPr>
        </p:sp>
        <p:sp>
          <p:nvSpPr>
            <p:cNvPr id="146471" name="Line 76"/>
            <p:cNvSpPr/>
            <p:nvPr/>
          </p:nvSpPr>
          <p:spPr>
            <a:xfrm flipH="1">
              <a:off x="3451" y="3248"/>
              <a:ext cx="5" cy="814"/>
            </a:xfrm>
            <a:prstGeom prst="line">
              <a:avLst/>
            </a:prstGeom>
            <a:ln w="28575" cap="flat" cmpd="sng">
              <a:solidFill>
                <a:srgbClr val="000000"/>
              </a:solidFill>
              <a:prstDash val="solid"/>
              <a:headEnd type="none" w="sm" len="sm"/>
              <a:tailEnd type="none" w="sm" len="sm"/>
            </a:ln>
          </p:spPr>
        </p:sp>
        <p:sp>
          <p:nvSpPr>
            <p:cNvPr id="146472" name="Line 77"/>
            <p:cNvSpPr/>
            <p:nvPr/>
          </p:nvSpPr>
          <p:spPr>
            <a:xfrm>
              <a:off x="2973" y="2837"/>
              <a:ext cx="635" cy="1"/>
            </a:xfrm>
            <a:prstGeom prst="line">
              <a:avLst/>
            </a:prstGeom>
            <a:ln w="28575" cap="flat" cmpd="sng">
              <a:solidFill>
                <a:srgbClr val="000000"/>
              </a:solidFill>
              <a:prstDash val="solid"/>
              <a:headEnd type="none" w="sm" len="sm"/>
              <a:tailEnd type="arrow" w="sm" len="sm"/>
            </a:ln>
          </p:spPr>
        </p:sp>
        <p:sp>
          <p:nvSpPr>
            <p:cNvPr id="146473" name="Line 78"/>
            <p:cNvSpPr/>
            <p:nvPr/>
          </p:nvSpPr>
          <p:spPr>
            <a:xfrm>
              <a:off x="1790" y="3637"/>
              <a:ext cx="1818" cy="1"/>
            </a:xfrm>
            <a:prstGeom prst="line">
              <a:avLst/>
            </a:prstGeom>
            <a:ln w="28575" cap="flat" cmpd="sng">
              <a:solidFill>
                <a:srgbClr val="000000"/>
              </a:solidFill>
              <a:prstDash val="solid"/>
              <a:headEnd type="none" w="sm" len="sm"/>
              <a:tailEnd type="arrow" w="sm" len="sm"/>
            </a:ln>
          </p:spPr>
        </p:sp>
        <p:sp>
          <p:nvSpPr>
            <p:cNvPr id="146474" name="Line 79"/>
            <p:cNvSpPr/>
            <p:nvPr/>
          </p:nvSpPr>
          <p:spPr>
            <a:xfrm>
              <a:off x="3448" y="3248"/>
              <a:ext cx="1" cy="0"/>
            </a:xfrm>
            <a:prstGeom prst="line">
              <a:avLst/>
            </a:prstGeom>
            <a:ln w="28575" cap="flat" cmpd="sng">
              <a:solidFill>
                <a:srgbClr val="000000"/>
              </a:solidFill>
              <a:prstDash val="solid"/>
              <a:headEnd type="none" w="sm" len="sm"/>
              <a:tailEnd type="none" w="sm" len="sm"/>
            </a:ln>
          </p:spPr>
        </p:sp>
        <p:sp>
          <p:nvSpPr>
            <p:cNvPr id="146475" name="Line 80"/>
            <p:cNvSpPr/>
            <p:nvPr/>
          </p:nvSpPr>
          <p:spPr>
            <a:xfrm>
              <a:off x="2966" y="3641"/>
              <a:ext cx="1" cy="1"/>
            </a:xfrm>
            <a:prstGeom prst="line">
              <a:avLst/>
            </a:prstGeom>
            <a:ln w="28575" cap="flat" cmpd="sng">
              <a:solidFill>
                <a:srgbClr val="000000"/>
              </a:solidFill>
              <a:prstDash val="solid"/>
              <a:headEnd type="none" w="sm" len="sm"/>
              <a:tailEnd type="none" w="sm" len="sm"/>
            </a:ln>
          </p:spPr>
        </p:sp>
        <p:grpSp>
          <p:nvGrpSpPr>
            <p:cNvPr id="146476" name="Group 81"/>
            <p:cNvGrpSpPr/>
            <p:nvPr/>
          </p:nvGrpSpPr>
          <p:grpSpPr>
            <a:xfrm>
              <a:off x="2724" y="2990"/>
              <a:ext cx="416" cy="113"/>
              <a:chOff x="0" y="0"/>
              <a:chExt cx="20003" cy="20000"/>
            </a:xfrm>
          </p:grpSpPr>
          <p:sp>
            <p:nvSpPr>
              <p:cNvPr id="146528" name="Line 82"/>
              <p:cNvSpPr/>
              <p:nvPr/>
            </p:nvSpPr>
            <p:spPr>
              <a:xfrm flipH="1">
                <a:off x="0" y="0"/>
                <a:ext cx="3696" cy="9935"/>
              </a:xfrm>
              <a:prstGeom prst="line">
                <a:avLst/>
              </a:prstGeom>
              <a:ln w="28575" cap="flat" cmpd="sng">
                <a:solidFill>
                  <a:srgbClr val="000000"/>
                </a:solidFill>
                <a:prstDash val="solid"/>
                <a:headEnd type="none" w="sm" len="sm"/>
                <a:tailEnd type="none" w="sm" len="sm"/>
              </a:ln>
            </p:spPr>
          </p:sp>
          <p:sp>
            <p:nvSpPr>
              <p:cNvPr id="146529" name="Line 83"/>
              <p:cNvSpPr/>
              <p:nvPr/>
            </p:nvSpPr>
            <p:spPr>
              <a:xfrm>
                <a:off x="0" y="10065"/>
                <a:ext cx="3696" cy="9935"/>
              </a:xfrm>
              <a:prstGeom prst="line">
                <a:avLst/>
              </a:prstGeom>
              <a:ln w="28575" cap="flat" cmpd="sng">
                <a:solidFill>
                  <a:srgbClr val="000000"/>
                </a:solidFill>
                <a:prstDash val="solid"/>
                <a:headEnd type="none" w="sm" len="sm"/>
                <a:tailEnd type="none" w="sm" len="sm"/>
              </a:ln>
            </p:spPr>
          </p:sp>
          <p:sp>
            <p:nvSpPr>
              <p:cNvPr id="146530" name="Line 84"/>
              <p:cNvSpPr/>
              <p:nvPr/>
            </p:nvSpPr>
            <p:spPr>
              <a:xfrm>
                <a:off x="1744" y="6091"/>
                <a:ext cx="18259" cy="163"/>
              </a:xfrm>
              <a:prstGeom prst="line">
                <a:avLst/>
              </a:prstGeom>
              <a:ln w="28575" cap="flat" cmpd="sng">
                <a:solidFill>
                  <a:srgbClr val="000000"/>
                </a:solidFill>
                <a:prstDash val="solid"/>
                <a:headEnd type="none" w="sm" len="sm"/>
                <a:tailEnd type="none" w="sm" len="sm"/>
              </a:ln>
            </p:spPr>
          </p:sp>
          <p:sp>
            <p:nvSpPr>
              <p:cNvPr id="146531" name="Line 85"/>
              <p:cNvSpPr/>
              <p:nvPr/>
            </p:nvSpPr>
            <p:spPr>
              <a:xfrm>
                <a:off x="1744" y="14723"/>
                <a:ext cx="18259" cy="163"/>
              </a:xfrm>
              <a:prstGeom prst="line">
                <a:avLst/>
              </a:prstGeom>
              <a:ln w="28575" cap="flat" cmpd="sng">
                <a:solidFill>
                  <a:srgbClr val="000000"/>
                </a:solidFill>
                <a:prstDash val="solid"/>
                <a:headEnd type="none" w="sm" len="sm"/>
                <a:tailEnd type="none" w="sm" len="sm"/>
              </a:ln>
            </p:spPr>
          </p:sp>
        </p:grpSp>
        <p:sp>
          <p:nvSpPr>
            <p:cNvPr id="146477" name="Line 86"/>
            <p:cNvSpPr/>
            <p:nvPr/>
          </p:nvSpPr>
          <p:spPr>
            <a:xfrm>
              <a:off x="2966" y="2841"/>
              <a:ext cx="1" cy="1"/>
            </a:xfrm>
            <a:prstGeom prst="line">
              <a:avLst/>
            </a:prstGeom>
            <a:ln w="28575" cap="flat" cmpd="sng">
              <a:solidFill>
                <a:srgbClr val="000000"/>
              </a:solidFill>
              <a:prstDash val="solid"/>
              <a:headEnd type="none" w="sm" len="sm"/>
              <a:tailEnd type="none" w="sm" len="sm"/>
            </a:ln>
          </p:spPr>
        </p:sp>
        <p:sp>
          <p:nvSpPr>
            <p:cNvPr id="146478" name="Rectangle 87"/>
            <p:cNvSpPr/>
            <p:nvPr/>
          </p:nvSpPr>
          <p:spPr>
            <a:xfrm>
              <a:off x="1054" y="2905"/>
              <a:ext cx="737" cy="1252"/>
            </a:xfrm>
            <a:prstGeom prst="rect">
              <a:avLst/>
            </a:prstGeom>
            <a:noFill/>
            <a:ln w="28575" cap="flat" cmpd="sng">
              <a:solidFill>
                <a:srgbClr val="000000"/>
              </a:solidFill>
              <a:prstDash val="solid"/>
              <a:miter/>
              <a:headEnd type="none" w="med" len="med"/>
              <a:tailEnd type="none" w="med" len="med"/>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ts val="1600"/>
                </a:spcBef>
                <a:spcAft>
                  <a:spcPct val="0"/>
                </a:spcAft>
                <a:buClrTx/>
                <a:buSzTx/>
                <a:buNone/>
              </a:pPr>
              <a:endParaRPr lang="en-US" altLang="zh-CN" sz="2000" dirty="0">
                <a:solidFill>
                  <a:schemeClr val="tx1"/>
                </a:solidFill>
                <a:latin typeface="Times New Roman" panose="02020603050405020304" pitchFamily="18" charset="0"/>
                <a:ea typeface="宋体" panose="02010600030101010101" pitchFamily="2" charset="-122"/>
              </a:endParaRPr>
            </a:p>
            <a:p>
              <a:pPr marL="0" lvl="0" indent="0">
                <a:lnSpc>
                  <a:spcPct val="100000"/>
                </a:lnSpc>
                <a:spcBef>
                  <a:spcPts val="1600"/>
                </a:spcBef>
                <a:spcAft>
                  <a:spcPct val="0"/>
                </a:spcAft>
                <a:buClrTx/>
                <a:buSzTx/>
                <a:buNone/>
              </a:pPr>
              <a:r>
                <a:rPr lang="zh-CN" altLang="en-US" sz="2000" dirty="0">
                  <a:solidFill>
                    <a:schemeClr val="tx1"/>
                  </a:solidFill>
                  <a:latin typeface="Times New Roman" panose="02020603050405020304" pitchFamily="18" charset="0"/>
                  <a:ea typeface="宋体" panose="02010600030101010101" pitchFamily="2" charset="-122"/>
                </a:rPr>
                <a:t>读写</a:t>
              </a:r>
              <a:endParaRPr lang="zh-CN" altLang="en-US" sz="2000" dirty="0">
                <a:solidFill>
                  <a:schemeClr val="tx1"/>
                </a:solidFill>
                <a:latin typeface="Times New Roman" panose="02020603050405020304" pitchFamily="18" charset="0"/>
                <a:ea typeface="宋体" panose="02010600030101010101" pitchFamily="2" charset="-122"/>
              </a:endParaRPr>
            </a:p>
            <a:p>
              <a:pPr marL="0" lvl="0" indent="0">
                <a:lnSpc>
                  <a:spcPct val="100000"/>
                </a:lnSpc>
                <a:spcBef>
                  <a:spcPct val="0"/>
                </a:spcBef>
                <a:spcAft>
                  <a:spcPct val="0"/>
                </a:spcAft>
                <a:buClrTx/>
                <a:buSzTx/>
                <a:buNone/>
              </a:pPr>
              <a:r>
                <a:rPr lang="zh-CN" altLang="en-US" sz="2000" dirty="0">
                  <a:solidFill>
                    <a:schemeClr val="tx1"/>
                  </a:solidFill>
                  <a:latin typeface="Times New Roman" panose="02020603050405020304" pitchFamily="18" charset="0"/>
                  <a:ea typeface="宋体" panose="02010600030101010101" pitchFamily="2" charset="-122"/>
                </a:rPr>
                <a:t>控制</a:t>
              </a:r>
              <a:endParaRPr lang="zh-CN" altLang="en-US" sz="2000" dirty="0">
                <a:solidFill>
                  <a:schemeClr val="tx1"/>
                </a:solidFill>
                <a:latin typeface="Times New Roman" panose="02020603050405020304" pitchFamily="18" charset="0"/>
                <a:ea typeface="宋体" panose="02010600030101010101" pitchFamily="2" charset="-122"/>
              </a:endParaRPr>
            </a:p>
            <a:p>
              <a:pPr marL="0" lvl="0" indent="0">
                <a:lnSpc>
                  <a:spcPct val="100000"/>
                </a:lnSpc>
                <a:spcBef>
                  <a:spcPct val="0"/>
                </a:spcBef>
                <a:spcAft>
                  <a:spcPct val="0"/>
                </a:spcAft>
                <a:buClrTx/>
                <a:buSzTx/>
                <a:buNone/>
              </a:pPr>
              <a:r>
                <a:rPr lang="zh-CN" altLang="en-US" sz="2000" dirty="0">
                  <a:solidFill>
                    <a:schemeClr val="tx1"/>
                  </a:solidFill>
                  <a:latin typeface="Times New Roman" panose="02020603050405020304" pitchFamily="18" charset="0"/>
                  <a:ea typeface="宋体" panose="02010600030101010101" pitchFamily="2" charset="-122"/>
                </a:rPr>
                <a:t>逻辑</a:t>
              </a:r>
              <a:endParaRPr lang="zh-CN" altLang="en-US" sz="2000" dirty="0">
                <a:solidFill>
                  <a:schemeClr val="tx1"/>
                </a:solidFill>
                <a:latin typeface="Times New Roman" panose="02020603050405020304" pitchFamily="18" charset="0"/>
                <a:ea typeface="宋体" panose="02010600030101010101" pitchFamily="2" charset="-122"/>
              </a:endParaRPr>
            </a:p>
          </p:txBody>
        </p:sp>
        <p:sp>
          <p:nvSpPr>
            <p:cNvPr id="146479" name="Line 89"/>
            <p:cNvSpPr/>
            <p:nvPr/>
          </p:nvSpPr>
          <p:spPr>
            <a:xfrm>
              <a:off x="805" y="2999"/>
              <a:ext cx="250" cy="1"/>
            </a:xfrm>
            <a:prstGeom prst="line">
              <a:avLst/>
            </a:prstGeom>
            <a:ln w="28575" cap="flat" cmpd="sng">
              <a:solidFill>
                <a:srgbClr val="000000"/>
              </a:solidFill>
              <a:prstDash val="solid"/>
              <a:headEnd type="none" w="sm" len="sm"/>
              <a:tailEnd type="none" w="sm" len="sm"/>
            </a:ln>
          </p:spPr>
        </p:sp>
        <p:sp>
          <p:nvSpPr>
            <p:cNvPr id="146480" name="Line 90"/>
            <p:cNvSpPr/>
            <p:nvPr/>
          </p:nvSpPr>
          <p:spPr>
            <a:xfrm>
              <a:off x="805" y="3429"/>
              <a:ext cx="250" cy="1"/>
            </a:xfrm>
            <a:prstGeom prst="line">
              <a:avLst/>
            </a:prstGeom>
            <a:ln w="28575" cap="flat" cmpd="sng">
              <a:solidFill>
                <a:srgbClr val="000000"/>
              </a:solidFill>
              <a:prstDash val="solid"/>
              <a:headEnd type="none" w="sm" len="sm"/>
              <a:tailEnd type="none" w="sm" len="sm"/>
            </a:ln>
          </p:spPr>
        </p:sp>
        <p:sp>
          <p:nvSpPr>
            <p:cNvPr id="146481" name="Line 91"/>
            <p:cNvSpPr/>
            <p:nvPr/>
          </p:nvSpPr>
          <p:spPr>
            <a:xfrm>
              <a:off x="805" y="3644"/>
              <a:ext cx="250" cy="1"/>
            </a:xfrm>
            <a:prstGeom prst="line">
              <a:avLst/>
            </a:prstGeom>
            <a:ln w="28575" cap="flat" cmpd="sng">
              <a:solidFill>
                <a:srgbClr val="000000"/>
              </a:solidFill>
              <a:prstDash val="solid"/>
              <a:headEnd type="none" w="sm" len="sm"/>
              <a:tailEnd type="none" w="sm" len="sm"/>
            </a:ln>
          </p:spPr>
        </p:sp>
        <p:sp>
          <p:nvSpPr>
            <p:cNvPr id="146482" name="Line 92"/>
            <p:cNvSpPr/>
            <p:nvPr/>
          </p:nvSpPr>
          <p:spPr>
            <a:xfrm>
              <a:off x="805" y="3871"/>
              <a:ext cx="250" cy="1"/>
            </a:xfrm>
            <a:prstGeom prst="line">
              <a:avLst/>
            </a:prstGeom>
            <a:ln w="28575" cap="flat" cmpd="sng">
              <a:solidFill>
                <a:srgbClr val="000000"/>
              </a:solidFill>
              <a:prstDash val="solid"/>
              <a:headEnd type="none" w="sm" len="sm"/>
              <a:tailEnd type="none" w="sm" len="sm"/>
            </a:ln>
          </p:spPr>
        </p:sp>
        <p:sp>
          <p:nvSpPr>
            <p:cNvPr id="146483" name="Line 93"/>
            <p:cNvSpPr/>
            <p:nvPr/>
          </p:nvSpPr>
          <p:spPr>
            <a:xfrm>
              <a:off x="1790" y="3085"/>
              <a:ext cx="297" cy="6"/>
            </a:xfrm>
            <a:prstGeom prst="line">
              <a:avLst/>
            </a:prstGeom>
            <a:ln w="28575" cap="flat" cmpd="sng">
              <a:solidFill>
                <a:srgbClr val="000000"/>
              </a:solidFill>
              <a:prstDash val="solid"/>
              <a:headEnd type="none" w="sm" len="sm"/>
              <a:tailEnd type="arrow" w="sm" len="sm"/>
            </a:ln>
          </p:spPr>
        </p:sp>
        <p:sp>
          <p:nvSpPr>
            <p:cNvPr id="146484" name="Line 94"/>
            <p:cNvSpPr/>
            <p:nvPr/>
          </p:nvSpPr>
          <p:spPr>
            <a:xfrm>
              <a:off x="805" y="4075"/>
              <a:ext cx="250" cy="1"/>
            </a:xfrm>
            <a:prstGeom prst="line">
              <a:avLst/>
            </a:prstGeom>
            <a:ln w="28575" cap="flat" cmpd="sng">
              <a:solidFill>
                <a:srgbClr val="000000"/>
              </a:solidFill>
              <a:prstDash val="solid"/>
              <a:headEnd type="none" w="sm" len="sm"/>
              <a:tailEnd type="none" w="sm" len="sm"/>
            </a:ln>
          </p:spPr>
        </p:sp>
        <p:sp>
          <p:nvSpPr>
            <p:cNvPr id="146485" name="Line 95"/>
            <p:cNvSpPr/>
            <p:nvPr/>
          </p:nvSpPr>
          <p:spPr>
            <a:xfrm>
              <a:off x="1946" y="1335"/>
              <a:ext cx="125" cy="4"/>
            </a:xfrm>
            <a:prstGeom prst="line">
              <a:avLst/>
            </a:prstGeom>
            <a:ln w="28575" cap="flat" cmpd="sng">
              <a:solidFill>
                <a:srgbClr val="000000"/>
              </a:solidFill>
              <a:prstDash val="solid"/>
              <a:headEnd type="none" w="sm" len="sm"/>
              <a:tailEnd type="arrow" w="sm" len="sm"/>
            </a:ln>
          </p:spPr>
        </p:sp>
        <p:sp>
          <p:nvSpPr>
            <p:cNvPr id="146486" name="Line 96"/>
            <p:cNvSpPr/>
            <p:nvPr/>
          </p:nvSpPr>
          <p:spPr>
            <a:xfrm flipV="1">
              <a:off x="1416" y="2637"/>
              <a:ext cx="1" cy="272"/>
            </a:xfrm>
            <a:prstGeom prst="line">
              <a:avLst/>
            </a:prstGeom>
            <a:ln w="28575" cap="flat" cmpd="sng">
              <a:solidFill>
                <a:srgbClr val="000000"/>
              </a:solidFill>
              <a:prstDash val="solid"/>
              <a:headEnd type="none" w="sm" len="sm"/>
              <a:tailEnd type="arrow" w="sm" len="sm"/>
            </a:ln>
          </p:spPr>
        </p:sp>
        <p:sp>
          <p:nvSpPr>
            <p:cNvPr id="146487" name="Line 97"/>
            <p:cNvSpPr/>
            <p:nvPr/>
          </p:nvSpPr>
          <p:spPr>
            <a:xfrm>
              <a:off x="1938" y="3085"/>
              <a:ext cx="1" cy="1"/>
            </a:xfrm>
            <a:prstGeom prst="line">
              <a:avLst/>
            </a:prstGeom>
            <a:ln w="28575" cap="flat" cmpd="sng">
              <a:solidFill>
                <a:srgbClr val="000000"/>
              </a:solidFill>
              <a:prstDash val="solid"/>
              <a:headEnd type="none" w="sm" len="sm"/>
              <a:tailEnd type="none" w="sm" len="sm"/>
            </a:ln>
          </p:spPr>
        </p:sp>
        <p:grpSp>
          <p:nvGrpSpPr>
            <p:cNvPr id="146488" name="Group 98"/>
            <p:cNvGrpSpPr/>
            <p:nvPr/>
          </p:nvGrpSpPr>
          <p:grpSpPr>
            <a:xfrm>
              <a:off x="4463" y="1173"/>
              <a:ext cx="251" cy="124"/>
              <a:chOff x="2" y="0"/>
              <a:chExt cx="19998" cy="19999"/>
            </a:xfrm>
          </p:grpSpPr>
          <p:sp>
            <p:nvSpPr>
              <p:cNvPr id="146522" name="Line 99"/>
              <p:cNvSpPr/>
              <p:nvPr/>
            </p:nvSpPr>
            <p:spPr>
              <a:xfrm>
                <a:off x="16537" y="0"/>
                <a:ext cx="3463" cy="10089"/>
              </a:xfrm>
              <a:prstGeom prst="line">
                <a:avLst/>
              </a:prstGeom>
              <a:ln w="28575" cap="flat" cmpd="sng">
                <a:solidFill>
                  <a:srgbClr val="000000"/>
                </a:solidFill>
                <a:prstDash val="solid"/>
                <a:headEnd type="none" w="sm" len="sm"/>
                <a:tailEnd type="none" w="sm" len="sm"/>
              </a:ln>
            </p:spPr>
          </p:sp>
          <p:sp>
            <p:nvSpPr>
              <p:cNvPr id="146523" name="Line 100"/>
              <p:cNvSpPr/>
              <p:nvPr/>
            </p:nvSpPr>
            <p:spPr>
              <a:xfrm flipH="1">
                <a:off x="16537" y="9940"/>
                <a:ext cx="3463" cy="10059"/>
              </a:xfrm>
              <a:prstGeom prst="line">
                <a:avLst/>
              </a:prstGeom>
              <a:ln w="28575" cap="flat" cmpd="sng">
                <a:solidFill>
                  <a:srgbClr val="000000"/>
                </a:solidFill>
                <a:prstDash val="solid"/>
                <a:headEnd type="none" w="sm" len="sm"/>
                <a:tailEnd type="none" w="sm" len="sm"/>
              </a:ln>
            </p:spPr>
          </p:sp>
          <p:sp>
            <p:nvSpPr>
              <p:cNvPr id="146524" name="Line 101"/>
              <p:cNvSpPr/>
              <p:nvPr/>
            </p:nvSpPr>
            <p:spPr>
              <a:xfrm flipH="1">
                <a:off x="2" y="0"/>
                <a:ext cx="3463" cy="10089"/>
              </a:xfrm>
              <a:prstGeom prst="line">
                <a:avLst/>
              </a:prstGeom>
              <a:ln w="28575" cap="flat" cmpd="sng">
                <a:solidFill>
                  <a:srgbClr val="000000"/>
                </a:solidFill>
                <a:prstDash val="solid"/>
                <a:headEnd type="none" w="sm" len="sm"/>
                <a:tailEnd type="none" w="sm" len="sm"/>
              </a:ln>
            </p:spPr>
          </p:sp>
          <p:sp>
            <p:nvSpPr>
              <p:cNvPr id="146525" name="Line 102"/>
              <p:cNvSpPr/>
              <p:nvPr/>
            </p:nvSpPr>
            <p:spPr>
              <a:xfrm>
                <a:off x="2" y="9940"/>
                <a:ext cx="3463" cy="10059"/>
              </a:xfrm>
              <a:prstGeom prst="line">
                <a:avLst/>
              </a:prstGeom>
              <a:ln w="28575" cap="flat" cmpd="sng">
                <a:solidFill>
                  <a:srgbClr val="000000"/>
                </a:solidFill>
                <a:prstDash val="solid"/>
                <a:headEnd type="none" w="sm" len="sm"/>
                <a:tailEnd type="none" w="sm" len="sm"/>
              </a:ln>
            </p:spPr>
          </p:sp>
          <p:sp>
            <p:nvSpPr>
              <p:cNvPr id="146526" name="Line 103"/>
              <p:cNvSpPr/>
              <p:nvPr/>
            </p:nvSpPr>
            <p:spPr>
              <a:xfrm>
                <a:off x="1584" y="5982"/>
                <a:ext cx="16765" cy="149"/>
              </a:xfrm>
              <a:prstGeom prst="line">
                <a:avLst/>
              </a:prstGeom>
              <a:ln w="28575" cap="flat" cmpd="sng">
                <a:solidFill>
                  <a:srgbClr val="000000"/>
                </a:solidFill>
                <a:prstDash val="solid"/>
                <a:headEnd type="none" w="sm" len="sm"/>
                <a:tailEnd type="none" w="sm" len="sm"/>
              </a:ln>
            </p:spPr>
          </p:sp>
          <p:sp>
            <p:nvSpPr>
              <p:cNvPr id="146527" name="Line 104"/>
              <p:cNvSpPr/>
              <p:nvPr/>
            </p:nvSpPr>
            <p:spPr>
              <a:xfrm>
                <a:off x="1584" y="14612"/>
                <a:ext cx="16765" cy="149"/>
              </a:xfrm>
              <a:prstGeom prst="line">
                <a:avLst/>
              </a:prstGeom>
              <a:ln w="28575" cap="flat" cmpd="sng">
                <a:solidFill>
                  <a:srgbClr val="000000"/>
                </a:solidFill>
                <a:prstDash val="solid"/>
                <a:headEnd type="none" w="sm" len="sm"/>
                <a:tailEnd type="none" w="sm" len="sm"/>
              </a:ln>
            </p:spPr>
          </p:sp>
        </p:grpSp>
        <p:sp>
          <p:nvSpPr>
            <p:cNvPr id="146489" name="Rectangle 105"/>
            <p:cNvSpPr/>
            <p:nvPr/>
          </p:nvSpPr>
          <p:spPr>
            <a:xfrm>
              <a:off x="4763" y="3732"/>
              <a:ext cx="981" cy="245"/>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dirty="0">
                  <a:solidFill>
                    <a:schemeClr val="folHlink"/>
                  </a:solidFill>
                  <a:latin typeface="Times New Roman" panose="02020603050405020304" pitchFamily="18" charset="0"/>
                  <a:ea typeface="宋体" panose="02010600030101010101" pitchFamily="2" charset="-122"/>
                </a:rPr>
                <a:t>PC</a:t>
              </a:r>
              <a:r>
                <a:rPr lang="en-US" altLang="zh-CN" sz="2000" baseline="-25000" dirty="0">
                  <a:solidFill>
                    <a:schemeClr val="folHlink"/>
                  </a:solidFill>
                  <a:latin typeface="Times New Roman" panose="02020603050405020304" pitchFamily="18" charset="0"/>
                  <a:ea typeface="宋体" panose="02010600030101010101" pitchFamily="2" charset="-122"/>
                </a:rPr>
                <a:t>0</a:t>
              </a:r>
              <a:r>
                <a:rPr lang="zh-CN" altLang="en-US" sz="2000" dirty="0">
                  <a:solidFill>
                    <a:schemeClr val="folHlink"/>
                  </a:solidFill>
                  <a:latin typeface="Times New Roman" panose="02020603050405020304" pitchFamily="18" charset="0"/>
                  <a:ea typeface="宋体" panose="02010600030101010101" pitchFamily="2" charset="-122"/>
                </a:rPr>
                <a:t>～</a:t>
              </a:r>
              <a:r>
                <a:rPr lang="en-US" altLang="zh-CN" sz="2000" dirty="0">
                  <a:solidFill>
                    <a:schemeClr val="folHlink"/>
                  </a:solidFill>
                  <a:latin typeface="Times New Roman" panose="02020603050405020304" pitchFamily="18" charset="0"/>
                  <a:ea typeface="宋体" panose="02010600030101010101" pitchFamily="2" charset="-122"/>
                </a:rPr>
                <a:t>PC</a:t>
              </a:r>
              <a:r>
                <a:rPr lang="en-US" altLang="zh-CN" sz="2000" baseline="-25000" dirty="0">
                  <a:solidFill>
                    <a:schemeClr val="folHlink"/>
                  </a:solidFill>
                  <a:latin typeface="Times New Roman" panose="02020603050405020304" pitchFamily="18" charset="0"/>
                  <a:ea typeface="宋体" panose="02010600030101010101" pitchFamily="2" charset="-122"/>
                </a:rPr>
                <a:t>3</a:t>
              </a:r>
              <a:endParaRPr lang="en-US" altLang="zh-CN" sz="2000" dirty="0">
                <a:solidFill>
                  <a:schemeClr val="folHlink"/>
                </a:solidFill>
                <a:latin typeface="Times New Roman" panose="02020603050405020304" pitchFamily="18" charset="0"/>
                <a:ea typeface="宋体" panose="02010600030101010101" pitchFamily="2" charset="-122"/>
              </a:endParaRPr>
            </a:p>
          </p:txBody>
        </p:sp>
        <p:sp>
          <p:nvSpPr>
            <p:cNvPr id="146490" name="Rectangle 106"/>
            <p:cNvSpPr/>
            <p:nvPr/>
          </p:nvSpPr>
          <p:spPr>
            <a:xfrm>
              <a:off x="4778" y="2932"/>
              <a:ext cx="982" cy="245"/>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dirty="0">
                  <a:solidFill>
                    <a:schemeClr val="folHlink"/>
                  </a:solidFill>
                  <a:latin typeface="Times New Roman" panose="02020603050405020304" pitchFamily="18" charset="0"/>
                  <a:ea typeface="宋体" panose="02010600030101010101" pitchFamily="2" charset="-122"/>
                </a:rPr>
                <a:t>PB</a:t>
              </a:r>
              <a:r>
                <a:rPr lang="en-US" altLang="zh-CN" sz="2000" baseline="-25000" dirty="0">
                  <a:solidFill>
                    <a:schemeClr val="folHlink"/>
                  </a:solidFill>
                  <a:latin typeface="Times New Roman" panose="02020603050405020304" pitchFamily="18" charset="0"/>
                  <a:ea typeface="宋体" panose="02010600030101010101" pitchFamily="2" charset="-122"/>
                </a:rPr>
                <a:t>0</a:t>
              </a:r>
              <a:r>
                <a:rPr lang="zh-CN" altLang="en-US" sz="2000" dirty="0">
                  <a:solidFill>
                    <a:schemeClr val="folHlink"/>
                  </a:solidFill>
                  <a:latin typeface="Times New Roman" panose="02020603050405020304" pitchFamily="18" charset="0"/>
                  <a:ea typeface="宋体" panose="02010600030101010101" pitchFamily="2" charset="-122"/>
                </a:rPr>
                <a:t>～</a:t>
              </a:r>
              <a:r>
                <a:rPr lang="en-US" altLang="zh-CN" sz="2000" dirty="0">
                  <a:solidFill>
                    <a:schemeClr val="folHlink"/>
                  </a:solidFill>
                  <a:latin typeface="Times New Roman" panose="02020603050405020304" pitchFamily="18" charset="0"/>
                  <a:ea typeface="宋体" panose="02010600030101010101" pitchFamily="2" charset="-122"/>
                </a:rPr>
                <a:t>PB</a:t>
              </a:r>
              <a:r>
                <a:rPr lang="en-US" altLang="zh-CN" sz="2000" baseline="-25000" dirty="0">
                  <a:solidFill>
                    <a:schemeClr val="folHlink"/>
                  </a:solidFill>
                  <a:latin typeface="Times New Roman" panose="02020603050405020304" pitchFamily="18" charset="0"/>
                  <a:ea typeface="宋体" panose="02010600030101010101" pitchFamily="2" charset="-122"/>
                </a:rPr>
                <a:t>7</a:t>
              </a:r>
              <a:endParaRPr lang="en-US" altLang="zh-CN" sz="2000" dirty="0">
                <a:solidFill>
                  <a:schemeClr val="folHlink"/>
                </a:solidFill>
                <a:latin typeface="Times New Roman" panose="02020603050405020304" pitchFamily="18" charset="0"/>
                <a:ea typeface="宋体" panose="02010600030101010101" pitchFamily="2" charset="-122"/>
              </a:endParaRPr>
            </a:p>
          </p:txBody>
        </p:sp>
        <p:sp>
          <p:nvSpPr>
            <p:cNvPr id="146491" name="Rectangle 107"/>
            <p:cNvSpPr/>
            <p:nvPr/>
          </p:nvSpPr>
          <p:spPr>
            <a:xfrm>
              <a:off x="4763" y="1955"/>
              <a:ext cx="981" cy="245"/>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dirty="0">
                  <a:solidFill>
                    <a:schemeClr val="folHlink"/>
                  </a:solidFill>
                  <a:latin typeface="Times New Roman" panose="02020603050405020304" pitchFamily="18" charset="0"/>
                  <a:ea typeface="宋体" panose="02010600030101010101" pitchFamily="2" charset="-122"/>
                </a:rPr>
                <a:t>PC</a:t>
              </a:r>
              <a:r>
                <a:rPr lang="en-US" altLang="zh-CN" sz="2000" baseline="-25000" dirty="0">
                  <a:solidFill>
                    <a:schemeClr val="folHlink"/>
                  </a:solidFill>
                  <a:latin typeface="Times New Roman" panose="02020603050405020304" pitchFamily="18" charset="0"/>
                  <a:ea typeface="宋体" panose="02010600030101010101" pitchFamily="2" charset="-122"/>
                </a:rPr>
                <a:t>4</a:t>
              </a:r>
              <a:r>
                <a:rPr lang="zh-CN" altLang="en-US" sz="2000" dirty="0">
                  <a:solidFill>
                    <a:schemeClr val="folHlink"/>
                  </a:solidFill>
                  <a:latin typeface="Times New Roman" panose="02020603050405020304" pitchFamily="18" charset="0"/>
                  <a:ea typeface="宋体" panose="02010600030101010101" pitchFamily="2" charset="-122"/>
                </a:rPr>
                <a:t>～</a:t>
              </a:r>
              <a:r>
                <a:rPr lang="en-US" altLang="zh-CN" sz="2000" dirty="0">
                  <a:solidFill>
                    <a:schemeClr val="folHlink"/>
                  </a:solidFill>
                  <a:latin typeface="Times New Roman" panose="02020603050405020304" pitchFamily="18" charset="0"/>
                  <a:ea typeface="宋体" panose="02010600030101010101" pitchFamily="2" charset="-122"/>
                </a:rPr>
                <a:t>PC</a:t>
              </a:r>
              <a:r>
                <a:rPr lang="en-US" altLang="zh-CN" sz="2000" baseline="-25000" dirty="0">
                  <a:solidFill>
                    <a:schemeClr val="folHlink"/>
                  </a:solidFill>
                  <a:latin typeface="Times New Roman" panose="02020603050405020304" pitchFamily="18" charset="0"/>
                  <a:ea typeface="宋体" panose="02010600030101010101" pitchFamily="2" charset="-122"/>
                </a:rPr>
                <a:t>7</a:t>
              </a:r>
              <a:endParaRPr lang="en-US" altLang="zh-CN" sz="2000" dirty="0">
                <a:solidFill>
                  <a:schemeClr val="folHlink"/>
                </a:solidFill>
                <a:latin typeface="Times New Roman" panose="02020603050405020304" pitchFamily="18" charset="0"/>
                <a:ea typeface="宋体" panose="02010600030101010101" pitchFamily="2" charset="-122"/>
              </a:endParaRPr>
            </a:p>
          </p:txBody>
        </p:sp>
        <p:sp>
          <p:nvSpPr>
            <p:cNvPr id="146492" name="Rectangle 108"/>
            <p:cNvSpPr/>
            <p:nvPr/>
          </p:nvSpPr>
          <p:spPr>
            <a:xfrm>
              <a:off x="4778" y="1128"/>
              <a:ext cx="982" cy="245"/>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dirty="0">
                  <a:solidFill>
                    <a:schemeClr val="folHlink"/>
                  </a:solidFill>
                  <a:latin typeface="Times New Roman" panose="02020603050405020304" pitchFamily="18" charset="0"/>
                  <a:ea typeface="宋体" panose="02010600030101010101" pitchFamily="2" charset="-122"/>
                </a:rPr>
                <a:t>PA</a:t>
              </a:r>
              <a:r>
                <a:rPr lang="en-US" altLang="zh-CN" sz="2000" baseline="-25000" dirty="0">
                  <a:solidFill>
                    <a:schemeClr val="folHlink"/>
                  </a:solidFill>
                  <a:latin typeface="Times New Roman" panose="02020603050405020304" pitchFamily="18" charset="0"/>
                  <a:ea typeface="宋体" panose="02010600030101010101" pitchFamily="2" charset="-122"/>
                </a:rPr>
                <a:t>0</a:t>
              </a:r>
              <a:r>
                <a:rPr lang="zh-CN" altLang="en-US" sz="2000" dirty="0">
                  <a:solidFill>
                    <a:schemeClr val="folHlink"/>
                  </a:solidFill>
                  <a:latin typeface="Times New Roman" panose="02020603050405020304" pitchFamily="18" charset="0"/>
                  <a:ea typeface="宋体" panose="02010600030101010101" pitchFamily="2" charset="-122"/>
                </a:rPr>
                <a:t>～</a:t>
              </a:r>
              <a:r>
                <a:rPr lang="en-US" altLang="zh-CN" sz="2000" dirty="0">
                  <a:solidFill>
                    <a:schemeClr val="folHlink"/>
                  </a:solidFill>
                  <a:latin typeface="Times New Roman" panose="02020603050405020304" pitchFamily="18" charset="0"/>
                  <a:ea typeface="宋体" panose="02010600030101010101" pitchFamily="2" charset="-122"/>
                </a:rPr>
                <a:t>PA</a:t>
              </a:r>
              <a:r>
                <a:rPr lang="en-US" altLang="zh-CN" sz="2000" baseline="-25000" dirty="0">
                  <a:solidFill>
                    <a:schemeClr val="folHlink"/>
                  </a:solidFill>
                  <a:latin typeface="Times New Roman" panose="02020603050405020304" pitchFamily="18" charset="0"/>
                  <a:ea typeface="宋体" panose="02010600030101010101" pitchFamily="2" charset="-122"/>
                </a:rPr>
                <a:t>7</a:t>
              </a:r>
              <a:endParaRPr lang="en-US" altLang="zh-CN" sz="2000" dirty="0">
                <a:solidFill>
                  <a:schemeClr val="folHlink"/>
                </a:solidFill>
                <a:latin typeface="Times New Roman" panose="02020603050405020304" pitchFamily="18" charset="0"/>
                <a:ea typeface="宋体" panose="02010600030101010101" pitchFamily="2" charset="-122"/>
              </a:endParaRPr>
            </a:p>
          </p:txBody>
        </p:sp>
        <p:grpSp>
          <p:nvGrpSpPr>
            <p:cNvPr id="146493" name="Group 109"/>
            <p:cNvGrpSpPr/>
            <p:nvPr/>
          </p:nvGrpSpPr>
          <p:grpSpPr>
            <a:xfrm>
              <a:off x="4463" y="2001"/>
              <a:ext cx="251" cy="123"/>
              <a:chOff x="2" y="0"/>
              <a:chExt cx="19998" cy="19999"/>
            </a:xfrm>
          </p:grpSpPr>
          <p:sp>
            <p:nvSpPr>
              <p:cNvPr id="146516" name="Line 110"/>
              <p:cNvSpPr/>
              <p:nvPr/>
            </p:nvSpPr>
            <p:spPr>
              <a:xfrm>
                <a:off x="16537" y="0"/>
                <a:ext cx="3463" cy="10074"/>
              </a:xfrm>
              <a:prstGeom prst="line">
                <a:avLst/>
              </a:prstGeom>
              <a:ln w="28575" cap="flat" cmpd="sng">
                <a:solidFill>
                  <a:srgbClr val="000000"/>
                </a:solidFill>
                <a:prstDash val="solid"/>
                <a:headEnd type="none" w="sm" len="sm"/>
                <a:tailEnd type="none" w="sm" len="sm"/>
              </a:ln>
            </p:spPr>
          </p:sp>
          <p:sp>
            <p:nvSpPr>
              <p:cNvPr id="146517" name="Line 111"/>
              <p:cNvSpPr/>
              <p:nvPr/>
            </p:nvSpPr>
            <p:spPr>
              <a:xfrm flipH="1">
                <a:off x="16537" y="9925"/>
                <a:ext cx="3463" cy="10074"/>
              </a:xfrm>
              <a:prstGeom prst="line">
                <a:avLst/>
              </a:prstGeom>
              <a:ln w="28575" cap="flat" cmpd="sng">
                <a:solidFill>
                  <a:srgbClr val="000000"/>
                </a:solidFill>
                <a:prstDash val="solid"/>
                <a:headEnd type="none" w="sm" len="sm"/>
                <a:tailEnd type="none" w="sm" len="sm"/>
              </a:ln>
            </p:spPr>
          </p:sp>
          <p:sp>
            <p:nvSpPr>
              <p:cNvPr id="146518" name="Line 112"/>
              <p:cNvSpPr/>
              <p:nvPr/>
            </p:nvSpPr>
            <p:spPr>
              <a:xfrm flipH="1">
                <a:off x="2" y="0"/>
                <a:ext cx="3463" cy="10074"/>
              </a:xfrm>
              <a:prstGeom prst="line">
                <a:avLst/>
              </a:prstGeom>
              <a:ln w="28575" cap="flat" cmpd="sng">
                <a:solidFill>
                  <a:srgbClr val="000000"/>
                </a:solidFill>
                <a:prstDash val="solid"/>
                <a:headEnd type="none" w="sm" len="sm"/>
                <a:tailEnd type="none" w="sm" len="sm"/>
              </a:ln>
            </p:spPr>
          </p:sp>
          <p:sp>
            <p:nvSpPr>
              <p:cNvPr id="146519" name="Line 113"/>
              <p:cNvSpPr/>
              <p:nvPr/>
            </p:nvSpPr>
            <p:spPr>
              <a:xfrm>
                <a:off x="2" y="9925"/>
                <a:ext cx="3463" cy="10074"/>
              </a:xfrm>
              <a:prstGeom prst="line">
                <a:avLst/>
              </a:prstGeom>
              <a:ln w="28575" cap="flat" cmpd="sng">
                <a:solidFill>
                  <a:srgbClr val="000000"/>
                </a:solidFill>
                <a:prstDash val="solid"/>
                <a:headEnd type="none" w="sm" len="sm"/>
                <a:tailEnd type="none" w="sm" len="sm"/>
              </a:ln>
            </p:spPr>
          </p:sp>
          <p:sp>
            <p:nvSpPr>
              <p:cNvPr id="146520" name="Line 114"/>
              <p:cNvSpPr/>
              <p:nvPr/>
            </p:nvSpPr>
            <p:spPr>
              <a:xfrm>
                <a:off x="1584" y="5973"/>
                <a:ext cx="16765" cy="149"/>
              </a:xfrm>
              <a:prstGeom prst="line">
                <a:avLst/>
              </a:prstGeom>
              <a:ln w="28575" cap="flat" cmpd="sng">
                <a:solidFill>
                  <a:srgbClr val="000000"/>
                </a:solidFill>
                <a:prstDash val="solid"/>
                <a:headEnd type="none" w="sm" len="sm"/>
                <a:tailEnd type="none" w="sm" len="sm"/>
              </a:ln>
            </p:spPr>
          </p:sp>
          <p:sp>
            <p:nvSpPr>
              <p:cNvPr id="146521" name="Line 115"/>
              <p:cNvSpPr/>
              <p:nvPr/>
            </p:nvSpPr>
            <p:spPr>
              <a:xfrm>
                <a:off x="1584" y="14591"/>
                <a:ext cx="16765" cy="148"/>
              </a:xfrm>
              <a:prstGeom prst="line">
                <a:avLst/>
              </a:prstGeom>
              <a:ln w="28575" cap="flat" cmpd="sng">
                <a:solidFill>
                  <a:srgbClr val="000000"/>
                </a:solidFill>
                <a:prstDash val="solid"/>
                <a:headEnd type="none" w="sm" len="sm"/>
                <a:tailEnd type="none" w="sm" len="sm"/>
              </a:ln>
            </p:spPr>
          </p:sp>
        </p:grpSp>
        <p:grpSp>
          <p:nvGrpSpPr>
            <p:cNvPr id="146494" name="Group 116"/>
            <p:cNvGrpSpPr/>
            <p:nvPr/>
          </p:nvGrpSpPr>
          <p:grpSpPr>
            <a:xfrm>
              <a:off x="4463" y="2977"/>
              <a:ext cx="251" cy="124"/>
              <a:chOff x="2" y="0"/>
              <a:chExt cx="19998" cy="19999"/>
            </a:xfrm>
          </p:grpSpPr>
          <p:sp>
            <p:nvSpPr>
              <p:cNvPr id="146510" name="Line 117"/>
              <p:cNvSpPr/>
              <p:nvPr/>
            </p:nvSpPr>
            <p:spPr>
              <a:xfrm>
                <a:off x="16537" y="0"/>
                <a:ext cx="3463" cy="10074"/>
              </a:xfrm>
              <a:prstGeom prst="line">
                <a:avLst/>
              </a:prstGeom>
              <a:ln w="28575" cap="flat" cmpd="sng">
                <a:solidFill>
                  <a:srgbClr val="000000"/>
                </a:solidFill>
                <a:prstDash val="solid"/>
                <a:headEnd type="none" w="sm" len="sm"/>
                <a:tailEnd type="none" w="sm" len="sm"/>
              </a:ln>
            </p:spPr>
          </p:sp>
          <p:sp>
            <p:nvSpPr>
              <p:cNvPr id="146511" name="Line 118"/>
              <p:cNvSpPr/>
              <p:nvPr/>
            </p:nvSpPr>
            <p:spPr>
              <a:xfrm flipH="1">
                <a:off x="16537" y="9925"/>
                <a:ext cx="3463" cy="10074"/>
              </a:xfrm>
              <a:prstGeom prst="line">
                <a:avLst/>
              </a:prstGeom>
              <a:ln w="28575" cap="flat" cmpd="sng">
                <a:solidFill>
                  <a:srgbClr val="000000"/>
                </a:solidFill>
                <a:prstDash val="solid"/>
                <a:headEnd type="none" w="sm" len="sm"/>
                <a:tailEnd type="none" w="sm" len="sm"/>
              </a:ln>
            </p:spPr>
          </p:sp>
          <p:sp>
            <p:nvSpPr>
              <p:cNvPr id="146512" name="Line 119"/>
              <p:cNvSpPr/>
              <p:nvPr/>
            </p:nvSpPr>
            <p:spPr>
              <a:xfrm flipH="1">
                <a:off x="2" y="0"/>
                <a:ext cx="3463" cy="10074"/>
              </a:xfrm>
              <a:prstGeom prst="line">
                <a:avLst/>
              </a:prstGeom>
              <a:ln w="28575" cap="flat" cmpd="sng">
                <a:solidFill>
                  <a:srgbClr val="000000"/>
                </a:solidFill>
                <a:prstDash val="solid"/>
                <a:headEnd type="none" w="sm" len="sm"/>
                <a:tailEnd type="none" w="sm" len="sm"/>
              </a:ln>
            </p:spPr>
          </p:sp>
          <p:sp>
            <p:nvSpPr>
              <p:cNvPr id="146513" name="Line 120"/>
              <p:cNvSpPr/>
              <p:nvPr/>
            </p:nvSpPr>
            <p:spPr>
              <a:xfrm>
                <a:off x="2" y="9925"/>
                <a:ext cx="3463" cy="10074"/>
              </a:xfrm>
              <a:prstGeom prst="line">
                <a:avLst/>
              </a:prstGeom>
              <a:ln w="28575" cap="flat" cmpd="sng">
                <a:solidFill>
                  <a:srgbClr val="000000"/>
                </a:solidFill>
                <a:prstDash val="solid"/>
                <a:headEnd type="none" w="sm" len="sm"/>
                <a:tailEnd type="none" w="sm" len="sm"/>
              </a:ln>
            </p:spPr>
          </p:sp>
          <p:sp>
            <p:nvSpPr>
              <p:cNvPr id="146514" name="Line 121"/>
              <p:cNvSpPr/>
              <p:nvPr/>
            </p:nvSpPr>
            <p:spPr>
              <a:xfrm>
                <a:off x="1584" y="6003"/>
                <a:ext cx="16765" cy="148"/>
              </a:xfrm>
              <a:prstGeom prst="line">
                <a:avLst/>
              </a:prstGeom>
              <a:ln w="28575" cap="flat" cmpd="sng">
                <a:solidFill>
                  <a:srgbClr val="000000"/>
                </a:solidFill>
                <a:prstDash val="solid"/>
                <a:headEnd type="none" w="sm" len="sm"/>
                <a:tailEnd type="none" w="sm" len="sm"/>
              </a:ln>
            </p:spPr>
          </p:sp>
          <p:sp>
            <p:nvSpPr>
              <p:cNvPr id="146515" name="Line 122"/>
              <p:cNvSpPr/>
              <p:nvPr/>
            </p:nvSpPr>
            <p:spPr>
              <a:xfrm>
                <a:off x="1584" y="14591"/>
                <a:ext cx="16765" cy="148"/>
              </a:xfrm>
              <a:prstGeom prst="line">
                <a:avLst/>
              </a:prstGeom>
              <a:ln w="28575" cap="flat" cmpd="sng">
                <a:solidFill>
                  <a:srgbClr val="000000"/>
                </a:solidFill>
                <a:prstDash val="solid"/>
                <a:headEnd type="none" w="sm" len="sm"/>
                <a:tailEnd type="none" w="sm" len="sm"/>
              </a:ln>
            </p:spPr>
          </p:sp>
        </p:grpSp>
        <p:grpSp>
          <p:nvGrpSpPr>
            <p:cNvPr id="146495" name="Group 123"/>
            <p:cNvGrpSpPr/>
            <p:nvPr/>
          </p:nvGrpSpPr>
          <p:grpSpPr>
            <a:xfrm>
              <a:off x="4463" y="3777"/>
              <a:ext cx="251" cy="124"/>
              <a:chOff x="2" y="0"/>
              <a:chExt cx="19998" cy="19999"/>
            </a:xfrm>
          </p:grpSpPr>
          <p:sp>
            <p:nvSpPr>
              <p:cNvPr id="146504" name="Line 124"/>
              <p:cNvSpPr/>
              <p:nvPr/>
            </p:nvSpPr>
            <p:spPr>
              <a:xfrm>
                <a:off x="16537" y="0"/>
                <a:ext cx="3463" cy="10074"/>
              </a:xfrm>
              <a:prstGeom prst="line">
                <a:avLst/>
              </a:prstGeom>
              <a:ln w="28575" cap="flat" cmpd="sng">
                <a:solidFill>
                  <a:srgbClr val="000000"/>
                </a:solidFill>
                <a:prstDash val="solid"/>
                <a:headEnd type="none" w="sm" len="sm"/>
                <a:tailEnd type="none" w="sm" len="sm"/>
              </a:ln>
            </p:spPr>
          </p:sp>
          <p:sp>
            <p:nvSpPr>
              <p:cNvPr id="146505" name="Line 125"/>
              <p:cNvSpPr/>
              <p:nvPr/>
            </p:nvSpPr>
            <p:spPr>
              <a:xfrm flipH="1">
                <a:off x="16537" y="9925"/>
                <a:ext cx="3463" cy="10074"/>
              </a:xfrm>
              <a:prstGeom prst="line">
                <a:avLst/>
              </a:prstGeom>
              <a:ln w="28575" cap="flat" cmpd="sng">
                <a:solidFill>
                  <a:srgbClr val="000000"/>
                </a:solidFill>
                <a:prstDash val="solid"/>
                <a:headEnd type="none" w="sm" len="sm"/>
                <a:tailEnd type="none" w="sm" len="sm"/>
              </a:ln>
            </p:spPr>
          </p:sp>
          <p:sp>
            <p:nvSpPr>
              <p:cNvPr id="146506" name="Line 126"/>
              <p:cNvSpPr/>
              <p:nvPr/>
            </p:nvSpPr>
            <p:spPr>
              <a:xfrm flipH="1">
                <a:off x="2" y="0"/>
                <a:ext cx="3463" cy="10074"/>
              </a:xfrm>
              <a:prstGeom prst="line">
                <a:avLst/>
              </a:prstGeom>
              <a:ln w="28575" cap="flat" cmpd="sng">
                <a:solidFill>
                  <a:srgbClr val="000000"/>
                </a:solidFill>
                <a:prstDash val="solid"/>
                <a:headEnd type="none" w="sm" len="sm"/>
                <a:tailEnd type="none" w="sm" len="sm"/>
              </a:ln>
            </p:spPr>
          </p:sp>
          <p:sp>
            <p:nvSpPr>
              <p:cNvPr id="146507" name="Line 127"/>
              <p:cNvSpPr/>
              <p:nvPr/>
            </p:nvSpPr>
            <p:spPr>
              <a:xfrm>
                <a:off x="2" y="9925"/>
                <a:ext cx="3463" cy="10074"/>
              </a:xfrm>
              <a:prstGeom prst="line">
                <a:avLst/>
              </a:prstGeom>
              <a:ln w="28575" cap="flat" cmpd="sng">
                <a:solidFill>
                  <a:srgbClr val="000000"/>
                </a:solidFill>
                <a:prstDash val="solid"/>
                <a:headEnd type="none" w="sm" len="sm"/>
                <a:tailEnd type="none" w="sm" len="sm"/>
              </a:ln>
            </p:spPr>
          </p:sp>
          <p:sp>
            <p:nvSpPr>
              <p:cNvPr id="146508" name="Line 128"/>
              <p:cNvSpPr/>
              <p:nvPr/>
            </p:nvSpPr>
            <p:spPr>
              <a:xfrm>
                <a:off x="1584" y="6003"/>
                <a:ext cx="16765" cy="119"/>
              </a:xfrm>
              <a:prstGeom prst="line">
                <a:avLst/>
              </a:prstGeom>
              <a:ln w="28575" cap="flat" cmpd="sng">
                <a:solidFill>
                  <a:srgbClr val="000000"/>
                </a:solidFill>
                <a:prstDash val="solid"/>
                <a:headEnd type="none" w="sm" len="sm"/>
                <a:tailEnd type="none" w="sm" len="sm"/>
              </a:ln>
            </p:spPr>
          </p:sp>
          <p:sp>
            <p:nvSpPr>
              <p:cNvPr id="146509" name="Line 129"/>
              <p:cNvSpPr/>
              <p:nvPr/>
            </p:nvSpPr>
            <p:spPr>
              <a:xfrm>
                <a:off x="1584" y="14591"/>
                <a:ext cx="16765" cy="148"/>
              </a:xfrm>
              <a:prstGeom prst="line">
                <a:avLst/>
              </a:prstGeom>
              <a:ln w="28575" cap="flat" cmpd="sng">
                <a:solidFill>
                  <a:srgbClr val="000000"/>
                </a:solidFill>
                <a:prstDash val="solid"/>
                <a:headEnd type="none" w="sm" len="sm"/>
                <a:tailEnd type="none" w="sm" len="sm"/>
              </a:ln>
            </p:spPr>
          </p:sp>
        </p:grpSp>
        <p:sp>
          <p:nvSpPr>
            <p:cNvPr id="146496" name="Line 130"/>
            <p:cNvSpPr/>
            <p:nvPr/>
          </p:nvSpPr>
          <p:spPr>
            <a:xfrm>
              <a:off x="805" y="3238"/>
              <a:ext cx="250" cy="1"/>
            </a:xfrm>
            <a:prstGeom prst="line">
              <a:avLst/>
            </a:prstGeom>
            <a:ln w="28575" cap="flat" cmpd="sng">
              <a:solidFill>
                <a:srgbClr val="000000"/>
              </a:solidFill>
              <a:prstDash val="solid"/>
              <a:headEnd type="none" w="sm" len="sm"/>
              <a:tailEnd type="none" w="sm" len="sm"/>
            </a:ln>
          </p:spPr>
        </p:sp>
        <p:sp>
          <p:nvSpPr>
            <p:cNvPr id="146497" name="Line 131"/>
            <p:cNvSpPr/>
            <p:nvPr/>
          </p:nvSpPr>
          <p:spPr>
            <a:xfrm>
              <a:off x="1935" y="1331"/>
              <a:ext cx="1" cy="1757"/>
            </a:xfrm>
            <a:prstGeom prst="line">
              <a:avLst/>
            </a:prstGeom>
            <a:ln w="28575" cap="flat" cmpd="sng">
              <a:solidFill>
                <a:srgbClr val="000000"/>
              </a:solidFill>
              <a:prstDash val="solid"/>
              <a:headEnd type="none" w="sm" len="sm"/>
              <a:tailEnd type="none" w="sm" len="sm"/>
            </a:ln>
          </p:spPr>
        </p:sp>
        <p:sp>
          <p:nvSpPr>
            <p:cNvPr id="146498" name="Line 132"/>
            <p:cNvSpPr/>
            <p:nvPr/>
          </p:nvSpPr>
          <p:spPr>
            <a:xfrm flipV="1">
              <a:off x="3462" y="1483"/>
              <a:ext cx="0" cy="792"/>
            </a:xfrm>
            <a:prstGeom prst="line">
              <a:avLst/>
            </a:prstGeom>
            <a:ln w="28575" cap="flat" cmpd="sng">
              <a:solidFill>
                <a:srgbClr val="000000"/>
              </a:solidFill>
              <a:prstDash val="solid"/>
              <a:headEnd type="none" w="med" len="med"/>
              <a:tailEnd type="none" w="med" len="med"/>
            </a:ln>
          </p:spPr>
        </p:sp>
        <p:grpSp>
          <p:nvGrpSpPr>
            <p:cNvPr id="146499" name="Group 136"/>
            <p:cNvGrpSpPr/>
            <p:nvPr/>
          </p:nvGrpSpPr>
          <p:grpSpPr>
            <a:xfrm>
              <a:off x="50" y="2919"/>
              <a:ext cx="745" cy="1373"/>
              <a:chOff x="50" y="2919"/>
              <a:chExt cx="745" cy="1373"/>
            </a:xfrm>
          </p:grpSpPr>
          <p:sp>
            <p:nvSpPr>
              <p:cNvPr id="146500" name="Rectangle 88"/>
              <p:cNvSpPr/>
              <p:nvPr/>
            </p:nvSpPr>
            <p:spPr>
              <a:xfrm>
                <a:off x="50" y="2919"/>
                <a:ext cx="728" cy="1373"/>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0"/>
                  </a:spcBef>
                  <a:spcAft>
                    <a:spcPct val="0"/>
                  </a:spcAft>
                  <a:buClrTx/>
                  <a:buSzTx/>
                  <a:buNone/>
                </a:pPr>
                <a:r>
                  <a:rPr lang="en-US" altLang="zh-CN" sz="2000" dirty="0">
                    <a:solidFill>
                      <a:schemeClr val="tx1"/>
                    </a:solidFill>
                    <a:latin typeface="Times New Roman" panose="02020603050405020304" pitchFamily="18" charset="0"/>
                    <a:ea typeface="宋体" panose="02010600030101010101" pitchFamily="2" charset="-122"/>
                  </a:rPr>
                  <a:t>RD</a:t>
                </a:r>
                <a:endParaRPr lang="en-US" altLang="zh-CN" sz="2000" dirty="0">
                  <a:solidFill>
                    <a:schemeClr val="tx1"/>
                  </a:solidFill>
                  <a:latin typeface="Times New Roman" panose="02020603050405020304" pitchFamily="18" charset="0"/>
                  <a:ea typeface="宋体" panose="02010600030101010101" pitchFamily="2" charset="-122"/>
                </a:endParaRPr>
              </a:p>
              <a:p>
                <a:pPr marL="0" lvl="0" indent="0" algn="r">
                  <a:lnSpc>
                    <a:spcPct val="100000"/>
                  </a:lnSpc>
                  <a:spcBef>
                    <a:spcPct val="0"/>
                  </a:spcBef>
                  <a:spcAft>
                    <a:spcPct val="0"/>
                  </a:spcAft>
                  <a:buClrTx/>
                  <a:buSzTx/>
                  <a:buNone/>
                </a:pPr>
                <a:r>
                  <a:rPr lang="en-US" altLang="zh-CN" sz="2000" dirty="0">
                    <a:solidFill>
                      <a:schemeClr val="tx1"/>
                    </a:solidFill>
                    <a:latin typeface="Times New Roman" panose="02020603050405020304" pitchFamily="18" charset="0"/>
                    <a:ea typeface="宋体" panose="02010600030101010101" pitchFamily="2" charset="-122"/>
                  </a:rPr>
                  <a:t>WR</a:t>
                </a:r>
                <a:endParaRPr lang="en-US" altLang="zh-CN" sz="2000" dirty="0">
                  <a:solidFill>
                    <a:schemeClr val="tx1"/>
                  </a:solidFill>
                  <a:latin typeface="Times New Roman" panose="02020603050405020304" pitchFamily="18" charset="0"/>
                  <a:ea typeface="宋体" panose="02010600030101010101" pitchFamily="2" charset="-122"/>
                </a:endParaRPr>
              </a:p>
              <a:p>
                <a:pPr marL="0" lvl="0" indent="0" algn="r">
                  <a:lnSpc>
                    <a:spcPct val="100000"/>
                  </a:lnSpc>
                  <a:spcBef>
                    <a:spcPct val="0"/>
                  </a:spcBef>
                  <a:spcAft>
                    <a:spcPct val="0"/>
                  </a:spcAft>
                  <a:buClrTx/>
                  <a:buSzTx/>
                  <a:buNone/>
                </a:pPr>
                <a:r>
                  <a:rPr lang="en-US" altLang="zh-CN" sz="2000" dirty="0">
                    <a:solidFill>
                      <a:schemeClr val="tx1"/>
                    </a:solidFill>
                    <a:latin typeface="Times New Roman" panose="02020603050405020304" pitchFamily="18" charset="0"/>
                    <a:ea typeface="宋体" panose="02010600030101010101" pitchFamily="2" charset="-122"/>
                  </a:rPr>
                  <a:t>A</a:t>
                </a:r>
                <a:r>
                  <a:rPr lang="en-US" altLang="zh-CN" sz="2000" baseline="-25000" dirty="0">
                    <a:solidFill>
                      <a:schemeClr val="tx1"/>
                    </a:solidFill>
                    <a:latin typeface="Times New Roman" panose="02020603050405020304" pitchFamily="18" charset="0"/>
                    <a:ea typeface="宋体" panose="02010600030101010101" pitchFamily="2" charset="-122"/>
                  </a:rPr>
                  <a:t>0</a:t>
                </a:r>
                <a:endParaRPr lang="en-US" altLang="zh-CN" sz="2000" dirty="0">
                  <a:solidFill>
                    <a:schemeClr val="tx1"/>
                  </a:solidFill>
                  <a:latin typeface="Times New Roman" panose="02020603050405020304" pitchFamily="18" charset="0"/>
                  <a:ea typeface="宋体" panose="02010600030101010101" pitchFamily="2" charset="-122"/>
                </a:endParaRPr>
              </a:p>
              <a:p>
                <a:pPr marL="0" lvl="0" indent="0" algn="r">
                  <a:lnSpc>
                    <a:spcPct val="100000"/>
                  </a:lnSpc>
                  <a:spcBef>
                    <a:spcPct val="0"/>
                  </a:spcBef>
                  <a:spcAft>
                    <a:spcPct val="0"/>
                  </a:spcAft>
                  <a:buClrTx/>
                  <a:buSzTx/>
                  <a:buNone/>
                </a:pPr>
                <a:r>
                  <a:rPr lang="en-US" altLang="zh-CN" sz="2000" dirty="0">
                    <a:solidFill>
                      <a:schemeClr val="tx1"/>
                    </a:solidFill>
                    <a:latin typeface="Times New Roman" panose="02020603050405020304" pitchFamily="18" charset="0"/>
                    <a:ea typeface="宋体" panose="02010600030101010101" pitchFamily="2" charset="-122"/>
                  </a:rPr>
                  <a:t>A</a:t>
                </a:r>
                <a:r>
                  <a:rPr lang="en-US" altLang="zh-CN" sz="2000" baseline="-25000" dirty="0">
                    <a:solidFill>
                      <a:schemeClr val="tx1"/>
                    </a:solidFill>
                    <a:latin typeface="Times New Roman" panose="02020603050405020304" pitchFamily="18" charset="0"/>
                    <a:ea typeface="宋体" panose="02010600030101010101" pitchFamily="2" charset="-122"/>
                  </a:rPr>
                  <a:t>1</a:t>
                </a:r>
                <a:endParaRPr lang="en-US" altLang="zh-CN" sz="2000" dirty="0">
                  <a:solidFill>
                    <a:schemeClr val="tx1"/>
                  </a:solidFill>
                  <a:latin typeface="Times New Roman" panose="02020603050405020304" pitchFamily="18" charset="0"/>
                  <a:ea typeface="宋体" panose="02010600030101010101" pitchFamily="2" charset="-122"/>
                </a:endParaRPr>
              </a:p>
              <a:p>
                <a:pPr marL="0" lvl="0" indent="0" algn="r">
                  <a:lnSpc>
                    <a:spcPct val="100000"/>
                  </a:lnSpc>
                  <a:spcBef>
                    <a:spcPct val="0"/>
                  </a:spcBef>
                  <a:spcAft>
                    <a:spcPct val="0"/>
                  </a:spcAft>
                  <a:buClrTx/>
                  <a:buSzTx/>
                  <a:buNone/>
                </a:pPr>
                <a:r>
                  <a:rPr lang="en-US" altLang="zh-CN" sz="2000" dirty="0">
                    <a:solidFill>
                      <a:schemeClr val="tx1"/>
                    </a:solidFill>
                    <a:latin typeface="Times New Roman" panose="02020603050405020304" pitchFamily="18" charset="0"/>
                    <a:ea typeface="宋体" panose="02010600030101010101" pitchFamily="2" charset="-122"/>
                  </a:rPr>
                  <a:t>CS</a:t>
                </a:r>
                <a:endParaRPr lang="en-US" altLang="zh-CN" sz="2000" dirty="0">
                  <a:solidFill>
                    <a:schemeClr val="tx1"/>
                  </a:solidFill>
                  <a:latin typeface="Times New Roman" panose="02020603050405020304" pitchFamily="18" charset="0"/>
                  <a:ea typeface="宋体" panose="02010600030101010101" pitchFamily="2" charset="-122"/>
                </a:endParaRPr>
              </a:p>
              <a:p>
                <a:pPr marL="0" lvl="0" indent="0" algn="r">
                  <a:lnSpc>
                    <a:spcPct val="100000"/>
                  </a:lnSpc>
                  <a:spcBef>
                    <a:spcPct val="0"/>
                  </a:spcBef>
                  <a:spcAft>
                    <a:spcPct val="0"/>
                  </a:spcAft>
                  <a:buClrTx/>
                  <a:buSzTx/>
                  <a:buNone/>
                </a:pPr>
                <a:r>
                  <a:rPr lang="en-US" altLang="zh-CN" sz="2000" dirty="0">
                    <a:solidFill>
                      <a:schemeClr val="tx1"/>
                    </a:solidFill>
                    <a:latin typeface="Times New Roman" panose="02020603050405020304" pitchFamily="18" charset="0"/>
                    <a:ea typeface="宋体" panose="02010600030101010101" pitchFamily="2" charset="-122"/>
                  </a:rPr>
                  <a:t>RESET</a:t>
                </a:r>
                <a:endParaRPr lang="en-US" altLang="zh-CN" sz="2000" dirty="0">
                  <a:solidFill>
                    <a:schemeClr val="tx1"/>
                  </a:solidFill>
                  <a:latin typeface="Times New Roman" panose="02020603050405020304" pitchFamily="18" charset="0"/>
                  <a:ea typeface="宋体" panose="02010600030101010101" pitchFamily="2" charset="-122"/>
                </a:endParaRPr>
              </a:p>
            </p:txBody>
          </p:sp>
          <p:sp>
            <p:nvSpPr>
              <p:cNvPr id="146501" name="Line 133"/>
              <p:cNvSpPr/>
              <p:nvPr/>
            </p:nvSpPr>
            <p:spPr>
              <a:xfrm>
                <a:off x="504" y="2931"/>
                <a:ext cx="250" cy="1"/>
              </a:xfrm>
              <a:prstGeom prst="line">
                <a:avLst/>
              </a:prstGeom>
              <a:ln w="28575" cap="flat" cmpd="sng">
                <a:solidFill>
                  <a:srgbClr val="000000"/>
                </a:solidFill>
                <a:prstDash val="solid"/>
                <a:headEnd type="none" w="sm" len="sm"/>
                <a:tailEnd type="none" w="sm" len="sm"/>
              </a:ln>
            </p:spPr>
          </p:sp>
          <p:sp>
            <p:nvSpPr>
              <p:cNvPr id="146502" name="Line 134"/>
              <p:cNvSpPr/>
              <p:nvPr/>
            </p:nvSpPr>
            <p:spPr>
              <a:xfrm>
                <a:off x="436" y="3137"/>
                <a:ext cx="319" cy="1"/>
              </a:xfrm>
              <a:prstGeom prst="line">
                <a:avLst/>
              </a:prstGeom>
              <a:ln w="28575" cap="flat" cmpd="sng">
                <a:solidFill>
                  <a:srgbClr val="000000"/>
                </a:solidFill>
                <a:prstDash val="solid"/>
                <a:headEnd type="none" w="sm" len="sm"/>
                <a:tailEnd type="none" w="sm" len="sm"/>
              </a:ln>
            </p:spPr>
          </p:sp>
          <p:sp>
            <p:nvSpPr>
              <p:cNvPr id="146503" name="Line 135"/>
              <p:cNvSpPr/>
              <p:nvPr/>
            </p:nvSpPr>
            <p:spPr>
              <a:xfrm>
                <a:off x="545" y="3789"/>
                <a:ext cx="250" cy="1"/>
              </a:xfrm>
              <a:prstGeom prst="line">
                <a:avLst/>
              </a:prstGeom>
              <a:ln w="28575" cap="flat" cmpd="sng">
                <a:solidFill>
                  <a:srgbClr val="000000"/>
                </a:solidFill>
                <a:prstDash val="solid"/>
                <a:headEnd type="none" w="sm" len="sm"/>
                <a:tailEnd type="none" w="sm" len="sm"/>
              </a:ln>
            </p:spPr>
          </p:sp>
        </p:grpSp>
      </p:gr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withEffect">
                                  <p:stCondLst>
                                    <p:cond delay="0"/>
                                  </p:stCondLst>
                                  <p:childTnLst>
                                    <p:set>
                                      <p:cBhvr>
                                        <p:cTn id="6" dur="indefinite" fill="hold">
                                          <p:stCondLst>
                                            <p:cond delay="0"/>
                                          </p:stCondLst>
                                        </p:cTn>
                                        <p:tgtEl>
                                          <p:spTgt spid="61"/>
                                        </p:tgtEl>
                                        <p:attrNameLst>
                                          <p:attrName>style.visibility</p:attrName>
                                        </p:attrNameLst>
                                      </p:cBhvr>
                                      <p:to>
                                        <p:strVal val="visible"/>
                                      </p:to>
                                    </p:set>
                                    <p:anim calcmode="lin" valueType="num">
                                      <p:cBhvr>
                                        <p:cTn id="7" dur="2000" fill="hold"/>
                                        <p:tgtEl>
                                          <p:spTgt spid="61"/>
                                        </p:tgtEl>
                                        <p:attrNameLst>
                                          <p:attrName>ppt_w</p:attrName>
                                        </p:attrNameLst>
                                      </p:cBhvr>
                                      <p:tavLst>
                                        <p:tav tm="0">
                                          <p:val>
                                            <p:strVal val="#ppt_w"/>
                                          </p:val>
                                        </p:tav>
                                        <p:tav tm="100000">
                                          <p:val>
                                            <p:strVal val="#ppt_w"/>
                                          </p:val>
                                        </p:tav>
                                      </p:tavLst>
                                    </p:anim>
                                    <p:anim calcmode="lin" valueType="num">
                                      <p:cBhvr>
                                        <p:cTn id="8" dur="2000" fill="hold"/>
                                        <p:tgtEl>
                                          <p:spTgt spid="61"/>
                                        </p:tgtEl>
                                        <p:attrNameLst>
                                          <p:attrName>ppt_h</p:attrName>
                                        </p:attrNameLst>
                                      </p:cBhvr>
                                      <p:tavLst>
                                        <p:tav tm="0">
                                          <p:val>
                                            <p:strVal val="#ppt_h"/>
                                          </p:val>
                                        </p:tav>
                                        <p:tav tm="29800">
                                          <p:val>
                                            <p:strVal val="#ppt_h/2"/>
                                          </p:val>
                                        </p:tav>
                                        <p:tav tm="39800">
                                          <p:val>
                                            <p:strVal val="#ppt_h"/>
                                          </p:val>
                                        </p:tav>
                                        <p:tav tm="50000">
                                          <p:val>
                                            <p:strVal val="#ppt_h/2"/>
                                          </p:val>
                                        </p:tav>
                                        <p:tav tm="59700">
                                          <p:val>
                                            <p:strVal val="#ppt_h"/>
                                          </p:val>
                                        </p:tav>
                                        <p:tav tm="69800">
                                          <p:val>
                                            <p:strVal val="#ppt_h/2"/>
                                          </p:val>
                                        </p:tav>
                                        <p:tav tm="79900">
                                          <p:val>
                                            <p:strVal val="#ppt_h"/>
                                          </p:val>
                                        </p:tav>
                                        <p:tav tm="100000">
                                          <p:val>
                                            <p:strVal val="#ppt_h"/>
                                          </p:val>
                                        </p:tav>
                                      </p:tavLst>
                                    </p:anim>
                                    <p:anim calcmode="lin" valueType="num">
                                      <p:cBhvr>
                                        <p:cTn id="9" dur="2000" fill="hold"/>
                                        <p:tgtEl>
                                          <p:spTgt spid="61"/>
                                        </p:tgtEl>
                                        <p:attrNameLst>
                                          <p:attrName>ppt_x</p:attrName>
                                        </p:attrNameLst>
                                      </p:cBhvr>
                                      <p:tavLst>
                                        <p:tav tm="0">
                                          <p:val>
                                            <p:strVal val="#ppt_x-.4"/>
                                          </p:val>
                                        </p:tav>
                                        <p:tav tm="100000">
                                          <p:val>
                                            <p:strVal val="#ppt_x"/>
                                          </p:val>
                                        </p:tav>
                                      </p:tavLst>
                                    </p:anim>
                                    <p:anim calcmode="lin" valueType="num">
                                      <p:cBhvr>
                                        <p:cTn id="10" dur="2000" fill="hold"/>
                                        <p:tgtEl>
                                          <p:spTgt spid="61"/>
                                        </p:tgtEl>
                                        <p:attrNameLst>
                                          <p:attrName>ppt_y</p:attrName>
                                        </p:attrNameLst>
                                      </p:cBhvr>
                                      <p:tavLst>
                                        <p:tav tm="0">
                                          <p:val>
                                            <p:strVal val="#ppt_y-.5"/>
                                          </p:val>
                                        </p:tav>
                                        <p:tav tm="19900">
                                          <p:val>
                                            <p:strVal val="#ppt_y-.2"/>
                                          </p:val>
                                        </p:tav>
                                        <p:tav tm="29800">
                                          <p:val>
                                            <p:strVal val="#ppt_y"/>
                                          </p:val>
                                        </p:tav>
                                        <p:tav tm="39800">
                                          <p:val>
                                            <p:strVal val="#ppt_y-.15"/>
                                          </p:val>
                                        </p:tav>
                                        <p:tav tm="50000">
                                          <p:val>
                                            <p:strVal val="#ppt_y"/>
                                          </p:val>
                                        </p:tav>
                                        <p:tav tm="59700">
                                          <p:val>
                                            <p:strVal val="#ppt_y-.1"/>
                                          </p:val>
                                        </p:tav>
                                        <p:tav tm="69800">
                                          <p:val>
                                            <p:strVal val="#ppt_y"/>
                                          </p:val>
                                        </p:tav>
                                        <p:tav tm="79900">
                                          <p:val>
                                            <p:strVal val="#ppt_y-.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9747" name="Rectangle 3"/>
          <p:cNvSpPr>
            <a:spLocks noGrp="1" noChangeArrowheads="1"/>
          </p:cNvSpPr>
          <p:nvPr>
            <p:ph idx="1"/>
          </p:nvPr>
        </p:nvSpPr>
        <p:spPr>
          <a:xfrm>
            <a:off x="755650" y="1962150"/>
            <a:ext cx="7488238" cy="4897438"/>
          </a:xfrm>
          <a:ln w="38100">
            <a:miter lim="800000"/>
          </a:ln>
        </p:spPr>
        <p:txBody>
          <a:bodyPr vert="horz" wrap="square" lIns="91440" tIns="45720" rIns="91440" bIns="45720" numCol="1" anchor="t" anchorCtr="0" compatLnSpc="1"/>
          <a:lstStyle/>
          <a:p>
            <a:pPr marL="342900" marR="0" lvl="0" indent="-342900" algn="l" defTabSz="914400" rtl="0" eaLnBrk="0" fontAlgn="base" latinLnBrk="0" hangingPunct="0">
              <a:lnSpc>
                <a:spcPct val="120000"/>
              </a:lnSpc>
              <a:spcBef>
                <a:spcPct val="20000"/>
              </a:spcBef>
              <a:spcAft>
                <a:spcPct val="5000"/>
              </a:spcAft>
              <a:buClr>
                <a:schemeClr val="folHlink"/>
              </a:buClr>
              <a:buSzPct val="60000"/>
              <a:buFont typeface="Wingdings" panose="05000000000000000000" pitchFamily="2" charset="2"/>
              <a:buChar char="n"/>
              <a:defRPr/>
            </a:pPr>
            <a:r>
              <a:rPr kumimoji="0" lang="zh-CN" altLang="en-US" sz="2000" b="1" i="0" u="none" strike="noStrike" kern="1200" cap="none" spc="0" normalizeH="0" baseline="0" noProof="0" dirty="0">
                <a:ln>
                  <a:noFill/>
                </a:ln>
                <a:solidFill>
                  <a:srgbClr val="A50021"/>
                </a:solidFill>
                <a:effectLst/>
                <a:uLnTx/>
                <a:uFillTx/>
                <a:latin typeface="+mn-lt"/>
                <a:ea typeface="+mn-ea"/>
                <a:cs typeface="+mn-cs"/>
              </a:rPr>
              <a:t>端口</a:t>
            </a:r>
            <a:r>
              <a:rPr kumimoji="0" lang="en-US" altLang="zh-CN" sz="2000" b="1" i="0" u="none" strike="noStrike" kern="1200" cap="none" spc="0" normalizeH="0" baseline="0" noProof="0" dirty="0">
                <a:ln>
                  <a:noFill/>
                </a:ln>
                <a:solidFill>
                  <a:srgbClr val="A50021"/>
                </a:solidFill>
                <a:effectLst/>
                <a:uLnTx/>
                <a:uFillTx/>
                <a:latin typeface="+mn-lt"/>
                <a:ea typeface="+mn-ea"/>
                <a:cs typeface="+mn-cs"/>
              </a:rPr>
              <a:t>A</a:t>
            </a:r>
            <a:r>
              <a:rPr kumimoji="0" lang="zh-CN" altLang="en-US" sz="2000" b="1" i="0" u="none" strike="noStrike" kern="1200" cap="none" spc="0" normalizeH="0" baseline="0" noProof="0" dirty="0">
                <a:ln>
                  <a:noFill/>
                </a:ln>
                <a:solidFill>
                  <a:srgbClr val="A50021"/>
                </a:solidFill>
                <a:effectLst/>
                <a:uLnTx/>
                <a:uFillTx/>
                <a:latin typeface="+mn-lt"/>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lt"/>
                <a:ea typeface="+mn-ea"/>
                <a:cs typeface="+mn-cs"/>
              </a:rPr>
              <a:t>PA0</a:t>
            </a:r>
            <a:r>
              <a:rPr kumimoji="0" lang="zh-CN" altLang="en-US" sz="2000" b="1" i="0" u="none" strike="noStrike" kern="1200" cap="none" spc="0" normalizeH="0" baseline="0" noProof="0" dirty="0">
                <a:ln>
                  <a:noFill/>
                </a:ln>
                <a:solidFill>
                  <a:schemeClr val="tx2"/>
                </a:solidFill>
                <a:effectLst/>
                <a:uLnTx/>
                <a:uFillTx/>
                <a:latin typeface="+mn-lt"/>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lt"/>
                <a:ea typeface="+mn-ea"/>
                <a:cs typeface="+mn-cs"/>
              </a:rPr>
              <a:t>PA7</a:t>
            </a:r>
            <a:endParaRPr kumimoji="0" lang="en-US" altLang="zh-CN" sz="2000" b="1" i="0" u="none" strike="noStrike" kern="1200" cap="none" spc="0" normalizeH="0" baseline="0" noProof="0" dirty="0">
              <a:ln>
                <a:noFill/>
              </a:ln>
              <a:solidFill>
                <a:schemeClr val="tx2"/>
              </a:solidFill>
              <a:effectLst/>
              <a:uLnTx/>
              <a:uFillTx/>
              <a:latin typeface="+mn-lt"/>
              <a:ea typeface="+mn-ea"/>
              <a:cs typeface="+mn-cs"/>
            </a:endParaRPr>
          </a:p>
          <a:p>
            <a:pPr marL="742950" marR="0" lvl="1" indent="-285750" algn="l" defTabSz="914400" rtl="0" eaLnBrk="0" fontAlgn="base" latinLnBrk="0" hangingPunct="0">
              <a:lnSpc>
                <a:spcPct val="120000"/>
              </a:lnSpc>
              <a:spcBef>
                <a:spcPct val="20000"/>
              </a:spcBef>
              <a:spcAft>
                <a:spcPct val="5000"/>
              </a:spcAft>
              <a:buClr>
                <a:schemeClr val="hlink"/>
              </a:buClr>
              <a:buSzPct val="55000"/>
              <a:buFont typeface="Wingdings" panose="05000000000000000000" pitchFamily="2" charset="2"/>
              <a:buChar char="n"/>
              <a:defRPr/>
            </a:pPr>
            <a:r>
              <a:rPr kumimoji="0" lang="zh-CN" altLang="en-US" sz="2000" b="1" i="0" u="none" strike="noStrike" kern="1200" cap="none" spc="0" normalizeH="0" baseline="0" noProof="0" dirty="0">
                <a:ln>
                  <a:noFill/>
                </a:ln>
                <a:solidFill>
                  <a:schemeClr val="tx1"/>
                </a:solidFill>
                <a:effectLst/>
                <a:uLnTx/>
                <a:uFillTx/>
                <a:latin typeface="+mn-lt"/>
                <a:ea typeface="+mn-ea"/>
                <a:cs typeface="+mn-cs"/>
              </a:rPr>
              <a:t>支持工作方式</a:t>
            </a:r>
            <a:r>
              <a:rPr kumimoji="0" lang="en-US" altLang="zh-CN" sz="2000" b="1" i="0" u="none" strike="noStrike" kern="1200" cap="none" spc="0" normalizeH="0" baseline="0" noProof="0" dirty="0">
                <a:ln>
                  <a:noFill/>
                </a:ln>
                <a:solidFill>
                  <a:schemeClr val="tx1"/>
                </a:solidFill>
                <a:effectLst/>
                <a:uLnTx/>
                <a:uFillTx/>
                <a:latin typeface="+mn-lt"/>
                <a:ea typeface="+mn-ea"/>
                <a:cs typeface="+mn-cs"/>
              </a:rPr>
              <a:t>0</a:t>
            </a:r>
            <a:r>
              <a:rPr kumimoji="0" lang="zh-CN" altLang="en-US" sz="2000" b="1" i="0" u="none" strike="noStrike" kern="1200" cap="none" spc="0" normalizeH="0" baseline="0" noProof="0" dirty="0">
                <a:ln>
                  <a:noFill/>
                </a:ln>
                <a:solidFill>
                  <a:schemeClr val="tx1"/>
                </a:solidFill>
                <a:effectLst/>
                <a:uLnTx/>
                <a:uFillTx/>
                <a:latin typeface="+mn-lt"/>
                <a:ea typeface="+mn-ea"/>
                <a:cs typeface="+mn-cs"/>
              </a:rPr>
              <a:t>、</a:t>
            </a:r>
            <a:r>
              <a:rPr kumimoji="0" lang="en-US" altLang="zh-CN" sz="2000" b="1" i="0" u="none" strike="noStrike" kern="1200" cap="none" spc="0" normalizeH="0" baseline="0" noProof="0" dirty="0">
                <a:ln>
                  <a:noFill/>
                </a:ln>
                <a:solidFill>
                  <a:schemeClr val="tx1"/>
                </a:solidFill>
                <a:effectLst/>
                <a:uLnTx/>
                <a:uFillTx/>
                <a:latin typeface="+mn-lt"/>
                <a:ea typeface="+mn-ea"/>
                <a:cs typeface="+mn-cs"/>
              </a:rPr>
              <a:t>1</a:t>
            </a:r>
            <a:r>
              <a:rPr kumimoji="0" lang="zh-CN" altLang="en-US" sz="2000" b="1" i="0" u="none" strike="noStrike" kern="1200" cap="none" spc="0" normalizeH="0" baseline="0" noProof="0" dirty="0">
                <a:ln>
                  <a:noFill/>
                </a:ln>
                <a:solidFill>
                  <a:schemeClr val="tx1"/>
                </a:solidFill>
                <a:effectLst/>
                <a:uLnTx/>
                <a:uFillTx/>
                <a:latin typeface="+mn-lt"/>
                <a:ea typeface="+mn-ea"/>
                <a:cs typeface="+mn-cs"/>
              </a:rPr>
              <a:t>、</a:t>
            </a:r>
            <a:r>
              <a:rPr kumimoji="0" lang="en-US" altLang="zh-CN" sz="2000" b="1" i="0" u="none" strike="noStrike" kern="1200" cap="none" spc="0" normalizeH="0" baseline="0" noProof="0" dirty="0">
                <a:ln>
                  <a:noFill/>
                </a:ln>
                <a:solidFill>
                  <a:schemeClr val="tx1"/>
                </a:solidFill>
                <a:effectLst/>
                <a:uLnTx/>
                <a:uFillTx/>
                <a:latin typeface="+mn-lt"/>
                <a:ea typeface="+mn-ea"/>
                <a:cs typeface="+mn-cs"/>
              </a:rPr>
              <a:t>2</a:t>
            </a:r>
            <a:endParaRPr kumimoji="0" lang="en-US" altLang="zh-CN" sz="2000" b="1" i="0" u="none" strike="noStrike" kern="1200" cap="none" spc="0" normalizeH="0" baseline="0" noProof="0" dirty="0">
              <a:ln>
                <a:noFill/>
              </a:ln>
              <a:solidFill>
                <a:schemeClr val="tx1"/>
              </a:solidFill>
              <a:effectLst/>
              <a:uLnTx/>
              <a:uFillTx/>
              <a:latin typeface="+mn-lt"/>
              <a:ea typeface="+mn-ea"/>
              <a:cs typeface="+mn-cs"/>
            </a:endParaRPr>
          </a:p>
          <a:p>
            <a:pPr marL="742950" marR="0" lvl="1" indent="-285750" algn="l" defTabSz="914400" rtl="0" eaLnBrk="0" fontAlgn="base" latinLnBrk="0" hangingPunct="0">
              <a:lnSpc>
                <a:spcPct val="120000"/>
              </a:lnSpc>
              <a:spcBef>
                <a:spcPct val="20000"/>
              </a:spcBef>
              <a:spcAft>
                <a:spcPct val="5000"/>
              </a:spcAft>
              <a:buClr>
                <a:schemeClr val="hlink"/>
              </a:buClr>
              <a:buSzPct val="55000"/>
              <a:buFont typeface="Wingdings" panose="05000000000000000000" pitchFamily="2" charset="2"/>
              <a:buChar char="n"/>
              <a:defRPr/>
            </a:pPr>
            <a:r>
              <a:rPr kumimoji="0" lang="zh-CN" altLang="en-US" sz="2000" b="1" i="0" u="none" strike="noStrike" kern="1200" cap="none" spc="0" normalizeH="0" baseline="0" noProof="0" dirty="0">
                <a:ln>
                  <a:noFill/>
                </a:ln>
                <a:solidFill>
                  <a:schemeClr val="tx1"/>
                </a:solidFill>
                <a:effectLst/>
                <a:uLnTx/>
                <a:uFillTx/>
                <a:latin typeface="+mn-lt"/>
                <a:ea typeface="+mn-ea"/>
                <a:cs typeface="+mn-cs"/>
              </a:rPr>
              <a:t>常作数据端口，输入输出都有锁存能力，功能最强大</a:t>
            </a:r>
            <a:endParaRPr kumimoji="0" lang="zh-CN" altLang="en-US" sz="2000" b="1" i="0" u="none" strike="noStrike" kern="1200" cap="none" spc="0" normalizeH="0" baseline="0" noProof="0" dirty="0">
              <a:ln>
                <a:noFill/>
              </a:ln>
              <a:solidFill>
                <a:schemeClr val="tx1"/>
              </a:solidFill>
              <a:effectLst/>
              <a:uLnTx/>
              <a:uFillTx/>
              <a:latin typeface="+mn-lt"/>
              <a:ea typeface="+mn-ea"/>
              <a:cs typeface="+mn-cs"/>
            </a:endParaRPr>
          </a:p>
          <a:p>
            <a:pPr marL="342900" marR="0" lvl="0" indent="-342900" algn="l" defTabSz="914400" rtl="0" eaLnBrk="0" fontAlgn="base" latinLnBrk="0" hangingPunct="0">
              <a:lnSpc>
                <a:spcPct val="120000"/>
              </a:lnSpc>
              <a:spcBef>
                <a:spcPct val="20000"/>
              </a:spcBef>
              <a:spcAft>
                <a:spcPct val="5000"/>
              </a:spcAft>
              <a:buClr>
                <a:schemeClr val="folHlink"/>
              </a:buClr>
              <a:buSzPct val="60000"/>
              <a:buFont typeface="Wingdings" panose="05000000000000000000" pitchFamily="2" charset="2"/>
              <a:buChar char="n"/>
              <a:defRPr/>
            </a:pPr>
            <a:r>
              <a:rPr kumimoji="0" lang="zh-CN" altLang="en-US" sz="2000" b="1" i="0" u="none" strike="noStrike" kern="1200" cap="none" spc="0" normalizeH="0" baseline="0" noProof="0" dirty="0">
                <a:ln>
                  <a:noFill/>
                </a:ln>
                <a:solidFill>
                  <a:srgbClr val="A50021"/>
                </a:solidFill>
                <a:effectLst/>
                <a:uLnTx/>
                <a:uFillTx/>
                <a:latin typeface="+mn-lt"/>
                <a:ea typeface="+mn-ea"/>
                <a:cs typeface="+mn-cs"/>
              </a:rPr>
              <a:t>端口</a:t>
            </a:r>
            <a:r>
              <a:rPr kumimoji="0" lang="en-US" altLang="zh-CN" sz="2000" b="1" i="0" u="none" strike="noStrike" kern="1200" cap="none" spc="0" normalizeH="0" baseline="0" noProof="0" dirty="0">
                <a:ln>
                  <a:noFill/>
                </a:ln>
                <a:solidFill>
                  <a:srgbClr val="A50021"/>
                </a:solidFill>
                <a:effectLst/>
                <a:uLnTx/>
                <a:uFillTx/>
                <a:latin typeface="+mn-lt"/>
                <a:ea typeface="+mn-ea"/>
                <a:cs typeface="+mn-cs"/>
              </a:rPr>
              <a:t>B</a:t>
            </a:r>
            <a:r>
              <a:rPr kumimoji="0" lang="zh-CN" altLang="en-US" sz="2000" b="1" i="0" u="none" strike="noStrike" kern="1200" cap="none" spc="0" normalizeH="0" baseline="0" noProof="0" dirty="0">
                <a:ln>
                  <a:noFill/>
                </a:ln>
                <a:solidFill>
                  <a:srgbClr val="A50021"/>
                </a:solidFill>
                <a:effectLst/>
                <a:uLnTx/>
                <a:uFillTx/>
                <a:latin typeface="+mn-lt"/>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lt"/>
                <a:ea typeface="+mn-ea"/>
                <a:cs typeface="+mn-cs"/>
              </a:rPr>
              <a:t>PB0</a:t>
            </a:r>
            <a:r>
              <a:rPr kumimoji="0" lang="zh-CN" altLang="en-US" sz="2000" b="1" i="0" u="none" strike="noStrike" kern="1200" cap="none" spc="0" normalizeH="0" baseline="0" noProof="0" dirty="0">
                <a:ln>
                  <a:noFill/>
                </a:ln>
                <a:solidFill>
                  <a:schemeClr val="tx2"/>
                </a:solidFill>
                <a:effectLst/>
                <a:uLnTx/>
                <a:uFillTx/>
                <a:latin typeface="+mn-lt"/>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lt"/>
                <a:ea typeface="+mn-ea"/>
                <a:cs typeface="+mn-cs"/>
              </a:rPr>
              <a:t>PB7</a:t>
            </a:r>
            <a:endParaRPr kumimoji="0" lang="en-US" altLang="zh-CN" sz="2000" b="1" i="0" u="none" strike="noStrike" kern="1200" cap="none" spc="0" normalizeH="0" baseline="0" noProof="0" dirty="0">
              <a:ln>
                <a:noFill/>
              </a:ln>
              <a:solidFill>
                <a:schemeClr val="tx2"/>
              </a:solidFill>
              <a:effectLst/>
              <a:uLnTx/>
              <a:uFillTx/>
              <a:latin typeface="+mn-lt"/>
              <a:ea typeface="+mn-ea"/>
              <a:cs typeface="+mn-cs"/>
            </a:endParaRPr>
          </a:p>
          <a:p>
            <a:pPr marL="742950" marR="0" lvl="1" indent="-285750" algn="l" defTabSz="914400" rtl="0" eaLnBrk="0" fontAlgn="base" latinLnBrk="0" hangingPunct="0">
              <a:lnSpc>
                <a:spcPct val="120000"/>
              </a:lnSpc>
              <a:spcBef>
                <a:spcPct val="20000"/>
              </a:spcBef>
              <a:spcAft>
                <a:spcPct val="5000"/>
              </a:spcAft>
              <a:buClr>
                <a:schemeClr val="hlink"/>
              </a:buClr>
              <a:buSzPct val="55000"/>
              <a:buFont typeface="Wingdings" panose="05000000000000000000" pitchFamily="2" charset="2"/>
              <a:buChar char="n"/>
              <a:defRPr/>
            </a:pPr>
            <a:r>
              <a:rPr kumimoji="0" lang="zh-CN" altLang="en-US" sz="2000" b="1" i="0" u="none" strike="noStrike" kern="1200" cap="none" spc="0" normalizeH="0" baseline="0" noProof="0" dirty="0">
                <a:ln>
                  <a:noFill/>
                </a:ln>
                <a:solidFill>
                  <a:schemeClr val="tx1"/>
                </a:solidFill>
                <a:effectLst/>
                <a:uLnTx/>
                <a:uFillTx/>
                <a:latin typeface="+mn-lt"/>
                <a:ea typeface="+mn-ea"/>
                <a:cs typeface="+mn-cs"/>
              </a:rPr>
              <a:t>支持工作方式</a:t>
            </a:r>
            <a:r>
              <a:rPr kumimoji="0" lang="en-US" altLang="zh-CN" sz="2000" b="1" i="0" u="none" strike="noStrike" kern="1200" cap="none" spc="0" normalizeH="0" baseline="0" noProof="0" dirty="0">
                <a:ln>
                  <a:noFill/>
                </a:ln>
                <a:solidFill>
                  <a:schemeClr val="tx1"/>
                </a:solidFill>
                <a:effectLst/>
                <a:uLnTx/>
                <a:uFillTx/>
                <a:latin typeface="+mn-lt"/>
                <a:ea typeface="+mn-ea"/>
                <a:cs typeface="+mn-cs"/>
              </a:rPr>
              <a:t>0</a:t>
            </a:r>
            <a:r>
              <a:rPr kumimoji="0" lang="zh-CN" altLang="en-US" sz="2000" b="1" i="0" u="none" strike="noStrike" kern="1200" cap="none" spc="0" normalizeH="0" baseline="0" noProof="0" dirty="0">
                <a:ln>
                  <a:noFill/>
                </a:ln>
                <a:solidFill>
                  <a:schemeClr val="tx1"/>
                </a:solidFill>
                <a:effectLst/>
                <a:uLnTx/>
                <a:uFillTx/>
                <a:latin typeface="+mn-lt"/>
                <a:ea typeface="+mn-ea"/>
                <a:cs typeface="+mn-cs"/>
              </a:rPr>
              <a:t>、</a:t>
            </a:r>
            <a:r>
              <a:rPr kumimoji="0" lang="en-US" altLang="zh-CN" sz="2000" b="1" i="0" u="none" strike="noStrike" kern="1200" cap="none" spc="0" normalizeH="0" baseline="0" noProof="0" dirty="0">
                <a:ln>
                  <a:noFill/>
                </a:ln>
                <a:solidFill>
                  <a:schemeClr val="tx1"/>
                </a:solidFill>
                <a:effectLst/>
                <a:uLnTx/>
                <a:uFillTx/>
                <a:latin typeface="+mn-lt"/>
                <a:ea typeface="+mn-ea"/>
                <a:cs typeface="+mn-cs"/>
              </a:rPr>
              <a:t>1</a:t>
            </a:r>
            <a:endParaRPr kumimoji="0" lang="en-US" altLang="zh-CN" sz="2000" b="1" i="0" u="none" strike="noStrike" kern="1200" cap="none" spc="0" normalizeH="0" baseline="0" noProof="0" dirty="0">
              <a:ln>
                <a:noFill/>
              </a:ln>
              <a:solidFill>
                <a:schemeClr val="tx1"/>
              </a:solidFill>
              <a:effectLst/>
              <a:uLnTx/>
              <a:uFillTx/>
              <a:latin typeface="+mn-lt"/>
              <a:ea typeface="+mn-ea"/>
              <a:cs typeface="+mn-cs"/>
            </a:endParaRPr>
          </a:p>
          <a:p>
            <a:pPr marL="742950" marR="0" lvl="1" indent="-285750" algn="l" defTabSz="914400" rtl="0" eaLnBrk="0" fontAlgn="base" latinLnBrk="0" hangingPunct="0">
              <a:lnSpc>
                <a:spcPct val="120000"/>
              </a:lnSpc>
              <a:spcBef>
                <a:spcPct val="20000"/>
              </a:spcBef>
              <a:spcAft>
                <a:spcPct val="5000"/>
              </a:spcAft>
              <a:buClr>
                <a:schemeClr val="hlink"/>
              </a:buClr>
              <a:buSzPct val="55000"/>
              <a:buFont typeface="Wingdings" panose="05000000000000000000" pitchFamily="2" charset="2"/>
              <a:buChar char="n"/>
              <a:defRPr/>
            </a:pPr>
            <a:r>
              <a:rPr kumimoji="0" lang="zh-CN" altLang="en-US" sz="2000" b="1" i="0" u="none" strike="noStrike" kern="1200" cap="none" spc="0" normalizeH="0" baseline="0" noProof="0" dirty="0">
                <a:ln>
                  <a:noFill/>
                </a:ln>
                <a:solidFill>
                  <a:schemeClr val="tx1"/>
                </a:solidFill>
                <a:effectLst/>
                <a:uLnTx/>
                <a:uFillTx/>
                <a:latin typeface="+mn-lt"/>
                <a:ea typeface="+mn-ea"/>
                <a:cs typeface="+mn-cs"/>
              </a:rPr>
              <a:t>常作数据端口，输入输出都有锁存能力。</a:t>
            </a:r>
            <a:endParaRPr kumimoji="0" lang="zh-CN" altLang="en-US" sz="2000" b="1" i="0" u="none" strike="noStrike" kern="1200" cap="none" spc="0" normalizeH="0" baseline="0" noProof="0" dirty="0">
              <a:ln>
                <a:noFill/>
              </a:ln>
              <a:solidFill>
                <a:schemeClr val="tx1"/>
              </a:solidFill>
              <a:effectLst/>
              <a:uLnTx/>
              <a:uFillTx/>
              <a:latin typeface="+mn-lt"/>
              <a:ea typeface="+mn-ea"/>
              <a:cs typeface="+mn-cs"/>
            </a:endParaRPr>
          </a:p>
          <a:p>
            <a:pPr marL="342900" marR="0" lvl="0" indent="-342900" algn="l" defTabSz="914400" rtl="0" eaLnBrk="0" fontAlgn="base" latinLnBrk="0" hangingPunct="0">
              <a:lnSpc>
                <a:spcPct val="120000"/>
              </a:lnSpc>
              <a:spcBef>
                <a:spcPct val="20000"/>
              </a:spcBef>
              <a:spcAft>
                <a:spcPct val="5000"/>
              </a:spcAft>
              <a:buClr>
                <a:schemeClr val="folHlink"/>
              </a:buClr>
              <a:buSzPct val="60000"/>
              <a:buFont typeface="Wingdings" panose="05000000000000000000" pitchFamily="2" charset="2"/>
              <a:buChar char="n"/>
              <a:defRPr/>
            </a:pPr>
            <a:r>
              <a:rPr kumimoji="0" lang="zh-CN" altLang="en-US" sz="2000" b="1" i="0" u="none" strike="noStrike" kern="1200" cap="none" spc="0" normalizeH="0" baseline="0" noProof="0" dirty="0">
                <a:ln>
                  <a:noFill/>
                </a:ln>
                <a:solidFill>
                  <a:srgbClr val="A50021"/>
                </a:solidFill>
                <a:effectLst/>
                <a:uLnTx/>
                <a:uFillTx/>
                <a:latin typeface="+mn-lt"/>
                <a:ea typeface="+mn-ea"/>
                <a:cs typeface="+mn-cs"/>
              </a:rPr>
              <a:t>端口</a:t>
            </a:r>
            <a:r>
              <a:rPr kumimoji="0" lang="en-US" altLang="zh-CN" sz="2000" b="1" i="0" u="none" strike="noStrike" kern="1200" cap="none" spc="0" normalizeH="0" baseline="0" noProof="0" dirty="0">
                <a:ln>
                  <a:noFill/>
                </a:ln>
                <a:solidFill>
                  <a:srgbClr val="A50021"/>
                </a:solidFill>
                <a:effectLst/>
                <a:uLnTx/>
                <a:uFillTx/>
                <a:latin typeface="+mn-lt"/>
                <a:ea typeface="+mn-ea"/>
                <a:cs typeface="+mn-cs"/>
              </a:rPr>
              <a:t>C</a:t>
            </a:r>
            <a:r>
              <a:rPr kumimoji="0" lang="zh-CN" altLang="en-US" sz="2000" b="1" i="0" u="none" strike="noStrike" kern="1200" cap="none" spc="0" normalizeH="0" baseline="0" noProof="0" dirty="0">
                <a:ln>
                  <a:noFill/>
                </a:ln>
                <a:solidFill>
                  <a:srgbClr val="A50021"/>
                </a:solidFill>
                <a:effectLst/>
                <a:uLnTx/>
                <a:uFillTx/>
                <a:latin typeface="+mn-lt"/>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lt"/>
                <a:ea typeface="+mn-ea"/>
                <a:cs typeface="+mn-cs"/>
              </a:rPr>
              <a:t>PC0</a:t>
            </a:r>
            <a:r>
              <a:rPr kumimoji="0" lang="zh-CN" altLang="en-US" sz="2000" b="1" i="0" u="none" strike="noStrike" kern="1200" cap="none" spc="0" normalizeH="0" baseline="0" noProof="0" dirty="0">
                <a:ln>
                  <a:noFill/>
                </a:ln>
                <a:solidFill>
                  <a:schemeClr val="tx2"/>
                </a:solidFill>
                <a:effectLst/>
                <a:uLnTx/>
                <a:uFillTx/>
                <a:latin typeface="+mn-lt"/>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lt"/>
                <a:ea typeface="+mn-ea"/>
                <a:cs typeface="+mn-cs"/>
              </a:rPr>
              <a:t>PC7</a:t>
            </a:r>
            <a:endParaRPr kumimoji="0" lang="en-US" altLang="zh-CN" sz="2000" b="1" i="0" u="none" strike="noStrike" kern="1200" cap="none" spc="0" normalizeH="0" baseline="0" noProof="0" dirty="0">
              <a:ln>
                <a:noFill/>
              </a:ln>
              <a:solidFill>
                <a:schemeClr val="tx2"/>
              </a:solidFill>
              <a:effectLst/>
              <a:uLnTx/>
              <a:uFillTx/>
              <a:latin typeface="+mn-lt"/>
              <a:ea typeface="+mn-ea"/>
              <a:cs typeface="+mn-cs"/>
            </a:endParaRPr>
          </a:p>
          <a:p>
            <a:pPr marL="742950" marR="0" lvl="1" indent="-285750" algn="l" defTabSz="914400" rtl="0" eaLnBrk="0" fontAlgn="base" latinLnBrk="0" hangingPunct="0">
              <a:lnSpc>
                <a:spcPct val="120000"/>
              </a:lnSpc>
              <a:spcBef>
                <a:spcPct val="20000"/>
              </a:spcBef>
              <a:spcAft>
                <a:spcPct val="5000"/>
              </a:spcAft>
              <a:buClr>
                <a:schemeClr val="hlink"/>
              </a:buClr>
              <a:buSzPct val="55000"/>
              <a:buFont typeface="Wingdings" panose="05000000000000000000" pitchFamily="2" charset="2"/>
              <a:buChar char="n"/>
              <a:defRPr/>
            </a:pPr>
            <a:r>
              <a:rPr kumimoji="0" lang="zh-CN" altLang="en-US" sz="2000" b="1" i="0" u="none" strike="noStrike" kern="1200" cap="none" spc="0" normalizeH="0" baseline="0" noProof="0" dirty="0">
                <a:ln>
                  <a:noFill/>
                </a:ln>
                <a:solidFill>
                  <a:schemeClr val="tx1"/>
                </a:solidFill>
                <a:effectLst/>
                <a:uLnTx/>
                <a:uFillTx/>
                <a:latin typeface="+mn-lt"/>
                <a:ea typeface="+mn-ea"/>
                <a:cs typeface="+mn-cs"/>
              </a:rPr>
              <a:t>仅支持工作方式</a:t>
            </a:r>
            <a:r>
              <a:rPr kumimoji="0" lang="en-US" altLang="zh-CN" sz="2000" b="1" i="0" u="none" strike="noStrike" kern="1200" cap="none" spc="0" normalizeH="0" baseline="0" noProof="0" dirty="0">
                <a:ln>
                  <a:noFill/>
                </a:ln>
                <a:solidFill>
                  <a:schemeClr val="tx1"/>
                </a:solidFill>
                <a:effectLst/>
                <a:uLnTx/>
                <a:uFillTx/>
                <a:latin typeface="+mn-lt"/>
                <a:ea typeface="+mn-ea"/>
                <a:cs typeface="+mn-cs"/>
              </a:rPr>
              <a:t>0</a:t>
            </a:r>
            <a:endParaRPr kumimoji="0" lang="en-US" altLang="zh-CN" sz="2000" b="1" i="0" u="none" strike="noStrike" kern="1200" cap="none" spc="0" normalizeH="0" baseline="0" noProof="0" dirty="0">
              <a:ln>
                <a:noFill/>
              </a:ln>
              <a:solidFill>
                <a:schemeClr val="tx1"/>
              </a:solidFill>
              <a:effectLst/>
              <a:uLnTx/>
              <a:uFillTx/>
              <a:latin typeface="+mn-lt"/>
              <a:ea typeface="+mn-ea"/>
              <a:cs typeface="+mn-cs"/>
            </a:endParaRPr>
          </a:p>
          <a:p>
            <a:pPr marL="742950" marR="0" lvl="1" indent="-285750" algn="l" defTabSz="914400" rtl="0" eaLnBrk="0" fontAlgn="base" latinLnBrk="0" hangingPunct="0">
              <a:lnSpc>
                <a:spcPct val="120000"/>
              </a:lnSpc>
              <a:spcBef>
                <a:spcPct val="20000"/>
              </a:spcBef>
              <a:spcAft>
                <a:spcPct val="5000"/>
              </a:spcAft>
              <a:buClr>
                <a:schemeClr val="hlink"/>
              </a:buClr>
              <a:buSzPct val="55000"/>
              <a:buFont typeface="Wingdings" panose="05000000000000000000" pitchFamily="2" charset="2"/>
              <a:buChar char="n"/>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cs"/>
              </a:rPr>
              <a:t>A</a:t>
            </a:r>
            <a:r>
              <a:rPr kumimoji="0" lang="zh-CN" altLang="en-US" sz="2000" b="1" i="0" u="none" strike="noStrike" kern="1200" cap="none" spc="0" normalizeH="0" baseline="0" noProof="0" dirty="0">
                <a:ln>
                  <a:noFill/>
                </a:ln>
                <a:solidFill>
                  <a:schemeClr val="tx1"/>
                </a:solidFill>
                <a:effectLst/>
                <a:uLnTx/>
                <a:uFillTx/>
                <a:latin typeface="+mn-lt"/>
                <a:ea typeface="+mn-ea"/>
                <a:cs typeface="+mn-cs"/>
              </a:rPr>
              <a:t>组控制高</a:t>
            </a:r>
            <a:r>
              <a:rPr kumimoji="0" lang="en-US" altLang="zh-CN" sz="2000" b="1" i="0" u="none" strike="noStrike" kern="1200" cap="none" spc="0" normalizeH="0" baseline="0" noProof="0" dirty="0">
                <a:ln>
                  <a:noFill/>
                </a:ln>
                <a:solidFill>
                  <a:schemeClr val="tx1"/>
                </a:solidFill>
                <a:effectLst/>
                <a:uLnTx/>
                <a:uFillTx/>
                <a:latin typeface="+mn-lt"/>
                <a:ea typeface="+mn-ea"/>
                <a:cs typeface="+mn-cs"/>
              </a:rPr>
              <a:t>4</a:t>
            </a:r>
            <a:r>
              <a:rPr kumimoji="0" lang="zh-CN" altLang="en-US" sz="2000" b="1" i="0" u="none" strike="noStrike" kern="1200" cap="none" spc="0" normalizeH="0" baseline="0" noProof="0" dirty="0">
                <a:ln>
                  <a:noFill/>
                </a:ln>
                <a:solidFill>
                  <a:schemeClr val="tx1"/>
                </a:solidFill>
                <a:effectLst/>
                <a:uLnTx/>
                <a:uFillTx/>
                <a:latin typeface="+mn-lt"/>
                <a:ea typeface="+mn-ea"/>
                <a:cs typeface="+mn-cs"/>
              </a:rPr>
              <a:t>位</a:t>
            </a:r>
            <a:r>
              <a:rPr kumimoji="0" lang="en-US" altLang="zh-CN" sz="2000" b="1" i="0" u="none" strike="noStrike" kern="1200" cap="none" spc="0" normalizeH="0" baseline="0" noProof="0" dirty="0">
                <a:ln>
                  <a:noFill/>
                </a:ln>
                <a:solidFill>
                  <a:schemeClr val="tx1"/>
                </a:solidFill>
                <a:effectLst/>
                <a:uLnTx/>
                <a:uFillTx/>
                <a:latin typeface="+mn-lt"/>
                <a:ea typeface="+mn-ea"/>
                <a:cs typeface="+mn-cs"/>
              </a:rPr>
              <a:t>PC4</a:t>
            </a:r>
            <a:r>
              <a:rPr kumimoji="0" lang="zh-CN" altLang="en-US" sz="2000" b="1" i="0" u="none" strike="noStrike" kern="1200" cap="none" spc="0" normalizeH="0" baseline="0" noProof="0" dirty="0">
                <a:ln>
                  <a:noFill/>
                </a:ln>
                <a:solidFill>
                  <a:schemeClr val="tx1"/>
                </a:solidFill>
                <a:effectLst/>
                <a:uLnTx/>
                <a:uFillTx/>
                <a:latin typeface="+mn-lt"/>
                <a:ea typeface="+mn-ea"/>
                <a:cs typeface="+mn-cs"/>
              </a:rPr>
              <a:t>～</a:t>
            </a:r>
            <a:r>
              <a:rPr kumimoji="0" lang="en-US" altLang="zh-CN" sz="2000" b="1" i="0" u="none" strike="noStrike" kern="1200" cap="none" spc="0" normalizeH="0" baseline="0" noProof="0" dirty="0">
                <a:ln>
                  <a:noFill/>
                </a:ln>
                <a:solidFill>
                  <a:schemeClr val="tx1"/>
                </a:solidFill>
                <a:effectLst/>
                <a:uLnTx/>
                <a:uFillTx/>
                <a:latin typeface="+mn-lt"/>
                <a:ea typeface="+mn-ea"/>
                <a:cs typeface="+mn-cs"/>
              </a:rPr>
              <a:t>PC7</a:t>
            </a:r>
            <a:r>
              <a:rPr kumimoji="0" lang="zh-CN" altLang="en-US" sz="2000" b="1" i="0" u="none" strike="noStrike" kern="1200" cap="none" spc="0" normalizeH="0" baseline="0" noProof="0" dirty="0">
                <a:ln>
                  <a:noFill/>
                </a:ln>
                <a:solidFill>
                  <a:schemeClr val="tx1"/>
                </a:solidFill>
                <a:effectLst/>
                <a:uLnTx/>
                <a:uFillTx/>
                <a:latin typeface="+mn-lt"/>
                <a:ea typeface="+mn-ea"/>
                <a:cs typeface="+mn-cs"/>
              </a:rPr>
              <a:t>；</a:t>
            </a:r>
            <a:r>
              <a:rPr kumimoji="0" lang="en-US" altLang="zh-CN" sz="2000" b="1" i="0" u="none" strike="noStrike" kern="1200" cap="none" spc="0" normalizeH="0" baseline="0" noProof="0" dirty="0">
                <a:ln>
                  <a:noFill/>
                </a:ln>
                <a:solidFill>
                  <a:schemeClr val="tx1"/>
                </a:solidFill>
                <a:effectLst/>
                <a:uLnTx/>
                <a:uFillTx/>
                <a:latin typeface="+mn-lt"/>
                <a:ea typeface="+mn-ea"/>
                <a:cs typeface="+mn-cs"/>
              </a:rPr>
              <a:t>B</a:t>
            </a:r>
            <a:r>
              <a:rPr kumimoji="0" lang="zh-CN" altLang="en-US" sz="2000" b="1" i="0" u="none" strike="noStrike" kern="1200" cap="none" spc="0" normalizeH="0" baseline="0" noProof="0" dirty="0">
                <a:ln>
                  <a:noFill/>
                </a:ln>
                <a:solidFill>
                  <a:schemeClr val="tx1"/>
                </a:solidFill>
                <a:effectLst/>
                <a:uLnTx/>
                <a:uFillTx/>
                <a:latin typeface="+mn-lt"/>
                <a:ea typeface="+mn-ea"/>
                <a:cs typeface="+mn-cs"/>
              </a:rPr>
              <a:t>组控制低</a:t>
            </a:r>
            <a:r>
              <a:rPr kumimoji="0" lang="en-US" altLang="zh-CN" sz="2000" b="1" i="0" u="none" strike="noStrike" kern="1200" cap="none" spc="0" normalizeH="0" baseline="0" noProof="0" dirty="0">
                <a:ln>
                  <a:noFill/>
                </a:ln>
                <a:solidFill>
                  <a:schemeClr val="tx1"/>
                </a:solidFill>
                <a:effectLst/>
                <a:uLnTx/>
                <a:uFillTx/>
                <a:latin typeface="+mn-lt"/>
                <a:ea typeface="+mn-ea"/>
                <a:cs typeface="+mn-cs"/>
              </a:rPr>
              <a:t>4</a:t>
            </a:r>
            <a:r>
              <a:rPr kumimoji="0" lang="zh-CN" altLang="en-US" sz="2000" b="1" i="0" u="none" strike="noStrike" kern="1200" cap="none" spc="0" normalizeH="0" baseline="0" noProof="0" dirty="0">
                <a:ln>
                  <a:noFill/>
                </a:ln>
                <a:solidFill>
                  <a:schemeClr val="tx1"/>
                </a:solidFill>
                <a:effectLst/>
                <a:uLnTx/>
                <a:uFillTx/>
                <a:latin typeface="+mn-lt"/>
                <a:ea typeface="+mn-ea"/>
                <a:cs typeface="+mn-cs"/>
              </a:rPr>
              <a:t>位</a:t>
            </a:r>
            <a:r>
              <a:rPr kumimoji="0" lang="en-US" altLang="zh-CN" sz="2000" b="1" i="0" u="none" strike="noStrike" kern="1200" cap="none" spc="0" normalizeH="0" baseline="0" noProof="0" dirty="0">
                <a:ln>
                  <a:noFill/>
                </a:ln>
                <a:solidFill>
                  <a:schemeClr val="tx1"/>
                </a:solidFill>
                <a:effectLst/>
                <a:uLnTx/>
                <a:uFillTx/>
                <a:latin typeface="+mn-lt"/>
                <a:ea typeface="+mn-ea"/>
                <a:cs typeface="+mn-cs"/>
              </a:rPr>
              <a:t>PC0</a:t>
            </a:r>
            <a:r>
              <a:rPr kumimoji="0" lang="zh-CN" altLang="en-US" sz="2000" b="1" i="0" u="none" strike="noStrike" kern="1200" cap="none" spc="0" normalizeH="0" baseline="0" noProof="0" dirty="0">
                <a:ln>
                  <a:noFill/>
                </a:ln>
                <a:solidFill>
                  <a:schemeClr val="tx1"/>
                </a:solidFill>
                <a:effectLst/>
                <a:uLnTx/>
                <a:uFillTx/>
                <a:latin typeface="+mn-lt"/>
                <a:ea typeface="+mn-ea"/>
                <a:cs typeface="+mn-cs"/>
              </a:rPr>
              <a:t>～</a:t>
            </a:r>
            <a:r>
              <a:rPr kumimoji="0" lang="en-US" altLang="zh-CN" sz="2000" b="1" i="0" u="none" strike="noStrike" kern="1200" cap="none" spc="0" normalizeH="0" baseline="0" noProof="0" dirty="0">
                <a:ln>
                  <a:noFill/>
                </a:ln>
                <a:solidFill>
                  <a:schemeClr val="tx1"/>
                </a:solidFill>
                <a:effectLst/>
                <a:uLnTx/>
                <a:uFillTx/>
                <a:latin typeface="+mn-lt"/>
                <a:ea typeface="+mn-ea"/>
                <a:cs typeface="+mn-cs"/>
              </a:rPr>
              <a:t>PC3</a:t>
            </a:r>
            <a:endParaRPr kumimoji="0" lang="en-US" altLang="zh-CN" sz="2000" b="1" i="0" u="none" strike="noStrike" kern="1200" cap="none" spc="0" normalizeH="0" baseline="0" noProof="0" dirty="0">
              <a:ln>
                <a:noFill/>
              </a:ln>
              <a:solidFill>
                <a:schemeClr val="tx1"/>
              </a:solidFill>
              <a:effectLst/>
              <a:uLnTx/>
              <a:uFillTx/>
              <a:latin typeface="+mn-lt"/>
              <a:ea typeface="+mn-ea"/>
              <a:cs typeface="+mn-cs"/>
            </a:endParaRPr>
          </a:p>
          <a:p>
            <a:pPr marL="742950" marR="0" lvl="1" indent="-285750" algn="l" defTabSz="914400" rtl="0" eaLnBrk="0" fontAlgn="base" latinLnBrk="0" hangingPunct="0">
              <a:lnSpc>
                <a:spcPct val="120000"/>
              </a:lnSpc>
              <a:spcBef>
                <a:spcPct val="20000"/>
              </a:spcBef>
              <a:spcAft>
                <a:spcPct val="5000"/>
              </a:spcAft>
              <a:buClr>
                <a:schemeClr val="hlink"/>
              </a:buClr>
              <a:buSzPct val="55000"/>
              <a:buFont typeface="Wingdings" panose="05000000000000000000" pitchFamily="2" charset="2"/>
              <a:buChar char="n"/>
              <a:defRPr/>
            </a:pPr>
            <a:r>
              <a:rPr kumimoji="0" lang="zh-CN" altLang="en-US" sz="2000" b="1" i="0" u="none" strike="noStrike" kern="1200" cap="none" spc="0" normalizeH="0" baseline="0" noProof="0" dirty="0">
                <a:ln>
                  <a:noFill/>
                </a:ln>
                <a:solidFill>
                  <a:schemeClr val="tx1"/>
                </a:solidFill>
                <a:effectLst/>
                <a:uLnTx/>
                <a:uFillTx/>
                <a:latin typeface="+mn-lt"/>
                <a:ea typeface="+mn-ea"/>
                <a:cs typeface="+mn-cs"/>
              </a:rPr>
              <a:t>可作数据、状态和控制端口。输出有锁存能力。</a:t>
            </a:r>
            <a:endParaRPr kumimoji="0" lang="zh-CN" altLang="en-US" sz="2000" b="1" i="0" u="none" strike="noStrike" kern="1200" cap="none" spc="0" normalizeH="0" baseline="0" noProof="0" dirty="0">
              <a:ln>
                <a:noFill/>
              </a:ln>
              <a:solidFill>
                <a:schemeClr val="tx1"/>
              </a:solidFill>
              <a:effectLst/>
              <a:uLnTx/>
              <a:uFillTx/>
              <a:latin typeface="+mn-lt"/>
              <a:ea typeface="+mn-ea"/>
              <a:cs typeface="+mn-cs"/>
            </a:endParaRPr>
          </a:p>
          <a:p>
            <a:pPr marL="742950" marR="0" lvl="1" indent="-285750" algn="l" defTabSz="914400" rtl="0" eaLnBrk="0" fontAlgn="base" latinLnBrk="0" hangingPunct="0">
              <a:lnSpc>
                <a:spcPct val="120000"/>
              </a:lnSpc>
              <a:spcBef>
                <a:spcPct val="20000"/>
              </a:spcBef>
              <a:spcAft>
                <a:spcPct val="5000"/>
              </a:spcAft>
              <a:buClr>
                <a:schemeClr val="hlink"/>
              </a:buClr>
              <a:buSzPct val="55000"/>
              <a:buFont typeface="Wingdings" panose="05000000000000000000" pitchFamily="2" charset="2"/>
              <a:buChar char="n"/>
              <a:defRPr/>
            </a:pPr>
            <a:r>
              <a:rPr kumimoji="0" lang="zh-CN" altLang="en-US" sz="2000" b="1" i="0" u="none" strike="noStrike" kern="1200" cap="none" spc="0" normalizeH="0" baseline="0" noProof="0" dirty="0">
                <a:ln>
                  <a:noFill/>
                </a:ln>
                <a:solidFill>
                  <a:schemeClr val="tx1"/>
                </a:solidFill>
                <a:effectLst/>
                <a:uLnTx/>
                <a:uFillTx/>
                <a:latin typeface="+mn-lt"/>
                <a:ea typeface="+mn-ea"/>
                <a:cs typeface="+mn-cs"/>
              </a:rPr>
              <a:t>分两个</a:t>
            </a:r>
            <a:r>
              <a:rPr kumimoji="0" lang="en-US" altLang="zh-CN" sz="2000" b="1" i="0" u="none" strike="noStrike" kern="1200" cap="none" spc="0" normalizeH="0" baseline="0" noProof="0" dirty="0">
                <a:ln>
                  <a:noFill/>
                </a:ln>
                <a:solidFill>
                  <a:schemeClr val="tx1"/>
                </a:solidFill>
                <a:effectLst/>
                <a:uLnTx/>
                <a:uFillTx/>
                <a:latin typeface="+mn-lt"/>
                <a:ea typeface="+mn-ea"/>
                <a:cs typeface="+mn-cs"/>
              </a:rPr>
              <a:t>4</a:t>
            </a:r>
            <a:r>
              <a:rPr kumimoji="0" lang="zh-CN" altLang="en-US" sz="2000" b="1" i="0" u="none" strike="noStrike" kern="1200" cap="none" spc="0" normalizeH="0" baseline="0" noProof="0" dirty="0">
                <a:ln>
                  <a:noFill/>
                </a:ln>
                <a:solidFill>
                  <a:schemeClr val="tx1"/>
                </a:solidFill>
                <a:effectLst/>
                <a:uLnTx/>
                <a:uFillTx/>
                <a:latin typeface="+mn-lt"/>
                <a:ea typeface="+mn-ea"/>
                <a:cs typeface="+mn-cs"/>
              </a:rPr>
              <a:t>位，每位可独立操作</a:t>
            </a:r>
            <a:endParaRPr kumimoji="0" lang="zh-CN" altLang="en-US" sz="2000" b="1" i="0" u="none" strike="noStrike" kern="1200" cap="none" spc="0" normalizeH="0" baseline="0" noProof="0" dirty="0">
              <a:ln>
                <a:noFill/>
              </a:ln>
              <a:solidFill>
                <a:schemeClr val="tx1"/>
              </a:solidFill>
              <a:effectLst/>
              <a:uLnTx/>
              <a:uFillTx/>
              <a:latin typeface="+mn-lt"/>
              <a:ea typeface="+mn-ea"/>
              <a:cs typeface="+mn-cs"/>
            </a:endParaRPr>
          </a:p>
          <a:p>
            <a:pPr marL="457200" marR="0" lvl="1" indent="0" algn="l" defTabSz="914400" rtl="0" eaLnBrk="0" fontAlgn="base" latinLnBrk="0" hangingPunct="0">
              <a:lnSpc>
                <a:spcPct val="120000"/>
              </a:lnSpc>
              <a:spcBef>
                <a:spcPct val="20000"/>
              </a:spcBef>
              <a:spcAft>
                <a:spcPct val="5000"/>
              </a:spcAft>
              <a:buClr>
                <a:schemeClr val="hlink"/>
              </a:buClr>
              <a:buSzPct val="55000"/>
              <a:buFont typeface="Wingdings" panose="05000000000000000000" pitchFamily="2" charset="2"/>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cs"/>
            </a:endParaRPr>
          </a:p>
        </p:txBody>
      </p:sp>
      <p:sp>
        <p:nvSpPr>
          <p:cNvPr id="7" name="Rectangle 3"/>
          <p:cNvSpPr>
            <a:spLocks noChangeArrowheads="1"/>
          </p:cNvSpPr>
          <p:nvPr/>
        </p:nvSpPr>
        <p:spPr bwMode="auto">
          <a:xfrm>
            <a:off x="1130300" y="838200"/>
            <a:ext cx="6011863" cy="784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0" fontAlgn="base" latinLnBrk="0" hangingPunct="0">
              <a:lnSpc>
                <a:spcPct val="130000"/>
              </a:lnSpc>
              <a:spcBef>
                <a:spcPct val="0"/>
              </a:spcBef>
              <a:spcAft>
                <a:spcPct val="0"/>
              </a:spcAft>
              <a:buClrTx/>
              <a:buSzTx/>
              <a:buFontTx/>
              <a:buNone/>
              <a:defRPr/>
            </a:pPr>
            <a:r>
              <a:rPr kumimoji="0" lang="en-US" altLang="zh-CN" sz="3200" b="1" i="0" u="none" strike="noStrike" kern="1200" cap="none" spc="0" normalizeH="0" baseline="0" noProof="0" dirty="0">
                <a:ln>
                  <a:noFill/>
                </a:ln>
                <a:solidFill>
                  <a:schemeClr val="tx1"/>
                </a:solidFill>
                <a:effectLst/>
                <a:uLnTx/>
                <a:uFillTx/>
                <a:latin typeface="Arial" panose="020B0604020202020204" pitchFamily="34" charset="0"/>
                <a:ea typeface="+mn-ea"/>
                <a:cs typeface="+mn-cs"/>
              </a:rPr>
              <a:t> </a:t>
            </a:r>
            <a:r>
              <a:rPr kumimoji="0" lang="zh-CN" altLang="en-US" sz="4000" b="1" i="0" u="none" strike="noStrike" kern="1200" cap="none" spc="0" normalizeH="0" baseline="0" noProof="0" dirty="0">
                <a:ln>
                  <a:noFill/>
                </a:ln>
                <a:solidFill>
                  <a:srgbClr val="C00000"/>
                </a:solidFill>
                <a:effectLst/>
                <a:uLnTx/>
                <a:uFillTx/>
                <a:latin typeface="+mj-ea"/>
                <a:ea typeface="+mj-ea"/>
                <a:cs typeface="+mn-cs"/>
              </a:rPr>
              <a:t>端口说明</a:t>
            </a:r>
            <a:endParaRPr kumimoji="0" lang="zh-CN" altLang="en-US" sz="4000" b="1" i="0" u="none" strike="noStrike" kern="1200" cap="none" spc="0" normalizeH="0" baseline="0" noProof="0" dirty="0">
              <a:ln>
                <a:noFill/>
              </a:ln>
              <a:solidFill>
                <a:srgbClr val="C00000"/>
              </a:solidFill>
              <a:effectLst/>
              <a:uLnTx/>
              <a:uFillTx/>
              <a:latin typeface="+mj-ea"/>
              <a:ea typeface="+mj-ea"/>
              <a:cs typeface="+mn-cs"/>
            </a:endParaRP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159747">
                                            <p:txEl>
                                              <p:charRg st="0" end="12"/>
                                            </p:txEl>
                                          </p:spTgt>
                                        </p:tgtEl>
                                        <p:attrNameLst>
                                          <p:attrName>style.visibility</p:attrName>
                                        </p:attrNameLst>
                                      </p:cBhvr>
                                      <p:to>
                                        <p:strVal val="visible"/>
                                      </p:to>
                                    </p:set>
                                    <p:anim calcmode="lin" valueType="num">
                                      <p:cBhvr additive="base">
                                        <p:cTn id="7" dur="500" fill="hold"/>
                                        <p:tgtEl>
                                          <p:spTgt spid="159747">
                                            <p:txEl>
                                              <p:charRg st="0" end="12"/>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159747">
                                            <p:txEl>
                                              <p:charRg st="0" end="12"/>
                                            </p:txEl>
                                          </p:spTgt>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159747">
                                            <p:txEl>
                                              <p:charRg st="12" end="24"/>
                                            </p:txEl>
                                          </p:spTgt>
                                        </p:tgtEl>
                                        <p:attrNameLst>
                                          <p:attrName>style.visibility</p:attrName>
                                        </p:attrNameLst>
                                      </p:cBhvr>
                                      <p:to>
                                        <p:strVal val="visible"/>
                                      </p:to>
                                    </p:set>
                                    <p:anim calcmode="lin" valueType="num">
                                      <p:cBhvr additive="base">
                                        <p:cTn id="11" dur="500" fill="hold"/>
                                        <p:tgtEl>
                                          <p:spTgt spid="159747">
                                            <p:txEl>
                                              <p:charRg st="12" end="24"/>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159747">
                                            <p:txEl>
                                              <p:charRg st="12" end="24"/>
                                            </p:txEl>
                                          </p:spTgt>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159747">
                                            <p:txEl>
                                              <p:charRg st="24" end="48"/>
                                            </p:txEl>
                                          </p:spTgt>
                                        </p:tgtEl>
                                        <p:attrNameLst>
                                          <p:attrName>style.visibility</p:attrName>
                                        </p:attrNameLst>
                                      </p:cBhvr>
                                      <p:to>
                                        <p:strVal val="visible"/>
                                      </p:to>
                                    </p:set>
                                    <p:anim calcmode="lin" valueType="num">
                                      <p:cBhvr additive="base">
                                        <p:cTn id="15" dur="500" fill="hold"/>
                                        <p:tgtEl>
                                          <p:spTgt spid="159747">
                                            <p:txEl>
                                              <p:charRg st="24" end="48"/>
                                            </p:txEl>
                                          </p:spTgt>
                                        </p:tgtEl>
                                        <p:attrNameLst>
                                          <p:attrName>ppt_x</p:attrName>
                                        </p:attrNameLst>
                                      </p:cBhvr>
                                      <p:tavLst>
                                        <p:tav tm="0">
                                          <p:val>
                                            <p:strVal val="1+#ppt_w/2"/>
                                          </p:val>
                                        </p:tav>
                                        <p:tav tm="100000">
                                          <p:val>
                                            <p:strVal val="#ppt_x"/>
                                          </p:val>
                                        </p:tav>
                                      </p:tavLst>
                                    </p:anim>
                                    <p:anim calcmode="lin" valueType="num">
                                      <p:cBhvr additive="base">
                                        <p:cTn id="16" dur="500" fill="hold"/>
                                        <p:tgtEl>
                                          <p:spTgt spid="159747">
                                            <p:txEl>
                                              <p:charRg st="24" end="48"/>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grpId="0" nodeType="clickEffect">
                                  <p:stCondLst>
                                    <p:cond delay="0"/>
                                  </p:stCondLst>
                                  <p:childTnLst>
                                    <p:set>
                                      <p:cBhvr>
                                        <p:cTn id="20" dur="1" fill="hold">
                                          <p:stCondLst>
                                            <p:cond delay="0"/>
                                          </p:stCondLst>
                                        </p:cTn>
                                        <p:tgtEl>
                                          <p:spTgt spid="159747">
                                            <p:txEl>
                                              <p:charRg st="48" end="60"/>
                                            </p:txEl>
                                          </p:spTgt>
                                        </p:tgtEl>
                                        <p:attrNameLst>
                                          <p:attrName>style.visibility</p:attrName>
                                        </p:attrNameLst>
                                      </p:cBhvr>
                                      <p:to>
                                        <p:strVal val="visible"/>
                                      </p:to>
                                    </p:set>
                                    <p:anim calcmode="lin" valueType="num">
                                      <p:cBhvr additive="base">
                                        <p:cTn id="21" dur="500" fill="hold"/>
                                        <p:tgtEl>
                                          <p:spTgt spid="159747">
                                            <p:txEl>
                                              <p:charRg st="48" end="6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159747">
                                            <p:txEl>
                                              <p:charRg st="48" end="60"/>
                                            </p:txEl>
                                          </p:spTgt>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0"/>
                                  </p:stCondLst>
                                  <p:childTnLst>
                                    <p:set>
                                      <p:cBhvr>
                                        <p:cTn id="24" dur="1" fill="hold">
                                          <p:stCondLst>
                                            <p:cond delay="0"/>
                                          </p:stCondLst>
                                        </p:cTn>
                                        <p:tgtEl>
                                          <p:spTgt spid="159747">
                                            <p:txEl>
                                              <p:charRg st="60" end="70"/>
                                            </p:txEl>
                                          </p:spTgt>
                                        </p:tgtEl>
                                        <p:attrNameLst>
                                          <p:attrName>style.visibility</p:attrName>
                                        </p:attrNameLst>
                                      </p:cBhvr>
                                      <p:to>
                                        <p:strVal val="visible"/>
                                      </p:to>
                                    </p:set>
                                    <p:anim calcmode="lin" valueType="num">
                                      <p:cBhvr additive="base">
                                        <p:cTn id="25" dur="500" fill="hold"/>
                                        <p:tgtEl>
                                          <p:spTgt spid="159747">
                                            <p:txEl>
                                              <p:charRg st="60" end="70"/>
                                            </p:txEl>
                                          </p:spTgt>
                                        </p:tgtEl>
                                        <p:attrNameLst>
                                          <p:attrName>ppt_x</p:attrName>
                                        </p:attrNameLst>
                                      </p:cBhvr>
                                      <p:tavLst>
                                        <p:tav tm="0">
                                          <p:val>
                                            <p:strVal val="1+#ppt_w/2"/>
                                          </p:val>
                                        </p:tav>
                                        <p:tav tm="100000">
                                          <p:val>
                                            <p:strVal val="#ppt_x"/>
                                          </p:val>
                                        </p:tav>
                                      </p:tavLst>
                                    </p:anim>
                                    <p:anim calcmode="lin" valueType="num">
                                      <p:cBhvr additive="base">
                                        <p:cTn id="26" dur="500" fill="hold"/>
                                        <p:tgtEl>
                                          <p:spTgt spid="159747">
                                            <p:txEl>
                                              <p:charRg st="60" end="70"/>
                                            </p:txEl>
                                          </p:spTgt>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0"/>
                                  </p:stCondLst>
                                  <p:childTnLst>
                                    <p:set>
                                      <p:cBhvr>
                                        <p:cTn id="28" dur="1" fill="hold">
                                          <p:stCondLst>
                                            <p:cond delay="0"/>
                                          </p:stCondLst>
                                        </p:cTn>
                                        <p:tgtEl>
                                          <p:spTgt spid="159747">
                                            <p:txEl>
                                              <p:charRg st="70" end="89"/>
                                            </p:txEl>
                                          </p:spTgt>
                                        </p:tgtEl>
                                        <p:attrNameLst>
                                          <p:attrName>style.visibility</p:attrName>
                                        </p:attrNameLst>
                                      </p:cBhvr>
                                      <p:to>
                                        <p:strVal val="visible"/>
                                      </p:to>
                                    </p:set>
                                    <p:anim calcmode="lin" valueType="num">
                                      <p:cBhvr additive="base">
                                        <p:cTn id="29" dur="500" fill="hold"/>
                                        <p:tgtEl>
                                          <p:spTgt spid="159747">
                                            <p:txEl>
                                              <p:charRg st="70" end="89"/>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159747">
                                            <p:txEl>
                                              <p:charRg st="70" end="89"/>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grpId="0" nodeType="clickEffect">
                                  <p:stCondLst>
                                    <p:cond delay="0"/>
                                  </p:stCondLst>
                                  <p:childTnLst>
                                    <p:set>
                                      <p:cBhvr>
                                        <p:cTn id="34" dur="1" fill="hold">
                                          <p:stCondLst>
                                            <p:cond delay="0"/>
                                          </p:stCondLst>
                                        </p:cTn>
                                        <p:tgtEl>
                                          <p:spTgt spid="159747">
                                            <p:txEl>
                                              <p:charRg st="89" end="101"/>
                                            </p:txEl>
                                          </p:spTgt>
                                        </p:tgtEl>
                                        <p:attrNameLst>
                                          <p:attrName>style.visibility</p:attrName>
                                        </p:attrNameLst>
                                      </p:cBhvr>
                                      <p:to>
                                        <p:strVal val="visible"/>
                                      </p:to>
                                    </p:set>
                                    <p:anim calcmode="lin" valueType="num">
                                      <p:cBhvr additive="base">
                                        <p:cTn id="35" dur="500" fill="hold"/>
                                        <p:tgtEl>
                                          <p:spTgt spid="159747">
                                            <p:txEl>
                                              <p:charRg st="89" end="101"/>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159747">
                                            <p:txEl>
                                              <p:charRg st="89" end="101"/>
                                            </p:txEl>
                                          </p:spTgt>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159747">
                                            <p:txEl>
                                              <p:charRg st="101" end="110"/>
                                            </p:txEl>
                                          </p:spTgt>
                                        </p:tgtEl>
                                        <p:attrNameLst>
                                          <p:attrName>style.visibility</p:attrName>
                                        </p:attrNameLst>
                                      </p:cBhvr>
                                      <p:to>
                                        <p:strVal val="visible"/>
                                      </p:to>
                                    </p:set>
                                    <p:anim calcmode="lin" valueType="num">
                                      <p:cBhvr additive="base">
                                        <p:cTn id="39" dur="500" fill="hold"/>
                                        <p:tgtEl>
                                          <p:spTgt spid="159747">
                                            <p:txEl>
                                              <p:charRg st="101" end="110"/>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159747">
                                            <p:txEl>
                                              <p:charRg st="101" end="110"/>
                                            </p:txEl>
                                          </p:spTgt>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159747">
                                            <p:txEl>
                                              <p:charRg st="110" end="140"/>
                                            </p:txEl>
                                          </p:spTgt>
                                        </p:tgtEl>
                                        <p:attrNameLst>
                                          <p:attrName>style.visibility</p:attrName>
                                        </p:attrNameLst>
                                      </p:cBhvr>
                                      <p:to>
                                        <p:strVal val="visible"/>
                                      </p:to>
                                    </p:set>
                                    <p:anim calcmode="lin" valueType="num">
                                      <p:cBhvr additive="base">
                                        <p:cTn id="43" dur="500" fill="hold"/>
                                        <p:tgtEl>
                                          <p:spTgt spid="159747">
                                            <p:txEl>
                                              <p:charRg st="110" end="140"/>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159747">
                                            <p:txEl>
                                              <p:charRg st="110" end="140"/>
                                            </p:txEl>
                                          </p:spTgt>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159747">
                                            <p:txEl>
                                              <p:charRg st="140" end="162"/>
                                            </p:txEl>
                                          </p:spTgt>
                                        </p:tgtEl>
                                        <p:attrNameLst>
                                          <p:attrName>style.visibility</p:attrName>
                                        </p:attrNameLst>
                                      </p:cBhvr>
                                      <p:to>
                                        <p:strVal val="visible"/>
                                      </p:to>
                                    </p:set>
                                    <p:anim calcmode="lin" valueType="num">
                                      <p:cBhvr additive="base">
                                        <p:cTn id="47" dur="500" fill="hold"/>
                                        <p:tgtEl>
                                          <p:spTgt spid="159747">
                                            <p:txEl>
                                              <p:charRg st="140" end="162"/>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159747">
                                            <p:txEl>
                                              <p:charRg st="140" end="162"/>
                                            </p:txEl>
                                          </p:spTgt>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159747">
                                            <p:txEl>
                                              <p:charRg st="162" end="176"/>
                                            </p:txEl>
                                          </p:spTgt>
                                        </p:tgtEl>
                                        <p:attrNameLst>
                                          <p:attrName>style.visibility</p:attrName>
                                        </p:attrNameLst>
                                      </p:cBhvr>
                                      <p:to>
                                        <p:strVal val="visible"/>
                                      </p:to>
                                    </p:set>
                                    <p:anim calcmode="lin" valueType="num">
                                      <p:cBhvr additive="base">
                                        <p:cTn id="51" dur="500" fill="hold"/>
                                        <p:tgtEl>
                                          <p:spTgt spid="159747">
                                            <p:txEl>
                                              <p:charRg st="162" end="176"/>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159747">
                                            <p:txEl>
                                              <p:charRg st="162" end="17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9747" grpId="0" build="p"/>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9747" name="Rectangle 3"/>
          <p:cNvSpPr>
            <a:spLocks noGrp="1" noChangeArrowheads="1"/>
          </p:cNvSpPr>
          <p:nvPr>
            <p:ph idx="1"/>
          </p:nvPr>
        </p:nvSpPr>
        <p:spPr>
          <a:xfrm>
            <a:off x="684213" y="1844675"/>
            <a:ext cx="7488238" cy="4897438"/>
          </a:xfrm>
          <a:ln w="38100">
            <a:miter lim="800000"/>
          </a:ln>
        </p:spPr>
        <p:txBody>
          <a:bodyPr vert="horz" wrap="square" lIns="91440" tIns="45720" rIns="91440" bIns="45720" numCol="1" anchor="t" anchorCtr="0" compatLnSpc="1"/>
          <a:lstStyle/>
          <a:p>
            <a:pPr marL="342900" marR="0" lvl="0" indent="-342900" algn="l" defTabSz="914400" rtl="0" eaLnBrk="0" fontAlgn="base" latinLnBrk="0" hangingPunct="0">
              <a:lnSpc>
                <a:spcPct val="120000"/>
              </a:lnSpc>
              <a:spcBef>
                <a:spcPct val="20000"/>
              </a:spcBef>
              <a:spcAft>
                <a:spcPct val="5000"/>
              </a:spcAft>
              <a:buClr>
                <a:schemeClr val="folHlink"/>
              </a:buClr>
              <a:buSzPct val="60000"/>
              <a:buFont typeface="Wingdings" panose="05000000000000000000" pitchFamily="2" charset="2"/>
              <a:buChar char="n"/>
              <a:defRPr/>
            </a:pPr>
            <a:r>
              <a:rPr kumimoji="0" lang="zh-CN" altLang="en-US" sz="2400" b="1" i="0" u="none" strike="noStrike" kern="1200" cap="none" spc="0" normalizeH="0" baseline="0" noProof="0" dirty="0">
                <a:ln>
                  <a:noFill/>
                </a:ln>
                <a:solidFill>
                  <a:srgbClr val="C00000"/>
                </a:solidFill>
                <a:effectLst/>
                <a:uLnTx/>
                <a:uFillTx/>
                <a:latin typeface="+mn-ea"/>
                <a:ea typeface="+mn-ea"/>
                <a:cs typeface="+mn-cs"/>
              </a:rPr>
              <a:t>在</a:t>
            </a:r>
            <a:r>
              <a:rPr kumimoji="0" lang="en-US" altLang="zh-CN" sz="2400" b="1" i="0" u="none" strike="noStrike" kern="1200" cap="none" spc="0" normalizeH="0" baseline="0" noProof="0" dirty="0">
                <a:ln>
                  <a:noFill/>
                </a:ln>
                <a:solidFill>
                  <a:srgbClr val="C00000"/>
                </a:solidFill>
                <a:effectLst/>
                <a:uLnTx/>
                <a:uFillTx/>
                <a:latin typeface="+mn-ea"/>
                <a:ea typeface="+mn-ea"/>
                <a:cs typeface="+mn-cs"/>
              </a:rPr>
              <a:t>8255A</a:t>
            </a:r>
            <a:r>
              <a:rPr kumimoji="0" lang="zh-CN" altLang="en-US" sz="2400" b="1" i="0" u="none" strike="noStrike" kern="1200" cap="none" spc="0" normalizeH="0" baseline="0" noProof="0" dirty="0">
                <a:ln>
                  <a:noFill/>
                </a:ln>
                <a:solidFill>
                  <a:srgbClr val="C00000"/>
                </a:solidFill>
                <a:effectLst/>
                <a:uLnTx/>
                <a:uFillTx/>
                <a:latin typeface="+mn-ea"/>
                <a:ea typeface="+mn-ea"/>
                <a:cs typeface="+mn-cs"/>
              </a:rPr>
              <a:t>内部硬件结构中</a:t>
            </a:r>
            <a:r>
              <a:rPr kumimoji="0" lang="en-US" altLang="zh-CN" sz="2400" b="1" i="0" u="none" strike="noStrike" kern="1200" cap="none" spc="0" normalizeH="0" baseline="0" noProof="0" dirty="0">
                <a:ln>
                  <a:noFill/>
                </a:ln>
                <a:solidFill>
                  <a:schemeClr val="tx1"/>
                </a:solidFill>
                <a:effectLst/>
                <a:uLnTx/>
                <a:uFillTx/>
                <a:latin typeface="+mn-ea"/>
                <a:ea typeface="+mn-ea"/>
                <a:cs typeface="+mn-cs"/>
              </a:rPr>
              <a:t>:</a:t>
            </a:r>
            <a:endParaRPr kumimoji="0" lang="en-US" altLang="zh-CN" sz="2400" b="1" i="0" u="none" strike="noStrike" kern="1200" cap="none" spc="0" normalizeH="0" baseline="0" noProof="0" dirty="0">
              <a:ln>
                <a:noFill/>
              </a:ln>
              <a:solidFill>
                <a:schemeClr val="tx1"/>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 typeface="Wingdings" panose="05000000000000000000" pitchFamily="2" charset="2"/>
              <a:buNone/>
              <a:defRPr/>
            </a:pPr>
            <a:r>
              <a:rPr kumimoji="0" lang="en-US" altLang="zh-CN" sz="2000" b="1" i="0" u="none" strike="noStrike" kern="1200" cap="none" spc="0" normalizeH="0" baseline="0" noProof="0" dirty="0">
                <a:ln>
                  <a:noFill/>
                </a:ln>
                <a:solidFill>
                  <a:schemeClr val="tx1"/>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1"/>
                </a:solidFill>
                <a:effectLst/>
                <a:uLnTx/>
                <a:uFillTx/>
                <a:latin typeface="宋体" panose="02010600030101010101" pitchFamily="2" charset="-122"/>
                <a:ea typeface="宋体" panose="02010600030101010101" pitchFamily="2" charset="-122"/>
                <a:cs typeface="+mn-cs"/>
              </a:rPr>
              <a:t>A</a:t>
            </a:r>
            <a:r>
              <a:rPr kumimoji="0" lang="zh-CN" altLang="en-US" sz="2400" b="1" i="0" u="none" strike="noStrike" kern="1200" cap="none" spc="0" normalizeH="0" baseline="0" noProof="0" dirty="0">
                <a:ln>
                  <a:noFill/>
                </a:ln>
                <a:solidFill>
                  <a:schemeClr val="tx1"/>
                </a:solidFill>
                <a:effectLst/>
                <a:uLnTx/>
                <a:uFillTx/>
                <a:latin typeface="宋体" panose="02010600030101010101" pitchFamily="2" charset="-122"/>
                <a:ea typeface="宋体" panose="02010600030101010101" pitchFamily="2" charset="-122"/>
                <a:cs typeface="+mn-cs"/>
              </a:rPr>
              <a:t>口和</a:t>
            </a:r>
            <a:r>
              <a:rPr kumimoji="0" lang="en-US" altLang="zh-CN" sz="2400" b="1" i="0" u="none" strike="noStrike" kern="1200" cap="none" spc="0" normalizeH="0" baseline="0" noProof="0" dirty="0">
                <a:ln>
                  <a:noFill/>
                </a:ln>
                <a:solidFill>
                  <a:schemeClr val="tx1"/>
                </a:solidFill>
                <a:effectLst/>
                <a:uLnTx/>
                <a:uFillTx/>
                <a:latin typeface="宋体" panose="02010600030101010101" pitchFamily="2" charset="-122"/>
                <a:ea typeface="宋体" panose="02010600030101010101" pitchFamily="2" charset="-122"/>
                <a:cs typeface="+mn-cs"/>
              </a:rPr>
              <a:t>B</a:t>
            </a:r>
            <a:r>
              <a:rPr kumimoji="0" lang="zh-CN" altLang="en-US" sz="2400" b="1" i="0" u="none" strike="noStrike" kern="1200" cap="none" spc="0" normalizeH="0" baseline="0" noProof="0" dirty="0">
                <a:ln>
                  <a:noFill/>
                </a:ln>
                <a:solidFill>
                  <a:schemeClr val="tx1"/>
                </a:solidFill>
                <a:effectLst/>
                <a:uLnTx/>
                <a:uFillTx/>
                <a:latin typeface="宋体" panose="02010600030101010101" pitchFamily="2" charset="-122"/>
                <a:ea typeface="宋体" panose="02010600030101010101" pitchFamily="2" charset="-122"/>
                <a:cs typeface="+mn-cs"/>
              </a:rPr>
              <a:t>口之间没有硬件关系，即可分别作为独立的输入或输出端口；</a:t>
            </a:r>
            <a:endParaRPr kumimoji="0" lang="zh-CN" altLang="en-US" sz="2400" b="1" i="0" u="none" strike="noStrike" kern="1200" cap="none" spc="0" normalizeH="0" baseline="0" noProof="0" dirty="0">
              <a:ln>
                <a:noFill/>
              </a:ln>
              <a:solidFill>
                <a:schemeClr val="tx1"/>
              </a:solidFill>
              <a:effectLst/>
              <a:uLnTx/>
              <a:uFillTx/>
              <a:latin typeface="宋体" panose="02010600030101010101" pitchFamily="2" charset="-122"/>
              <a:ea typeface="宋体" panose="02010600030101010101" pitchFamily="2" charset="-122"/>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 typeface="Wingdings" panose="05000000000000000000" pitchFamily="2" charset="2"/>
              <a:buNone/>
              <a:defRPr/>
            </a:pPr>
            <a:r>
              <a:rPr kumimoji="0" lang="zh-CN" altLang="en-US" sz="2400" b="1" i="0" u="none" strike="noStrike" kern="1200" cap="none" spc="0" normalizeH="0" baseline="0" noProof="0" dirty="0">
                <a:ln>
                  <a:noFill/>
                </a:ln>
                <a:solidFill>
                  <a:schemeClr val="tx1"/>
                </a:solidFill>
                <a:effectLst/>
                <a:uLnTx/>
                <a:uFillTx/>
                <a:latin typeface="宋体" panose="02010600030101010101" pitchFamily="2" charset="-122"/>
                <a:ea typeface="宋体" panose="02010600030101010101" pitchFamily="2" charset="-122"/>
                <a:cs typeface="+mn-cs"/>
              </a:rPr>
              <a:t>   </a:t>
            </a:r>
            <a:r>
              <a:rPr kumimoji="0" lang="en-US" altLang="zh-CN" sz="2400" b="1" i="0" u="none" strike="noStrike" kern="1200" cap="none" spc="0" normalizeH="0" baseline="0" noProof="0" dirty="0">
                <a:ln>
                  <a:noFill/>
                </a:ln>
                <a:solidFill>
                  <a:schemeClr val="tx1"/>
                </a:solidFill>
                <a:effectLst/>
                <a:uLnTx/>
                <a:uFillTx/>
                <a:latin typeface="宋体" panose="02010600030101010101" pitchFamily="2" charset="-122"/>
                <a:ea typeface="宋体" panose="02010600030101010101" pitchFamily="2" charset="-122"/>
                <a:cs typeface="+mn-cs"/>
              </a:rPr>
              <a:t>C</a:t>
            </a:r>
            <a:r>
              <a:rPr kumimoji="0" lang="zh-CN" altLang="en-US" sz="2400" b="1" i="0" u="none" strike="noStrike" kern="1200" cap="none" spc="0" normalizeH="0" baseline="0" noProof="0" dirty="0">
                <a:ln>
                  <a:noFill/>
                </a:ln>
                <a:solidFill>
                  <a:schemeClr val="tx1"/>
                </a:solidFill>
                <a:effectLst/>
                <a:uLnTx/>
                <a:uFillTx/>
                <a:latin typeface="宋体" panose="02010600030101010101" pitchFamily="2" charset="-122"/>
                <a:ea typeface="宋体" panose="02010600030101010101" pitchFamily="2" charset="-122"/>
                <a:cs typeface="+mn-cs"/>
              </a:rPr>
              <a:t>口和</a:t>
            </a:r>
            <a:r>
              <a:rPr kumimoji="0" lang="en-US" altLang="zh-CN" sz="2400" b="1" i="0" u="none" strike="noStrike" kern="1200" cap="none" spc="0" normalizeH="0" baseline="0" noProof="0" dirty="0">
                <a:ln>
                  <a:noFill/>
                </a:ln>
                <a:solidFill>
                  <a:schemeClr val="tx1"/>
                </a:solidFill>
                <a:effectLst/>
                <a:uLnTx/>
                <a:uFillTx/>
                <a:latin typeface="宋体" panose="02010600030101010101" pitchFamily="2" charset="-122"/>
                <a:ea typeface="宋体" panose="02010600030101010101" pitchFamily="2" charset="-122"/>
                <a:cs typeface="+mn-cs"/>
              </a:rPr>
              <a:t>A</a:t>
            </a:r>
            <a:r>
              <a:rPr kumimoji="0" lang="zh-CN" altLang="en-US" sz="2400" b="1" i="0" u="none" strike="noStrike" kern="1200" cap="none" spc="0" normalizeH="0" baseline="0" noProof="0" dirty="0">
                <a:ln>
                  <a:noFill/>
                </a:ln>
                <a:solidFill>
                  <a:schemeClr val="tx1"/>
                </a:solidFill>
                <a:effectLst/>
                <a:uLnTx/>
                <a:uFillTx/>
                <a:latin typeface="宋体" panose="02010600030101010101" pitchFamily="2" charset="-122"/>
                <a:ea typeface="宋体" panose="02010600030101010101" pitchFamily="2" charset="-122"/>
                <a:cs typeface="+mn-cs"/>
              </a:rPr>
              <a:t>口，</a:t>
            </a:r>
            <a:r>
              <a:rPr kumimoji="0" lang="en-US" altLang="zh-CN" sz="2400" b="1" i="0" u="none" strike="noStrike" kern="1200" cap="none" spc="0" normalizeH="0" baseline="0" noProof="0" dirty="0">
                <a:ln>
                  <a:noFill/>
                </a:ln>
                <a:solidFill>
                  <a:schemeClr val="tx1"/>
                </a:solidFill>
                <a:effectLst/>
                <a:uLnTx/>
                <a:uFillTx/>
                <a:latin typeface="宋体" panose="02010600030101010101" pitchFamily="2" charset="-122"/>
                <a:ea typeface="宋体" panose="02010600030101010101" pitchFamily="2" charset="-122"/>
                <a:cs typeface="+mn-cs"/>
              </a:rPr>
              <a:t>C</a:t>
            </a:r>
            <a:r>
              <a:rPr kumimoji="0" lang="zh-CN" altLang="en-US" sz="2400" b="1" i="0" u="none" strike="noStrike" kern="1200" cap="none" spc="0" normalizeH="0" baseline="0" noProof="0" dirty="0">
                <a:ln>
                  <a:noFill/>
                </a:ln>
                <a:solidFill>
                  <a:schemeClr val="tx1"/>
                </a:solidFill>
                <a:effectLst/>
                <a:uLnTx/>
                <a:uFillTx/>
                <a:latin typeface="宋体" panose="02010600030101010101" pitchFamily="2" charset="-122"/>
                <a:ea typeface="宋体" panose="02010600030101010101" pitchFamily="2" charset="-122"/>
                <a:cs typeface="+mn-cs"/>
              </a:rPr>
              <a:t>口和</a:t>
            </a:r>
            <a:r>
              <a:rPr kumimoji="0" lang="en-US" altLang="zh-CN" sz="2400" b="1" i="0" u="none" strike="noStrike" kern="1200" cap="none" spc="0" normalizeH="0" baseline="0" noProof="0" dirty="0">
                <a:ln>
                  <a:noFill/>
                </a:ln>
                <a:solidFill>
                  <a:schemeClr val="tx1"/>
                </a:solidFill>
                <a:effectLst/>
                <a:uLnTx/>
                <a:uFillTx/>
                <a:latin typeface="宋体" panose="02010600030101010101" pitchFamily="2" charset="-122"/>
                <a:ea typeface="宋体" panose="02010600030101010101" pitchFamily="2" charset="-122"/>
                <a:cs typeface="+mn-cs"/>
              </a:rPr>
              <a:t>B</a:t>
            </a:r>
            <a:r>
              <a:rPr kumimoji="0" lang="zh-CN" altLang="en-US" sz="2400" b="1" i="0" u="none" strike="noStrike" kern="1200" cap="none" spc="0" normalizeH="0" baseline="0" noProof="0" dirty="0">
                <a:ln>
                  <a:noFill/>
                </a:ln>
                <a:solidFill>
                  <a:schemeClr val="tx1"/>
                </a:solidFill>
                <a:effectLst/>
                <a:uLnTx/>
                <a:uFillTx/>
                <a:latin typeface="宋体" panose="02010600030101010101" pitchFamily="2" charset="-122"/>
                <a:ea typeface="宋体" panose="02010600030101010101" pitchFamily="2" charset="-122"/>
                <a:cs typeface="+mn-cs"/>
              </a:rPr>
              <a:t>口之间有硬件联系，通过向控制口设置控制字可以改变这种联系。</a:t>
            </a:r>
            <a:endParaRPr kumimoji="0" lang="zh-CN" altLang="en-US" sz="2400" b="1" i="0" u="none" strike="noStrike" kern="1200" cap="none" spc="0" normalizeH="0" baseline="0" noProof="0" dirty="0">
              <a:ln>
                <a:noFill/>
              </a:ln>
              <a:solidFill>
                <a:schemeClr val="tx1"/>
              </a:solidFill>
              <a:effectLst/>
              <a:uLnTx/>
              <a:uFillTx/>
              <a:latin typeface="宋体" panose="02010600030101010101" pitchFamily="2" charset="-122"/>
              <a:ea typeface="宋体" panose="02010600030101010101" pitchFamily="2" charset="-122"/>
              <a:cs typeface="+mn-cs"/>
            </a:endParaRPr>
          </a:p>
          <a:p>
            <a:pPr marL="457200" marR="0" lvl="1" indent="0" algn="l" defTabSz="914400" rtl="0" eaLnBrk="0" fontAlgn="base" latinLnBrk="0" hangingPunct="0">
              <a:lnSpc>
                <a:spcPct val="120000"/>
              </a:lnSpc>
              <a:spcBef>
                <a:spcPct val="20000"/>
              </a:spcBef>
              <a:spcAft>
                <a:spcPct val="5000"/>
              </a:spcAft>
              <a:buClr>
                <a:schemeClr val="hlink"/>
              </a:buClr>
              <a:buSzPct val="55000"/>
              <a:buFont typeface="Wingdings" panose="05000000000000000000" pitchFamily="2" charset="2"/>
              <a:buNone/>
              <a:defRPr/>
            </a:pPr>
            <a:endParaRPr kumimoji="0" lang="en-US" altLang="zh-CN" sz="2000" b="1" i="0" u="none" strike="noStrike" kern="1200" cap="none" spc="0" normalizeH="0" baseline="0" noProof="0" dirty="0">
              <a:ln>
                <a:noFill/>
              </a:ln>
              <a:solidFill>
                <a:schemeClr val="tx1"/>
              </a:solidFill>
              <a:effectLst/>
              <a:uLnTx/>
              <a:uFillTx/>
              <a:latin typeface="+mn-lt"/>
              <a:ea typeface="+mn-ea"/>
              <a:cs typeface="+mn-cs"/>
            </a:endParaRP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159747">
                                            <p:txEl>
                                              <p:charRg st="0" end="15"/>
                                            </p:txEl>
                                          </p:spTgt>
                                        </p:tgtEl>
                                        <p:attrNameLst>
                                          <p:attrName>style.visibility</p:attrName>
                                        </p:attrNameLst>
                                      </p:cBhvr>
                                      <p:to>
                                        <p:strVal val="visible"/>
                                      </p:to>
                                    </p:set>
                                    <p:anim calcmode="lin" valueType="num">
                                      <p:cBhvr additive="base">
                                        <p:cTn id="7" dur="500" fill="hold"/>
                                        <p:tgtEl>
                                          <p:spTgt spid="159747">
                                            <p:txEl>
                                              <p:charRg st="0" end="15"/>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159747">
                                            <p:txEl>
                                              <p:charRg st="0" end="15"/>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159747">
                                            <p:txEl>
                                              <p:charRg st="15" end="51"/>
                                            </p:txEl>
                                          </p:spTgt>
                                        </p:tgtEl>
                                        <p:attrNameLst>
                                          <p:attrName>style.visibility</p:attrName>
                                        </p:attrNameLst>
                                      </p:cBhvr>
                                      <p:to>
                                        <p:strVal val="visible"/>
                                      </p:to>
                                    </p:set>
                                    <p:anim calcmode="lin" valueType="num">
                                      <p:cBhvr additive="base">
                                        <p:cTn id="13" dur="500" fill="hold"/>
                                        <p:tgtEl>
                                          <p:spTgt spid="159747">
                                            <p:txEl>
                                              <p:charRg st="15" end="51"/>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159747">
                                            <p:txEl>
                                              <p:charRg st="15" end="5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grpId="0" nodeType="clickEffect">
                                  <p:stCondLst>
                                    <p:cond delay="0"/>
                                  </p:stCondLst>
                                  <p:childTnLst>
                                    <p:set>
                                      <p:cBhvr>
                                        <p:cTn id="18" dur="1" fill="hold">
                                          <p:stCondLst>
                                            <p:cond delay="0"/>
                                          </p:stCondLst>
                                        </p:cTn>
                                        <p:tgtEl>
                                          <p:spTgt spid="159747">
                                            <p:txEl>
                                              <p:charRg st="51" end="95"/>
                                            </p:txEl>
                                          </p:spTgt>
                                        </p:tgtEl>
                                        <p:attrNameLst>
                                          <p:attrName>style.visibility</p:attrName>
                                        </p:attrNameLst>
                                      </p:cBhvr>
                                      <p:to>
                                        <p:strVal val="visible"/>
                                      </p:to>
                                    </p:set>
                                    <p:anim calcmode="lin" valueType="num">
                                      <p:cBhvr additive="base">
                                        <p:cTn id="19" dur="500" fill="hold"/>
                                        <p:tgtEl>
                                          <p:spTgt spid="159747">
                                            <p:txEl>
                                              <p:charRg st="51" end="95"/>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159747">
                                            <p:txEl>
                                              <p:charRg st="51" end="9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9747" grpId="0" build="p"/>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pSp>
        <p:nvGrpSpPr>
          <p:cNvPr id="149506" name="Group 43"/>
          <p:cNvGrpSpPr/>
          <p:nvPr/>
        </p:nvGrpSpPr>
        <p:grpSpPr>
          <a:xfrm>
            <a:off x="1547813" y="2205038"/>
            <a:ext cx="6096000" cy="3906837"/>
            <a:chOff x="960" y="1570"/>
            <a:chExt cx="3840" cy="2461"/>
          </a:xfrm>
        </p:grpSpPr>
        <p:sp>
          <p:nvSpPr>
            <p:cNvPr id="149508" name="Rectangle 6"/>
            <p:cNvSpPr/>
            <p:nvPr/>
          </p:nvSpPr>
          <p:spPr>
            <a:xfrm>
              <a:off x="3504" y="3417"/>
              <a:ext cx="1296" cy="308"/>
            </a:xfrm>
            <a:prstGeom prst="rect">
              <a:avLst/>
            </a:prstGeom>
            <a:noFill/>
            <a:ln w="9525">
              <a:noFill/>
            </a:ln>
          </p:spPr>
          <p:txBody>
            <a:bodyPr anchor="ctr" anchorCtr="1"/>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Aft>
                  <a:spcPct val="0"/>
                </a:spcAft>
                <a:buClr>
                  <a:schemeClr val="bg2"/>
                </a:buClr>
                <a:buSzPct val="65000"/>
                <a:buNone/>
              </a:pPr>
              <a:r>
                <a:rPr lang="zh-CN" altLang="en-US" sz="2400" dirty="0">
                  <a:solidFill>
                    <a:srgbClr val="000000"/>
                  </a:solidFill>
                  <a:latin typeface="楷体_GB2312" pitchFamily="1" charset="-122"/>
                </a:rPr>
                <a:t>方式控制端口</a:t>
              </a:r>
              <a:endParaRPr lang="zh-CN" altLang="en-US" sz="2400" dirty="0">
                <a:solidFill>
                  <a:srgbClr val="000000"/>
                </a:solidFill>
                <a:latin typeface="楷体_GB2312" pitchFamily="1" charset="-122"/>
              </a:endParaRPr>
            </a:p>
          </p:txBody>
        </p:sp>
        <p:sp>
          <p:nvSpPr>
            <p:cNvPr id="149509" name="Rectangle 7"/>
            <p:cNvSpPr/>
            <p:nvPr/>
          </p:nvSpPr>
          <p:spPr>
            <a:xfrm>
              <a:off x="2240" y="3417"/>
              <a:ext cx="1264" cy="308"/>
            </a:xfrm>
            <a:prstGeom prst="rect">
              <a:avLst/>
            </a:prstGeom>
            <a:noFill/>
            <a:ln w="9525">
              <a:noFill/>
            </a:ln>
          </p:spPr>
          <p:txBody>
            <a:bodyPr anchor="ctr" anchorCtr="1"/>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Aft>
                  <a:spcPct val="0"/>
                </a:spcAft>
                <a:buClr>
                  <a:schemeClr val="bg2"/>
                </a:buClr>
                <a:buSzPct val="65000"/>
                <a:buNone/>
              </a:pPr>
              <a:r>
                <a:rPr lang="en-US" altLang="zh-CN" sz="2400" dirty="0">
                  <a:solidFill>
                    <a:schemeClr val="tx1"/>
                  </a:solidFill>
                  <a:latin typeface="楷体_GB2312" pitchFamily="1" charset="-122"/>
                </a:rPr>
                <a:t>1     1</a:t>
              </a:r>
              <a:endParaRPr lang="en-US" altLang="zh-CN" sz="2400" dirty="0">
                <a:solidFill>
                  <a:schemeClr val="tx1"/>
                </a:solidFill>
                <a:latin typeface="楷体_GB2312" pitchFamily="1" charset="-122"/>
              </a:endParaRPr>
            </a:p>
          </p:txBody>
        </p:sp>
        <p:sp>
          <p:nvSpPr>
            <p:cNvPr id="149510" name="Rectangle 8"/>
            <p:cNvSpPr/>
            <p:nvPr/>
          </p:nvSpPr>
          <p:spPr>
            <a:xfrm>
              <a:off x="960" y="3417"/>
              <a:ext cx="1280" cy="308"/>
            </a:xfrm>
            <a:prstGeom prst="rect">
              <a:avLst/>
            </a:prstGeom>
            <a:noFill/>
            <a:ln w="9525">
              <a:noFill/>
            </a:ln>
          </p:spPr>
          <p:txBody>
            <a:bodyPr anchor="ctr" anchorCtr="1"/>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Aft>
                  <a:spcPct val="0"/>
                </a:spcAft>
                <a:buClr>
                  <a:schemeClr val="bg2"/>
                </a:buClr>
                <a:buSzPct val="65000"/>
                <a:buNone/>
              </a:pPr>
              <a:r>
                <a:rPr lang="en-US" altLang="zh-CN" sz="2400" dirty="0">
                  <a:solidFill>
                    <a:schemeClr val="tx1"/>
                  </a:solidFill>
                  <a:latin typeface="楷体_GB2312" pitchFamily="1" charset="-122"/>
                </a:rPr>
                <a:t>0</a:t>
              </a:r>
              <a:endParaRPr lang="en-US" altLang="zh-CN" sz="2400" dirty="0">
                <a:solidFill>
                  <a:schemeClr val="tx1"/>
                </a:solidFill>
                <a:latin typeface="楷体_GB2312" pitchFamily="1" charset="-122"/>
              </a:endParaRPr>
            </a:p>
          </p:txBody>
        </p:sp>
        <p:sp>
          <p:nvSpPr>
            <p:cNvPr id="149511" name="Rectangle 9"/>
            <p:cNvSpPr/>
            <p:nvPr/>
          </p:nvSpPr>
          <p:spPr>
            <a:xfrm>
              <a:off x="3504" y="3725"/>
              <a:ext cx="1296" cy="306"/>
            </a:xfrm>
            <a:prstGeom prst="rect">
              <a:avLst/>
            </a:prstGeom>
            <a:noFill/>
            <a:ln w="9525">
              <a:noFill/>
            </a:ln>
          </p:spPr>
          <p:txBody>
            <a:bodyPr anchor="ctr" anchorCtr="1"/>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Aft>
                  <a:spcPct val="0"/>
                </a:spcAft>
                <a:buClr>
                  <a:schemeClr val="bg2"/>
                </a:buClr>
                <a:buSzPct val="65000"/>
                <a:buNone/>
              </a:pPr>
              <a:r>
                <a:rPr lang="zh-CN" altLang="en-US" sz="2400" dirty="0">
                  <a:solidFill>
                    <a:srgbClr val="000000"/>
                  </a:solidFill>
                  <a:latin typeface="楷体_GB2312" pitchFamily="1" charset="-122"/>
                </a:rPr>
                <a:t>未选中</a:t>
              </a:r>
              <a:endParaRPr lang="zh-CN" altLang="en-US" sz="2400" dirty="0">
                <a:solidFill>
                  <a:srgbClr val="000000"/>
                </a:solidFill>
                <a:latin typeface="楷体_GB2312" pitchFamily="1" charset="-122"/>
              </a:endParaRPr>
            </a:p>
          </p:txBody>
        </p:sp>
        <p:sp>
          <p:nvSpPr>
            <p:cNvPr id="149512" name="Rectangle 10"/>
            <p:cNvSpPr/>
            <p:nvPr/>
          </p:nvSpPr>
          <p:spPr>
            <a:xfrm>
              <a:off x="2240" y="3725"/>
              <a:ext cx="1264" cy="306"/>
            </a:xfrm>
            <a:prstGeom prst="rect">
              <a:avLst/>
            </a:prstGeom>
            <a:noFill/>
            <a:ln w="9525">
              <a:noFill/>
            </a:ln>
          </p:spPr>
          <p:txBody>
            <a:bodyPr anchor="ctr" anchorCtr="1"/>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Aft>
                  <a:spcPct val="0"/>
                </a:spcAft>
                <a:buClr>
                  <a:schemeClr val="bg2"/>
                </a:buClr>
                <a:buSzPct val="65000"/>
                <a:buNone/>
              </a:pPr>
              <a:r>
                <a:rPr lang="en-US" altLang="zh-CN" sz="2400" dirty="0">
                  <a:solidFill>
                    <a:schemeClr val="tx1"/>
                  </a:solidFill>
                  <a:latin typeface="楷体_GB2312" pitchFamily="1" charset="-122"/>
                </a:rPr>
                <a:t>X     X</a:t>
              </a:r>
              <a:endParaRPr lang="en-US" altLang="zh-CN" sz="2400" dirty="0">
                <a:solidFill>
                  <a:schemeClr val="tx1"/>
                </a:solidFill>
                <a:latin typeface="楷体_GB2312" pitchFamily="1" charset="-122"/>
              </a:endParaRPr>
            </a:p>
          </p:txBody>
        </p:sp>
        <p:sp>
          <p:nvSpPr>
            <p:cNvPr id="149513" name="Rectangle 11"/>
            <p:cNvSpPr/>
            <p:nvPr/>
          </p:nvSpPr>
          <p:spPr>
            <a:xfrm>
              <a:off x="960" y="3725"/>
              <a:ext cx="1280" cy="306"/>
            </a:xfrm>
            <a:prstGeom prst="rect">
              <a:avLst/>
            </a:prstGeom>
            <a:noFill/>
            <a:ln w="9525">
              <a:noFill/>
            </a:ln>
          </p:spPr>
          <p:txBody>
            <a:bodyPr anchor="ctr" anchorCtr="1"/>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Aft>
                  <a:spcPct val="0"/>
                </a:spcAft>
                <a:buClr>
                  <a:schemeClr val="bg2"/>
                </a:buClr>
                <a:buSzPct val="65000"/>
                <a:buNone/>
              </a:pPr>
              <a:r>
                <a:rPr lang="en-US" altLang="zh-CN" sz="2400" dirty="0">
                  <a:solidFill>
                    <a:schemeClr val="tx1"/>
                  </a:solidFill>
                  <a:latin typeface="楷体_GB2312" pitchFamily="1" charset="-122"/>
                </a:rPr>
                <a:t>1</a:t>
              </a:r>
              <a:endParaRPr lang="en-US" altLang="zh-CN" sz="2400" dirty="0">
                <a:solidFill>
                  <a:schemeClr val="tx1"/>
                </a:solidFill>
                <a:latin typeface="楷体_GB2312" pitchFamily="1" charset="-122"/>
              </a:endParaRPr>
            </a:p>
          </p:txBody>
        </p:sp>
        <p:sp>
          <p:nvSpPr>
            <p:cNvPr id="149514" name="Rectangle 12"/>
            <p:cNvSpPr/>
            <p:nvPr/>
          </p:nvSpPr>
          <p:spPr>
            <a:xfrm>
              <a:off x="3504" y="3119"/>
              <a:ext cx="1296" cy="298"/>
            </a:xfrm>
            <a:prstGeom prst="rect">
              <a:avLst/>
            </a:prstGeom>
            <a:noFill/>
            <a:ln w="9525">
              <a:noFill/>
            </a:ln>
          </p:spPr>
          <p:txBody>
            <a:bodyPr anchor="ctr" anchorCtr="1"/>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Aft>
                  <a:spcPct val="0"/>
                </a:spcAft>
                <a:buClr>
                  <a:schemeClr val="bg2"/>
                </a:buClr>
                <a:buSzPct val="65000"/>
                <a:buNone/>
              </a:pPr>
              <a:r>
                <a:rPr lang="zh-CN" altLang="en-US" sz="2400" dirty="0">
                  <a:solidFill>
                    <a:srgbClr val="000000"/>
                  </a:solidFill>
                  <a:latin typeface="楷体_GB2312" pitchFamily="1" charset="-122"/>
                </a:rPr>
                <a:t>端口</a:t>
              </a:r>
              <a:r>
                <a:rPr lang="en-US" altLang="zh-CN" sz="2400" dirty="0">
                  <a:solidFill>
                    <a:srgbClr val="000000"/>
                  </a:solidFill>
                  <a:latin typeface="楷体_GB2312" pitchFamily="1" charset="-122"/>
                </a:rPr>
                <a:t>C</a:t>
              </a:r>
              <a:endParaRPr lang="en-US" altLang="zh-CN" sz="2400" dirty="0">
                <a:solidFill>
                  <a:srgbClr val="000000"/>
                </a:solidFill>
                <a:latin typeface="楷体_GB2312" pitchFamily="1" charset="-122"/>
              </a:endParaRPr>
            </a:p>
          </p:txBody>
        </p:sp>
        <p:sp>
          <p:nvSpPr>
            <p:cNvPr id="149515" name="Rectangle 13"/>
            <p:cNvSpPr/>
            <p:nvPr/>
          </p:nvSpPr>
          <p:spPr>
            <a:xfrm>
              <a:off x="2240" y="3119"/>
              <a:ext cx="1264" cy="298"/>
            </a:xfrm>
            <a:prstGeom prst="rect">
              <a:avLst/>
            </a:prstGeom>
            <a:noFill/>
            <a:ln w="9525">
              <a:noFill/>
            </a:ln>
          </p:spPr>
          <p:txBody>
            <a:bodyPr anchor="ctr" anchorCtr="1"/>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Aft>
                  <a:spcPct val="0"/>
                </a:spcAft>
                <a:buClr>
                  <a:schemeClr val="bg2"/>
                </a:buClr>
                <a:buSzPct val="65000"/>
                <a:buNone/>
              </a:pPr>
              <a:r>
                <a:rPr lang="en-US" altLang="zh-CN" sz="2400" dirty="0">
                  <a:solidFill>
                    <a:schemeClr val="tx1"/>
                  </a:solidFill>
                  <a:latin typeface="楷体_GB2312" pitchFamily="1" charset="-122"/>
                </a:rPr>
                <a:t>1     0</a:t>
              </a:r>
              <a:endParaRPr lang="en-US" altLang="zh-CN" sz="2400" dirty="0">
                <a:solidFill>
                  <a:schemeClr val="tx1"/>
                </a:solidFill>
                <a:latin typeface="楷体_GB2312" pitchFamily="1" charset="-122"/>
              </a:endParaRPr>
            </a:p>
          </p:txBody>
        </p:sp>
        <p:sp>
          <p:nvSpPr>
            <p:cNvPr id="149516" name="Rectangle 14"/>
            <p:cNvSpPr/>
            <p:nvPr/>
          </p:nvSpPr>
          <p:spPr>
            <a:xfrm>
              <a:off x="960" y="3119"/>
              <a:ext cx="1280" cy="298"/>
            </a:xfrm>
            <a:prstGeom prst="rect">
              <a:avLst/>
            </a:prstGeom>
            <a:noFill/>
            <a:ln w="9525">
              <a:noFill/>
            </a:ln>
          </p:spPr>
          <p:txBody>
            <a:bodyPr anchor="ctr" anchorCtr="1"/>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Aft>
                  <a:spcPct val="0"/>
                </a:spcAft>
                <a:buClr>
                  <a:schemeClr val="bg2"/>
                </a:buClr>
                <a:buSzPct val="65000"/>
                <a:buNone/>
              </a:pPr>
              <a:r>
                <a:rPr lang="en-US" altLang="zh-CN" sz="2400" dirty="0">
                  <a:solidFill>
                    <a:schemeClr val="tx1"/>
                  </a:solidFill>
                  <a:latin typeface="楷体_GB2312" pitchFamily="1" charset="-122"/>
                </a:rPr>
                <a:t>0</a:t>
              </a:r>
              <a:endParaRPr lang="en-US" altLang="zh-CN" sz="2400" dirty="0">
                <a:solidFill>
                  <a:schemeClr val="tx1"/>
                </a:solidFill>
                <a:latin typeface="楷体_GB2312" pitchFamily="1" charset="-122"/>
              </a:endParaRPr>
            </a:p>
          </p:txBody>
        </p:sp>
        <p:sp>
          <p:nvSpPr>
            <p:cNvPr id="149517" name="Rectangle 15"/>
            <p:cNvSpPr/>
            <p:nvPr/>
          </p:nvSpPr>
          <p:spPr>
            <a:xfrm>
              <a:off x="3504" y="2832"/>
              <a:ext cx="1296" cy="287"/>
            </a:xfrm>
            <a:prstGeom prst="rect">
              <a:avLst/>
            </a:prstGeom>
            <a:noFill/>
            <a:ln w="9525">
              <a:noFill/>
            </a:ln>
          </p:spPr>
          <p:txBody>
            <a:bodyPr anchor="ctr" anchorCtr="1"/>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Aft>
                  <a:spcPct val="0"/>
                </a:spcAft>
                <a:buClr>
                  <a:schemeClr val="bg2"/>
                </a:buClr>
                <a:buSzPct val="65000"/>
                <a:buNone/>
              </a:pPr>
              <a:r>
                <a:rPr lang="zh-CN" altLang="en-US" sz="2400" dirty="0">
                  <a:solidFill>
                    <a:srgbClr val="000000"/>
                  </a:solidFill>
                  <a:latin typeface="楷体_GB2312" pitchFamily="1" charset="-122"/>
                </a:rPr>
                <a:t>端口</a:t>
              </a:r>
              <a:r>
                <a:rPr lang="en-US" altLang="zh-CN" sz="2400" dirty="0">
                  <a:solidFill>
                    <a:srgbClr val="000000"/>
                  </a:solidFill>
                  <a:latin typeface="楷体_GB2312" pitchFamily="1" charset="-122"/>
                </a:rPr>
                <a:t>B</a:t>
              </a:r>
              <a:endParaRPr lang="en-US" altLang="zh-CN" sz="2400" dirty="0">
                <a:solidFill>
                  <a:srgbClr val="000000"/>
                </a:solidFill>
                <a:latin typeface="楷体_GB2312" pitchFamily="1" charset="-122"/>
              </a:endParaRPr>
            </a:p>
          </p:txBody>
        </p:sp>
        <p:sp>
          <p:nvSpPr>
            <p:cNvPr id="149518" name="Rectangle 16"/>
            <p:cNvSpPr/>
            <p:nvPr/>
          </p:nvSpPr>
          <p:spPr>
            <a:xfrm>
              <a:off x="2240" y="2832"/>
              <a:ext cx="1264" cy="287"/>
            </a:xfrm>
            <a:prstGeom prst="rect">
              <a:avLst/>
            </a:prstGeom>
            <a:noFill/>
            <a:ln w="9525">
              <a:noFill/>
            </a:ln>
          </p:spPr>
          <p:txBody>
            <a:bodyPr anchor="ctr" anchorCtr="1"/>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Aft>
                  <a:spcPct val="0"/>
                </a:spcAft>
                <a:buClr>
                  <a:schemeClr val="bg2"/>
                </a:buClr>
                <a:buSzPct val="65000"/>
                <a:buNone/>
              </a:pPr>
              <a:r>
                <a:rPr lang="en-US" altLang="zh-CN" sz="2400" dirty="0">
                  <a:solidFill>
                    <a:schemeClr val="tx1"/>
                  </a:solidFill>
                  <a:latin typeface="楷体_GB2312" pitchFamily="1" charset="-122"/>
                </a:rPr>
                <a:t>0     1</a:t>
              </a:r>
              <a:endParaRPr lang="en-US" altLang="zh-CN" sz="2400" dirty="0">
                <a:solidFill>
                  <a:schemeClr val="tx1"/>
                </a:solidFill>
                <a:latin typeface="楷体_GB2312" pitchFamily="1" charset="-122"/>
              </a:endParaRPr>
            </a:p>
          </p:txBody>
        </p:sp>
        <p:sp>
          <p:nvSpPr>
            <p:cNvPr id="149519" name="Rectangle 17"/>
            <p:cNvSpPr/>
            <p:nvPr/>
          </p:nvSpPr>
          <p:spPr>
            <a:xfrm>
              <a:off x="960" y="2832"/>
              <a:ext cx="1280" cy="287"/>
            </a:xfrm>
            <a:prstGeom prst="rect">
              <a:avLst/>
            </a:prstGeom>
            <a:noFill/>
            <a:ln w="9525">
              <a:noFill/>
            </a:ln>
          </p:spPr>
          <p:txBody>
            <a:bodyPr anchor="ctr" anchorCtr="1"/>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Aft>
                  <a:spcPct val="0"/>
                </a:spcAft>
                <a:buClr>
                  <a:schemeClr val="bg2"/>
                </a:buClr>
                <a:buSzPct val="65000"/>
                <a:buNone/>
              </a:pPr>
              <a:r>
                <a:rPr lang="en-US" altLang="zh-CN" sz="2400" dirty="0">
                  <a:solidFill>
                    <a:schemeClr val="tx1"/>
                  </a:solidFill>
                  <a:latin typeface="楷体_GB2312" pitchFamily="1" charset="-122"/>
                </a:rPr>
                <a:t>0</a:t>
              </a:r>
              <a:endParaRPr lang="en-US" altLang="zh-CN" sz="2400" dirty="0">
                <a:solidFill>
                  <a:schemeClr val="tx1"/>
                </a:solidFill>
                <a:latin typeface="楷体_GB2312" pitchFamily="1" charset="-122"/>
              </a:endParaRPr>
            </a:p>
          </p:txBody>
        </p:sp>
        <p:sp>
          <p:nvSpPr>
            <p:cNvPr id="149520" name="Rectangle 18"/>
            <p:cNvSpPr/>
            <p:nvPr/>
          </p:nvSpPr>
          <p:spPr>
            <a:xfrm>
              <a:off x="3504" y="2496"/>
              <a:ext cx="1296" cy="336"/>
            </a:xfrm>
            <a:prstGeom prst="rect">
              <a:avLst/>
            </a:prstGeom>
            <a:noFill/>
            <a:ln w="9525">
              <a:noFill/>
            </a:ln>
          </p:spPr>
          <p:txBody>
            <a:bodyPr anchor="ctr" anchorCtr="1"/>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Aft>
                  <a:spcPct val="0"/>
                </a:spcAft>
                <a:buClr>
                  <a:schemeClr val="bg2"/>
                </a:buClr>
                <a:buSzPct val="65000"/>
                <a:buNone/>
              </a:pPr>
              <a:r>
                <a:rPr lang="zh-CN" altLang="en-US" sz="2400" dirty="0">
                  <a:solidFill>
                    <a:srgbClr val="000000"/>
                  </a:solidFill>
                  <a:latin typeface="楷体_GB2312" pitchFamily="1" charset="-122"/>
                </a:rPr>
                <a:t>端口</a:t>
              </a:r>
              <a:r>
                <a:rPr lang="en-US" altLang="zh-CN" sz="2400" dirty="0">
                  <a:solidFill>
                    <a:srgbClr val="000000"/>
                  </a:solidFill>
                  <a:latin typeface="楷体_GB2312" pitchFamily="1" charset="-122"/>
                </a:rPr>
                <a:t>A</a:t>
              </a:r>
              <a:endParaRPr lang="en-US" altLang="zh-CN" sz="2400" dirty="0">
                <a:solidFill>
                  <a:srgbClr val="000000"/>
                </a:solidFill>
                <a:latin typeface="楷体_GB2312" pitchFamily="1" charset="-122"/>
              </a:endParaRPr>
            </a:p>
          </p:txBody>
        </p:sp>
        <p:sp>
          <p:nvSpPr>
            <p:cNvPr id="149521" name="Rectangle 19"/>
            <p:cNvSpPr/>
            <p:nvPr/>
          </p:nvSpPr>
          <p:spPr>
            <a:xfrm>
              <a:off x="2240" y="2496"/>
              <a:ext cx="1264" cy="336"/>
            </a:xfrm>
            <a:prstGeom prst="rect">
              <a:avLst/>
            </a:prstGeom>
            <a:noFill/>
            <a:ln w="9525">
              <a:noFill/>
            </a:ln>
          </p:spPr>
          <p:txBody>
            <a:bodyPr anchor="ctr" anchorCtr="1"/>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Aft>
                  <a:spcPct val="0"/>
                </a:spcAft>
                <a:buClr>
                  <a:schemeClr val="bg2"/>
                </a:buClr>
                <a:buSzPct val="65000"/>
                <a:buNone/>
              </a:pPr>
              <a:r>
                <a:rPr lang="en-US" altLang="zh-CN" sz="2400" dirty="0">
                  <a:solidFill>
                    <a:schemeClr val="tx1"/>
                  </a:solidFill>
                  <a:latin typeface="楷体_GB2312" pitchFamily="1" charset="-122"/>
                </a:rPr>
                <a:t>0     0</a:t>
              </a:r>
              <a:endParaRPr lang="en-US" altLang="zh-CN" sz="2400" dirty="0">
                <a:solidFill>
                  <a:schemeClr val="tx1"/>
                </a:solidFill>
                <a:latin typeface="楷体_GB2312" pitchFamily="1" charset="-122"/>
              </a:endParaRPr>
            </a:p>
          </p:txBody>
        </p:sp>
        <p:sp>
          <p:nvSpPr>
            <p:cNvPr id="149522" name="Rectangle 20"/>
            <p:cNvSpPr/>
            <p:nvPr/>
          </p:nvSpPr>
          <p:spPr>
            <a:xfrm>
              <a:off x="960" y="2496"/>
              <a:ext cx="1280" cy="336"/>
            </a:xfrm>
            <a:prstGeom prst="rect">
              <a:avLst/>
            </a:prstGeom>
            <a:noFill/>
            <a:ln w="9525">
              <a:noFill/>
            </a:ln>
          </p:spPr>
          <p:txBody>
            <a:bodyPr anchor="ctr" anchorCtr="1"/>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Aft>
                  <a:spcPct val="0"/>
                </a:spcAft>
                <a:buClr>
                  <a:schemeClr val="bg2"/>
                </a:buClr>
                <a:buSzPct val="65000"/>
                <a:buNone/>
              </a:pPr>
              <a:r>
                <a:rPr lang="en-US" altLang="zh-CN" sz="2400" dirty="0">
                  <a:solidFill>
                    <a:schemeClr val="tx1"/>
                  </a:solidFill>
                  <a:latin typeface="楷体_GB2312" pitchFamily="1" charset="-122"/>
                </a:rPr>
                <a:t>0</a:t>
              </a:r>
              <a:endParaRPr lang="en-US" altLang="zh-CN" sz="2400" dirty="0">
                <a:solidFill>
                  <a:schemeClr val="tx1"/>
                </a:solidFill>
                <a:latin typeface="楷体_GB2312" pitchFamily="1" charset="-122"/>
              </a:endParaRPr>
            </a:p>
          </p:txBody>
        </p:sp>
        <p:sp>
          <p:nvSpPr>
            <p:cNvPr id="149523" name="Rectangle 21"/>
            <p:cNvSpPr/>
            <p:nvPr/>
          </p:nvSpPr>
          <p:spPr>
            <a:xfrm>
              <a:off x="3504" y="2115"/>
              <a:ext cx="1296" cy="381"/>
            </a:xfrm>
            <a:prstGeom prst="rect">
              <a:avLst/>
            </a:prstGeom>
            <a:noFill/>
            <a:ln w="9525">
              <a:noFill/>
            </a:ln>
          </p:spPr>
          <p:txBody>
            <a:bodyPr anchor="ctr" anchorCtr="1"/>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
                  <a:schemeClr val="bg2"/>
                </a:buClr>
                <a:buSzPct val="65000"/>
                <a:buNone/>
              </a:pPr>
              <a:r>
                <a:rPr lang="zh-CN" altLang="en-US" sz="2400" dirty="0">
                  <a:solidFill>
                    <a:srgbClr val="0000FF"/>
                  </a:solidFill>
                  <a:latin typeface="楷体_GB2312" pitchFamily="1" charset="-122"/>
                </a:rPr>
                <a:t>选中端口</a:t>
              </a:r>
              <a:endParaRPr lang="zh-CN" altLang="en-US" sz="2400" dirty="0">
                <a:solidFill>
                  <a:schemeClr val="tx1"/>
                </a:solidFill>
                <a:latin typeface="楷体_GB2312" pitchFamily="1" charset="-122"/>
              </a:endParaRPr>
            </a:p>
          </p:txBody>
        </p:sp>
        <p:sp>
          <p:nvSpPr>
            <p:cNvPr id="149524" name="Rectangle 22"/>
            <p:cNvSpPr/>
            <p:nvPr/>
          </p:nvSpPr>
          <p:spPr>
            <a:xfrm>
              <a:off x="2240" y="2115"/>
              <a:ext cx="1264" cy="381"/>
            </a:xfrm>
            <a:prstGeom prst="rect">
              <a:avLst/>
            </a:prstGeom>
            <a:noFill/>
            <a:ln w="9525">
              <a:noFill/>
            </a:ln>
          </p:spPr>
          <p:txBody>
            <a:bodyPr anchor="ctr" anchorCtr="1"/>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
                  <a:schemeClr val="bg2"/>
                </a:buClr>
                <a:buSzPct val="65000"/>
                <a:buNone/>
              </a:pPr>
              <a:r>
                <a:rPr lang="en-US" altLang="zh-CN" sz="2400" dirty="0">
                  <a:solidFill>
                    <a:srgbClr val="FF0000"/>
                  </a:solidFill>
                  <a:latin typeface="楷体_GB2312" pitchFamily="1" charset="-122"/>
                </a:rPr>
                <a:t>A1    A0</a:t>
              </a:r>
              <a:endParaRPr lang="en-US" altLang="zh-CN" sz="2400" dirty="0">
                <a:solidFill>
                  <a:schemeClr val="tx1"/>
                </a:solidFill>
                <a:latin typeface="楷体_GB2312" pitchFamily="1" charset="-122"/>
              </a:endParaRPr>
            </a:p>
          </p:txBody>
        </p:sp>
        <p:sp>
          <p:nvSpPr>
            <p:cNvPr id="149525" name="Rectangle 23"/>
            <p:cNvSpPr/>
            <p:nvPr/>
          </p:nvSpPr>
          <p:spPr>
            <a:xfrm>
              <a:off x="960" y="2115"/>
              <a:ext cx="1280" cy="381"/>
            </a:xfrm>
            <a:prstGeom prst="rect">
              <a:avLst/>
            </a:prstGeom>
            <a:noFill/>
            <a:ln w="9525">
              <a:noFill/>
            </a:ln>
          </p:spPr>
          <p:txBody>
            <a:bodyPr anchor="ctr" anchorCtr="1"/>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Aft>
                  <a:spcPct val="0"/>
                </a:spcAft>
                <a:buClr>
                  <a:schemeClr val="bg2"/>
                </a:buClr>
                <a:buSzPct val="65000"/>
                <a:buNone/>
              </a:pPr>
              <a:r>
                <a:rPr lang="en-US" altLang="zh-CN" sz="2400" dirty="0">
                  <a:solidFill>
                    <a:schemeClr val="tx1"/>
                  </a:solidFill>
                  <a:latin typeface="楷体_GB2312" pitchFamily="1" charset="-122"/>
                </a:rPr>
                <a:t>CS</a:t>
              </a:r>
              <a:endParaRPr lang="en-US" altLang="zh-CN" sz="2400" dirty="0">
                <a:solidFill>
                  <a:schemeClr val="tx1"/>
                </a:solidFill>
                <a:latin typeface="楷体_GB2312" pitchFamily="1" charset="-122"/>
              </a:endParaRPr>
            </a:p>
          </p:txBody>
        </p:sp>
        <p:sp>
          <p:nvSpPr>
            <p:cNvPr id="149526" name="Line 24"/>
            <p:cNvSpPr/>
            <p:nvPr/>
          </p:nvSpPr>
          <p:spPr>
            <a:xfrm>
              <a:off x="960" y="2115"/>
              <a:ext cx="3840" cy="0"/>
            </a:xfrm>
            <a:prstGeom prst="line">
              <a:avLst/>
            </a:prstGeom>
            <a:ln w="28575" cap="sq" cmpd="sng">
              <a:solidFill>
                <a:schemeClr val="tx1"/>
              </a:solidFill>
              <a:prstDash val="solid"/>
              <a:headEnd type="none" w="med" len="med"/>
              <a:tailEnd type="none" w="med" len="med"/>
            </a:ln>
          </p:spPr>
        </p:sp>
        <p:sp>
          <p:nvSpPr>
            <p:cNvPr id="149527" name="Line 25"/>
            <p:cNvSpPr/>
            <p:nvPr/>
          </p:nvSpPr>
          <p:spPr>
            <a:xfrm>
              <a:off x="960" y="2496"/>
              <a:ext cx="3840" cy="0"/>
            </a:xfrm>
            <a:prstGeom prst="line">
              <a:avLst/>
            </a:prstGeom>
            <a:ln w="12700" cap="flat" cmpd="sng">
              <a:solidFill>
                <a:schemeClr val="tx1"/>
              </a:solidFill>
              <a:prstDash val="solid"/>
              <a:headEnd type="none" w="med" len="med"/>
              <a:tailEnd type="none" w="med" len="med"/>
            </a:ln>
          </p:spPr>
        </p:sp>
        <p:sp>
          <p:nvSpPr>
            <p:cNvPr id="149528" name="Line 26"/>
            <p:cNvSpPr/>
            <p:nvPr/>
          </p:nvSpPr>
          <p:spPr>
            <a:xfrm>
              <a:off x="960" y="2832"/>
              <a:ext cx="3840" cy="0"/>
            </a:xfrm>
            <a:prstGeom prst="line">
              <a:avLst/>
            </a:prstGeom>
            <a:ln w="12700" cap="flat" cmpd="sng">
              <a:solidFill>
                <a:schemeClr val="tx1"/>
              </a:solidFill>
              <a:prstDash val="solid"/>
              <a:headEnd type="none" w="med" len="med"/>
              <a:tailEnd type="none" w="med" len="med"/>
            </a:ln>
          </p:spPr>
        </p:sp>
        <p:sp>
          <p:nvSpPr>
            <p:cNvPr id="149529" name="Line 27"/>
            <p:cNvSpPr/>
            <p:nvPr/>
          </p:nvSpPr>
          <p:spPr>
            <a:xfrm>
              <a:off x="960" y="3119"/>
              <a:ext cx="3840" cy="0"/>
            </a:xfrm>
            <a:prstGeom prst="line">
              <a:avLst/>
            </a:prstGeom>
            <a:ln w="12700" cap="flat" cmpd="sng">
              <a:solidFill>
                <a:schemeClr val="tx1"/>
              </a:solidFill>
              <a:prstDash val="solid"/>
              <a:headEnd type="none" w="med" len="med"/>
              <a:tailEnd type="none" w="med" len="med"/>
            </a:ln>
          </p:spPr>
        </p:sp>
        <p:sp>
          <p:nvSpPr>
            <p:cNvPr id="149530" name="Line 28"/>
            <p:cNvSpPr/>
            <p:nvPr/>
          </p:nvSpPr>
          <p:spPr>
            <a:xfrm>
              <a:off x="960" y="3417"/>
              <a:ext cx="3840" cy="0"/>
            </a:xfrm>
            <a:prstGeom prst="line">
              <a:avLst/>
            </a:prstGeom>
            <a:ln w="12700" cap="flat" cmpd="sng">
              <a:solidFill>
                <a:schemeClr val="tx1"/>
              </a:solidFill>
              <a:prstDash val="solid"/>
              <a:headEnd type="none" w="med" len="med"/>
              <a:tailEnd type="none" w="med" len="med"/>
            </a:ln>
          </p:spPr>
        </p:sp>
        <p:sp>
          <p:nvSpPr>
            <p:cNvPr id="149531" name="Line 29"/>
            <p:cNvSpPr/>
            <p:nvPr/>
          </p:nvSpPr>
          <p:spPr>
            <a:xfrm>
              <a:off x="960" y="4031"/>
              <a:ext cx="3840" cy="0"/>
            </a:xfrm>
            <a:prstGeom prst="line">
              <a:avLst/>
            </a:prstGeom>
            <a:ln w="28575" cap="sq" cmpd="sng">
              <a:solidFill>
                <a:schemeClr val="tx1"/>
              </a:solidFill>
              <a:prstDash val="solid"/>
              <a:headEnd type="none" w="med" len="med"/>
              <a:tailEnd type="none" w="med" len="med"/>
            </a:ln>
          </p:spPr>
        </p:sp>
        <p:sp>
          <p:nvSpPr>
            <p:cNvPr id="149532" name="Line 30"/>
            <p:cNvSpPr/>
            <p:nvPr/>
          </p:nvSpPr>
          <p:spPr>
            <a:xfrm>
              <a:off x="960" y="2115"/>
              <a:ext cx="0" cy="1916"/>
            </a:xfrm>
            <a:prstGeom prst="line">
              <a:avLst/>
            </a:prstGeom>
            <a:ln w="28575" cap="sq" cmpd="sng">
              <a:solidFill>
                <a:schemeClr val="tx1"/>
              </a:solidFill>
              <a:prstDash val="solid"/>
              <a:headEnd type="none" w="med" len="med"/>
              <a:tailEnd type="none" w="med" len="med"/>
            </a:ln>
          </p:spPr>
        </p:sp>
        <p:sp>
          <p:nvSpPr>
            <p:cNvPr id="149533" name="Line 31"/>
            <p:cNvSpPr/>
            <p:nvPr/>
          </p:nvSpPr>
          <p:spPr>
            <a:xfrm>
              <a:off x="2240" y="2115"/>
              <a:ext cx="0" cy="1916"/>
            </a:xfrm>
            <a:prstGeom prst="line">
              <a:avLst/>
            </a:prstGeom>
            <a:ln w="12700" cap="flat" cmpd="sng">
              <a:solidFill>
                <a:schemeClr val="tx1"/>
              </a:solidFill>
              <a:prstDash val="solid"/>
              <a:headEnd type="none" w="med" len="med"/>
              <a:tailEnd type="none" w="med" len="med"/>
            </a:ln>
          </p:spPr>
        </p:sp>
        <p:sp>
          <p:nvSpPr>
            <p:cNvPr id="149534" name="Line 32"/>
            <p:cNvSpPr/>
            <p:nvPr/>
          </p:nvSpPr>
          <p:spPr>
            <a:xfrm>
              <a:off x="3504" y="2115"/>
              <a:ext cx="0" cy="1916"/>
            </a:xfrm>
            <a:prstGeom prst="line">
              <a:avLst/>
            </a:prstGeom>
            <a:ln w="12700" cap="flat" cmpd="sng">
              <a:solidFill>
                <a:schemeClr val="tx1"/>
              </a:solidFill>
              <a:prstDash val="solid"/>
              <a:headEnd type="none" w="med" len="med"/>
              <a:tailEnd type="none" w="med" len="med"/>
            </a:ln>
          </p:spPr>
        </p:sp>
        <p:sp>
          <p:nvSpPr>
            <p:cNvPr id="149535" name="Line 33"/>
            <p:cNvSpPr/>
            <p:nvPr/>
          </p:nvSpPr>
          <p:spPr>
            <a:xfrm>
              <a:off x="4800" y="2115"/>
              <a:ext cx="0" cy="1916"/>
            </a:xfrm>
            <a:prstGeom prst="line">
              <a:avLst/>
            </a:prstGeom>
            <a:ln w="28575" cap="sq" cmpd="sng">
              <a:solidFill>
                <a:schemeClr val="tx1"/>
              </a:solidFill>
              <a:prstDash val="solid"/>
              <a:headEnd type="none" w="med" len="med"/>
              <a:tailEnd type="none" w="med" len="med"/>
            </a:ln>
          </p:spPr>
        </p:sp>
        <p:sp>
          <p:nvSpPr>
            <p:cNvPr id="149536" name="Line 34"/>
            <p:cNvSpPr/>
            <p:nvPr/>
          </p:nvSpPr>
          <p:spPr>
            <a:xfrm>
              <a:off x="960" y="3725"/>
              <a:ext cx="3840" cy="0"/>
            </a:xfrm>
            <a:prstGeom prst="line">
              <a:avLst/>
            </a:prstGeom>
            <a:ln w="12700" cap="flat" cmpd="sng">
              <a:solidFill>
                <a:schemeClr val="tx1"/>
              </a:solidFill>
              <a:prstDash val="solid"/>
              <a:headEnd type="none" w="med" len="med"/>
              <a:tailEnd type="none" w="med" len="med"/>
            </a:ln>
          </p:spPr>
        </p:sp>
        <p:sp>
          <p:nvSpPr>
            <p:cNvPr id="149537" name="Line 35"/>
            <p:cNvSpPr/>
            <p:nvPr/>
          </p:nvSpPr>
          <p:spPr>
            <a:xfrm>
              <a:off x="1488" y="2205"/>
              <a:ext cx="192" cy="0"/>
            </a:xfrm>
            <a:prstGeom prst="line">
              <a:avLst/>
            </a:prstGeom>
            <a:ln w="38100" cap="flat" cmpd="sng">
              <a:solidFill>
                <a:schemeClr val="tx1"/>
              </a:solidFill>
              <a:prstDash val="solid"/>
              <a:headEnd type="none" w="med" len="med"/>
              <a:tailEnd type="none" w="med" len="med"/>
            </a:ln>
          </p:spPr>
        </p:sp>
        <p:sp>
          <p:nvSpPr>
            <p:cNvPr id="149538" name="AutoShape 36"/>
            <p:cNvSpPr/>
            <p:nvPr/>
          </p:nvSpPr>
          <p:spPr>
            <a:xfrm>
              <a:off x="1474" y="1570"/>
              <a:ext cx="1104" cy="288"/>
            </a:xfrm>
            <a:prstGeom prst="wedgeRoundRectCallout">
              <a:avLst>
                <a:gd name="adj1" fmla="val -36412"/>
                <a:gd name="adj2" fmla="val 129514"/>
                <a:gd name="adj3" fmla="val 16667"/>
              </a:avLst>
            </a:prstGeom>
            <a:solidFill>
              <a:schemeClr val="accent1"/>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1800" dirty="0">
                  <a:solidFill>
                    <a:schemeClr val="tx1"/>
                  </a:solidFill>
                  <a:latin typeface="Arial" panose="020B0604020202020204" pitchFamily="34" charset="0"/>
                </a:rPr>
                <a:t>片外寻址</a:t>
              </a:r>
              <a:endParaRPr lang="zh-CN" altLang="en-US" sz="1800" dirty="0">
                <a:solidFill>
                  <a:schemeClr val="tx1"/>
                </a:solidFill>
                <a:latin typeface="Arial" panose="020B0604020202020204" pitchFamily="34" charset="0"/>
              </a:endParaRPr>
            </a:p>
          </p:txBody>
        </p:sp>
        <p:sp>
          <p:nvSpPr>
            <p:cNvPr id="149539" name="AutoShape 37"/>
            <p:cNvSpPr/>
            <p:nvPr/>
          </p:nvSpPr>
          <p:spPr>
            <a:xfrm>
              <a:off x="2736" y="1584"/>
              <a:ext cx="1104" cy="288"/>
            </a:xfrm>
            <a:prstGeom prst="wedgeRoundRectCallout">
              <a:avLst>
                <a:gd name="adj1" fmla="val -36412"/>
                <a:gd name="adj2" fmla="val 136111"/>
                <a:gd name="adj3" fmla="val 16667"/>
              </a:avLst>
            </a:prstGeom>
            <a:solidFill>
              <a:schemeClr val="accent1"/>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1800" dirty="0">
                  <a:solidFill>
                    <a:schemeClr val="tx1"/>
                  </a:solidFill>
                  <a:latin typeface="Arial" panose="020B0604020202020204" pitchFamily="34" charset="0"/>
                </a:rPr>
                <a:t>片内寻址</a:t>
              </a:r>
              <a:endParaRPr lang="zh-CN" altLang="en-US" sz="1800" dirty="0">
                <a:solidFill>
                  <a:schemeClr val="tx1"/>
                </a:solidFill>
                <a:latin typeface="Arial" panose="020B0604020202020204" pitchFamily="34" charset="0"/>
              </a:endParaRPr>
            </a:p>
          </p:txBody>
        </p:sp>
      </p:grpSp>
      <p:sp>
        <p:nvSpPr>
          <p:cNvPr id="37" name="Rectangle 3"/>
          <p:cNvSpPr>
            <a:spLocks noChangeArrowheads="1"/>
          </p:cNvSpPr>
          <p:nvPr/>
        </p:nvSpPr>
        <p:spPr bwMode="auto">
          <a:xfrm>
            <a:off x="1130300" y="838200"/>
            <a:ext cx="6011863" cy="784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0" fontAlgn="base" latinLnBrk="0" hangingPunct="0">
              <a:lnSpc>
                <a:spcPct val="130000"/>
              </a:lnSpc>
              <a:spcBef>
                <a:spcPct val="0"/>
              </a:spcBef>
              <a:spcAft>
                <a:spcPct val="0"/>
              </a:spcAft>
              <a:buClrTx/>
              <a:buSzTx/>
              <a:buFontTx/>
              <a:buNone/>
              <a:defRPr/>
            </a:pPr>
            <a:r>
              <a:rPr kumimoji="0" lang="en-US" altLang="zh-CN" sz="3200" b="1" i="0" u="none" strike="noStrike" kern="1200" cap="none" spc="0" normalizeH="0" baseline="0" noProof="0" dirty="0">
                <a:ln>
                  <a:noFill/>
                </a:ln>
                <a:solidFill>
                  <a:schemeClr val="tx1"/>
                </a:solidFill>
                <a:effectLst/>
                <a:uLnTx/>
                <a:uFillTx/>
                <a:latin typeface="Arial" panose="020B0604020202020204" pitchFamily="34" charset="0"/>
                <a:ea typeface="+mn-ea"/>
                <a:cs typeface="+mn-cs"/>
              </a:rPr>
              <a:t> </a:t>
            </a:r>
            <a:r>
              <a:rPr kumimoji="0" lang="zh-CN" altLang="en-US" sz="4000" b="1" i="0" u="none" strike="noStrike" kern="1200" cap="none" spc="0" normalizeH="0" baseline="0" noProof="0" dirty="0">
                <a:ln>
                  <a:noFill/>
                </a:ln>
                <a:solidFill>
                  <a:srgbClr val="C00000"/>
                </a:solidFill>
                <a:effectLst/>
                <a:uLnTx/>
                <a:uFillTx/>
                <a:latin typeface="+mj-ea"/>
                <a:ea typeface="+mj-ea"/>
                <a:cs typeface="+mn-cs"/>
              </a:rPr>
              <a:t>端口识别</a:t>
            </a:r>
            <a:endParaRPr kumimoji="0" lang="zh-CN" altLang="en-US" sz="4000" b="1" i="0" u="none" strike="noStrike" kern="1200" cap="none" spc="0" normalizeH="0" baseline="0" noProof="0" dirty="0">
              <a:ln>
                <a:noFill/>
              </a:ln>
              <a:solidFill>
                <a:srgbClr val="C00000"/>
              </a:solidFill>
              <a:effectLst/>
              <a:uLnTx/>
              <a:uFillTx/>
              <a:latin typeface="+mj-ea"/>
              <a:ea typeface="+mj-ea"/>
              <a:cs typeface="+mn-cs"/>
            </a:endParaRPr>
          </a:p>
        </p:txBody>
      </p:sp>
    </p:spTree>
  </p:cSld>
  <p:clrMapOvr>
    <a:masterClrMapping/>
  </p:clrMapOvr>
  <p:transition spd="slow">
    <p:zoom/>
  </p:transition>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0530"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150531" name="Rectangle 2090"/>
          <p:cNvSpPr/>
          <p:nvPr/>
        </p:nvSpPr>
        <p:spPr>
          <a:xfrm>
            <a:off x="957263" y="2286000"/>
            <a:ext cx="1371600" cy="3733800"/>
          </a:xfrm>
          <a:prstGeom prst="rect">
            <a:avLst/>
          </a:prstGeom>
          <a:solidFill>
            <a:srgbClr val="339966"/>
          </a:solidFill>
          <a:ln w="25400" cap="sq" cmpd="sng">
            <a:solidFill>
              <a:srgbClr val="339966"/>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150532" name="Rectangle 2050"/>
          <p:cNvSpPr>
            <a:spLocks noGrp="1"/>
          </p:cNvSpPr>
          <p:nvPr>
            <p:ph type="title" idx="4294967295"/>
          </p:nvPr>
        </p:nvSpPr>
        <p:spPr/>
        <p:txBody>
          <a:bodyPr vert="horz" wrap="square" lIns="91440" tIns="45720" rIns="91440" bIns="45720" anchor="b" anchorCtr="0"/>
          <a:p>
            <a:pPr eaLnBrk="1" hangingPunct="1"/>
            <a:r>
              <a:rPr lang="en-US" altLang="zh-CN" sz="4000" b="1" dirty="0"/>
              <a:t>8255</a:t>
            </a:r>
            <a:r>
              <a:rPr lang="zh-CN" altLang="en-US" dirty="0"/>
              <a:t>与系统的连接示意图</a:t>
            </a:r>
            <a:endParaRPr lang="zh-CN" altLang="en-US" dirty="0"/>
          </a:p>
        </p:txBody>
      </p:sp>
      <p:sp>
        <p:nvSpPr>
          <p:cNvPr id="139269" name="Rectangle 2052"/>
          <p:cNvSpPr>
            <a:spLocks noChangeArrowheads="1"/>
          </p:cNvSpPr>
          <p:nvPr/>
        </p:nvSpPr>
        <p:spPr bwMode="auto">
          <a:xfrm>
            <a:off x="4448175" y="2286000"/>
            <a:ext cx="1647825" cy="3733800"/>
          </a:xfrm>
          <a:prstGeom prst="rect">
            <a:avLst/>
          </a:prstGeom>
          <a:solidFill>
            <a:schemeClr val="accent2">
              <a:lumMod val="75000"/>
            </a:schemeClr>
          </a:solidFill>
          <a:ln w="25400" cap="sq">
            <a:solidFill>
              <a:srgbClr val="CCFFFF"/>
            </a:solidFill>
            <a:miter lim="800000"/>
          </a:ln>
        </p:spPr>
        <p:txBody>
          <a:bodyPr wrap="none" anchor="ctr"/>
          <a:lstStyle>
            <a:lvl1pPr>
              <a:lnSpc>
                <a:spcPct val="110000"/>
              </a:lnSpc>
              <a:spcBef>
                <a:spcPct val="20000"/>
              </a:spcBef>
              <a:spcAft>
                <a:spcPct val="5000"/>
              </a:spcAft>
              <a:buClr>
                <a:schemeClr val="folHlink"/>
              </a:buClr>
              <a:buSzPct val="60000"/>
              <a:buFont typeface="Wingdings" panose="05000000000000000000" pitchFamily="2" charset="2"/>
              <a:buChar char="n"/>
              <a:defRPr sz="2800" b="1">
                <a:solidFill>
                  <a:schemeClr val="tx2"/>
                </a:solidFill>
                <a:latin typeface="Tahoma" panose="020B0604030504040204" pitchFamily="34" charset="0"/>
                <a:ea typeface="楷体_GB2312" pitchFamily="1" charset="-122"/>
              </a:defRPr>
            </a:lvl1pPr>
            <a:lvl2pPr marL="742950" indent="-285750">
              <a:lnSpc>
                <a:spcPct val="110000"/>
              </a:lnSpc>
              <a:spcBef>
                <a:spcPct val="20000"/>
              </a:spcBef>
              <a:spcAft>
                <a:spcPct val="5000"/>
              </a:spcAft>
              <a:buClr>
                <a:schemeClr val="hlink"/>
              </a:buClr>
              <a:buSzPct val="55000"/>
              <a:buFont typeface="Wingdings" panose="05000000000000000000" pitchFamily="2" charset="2"/>
              <a:buChar char="n"/>
              <a:defRPr sz="2400" b="1">
                <a:solidFill>
                  <a:schemeClr val="tx1"/>
                </a:solidFill>
                <a:latin typeface="Tahoma" panose="020B0604030504040204" pitchFamily="34" charset="0"/>
                <a:ea typeface="楷体_GB2312" pitchFamily="1" charset="-122"/>
              </a:defRPr>
            </a:lvl2pPr>
            <a:lvl3pPr marL="1143000" indent="-228600">
              <a:lnSpc>
                <a:spcPct val="110000"/>
              </a:lnSpc>
              <a:spcBef>
                <a:spcPct val="20000"/>
              </a:spcBef>
              <a:spcAft>
                <a:spcPct val="5000"/>
              </a:spcAft>
              <a:buClr>
                <a:schemeClr val="folHlink"/>
              </a:buClr>
              <a:buSzPct val="50000"/>
              <a:buFont typeface="Wingdings" panose="05000000000000000000" pitchFamily="2" charset="2"/>
              <a:buChar char="n"/>
              <a:defRPr sz="2000" b="1">
                <a:solidFill>
                  <a:srgbClr val="FF0000"/>
                </a:solidFill>
                <a:latin typeface="Tahoma" panose="020B0604030504040204" pitchFamily="34" charset="0"/>
                <a:ea typeface="楷体_GB2312" pitchFamily="1"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marL="0" marR="0" lvl="0" indent="0" algn="l" defTabSz="914400" rtl="0" eaLnBrk="0" fontAlgn="base" latinLnBrk="0" hangingPunct="0">
              <a:lnSpc>
                <a:spcPct val="11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endParaRPr>
          </a:p>
        </p:txBody>
      </p:sp>
      <p:sp>
        <p:nvSpPr>
          <p:cNvPr id="150534" name="Text Box 2056"/>
          <p:cNvSpPr txBox="1"/>
          <p:nvPr/>
        </p:nvSpPr>
        <p:spPr>
          <a:xfrm>
            <a:off x="4448175" y="2667000"/>
            <a:ext cx="10668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D0~D7</a:t>
            </a:r>
            <a:endParaRPr lang="en-US" altLang="zh-CN" sz="2000" dirty="0">
              <a:solidFill>
                <a:schemeClr val="bg2"/>
              </a:solidFill>
              <a:latin typeface="Arial" panose="020B0604020202020204" pitchFamily="34" charset="0"/>
            </a:endParaRPr>
          </a:p>
        </p:txBody>
      </p:sp>
      <p:sp>
        <p:nvSpPr>
          <p:cNvPr id="150535" name="Text Box 2057"/>
          <p:cNvSpPr txBox="1"/>
          <p:nvPr/>
        </p:nvSpPr>
        <p:spPr>
          <a:xfrm>
            <a:off x="4448175" y="3276600"/>
            <a:ext cx="762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WR</a:t>
            </a:r>
            <a:endParaRPr lang="en-US" altLang="zh-CN" sz="2000" dirty="0">
              <a:solidFill>
                <a:schemeClr val="bg2"/>
              </a:solidFill>
              <a:latin typeface="Arial" panose="020B0604020202020204" pitchFamily="34" charset="0"/>
            </a:endParaRPr>
          </a:p>
        </p:txBody>
      </p:sp>
      <p:sp>
        <p:nvSpPr>
          <p:cNvPr id="150536" name="Text Box 2058"/>
          <p:cNvSpPr txBox="1"/>
          <p:nvPr/>
        </p:nvSpPr>
        <p:spPr>
          <a:xfrm>
            <a:off x="4448175" y="3794125"/>
            <a:ext cx="762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RD</a:t>
            </a:r>
            <a:endParaRPr lang="en-US" altLang="zh-CN" sz="2000" dirty="0">
              <a:solidFill>
                <a:schemeClr val="bg2"/>
              </a:solidFill>
              <a:latin typeface="Arial" panose="020B0604020202020204" pitchFamily="34" charset="0"/>
            </a:endParaRPr>
          </a:p>
        </p:txBody>
      </p:sp>
      <p:sp>
        <p:nvSpPr>
          <p:cNvPr id="150537" name="Text Box 2059"/>
          <p:cNvSpPr txBox="1"/>
          <p:nvPr/>
        </p:nvSpPr>
        <p:spPr>
          <a:xfrm>
            <a:off x="4448175" y="4251325"/>
            <a:ext cx="6858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A1</a:t>
            </a:r>
            <a:endParaRPr lang="en-US" altLang="zh-CN" sz="2000" dirty="0">
              <a:solidFill>
                <a:schemeClr val="bg2"/>
              </a:solidFill>
              <a:latin typeface="Arial" panose="020B0604020202020204" pitchFamily="34" charset="0"/>
            </a:endParaRPr>
          </a:p>
        </p:txBody>
      </p:sp>
      <p:sp>
        <p:nvSpPr>
          <p:cNvPr id="150538" name="Text Box 2060"/>
          <p:cNvSpPr txBox="1"/>
          <p:nvPr/>
        </p:nvSpPr>
        <p:spPr>
          <a:xfrm>
            <a:off x="4448175" y="4708525"/>
            <a:ext cx="6858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A0</a:t>
            </a:r>
            <a:endParaRPr lang="en-US" altLang="zh-CN" sz="2000" dirty="0">
              <a:solidFill>
                <a:schemeClr val="bg2"/>
              </a:solidFill>
              <a:latin typeface="Arial" panose="020B0604020202020204" pitchFamily="34" charset="0"/>
            </a:endParaRPr>
          </a:p>
        </p:txBody>
      </p:sp>
      <p:sp>
        <p:nvSpPr>
          <p:cNvPr id="150539" name="Text Box 2061"/>
          <p:cNvSpPr txBox="1"/>
          <p:nvPr/>
        </p:nvSpPr>
        <p:spPr>
          <a:xfrm>
            <a:off x="4448175" y="5394325"/>
            <a:ext cx="6858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CS</a:t>
            </a:r>
            <a:endParaRPr lang="en-US" altLang="zh-CN" sz="2000" dirty="0">
              <a:solidFill>
                <a:schemeClr val="bg2"/>
              </a:solidFill>
              <a:latin typeface="Arial" panose="020B0604020202020204" pitchFamily="34" charset="0"/>
            </a:endParaRPr>
          </a:p>
        </p:txBody>
      </p:sp>
      <p:sp>
        <p:nvSpPr>
          <p:cNvPr id="150540" name="AutoShape 2062"/>
          <p:cNvSpPr/>
          <p:nvPr/>
        </p:nvSpPr>
        <p:spPr>
          <a:xfrm>
            <a:off x="2438400" y="2667000"/>
            <a:ext cx="1976438" cy="347663"/>
          </a:xfrm>
          <a:prstGeom prst="leftRightArrow">
            <a:avLst>
              <a:gd name="adj1" fmla="val 50000"/>
              <a:gd name="adj2" fmla="val 113514"/>
            </a:avLst>
          </a:prstGeom>
          <a:solidFill>
            <a:srgbClr val="FF6600"/>
          </a:solidFill>
          <a:ln w="25400" cap="sq" cmpd="sng">
            <a:solidFill>
              <a:srgbClr val="FF6600"/>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150541" name="Line 2063"/>
          <p:cNvSpPr/>
          <p:nvPr/>
        </p:nvSpPr>
        <p:spPr>
          <a:xfrm>
            <a:off x="2362200" y="3429000"/>
            <a:ext cx="2085975" cy="0"/>
          </a:xfrm>
          <a:prstGeom prst="line">
            <a:avLst/>
          </a:prstGeom>
          <a:ln w="25400" cap="sq" cmpd="sng">
            <a:solidFill>
              <a:srgbClr val="FF6600"/>
            </a:solidFill>
            <a:prstDash val="solid"/>
            <a:headEnd type="none" w="med" len="med"/>
            <a:tailEnd type="triangle" w="lg" len="lg"/>
          </a:ln>
        </p:spPr>
      </p:sp>
      <p:sp>
        <p:nvSpPr>
          <p:cNvPr id="150542" name="Line 2067"/>
          <p:cNvSpPr/>
          <p:nvPr/>
        </p:nvSpPr>
        <p:spPr>
          <a:xfrm>
            <a:off x="3657600" y="5562600"/>
            <a:ext cx="790575" cy="0"/>
          </a:xfrm>
          <a:prstGeom prst="line">
            <a:avLst/>
          </a:prstGeom>
          <a:ln w="25400" cap="sq" cmpd="sng">
            <a:solidFill>
              <a:srgbClr val="FF6600"/>
            </a:solidFill>
            <a:prstDash val="solid"/>
            <a:headEnd type="none" w="med" len="med"/>
            <a:tailEnd type="triangle" w="lg" len="lg"/>
          </a:ln>
        </p:spPr>
      </p:sp>
      <p:sp>
        <p:nvSpPr>
          <p:cNvPr id="150543" name="Line 2068"/>
          <p:cNvSpPr/>
          <p:nvPr/>
        </p:nvSpPr>
        <p:spPr>
          <a:xfrm>
            <a:off x="4538663" y="5453063"/>
            <a:ext cx="304800" cy="0"/>
          </a:xfrm>
          <a:prstGeom prst="line">
            <a:avLst/>
          </a:prstGeom>
          <a:ln w="25400" cap="sq" cmpd="sng">
            <a:solidFill>
              <a:schemeClr val="bg2"/>
            </a:solidFill>
            <a:prstDash val="solid"/>
            <a:headEnd type="none" w="med" len="med"/>
            <a:tailEnd type="none" w="med" len="med"/>
          </a:ln>
        </p:spPr>
      </p:sp>
      <p:sp>
        <p:nvSpPr>
          <p:cNvPr id="150544" name="Line 2069"/>
          <p:cNvSpPr/>
          <p:nvPr/>
        </p:nvSpPr>
        <p:spPr>
          <a:xfrm>
            <a:off x="4572000" y="3857625"/>
            <a:ext cx="304800" cy="0"/>
          </a:xfrm>
          <a:prstGeom prst="line">
            <a:avLst/>
          </a:prstGeom>
          <a:ln w="25400" cap="sq" cmpd="sng">
            <a:solidFill>
              <a:schemeClr val="bg2"/>
            </a:solidFill>
            <a:prstDash val="solid"/>
            <a:headEnd type="none" w="med" len="med"/>
            <a:tailEnd type="none" w="med" len="med"/>
          </a:ln>
        </p:spPr>
      </p:sp>
      <p:sp>
        <p:nvSpPr>
          <p:cNvPr id="150545" name="Line 2070"/>
          <p:cNvSpPr/>
          <p:nvPr/>
        </p:nvSpPr>
        <p:spPr>
          <a:xfrm>
            <a:off x="4543425" y="3352800"/>
            <a:ext cx="395288" cy="0"/>
          </a:xfrm>
          <a:prstGeom prst="line">
            <a:avLst/>
          </a:prstGeom>
          <a:ln w="25400" cap="sq" cmpd="sng">
            <a:solidFill>
              <a:schemeClr val="bg2"/>
            </a:solidFill>
            <a:prstDash val="solid"/>
            <a:headEnd type="none" w="med" len="med"/>
            <a:tailEnd type="none" w="med" len="med"/>
          </a:ln>
        </p:spPr>
      </p:sp>
      <p:sp>
        <p:nvSpPr>
          <p:cNvPr id="150546" name="Text Box 2071"/>
          <p:cNvSpPr txBox="1"/>
          <p:nvPr/>
        </p:nvSpPr>
        <p:spPr>
          <a:xfrm>
            <a:off x="3200400" y="2362200"/>
            <a:ext cx="762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tx1"/>
                </a:solidFill>
                <a:latin typeface="Arial" panose="020B0604020202020204" pitchFamily="34" charset="0"/>
              </a:rPr>
              <a:t>DB</a:t>
            </a:r>
            <a:endParaRPr lang="en-US" altLang="zh-CN" sz="2000" dirty="0">
              <a:solidFill>
                <a:schemeClr val="tx1"/>
              </a:solidFill>
              <a:latin typeface="Arial" panose="020B0604020202020204" pitchFamily="34" charset="0"/>
            </a:endParaRPr>
          </a:p>
        </p:txBody>
      </p:sp>
      <p:sp>
        <p:nvSpPr>
          <p:cNvPr id="150547" name="Text Box 2072"/>
          <p:cNvSpPr txBox="1"/>
          <p:nvPr/>
        </p:nvSpPr>
        <p:spPr>
          <a:xfrm>
            <a:off x="1643063" y="3227388"/>
            <a:ext cx="762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1"/>
                </a:solidFill>
                <a:latin typeface="Arial" panose="020B0604020202020204" pitchFamily="34" charset="0"/>
              </a:rPr>
              <a:t>IOW</a:t>
            </a:r>
            <a:endParaRPr lang="en-US" altLang="zh-CN" sz="2000" dirty="0">
              <a:solidFill>
                <a:schemeClr val="bg1"/>
              </a:solidFill>
              <a:latin typeface="Arial" panose="020B0604020202020204" pitchFamily="34" charset="0"/>
            </a:endParaRPr>
          </a:p>
        </p:txBody>
      </p:sp>
      <p:sp>
        <p:nvSpPr>
          <p:cNvPr id="150548" name="Text Box 2073"/>
          <p:cNvSpPr txBox="1"/>
          <p:nvPr/>
        </p:nvSpPr>
        <p:spPr>
          <a:xfrm>
            <a:off x="1685925" y="3765550"/>
            <a:ext cx="762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1"/>
                </a:solidFill>
                <a:latin typeface="Arial" panose="020B0604020202020204" pitchFamily="34" charset="0"/>
              </a:rPr>
              <a:t>IOR</a:t>
            </a:r>
            <a:endParaRPr lang="en-US" altLang="zh-CN" sz="2000" dirty="0">
              <a:solidFill>
                <a:schemeClr val="bg1"/>
              </a:solidFill>
              <a:latin typeface="Arial" panose="020B0604020202020204" pitchFamily="34" charset="0"/>
            </a:endParaRPr>
          </a:p>
        </p:txBody>
      </p:sp>
      <p:sp>
        <p:nvSpPr>
          <p:cNvPr id="150549" name="Text Box 2074"/>
          <p:cNvSpPr txBox="1"/>
          <p:nvPr/>
        </p:nvSpPr>
        <p:spPr>
          <a:xfrm>
            <a:off x="1843088" y="4267200"/>
            <a:ext cx="600075"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1"/>
                </a:solidFill>
                <a:latin typeface="Arial" panose="020B0604020202020204" pitchFamily="34" charset="0"/>
              </a:rPr>
              <a:t>A1</a:t>
            </a:r>
            <a:endParaRPr lang="en-US" altLang="zh-CN" sz="2000" dirty="0">
              <a:solidFill>
                <a:schemeClr val="bg1"/>
              </a:solidFill>
              <a:latin typeface="Arial" panose="020B0604020202020204" pitchFamily="34" charset="0"/>
            </a:endParaRPr>
          </a:p>
        </p:txBody>
      </p:sp>
      <p:sp>
        <p:nvSpPr>
          <p:cNvPr id="150550" name="Text Box 2075"/>
          <p:cNvSpPr txBox="1"/>
          <p:nvPr/>
        </p:nvSpPr>
        <p:spPr>
          <a:xfrm>
            <a:off x="1843088" y="4708525"/>
            <a:ext cx="600075"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1"/>
                </a:solidFill>
                <a:latin typeface="Arial" panose="020B0604020202020204" pitchFamily="34" charset="0"/>
              </a:rPr>
              <a:t>A0</a:t>
            </a:r>
            <a:endParaRPr lang="en-US" altLang="zh-CN" sz="2000" dirty="0">
              <a:solidFill>
                <a:schemeClr val="bg1"/>
              </a:solidFill>
              <a:latin typeface="Arial" panose="020B0604020202020204" pitchFamily="34" charset="0"/>
            </a:endParaRPr>
          </a:p>
        </p:txBody>
      </p:sp>
      <p:sp>
        <p:nvSpPr>
          <p:cNvPr id="150551" name="AutoShape 2076"/>
          <p:cNvSpPr/>
          <p:nvPr/>
        </p:nvSpPr>
        <p:spPr>
          <a:xfrm>
            <a:off x="2362200" y="5486400"/>
            <a:ext cx="457200" cy="323850"/>
          </a:xfrm>
          <a:prstGeom prst="rightArrow">
            <a:avLst>
              <a:gd name="adj1" fmla="val 50000"/>
              <a:gd name="adj2" fmla="val 35248"/>
            </a:avLst>
          </a:prstGeom>
          <a:solidFill>
            <a:srgbClr val="FF6600"/>
          </a:solidFill>
          <a:ln w="25400" cap="sq" cmpd="sng">
            <a:solidFill>
              <a:srgbClr val="FF6600"/>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139288" name="Rectangle 2077"/>
          <p:cNvSpPr>
            <a:spLocks noChangeArrowheads="1"/>
          </p:cNvSpPr>
          <p:nvPr/>
        </p:nvSpPr>
        <p:spPr bwMode="auto">
          <a:xfrm>
            <a:off x="2819400" y="5167313"/>
            <a:ext cx="990600" cy="838200"/>
          </a:xfrm>
          <a:prstGeom prst="rect">
            <a:avLst/>
          </a:prstGeom>
          <a:solidFill>
            <a:schemeClr val="accent2">
              <a:lumMod val="75000"/>
            </a:schemeClr>
          </a:solidFill>
          <a:ln w="25400" cap="sq">
            <a:solidFill>
              <a:srgbClr val="CCFFFF"/>
            </a:solidFill>
            <a:miter lim="800000"/>
          </a:ln>
        </p:spPr>
        <p:txBody>
          <a:bodyPr wrap="none" anchor="ctr"/>
          <a:lstStyle>
            <a:lvl1pPr>
              <a:lnSpc>
                <a:spcPct val="110000"/>
              </a:lnSpc>
              <a:spcBef>
                <a:spcPct val="20000"/>
              </a:spcBef>
              <a:spcAft>
                <a:spcPct val="5000"/>
              </a:spcAft>
              <a:buClr>
                <a:schemeClr val="folHlink"/>
              </a:buClr>
              <a:buSzPct val="60000"/>
              <a:buFont typeface="Wingdings" panose="05000000000000000000" pitchFamily="2" charset="2"/>
              <a:buChar char="n"/>
              <a:defRPr sz="2800" b="1">
                <a:solidFill>
                  <a:schemeClr val="tx2"/>
                </a:solidFill>
                <a:latin typeface="Tahoma" panose="020B0604030504040204" pitchFamily="34" charset="0"/>
                <a:ea typeface="楷体_GB2312" pitchFamily="1" charset="-122"/>
              </a:defRPr>
            </a:lvl1pPr>
            <a:lvl2pPr marL="742950" indent="-285750">
              <a:lnSpc>
                <a:spcPct val="110000"/>
              </a:lnSpc>
              <a:spcBef>
                <a:spcPct val="20000"/>
              </a:spcBef>
              <a:spcAft>
                <a:spcPct val="5000"/>
              </a:spcAft>
              <a:buClr>
                <a:schemeClr val="hlink"/>
              </a:buClr>
              <a:buSzPct val="55000"/>
              <a:buFont typeface="Wingdings" panose="05000000000000000000" pitchFamily="2" charset="2"/>
              <a:buChar char="n"/>
              <a:defRPr sz="2400" b="1">
                <a:solidFill>
                  <a:schemeClr val="tx1"/>
                </a:solidFill>
                <a:latin typeface="Tahoma" panose="020B0604030504040204" pitchFamily="34" charset="0"/>
                <a:ea typeface="楷体_GB2312" pitchFamily="1" charset="-122"/>
              </a:defRPr>
            </a:lvl2pPr>
            <a:lvl3pPr marL="1143000" indent="-228600">
              <a:lnSpc>
                <a:spcPct val="110000"/>
              </a:lnSpc>
              <a:spcBef>
                <a:spcPct val="20000"/>
              </a:spcBef>
              <a:spcAft>
                <a:spcPct val="5000"/>
              </a:spcAft>
              <a:buClr>
                <a:schemeClr val="folHlink"/>
              </a:buClr>
              <a:buSzPct val="50000"/>
              <a:buFont typeface="Wingdings" panose="05000000000000000000" pitchFamily="2" charset="2"/>
              <a:buChar char="n"/>
              <a:defRPr sz="2000" b="1">
                <a:solidFill>
                  <a:srgbClr val="FF0000"/>
                </a:solidFill>
                <a:latin typeface="Tahoma" panose="020B0604030504040204" pitchFamily="34" charset="0"/>
                <a:ea typeface="楷体_GB2312" pitchFamily="1"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marL="0" marR="0" lvl="0" indent="0" algn="l" defTabSz="914400" rtl="0" eaLnBrk="0" fontAlgn="base" latinLnBrk="0" hangingPunct="0">
              <a:lnSpc>
                <a:spcPct val="110000"/>
              </a:lnSpc>
              <a:spcBef>
                <a:spcPct val="0"/>
              </a:spcBef>
              <a:spcAft>
                <a:spcPct val="0"/>
              </a:spcAft>
              <a:buClrTx/>
              <a:buSzTx/>
              <a:buFont typeface="Arial" panose="020B0604020202020204" pitchFamily="34" charset="0"/>
              <a:buNone/>
              <a:defRPr/>
            </a:pPr>
            <a:endParaRPr kumimoji="0" lang="zh-CN" altLang="en-US" sz="1800" b="0" i="0" u="none" strike="noStrike" kern="1200" cap="none" spc="0" normalizeH="0" baseline="0" noProof="0">
              <a:ln>
                <a:noFill/>
              </a:ln>
              <a:solidFill>
                <a:schemeClr val="tx1"/>
              </a:solidFill>
              <a:effectLst/>
              <a:uLnTx/>
              <a:uFillTx/>
              <a:latin typeface="Arial" panose="020B0604020202020204" pitchFamily="34" charset="0"/>
              <a:ea typeface="宋体" panose="02010600030101010101" pitchFamily="2" charset="-122"/>
              <a:cs typeface="+mn-cs"/>
            </a:endParaRPr>
          </a:p>
        </p:txBody>
      </p:sp>
      <p:sp>
        <p:nvSpPr>
          <p:cNvPr id="150553" name="Text Box 2078"/>
          <p:cNvSpPr txBox="1"/>
          <p:nvPr/>
        </p:nvSpPr>
        <p:spPr>
          <a:xfrm>
            <a:off x="2819400" y="5319713"/>
            <a:ext cx="1066800" cy="503237"/>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35000"/>
              </a:lnSpc>
              <a:spcBef>
                <a:spcPct val="90000"/>
              </a:spcBef>
              <a:spcAft>
                <a:spcPct val="0"/>
              </a:spcAft>
              <a:buClrTx/>
              <a:buSzTx/>
              <a:buFont typeface="Arial" panose="020B0604020202020204" pitchFamily="34" charset="0"/>
              <a:buNone/>
            </a:pPr>
            <a:r>
              <a:rPr lang="zh-CN" altLang="en-US" sz="2000" dirty="0">
                <a:solidFill>
                  <a:schemeClr val="bg2"/>
                </a:solidFill>
                <a:latin typeface="Arial" panose="020B0604020202020204" pitchFamily="34" charset="0"/>
                <a:ea typeface="宋体" panose="02010600030101010101" pitchFamily="2" charset="-122"/>
              </a:rPr>
              <a:t>译码器</a:t>
            </a:r>
            <a:endParaRPr lang="zh-CN" altLang="en-US" sz="2000" dirty="0">
              <a:solidFill>
                <a:schemeClr val="bg2"/>
              </a:solidFill>
              <a:latin typeface="Arial" panose="020B0604020202020204" pitchFamily="34" charset="0"/>
              <a:ea typeface="宋体" panose="02010600030101010101" pitchFamily="2" charset="-122"/>
            </a:endParaRPr>
          </a:p>
        </p:txBody>
      </p:sp>
      <p:sp>
        <p:nvSpPr>
          <p:cNvPr id="150554" name="Text Box 2079"/>
          <p:cNvSpPr txBox="1"/>
          <p:nvPr/>
        </p:nvSpPr>
        <p:spPr>
          <a:xfrm>
            <a:off x="5029200" y="1905000"/>
            <a:ext cx="7620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tx1"/>
                </a:solidFill>
                <a:latin typeface="Arial" panose="020B0604020202020204" pitchFamily="34" charset="0"/>
              </a:rPr>
              <a:t>8255</a:t>
            </a:r>
            <a:endParaRPr lang="en-US" altLang="zh-CN" sz="2000" dirty="0">
              <a:solidFill>
                <a:schemeClr val="tx1"/>
              </a:solidFill>
              <a:latin typeface="Arial" panose="020B0604020202020204" pitchFamily="34" charset="0"/>
            </a:endParaRPr>
          </a:p>
        </p:txBody>
      </p:sp>
      <p:sp>
        <p:nvSpPr>
          <p:cNvPr id="150555" name="Text Box 2081"/>
          <p:cNvSpPr txBox="1"/>
          <p:nvPr/>
        </p:nvSpPr>
        <p:spPr>
          <a:xfrm>
            <a:off x="5486400" y="2590800"/>
            <a:ext cx="6858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A</a:t>
            </a:r>
            <a:r>
              <a:rPr lang="zh-CN" altLang="en-US" sz="2000" dirty="0">
                <a:solidFill>
                  <a:schemeClr val="bg2"/>
                </a:solidFill>
                <a:latin typeface="Arial" panose="020B0604020202020204" pitchFamily="34" charset="0"/>
                <a:ea typeface="宋体" panose="02010600030101010101" pitchFamily="2" charset="-122"/>
              </a:rPr>
              <a:t>口</a:t>
            </a:r>
            <a:endParaRPr lang="zh-CN" altLang="en-US" sz="2000" dirty="0">
              <a:solidFill>
                <a:schemeClr val="bg2"/>
              </a:solidFill>
              <a:latin typeface="Arial" panose="020B0604020202020204" pitchFamily="34" charset="0"/>
              <a:ea typeface="宋体" panose="02010600030101010101" pitchFamily="2" charset="-122"/>
            </a:endParaRPr>
          </a:p>
        </p:txBody>
      </p:sp>
      <p:sp>
        <p:nvSpPr>
          <p:cNvPr id="150556" name="Line 2086"/>
          <p:cNvSpPr/>
          <p:nvPr/>
        </p:nvSpPr>
        <p:spPr>
          <a:xfrm>
            <a:off x="1738313" y="3276600"/>
            <a:ext cx="533400" cy="0"/>
          </a:xfrm>
          <a:prstGeom prst="line">
            <a:avLst/>
          </a:prstGeom>
          <a:ln w="25400" cap="sq" cmpd="sng">
            <a:solidFill>
              <a:schemeClr val="bg1"/>
            </a:solidFill>
            <a:prstDash val="solid"/>
            <a:headEnd type="none" w="med" len="med"/>
            <a:tailEnd type="none" w="med" len="med"/>
          </a:ln>
        </p:spPr>
      </p:sp>
      <p:sp>
        <p:nvSpPr>
          <p:cNvPr id="150557" name="Line 2087"/>
          <p:cNvSpPr/>
          <p:nvPr/>
        </p:nvSpPr>
        <p:spPr>
          <a:xfrm>
            <a:off x="1752600" y="3810000"/>
            <a:ext cx="533400" cy="0"/>
          </a:xfrm>
          <a:prstGeom prst="line">
            <a:avLst/>
          </a:prstGeom>
          <a:ln w="25400" cap="sq" cmpd="sng">
            <a:solidFill>
              <a:schemeClr val="bg1"/>
            </a:solidFill>
            <a:prstDash val="solid"/>
            <a:headEnd type="none" w="med" len="med"/>
            <a:tailEnd type="none" w="med" len="med"/>
          </a:ln>
        </p:spPr>
      </p:sp>
      <p:sp>
        <p:nvSpPr>
          <p:cNvPr id="150558" name="Text Box 2088"/>
          <p:cNvSpPr txBox="1"/>
          <p:nvPr/>
        </p:nvSpPr>
        <p:spPr>
          <a:xfrm>
            <a:off x="5486400" y="5089525"/>
            <a:ext cx="6858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B</a:t>
            </a:r>
            <a:r>
              <a:rPr lang="zh-CN" altLang="en-US" sz="2000" dirty="0">
                <a:solidFill>
                  <a:schemeClr val="bg2"/>
                </a:solidFill>
                <a:latin typeface="Arial" panose="020B0604020202020204" pitchFamily="34" charset="0"/>
                <a:ea typeface="宋体" panose="02010600030101010101" pitchFamily="2" charset="-122"/>
              </a:rPr>
              <a:t>口</a:t>
            </a:r>
            <a:endParaRPr lang="zh-CN" altLang="en-US" sz="2000" dirty="0">
              <a:solidFill>
                <a:schemeClr val="bg2"/>
              </a:solidFill>
              <a:latin typeface="Arial" panose="020B0604020202020204" pitchFamily="34" charset="0"/>
              <a:ea typeface="宋体" panose="02010600030101010101" pitchFamily="2" charset="-122"/>
            </a:endParaRPr>
          </a:p>
        </p:txBody>
      </p:sp>
      <p:sp>
        <p:nvSpPr>
          <p:cNvPr id="150559" name="Text Box 2089"/>
          <p:cNvSpPr txBox="1"/>
          <p:nvPr/>
        </p:nvSpPr>
        <p:spPr>
          <a:xfrm>
            <a:off x="5486400" y="3962400"/>
            <a:ext cx="6858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2"/>
                </a:solidFill>
                <a:latin typeface="Arial" panose="020B0604020202020204" pitchFamily="34" charset="0"/>
              </a:rPr>
              <a:t>C</a:t>
            </a:r>
            <a:r>
              <a:rPr lang="zh-CN" altLang="en-US" sz="2000" dirty="0">
                <a:solidFill>
                  <a:schemeClr val="bg2"/>
                </a:solidFill>
                <a:latin typeface="Arial" panose="020B0604020202020204" pitchFamily="34" charset="0"/>
                <a:ea typeface="宋体" panose="02010600030101010101" pitchFamily="2" charset="-122"/>
              </a:rPr>
              <a:t>口</a:t>
            </a:r>
            <a:endParaRPr lang="zh-CN" altLang="en-US" sz="2000" dirty="0">
              <a:solidFill>
                <a:schemeClr val="bg2"/>
              </a:solidFill>
              <a:latin typeface="Arial" panose="020B0604020202020204" pitchFamily="34" charset="0"/>
              <a:ea typeface="宋体" panose="02010600030101010101" pitchFamily="2" charset="-122"/>
            </a:endParaRPr>
          </a:p>
        </p:txBody>
      </p:sp>
      <p:sp>
        <p:nvSpPr>
          <p:cNvPr id="150560" name="Text Box 2091"/>
          <p:cNvSpPr txBox="1"/>
          <p:nvPr/>
        </p:nvSpPr>
        <p:spPr>
          <a:xfrm>
            <a:off x="1447800" y="2624138"/>
            <a:ext cx="1066800" cy="396875"/>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000" dirty="0">
                <a:solidFill>
                  <a:schemeClr val="bg1"/>
                </a:solidFill>
                <a:latin typeface="Arial" panose="020B0604020202020204" pitchFamily="34" charset="0"/>
              </a:rPr>
              <a:t>D0~D7</a:t>
            </a:r>
            <a:endParaRPr lang="en-US" altLang="zh-CN" sz="2000" dirty="0">
              <a:solidFill>
                <a:schemeClr val="bg1"/>
              </a:solidFill>
              <a:latin typeface="Arial" panose="020B0604020202020204" pitchFamily="34" charset="0"/>
            </a:endParaRPr>
          </a:p>
        </p:txBody>
      </p:sp>
      <p:sp>
        <p:nvSpPr>
          <p:cNvPr id="150561" name="Line 2092"/>
          <p:cNvSpPr/>
          <p:nvPr/>
        </p:nvSpPr>
        <p:spPr>
          <a:xfrm>
            <a:off x="2362200" y="3962400"/>
            <a:ext cx="2085975" cy="0"/>
          </a:xfrm>
          <a:prstGeom prst="line">
            <a:avLst/>
          </a:prstGeom>
          <a:ln w="25400" cap="sq" cmpd="sng">
            <a:solidFill>
              <a:srgbClr val="FF6600"/>
            </a:solidFill>
            <a:prstDash val="solid"/>
            <a:headEnd type="none" w="med" len="med"/>
            <a:tailEnd type="triangle" w="lg" len="lg"/>
          </a:ln>
        </p:spPr>
      </p:sp>
      <p:sp>
        <p:nvSpPr>
          <p:cNvPr id="150562" name="Line 2095"/>
          <p:cNvSpPr/>
          <p:nvPr/>
        </p:nvSpPr>
        <p:spPr>
          <a:xfrm>
            <a:off x="2362200" y="4476750"/>
            <a:ext cx="2085975" cy="0"/>
          </a:xfrm>
          <a:prstGeom prst="line">
            <a:avLst/>
          </a:prstGeom>
          <a:ln w="25400" cap="sq" cmpd="sng">
            <a:solidFill>
              <a:srgbClr val="FF6600"/>
            </a:solidFill>
            <a:prstDash val="solid"/>
            <a:headEnd type="none" w="med" len="med"/>
            <a:tailEnd type="triangle" w="lg" len="lg"/>
          </a:ln>
        </p:spPr>
      </p:sp>
      <p:sp>
        <p:nvSpPr>
          <p:cNvPr id="150563" name="Line 2096"/>
          <p:cNvSpPr/>
          <p:nvPr/>
        </p:nvSpPr>
        <p:spPr>
          <a:xfrm>
            <a:off x="2362200" y="4919663"/>
            <a:ext cx="2085975" cy="0"/>
          </a:xfrm>
          <a:prstGeom prst="line">
            <a:avLst/>
          </a:prstGeom>
          <a:ln w="25400" cap="sq" cmpd="sng">
            <a:solidFill>
              <a:srgbClr val="FF6600"/>
            </a:solidFill>
            <a:prstDash val="solid"/>
            <a:headEnd type="none" w="med" len="med"/>
            <a:tailEnd type="triangle" w="lg" len="lg"/>
          </a:ln>
        </p:spPr>
      </p:sp>
      <p:sp>
        <p:nvSpPr>
          <p:cNvPr id="150564" name="Rectangle 2097"/>
          <p:cNvSpPr/>
          <p:nvPr/>
        </p:nvSpPr>
        <p:spPr>
          <a:xfrm>
            <a:off x="7162800" y="2286000"/>
            <a:ext cx="1371600" cy="3810000"/>
          </a:xfrm>
          <a:prstGeom prst="rect">
            <a:avLst/>
          </a:prstGeom>
          <a:solidFill>
            <a:srgbClr val="339966"/>
          </a:solidFill>
          <a:ln w="25400" cap="sq" cmpd="sng">
            <a:solidFill>
              <a:srgbClr val="339966"/>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150565" name="AutoShape 2098"/>
          <p:cNvSpPr/>
          <p:nvPr/>
        </p:nvSpPr>
        <p:spPr>
          <a:xfrm>
            <a:off x="6143625" y="2638425"/>
            <a:ext cx="990600" cy="347663"/>
          </a:xfrm>
          <a:prstGeom prst="leftRightArrow">
            <a:avLst>
              <a:gd name="adj1" fmla="val 50000"/>
              <a:gd name="adj2" fmla="val 56893"/>
            </a:avLst>
          </a:prstGeom>
          <a:solidFill>
            <a:srgbClr val="FF6600"/>
          </a:solidFill>
          <a:ln w="25400" cap="sq" cmpd="sng">
            <a:solidFill>
              <a:srgbClr val="FF6600"/>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150566" name="AutoShape 2099"/>
          <p:cNvSpPr/>
          <p:nvPr/>
        </p:nvSpPr>
        <p:spPr>
          <a:xfrm>
            <a:off x="6096000" y="3995738"/>
            <a:ext cx="990600" cy="347662"/>
          </a:xfrm>
          <a:prstGeom prst="leftRightArrow">
            <a:avLst>
              <a:gd name="adj1" fmla="val 50000"/>
              <a:gd name="adj2" fmla="val 56894"/>
            </a:avLst>
          </a:prstGeom>
          <a:solidFill>
            <a:srgbClr val="FF6600"/>
          </a:solidFill>
          <a:ln w="25400" cap="sq" cmpd="sng">
            <a:solidFill>
              <a:srgbClr val="FF6600"/>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150567" name="AutoShape 2100"/>
          <p:cNvSpPr/>
          <p:nvPr/>
        </p:nvSpPr>
        <p:spPr>
          <a:xfrm>
            <a:off x="6129338" y="5138738"/>
            <a:ext cx="990600" cy="347662"/>
          </a:xfrm>
          <a:prstGeom prst="leftRightArrow">
            <a:avLst>
              <a:gd name="adj1" fmla="val 50000"/>
              <a:gd name="adj2" fmla="val 56894"/>
            </a:avLst>
          </a:prstGeom>
          <a:solidFill>
            <a:srgbClr val="FF6600"/>
          </a:solidFill>
          <a:ln w="25400" cap="sq" cmpd="sng">
            <a:solidFill>
              <a:srgbClr val="FF6600"/>
            </a:solidFill>
            <a:prstDash val="solid"/>
            <a:miter/>
            <a:headEnd type="none" w="med" len="med"/>
            <a:tailEnd type="none" w="med" len="med"/>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endParaRPr lang="zh-CN" altLang="en-US" sz="1800" b="0" dirty="0">
              <a:solidFill>
                <a:schemeClr val="tx1"/>
              </a:solidFill>
              <a:latin typeface="Arial" panose="020B0604020202020204" pitchFamily="34" charset="0"/>
              <a:ea typeface="宋体" panose="02010600030101010101" pitchFamily="2" charset="-122"/>
            </a:endParaRPr>
          </a:p>
        </p:txBody>
      </p:sp>
      <p:sp>
        <p:nvSpPr>
          <p:cNvPr id="150568" name="Text Box 2101"/>
          <p:cNvSpPr txBox="1"/>
          <p:nvPr/>
        </p:nvSpPr>
        <p:spPr>
          <a:xfrm>
            <a:off x="7391400" y="3962400"/>
            <a:ext cx="1066800" cy="5857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35000"/>
              </a:lnSpc>
              <a:spcBef>
                <a:spcPct val="90000"/>
              </a:spcBef>
              <a:spcAft>
                <a:spcPct val="0"/>
              </a:spcAft>
              <a:buClrTx/>
              <a:buSzTx/>
              <a:buFont typeface="Arial" panose="020B0604020202020204" pitchFamily="34" charset="0"/>
              <a:buNone/>
            </a:pPr>
            <a:r>
              <a:rPr lang="zh-CN" altLang="en-US" sz="1800" dirty="0">
                <a:solidFill>
                  <a:schemeClr val="bg1"/>
                </a:solidFill>
                <a:latin typeface="Arial" panose="020B0604020202020204" pitchFamily="34" charset="0"/>
                <a:ea typeface="宋体" panose="02010600030101010101" pitchFamily="2" charset="-122"/>
              </a:rPr>
              <a:t>外 设</a:t>
            </a:r>
            <a:endParaRPr lang="zh-CN" altLang="en-US" sz="1800" dirty="0">
              <a:solidFill>
                <a:schemeClr val="bg1"/>
              </a:solidFill>
              <a:latin typeface="Arial" panose="020B0604020202020204" pitchFamily="34" charset="0"/>
              <a:ea typeface="宋体" panose="02010600030101010101" pitchFamily="2" charset="-122"/>
            </a:endParaRPr>
          </a:p>
        </p:txBody>
      </p:sp>
      <p:sp>
        <p:nvSpPr>
          <p:cNvPr id="39977" name="Line 2102"/>
          <p:cNvSpPr/>
          <p:nvPr/>
        </p:nvSpPr>
        <p:spPr>
          <a:xfrm>
            <a:off x="7164388" y="4941888"/>
            <a:ext cx="1368425" cy="0"/>
          </a:xfrm>
          <a:prstGeom prst="line">
            <a:avLst/>
          </a:prstGeom>
          <a:ln w="25400" cap="flat" cmpd="sng">
            <a:solidFill>
              <a:schemeClr val="bg1"/>
            </a:solidFill>
            <a:prstDash val="dash"/>
            <a:headEnd type="none" w="med" len="med"/>
            <a:tailEnd type="none" w="med" len="med"/>
          </a:ln>
        </p:spPr>
      </p:sp>
      <p:sp>
        <p:nvSpPr>
          <p:cNvPr id="39978" name="Line 2103"/>
          <p:cNvSpPr/>
          <p:nvPr/>
        </p:nvSpPr>
        <p:spPr>
          <a:xfrm>
            <a:off x="7164388" y="3429000"/>
            <a:ext cx="1368425" cy="0"/>
          </a:xfrm>
          <a:prstGeom prst="line">
            <a:avLst/>
          </a:prstGeom>
          <a:ln w="25400" cap="flat" cmpd="sng">
            <a:solidFill>
              <a:schemeClr val="bg1"/>
            </a:solidFill>
            <a:prstDash val="dash"/>
            <a:headEnd type="none" w="med" len="med"/>
            <a:tailEnd type="none" w="med" len="med"/>
          </a:ln>
        </p:spPr>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9978"/>
                                        </p:tgtEl>
                                        <p:attrNameLst>
                                          <p:attrName>style.visibility</p:attrName>
                                        </p:attrNameLst>
                                      </p:cBhvr>
                                      <p:to>
                                        <p:strVal val="visible"/>
                                      </p:to>
                                    </p:set>
                                    <p:animEffect transition="in" filter="wipe(left)">
                                      <p:cBhvr>
                                        <p:cTn id="7" dur="500"/>
                                        <p:tgtEl>
                                          <p:spTgt spid="39978"/>
                                        </p:tgtEl>
                                      </p:cBhvr>
                                    </p:animEffect>
                                  </p:childTnLst>
                                </p:cTn>
                              </p:par>
                              <p:par>
                                <p:cTn id="8" presetID="22" presetClass="entr" presetSubtype="8" fill="hold" nodeType="withEffect">
                                  <p:stCondLst>
                                    <p:cond delay="0"/>
                                  </p:stCondLst>
                                  <p:childTnLst>
                                    <p:set>
                                      <p:cBhvr>
                                        <p:cTn id="9" dur="1" fill="hold">
                                          <p:stCondLst>
                                            <p:cond delay="0"/>
                                          </p:stCondLst>
                                        </p:cTn>
                                        <p:tgtEl>
                                          <p:spTgt spid="39977"/>
                                        </p:tgtEl>
                                        <p:attrNameLst>
                                          <p:attrName>style.visibility</p:attrName>
                                        </p:attrNameLst>
                                      </p:cBhvr>
                                      <p:to>
                                        <p:strVal val="visible"/>
                                      </p:to>
                                    </p:set>
                                    <p:animEffect transition="in" filter="wipe(left)">
                                      <p:cBhvr>
                                        <p:cTn id="10" dur="500"/>
                                        <p:tgtEl>
                                          <p:spTgt spid="399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Rectangle 2"/>
          <p:cNvSpPr>
            <a:spLocks noGrp="1" noChangeArrowheads="1"/>
          </p:cNvSpPr>
          <p:nvPr/>
        </p:nvSpPr>
        <p:spPr bwMode="auto">
          <a:xfrm>
            <a:off x="1116013" y="836613"/>
            <a:ext cx="6551613" cy="88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rtl="0" eaLnBrk="0" fontAlgn="base" hangingPunct="0">
              <a:spcBef>
                <a:spcPct val="0"/>
              </a:spcBef>
              <a:spcAft>
                <a:spcPct val="0"/>
              </a:spcAft>
              <a:defRPr sz="4400" kern="1200">
                <a:solidFill>
                  <a:srgbClr val="800000"/>
                </a:solidFill>
                <a:latin typeface="+mj-lt"/>
                <a:ea typeface="+mj-ea"/>
                <a:cs typeface="+mj-cs"/>
              </a:defRPr>
            </a:lvl1pPr>
            <a:lvl2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2pPr>
            <a:lvl3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3pPr>
            <a:lvl4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4pPr>
            <a:lvl5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5pPr>
            <a:lvl6pPr marL="4572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6pPr>
            <a:lvl7pPr marL="9144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7pPr>
            <a:lvl8pPr marL="13716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8pPr>
            <a:lvl9pPr marL="18288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4000" b="0" i="0" u="none" strike="noStrike" kern="1200" cap="none" spc="0" normalizeH="0" baseline="0" noProof="0" dirty="0">
                <a:ln>
                  <a:noFill/>
                </a:ln>
                <a:solidFill>
                  <a:srgbClr val="800000"/>
                </a:solidFill>
                <a:effectLst/>
                <a:uLnTx/>
                <a:uFillTx/>
                <a:latin typeface="+mj-ea"/>
                <a:ea typeface="+mj-ea"/>
                <a:cs typeface="+mj-cs"/>
              </a:rPr>
              <a:t> 7.2.3 </a:t>
            </a:r>
            <a:r>
              <a:rPr kumimoji="0" lang="zh-CN" altLang="en-US" sz="4000" b="0" i="0" u="none" strike="noStrike" kern="1200" cap="none" spc="0" normalizeH="0" baseline="0" noProof="0" dirty="0">
                <a:ln>
                  <a:noFill/>
                </a:ln>
                <a:solidFill>
                  <a:srgbClr val="800000"/>
                </a:solidFill>
                <a:effectLst/>
                <a:uLnTx/>
                <a:uFillTx/>
                <a:latin typeface="+mj-ea"/>
                <a:ea typeface="+mj-ea"/>
                <a:cs typeface="+mj-cs"/>
              </a:rPr>
              <a:t>方式控制字与状态字</a:t>
            </a:r>
            <a:endParaRPr kumimoji="0" lang="zh-CN" altLang="en-US" sz="4000" b="0" i="0" u="none" strike="noStrike" kern="1200" cap="none" spc="0" normalizeH="0" baseline="0" noProof="0" dirty="0">
              <a:ln>
                <a:noFill/>
              </a:ln>
              <a:solidFill>
                <a:srgbClr val="800000"/>
              </a:solidFill>
              <a:effectLst/>
              <a:uLnTx/>
              <a:uFillTx/>
              <a:latin typeface="+mj-ea"/>
              <a:ea typeface="+mj-ea"/>
              <a:cs typeface="+mj-cs"/>
            </a:endParaRPr>
          </a:p>
        </p:txBody>
      </p:sp>
      <p:sp>
        <p:nvSpPr>
          <p:cNvPr id="151555" name="Rectangle 3"/>
          <p:cNvSpPr txBox="1"/>
          <p:nvPr/>
        </p:nvSpPr>
        <p:spPr>
          <a:xfrm>
            <a:off x="971550" y="2133600"/>
            <a:ext cx="7921625" cy="4724400"/>
          </a:xfrm>
          <a:prstGeom prst="rect">
            <a:avLst/>
          </a:prstGeom>
          <a:no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342900" lvl="0" indent="-342900" eaLnBrk="1" hangingPunct="1">
              <a:lnSpc>
                <a:spcPct val="130000"/>
              </a:lnSpc>
              <a:spcBef>
                <a:spcPct val="0"/>
              </a:spcBef>
              <a:spcAft>
                <a:spcPct val="0"/>
              </a:spcAft>
              <a:buClrTx/>
              <a:buSzTx/>
              <a:buFont typeface="Arial" panose="020B0604020202020204" pitchFamily="34" charset="0"/>
              <a:buNone/>
            </a:pPr>
            <a:r>
              <a:rPr lang="zh-CN" altLang="en-US" sz="2400" b="0" dirty="0">
                <a:solidFill>
                  <a:schemeClr val="tx1"/>
                </a:solidFill>
                <a:latin typeface="楷体_GB2312" pitchFamily="1" charset="-122"/>
              </a:rPr>
              <a:t>初始化过程中：写入方式控制字</a:t>
            </a:r>
            <a:endParaRPr lang="zh-CN" altLang="en-US" sz="2400" b="0" dirty="0">
              <a:solidFill>
                <a:schemeClr val="tx1"/>
              </a:solidFill>
              <a:latin typeface="楷体_GB2312" pitchFamily="1" charset="-122"/>
            </a:endParaRPr>
          </a:p>
          <a:p>
            <a:pPr marL="742950" lvl="1" indent="-285750" eaLnBrk="1" hangingPunct="1">
              <a:lnSpc>
                <a:spcPct val="130000"/>
              </a:lnSpc>
              <a:spcBef>
                <a:spcPct val="0"/>
              </a:spcBef>
              <a:spcAft>
                <a:spcPct val="0"/>
              </a:spcAft>
              <a:buClrTx/>
              <a:buSzTx/>
              <a:buFont typeface="Arial" panose="020B0604020202020204" pitchFamily="34" charset="0"/>
              <a:buNone/>
            </a:pPr>
            <a:r>
              <a:rPr lang="zh-CN" altLang="en-US" b="0" dirty="0">
                <a:latin typeface="楷体_GB2312" pitchFamily="1" charset="-122"/>
              </a:rPr>
              <a:t>利用控制端口地址，</a:t>
            </a:r>
            <a:r>
              <a:rPr lang="en-US" altLang="zh-CN" b="0" dirty="0">
                <a:latin typeface="楷体_GB2312" pitchFamily="1" charset="-122"/>
              </a:rPr>
              <a:t>A</a:t>
            </a:r>
            <a:r>
              <a:rPr lang="en-US" altLang="zh-CN" b="0" baseline="-25000" dirty="0">
                <a:latin typeface="楷体_GB2312" pitchFamily="1" charset="-122"/>
              </a:rPr>
              <a:t>1</a:t>
            </a:r>
            <a:r>
              <a:rPr lang="en-US" altLang="zh-CN" b="0" dirty="0">
                <a:latin typeface="楷体_GB2312" pitchFamily="1" charset="-122"/>
              </a:rPr>
              <a:t>A</a:t>
            </a:r>
            <a:r>
              <a:rPr lang="en-US" altLang="zh-CN" b="0" baseline="-25000" dirty="0">
                <a:latin typeface="楷体_GB2312" pitchFamily="1" charset="-122"/>
              </a:rPr>
              <a:t>0</a:t>
            </a:r>
            <a:r>
              <a:rPr lang="en-US" altLang="zh-CN" b="0" dirty="0">
                <a:latin typeface="楷体_GB2312" pitchFamily="1" charset="-122"/>
              </a:rPr>
              <a:t>=11</a:t>
            </a:r>
            <a:endParaRPr lang="en-US" altLang="zh-CN" b="0" dirty="0">
              <a:latin typeface="楷体_GB2312" pitchFamily="1" charset="-122"/>
            </a:endParaRPr>
          </a:p>
          <a:p>
            <a:pPr marL="342900" lvl="0" indent="-342900" eaLnBrk="1" hangingPunct="1">
              <a:lnSpc>
                <a:spcPct val="130000"/>
              </a:lnSpc>
              <a:spcBef>
                <a:spcPct val="0"/>
              </a:spcBef>
              <a:spcAft>
                <a:spcPct val="0"/>
              </a:spcAft>
              <a:buClrTx/>
              <a:buSzTx/>
              <a:buFont typeface="Arial" panose="020B0604020202020204" pitchFamily="34" charset="0"/>
              <a:buNone/>
            </a:pPr>
            <a:r>
              <a:rPr lang="zh-CN" altLang="en-US" sz="2400" b="0" dirty="0">
                <a:solidFill>
                  <a:schemeClr val="tx1"/>
                </a:solidFill>
                <a:latin typeface="楷体_GB2312" pitchFamily="1" charset="-122"/>
              </a:rPr>
              <a:t>工作过程中：</a:t>
            </a:r>
            <a:endParaRPr lang="zh-CN" altLang="en-US" sz="2400" b="0" dirty="0">
              <a:solidFill>
                <a:schemeClr val="tx1"/>
              </a:solidFill>
              <a:latin typeface="楷体_GB2312" pitchFamily="1" charset="-122"/>
            </a:endParaRPr>
          </a:p>
          <a:p>
            <a:pPr marL="742950" lvl="1" indent="-285750" eaLnBrk="1" hangingPunct="1">
              <a:lnSpc>
                <a:spcPct val="130000"/>
              </a:lnSpc>
              <a:spcBef>
                <a:spcPct val="0"/>
              </a:spcBef>
              <a:spcAft>
                <a:spcPct val="0"/>
              </a:spcAft>
              <a:buClrTx/>
              <a:buSzTx/>
              <a:buFont typeface="Arial" panose="020B0604020202020204" pitchFamily="34" charset="0"/>
              <a:buNone/>
            </a:pPr>
            <a:r>
              <a:rPr lang="zh-CN" altLang="en-US" b="0" dirty="0">
                <a:latin typeface="楷体_GB2312" pitchFamily="1" charset="-122"/>
              </a:rPr>
              <a:t>通过数据端口来读写外设数据：</a:t>
            </a:r>
            <a:endParaRPr lang="zh-CN" altLang="en-US" b="0" dirty="0">
              <a:latin typeface="楷体_GB2312" pitchFamily="1" charset="-122"/>
            </a:endParaRPr>
          </a:p>
          <a:p>
            <a:pPr marL="742950" lvl="1" indent="-285750" eaLnBrk="1" hangingPunct="1">
              <a:lnSpc>
                <a:spcPct val="130000"/>
              </a:lnSpc>
              <a:spcBef>
                <a:spcPct val="0"/>
              </a:spcBef>
              <a:spcAft>
                <a:spcPct val="0"/>
              </a:spcAft>
              <a:buClrTx/>
              <a:buSzTx/>
              <a:buFont typeface="Arial" panose="020B0604020202020204" pitchFamily="34" charset="0"/>
              <a:buNone/>
            </a:pPr>
            <a:r>
              <a:rPr lang="zh-CN" altLang="en-US" b="0" dirty="0">
                <a:latin typeface="楷体_GB2312" pitchFamily="1" charset="-122"/>
              </a:rPr>
              <a:t>  利用端口</a:t>
            </a:r>
            <a:r>
              <a:rPr lang="en-US" altLang="zh-CN" b="0" dirty="0">
                <a:latin typeface="楷体_GB2312" pitchFamily="1" charset="-122"/>
              </a:rPr>
              <a:t>A</a:t>
            </a:r>
            <a:r>
              <a:rPr lang="zh-CN" altLang="en-US" b="0" dirty="0">
                <a:latin typeface="楷体_GB2312" pitchFamily="1" charset="-122"/>
              </a:rPr>
              <a:t>、</a:t>
            </a:r>
            <a:r>
              <a:rPr lang="en-US" altLang="zh-CN" b="0" dirty="0">
                <a:latin typeface="楷体_GB2312" pitchFamily="1" charset="-122"/>
              </a:rPr>
              <a:t>B</a:t>
            </a:r>
            <a:r>
              <a:rPr lang="zh-CN" altLang="en-US" b="0" dirty="0">
                <a:latin typeface="楷体_GB2312" pitchFamily="1" charset="-122"/>
              </a:rPr>
              <a:t>和</a:t>
            </a:r>
            <a:r>
              <a:rPr lang="en-US" altLang="zh-CN" b="0" dirty="0">
                <a:latin typeface="楷体_GB2312" pitchFamily="1" charset="-122"/>
              </a:rPr>
              <a:t>C</a:t>
            </a:r>
            <a:r>
              <a:rPr lang="zh-CN" altLang="en-US" b="0" dirty="0">
                <a:latin typeface="楷体_GB2312" pitchFamily="1" charset="-122"/>
              </a:rPr>
              <a:t>的地址，</a:t>
            </a:r>
            <a:r>
              <a:rPr lang="en-US" altLang="zh-CN" b="0" dirty="0">
                <a:latin typeface="楷体_GB2312" pitchFamily="1" charset="-122"/>
              </a:rPr>
              <a:t>A</a:t>
            </a:r>
            <a:r>
              <a:rPr lang="en-US" altLang="zh-CN" b="0" baseline="-25000" dirty="0">
                <a:latin typeface="楷体_GB2312" pitchFamily="1" charset="-122"/>
              </a:rPr>
              <a:t>1</a:t>
            </a:r>
            <a:r>
              <a:rPr lang="en-US" altLang="zh-CN" b="0" dirty="0">
                <a:latin typeface="楷体_GB2312" pitchFamily="1" charset="-122"/>
              </a:rPr>
              <a:t>A</a:t>
            </a:r>
            <a:r>
              <a:rPr lang="en-US" altLang="zh-CN" b="0" baseline="-25000" dirty="0">
                <a:latin typeface="楷体_GB2312" pitchFamily="1" charset="-122"/>
              </a:rPr>
              <a:t>0</a:t>
            </a:r>
            <a:r>
              <a:rPr lang="zh-CN" altLang="en-US" b="0" dirty="0">
                <a:latin typeface="楷体_GB2312" pitchFamily="1" charset="-122"/>
              </a:rPr>
              <a:t>依次等于</a:t>
            </a:r>
            <a:r>
              <a:rPr lang="en-US" altLang="zh-CN" b="0" dirty="0">
                <a:latin typeface="楷体_GB2312" pitchFamily="1" charset="-122"/>
              </a:rPr>
              <a:t>00</a:t>
            </a:r>
            <a:r>
              <a:rPr lang="zh-CN" altLang="en-US" b="0" dirty="0">
                <a:latin typeface="楷体_GB2312" pitchFamily="1" charset="-122"/>
              </a:rPr>
              <a:t>、</a:t>
            </a:r>
            <a:r>
              <a:rPr lang="en-US" altLang="zh-CN" b="0" dirty="0">
                <a:latin typeface="楷体_GB2312" pitchFamily="1" charset="-122"/>
              </a:rPr>
              <a:t>01</a:t>
            </a:r>
            <a:r>
              <a:rPr lang="zh-CN" altLang="en-US" b="0" dirty="0">
                <a:latin typeface="楷体_GB2312" pitchFamily="1" charset="-122"/>
              </a:rPr>
              <a:t>、</a:t>
            </a:r>
            <a:r>
              <a:rPr lang="en-US" altLang="zh-CN" b="0" dirty="0">
                <a:latin typeface="楷体_GB2312" pitchFamily="1" charset="-122"/>
              </a:rPr>
              <a:t>10</a:t>
            </a:r>
            <a:endParaRPr lang="en-US" altLang="zh-CN" b="0" dirty="0">
              <a:latin typeface="楷体_GB2312" pitchFamily="1" charset="-122"/>
            </a:endParaRPr>
          </a:p>
          <a:p>
            <a:pPr marL="742950" lvl="1" indent="-285750" eaLnBrk="1" hangingPunct="1">
              <a:lnSpc>
                <a:spcPct val="130000"/>
              </a:lnSpc>
              <a:spcBef>
                <a:spcPct val="0"/>
              </a:spcBef>
              <a:spcAft>
                <a:spcPct val="0"/>
              </a:spcAft>
              <a:buClrTx/>
              <a:buSzTx/>
              <a:buFont typeface="Arial" panose="020B0604020202020204" pitchFamily="34" charset="0"/>
              <a:buNone/>
            </a:pPr>
            <a:r>
              <a:rPr lang="zh-CN" altLang="en-US" b="0" dirty="0">
                <a:latin typeface="楷体_GB2312" pitchFamily="1" charset="-122"/>
              </a:rPr>
              <a:t>通过端口</a:t>
            </a:r>
            <a:r>
              <a:rPr lang="en-US" altLang="zh-CN" b="0" dirty="0">
                <a:latin typeface="楷体_GB2312" pitchFamily="1" charset="-122"/>
              </a:rPr>
              <a:t>C</a:t>
            </a:r>
            <a:r>
              <a:rPr lang="zh-CN" altLang="en-US" b="0" dirty="0">
                <a:latin typeface="楷体_GB2312" pitchFamily="1" charset="-122"/>
              </a:rPr>
              <a:t>来读取状态信息：</a:t>
            </a:r>
            <a:endParaRPr lang="zh-CN" altLang="en-US" b="0" dirty="0">
              <a:latin typeface="楷体_GB2312" pitchFamily="1" charset="-122"/>
            </a:endParaRPr>
          </a:p>
          <a:p>
            <a:pPr marL="742950" lvl="1" indent="-285750" eaLnBrk="1" hangingPunct="1">
              <a:lnSpc>
                <a:spcPct val="130000"/>
              </a:lnSpc>
              <a:spcBef>
                <a:spcPct val="0"/>
              </a:spcBef>
              <a:spcAft>
                <a:spcPct val="0"/>
              </a:spcAft>
              <a:buClrTx/>
              <a:buSzTx/>
              <a:buFont typeface="Arial" panose="020B0604020202020204" pitchFamily="34" charset="0"/>
              <a:buNone/>
            </a:pPr>
            <a:r>
              <a:rPr lang="zh-CN" altLang="en-US" b="0" dirty="0">
                <a:latin typeface="楷体_GB2312" pitchFamily="1" charset="-122"/>
              </a:rPr>
              <a:t>  利用端口</a:t>
            </a:r>
            <a:r>
              <a:rPr lang="en-US" altLang="zh-CN" b="0" dirty="0">
                <a:latin typeface="楷体_GB2312" pitchFamily="1" charset="-122"/>
              </a:rPr>
              <a:t>C</a:t>
            </a:r>
            <a:r>
              <a:rPr lang="zh-CN" altLang="en-US" b="0" dirty="0">
                <a:latin typeface="楷体_GB2312" pitchFamily="1" charset="-122"/>
              </a:rPr>
              <a:t>的地址，</a:t>
            </a:r>
            <a:r>
              <a:rPr lang="en-US" altLang="zh-CN" b="0" dirty="0">
                <a:latin typeface="楷体_GB2312" pitchFamily="1" charset="-122"/>
              </a:rPr>
              <a:t>A</a:t>
            </a:r>
            <a:r>
              <a:rPr lang="en-US" altLang="zh-CN" b="0" baseline="-25000" dirty="0">
                <a:latin typeface="楷体_GB2312" pitchFamily="1" charset="-122"/>
              </a:rPr>
              <a:t>1</a:t>
            </a:r>
            <a:r>
              <a:rPr lang="en-US" altLang="zh-CN" b="0" dirty="0">
                <a:latin typeface="楷体_GB2312" pitchFamily="1" charset="-122"/>
              </a:rPr>
              <a:t>A</a:t>
            </a:r>
            <a:r>
              <a:rPr lang="en-US" altLang="zh-CN" b="0" baseline="-25000" dirty="0">
                <a:latin typeface="楷体_GB2312" pitchFamily="1" charset="-122"/>
              </a:rPr>
              <a:t>0</a:t>
            </a:r>
            <a:r>
              <a:rPr lang="en-US" altLang="zh-CN" b="0" dirty="0">
                <a:latin typeface="楷体_GB2312" pitchFamily="1" charset="-122"/>
              </a:rPr>
              <a:t>=10</a:t>
            </a:r>
            <a:endParaRPr lang="en-US" altLang="zh-CN" b="0" dirty="0">
              <a:latin typeface="楷体_GB2312" pitchFamily="1" charset="-122"/>
            </a:endParaRPr>
          </a:p>
          <a:p>
            <a:pPr marL="742950" lvl="1" indent="-285750" eaLnBrk="1" hangingPunct="1">
              <a:lnSpc>
                <a:spcPct val="130000"/>
              </a:lnSpc>
              <a:spcBef>
                <a:spcPct val="0"/>
              </a:spcBef>
              <a:spcAft>
                <a:spcPct val="0"/>
              </a:spcAft>
              <a:buClrTx/>
              <a:buSzTx/>
              <a:buFont typeface="Arial" panose="020B0604020202020204" pitchFamily="34" charset="0"/>
              <a:buNone/>
            </a:pPr>
            <a:r>
              <a:rPr lang="zh-CN" altLang="en-US" b="0" dirty="0">
                <a:latin typeface="楷体_GB2312" pitchFamily="1" charset="-122"/>
              </a:rPr>
              <a:t>通过控制端口来写入端口</a:t>
            </a:r>
            <a:r>
              <a:rPr lang="en-US" altLang="zh-CN" b="0" dirty="0">
                <a:latin typeface="楷体_GB2312" pitchFamily="1" charset="-122"/>
              </a:rPr>
              <a:t>C</a:t>
            </a:r>
            <a:r>
              <a:rPr lang="zh-CN" altLang="en-US" b="0" dirty="0">
                <a:latin typeface="楷体_GB2312" pitchFamily="1" charset="-122"/>
              </a:rPr>
              <a:t>的位控制字：</a:t>
            </a:r>
            <a:endParaRPr lang="zh-CN" altLang="en-US" b="0" dirty="0">
              <a:latin typeface="楷体_GB2312" pitchFamily="1" charset="-122"/>
            </a:endParaRPr>
          </a:p>
          <a:p>
            <a:pPr marL="742950" lvl="1" indent="-285750" eaLnBrk="1" hangingPunct="1">
              <a:lnSpc>
                <a:spcPct val="130000"/>
              </a:lnSpc>
              <a:spcBef>
                <a:spcPct val="0"/>
              </a:spcBef>
              <a:spcAft>
                <a:spcPct val="0"/>
              </a:spcAft>
              <a:buClrTx/>
              <a:buSzTx/>
              <a:buFont typeface="Arial" panose="020B0604020202020204" pitchFamily="34" charset="0"/>
              <a:buNone/>
            </a:pPr>
            <a:r>
              <a:rPr lang="zh-CN" altLang="en-US" b="0" dirty="0">
                <a:latin typeface="楷体_GB2312" pitchFamily="1" charset="-122"/>
              </a:rPr>
              <a:t>  利用控制端口地址，</a:t>
            </a:r>
            <a:r>
              <a:rPr lang="en-US" altLang="zh-CN" b="0" dirty="0">
                <a:latin typeface="楷体_GB2312" pitchFamily="1" charset="-122"/>
              </a:rPr>
              <a:t>A</a:t>
            </a:r>
            <a:r>
              <a:rPr lang="en-US" altLang="zh-CN" b="0" baseline="-25000" dirty="0">
                <a:latin typeface="楷体_GB2312" pitchFamily="1" charset="-122"/>
              </a:rPr>
              <a:t>1</a:t>
            </a:r>
            <a:r>
              <a:rPr lang="en-US" altLang="zh-CN" b="0" dirty="0">
                <a:latin typeface="楷体_GB2312" pitchFamily="1" charset="-122"/>
              </a:rPr>
              <a:t>A</a:t>
            </a:r>
            <a:r>
              <a:rPr lang="en-US" altLang="zh-CN" b="0" baseline="-25000" dirty="0">
                <a:latin typeface="楷体_GB2312" pitchFamily="1" charset="-122"/>
              </a:rPr>
              <a:t>0</a:t>
            </a:r>
            <a:r>
              <a:rPr lang="en-US" altLang="zh-CN" b="0" dirty="0">
                <a:latin typeface="楷体_GB2312" pitchFamily="1" charset="-122"/>
              </a:rPr>
              <a:t>=11</a:t>
            </a:r>
            <a:endParaRPr lang="en-US" altLang="zh-CN" b="0" dirty="0">
              <a:latin typeface="楷体_GB2312" pitchFamily="1" charset="-122"/>
            </a:endParaRPr>
          </a:p>
        </p:txBody>
      </p:sp>
      <p:sp>
        <p:nvSpPr>
          <p:cNvPr id="151556" name="文本框 65"/>
          <p:cNvSpPr txBox="1"/>
          <p:nvPr/>
        </p:nvSpPr>
        <p:spPr>
          <a:xfrm>
            <a:off x="179388" y="3068638"/>
            <a:ext cx="738187" cy="2016125"/>
          </a:xfrm>
          <a:prstGeom prst="rect">
            <a:avLst/>
          </a:prstGeom>
          <a:noFill/>
          <a:ln w="9525">
            <a:noFill/>
          </a:ln>
        </p:spPr>
        <p:txBody>
          <a:bodyPr vert="eaVert">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3600" b="0" dirty="0">
                <a:solidFill>
                  <a:srgbClr val="FF0000"/>
                </a:solidFill>
                <a:latin typeface="Arial" panose="020B0604020202020204" pitchFamily="34" charset="0"/>
              </a:rPr>
              <a:t>编程步骤</a:t>
            </a:r>
            <a:endParaRPr lang="zh-CN" altLang="en-US" sz="3600" b="0" dirty="0">
              <a:solidFill>
                <a:srgbClr val="FF0000"/>
              </a:solidFill>
              <a:latin typeface="Arial" panose="020B0604020202020204" pitchFamily="34" charset="0"/>
            </a:endParaRPr>
          </a:p>
        </p:txBody>
      </p:sp>
    </p:spTree>
  </p:cSld>
  <p:clrMapOvr>
    <a:masterClrMapping/>
  </p:clrMapOvr>
  <p:transition spd="slow">
    <p:zoom/>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7" name="Rectangle 2"/>
          <p:cNvSpPr>
            <a:spLocks noGrp="1" noChangeArrowheads="1"/>
          </p:cNvSpPr>
          <p:nvPr/>
        </p:nvSpPr>
        <p:spPr bwMode="auto">
          <a:xfrm>
            <a:off x="1116013" y="836613"/>
            <a:ext cx="3003550" cy="88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rtl="0" eaLnBrk="0" fontAlgn="base" hangingPunct="0">
              <a:spcBef>
                <a:spcPct val="0"/>
              </a:spcBef>
              <a:spcAft>
                <a:spcPct val="0"/>
              </a:spcAft>
              <a:defRPr sz="4400" kern="1200">
                <a:solidFill>
                  <a:srgbClr val="800000"/>
                </a:solidFill>
                <a:latin typeface="+mj-lt"/>
                <a:ea typeface="+mj-ea"/>
                <a:cs typeface="+mj-cs"/>
              </a:defRPr>
            </a:lvl1pPr>
            <a:lvl2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2pPr>
            <a:lvl3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3pPr>
            <a:lvl4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4pPr>
            <a:lvl5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5pPr>
            <a:lvl6pPr marL="4572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6pPr>
            <a:lvl7pPr marL="9144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7pPr>
            <a:lvl8pPr marL="13716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8pPr>
            <a:lvl9pPr marL="18288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4000" b="0" i="0" u="none" strike="noStrike" kern="1200" cap="none" spc="0" normalizeH="0" baseline="0" noProof="0" dirty="0">
                <a:ln>
                  <a:noFill/>
                </a:ln>
                <a:solidFill>
                  <a:srgbClr val="800000"/>
                </a:solidFill>
                <a:effectLst/>
                <a:uLnTx/>
                <a:uFillTx/>
                <a:latin typeface="+mj-ea"/>
                <a:ea typeface="+mj-ea"/>
                <a:cs typeface="+mj-cs"/>
              </a:rPr>
              <a:t>（</a:t>
            </a:r>
            <a:r>
              <a:rPr kumimoji="0" lang="en-US" altLang="zh-CN" sz="4000" b="0" i="0" u="none" strike="noStrike" kern="1200" cap="none" spc="0" normalizeH="0" baseline="0" noProof="0" dirty="0">
                <a:ln>
                  <a:noFill/>
                </a:ln>
                <a:solidFill>
                  <a:srgbClr val="800000"/>
                </a:solidFill>
                <a:effectLst/>
                <a:uLnTx/>
                <a:uFillTx/>
                <a:latin typeface="+mj-ea"/>
                <a:ea typeface="+mj-ea"/>
                <a:cs typeface="+mj-cs"/>
              </a:rPr>
              <a:t>1</a:t>
            </a:r>
            <a:r>
              <a:rPr kumimoji="0" lang="zh-CN" altLang="en-US" sz="4000" b="0" i="0" u="none" strike="noStrike" kern="1200" cap="none" spc="0" normalizeH="0" baseline="0" noProof="0" dirty="0">
                <a:ln>
                  <a:noFill/>
                </a:ln>
                <a:solidFill>
                  <a:srgbClr val="800000"/>
                </a:solidFill>
                <a:effectLst/>
                <a:uLnTx/>
                <a:uFillTx/>
                <a:latin typeface="+mj-ea"/>
                <a:ea typeface="+mj-ea"/>
                <a:cs typeface="+mj-cs"/>
              </a:rPr>
              <a:t>）控制字</a:t>
            </a:r>
            <a:endParaRPr kumimoji="0" lang="zh-CN" altLang="en-US" sz="4000" b="0" i="0" u="none" strike="noStrike" kern="1200" cap="none" spc="0" normalizeH="0" baseline="0" noProof="0" dirty="0">
              <a:ln>
                <a:noFill/>
              </a:ln>
              <a:solidFill>
                <a:srgbClr val="800000"/>
              </a:solidFill>
              <a:effectLst/>
              <a:uLnTx/>
              <a:uFillTx/>
              <a:latin typeface="+mj-ea"/>
              <a:ea typeface="+mj-ea"/>
              <a:cs typeface="+mj-cs"/>
            </a:endParaRPr>
          </a:p>
        </p:txBody>
      </p:sp>
      <p:grpSp>
        <p:nvGrpSpPr>
          <p:cNvPr id="152579" name="Group 60"/>
          <p:cNvGrpSpPr/>
          <p:nvPr/>
        </p:nvGrpSpPr>
        <p:grpSpPr>
          <a:xfrm>
            <a:off x="827088" y="1844675"/>
            <a:ext cx="7967662" cy="4908550"/>
            <a:chOff x="519" y="432"/>
            <a:chExt cx="5019" cy="3777"/>
          </a:xfrm>
        </p:grpSpPr>
        <p:sp>
          <p:nvSpPr>
            <p:cNvPr id="152580" name="Text Box 4"/>
            <p:cNvSpPr txBox="1"/>
            <p:nvPr/>
          </p:nvSpPr>
          <p:spPr>
            <a:xfrm>
              <a:off x="4232" y="1581"/>
              <a:ext cx="520" cy="195"/>
            </a:xfrm>
            <a:prstGeom prst="rect">
              <a:avLst/>
            </a:prstGeom>
            <a:noFill/>
            <a:ln w="25400">
              <a:noFill/>
            </a:ln>
          </p:spPr>
          <p:txBody>
            <a:bodyPr lIns="10800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FF3300"/>
                  </a:solidFill>
                  <a:latin typeface="Arial" panose="020B0604020202020204" pitchFamily="34" charset="0"/>
                </a:rPr>
                <a:t>B</a:t>
              </a:r>
              <a:r>
                <a:rPr lang="zh-CN" altLang="en-US" sz="1800" b="0" dirty="0">
                  <a:solidFill>
                    <a:srgbClr val="FF3300"/>
                  </a:solidFill>
                  <a:latin typeface="Arial" panose="020B0604020202020204" pitchFamily="34" charset="0"/>
                </a:rPr>
                <a:t>口</a:t>
              </a:r>
              <a:endParaRPr lang="zh-CN" altLang="en-US" sz="1800" b="0" dirty="0">
                <a:solidFill>
                  <a:srgbClr val="FF3300"/>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800" b="0" dirty="0">
                <a:solidFill>
                  <a:srgbClr val="0000FF"/>
                </a:solidFill>
                <a:latin typeface="Arial" panose="020B0604020202020204" pitchFamily="34" charset="0"/>
              </a:endParaRPr>
            </a:p>
          </p:txBody>
        </p:sp>
        <p:sp>
          <p:nvSpPr>
            <p:cNvPr id="152581" name="Line 6"/>
            <p:cNvSpPr/>
            <p:nvPr/>
          </p:nvSpPr>
          <p:spPr>
            <a:xfrm>
              <a:off x="2786" y="2713"/>
              <a:ext cx="989" cy="0"/>
            </a:xfrm>
            <a:prstGeom prst="line">
              <a:avLst/>
            </a:prstGeom>
            <a:ln w="25400" cap="flat" cmpd="sng">
              <a:solidFill>
                <a:srgbClr val="000000"/>
              </a:solidFill>
              <a:prstDash val="solid"/>
              <a:headEnd type="none" w="med" len="med"/>
              <a:tailEnd type="none" w="med" len="med"/>
            </a:ln>
          </p:spPr>
        </p:sp>
        <p:sp>
          <p:nvSpPr>
            <p:cNvPr id="152582" name="Line 8"/>
            <p:cNvSpPr/>
            <p:nvPr/>
          </p:nvSpPr>
          <p:spPr>
            <a:xfrm flipV="1">
              <a:off x="4306" y="971"/>
              <a:ext cx="0" cy="276"/>
            </a:xfrm>
            <a:prstGeom prst="line">
              <a:avLst/>
            </a:prstGeom>
            <a:ln w="25400" cap="flat" cmpd="sng">
              <a:solidFill>
                <a:srgbClr val="000000"/>
              </a:solidFill>
              <a:prstDash val="solid"/>
              <a:headEnd type="none" w="med" len="med"/>
              <a:tailEnd type="triangle" w="med" len="med"/>
            </a:ln>
          </p:spPr>
        </p:sp>
        <p:sp>
          <p:nvSpPr>
            <p:cNvPr id="152583" name="Line 10"/>
            <p:cNvSpPr/>
            <p:nvPr/>
          </p:nvSpPr>
          <p:spPr>
            <a:xfrm>
              <a:off x="1499" y="3656"/>
              <a:ext cx="1269" cy="7"/>
            </a:xfrm>
            <a:prstGeom prst="line">
              <a:avLst/>
            </a:prstGeom>
            <a:ln w="25400" cap="flat" cmpd="sng">
              <a:solidFill>
                <a:srgbClr val="000000"/>
              </a:solidFill>
              <a:prstDash val="solid"/>
              <a:headEnd type="none" w="med" len="med"/>
              <a:tailEnd type="none" w="med" len="med"/>
            </a:ln>
          </p:spPr>
        </p:sp>
        <p:sp>
          <p:nvSpPr>
            <p:cNvPr id="152584" name="Line 12"/>
            <p:cNvSpPr/>
            <p:nvPr/>
          </p:nvSpPr>
          <p:spPr>
            <a:xfrm flipV="1">
              <a:off x="3271" y="2322"/>
              <a:ext cx="1269" cy="8"/>
            </a:xfrm>
            <a:prstGeom prst="line">
              <a:avLst/>
            </a:prstGeom>
            <a:ln w="25400" cap="flat" cmpd="sng">
              <a:solidFill>
                <a:srgbClr val="000000"/>
              </a:solidFill>
              <a:prstDash val="solid"/>
              <a:headEnd type="none" w="med" len="med"/>
              <a:tailEnd type="none" w="med" len="med"/>
            </a:ln>
          </p:spPr>
        </p:sp>
        <p:sp>
          <p:nvSpPr>
            <p:cNvPr id="152585" name="Line 14"/>
            <p:cNvSpPr/>
            <p:nvPr/>
          </p:nvSpPr>
          <p:spPr>
            <a:xfrm>
              <a:off x="4306" y="1247"/>
              <a:ext cx="530" cy="0"/>
            </a:xfrm>
            <a:prstGeom prst="line">
              <a:avLst/>
            </a:prstGeom>
            <a:ln w="25400" cap="flat" cmpd="sng">
              <a:solidFill>
                <a:srgbClr val="000000"/>
              </a:solidFill>
              <a:prstDash val="solid"/>
              <a:headEnd type="none" w="med" len="med"/>
              <a:tailEnd type="none" w="med" len="med"/>
            </a:ln>
          </p:spPr>
        </p:sp>
        <p:sp>
          <p:nvSpPr>
            <p:cNvPr id="152586" name="Line 15"/>
            <p:cNvSpPr/>
            <p:nvPr/>
          </p:nvSpPr>
          <p:spPr>
            <a:xfrm>
              <a:off x="3784" y="1808"/>
              <a:ext cx="855" cy="0"/>
            </a:xfrm>
            <a:prstGeom prst="line">
              <a:avLst/>
            </a:prstGeom>
            <a:ln w="25400" cap="flat" cmpd="sng">
              <a:solidFill>
                <a:srgbClr val="000000"/>
              </a:solidFill>
              <a:prstDash val="solid"/>
              <a:headEnd type="none" w="med" len="med"/>
              <a:tailEnd type="none" w="med" len="med"/>
            </a:ln>
          </p:spPr>
        </p:sp>
        <p:sp>
          <p:nvSpPr>
            <p:cNvPr id="152587" name="Line 16"/>
            <p:cNvSpPr/>
            <p:nvPr/>
          </p:nvSpPr>
          <p:spPr>
            <a:xfrm flipV="1">
              <a:off x="2273" y="3087"/>
              <a:ext cx="917" cy="0"/>
            </a:xfrm>
            <a:prstGeom prst="line">
              <a:avLst/>
            </a:prstGeom>
            <a:ln w="25400" cap="flat" cmpd="sng">
              <a:solidFill>
                <a:srgbClr val="000000"/>
              </a:solidFill>
              <a:prstDash val="solid"/>
              <a:headEnd type="none" w="med" len="med"/>
              <a:tailEnd type="none" w="med" len="med"/>
            </a:ln>
          </p:spPr>
        </p:sp>
        <p:sp>
          <p:nvSpPr>
            <p:cNvPr id="152588" name="Line 17"/>
            <p:cNvSpPr/>
            <p:nvPr/>
          </p:nvSpPr>
          <p:spPr>
            <a:xfrm flipV="1">
              <a:off x="699" y="4209"/>
              <a:ext cx="1358" cy="0"/>
            </a:xfrm>
            <a:prstGeom prst="line">
              <a:avLst/>
            </a:prstGeom>
            <a:ln w="25400" cap="flat" cmpd="sng">
              <a:solidFill>
                <a:srgbClr val="000000"/>
              </a:solidFill>
              <a:prstDash val="solid"/>
              <a:headEnd type="none" w="med" len="med"/>
              <a:tailEnd type="none" w="med" len="med"/>
            </a:ln>
          </p:spPr>
        </p:sp>
        <p:sp>
          <p:nvSpPr>
            <p:cNvPr id="152589" name="Text Box 19"/>
            <p:cNvSpPr txBox="1"/>
            <p:nvPr/>
          </p:nvSpPr>
          <p:spPr>
            <a:xfrm>
              <a:off x="4809" y="1038"/>
              <a:ext cx="729" cy="404"/>
            </a:xfrm>
            <a:prstGeom prst="rect">
              <a:avLst/>
            </a:prstGeom>
            <a:noFill/>
            <a:ln w="25400">
              <a:noFill/>
            </a:ln>
          </p:spPr>
          <p:txBody>
            <a:bodyPr lIns="10800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FF"/>
                  </a:solidFill>
                  <a:latin typeface="Arial" panose="020B0604020202020204" pitchFamily="34" charset="0"/>
                </a:rPr>
                <a:t>0 </a:t>
              </a:r>
              <a:r>
                <a:rPr lang="zh-CN" altLang="en-US" sz="1800" b="0" dirty="0">
                  <a:solidFill>
                    <a:srgbClr val="0000FF"/>
                  </a:solidFill>
                  <a:latin typeface="Arial" panose="020B0604020202020204" pitchFamily="34" charset="0"/>
                </a:rPr>
                <a:t>输出</a:t>
              </a:r>
              <a:endParaRPr lang="zh-CN" altLang="en-US" sz="1800" b="0" dirty="0">
                <a:solidFill>
                  <a:srgbClr val="0000FF"/>
                </a:solidFill>
                <a:latin typeface="Arial" panose="020B0604020202020204" pitchFamily="34" charset="0"/>
              </a:endParaRPr>
            </a:p>
            <a:p>
              <a:pPr marL="0" lvl="0" indent="0">
                <a:lnSpc>
                  <a:spcPct val="100000"/>
                </a:lnSpc>
                <a:spcBef>
                  <a:spcPct val="0"/>
                </a:spcBef>
                <a:spcAft>
                  <a:spcPct val="0"/>
                </a:spcAft>
                <a:buClrTx/>
                <a:buSzTx/>
                <a:buNone/>
              </a:pPr>
              <a:r>
                <a:rPr lang="en-US" altLang="zh-CN" sz="1800" b="0" dirty="0">
                  <a:solidFill>
                    <a:srgbClr val="0000FF"/>
                  </a:solidFill>
                  <a:latin typeface="Arial" panose="020B0604020202020204" pitchFamily="34" charset="0"/>
                </a:rPr>
                <a:t>1 </a:t>
              </a:r>
              <a:r>
                <a:rPr lang="zh-CN" altLang="en-US" sz="1800" b="0" dirty="0">
                  <a:solidFill>
                    <a:srgbClr val="0000FF"/>
                  </a:solidFill>
                  <a:latin typeface="Arial" panose="020B0604020202020204" pitchFamily="34" charset="0"/>
                </a:rPr>
                <a:t>输入</a:t>
              </a:r>
              <a:endParaRPr lang="zh-CN" altLang="en-US" sz="1800" b="0" dirty="0">
                <a:solidFill>
                  <a:srgbClr val="0000FF"/>
                </a:solidFill>
                <a:latin typeface="Arial" panose="020B0604020202020204" pitchFamily="34" charset="0"/>
              </a:endParaRPr>
            </a:p>
          </p:txBody>
        </p:sp>
        <p:sp>
          <p:nvSpPr>
            <p:cNvPr id="152590" name="Text Box 20"/>
            <p:cNvSpPr txBox="1"/>
            <p:nvPr/>
          </p:nvSpPr>
          <p:spPr>
            <a:xfrm>
              <a:off x="4495" y="2048"/>
              <a:ext cx="917" cy="403"/>
            </a:xfrm>
            <a:prstGeom prst="rect">
              <a:avLst/>
            </a:prstGeom>
            <a:noFill/>
            <a:ln w="25400">
              <a:noFill/>
            </a:ln>
          </p:spPr>
          <p:txBody>
            <a:bodyPr lIns="10800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FF"/>
                  </a:solidFill>
                  <a:latin typeface="Arial" panose="020B0604020202020204" pitchFamily="34" charset="0"/>
                </a:rPr>
                <a:t>0 </a:t>
              </a:r>
              <a:r>
                <a:rPr lang="zh-CN" altLang="en-US" sz="1800" b="0" dirty="0">
                  <a:solidFill>
                    <a:srgbClr val="0000FF"/>
                  </a:solidFill>
                  <a:latin typeface="Arial" panose="020B0604020202020204" pitchFamily="34" charset="0"/>
                </a:rPr>
                <a:t>方式</a:t>
              </a:r>
              <a:r>
                <a:rPr lang="en-US" altLang="zh-CN" sz="1800" b="0" dirty="0">
                  <a:solidFill>
                    <a:srgbClr val="0000FF"/>
                  </a:solidFill>
                  <a:latin typeface="Arial" panose="020B0604020202020204" pitchFamily="34" charset="0"/>
                </a:rPr>
                <a:t>0</a:t>
              </a:r>
              <a:endParaRPr lang="en-US" altLang="zh-CN" sz="1800" b="0" dirty="0">
                <a:solidFill>
                  <a:srgbClr val="0000FF"/>
                </a:solidFill>
                <a:latin typeface="Arial" panose="020B0604020202020204" pitchFamily="34" charset="0"/>
              </a:endParaRPr>
            </a:p>
            <a:p>
              <a:pPr marL="0" lvl="0" indent="0">
                <a:lnSpc>
                  <a:spcPct val="100000"/>
                </a:lnSpc>
                <a:spcBef>
                  <a:spcPct val="0"/>
                </a:spcBef>
                <a:spcAft>
                  <a:spcPct val="0"/>
                </a:spcAft>
                <a:buClrTx/>
                <a:buSzTx/>
                <a:buNone/>
              </a:pPr>
              <a:r>
                <a:rPr lang="en-US" altLang="zh-CN" sz="1800" b="0" dirty="0">
                  <a:solidFill>
                    <a:srgbClr val="0000FF"/>
                  </a:solidFill>
                  <a:latin typeface="Arial" panose="020B0604020202020204" pitchFamily="34" charset="0"/>
                </a:rPr>
                <a:t>1 </a:t>
              </a:r>
              <a:r>
                <a:rPr lang="zh-CN" altLang="en-US" sz="1800" b="0" dirty="0">
                  <a:solidFill>
                    <a:srgbClr val="0000FF"/>
                  </a:solidFill>
                  <a:latin typeface="Arial" panose="020B0604020202020204" pitchFamily="34" charset="0"/>
                </a:rPr>
                <a:t>方式</a:t>
              </a:r>
              <a:r>
                <a:rPr lang="en-US" altLang="zh-CN" sz="1800" b="0" dirty="0">
                  <a:solidFill>
                    <a:srgbClr val="0000FF"/>
                  </a:solidFill>
                  <a:latin typeface="Arial" panose="020B0604020202020204" pitchFamily="34" charset="0"/>
                </a:rPr>
                <a:t>1</a:t>
              </a:r>
              <a:endParaRPr lang="en-US" altLang="zh-CN" sz="1800" b="0" dirty="0">
                <a:solidFill>
                  <a:srgbClr val="0000FF"/>
                </a:solidFill>
                <a:latin typeface="Arial" panose="020B0604020202020204" pitchFamily="34" charset="0"/>
              </a:endParaRPr>
            </a:p>
          </p:txBody>
        </p:sp>
        <p:grpSp>
          <p:nvGrpSpPr>
            <p:cNvPr id="152591" name="Group 21"/>
            <p:cNvGrpSpPr/>
            <p:nvPr/>
          </p:nvGrpSpPr>
          <p:grpSpPr>
            <a:xfrm>
              <a:off x="519" y="432"/>
              <a:ext cx="4084" cy="681"/>
              <a:chOff x="452" y="1617"/>
              <a:chExt cx="9080" cy="1820"/>
            </a:xfrm>
          </p:grpSpPr>
          <p:sp>
            <p:nvSpPr>
              <p:cNvPr id="152608" name="Text Box 22"/>
              <p:cNvSpPr txBox="1"/>
              <p:nvPr/>
            </p:nvSpPr>
            <p:spPr>
              <a:xfrm>
                <a:off x="452" y="2357"/>
                <a:ext cx="1134" cy="720"/>
              </a:xfrm>
              <a:prstGeom prst="rect">
                <a:avLst/>
              </a:prstGeom>
              <a:noFill/>
              <a:ln w="25400" cap="flat" cmpd="sng">
                <a:solidFill>
                  <a:srgbClr val="000000"/>
                </a:solidFill>
                <a:prstDash val="solid"/>
                <a:miter/>
                <a:headEnd type="none" w="med" len="med"/>
                <a:tailEnd type="none" w="med" len="med"/>
              </a:ln>
            </p:spPr>
            <p:txBody>
              <a:bodyPr lIns="0" tIns="36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800" b="0" dirty="0">
                    <a:solidFill>
                      <a:srgbClr val="0000FF"/>
                    </a:solidFill>
                    <a:latin typeface="Arial" panose="020B0604020202020204" pitchFamily="34" charset="0"/>
                  </a:rPr>
                  <a:t>1</a:t>
                </a:r>
                <a:endParaRPr lang="en-US" altLang="zh-CN" sz="1800" b="0" dirty="0">
                  <a:solidFill>
                    <a:srgbClr val="0000FF"/>
                  </a:solidFill>
                  <a:latin typeface="Arial" panose="020B0604020202020204" pitchFamily="34" charset="0"/>
                </a:endParaRPr>
              </a:p>
            </p:txBody>
          </p:sp>
          <p:sp>
            <p:nvSpPr>
              <p:cNvPr id="152609" name="Text Box 23"/>
              <p:cNvSpPr txBox="1"/>
              <p:nvPr/>
            </p:nvSpPr>
            <p:spPr>
              <a:xfrm>
                <a:off x="1591" y="2357"/>
                <a:ext cx="1135" cy="720"/>
              </a:xfrm>
              <a:prstGeom prst="rect">
                <a:avLst/>
              </a:prstGeom>
              <a:noFill/>
              <a:ln w="25400" cap="flat" cmpd="sng">
                <a:solidFill>
                  <a:srgbClr val="000000"/>
                </a:solidFill>
                <a:prstDash val="solid"/>
                <a:miter/>
                <a:headEnd type="none" w="med" len="med"/>
                <a:tailEnd type="none" w="med" len="med"/>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zh-CN" sz="1800" b="0" dirty="0">
                  <a:solidFill>
                    <a:srgbClr val="0000FF"/>
                  </a:solidFill>
                  <a:latin typeface="Arial" panose="020B0604020202020204" pitchFamily="34" charset="0"/>
                </a:endParaRPr>
              </a:p>
            </p:txBody>
          </p:sp>
          <p:sp>
            <p:nvSpPr>
              <p:cNvPr id="152610" name="Text Box 24"/>
              <p:cNvSpPr txBox="1"/>
              <p:nvPr/>
            </p:nvSpPr>
            <p:spPr>
              <a:xfrm>
                <a:off x="2734" y="2357"/>
                <a:ext cx="1137" cy="720"/>
              </a:xfrm>
              <a:prstGeom prst="rect">
                <a:avLst/>
              </a:prstGeom>
              <a:noFill/>
              <a:ln w="25400" cap="flat" cmpd="sng">
                <a:solidFill>
                  <a:srgbClr val="000000"/>
                </a:solidFill>
                <a:prstDash val="solid"/>
                <a:miter/>
                <a:headEnd type="none" w="med" len="med"/>
                <a:tailEnd type="none" w="med" len="med"/>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zh-CN" sz="1800" b="0" dirty="0">
                  <a:solidFill>
                    <a:srgbClr val="0000FF"/>
                  </a:solidFill>
                  <a:latin typeface="Arial" panose="020B0604020202020204" pitchFamily="34" charset="0"/>
                </a:endParaRPr>
              </a:p>
            </p:txBody>
          </p:sp>
          <p:sp>
            <p:nvSpPr>
              <p:cNvPr id="152611" name="Text Box 25"/>
              <p:cNvSpPr txBox="1"/>
              <p:nvPr/>
            </p:nvSpPr>
            <p:spPr>
              <a:xfrm>
                <a:off x="3879" y="2357"/>
                <a:ext cx="1135" cy="720"/>
              </a:xfrm>
              <a:prstGeom prst="rect">
                <a:avLst/>
              </a:prstGeom>
              <a:noFill/>
              <a:ln w="25400" cap="flat" cmpd="sng">
                <a:solidFill>
                  <a:srgbClr val="000000"/>
                </a:solidFill>
                <a:prstDash val="solid"/>
                <a:miter/>
                <a:headEnd type="none" w="med" len="med"/>
                <a:tailEnd type="none" w="med" len="med"/>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zh-CN" sz="1800" b="0" dirty="0">
                  <a:solidFill>
                    <a:srgbClr val="0000FF"/>
                  </a:solidFill>
                  <a:latin typeface="Arial" panose="020B0604020202020204" pitchFamily="34" charset="0"/>
                </a:endParaRPr>
              </a:p>
            </p:txBody>
          </p:sp>
          <p:sp>
            <p:nvSpPr>
              <p:cNvPr id="152612" name="Text Box 26"/>
              <p:cNvSpPr txBox="1"/>
              <p:nvPr/>
            </p:nvSpPr>
            <p:spPr>
              <a:xfrm>
                <a:off x="5004" y="2357"/>
                <a:ext cx="1135" cy="720"/>
              </a:xfrm>
              <a:prstGeom prst="rect">
                <a:avLst/>
              </a:prstGeom>
              <a:noFill/>
              <a:ln w="25400" cap="flat" cmpd="sng">
                <a:solidFill>
                  <a:srgbClr val="000000"/>
                </a:solidFill>
                <a:prstDash val="solid"/>
                <a:miter/>
                <a:headEnd type="none" w="med" len="med"/>
                <a:tailEnd type="none" w="med" len="med"/>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zh-CN" sz="1800" b="0" dirty="0">
                  <a:solidFill>
                    <a:srgbClr val="0000FF"/>
                  </a:solidFill>
                  <a:latin typeface="Arial" panose="020B0604020202020204" pitchFamily="34" charset="0"/>
                </a:endParaRPr>
              </a:p>
            </p:txBody>
          </p:sp>
          <p:sp>
            <p:nvSpPr>
              <p:cNvPr id="152613" name="Text Box 27"/>
              <p:cNvSpPr txBox="1"/>
              <p:nvPr/>
            </p:nvSpPr>
            <p:spPr>
              <a:xfrm>
                <a:off x="6132" y="2357"/>
                <a:ext cx="1136" cy="720"/>
              </a:xfrm>
              <a:prstGeom prst="rect">
                <a:avLst/>
              </a:prstGeom>
              <a:noFill/>
              <a:ln w="25400" cap="flat" cmpd="sng">
                <a:solidFill>
                  <a:srgbClr val="000000"/>
                </a:solidFill>
                <a:prstDash val="solid"/>
                <a:miter/>
                <a:headEnd type="none" w="med" len="med"/>
                <a:tailEnd type="none" w="med" len="med"/>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zh-CN" sz="1800" b="0" dirty="0">
                  <a:solidFill>
                    <a:srgbClr val="0000FF"/>
                  </a:solidFill>
                  <a:latin typeface="Arial" panose="020B0604020202020204" pitchFamily="34" charset="0"/>
                </a:endParaRPr>
              </a:p>
            </p:txBody>
          </p:sp>
          <p:sp>
            <p:nvSpPr>
              <p:cNvPr id="152614" name="Text Box 28"/>
              <p:cNvSpPr txBox="1"/>
              <p:nvPr/>
            </p:nvSpPr>
            <p:spPr>
              <a:xfrm>
                <a:off x="7273" y="2357"/>
                <a:ext cx="1134" cy="720"/>
              </a:xfrm>
              <a:prstGeom prst="rect">
                <a:avLst/>
              </a:prstGeom>
              <a:noFill/>
              <a:ln w="25400" cap="flat" cmpd="sng">
                <a:solidFill>
                  <a:srgbClr val="000000"/>
                </a:solidFill>
                <a:prstDash val="solid"/>
                <a:miter/>
                <a:headEnd type="none" w="med" len="med"/>
                <a:tailEnd type="none" w="med" len="med"/>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zh-CN" sz="1800" b="0" dirty="0">
                  <a:solidFill>
                    <a:srgbClr val="0000FF"/>
                  </a:solidFill>
                  <a:latin typeface="Arial" panose="020B0604020202020204" pitchFamily="34" charset="0"/>
                </a:endParaRPr>
              </a:p>
            </p:txBody>
          </p:sp>
          <p:sp>
            <p:nvSpPr>
              <p:cNvPr id="152615" name="Text Box 29"/>
              <p:cNvSpPr txBox="1"/>
              <p:nvPr/>
            </p:nvSpPr>
            <p:spPr>
              <a:xfrm>
                <a:off x="8398" y="2357"/>
                <a:ext cx="1134" cy="720"/>
              </a:xfrm>
              <a:prstGeom prst="rect">
                <a:avLst/>
              </a:prstGeom>
              <a:noFill/>
              <a:ln w="25400" cap="flat" cmpd="sng">
                <a:solidFill>
                  <a:srgbClr val="000000"/>
                </a:solidFill>
                <a:prstDash val="solid"/>
                <a:miter/>
                <a:headEnd type="none" w="med" len="med"/>
                <a:tailEnd type="none" w="med" len="med"/>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zh-CN" sz="1800" b="0" dirty="0">
                  <a:solidFill>
                    <a:srgbClr val="0000FF"/>
                  </a:solidFill>
                  <a:latin typeface="Arial" panose="020B0604020202020204" pitchFamily="34" charset="0"/>
                </a:endParaRPr>
              </a:p>
            </p:txBody>
          </p:sp>
          <p:grpSp>
            <p:nvGrpSpPr>
              <p:cNvPr id="152616" name="Group 30"/>
              <p:cNvGrpSpPr/>
              <p:nvPr/>
            </p:nvGrpSpPr>
            <p:grpSpPr>
              <a:xfrm>
                <a:off x="452" y="1617"/>
                <a:ext cx="9080" cy="880"/>
                <a:chOff x="1292" y="2357"/>
                <a:chExt cx="9080" cy="880"/>
              </a:xfrm>
            </p:grpSpPr>
            <p:sp>
              <p:nvSpPr>
                <p:cNvPr id="152618" name="Text Box 31"/>
                <p:cNvSpPr txBox="1"/>
                <p:nvPr/>
              </p:nvSpPr>
              <p:spPr>
                <a:xfrm>
                  <a:off x="1292" y="2357"/>
                  <a:ext cx="1134" cy="880"/>
                </a:xfrm>
                <a:prstGeom prst="rect">
                  <a:avLst/>
                </a:prstGeom>
                <a:noFill/>
                <a:ln w="25400">
                  <a:noFill/>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800" b="0" dirty="0">
                      <a:solidFill>
                        <a:srgbClr val="0000FF"/>
                      </a:solidFill>
                      <a:latin typeface="Arial" panose="020B0604020202020204" pitchFamily="34" charset="0"/>
                    </a:rPr>
                    <a:t>D7</a:t>
                  </a:r>
                  <a:endParaRPr lang="en-US" altLang="zh-CN" sz="1800" b="0" dirty="0">
                    <a:solidFill>
                      <a:srgbClr val="0000FF"/>
                    </a:solidFill>
                    <a:latin typeface="Arial" panose="020B0604020202020204" pitchFamily="34" charset="0"/>
                  </a:endParaRPr>
                </a:p>
              </p:txBody>
            </p:sp>
            <p:sp>
              <p:nvSpPr>
                <p:cNvPr id="152619" name="Text Box 32"/>
                <p:cNvSpPr txBox="1"/>
                <p:nvPr/>
              </p:nvSpPr>
              <p:spPr>
                <a:xfrm>
                  <a:off x="2431" y="2357"/>
                  <a:ext cx="1135" cy="880"/>
                </a:xfrm>
                <a:prstGeom prst="rect">
                  <a:avLst/>
                </a:prstGeom>
                <a:noFill/>
                <a:ln w="25400">
                  <a:noFill/>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800" b="0" dirty="0">
                      <a:solidFill>
                        <a:schemeClr val="tx1"/>
                      </a:solidFill>
                      <a:latin typeface="Arial" panose="020B0604020202020204" pitchFamily="34" charset="0"/>
                    </a:rPr>
                    <a:t>D6</a:t>
                  </a:r>
                  <a:endParaRPr lang="en-US" altLang="zh-CN" sz="1800" b="0" dirty="0">
                    <a:solidFill>
                      <a:srgbClr val="0000FF"/>
                    </a:solidFill>
                    <a:latin typeface="Arial" panose="020B0604020202020204" pitchFamily="34" charset="0"/>
                  </a:endParaRPr>
                </a:p>
              </p:txBody>
            </p:sp>
            <p:sp>
              <p:nvSpPr>
                <p:cNvPr id="152620" name="Text Box 33"/>
                <p:cNvSpPr txBox="1"/>
                <p:nvPr/>
              </p:nvSpPr>
              <p:spPr>
                <a:xfrm>
                  <a:off x="3574" y="2357"/>
                  <a:ext cx="1137" cy="880"/>
                </a:xfrm>
                <a:prstGeom prst="rect">
                  <a:avLst/>
                </a:prstGeom>
                <a:noFill/>
                <a:ln w="25400">
                  <a:noFill/>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800" b="0" dirty="0">
                      <a:solidFill>
                        <a:schemeClr val="tx1"/>
                      </a:solidFill>
                      <a:latin typeface="Arial" panose="020B0604020202020204" pitchFamily="34" charset="0"/>
                    </a:rPr>
                    <a:t>D5</a:t>
                  </a:r>
                  <a:endParaRPr lang="en-US" altLang="zh-CN" sz="1800" b="0" dirty="0">
                    <a:solidFill>
                      <a:schemeClr val="tx1"/>
                    </a:solidFill>
                    <a:latin typeface="Arial" panose="020B0604020202020204" pitchFamily="34" charset="0"/>
                  </a:endParaRPr>
                </a:p>
              </p:txBody>
            </p:sp>
            <p:sp>
              <p:nvSpPr>
                <p:cNvPr id="152621" name="Text Box 34"/>
                <p:cNvSpPr txBox="1"/>
                <p:nvPr/>
              </p:nvSpPr>
              <p:spPr>
                <a:xfrm>
                  <a:off x="4719" y="2357"/>
                  <a:ext cx="1135" cy="880"/>
                </a:xfrm>
                <a:prstGeom prst="rect">
                  <a:avLst/>
                </a:prstGeom>
                <a:noFill/>
                <a:ln w="25400">
                  <a:noFill/>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800" b="0" dirty="0">
                      <a:solidFill>
                        <a:schemeClr val="tx1"/>
                      </a:solidFill>
                      <a:latin typeface="Arial" panose="020B0604020202020204" pitchFamily="34" charset="0"/>
                    </a:rPr>
                    <a:t>D4</a:t>
                  </a:r>
                  <a:endParaRPr lang="en-US" altLang="zh-CN" sz="1800" b="0" dirty="0">
                    <a:solidFill>
                      <a:schemeClr val="tx1"/>
                    </a:solidFill>
                    <a:latin typeface="Arial" panose="020B0604020202020204" pitchFamily="34" charset="0"/>
                  </a:endParaRPr>
                </a:p>
              </p:txBody>
            </p:sp>
            <p:sp>
              <p:nvSpPr>
                <p:cNvPr id="152622" name="Text Box 35"/>
                <p:cNvSpPr txBox="1"/>
                <p:nvPr/>
              </p:nvSpPr>
              <p:spPr>
                <a:xfrm>
                  <a:off x="5844" y="2357"/>
                  <a:ext cx="1135" cy="880"/>
                </a:xfrm>
                <a:prstGeom prst="rect">
                  <a:avLst/>
                </a:prstGeom>
                <a:noFill/>
                <a:ln w="25400">
                  <a:noFill/>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800" b="0" dirty="0">
                      <a:solidFill>
                        <a:schemeClr val="tx1"/>
                      </a:solidFill>
                      <a:latin typeface="Arial" panose="020B0604020202020204" pitchFamily="34" charset="0"/>
                    </a:rPr>
                    <a:t>D3</a:t>
                  </a:r>
                  <a:endParaRPr lang="en-US" altLang="zh-CN" sz="1800" b="0" dirty="0">
                    <a:solidFill>
                      <a:schemeClr val="tx1"/>
                    </a:solidFill>
                    <a:latin typeface="Arial" panose="020B0604020202020204" pitchFamily="34" charset="0"/>
                  </a:endParaRPr>
                </a:p>
              </p:txBody>
            </p:sp>
            <p:sp>
              <p:nvSpPr>
                <p:cNvPr id="152623" name="Text Box 36"/>
                <p:cNvSpPr txBox="1"/>
                <p:nvPr/>
              </p:nvSpPr>
              <p:spPr>
                <a:xfrm>
                  <a:off x="6972" y="2357"/>
                  <a:ext cx="1136" cy="880"/>
                </a:xfrm>
                <a:prstGeom prst="rect">
                  <a:avLst/>
                </a:prstGeom>
                <a:noFill/>
                <a:ln w="25400">
                  <a:noFill/>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800" b="0" dirty="0">
                      <a:solidFill>
                        <a:schemeClr val="tx1"/>
                      </a:solidFill>
                      <a:latin typeface="Arial" panose="020B0604020202020204" pitchFamily="34" charset="0"/>
                    </a:rPr>
                    <a:t>D2</a:t>
                  </a:r>
                  <a:endParaRPr lang="en-US" altLang="zh-CN" sz="1800" b="0" dirty="0">
                    <a:solidFill>
                      <a:schemeClr val="tx1"/>
                    </a:solidFill>
                    <a:latin typeface="Arial" panose="020B0604020202020204" pitchFamily="34" charset="0"/>
                  </a:endParaRPr>
                </a:p>
              </p:txBody>
            </p:sp>
            <p:sp>
              <p:nvSpPr>
                <p:cNvPr id="152624" name="Text Box 37"/>
                <p:cNvSpPr txBox="1"/>
                <p:nvPr/>
              </p:nvSpPr>
              <p:spPr>
                <a:xfrm>
                  <a:off x="8113" y="2357"/>
                  <a:ext cx="1134" cy="880"/>
                </a:xfrm>
                <a:prstGeom prst="rect">
                  <a:avLst/>
                </a:prstGeom>
                <a:noFill/>
                <a:ln w="25400">
                  <a:noFill/>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800" b="0" dirty="0">
                      <a:solidFill>
                        <a:schemeClr val="tx1"/>
                      </a:solidFill>
                      <a:latin typeface="Arial" panose="020B0604020202020204" pitchFamily="34" charset="0"/>
                    </a:rPr>
                    <a:t>D1</a:t>
                  </a:r>
                  <a:endParaRPr lang="en-US" altLang="zh-CN" sz="1800" b="0" dirty="0">
                    <a:solidFill>
                      <a:schemeClr val="tx1"/>
                    </a:solidFill>
                    <a:latin typeface="Arial" panose="020B0604020202020204" pitchFamily="34" charset="0"/>
                  </a:endParaRPr>
                </a:p>
              </p:txBody>
            </p:sp>
            <p:sp>
              <p:nvSpPr>
                <p:cNvPr id="152625" name="Text Box 38"/>
                <p:cNvSpPr txBox="1"/>
                <p:nvPr/>
              </p:nvSpPr>
              <p:spPr>
                <a:xfrm>
                  <a:off x="9238" y="2357"/>
                  <a:ext cx="1134" cy="880"/>
                </a:xfrm>
                <a:prstGeom prst="rect">
                  <a:avLst/>
                </a:prstGeom>
                <a:noFill/>
                <a:ln w="25400">
                  <a:noFill/>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800" b="0" dirty="0">
                      <a:solidFill>
                        <a:schemeClr val="tx1"/>
                      </a:solidFill>
                      <a:latin typeface="Arial" panose="020B0604020202020204" pitchFamily="34" charset="0"/>
                    </a:rPr>
                    <a:t>D0</a:t>
                  </a:r>
                  <a:endParaRPr lang="en-US" altLang="zh-CN" sz="1800" b="0" dirty="0">
                    <a:solidFill>
                      <a:schemeClr val="tx1"/>
                    </a:solidFill>
                    <a:latin typeface="Arial" panose="020B0604020202020204" pitchFamily="34" charset="0"/>
                  </a:endParaRPr>
                </a:p>
              </p:txBody>
            </p:sp>
          </p:grpSp>
          <p:sp>
            <p:nvSpPr>
              <p:cNvPr id="152617" name="AutoShape 39"/>
              <p:cNvSpPr/>
              <p:nvPr/>
            </p:nvSpPr>
            <p:spPr>
              <a:xfrm rot="-5400000">
                <a:off x="2542" y="2647"/>
                <a:ext cx="300" cy="1280"/>
              </a:xfrm>
              <a:prstGeom prst="leftBrace">
                <a:avLst>
                  <a:gd name="adj1" fmla="val 35417"/>
                  <a:gd name="adj2" fmla="val 50000"/>
                </a:avLst>
              </a:prstGeom>
              <a:noFill/>
              <a:ln w="25400" cap="flat" cmpd="sng">
                <a:solidFill>
                  <a:srgbClr val="000000"/>
                </a:solidFill>
                <a:prstDash val="solid"/>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grpSp>
        <p:sp>
          <p:nvSpPr>
            <p:cNvPr id="152592" name="Text Box 40"/>
            <p:cNvSpPr txBox="1"/>
            <p:nvPr/>
          </p:nvSpPr>
          <p:spPr>
            <a:xfrm>
              <a:off x="654" y="3985"/>
              <a:ext cx="3443" cy="209"/>
            </a:xfrm>
            <a:prstGeom prst="rect">
              <a:avLst/>
            </a:prstGeom>
            <a:noFill/>
            <a:ln w="25400">
              <a:noFill/>
            </a:ln>
          </p:spPr>
          <p:txBody>
            <a:bodyPr lIns="10800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rgbClr val="0000FF"/>
                  </a:solidFill>
                  <a:latin typeface="Arial" panose="020B0604020202020204" pitchFamily="34" charset="0"/>
                </a:rPr>
                <a:t>特征位，</a:t>
              </a:r>
              <a:r>
                <a:rPr lang="en-US" altLang="zh-CN" sz="1800" b="0" dirty="0">
                  <a:solidFill>
                    <a:srgbClr val="0000FF"/>
                  </a:solidFill>
                  <a:latin typeface="Arial" panose="020B0604020202020204" pitchFamily="34" charset="0"/>
                </a:rPr>
                <a:t>D7=1</a:t>
              </a:r>
              <a:r>
                <a:rPr lang="zh-CN" altLang="en-US" sz="1800" b="0" dirty="0">
                  <a:solidFill>
                    <a:srgbClr val="0000FF"/>
                  </a:solidFill>
                  <a:latin typeface="Arial" panose="020B0604020202020204" pitchFamily="34" charset="0"/>
                </a:rPr>
                <a:t>表示是方式控制字，</a:t>
              </a:r>
              <a:r>
                <a:rPr lang="en-US" altLang="zh-CN" sz="1800" b="0" dirty="0">
                  <a:solidFill>
                    <a:srgbClr val="0000FF"/>
                  </a:solidFill>
                  <a:latin typeface="Arial" panose="020B0604020202020204" pitchFamily="34" charset="0"/>
                </a:rPr>
                <a:t>D7=0</a:t>
              </a:r>
              <a:r>
                <a:rPr lang="zh-CN" altLang="en-US" sz="1800" b="0" dirty="0">
                  <a:solidFill>
                    <a:srgbClr val="0000FF"/>
                  </a:solidFill>
                  <a:latin typeface="Arial" panose="020B0604020202020204" pitchFamily="34" charset="0"/>
                </a:rPr>
                <a:t>表示位操作</a:t>
              </a:r>
              <a:endParaRPr lang="zh-CN" altLang="en-US" sz="1800" b="0" dirty="0">
                <a:solidFill>
                  <a:srgbClr val="0000FF"/>
                </a:solidFill>
                <a:latin typeface="Arial" panose="020B0604020202020204" pitchFamily="34" charset="0"/>
              </a:endParaRPr>
            </a:p>
          </p:txBody>
        </p:sp>
        <p:sp>
          <p:nvSpPr>
            <p:cNvPr id="152593" name="Text Box 41"/>
            <p:cNvSpPr txBox="1"/>
            <p:nvPr/>
          </p:nvSpPr>
          <p:spPr>
            <a:xfrm>
              <a:off x="3984" y="1248"/>
              <a:ext cx="971" cy="194"/>
            </a:xfrm>
            <a:prstGeom prst="rect">
              <a:avLst/>
            </a:prstGeom>
            <a:noFill/>
            <a:ln w="25400">
              <a:noFill/>
            </a:ln>
          </p:spPr>
          <p:txBody>
            <a:bodyPr lIns="10800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FF"/>
                  </a:solidFill>
                  <a:latin typeface="Arial" panose="020B0604020202020204" pitchFamily="34" charset="0"/>
                </a:rPr>
                <a:t>PC3~PC0</a:t>
              </a:r>
              <a:endParaRPr lang="en-US" altLang="zh-CN" sz="1800" b="0" dirty="0">
                <a:solidFill>
                  <a:srgbClr val="0000FF"/>
                </a:solidFill>
                <a:latin typeface="Arial" panose="020B0604020202020204" pitchFamily="34" charset="0"/>
              </a:endParaRPr>
            </a:p>
          </p:txBody>
        </p:sp>
        <p:sp>
          <p:nvSpPr>
            <p:cNvPr id="152594" name="Line 42"/>
            <p:cNvSpPr/>
            <p:nvPr/>
          </p:nvSpPr>
          <p:spPr>
            <a:xfrm flipH="1" flipV="1">
              <a:off x="3766" y="971"/>
              <a:ext cx="0" cy="845"/>
            </a:xfrm>
            <a:prstGeom prst="line">
              <a:avLst/>
            </a:prstGeom>
            <a:ln w="25400" cap="flat" cmpd="sng">
              <a:solidFill>
                <a:srgbClr val="000000"/>
              </a:solidFill>
              <a:prstDash val="solid"/>
              <a:headEnd type="none" w="med" len="med"/>
              <a:tailEnd type="triangle" w="med" len="med"/>
            </a:ln>
          </p:spPr>
        </p:sp>
        <p:sp>
          <p:nvSpPr>
            <p:cNvPr id="152595" name="Text Box 43"/>
            <p:cNvSpPr txBox="1"/>
            <p:nvPr/>
          </p:nvSpPr>
          <p:spPr>
            <a:xfrm>
              <a:off x="4612" y="1531"/>
              <a:ext cx="728" cy="404"/>
            </a:xfrm>
            <a:prstGeom prst="rect">
              <a:avLst/>
            </a:prstGeom>
            <a:noFill/>
            <a:ln w="25400">
              <a:noFill/>
            </a:ln>
          </p:spPr>
          <p:txBody>
            <a:bodyPr lIns="10800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FF3300"/>
                  </a:solidFill>
                  <a:latin typeface="Arial" panose="020B0604020202020204" pitchFamily="34" charset="0"/>
                </a:rPr>
                <a:t>0 </a:t>
              </a:r>
              <a:r>
                <a:rPr lang="zh-CN" altLang="en-US" sz="1800" b="0" dirty="0">
                  <a:solidFill>
                    <a:srgbClr val="FF3300"/>
                  </a:solidFill>
                  <a:latin typeface="楷体_GB2312" pitchFamily="1" charset="-122"/>
                </a:rPr>
                <a:t>输出</a:t>
              </a:r>
              <a:endParaRPr lang="zh-CN" altLang="en-US" sz="1800" b="0" dirty="0">
                <a:solidFill>
                  <a:srgbClr val="FF3300"/>
                </a:solidFill>
                <a:latin typeface="楷体_GB2312" pitchFamily="1" charset="-122"/>
              </a:endParaRPr>
            </a:p>
            <a:p>
              <a:pPr marL="0" lvl="0" indent="0">
                <a:lnSpc>
                  <a:spcPct val="100000"/>
                </a:lnSpc>
                <a:spcBef>
                  <a:spcPct val="0"/>
                </a:spcBef>
                <a:spcAft>
                  <a:spcPct val="0"/>
                </a:spcAft>
                <a:buClrTx/>
                <a:buSzTx/>
                <a:buNone/>
              </a:pPr>
              <a:r>
                <a:rPr lang="en-US" altLang="zh-CN" sz="1800" b="0" dirty="0">
                  <a:solidFill>
                    <a:srgbClr val="FF3300"/>
                  </a:solidFill>
                  <a:latin typeface="楷体_GB2312" pitchFamily="1" charset="-122"/>
                </a:rPr>
                <a:t>1 </a:t>
              </a:r>
              <a:r>
                <a:rPr lang="zh-CN" altLang="en-US" sz="1800" b="0" dirty="0">
                  <a:solidFill>
                    <a:srgbClr val="FF3300"/>
                  </a:solidFill>
                  <a:latin typeface="楷体_GB2312" pitchFamily="1" charset="-122"/>
                </a:rPr>
                <a:t>输入</a:t>
              </a:r>
              <a:endParaRPr lang="zh-CN" altLang="en-US" sz="1800" b="0" dirty="0">
                <a:solidFill>
                  <a:srgbClr val="0000FF"/>
                </a:solidFill>
                <a:latin typeface="Arial" panose="020B0604020202020204" pitchFamily="34" charset="0"/>
              </a:endParaRPr>
            </a:p>
          </p:txBody>
        </p:sp>
        <p:sp>
          <p:nvSpPr>
            <p:cNvPr id="152596" name="Line 44"/>
            <p:cNvSpPr/>
            <p:nvPr/>
          </p:nvSpPr>
          <p:spPr>
            <a:xfrm flipH="1" flipV="1">
              <a:off x="3271" y="971"/>
              <a:ext cx="0" cy="1359"/>
            </a:xfrm>
            <a:prstGeom prst="line">
              <a:avLst/>
            </a:prstGeom>
            <a:ln w="25400" cap="flat" cmpd="sng">
              <a:solidFill>
                <a:srgbClr val="000000"/>
              </a:solidFill>
              <a:prstDash val="solid"/>
              <a:headEnd type="none" w="med" len="med"/>
              <a:tailEnd type="triangle" w="med" len="med"/>
            </a:ln>
          </p:spPr>
        </p:sp>
        <p:sp>
          <p:nvSpPr>
            <p:cNvPr id="152597" name="Text Box 45"/>
            <p:cNvSpPr txBox="1"/>
            <p:nvPr/>
          </p:nvSpPr>
          <p:spPr>
            <a:xfrm>
              <a:off x="3253" y="2128"/>
              <a:ext cx="1260" cy="194"/>
            </a:xfrm>
            <a:prstGeom prst="rect">
              <a:avLst/>
            </a:prstGeom>
            <a:noFill/>
            <a:ln w="25400">
              <a:noFill/>
            </a:ln>
          </p:spPr>
          <p:txBody>
            <a:bodyPr lIns="10800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FF"/>
                  </a:solidFill>
                  <a:latin typeface="Arial" panose="020B0604020202020204" pitchFamily="34" charset="0"/>
                </a:rPr>
                <a:t>B</a:t>
              </a:r>
              <a:r>
                <a:rPr lang="zh-CN" altLang="en-US" sz="1800" b="0" dirty="0">
                  <a:solidFill>
                    <a:srgbClr val="0000FF"/>
                  </a:solidFill>
                  <a:latin typeface="Arial" panose="020B0604020202020204" pitchFamily="34" charset="0"/>
                </a:rPr>
                <a:t>口工作方式</a:t>
              </a:r>
              <a:endParaRPr lang="zh-CN" altLang="en-US" sz="1800" b="0" dirty="0">
                <a:solidFill>
                  <a:srgbClr val="0000FF"/>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800" b="0" dirty="0">
                <a:solidFill>
                  <a:srgbClr val="0000FF"/>
                </a:solidFill>
                <a:latin typeface="Arial" panose="020B0604020202020204" pitchFamily="34" charset="0"/>
              </a:endParaRPr>
            </a:p>
          </p:txBody>
        </p:sp>
        <p:sp>
          <p:nvSpPr>
            <p:cNvPr id="152598" name="Line 46"/>
            <p:cNvSpPr/>
            <p:nvPr/>
          </p:nvSpPr>
          <p:spPr>
            <a:xfrm flipH="1" flipV="1">
              <a:off x="2786" y="978"/>
              <a:ext cx="0" cy="1735"/>
            </a:xfrm>
            <a:prstGeom prst="line">
              <a:avLst/>
            </a:prstGeom>
            <a:ln w="25400" cap="flat" cmpd="sng">
              <a:solidFill>
                <a:srgbClr val="000000"/>
              </a:solidFill>
              <a:prstDash val="solid"/>
              <a:headEnd type="none" w="med" len="med"/>
              <a:tailEnd type="triangle" w="med" len="med"/>
            </a:ln>
          </p:spPr>
        </p:sp>
        <p:sp>
          <p:nvSpPr>
            <p:cNvPr id="152599" name="Text Box 47"/>
            <p:cNvSpPr txBox="1"/>
            <p:nvPr/>
          </p:nvSpPr>
          <p:spPr>
            <a:xfrm>
              <a:off x="2804" y="2511"/>
              <a:ext cx="971" cy="195"/>
            </a:xfrm>
            <a:prstGeom prst="rect">
              <a:avLst/>
            </a:prstGeom>
            <a:noFill/>
            <a:ln w="25400">
              <a:noFill/>
            </a:ln>
          </p:spPr>
          <p:txBody>
            <a:bodyPr lIns="10800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FF3300"/>
                  </a:solidFill>
                  <a:latin typeface="Arial" panose="020B0604020202020204" pitchFamily="34" charset="0"/>
                </a:rPr>
                <a:t>PC7~PC4</a:t>
              </a:r>
              <a:endParaRPr lang="en-US" altLang="zh-CN" sz="1800" b="0" dirty="0">
                <a:solidFill>
                  <a:srgbClr val="FF3300"/>
                </a:solidFill>
                <a:latin typeface="Arial" panose="020B0604020202020204" pitchFamily="34" charset="0"/>
              </a:endParaRPr>
            </a:p>
            <a:p>
              <a:pPr marL="0" lvl="0" indent="0">
                <a:lnSpc>
                  <a:spcPct val="100000"/>
                </a:lnSpc>
                <a:spcBef>
                  <a:spcPct val="0"/>
                </a:spcBef>
                <a:spcAft>
                  <a:spcPct val="0"/>
                </a:spcAft>
                <a:buClrTx/>
                <a:buSzTx/>
                <a:buNone/>
              </a:pPr>
              <a:endParaRPr lang="zh-CN" altLang="zh-CN" sz="1800" b="0" dirty="0">
                <a:solidFill>
                  <a:srgbClr val="0000FF"/>
                </a:solidFill>
                <a:latin typeface="Arial" panose="020B0604020202020204" pitchFamily="34" charset="0"/>
              </a:endParaRPr>
            </a:p>
          </p:txBody>
        </p:sp>
        <p:sp>
          <p:nvSpPr>
            <p:cNvPr id="152600" name="Text Box 48"/>
            <p:cNvSpPr txBox="1"/>
            <p:nvPr/>
          </p:nvSpPr>
          <p:spPr>
            <a:xfrm>
              <a:off x="3811" y="2474"/>
              <a:ext cx="729" cy="404"/>
            </a:xfrm>
            <a:prstGeom prst="rect">
              <a:avLst/>
            </a:prstGeom>
            <a:noFill/>
            <a:ln w="25400">
              <a:noFill/>
            </a:ln>
          </p:spPr>
          <p:txBody>
            <a:bodyPr lIns="10800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FF3300"/>
                  </a:solidFill>
                  <a:latin typeface="Arial" panose="020B0604020202020204" pitchFamily="34" charset="0"/>
                </a:rPr>
                <a:t>0 </a:t>
              </a:r>
              <a:r>
                <a:rPr lang="zh-CN" altLang="en-US" sz="1800" b="0" dirty="0">
                  <a:solidFill>
                    <a:srgbClr val="FF3300"/>
                  </a:solidFill>
                  <a:latin typeface="Arial" panose="020B0604020202020204" pitchFamily="34" charset="0"/>
                </a:rPr>
                <a:t>输出</a:t>
              </a:r>
              <a:endParaRPr lang="zh-CN" altLang="en-US" sz="1800" b="0" dirty="0">
                <a:solidFill>
                  <a:srgbClr val="FF3300"/>
                </a:solidFill>
                <a:latin typeface="Arial" panose="020B0604020202020204" pitchFamily="34" charset="0"/>
              </a:endParaRPr>
            </a:p>
            <a:p>
              <a:pPr marL="0" lvl="0" indent="0">
                <a:lnSpc>
                  <a:spcPct val="100000"/>
                </a:lnSpc>
                <a:spcBef>
                  <a:spcPct val="0"/>
                </a:spcBef>
                <a:spcAft>
                  <a:spcPct val="0"/>
                </a:spcAft>
                <a:buClrTx/>
                <a:buSzTx/>
                <a:buNone/>
              </a:pPr>
              <a:r>
                <a:rPr lang="en-US" altLang="zh-CN" sz="1800" b="0" dirty="0">
                  <a:solidFill>
                    <a:srgbClr val="FF3300"/>
                  </a:solidFill>
                  <a:latin typeface="Arial" panose="020B0604020202020204" pitchFamily="34" charset="0"/>
                </a:rPr>
                <a:t>1 </a:t>
              </a:r>
              <a:r>
                <a:rPr lang="zh-CN" altLang="en-US" sz="1800" b="0" dirty="0">
                  <a:solidFill>
                    <a:srgbClr val="FF3300"/>
                  </a:solidFill>
                  <a:latin typeface="Arial" panose="020B0604020202020204" pitchFamily="34" charset="0"/>
                </a:rPr>
                <a:t>输入</a:t>
              </a:r>
              <a:endParaRPr lang="zh-CN" altLang="en-US" sz="1800" b="0" dirty="0">
                <a:solidFill>
                  <a:srgbClr val="FF3300"/>
                </a:solidFill>
                <a:latin typeface="Arial" panose="020B0604020202020204" pitchFamily="34" charset="0"/>
              </a:endParaRPr>
            </a:p>
          </p:txBody>
        </p:sp>
        <p:sp>
          <p:nvSpPr>
            <p:cNvPr id="152601" name="Line 49"/>
            <p:cNvSpPr/>
            <p:nvPr/>
          </p:nvSpPr>
          <p:spPr>
            <a:xfrm flipV="1">
              <a:off x="2264" y="963"/>
              <a:ext cx="0" cy="2132"/>
            </a:xfrm>
            <a:prstGeom prst="line">
              <a:avLst/>
            </a:prstGeom>
            <a:ln w="25400" cap="flat" cmpd="sng">
              <a:solidFill>
                <a:srgbClr val="000000"/>
              </a:solidFill>
              <a:prstDash val="solid"/>
              <a:headEnd type="none" w="med" len="med"/>
              <a:tailEnd type="triangle" w="med" len="med"/>
            </a:ln>
          </p:spPr>
        </p:sp>
        <p:sp>
          <p:nvSpPr>
            <p:cNvPr id="152602" name="Text Box 50"/>
            <p:cNvSpPr txBox="1"/>
            <p:nvPr/>
          </p:nvSpPr>
          <p:spPr>
            <a:xfrm>
              <a:off x="2741" y="2885"/>
              <a:ext cx="584" cy="195"/>
            </a:xfrm>
            <a:prstGeom prst="rect">
              <a:avLst/>
            </a:prstGeom>
            <a:noFill/>
            <a:ln w="25400">
              <a:noFill/>
            </a:ln>
          </p:spPr>
          <p:txBody>
            <a:bodyPr lIns="10800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FF"/>
                  </a:solidFill>
                  <a:latin typeface="Arial" panose="020B0604020202020204" pitchFamily="34" charset="0"/>
                </a:rPr>
                <a:t>A</a:t>
              </a:r>
              <a:r>
                <a:rPr lang="zh-CN" altLang="en-US" sz="1800" b="0" dirty="0">
                  <a:solidFill>
                    <a:srgbClr val="0000FF"/>
                  </a:solidFill>
                  <a:latin typeface="Arial" panose="020B0604020202020204" pitchFamily="34" charset="0"/>
                </a:rPr>
                <a:t>口</a:t>
              </a:r>
              <a:endParaRPr lang="zh-CN" altLang="en-US" sz="1800" b="0" dirty="0">
                <a:solidFill>
                  <a:srgbClr val="0000FF"/>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800" b="0" dirty="0">
                <a:solidFill>
                  <a:srgbClr val="0000FF"/>
                </a:solidFill>
                <a:latin typeface="Arial" panose="020B0604020202020204" pitchFamily="34" charset="0"/>
              </a:endParaRPr>
            </a:p>
          </p:txBody>
        </p:sp>
        <p:sp>
          <p:nvSpPr>
            <p:cNvPr id="152603" name="Text Box 51"/>
            <p:cNvSpPr txBox="1"/>
            <p:nvPr/>
          </p:nvSpPr>
          <p:spPr>
            <a:xfrm>
              <a:off x="3217" y="2833"/>
              <a:ext cx="729" cy="404"/>
            </a:xfrm>
            <a:prstGeom prst="rect">
              <a:avLst/>
            </a:prstGeom>
            <a:noFill/>
            <a:ln w="25400">
              <a:noFill/>
            </a:ln>
          </p:spPr>
          <p:txBody>
            <a:bodyPr lIns="10800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FF"/>
                  </a:solidFill>
                  <a:latin typeface="Arial" panose="020B0604020202020204" pitchFamily="34" charset="0"/>
                </a:rPr>
                <a:t>0 </a:t>
              </a:r>
              <a:r>
                <a:rPr lang="zh-CN" altLang="en-US" sz="1800" b="0" dirty="0">
                  <a:solidFill>
                    <a:srgbClr val="0000FF"/>
                  </a:solidFill>
                  <a:latin typeface="Arial" panose="020B0604020202020204" pitchFamily="34" charset="0"/>
                </a:rPr>
                <a:t>输出</a:t>
              </a:r>
              <a:endParaRPr lang="zh-CN" altLang="en-US" sz="1800" b="0" dirty="0">
                <a:solidFill>
                  <a:srgbClr val="0000FF"/>
                </a:solidFill>
                <a:latin typeface="Arial" panose="020B0604020202020204" pitchFamily="34" charset="0"/>
              </a:endParaRPr>
            </a:p>
            <a:p>
              <a:pPr marL="0" lvl="0" indent="0">
                <a:lnSpc>
                  <a:spcPct val="100000"/>
                </a:lnSpc>
                <a:spcBef>
                  <a:spcPct val="0"/>
                </a:spcBef>
                <a:spcAft>
                  <a:spcPct val="0"/>
                </a:spcAft>
                <a:buClrTx/>
                <a:buSzTx/>
                <a:buNone/>
              </a:pPr>
              <a:r>
                <a:rPr lang="en-US" altLang="zh-CN" sz="1800" b="0" dirty="0">
                  <a:solidFill>
                    <a:srgbClr val="0000FF"/>
                  </a:solidFill>
                  <a:latin typeface="Arial" panose="020B0604020202020204" pitchFamily="34" charset="0"/>
                </a:rPr>
                <a:t>1 </a:t>
              </a:r>
              <a:r>
                <a:rPr lang="zh-CN" altLang="en-US" sz="1800" b="0" dirty="0">
                  <a:solidFill>
                    <a:srgbClr val="0000FF"/>
                  </a:solidFill>
                  <a:latin typeface="Arial" panose="020B0604020202020204" pitchFamily="34" charset="0"/>
                </a:rPr>
                <a:t>输入</a:t>
              </a:r>
              <a:endParaRPr lang="zh-CN" altLang="en-US" sz="1800" b="0" dirty="0">
                <a:solidFill>
                  <a:srgbClr val="0000FF"/>
                </a:solidFill>
                <a:latin typeface="Arial" panose="020B0604020202020204" pitchFamily="34" charset="0"/>
              </a:endParaRPr>
            </a:p>
          </p:txBody>
        </p:sp>
        <p:sp>
          <p:nvSpPr>
            <p:cNvPr id="152604" name="Line 52"/>
            <p:cNvSpPr/>
            <p:nvPr/>
          </p:nvSpPr>
          <p:spPr>
            <a:xfrm flipV="1">
              <a:off x="1508" y="1143"/>
              <a:ext cx="0" cy="2505"/>
            </a:xfrm>
            <a:prstGeom prst="line">
              <a:avLst/>
            </a:prstGeom>
            <a:ln w="25400" cap="flat" cmpd="sng">
              <a:solidFill>
                <a:srgbClr val="000000"/>
              </a:solidFill>
              <a:prstDash val="solid"/>
              <a:headEnd type="none" w="med" len="med"/>
              <a:tailEnd type="triangle" w="med" len="med"/>
            </a:ln>
          </p:spPr>
        </p:sp>
        <p:sp>
          <p:nvSpPr>
            <p:cNvPr id="152605" name="Text Box 53"/>
            <p:cNvSpPr txBox="1"/>
            <p:nvPr/>
          </p:nvSpPr>
          <p:spPr>
            <a:xfrm>
              <a:off x="1668" y="3431"/>
              <a:ext cx="1260" cy="195"/>
            </a:xfrm>
            <a:prstGeom prst="rect">
              <a:avLst/>
            </a:prstGeom>
            <a:noFill/>
            <a:ln w="25400">
              <a:noFill/>
            </a:ln>
          </p:spPr>
          <p:txBody>
            <a:bodyPr lIns="10800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FF3300"/>
                  </a:solidFill>
                  <a:latin typeface="Arial" panose="020B0604020202020204" pitchFamily="34" charset="0"/>
                </a:rPr>
                <a:t>A</a:t>
              </a:r>
              <a:r>
                <a:rPr lang="zh-CN" altLang="en-US" sz="1800" b="0" dirty="0">
                  <a:solidFill>
                    <a:srgbClr val="FF3300"/>
                  </a:solidFill>
                  <a:latin typeface="Arial" panose="020B0604020202020204" pitchFamily="34" charset="0"/>
                </a:rPr>
                <a:t>口工作方式</a:t>
              </a:r>
              <a:endParaRPr lang="zh-CN" altLang="en-US" sz="1800" b="0" dirty="0">
                <a:solidFill>
                  <a:srgbClr val="FF3300"/>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800" b="0" dirty="0">
                <a:solidFill>
                  <a:srgbClr val="0000FF"/>
                </a:solidFill>
                <a:latin typeface="Arial" panose="020B0604020202020204" pitchFamily="34" charset="0"/>
              </a:endParaRPr>
            </a:p>
          </p:txBody>
        </p:sp>
        <p:sp>
          <p:nvSpPr>
            <p:cNvPr id="152606" name="Line 54"/>
            <p:cNvSpPr/>
            <p:nvPr/>
          </p:nvSpPr>
          <p:spPr>
            <a:xfrm flipV="1">
              <a:off x="699" y="985"/>
              <a:ext cx="0" cy="3224"/>
            </a:xfrm>
            <a:prstGeom prst="line">
              <a:avLst/>
            </a:prstGeom>
            <a:ln w="25400" cap="flat" cmpd="sng">
              <a:solidFill>
                <a:srgbClr val="000000"/>
              </a:solidFill>
              <a:prstDash val="solid"/>
              <a:headEnd type="none" w="med" len="med"/>
              <a:tailEnd type="triangle" w="med" len="med"/>
            </a:ln>
          </p:spPr>
        </p:sp>
        <p:sp>
          <p:nvSpPr>
            <p:cNvPr id="152607" name="Text Box 55"/>
            <p:cNvSpPr txBox="1"/>
            <p:nvPr/>
          </p:nvSpPr>
          <p:spPr>
            <a:xfrm>
              <a:off x="2795" y="3297"/>
              <a:ext cx="998" cy="620"/>
            </a:xfrm>
            <a:prstGeom prst="rect">
              <a:avLst/>
            </a:prstGeom>
            <a:noFill/>
            <a:ln w="25400">
              <a:noFill/>
            </a:ln>
          </p:spPr>
          <p:txBody>
            <a:bodyPr lIns="10800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FF3300"/>
                  </a:solidFill>
                  <a:latin typeface="Arial" panose="020B0604020202020204" pitchFamily="34" charset="0"/>
                </a:rPr>
                <a:t>00  </a:t>
              </a:r>
              <a:r>
                <a:rPr lang="zh-CN" altLang="en-US" sz="1800" b="0" dirty="0">
                  <a:solidFill>
                    <a:srgbClr val="FF3300"/>
                  </a:solidFill>
                  <a:latin typeface="Arial" panose="020B0604020202020204" pitchFamily="34" charset="0"/>
                </a:rPr>
                <a:t>方式</a:t>
              </a:r>
              <a:r>
                <a:rPr lang="en-US" altLang="zh-CN" sz="1800" b="0" dirty="0">
                  <a:solidFill>
                    <a:srgbClr val="FF3300"/>
                  </a:solidFill>
                  <a:latin typeface="Arial" panose="020B0604020202020204" pitchFamily="34" charset="0"/>
                </a:rPr>
                <a:t>0</a:t>
              </a:r>
              <a:endParaRPr lang="en-US" altLang="zh-CN" sz="1800" b="0" dirty="0">
                <a:solidFill>
                  <a:srgbClr val="FF3300"/>
                </a:solidFill>
                <a:latin typeface="Arial" panose="020B0604020202020204" pitchFamily="34" charset="0"/>
              </a:endParaRPr>
            </a:p>
            <a:p>
              <a:pPr marL="0" lvl="0" indent="0">
                <a:lnSpc>
                  <a:spcPct val="100000"/>
                </a:lnSpc>
                <a:spcBef>
                  <a:spcPct val="0"/>
                </a:spcBef>
                <a:spcAft>
                  <a:spcPct val="0"/>
                </a:spcAft>
                <a:buClrTx/>
                <a:buSzTx/>
                <a:buNone/>
              </a:pPr>
              <a:r>
                <a:rPr lang="en-US" altLang="zh-CN" sz="1800" b="0" dirty="0">
                  <a:solidFill>
                    <a:srgbClr val="FF3300"/>
                  </a:solidFill>
                  <a:latin typeface="Arial" panose="020B0604020202020204" pitchFamily="34" charset="0"/>
                </a:rPr>
                <a:t>01  </a:t>
              </a:r>
              <a:r>
                <a:rPr lang="zh-CN" altLang="en-US" sz="1800" b="0" dirty="0">
                  <a:solidFill>
                    <a:srgbClr val="FF3300"/>
                  </a:solidFill>
                  <a:latin typeface="Arial" panose="020B0604020202020204" pitchFamily="34" charset="0"/>
                </a:rPr>
                <a:t>方式</a:t>
              </a:r>
              <a:r>
                <a:rPr lang="en-US" altLang="zh-CN" sz="1800" b="0" dirty="0">
                  <a:solidFill>
                    <a:srgbClr val="FF3300"/>
                  </a:solidFill>
                  <a:latin typeface="Arial" panose="020B0604020202020204" pitchFamily="34" charset="0"/>
                </a:rPr>
                <a:t>1</a:t>
              </a:r>
              <a:endParaRPr lang="en-US" altLang="zh-CN" sz="1800" b="0" dirty="0">
                <a:solidFill>
                  <a:srgbClr val="FF3300"/>
                </a:solidFill>
                <a:latin typeface="Arial" panose="020B0604020202020204" pitchFamily="34" charset="0"/>
              </a:endParaRPr>
            </a:p>
            <a:p>
              <a:pPr marL="0" lvl="0" indent="0">
                <a:lnSpc>
                  <a:spcPct val="100000"/>
                </a:lnSpc>
                <a:spcBef>
                  <a:spcPct val="0"/>
                </a:spcBef>
                <a:spcAft>
                  <a:spcPct val="0"/>
                </a:spcAft>
                <a:buClrTx/>
                <a:buSzTx/>
                <a:buNone/>
              </a:pPr>
              <a:r>
                <a:rPr lang="en-US" altLang="zh-CN" sz="1800" b="0" dirty="0">
                  <a:solidFill>
                    <a:srgbClr val="FF3300"/>
                  </a:solidFill>
                  <a:latin typeface="Arial" panose="020B0604020202020204" pitchFamily="34" charset="0"/>
                </a:rPr>
                <a:t>1x  </a:t>
              </a:r>
              <a:r>
                <a:rPr lang="zh-CN" altLang="en-US" sz="1800" b="0" dirty="0">
                  <a:solidFill>
                    <a:srgbClr val="FF3300"/>
                  </a:solidFill>
                  <a:latin typeface="Arial" panose="020B0604020202020204" pitchFamily="34" charset="0"/>
                </a:rPr>
                <a:t>方式</a:t>
              </a:r>
              <a:r>
                <a:rPr lang="en-US" altLang="zh-CN" sz="1800" b="0" dirty="0">
                  <a:solidFill>
                    <a:srgbClr val="FF3300"/>
                  </a:solidFill>
                  <a:latin typeface="Arial" panose="020B0604020202020204" pitchFamily="34" charset="0"/>
                </a:rPr>
                <a:t>2</a:t>
              </a:r>
              <a:endParaRPr lang="en-US" altLang="zh-CN" sz="1800" b="0" dirty="0">
                <a:solidFill>
                  <a:srgbClr val="FF3300"/>
                </a:solidFill>
                <a:latin typeface="Arial" panose="020B0604020202020204" pitchFamily="34" charset="0"/>
              </a:endParaRPr>
            </a:p>
          </p:txBody>
        </p:sp>
      </p:grpSp>
    </p:spTree>
  </p:cSld>
  <p:clrMapOvr>
    <a:masterClrMapping/>
  </p:clrMapOvr>
  <p:transition spd="slow">
    <p:zoom/>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4626" name="Rectangle 3"/>
          <p:cNvSpPr txBox="1"/>
          <p:nvPr/>
        </p:nvSpPr>
        <p:spPr>
          <a:xfrm>
            <a:off x="755650" y="1863725"/>
            <a:ext cx="7772400" cy="1156970"/>
          </a:xfrm>
          <a:prstGeom prst="rect">
            <a:avLst/>
          </a:prstGeom>
          <a:no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342900" lvl="0" indent="-342900" algn="just" eaLnBrk="1" hangingPunct="1"/>
            <a:r>
              <a:rPr lang="zh-CN" altLang="en-US" sz="2000" b="0" dirty="0">
                <a:solidFill>
                  <a:srgbClr val="002060"/>
                </a:solidFill>
                <a:latin typeface="宋体" panose="02010600030101010101" pitchFamily="2" charset="-122"/>
                <a:ea typeface="宋体" panose="02010600030101010101" pitchFamily="2" charset="-122"/>
              </a:rPr>
              <a:t>编写对8255的初始化程序片段，要求：使</a:t>
            </a:r>
            <a:r>
              <a:rPr lang="en-US" altLang="zh-CN" sz="2000" b="0" dirty="0">
                <a:solidFill>
                  <a:srgbClr val="002060"/>
                </a:solidFill>
                <a:latin typeface="宋体" panose="02010600030101010101" pitchFamily="2" charset="-122"/>
                <a:ea typeface="宋体" panose="02010600030101010101" pitchFamily="2" charset="-122"/>
              </a:rPr>
              <a:t>A</a:t>
            </a:r>
            <a:r>
              <a:rPr lang="zh-CN" altLang="en-US" sz="2000" b="0" dirty="0">
                <a:solidFill>
                  <a:srgbClr val="002060"/>
                </a:solidFill>
                <a:latin typeface="宋体" panose="02010600030101010101" pitchFamily="2" charset="-122"/>
                <a:ea typeface="宋体" panose="02010600030101010101" pitchFamily="2" charset="-122"/>
              </a:rPr>
              <a:t>口为方式0输出，</a:t>
            </a:r>
            <a:r>
              <a:rPr lang="en-US" altLang="zh-CN" sz="2000" b="0" dirty="0">
                <a:solidFill>
                  <a:srgbClr val="002060"/>
                </a:solidFill>
                <a:latin typeface="宋体" panose="02010600030101010101" pitchFamily="2" charset="-122"/>
                <a:ea typeface="宋体" panose="02010600030101010101" pitchFamily="2" charset="-122"/>
              </a:rPr>
              <a:t>B</a:t>
            </a:r>
            <a:r>
              <a:rPr lang="zh-CN" altLang="en-US" sz="2000" b="0" dirty="0">
                <a:solidFill>
                  <a:srgbClr val="002060"/>
                </a:solidFill>
                <a:latin typeface="宋体" panose="02010600030101010101" pitchFamily="2" charset="-122"/>
                <a:ea typeface="宋体" panose="02010600030101010101" pitchFamily="2" charset="-122"/>
              </a:rPr>
              <a:t>口为方式0输入，</a:t>
            </a:r>
            <a:r>
              <a:rPr lang="en-US" altLang="zh-CN" sz="2000" b="0" dirty="0">
                <a:solidFill>
                  <a:srgbClr val="002060"/>
                </a:solidFill>
                <a:latin typeface="宋体" panose="02010600030101010101" pitchFamily="2" charset="-122"/>
                <a:ea typeface="宋体" panose="02010600030101010101" pitchFamily="2" charset="-122"/>
              </a:rPr>
              <a:t>C</a:t>
            </a:r>
            <a:r>
              <a:rPr lang="zh-CN" altLang="en-US" sz="2000" b="0" dirty="0">
                <a:solidFill>
                  <a:srgbClr val="002060"/>
                </a:solidFill>
                <a:latin typeface="宋体" panose="02010600030101010101" pitchFamily="2" charset="-122"/>
                <a:ea typeface="宋体" panose="02010600030101010101" pitchFamily="2" charset="-122"/>
              </a:rPr>
              <a:t>口上半口作为</a:t>
            </a:r>
            <a:r>
              <a:rPr lang="en-US" altLang="zh-CN" sz="2000" b="0" dirty="0">
                <a:solidFill>
                  <a:srgbClr val="002060"/>
                </a:solidFill>
                <a:latin typeface="宋体" panose="02010600030101010101" pitchFamily="2" charset="-122"/>
                <a:ea typeface="宋体" panose="02010600030101010101" pitchFamily="2" charset="-122"/>
              </a:rPr>
              <a:t>4</a:t>
            </a:r>
            <a:r>
              <a:rPr lang="zh-CN" altLang="en-US" sz="2000" b="0" dirty="0">
                <a:solidFill>
                  <a:srgbClr val="002060"/>
                </a:solidFill>
                <a:latin typeface="宋体" panose="02010600030101010101" pitchFamily="2" charset="-122"/>
                <a:ea typeface="宋体" panose="02010600030101010101" pitchFamily="2" charset="-122"/>
              </a:rPr>
              <a:t>位的输入端口使用。 </a:t>
            </a:r>
            <a:r>
              <a:rPr lang="en-US" altLang="zh-CN" sz="2000" b="0" dirty="0">
                <a:solidFill>
                  <a:srgbClr val="002060"/>
                </a:solidFill>
                <a:latin typeface="宋体" panose="02010600030101010101" pitchFamily="2" charset="-122"/>
                <a:ea typeface="宋体" panose="02010600030101010101" pitchFamily="2" charset="-122"/>
              </a:rPr>
              <a:t>C</a:t>
            </a:r>
            <a:r>
              <a:rPr lang="zh-CN" altLang="en-US" sz="2000" b="0" dirty="0">
                <a:solidFill>
                  <a:srgbClr val="002060"/>
                </a:solidFill>
                <a:latin typeface="宋体" panose="02010600030101010101" pitchFamily="2" charset="-122"/>
                <a:ea typeface="宋体" panose="02010600030101010101" pitchFamily="2" charset="-122"/>
              </a:rPr>
              <a:t>口下半口作为</a:t>
            </a:r>
            <a:r>
              <a:rPr lang="en-US" altLang="zh-CN" sz="2000" b="0" dirty="0">
                <a:solidFill>
                  <a:srgbClr val="002060"/>
                </a:solidFill>
                <a:latin typeface="宋体" panose="02010600030101010101" pitchFamily="2" charset="-122"/>
                <a:ea typeface="宋体" panose="02010600030101010101" pitchFamily="2" charset="-122"/>
              </a:rPr>
              <a:t>4</a:t>
            </a:r>
            <a:r>
              <a:rPr lang="zh-CN" altLang="en-US" sz="2000" b="0" dirty="0">
                <a:solidFill>
                  <a:srgbClr val="002060"/>
                </a:solidFill>
                <a:latin typeface="宋体" panose="02010600030101010101" pitchFamily="2" charset="-122"/>
                <a:ea typeface="宋体" panose="02010600030101010101" pitchFamily="2" charset="-122"/>
              </a:rPr>
              <a:t>位的输出端口使用。 8255控制端口的地址为</a:t>
            </a:r>
            <a:r>
              <a:rPr lang="en-US" altLang="zh-CN" sz="2000" b="0" dirty="0">
                <a:solidFill>
                  <a:srgbClr val="002060"/>
                </a:solidFill>
                <a:latin typeface="宋体" panose="02010600030101010101" pitchFamily="2" charset="-122"/>
                <a:ea typeface="宋体" panose="02010600030101010101" pitchFamily="2" charset="-122"/>
              </a:rPr>
              <a:t>43BH。</a:t>
            </a:r>
            <a:r>
              <a:rPr lang="zh-CN" altLang="en-US" sz="2000" b="0" dirty="0">
                <a:solidFill>
                  <a:srgbClr val="002060"/>
                </a:solidFill>
                <a:latin typeface="宋体" panose="02010600030101010101" pitchFamily="2" charset="-122"/>
                <a:ea typeface="宋体" panose="02010600030101010101" pitchFamily="2" charset="-122"/>
              </a:rPr>
              <a:t>则控制字为：</a:t>
            </a:r>
            <a:endParaRPr lang="en-US" altLang="zh-CN" sz="2400" b="0" dirty="0">
              <a:solidFill>
                <a:srgbClr val="002060"/>
              </a:solidFill>
              <a:latin typeface="宋体" panose="02010600030101010101" pitchFamily="2" charset="-122"/>
              <a:ea typeface="宋体" panose="02010600030101010101" pitchFamily="2" charset="-122"/>
            </a:endParaRPr>
          </a:p>
          <a:p>
            <a:pPr marL="342900" lvl="0" indent="-342900" algn="just" eaLnBrk="1" hangingPunct="1"/>
            <a:endParaRPr lang="zh-CN" altLang="en-US" sz="2400" dirty="0">
              <a:latin typeface="Times New Roman" panose="02020603050405020304" pitchFamily="18" charset="0"/>
            </a:endParaRPr>
          </a:p>
          <a:p>
            <a:pPr marL="342900" lvl="0" indent="-342900" eaLnBrk="1" hangingPunct="1"/>
            <a:endParaRPr lang="zh-CN" altLang="en-US" dirty="0"/>
          </a:p>
        </p:txBody>
      </p:sp>
      <p:graphicFrame>
        <p:nvGraphicFramePr>
          <p:cNvPr id="154627" name="对象 2"/>
          <p:cNvGraphicFramePr>
            <a:graphicFrameLocks noChangeAspect="1"/>
          </p:cNvGraphicFramePr>
          <p:nvPr/>
        </p:nvGraphicFramePr>
        <p:xfrm>
          <a:off x="971550" y="3140393"/>
          <a:ext cx="7770813" cy="1970087"/>
        </p:xfrm>
        <a:graphic>
          <a:graphicData uri="http://schemas.openxmlformats.org/presentationml/2006/ole">
            <mc:AlternateContent xmlns:mc="http://schemas.openxmlformats.org/markup-compatibility/2006">
              <mc:Choice xmlns:v="urn:schemas-microsoft-com:vml" Requires="v">
                <p:oleObj spid="_x0000_s3076" name="" r:id="rId1" imgW="7772400" imgH="1972310" progId="">
                  <p:embed/>
                </p:oleObj>
              </mc:Choice>
              <mc:Fallback>
                <p:oleObj name="" r:id="rId1" imgW="7772400" imgH="1972310" progId="">
                  <p:embed/>
                  <p:pic>
                    <p:nvPicPr>
                      <p:cNvPr id="0" name="图片 3075"/>
                      <p:cNvPicPr/>
                      <p:nvPr/>
                    </p:nvPicPr>
                    <p:blipFill>
                      <a:blip r:embed="rId2"/>
                      <a:stretch>
                        <a:fillRect/>
                      </a:stretch>
                    </p:blipFill>
                    <p:spPr>
                      <a:xfrm>
                        <a:off x="971550" y="3140393"/>
                        <a:ext cx="7770813" cy="1970087"/>
                      </a:xfrm>
                      <a:prstGeom prst="rect">
                        <a:avLst/>
                      </a:prstGeom>
                      <a:noFill/>
                      <a:ln w="38100">
                        <a:noFill/>
                        <a:miter/>
                      </a:ln>
                    </p:spPr>
                  </p:pic>
                </p:oleObj>
              </mc:Fallback>
            </mc:AlternateContent>
          </a:graphicData>
        </a:graphic>
      </p:graphicFrame>
      <p:sp>
        <p:nvSpPr>
          <p:cNvPr id="4" name="Rectangle 5" descr="棕色大理石"/>
          <p:cNvSpPr/>
          <p:nvPr/>
        </p:nvSpPr>
        <p:spPr>
          <a:xfrm>
            <a:off x="787400" y="5300980"/>
            <a:ext cx="7772400" cy="1323975"/>
          </a:xfrm>
          <a:prstGeom prst="rect">
            <a:avLst/>
          </a:prstGeom>
          <a:noFill/>
          <a:ln w="9525">
            <a:noFill/>
          </a:ln>
        </p:spPr>
        <p:txBody>
          <a:bodyPr lIns="92075" tIns="46038" rIns="92075" bIns="46038">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269875" algn="just" eaLnBrk="1" hangingPunct="1">
              <a:lnSpc>
                <a:spcPct val="100000"/>
              </a:lnSpc>
              <a:spcBef>
                <a:spcPct val="0"/>
              </a:spcBef>
              <a:spcAft>
                <a:spcPct val="0"/>
              </a:spcAft>
              <a:buClrTx/>
              <a:buSzTx/>
              <a:buFont typeface="Arial" panose="020B0604020202020204" pitchFamily="34" charset="0"/>
              <a:buNone/>
            </a:pPr>
            <a:r>
              <a:rPr lang="zh-CN" altLang="en-US" sz="2000" b="0" dirty="0">
                <a:solidFill>
                  <a:schemeClr val="tx1"/>
                </a:solidFill>
                <a:latin typeface="Times New Roman" panose="02020603050405020304" pitchFamily="18" charset="0"/>
                <a:ea typeface="宋体" panose="02010600030101010101" pitchFamily="2" charset="-122"/>
              </a:rPr>
              <a:t>初始化程序片段：</a:t>
            </a:r>
            <a:endParaRPr lang="zh-CN" altLang="en-US" sz="2000" b="0" dirty="0">
              <a:solidFill>
                <a:schemeClr val="tx1"/>
              </a:solidFill>
              <a:latin typeface="Times New Roman" panose="02020603050405020304" pitchFamily="18" charset="0"/>
              <a:ea typeface="宋体" panose="02010600030101010101" pitchFamily="2" charset="-122"/>
            </a:endParaRPr>
          </a:p>
          <a:p>
            <a:pPr marL="0" lvl="0" indent="269875" algn="just"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33CC"/>
                </a:solidFill>
                <a:latin typeface="Times New Roman" panose="02020603050405020304" pitchFamily="18" charset="0"/>
                <a:ea typeface="宋体" panose="02010600030101010101" pitchFamily="2" charset="-122"/>
              </a:rPr>
              <a:t>MOV	  AL, 8AH	；</a:t>
            </a:r>
            <a:r>
              <a:rPr lang="zh-CN" altLang="en-US" sz="2000" b="0" dirty="0">
                <a:solidFill>
                  <a:srgbClr val="0033CC"/>
                </a:solidFill>
                <a:latin typeface="Times New Roman" panose="02020603050405020304" pitchFamily="18" charset="0"/>
                <a:ea typeface="宋体" panose="02010600030101010101" pitchFamily="2" charset="-122"/>
              </a:rPr>
              <a:t>方式选择控制字</a:t>
            </a:r>
            <a:endParaRPr lang="zh-CN" altLang="en-US" sz="2000" b="0" dirty="0">
              <a:solidFill>
                <a:srgbClr val="0033CC"/>
              </a:solidFill>
              <a:latin typeface="Times New Roman" panose="02020603050405020304" pitchFamily="18" charset="0"/>
              <a:ea typeface="宋体" panose="02010600030101010101" pitchFamily="2" charset="-122"/>
            </a:endParaRPr>
          </a:p>
          <a:p>
            <a:pPr marL="0" lvl="0" indent="269875" algn="just"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33CC"/>
                </a:solidFill>
                <a:latin typeface="Times New Roman" panose="02020603050405020304" pitchFamily="18" charset="0"/>
                <a:ea typeface="宋体" panose="02010600030101010101" pitchFamily="2" charset="-122"/>
              </a:rPr>
              <a:t>MOV   DX, 43BH	；</a:t>
            </a:r>
            <a:r>
              <a:rPr lang="zh-CN" altLang="en-US" sz="2000" b="0" dirty="0">
                <a:solidFill>
                  <a:srgbClr val="0033CC"/>
                </a:solidFill>
                <a:latin typeface="Times New Roman" panose="02020603050405020304" pitchFamily="18" charset="0"/>
                <a:ea typeface="宋体" panose="02010600030101010101" pitchFamily="2" charset="-122"/>
              </a:rPr>
              <a:t>由于端口号&gt;256，所以用</a:t>
            </a:r>
            <a:r>
              <a:rPr lang="en-US" altLang="zh-CN" sz="2000" b="0" dirty="0">
                <a:solidFill>
                  <a:srgbClr val="0033CC"/>
                </a:solidFill>
                <a:latin typeface="Times New Roman" panose="02020603050405020304" pitchFamily="18" charset="0"/>
                <a:ea typeface="宋体" panose="02010600030101010101" pitchFamily="2" charset="-122"/>
              </a:rPr>
              <a:t>DX</a:t>
            </a:r>
            <a:r>
              <a:rPr lang="zh-CN" altLang="en-US" sz="2000" b="0" dirty="0">
                <a:solidFill>
                  <a:srgbClr val="0033CC"/>
                </a:solidFill>
                <a:latin typeface="Times New Roman" panose="02020603050405020304" pitchFamily="18" charset="0"/>
                <a:ea typeface="宋体" panose="02010600030101010101" pitchFamily="2" charset="-122"/>
              </a:rPr>
              <a:t>间接寻址</a:t>
            </a:r>
            <a:endParaRPr lang="zh-CN" altLang="en-US" sz="2000" b="0" dirty="0">
              <a:solidFill>
                <a:srgbClr val="0033CC"/>
              </a:solidFill>
              <a:latin typeface="Times New Roman" panose="02020603050405020304" pitchFamily="18" charset="0"/>
              <a:ea typeface="宋体" panose="02010600030101010101" pitchFamily="2" charset="-122"/>
            </a:endParaRPr>
          </a:p>
          <a:p>
            <a:pPr marL="0" lvl="0" indent="269875" algn="just" eaLnBrk="1" hangingPunct="1">
              <a:lnSpc>
                <a:spcPct val="100000"/>
              </a:lnSpc>
              <a:spcBef>
                <a:spcPct val="0"/>
              </a:spcBef>
              <a:spcAft>
                <a:spcPct val="0"/>
              </a:spcAft>
              <a:buClrTx/>
              <a:buSzTx/>
              <a:buFont typeface="Arial" panose="020B0604020202020204" pitchFamily="34" charset="0"/>
              <a:buNone/>
            </a:pPr>
            <a:r>
              <a:rPr lang="en-US" altLang="zh-CN" sz="2000" b="0" dirty="0">
                <a:solidFill>
                  <a:srgbClr val="0033CC"/>
                </a:solidFill>
                <a:latin typeface="Times New Roman" panose="02020603050405020304" pitchFamily="18" charset="0"/>
                <a:ea typeface="宋体" panose="02010600030101010101" pitchFamily="2" charset="-122"/>
              </a:rPr>
              <a:t>OUT    DX, AL	；</a:t>
            </a:r>
            <a:r>
              <a:rPr lang="zh-CN" altLang="en-US" sz="2000" b="0" dirty="0">
                <a:solidFill>
                  <a:srgbClr val="0033CC"/>
                </a:solidFill>
                <a:latin typeface="Times New Roman" panose="02020603050405020304" pitchFamily="18" charset="0"/>
                <a:ea typeface="宋体" panose="02010600030101010101" pitchFamily="2" charset="-122"/>
              </a:rPr>
              <a:t>写入控制寄存器</a:t>
            </a:r>
            <a:endParaRPr lang="zh-CN" altLang="en-US" sz="2000" b="0" dirty="0">
              <a:solidFill>
                <a:srgbClr val="0033CC"/>
              </a:solidFill>
              <a:latin typeface="Times New Roman" panose="02020603050405020304" pitchFamily="18" charset="0"/>
              <a:ea typeface="宋体" panose="02010600030101010101" pitchFamily="2" charset="-122"/>
            </a:endParaRPr>
          </a:p>
        </p:txBody>
      </p:sp>
      <p:sp>
        <p:nvSpPr>
          <p:cNvPr id="5" name="Rectangle 2"/>
          <p:cNvSpPr>
            <a:spLocks noGrp="1" noChangeArrowheads="1"/>
          </p:cNvSpPr>
          <p:nvPr/>
        </p:nvSpPr>
        <p:spPr bwMode="auto">
          <a:xfrm>
            <a:off x="1116013" y="836613"/>
            <a:ext cx="3527425" cy="885825"/>
          </a:xfrm>
          <a:prstGeom prst="rect">
            <a:avLst/>
          </a:prstGeom>
          <a:noFill/>
          <a:ln>
            <a:noFill/>
          </a:ln>
        </p:spPr>
        <p:txBody>
          <a:bodyPr anchor="b"/>
          <a:lstStyle>
            <a:lvl1pPr algn="l" rtl="0" eaLnBrk="0" fontAlgn="base" hangingPunct="0">
              <a:spcBef>
                <a:spcPct val="0"/>
              </a:spcBef>
              <a:spcAft>
                <a:spcPct val="0"/>
              </a:spcAft>
              <a:defRPr sz="4400" kern="1200">
                <a:solidFill>
                  <a:srgbClr val="800000"/>
                </a:solidFill>
                <a:latin typeface="+mj-lt"/>
                <a:ea typeface="+mj-ea"/>
                <a:cs typeface="+mj-cs"/>
              </a:defRPr>
            </a:lvl1pPr>
            <a:lvl2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2pPr>
            <a:lvl3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3pPr>
            <a:lvl4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4pPr>
            <a:lvl5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5pPr>
            <a:lvl6pPr marL="4572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6pPr>
            <a:lvl7pPr marL="9144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7pPr>
            <a:lvl8pPr marL="13716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8pPr>
            <a:lvl9pPr marL="18288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4000" b="0" i="0" u="none" strike="noStrike" kern="1200" cap="none" spc="0" normalizeH="0" baseline="0" noProof="0" dirty="0">
                <a:ln>
                  <a:noFill/>
                </a:ln>
                <a:solidFill>
                  <a:srgbClr val="800000"/>
                </a:solidFill>
                <a:effectLst/>
                <a:uLnTx/>
                <a:uFillTx/>
                <a:latin typeface="+mj-ea"/>
                <a:ea typeface="+mj-ea"/>
                <a:cs typeface="+mj-cs"/>
              </a:rPr>
              <a:t>方式控制字例</a:t>
            </a:r>
            <a:r>
              <a:rPr kumimoji="0" lang="en-US" altLang="zh-CN" sz="4000" b="0" i="0" u="none" strike="noStrike" kern="1200" cap="none" spc="0" normalizeH="0" baseline="0" noProof="0" dirty="0">
                <a:ln>
                  <a:noFill/>
                </a:ln>
                <a:solidFill>
                  <a:srgbClr val="800000"/>
                </a:solidFill>
                <a:effectLst/>
                <a:uLnTx/>
                <a:uFillTx/>
                <a:latin typeface="+mj-ea"/>
                <a:ea typeface="+mj-ea"/>
                <a:cs typeface="+mj-cs"/>
              </a:rPr>
              <a:t>1</a:t>
            </a:r>
            <a:endParaRPr kumimoji="0" lang="zh-CN" altLang="en-US" sz="4000" b="0" i="0" u="none" strike="noStrike" kern="1200" cap="none" spc="0" normalizeH="0" baseline="0" noProof="0" dirty="0">
              <a:ln>
                <a:noFill/>
              </a:ln>
              <a:solidFill>
                <a:srgbClr val="800000"/>
              </a:solidFill>
              <a:effectLst/>
              <a:uLnTx/>
              <a:uFillTx/>
              <a:latin typeface="+mj-ea"/>
              <a:ea typeface="+mj-ea"/>
              <a:cs typeface="+mj-cs"/>
            </a:endParaRPr>
          </a:p>
        </p:txBody>
      </p:sp>
      <p:sp>
        <p:nvSpPr>
          <p:cNvPr id="154630" name="矩形 5"/>
          <p:cNvSpPr/>
          <p:nvPr/>
        </p:nvSpPr>
        <p:spPr>
          <a:xfrm>
            <a:off x="4140200" y="3176905"/>
            <a:ext cx="503238" cy="396875"/>
          </a:xfrm>
          <a:prstGeom prst="rect">
            <a:avLst/>
          </a:prstGeom>
          <a:solidFill>
            <a:srgbClr val="C9FFEA"/>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宋体" panose="02010600030101010101" pitchFamily="2" charset="-122"/>
                <a:ea typeface="宋体" panose="02010600030101010101" pitchFamily="2" charset="-122"/>
              </a:rPr>
              <a:t>0</a:t>
            </a:r>
            <a:endParaRPr lang="zh-CN" altLang="en-US" sz="1800" b="0" dirty="0">
              <a:solidFill>
                <a:schemeClr val="tx1"/>
              </a:solidFill>
              <a:latin typeface="宋体" panose="02010600030101010101" pitchFamily="2" charset="-122"/>
              <a:ea typeface="宋体" panose="02010600030101010101" pitchFamily="2" charset="-122"/>
            </a:endParaRPr>
          </a:p>
        </p:txBody>
      </p:sp>
      <p:sp>
        <p:nvSpPr>
          <p:cNvPr id="154631" name="矩形 6"/>
          <p:cNvSpPr/>
          <p:nvPr/>
        </p:nvSpPr>
        <p:spPr>
          <a:xfrm>
            <a:off x="2484438" y="4364355"/>
            <a:ext cx="1008062" cy="396875"/>
          </a:xfrm>
          <a:prstGeom prst="rect">
            <a:avLst/>
          </a:prstGeom>
          <a:solidFill>
            <a:srgbClr val="C9FFEA"/>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700" b="0" dirty="0">
                <a:solidFill>
                  <a:schemeClr val="tx1"/>
                </a:solidFill>
                <a:latin typeface="宋体" panose="02010600030101010101" pitchFamily="2" charset="-122"/>
                <a:ea typeface="宋体" panose="02010600030101010101" pitchFamily="2" charset="-122"/>
              </a:rPr>
              <a:t>A</a:t>
            </a:r>
            <a:r>
              <a:rPr lang="zh-CN" altLang="en-US" sz="1700" b="0" dirty="0">
                <a:solidFill>
                  <a:schemeClr val="tx1"/>
                </a:solidFill>
                <a:latin typeface="宋体" panose="02010600030101010101" pitchFamily="2" charset="-122"/>
                <a:ea typeface="宋体" panose="02010600030101010101" pitchFamily="2" charset="-122"/>
              </a:rPr>
              <a:t>口输出</a:t>
            </a:r>
            <a:endParaRPr lang="zh-CN" altLang="en-US" sz="1700" b="0" dirty="0">
              <a:solidFill>
                <a:schemeClr val="tx1"/>
              </a:solidFill>
              <a:latin typeface="宋体" panose="02010600030101010101" pitchFamily="2" charset="-122"/>
              <a:ea typeface="宋体" panose="02010600030101010101" pitchFamily="2" charset="-122"/>
            </a:endParaRPr>
          </a:p>
        </p:txBody>
      </p:sp>
      <p:sp>
        <p:nvSpPr>
          <p:cNvPr id="154632" name="矩形 7"/>
          <p:cNvSpPr/>
          <p:nvPr/>
        </p:nvSpPr>
        <p:spPr>
          <a:xfrm>
            <a:off x="4787900" y="3176905"/>
            <a:ext cx="504825" cy="396875"/>
          </a:xfrm>
          <a:prstGeom prst="rect">
            <a:avLst/>
          </a:prstGeom>
          <a:solidFill>
            <a:srgbClr val="C9FFEA"/>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宋体" panose="02010600030101010101" pitchFamily="2" charset="-122"/>
                <a:ea typeface="宋体" panose="02010600030101010101" pitchFamily="2" charset="-122"/>
              </a:rPr>
              <a:t>1</a:t>
            </a:r>
            <a:endParaRPr lang="zh-CN" altLang="en-US" sz="1800" b="0" dirty="0">
              <a:solidFill>
                <a:schemeClr val="tx1"/>
              </a:solidFill>
              <a:latin typeface="宋体" panose="02010600030101010101" pitchFamily="2" charset="-122"/>
              <a:ea typeface="宋体" panose="02010600030101010101" pitchFamily="2" charset="-122"/>
            </a:endParaRPr>
          </a:p>
        </p:txBody>
      </p:sp>
      <p:sp>
        <p:nvSpPr>
          <p:cNvPr id="154633" name="矩形 8"/>
          <p:cNvSpPr/>
          <p:nvPr/>
        </p:nvSpPr>
        <p:spPr>
          <a:xfrm>
            <a:off x="2843213" y="4689793"/>
            <a:ext cx="1512887" cy="395287"/>
          </a:xfrm>
          <a:prstGeom prst="rect">
            <a:avLst/>
          </a:prstGeom>
          <a:solidFill>
            <a:srgbClr val="C9FFEA"/>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700" b="0" dirty="0">
                <a:solidFill>
                  <a:schemeClr val="tx1"/>
                </a:solidFill>
                <a:latin typeface="宋体" panose="02010600030101010101" pitchFamily="2" charset="-122"/>
                <a:ea typeface="宋体" panose="02010600030101010101" pitchFamily="2" charset="-122"/>
              </a:rPr>
              <a:t>C</a:t>
            </a:r>
            <a:r>
              <a:rPr lang="zh-CN" altLang="en-US" sz="1700" b="0" dirty="0">
                <a:solidFill>
                  <a:schemeClr val="tx1"/>
                </a:solidFill>
                <a:latin typeface="宋体" panose="02010600030101010101" pitchFamily="2" charset="-122"/>
                <a:ea typeface="宋体" panose="02010600030101010101" pitchFamily="2" charset="-122"/>
              </a:rPr>
              <a:t>上半口输入</a:t>
            </a:r>
            <a:endParaRPr lang="zh-CN" altLang="en-US" sz="1700" b="0" dirty="0">
              <a:solidFill>
                <a:schemeClr val="tx1"/>
              </a:solidFill>
              <a:latin typeface="宋体" panose="02010600030101010101" pitchFamily="2" charset="-122"/>
              <a:ea typeface="宋体" panose="02010600030101010101" pitchFamily="2" charset="-122"/>
            </a:endParaRPr>
          </a:p>
        </p:txBody>
      </p:sp>
      <p:sp>
        <p:nvSpPr>
          <p:cNvPr id="154634" name="矩形 9"/>
          <p:cNvSpPr/>
          <p:nvPr/>
        </p:nvSpPr>
        <p:spPr>
          <a:xfrm>
            <a:off x="5940425" y="3176905"/>
            <a:ext cx="503238" cy="396875"/>
          </a:xfrm>
          <a:prstGeom prst="rect">
            <a:avLst/>
          </a:prstGeom>
          <a:solidFill>
            <a:srgbClr val="C9FFEA"/>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宋体" panose="02010600030101010101" pitchFamily="2" charset="-122"/>
                <a:ea typeface="宋体" panose="02010600030101010101" pitchFamily="2" charset="-122"/>
              </a:rPr>
              <a:t>1</a:t>
            </a:r>
            <a:endParaRPr lang="zh-CN" altLang="en-US" sz="1800" b="0" dirty="0">
              <a:solidFill>
                <a:schemeClr val="tx1"/>
              </a:solidFill>
              <a:latin typeface="宋体" panose="02010600030101010101" pitchFamily="2" charset="-122"/>
              <a:ea typeface="宋体" panose="02010600030101010101" pitchFamily="2" charset="-122"/>
            </a:endParaRPr>
          </a:p>
        </p:txBody>
      </p:sp>
      <p:sp>
        <p:nvSpPr>
          <p:cNvPr id="154635" name="矩形 10"/>
          <p:cNvSpPr/>
          <p:nvPr/>
        </p:nvSpPr>
        <p:spPr>
          <a:xfrm>
            <a:off x="6659563" y="4148455"/>
            <a:ext cx="1008062" cy="396875"/>
          </a:xfrm>
          <a:prstGeom prst="rect">
            <a:avLst/>
          </a:prstGeom>
          <a:solidFill>
            <a:srgbClr val="C9FFEA"/>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700" b="0" dirty="0">
                <a:solidFill>
                  <a:schemeClr val="tx1"/>
                </a:solidFill>
                <a:latin typeface="宋体" panose="02010600030101010101" pitchFamily="2" charset="-122"/>
                <a:ea typeface="宋体" panose="02010600030101010101" pitchFamily="2" charset="-122"/>
              </a:rPr>
              <a:t>B</a:t>
            </a:r>
            <a:r>
              <a:rPr lang="zh-CN" altLang="en-US" sz="1700" b="0" dirty="0">
                <a:solidFill>
                  <a:schemeClr val="tx1"/>
                </a:solidFill>
                <a:latin typeface="宋体" panose="02010600030101010101" pitchFamily="2" charset="-122"/>
                <a:ea typeface="宋体" panose="02010600030101010101" pitchFamily="2" charset="-122"/>
              </a:rPr>
              <a:t>口输入</a:t>
            </a:r>
            <a:endParaRPr lang="zh-CN" altLang="en-US" sz="1700" b="0" dirty="0">
              <a:solidFill>
                <a:schemeClr val="tx1"/>
              </a:solidFill>
              <a:latin typeface="宋体" panose="02010600030101010101" pitchFamily="2" charset="-122"/>
              <a:ea typeface="宋体" panose="02010600030101010101" pitchFamily="2" charset="-122"/>
            </a:endParaRP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ppt_x</p:attrName>
                                        </p:attrNameLst>
                                      </p:cBhvr>
                                      <p:tavLst>
                                        <p:tav tm="0">
                                          <p:val>
                                            <p:strVal val="0-#ppt_w/2"/>
                                          </p:val>
                                        </p:tav>
                                        <p:tav tm="100000">
                                          <p:val>
                                            <p:strVal val="#ppt_x"/>
                                          </p:val>
                                        </p:tav>
                                      </p:tavLst>
                                    </p:anim>
                                    <p:anim calcmode="lin" valueType="num">
                                      <p:cBhvr>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Rectangle 3"/>
          <p:cNvSpPr txBox="1"/>
          <p:nvPr/>
        </p:nvSpPr>
        <p:spPr>
          <a:xfrm>
            <a:off x="684530" y="2060575"/>
            <a:ext cx="7772400" cy="715645"/>
          </a:xfrm>
          <a:prstGeom prst="rect">
            <a:avLst/>
          </a:prstGeom>
          <a:no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342900" lvl="0" indent="-342900" eaLnBrk="1" hangingPunct="1">
              <a:lnSpc>
                <a:spcPct val="90000"/>
              </a:lnSpc>
            </a:pPr>
            <a:r>
              <a:rPr lang="zh-CN" altLang="en-US" sz="2000" dirty="0">
                <a:latin typeface="Times New Roman" panose="02020603050405020304" pitchFamily="18" charset="0"/>
              </a:rPr>
              <a:t>如果把</a:t>
            </a:r>
            <a:r>
              <a:rPr lang="en-US" altLang="zh-CN" sz="2000" dirty="0">
                <a:solidFill>
                  <a:srgbClr val="FF3300"/>
                </a:solidFill>
                <a:latin typeface="Times New Roman" panose="02020603050405020304" pitchFamily="18" charset="0"/>
              </a:rPr>
              <a:t>A</a:t>
            </a:r>
            <a:r>
              <a:rPr lang="zh-CN" altLang="en-US" sz="2000" dirty="0">
                <a:solidFill>
                  <a:srgbClr val="FF3300"/>
                </a:solidFill>
                <a:latin typeface="Times New Roman" panose="02020603050405020304" pitchFamily="18" charset="0"/>
              </a:rPr>
              <a:t>口设置为方式</a:t>
            </a:r>
            <a:r>
              <a:rPr lang="en-US" altLang="zh-CN" sz="2000" dirty="0">
                <a:solidFill>
                  <a:srgbClr val="FF3300"/>
                </a:solidFill>
                <a:latin typeface="Times New Roman" panose="02020603050405020304" pitchFamily="18" charset="0"/>
              </a:rPr>
              <a:t>1</a:t>
            </a:r>
            <a:r>
              <a:rPr lang="zh-CN" altLang="en-US" sz="2000" dirty="0">
                <a:solidFill>
                  <a:srgbClr val="FF3300"/>
                </a:solidFill>
                <a:latin typeface="Times New Roman" panose="02020603050405020304" pitchFamily="18" charset="0"/>
              </a:rPr>
              <a:t>输出</a:t>
            </a:r>
            <a:r>
              <a:rPr lang="zh-CN" altLang="en-US" sz="2000" dirty="0">
                <a:latin typeface="Times New Roman" panose="02020603050405020304" pitchFamily="18" charset="0"/>
              </a:rPr>
              <a:t>，</a:t>
            </a:r>
            <a:r>
              <a:rPr lang="en-US" altLang="zh-CN" sz="2000" dirty="0">
                <a:solidFill>
                  <a:srgbClr val="FF3300"/>
                </a:solidFill>
                <a:latin typeface="Times New Roman" panose="02020603050405020304" pitchFamily="18" charset="0"/>
              </a:rPr>
              <a:t>B</a:t>
            </a:r>
            <a:r>
              <a:rPr lang="zh-CN" altLang="en-US" sz="2000" dirty="0">
                <a:solidFill>
                  <a:srgbClr val="FF3300"/>
                </a:solidFill>
                <a:latin typeface="Times New Roman" panose="02020603050405020304" pitchFamily="18" charset="0"/>
              </a:rPr>
              <a:t>口设成方式1输入 </a:t>
            </a:r>
            <a:r>
              <a:rPr lang="zh-CN" altLang="en-US" sz="2000" dirty="0">
                <a:latin typeface="Times New Roman" panose="02020603050405020304" pitchFamily="18" charset="0"/>
              </a:rPr>
              <a:t>，</a:t>
            </a:r>
            <a:r>
              <a:rPr lang="en-US" altLang="zh-CN" sz="2000" dirty="0">
                <a:solidFill>
                  <a:srgbClr val="FF3300"/>
                </a:solidFill>
                <a:latin typeface="Times New Roman" panose="02020603050405020304" pitchFamily="18" charset="0"/>
              </a:rPr>
              <a:t>C</a:t>
            </a:r>
            <a:r>
              <a:rPr lang="zh-CN" altLang="en-US" sz="2000" dirty="0">
                <a:solidFill>
                  <a:srgbClr val="FF3300"/>
                </a:solidFill>
                <a:latin typeface="Times New Roman" panose="02020603050405020304" pitchFamily="18" charset="0"/>
              </a:rPr>
              <a:t>口</a:t>
            </a:r>
            <a:r>
              <a:rPr lang="en-US" altLang="zh-CN" sz="2000" dirty="0">
                <a:solidFill>
                  <a:srgbClr val="0033CC"/>
                </a:solidFill>
                <a:latin typeface="Times New Roman" panose="02020603050405020304" pitchFamily="18" charset="0"/>
              </a:rPr>
              <a:t>PC4～PC5</a:t>
            </a:r>
            <a:r>
              <a:rPr lang="zh-CN" altLang="en-US" sz="2000" dirty="0">
                <a:latin typeface="Times New Roman" panose="02020603050405020304" pitchFamily="18" charset="0"/>
              </a:rPr>
              <a:t>输出。则（假设8255的口地址为60</a:t>
            </a:r>
            <a:r>
              <a:rPr lang="en-US" altLang="zh-CN" sz="2000" dirty="0">
                <a:latin typeface="Times New Roman" panose="02020603050405020304" pitchFamily="18" charset="0"/>
              </a:rPr>
              <a:t>H～63H）</a:t>
            </a:r>
            <a:endParaRPr lang="zh-CN" altLang="en-US" sz="2000" dirty="0">
              <a:latin typeface="Times New Roman" panose="02020603050405020304" pitchFamily="18" charset="0"/>
            </a:endParaRPr>
          </a:p>
        </p:txBody>
      </p:sp>
      <p:graphicFrame>
        <p:nvGraphicFramePr>
          <p:cNvPr id="155651" name="对象 2"/>
          <p:cNvGraphicFramePr>
            <a:graphicFrameLocks noChangeAspect="1"/>
          </p:cNvGraphicFramePr>
          <p:nvPr/>
        </p:nvGraphicFramePr>
        <p:xfrm>
          <a:off x="827088" y="2996883"/>
          <a:ext cx="7770812" cy="1936750"/>
        </p:xfrm>
        <a:graphic>
          <a:graphicData uri="http://schemas.openxmlformats.org/presentationml/2006/ole">
            <mc:AlternateContent xmlns:mc="http://schemas.openxmlformats.org/markup-compatibility/2006">
              <mc:Choice xmlns:v="urn:schemas-microsoft-com:vml" Requires="v">
                <p:oleObj spid="_x0000_s3077" name="" r:id="rId1" imgW="7772400" imgH="1938655" progId="">
                  <p:embed/>
                </p:oleObj>
              </mc:Choice>
              <mc:Fallback>
                <p:oleObj name="" r:id="rId1" imgW="7772400" imgH="1938655" progId="">
                  <p:embed/>
                  <p:pic>
                    <p:nvPicPr>
                      <p:cNvPr id="0" name="图片 3076"/>
                      <p:cNvPicPr/>
                      <p:nvPr/>
                    </p:nvPicPr>
                    <p:blipFill>
                      <a:blip r:embed="rId2"/>
                      <a:stretch>
                        <a:fillRect/>
                      </a:stretch>
                    </p:blipFill>
                    <p:spPr>
                      <a:xfrm>
                        <a:off x="827088" y="2996883"/>
                        <a:ext cx="7770812" cy="1936750"/>
                      </a:xfrm>
                      <a:prstGeom prst="rect">
                        <a:avLst/>
                      </a:prstGeom>
                      <a:noFill/>
                      <a:ln w="38100">
                        <a:noFill/>
                        <a:miter/>
                      </a:ln>
                    </p:spPr>
                  </p:pic>
                </p:oleObj>
              </mc:Fallback>
            </mc:AlternateContent>
          </a:graphicData>
        </a:graphic>
      </p:graphicFrame>
      <p:sp>
        <p:nvSpPr>
          <p:cNvPr id="4" name="Rectangle 5" descr="棕色大理石"/>
          <p:cNvSpPr/>
          <p:nvPr/>
        </p:nvSpPr>
        <p:spPr>
          <a:xfrm>
            <a:off x="788670" y="5154930"/>
            <a:ext cx="7848600" cy="1323975"/>
          </a:xfrm>
          <a:prstGeom prst="rect">
            <a:avLst/>
          </a:prstGeom>
          <a:noFill/>
          <a:ln w="9525">
            <a:noFill/>
          </a:ln>
        </p:spPr>
        <p:txBody>
          <a:bodyPr lIns="92075" tIns="46038" rIns="92075" bIns="46038">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269875" eaLnBrk="1" hangingPunct="1">
              <a:lnSpc>
                <a:spcPct val="100000"/>
              </a:lnSpc>
              <a:spcBef>
                <a:spcPct val="0"/>
              </a:spcBef>
              <a:spcAft>
                <a:spcPct val="0"/>
              </a:spcAft>
              <a:buClrTx/>
              <a:buSzTx/>
              <a:buFont typeface="Arial" panose="020B0604020202020204" pitchFamily="34" charset="0"/>
              <a:buNone/>
            </a:pPr>
            <a:r>
              <a:rPr lang="zh-CN" altLang="en-US" sz="2000" b="0" dirty="0">
                <a:solidFill>
                  <a:schemeClr val="tx1"/>
                </a:solidFill>
                <a:latin typeface="Times New Roman" panose="02020603050405020304" pitchFamily="18" charset="0"/>
                <a:ea typeface="宋体" panose="02010600030101010101" pitchFamily="2" charset="-122"/>
              </a:rPr>
              <a:t>方式选择控制字为101001</a:t>
            </a:r>
            <a:r>
              <a:rPr lang="en-US" altLang="zh-CN" sz="2000" b="0" dirty="0">
                <a:solidFill>
                  <a:schemeClr val="tx1"/>
                </a:solidFill>
                <a:latin typeface="Times New Roman" panose="02020603050405020304" pitchFamily="18" charset="0"/>
                <a:ea typeface="宋体" panose="02010600030101010101" pitchFamily="2" charset="-122"/>
              </a:rPr>
              <a:t>11B=A7H，A、B、C</a:t>
            </a:r>
            <a:r>
              <a:rPr lang="zh-CN" altLang="en-US" sz="2000" b="0" dirty="0">
                <a:solidFill>
                  <a:schemeClr val="tx1"/>
                </a:solidFill>
                <a:latin typeface="Times New Roman" panose="02020603050405020304" pitchFamily="18" charset="0"/>
                <a:ea typeface="宋体" panose="02010600030101010101" pitchFamily="2" charset="-122"/>
              </a:rPr>
              <a:t>和控制端口的口地址分别为60</a:t>
            </a:r>
            <a:r>
              <a:rPr lang="en-US" altLang="zh-CN" sz="2000" b="0" dirty="0">
                <a:solidFill>
                  <a:schemeClr val="tx1"/>
                </a:solidFill>
                <a:latin typeface="Times New Roman" panose="02020603050405020304" pitchFamily="18" charset="0"/>
                <a:ea typeface="宋体" panose="02010600030101010101" pitchFamily="2" charset="-122"/>
              </a:rPr>
              <a:t>H、61H、62H</a:t>
            </a:r>
            <a:r>
              <a:rPr lang="zh-CN" altLang="en-US" sz="2000" b="0" dirty="0">
                <a:solidFill>
                  <a:schemeClr val="tx1"/>
                </a:solidFill>
                <a:latin typeface="Times New Roman" panose="02020603050405020304" pitchFamily="18" charset="0"/>
                <a:ea typeface="宋体" panose="02010600030101010101" pitchFamily="2" charset="-122"/>
              </a:rPr>
              <a:t>和63</a:t>
            </a:r>
            <a:r>
              <a:rPr lang="en-US" altLang="zh-CN" sz="2000" b="0" dirty="0">
                <a:solidFill>
                  <a:schemeClr val="tx1"/>
                </a:solidFill>
                <a:latin typeface="Times New Roman" panose="02020603050405020304" pitchFamily="18" charset="0"/>
                <a:ea typeface="宋体" panose="02010600030101010101" pitchFamily="2" charset="-122"/>
              </a:rPr>
              <a:t>H。</a:t>
            </a:r>
            <a:r>
              <a:rPr lang="zh-CN" altLang="en-US" sz="2000" b="0" dirty="0">
                <a:solidFill>
                  <a:schemeClr val="tx1"/>
                </a:solidFill>
                <a:latin typeface="Times New Roman" panose="02020603050405020304" pitchFamily="18" charset="0"/>
                <a:ea typeface="宋体" panose="02010600030101010101" pitchFamily="2" charset="-122"/>
              </a:rPr>
              <a:t>初始化程序只需要两条指令如下</a:t>
            </a:r>
            <a:endParaRPr lang="zh-CN" altLang="en-US" sz="2000" b="0" dirty="0">
              <a:solidFill>
                <a:schemeClr val="tx1"/>
              </a:solidFill>
              <a:latin typeface="Times New Roman" panose="02020603050405020304" pitchFamily="18" charset="0"/>
              <a:ea typeface="宋体" panose="02010600030101010101" pitchFamily="2" charset="-122"/>
            </a:endParaRPr>
          </a:p>
          <a:p>
            <a:pPr marL="0" lvl="0" indent="269875" algn="just" eaLnBrk="1" hangingPunct="1">
              <a:lnSpc>
                <a:spcPct val="100000"/>
              </a:lnSpc>
              <a:spcBef>
                <a:spcPct val="0"/>
              </a:spcBef>
              <a:spcAft>
                <a:spcPct val="0"/>
              </a:spcAft>
              <a:buClrTx/>
              <a:buSzTx/>
              <a:buFont typeface="Arial" panose="020B0604020202020204" pitchFamily="34" charset="0"/>
              <a:buNone/>
            </a:pPr>
            <a:r>
              <a:rPr lang="zh-CN" altLang="en-US" sz="2000" b="0" dirty="0">
                <a:solidFill>
                  <a:schemeClr val="tx1"/>
                </a:solidFill>
                <a:latin typeface="Times New Roman" panose="02020603050405020304" pitchFamily="18" charset="0"/>
                <a:ea typeface="宋体" panose="02010600030101010101" pitchFamily="2" charset="-122"/>
              </a:rPr>
              <a:t>	</a:t>
            </a:r>
            <a:r>
              <a:rPr lang="en-US" altLang="zh-CN" sz="2000" b="0" dirty="0">
                <a:solidFill>
                  <a:srgbClr val="0033CC"/>
                </a:solidFill>
                <a:latin typeface="Times New Roman" panose="02020603050405020304" pitchFamily="18" charset="0"/>
                <a:ea typeface="宋体" panose="02010600030101010101" pitchFamily="2" charset="-122"/>
              </a:rPr>
              <a:t>MOV	AL,	0A7H	；</a:t>
            </a:r>
            <a:r>
              <a:rPr lang="zh-CN" altLang="en-US" sz="2000" b="0" dirty="0">
                <a:solidFill>
                  <a:srgbClr val="0033CC"/>
                </a:solidFill>
                <a:latin typeface="Times New Roman" panose="02020603050405020304" pitchFamily="18" charset="0"/>
                <a:ea typeface="宋体" panose="02010600030101010101" pitchFamily="2" charset="-122"/>
              </a:rPr>
              <a:t>方式选择控制字</a:t>
            </a:r>
            <a:endParaRPr lang="zh-CN" altLang="en-US" sz="2000" b="0" dirty="0">
              <a:solidFill>
                <a:srgbClr val="0033CC"/>
              </a:solidFill>
              <a:latin typeface="Times New Roman" panose="02020603050405020304" pitchFamily="18" charset="0"/>
              <a:ea typeface="宋体" panose="02010600030101010101" pitchFamily="2" charset="-122"/>
            </a:endParaRPr>
          </a:p>
          <a:p>
            <a:pPr marL="0" lvl="0" indent="269875" algn="just" eaLnBrk="1" hangingPunct="1">
              <a:lnSpc>
                <a:spcPct val="100000"/>
              </a:lnSpc>
              <a:spcBef>
                <a:spcPct val="0"/>
              </a:spcBef>
              <a:spcAft>
                <a:spcPct val="0"/>
              </a:spcAft>
              <a:buClrTx/>
              <a:buSzTx/>
              <a:buFont typeface="Arial" panose="020B0604020202020204" pitchFamily="34" charset="0"/>
              <a:buNone/>
            </a:pPr>
            <a:r>
              <a:rPr lang="zh-CN" altLang="en-US" sz="2000" b="0" dirty="0">
                <a:solidFill>
                  <a:srgbClr val="0033CC"/>
                </a:solidFill>
                <a:latin typeface="Times New Roman" panose="02020603050405020304" pitchFamily="18" charset="0"/>
                <a:ea typeface="宋体" panose="02010600030101010101" pitchFamily="2" charset="-122"/>
              </a:rPr>
              <a:t>	</a:t>
            </a:r>
            <a:r>
              <a:rPr lang="en-US" altLang="zh-CN" sz="2000" b="0" dirty="0">
                <a:solidFill>
                  <a:srgbClr val="0033CC"/>
                </a:solidFill>
                <a:latin typeface="Times New Roman" panose="02020603050405020304" pitchFamily="18" charset="0"/>
                <a:ea typeface="宋体" panose="02010600030101010101" pitchFamily="2" charset="-122"/>
              </a:rPr>
              <a:t>OUT	63H,	AL         ；</a:t>
            </a:r>
            <a:r>
              <a:rPr lang="zh-CN" altLang="en-US" sz="2000" b="0" dirty="0">
                <a:solidFill>
                  <a:srgbClr val="0033CC"/>
                </a:solidFill>
                <a:latin typeface="Times New Roman" panose="02020603050405020304" pitchFamily="18" charset="0"/>
                <a:ea typeface="宋体" panose="02010600030101010101" pitchFamily="2" charset="-122"/>
              </a:rPr>
              <a:t>写入控制寄存器</a:t>
            </a:r>
            <a:endParaRPr lang="zh-CN" altLang="en-US" sz="2000" b="0" dirty="0">
              <a:solidFill>
                <a:srgbClr val="0033CC"/>
              </a:solidFill>
              <a:latin typeface="Times New Roman" panose="02020603050405020304" pitchFamily="18" charset="0"/>
              <a:ea typeface="宋体" panose="02010600030101010101" pitchFamily="2" charset="-122"/>
            </a:endParaRPr>
          </a:p>
        </p:txBody>
      </p:sp>
      <p:sp>
        <p:nvSpPr>
          <p:cNvPr id="5" name="Rectangle 2"/>
          <p:cNvSpPr>
            <a:spLocks noGrp="1" noChangeArrowheads="1"/>
          </p:cNvSpPr>
          <p:nvPr/>
        </p:nvSpPr>
        <p:spPr bwMode="auto">
          <a:xfrm>
            <a:off x="1116013" y="836613"/>
            <a:ext cx="3600450" cy="885825"/>
          </a:xfrm>
          <a:prstGeom prst="rect">
            <a:avLst/>
          </a:prstGeom>
          <a:noFill/>
          <a:ln>
            <a:noFill/>
          </a:ln>
        </p:spPr>
        <p:txBody>
          <a:bodyPr anchor="b"/>
          <a:lstStyle>
            <a:lvl1pPr algn="l" rtl="0" eaLnBrk="0" fontAlgn="base" hangingPunct="0">
              <a:spcBef>
                <a:spcPct val="0"/>
              </a:spcBef>
              <a:spcAft>
                <a:spcPct val="0"/>
              </a:spcAft>
              <a:defRPr sz="4400" kern="1200">
                <a:solidFill>
                  <a:srgbClr val="800000"/>
                </a:solidFill>
                <a:latin typeface="+mj-lt"/>
                <a:ea typeface="+mj-ea"/>
                <a:cs typeface="+mj-cs"/>
              </a:defRPr>
            </a:lvl1pPr>
            <a:lvl2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2pPr>
            <a:lvl3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3pPr>
            <a:lvl4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4pPr>
            <a:lvl5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5pPr>
            <a:lvl6pPr marL="4572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6pPr>
            <a:lvl7pPr marL="9144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7pPr>
            <a:lvl8pPr marL="13716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8pPr>
            <a:lvl9pPr marL="18288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4000" b="0" i="0" u="none" strike="noStrike" kern="1200" cap="none" spc="0" normalizeH="0" baseline="0" noProof="0" dirty="0">
                <a:ln>
                  <a:noFill/>
                </a:ln>
                <a:solidFill>
                  <a:srgbClr val="800000"/>
                </a:solidFill>
                <a:effectLst/>
                <a:uLnTx/>
                <a:uFillTx/>
                <a:latin typeface="+mj-ea"/>
                <a:ea typeface="+mj-ea"/>
                <a:cs typeface="+mj-cs"/>
              </a:rPr>
              <a:t>方式控制字例</a:t>
            </a:r>
            <a:r>
              <a:rPr kumimoji="0" lang="en-US" altLang="zh-CN" sz="4000" b="0" i="0" u="none" strike="noStrike" kern="1200" cap="none" spc="0" normalizeH="0" baseline="0" noProof="0" dirty="0">
                <a:ln>
                  <a:noFill/>
                </a:ln>
                <a:solidFill>
                  <a:srgbClr val="800000"/>
                </a:solidFill>
                <a:effectLst/>
                <a:uLnTx/>
                <a:uFillTx/>
                <a:latin typeface="+mj-ea"/>
                <a:ea typeface="+mj-ea"/>
                <a:cs typeface="+mj-cs"/>
              </a:rPr>
              <a:t>2</a:t>
            </a:r>
            <a:endParaRPr kumimoji="0" lang="zh-CN" altLang="en-US" sz="4000" b="0" i="0" u="none" strike="noStrike" kern="1200" cap="none" spc="0" normalizeH="0" baseline="0" noProof="0" dirty="0">
              <a:ln>
                <a:noFill/>
              </a:ln>
              <a:solidFill>
                <a:srgbClr val="800000"/>
              </a:solidFill>
              <a:effectLst/>
              <a:uLnTx/>
              <a:uFillTx/>
              <a:latin typeface="+mj-ea"/>
              <a:ea typeface="+mj-ea"/>
              <a:cs typeface="+mj-cs"/>
            </a:endParaRPr>
          </a:p>
        </p:txBody>
      </p:sp>
      <p:sp>
        <p:nvSpPr>
          <p:cNvPr id="155654" name="矩形 5"/>
          <p:cNvSpPr/>
          <p:nvPr/>
        </p:nvSpPr>
        <p:spPr>
          <a:xfrm>
            <a:off x="2195513" y="4220845"/>
            <a:ext cx="1081087" cy="360363"/>
          </a:xfrm>
          <a:prstGeom prst="rect">
            <a:avLst/>
          </a:prstGeom>
          <a:solidFill>
            <a:srgbClr val="E1F5FF"/>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700" b="0" dirty="0">
                <a:solidFill>
                  <a:schemeClr val="tx1"/>
                </a:solidFill>
                <a:latin typeface="宋体" panose="02010600030101010101" pitchFamily="2" charset="-122"/>
                <a:ea typeface="宋体" panose="02010600030101010101" pitchFamily="2" charset="-122"/>
              </a:rPr>
              <a:t>A</a:t>
            </a:r>
            <a:r>
              <a:rPr lang="zh-CN" altLang="en-US" sz="1700" b="0" dirty="0">
                <a:solidFill>
                  <a:schemeClr val="tx1"/>
                </a:solidFill>
                <a:latin typeface="宋体" panose="02010600030101010101" pitchFamily="2" charset="-122"/>
                <a:ea typeface="宋体" panose="02010600030101010101" pitchFamily="2" charset="-122"/>
              </a:rPr>
              <a:t>口输出</a:t>
            </a:r>
            <a:endParaRPr lang="zh-CN" altLang="en-US" sz="1700" b="0" dirty="0">
              <a:solidFill>
                <a:schemeClr val="tx1"/>
              </a:solidFill>
              <a:latin typeface="宋体" panose="02010600030101010101" pitchFamily="2" charset="-122"/>
              <a:ea typeface="宋体" panose="02010600030101010101" pitchFamily="2" charset="-122"/>
            </a:endParaRPr>
          </a:p>
        </p:txBody>
      </p:sp>
      <p:sp>
        <p:nvSpPr>
          <p:cNvPr id="155655" name="矩形 6"/>
          <p:cNvSpPr/>
          <p:nvPr/>
        </p:nvSpPr>
        <p:spPr>
          <a:xfrm>
            <a:off x="3924300" y="3033395"/>
            <a:ext cx="431800" cy="323850"/>
          </a:xfrm>
          <a:prstGeom prst="rect">
            <a:avLst/>
          </a:prstGeom>
          <a:solidFill>
            <a:srgbClr val="E1F5FF"/>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宋体" panose="02010600030101010101" pitchFamily="2" charset="-122"/>
                <a:ea typeface="宋体" panose="02010600030101010101" pitchFamily="2" charset="-122"/>
              </a:rPr>
              <a:t>0</a:t>
            </a:r>
            <a:endParaRPr lang="zh-CN" altLang="en-US" sz="1800" b="0" dirty="0">
              <a:solidFill>
                <a:schemeClr val="tx1"/>
              </a:solidFill>
              <a:latin typeface="宋体" panose="02010600030101010101" pitchFamily="2" charset="-122"/>
              <a:ea typeface="宋体" panose="02010600030101010101" pitchFamily="2" charset="-122"/>
            </a:endParaRPr>
          </a:p>
        </p:txBody>
      </p:sp>
      <p:sp>
        <p:nvSpPr>
          <p:cNvPr id="155656" name="矩形 7"/>
          <p:cNvSpPr/>
          <p:nvPr/>
        </p:nvSpPr>
        <p:spPr>
          <a:xfrm>
            <a:off x="3348038" y="3069908"/>
            <a:ext cx="431800" cy="323850"/>
          </a:xfrm>
          <a:prstGeom prst="rect">
            <a:avLst/>
          </a:prstGeom>
          <a:solidFill>
            <a:srgbClr val="E1F5FF"/>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800" b="0" dirty="0">
                <a:solidFill>
                  <a:schemeClr val="tx1"/>
                </a:solidFill>
                <a:latin typeface="宋体" panose="02010600030101010101" pitchFamily="2" charset="-122"/>
                <a:ea typeface="宋体" panose="02010600030101010101" pitchFamily="2" charset="-122"/>
              </a:rPr>
              <a:t>1</a:t>
            </a:r>
            <a:endParaRPr lang="zh-CN" altLang="en-US" sz="1800" b="0" dirty="0">
              <a:solidFill>
                <a:schemeClr val="tx1"/>
              </a:solidFill>
              <a:latin typeface="宋体" panose="02010600030101010101" pitchFamily="2" charset="-122"/>
              <a:ea typeface="宋体" panose="02010600030101010101" pitchFamily="2" charset="-122"/>
            </a:endParaRPr>
          </a:p>
        </p:txBody>
      </p:sp>
      <p:sp>
        <p:nvSpPr>
          <p:cNvPr id="155657" name="矩形 8"/>
          <p:cNvSpPr/>
          <p:nvPr/>
        </p:nvSpPr>
        <p:spPr>
          <a:xfrm>
            <a:off x="1258888" y="3933508"/>
            <a:ext cx="1081087" cy="360362"/>
          </a:xfrm>
          <a:prstGeom prst="rect">
            <a:avLst/>
          </a:prstGeom>
          <a:solidFill>
            <a:srgbClr val="E1F5FF"/>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eaLnBrk="1" hangingPunct="1">
              <a:lnSpc>
                <a:spcPct val="100000"/>
              </a:lnSpc>
              <a:spcBef>
                <a:spcPct val="0"/>
              </a:spcBef>
              <a:spcAft>
                <a:spcPct val="0"/>
              </a:spcAft>
              <a:buClrTx/>
              <a:buSzTx/>
              <a:buFont typeface="Arial" panose="020B0604020202020204" pitchFamily="34" charset="0"/>
              <a:buNone/>
            </a:pPr>
            <a:r>
              <a:rPr lang="en-US" altLang="zh-CN" sz="1700" b="0" dirty="0">
                <a:solidFill>
                  <a:schemeClr val="tx1"/>
                </a:solidFill>
                <a:latin typeface="宋体" panose="02010600030101010101" pitchFamily="2" charset="-122"/>
                <a:ea typeface="宋体" panose="02010600030101010101" pitchFamily="2" charset="-122"/>
              </a:rPr>
              <a:t>A</a:t>
            </a:r>
            <a:r>
              <a:rPr lang="zh-CN" altLang="en-US" sz="1700" b="0" dirty="0">
                <a:solidFill>
                  <a:schemeClr val="tx1"/>
                </a:solidFill>
                <a:latin typeface="宋体" panose="02010600030101010101" pitchFamily="2" charset="-122"/>
                <a:ea typeface="宋体" panose="02010600030101010101" pitchFamily="2" charset="-122"/>
              </a:rPr>
              <a:t>口方式</a:t>
            </a:r>
            <a:r>
              <a:rPr lang="en-US" altLang="zh-CN" sz="1700" b="0" dirty="0">
                <a:solidFill>
                  <a:schemeClr val="tx1"/>
                </a:solidFill>
                <a:latin typeface="宋体" panose="02010600030101010101" pitchFamily="2" charset="-122"/>
                <a:ea typeface="宋体" panose="02010600030101010101" pitchFamily="2" charset="-122"/>
              </a:rPr>
              <a:t>1</a:t>
            </a:r>
            <a:endParaRPr lang="zh-CN" altLang="en-US" sz="1700" b="0" dirty="0">
              <a:solidFill>
                <a:schemeClr val="tx1"/>
              </a:solidFill>
              <a:latin typeface="宋体" panose="02010600030101010101" pitchFamily="2" charset="-122"/>
              <a:ea typeface="宋体" panose="02010600030101010101" pitchFamily="2" charset="-122"/>
            </a:endParaRP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2">
                                            <p:txEl>
                                              <p:charRg st="0" end="59"/>
                                            </p:txEl>
                                          </p:spTgt>
                                        </p:tgtEl>
                                        <p:attrNameLst>
                                          <p:attrName>style.visibility</p:attrName>
                                        </p:attrNameLst>
                                      </p:cBhvr>
                                      <p:to>
                                        <p:strVal val="visible"/>
                                      </p:to>
                                    </p:set>
                                    <p:anim calcmode="lin" valueType="num">
                                      <p:cBhvr>
                                        <p:cTn id="7" dur="500" fill="hold"/>
                                        <p:tgtEl>
                                          <p:spTgt spid="2">
                                            <p:txEl>
                                              <p:charRg st="0" end="59"/>
                                            </p:txEl>
                                          </p:spTgt>
                                        </p:tgtEl>
                                        <p:attrNameLst>
                                          <p:attrName>ppt_x</p:attrName>
                                        </p:attrNameLst>
                                      </p:cBhvr>
                                      <p:tavLst>
                                        <p:tav tm="0">
                                          <p:val>
                                            <p:strVal val="0-#ppt_w/2"/>
                                          </p:val>
                                        </p:tav>
                                        <p:tav tm="100000">
                                          <p:val>
                                            <p:strVal val="#ppt_x"/>
                                          </p:val>
                                        </p:tav>
                                      </p:tavLst>
                                    </p:anim>
                                    <p:anim calcmode="lin" valueType="num">
                                      <p:cBhvr>
                                        <p:cTn id="8" dur="500" fill="hold"/>
                                        <p:tgtEl>
                                          <p:spTgt spid="2">
                                            <p:txEl>
                                              <p:charRg st="0" end="59"/>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500" fill="hold"/>
                                        <p:tgtEl>
                                          <p:spTgt spid="4"/>
                                        </p:tgtEl>
                                        <p:attrNameLst>
                                          <p:attrName>ppt_x</p:attrName>
                                        </p:attrNameLst>
                                      </p:cBhvr>
                                      <p:tavLst>
                                        <p:tav tm="0">
                                          <p:val>
                                            <p:strVal val="0-#ppt_w/2"/>
                                          </p:val>
                                        </p:tav>
                                        <p:tav tm="100000">
                                          <p:val>
                                            <p:strVal val="#ppt_x"/>
                                          </p:val>
                                        </p:tav>
                                      </p:tavLst>
                                    </p:anim>
                                    <p:anim calcmode="lin" valueType="num">
                                      <p:cBhvr>
                                        <p:cTn id="14"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4"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pSp>
        <p:nvGrpSpPr>
          <p:cNvPr id="156674" name="Group 40"/>
          <p:cNvGrpSpPr/>
          <p:nvPr/>
        </p:nvGrpSpPr>
        <p:grpSpPr>
          <a:xfrm>
            <a:off x="468313" y="549275"/>
            <a:ext cx="8991600" cy="6116638"/>
            <a:chOff x="96" y="48"/>
            <a:chExt cx="6192" cy="3853"/>
          </a:xfrm>
        </p:grpSpPr>
        <p:sp>
          <p:nvSpPr>
            <p:cNvPr id="156675" name="Text Box 4"/>
            <p:cNvSpPr txBox="1"/>
            <p:nvPr/>
          </p:nvSpPr>
          <p:spPr>
            <a:xfrm>
              <a:off x="5023" y="1060"/>
              <a:ext cx="737" cy="452"/>
            </a:xfrm>
            <a:prstGeom prst="rect">
              <a:avLst/>
            </a:prstGeom>
            <a:noFill/>
            <a:ln w="25400">
              <a:noFill/>
            </a:ln>
          </p:spPr>
          <p:txBody>
            <a:bodyPr lIns="10800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FF"/>
                  </a:solidFill>
                  <a:latin typeface="Arial" panose="020B0604020202020204" pitchFamily="34" charset="0"/>
                </a:rPr>
                <a:t>0 </a:t>
              </a:r>
              <a:r>
                <a:rPr lang="zh-CN" altLang="en-US" sz="1800" b="0" dirty="0">
                  <a:solidFill>
                    <a:srgbClr val="0000FF"/>
                  </a:solidFill>
                  <a:latin typeface="Arial" panose="020B0604020202020204" pitchFamily="34" charset="0"/>
                </a:rPr>
                <a:t>复位</a:t>
              </a:r>
              <a:endParaRPr lang="zh-CN" altLang="en-US" sz="1800" b="0" dirty="0">
                <a:solidFill>
                  <a:srgbClr val="0000FF"/>
                </a:solidFill>
                <a:latin typeface="Arial" panose="020B0604020202020204" pitchFamily="34" charset="0"/>
              </a:endParaRPr>
            </a:p>
            <a:p>
              <a:pPr marL="0" lvl="0" indent="0">
                <a:lnSpc>
                  <a:spcPct val="100000"/>
                </a:lnSpc>
                <a:spcBef>
                  <a:spcPct val="0"/>
                </a:spcBef>
                <a:spcAft>
                  <a:spcPct val="0"/>
                </a:spcAft>
                <a:buClrTx/>
                <a:buSzTx/>
                <a:buNone/>
              </a:pPr>
              <a:r>
                <a:rPr lang="en-US" altLang="zh-CN" sz="1800" b="0" dirty="0">
                  <a:solidFill>
                    <a:srgbClr val="0000FF"/>
                  </a:solidFill>
                  <a:latin typeface="Arial" panose="020B0604020202020204" pitchFamily="34" charset="0"/>
                </a:rPr>
                <a:t>1 </a:t>
              </a:r>
              <a:r>
                <a:rPr lang="zh-CN" altLang="en-US" sz="1800" b="0" dirty="0">
                  <a:solidFill>
                    <a:srgbClr val="0000FF"/>
                  </a:solidFill>
                  <a:latin typeface="Arial" panose="020B0604020202020204" pitchFamily="34" charset="0"/>
                </a:rPr>
                <a:t>置位</a:t>
              </a:r>
              <a:endParaRPr lang="zh-CN" altLang="en-US" sz="1800" b="0" dirty="0">
                <a:solidFill>
                  <a:srgbClr val="0000FF"/>
                </a:solidFill>
                <a:latin typeface="Arial" panose="020B0604020202020204" pitchFamily="34" charset="0"/>
              </a:endParaRPr>
            </a:p>
          </p:txBody>
        </p:sp>
        <p:grpSp>
          <p:nvGrpSpPr>
            <p:cNvPr id="156676" name="Group 5"/>
            <p:cNvGrpSpPr/>
            <p:nvPr/>
          </p:nvGrpSpPr>
          <p:grpSpPr>
            <a:xfrm>
              <a:off x="672" y="732"/>
              <a:ext cx="4132" cy="301"/>
              <a:chOff x="452" y="2045"/>
              <a:chExt cx="9080" cy="720"/>
            </a:xfrm>
          </p:grpSpPr>
          <p:sp>
            <p:nvSpPr>
              <p:cNvPr id="156697" name="Text Box 6"/>
              <p:cNvSpPr txBox="1"/>
              <p:nvPr/>
            </p:nvSpPr>
            <p:spPr>
              <a:xfrm>
                <a:off x="452" y="2045"/>
                <a:ext cx="1134" cy="720"/>
              </a:xfrm>
              <a:prstGeom prst="rect">
                <a:avLst/>
              </a:prstGeom>
              <a:noFill/>
              <a:ln w="25400" cap="flat" cmpd="sng">
                <a:solidFill>
                  <a:srgbClr val="000000"/>
                </a:solidFill>
                <a:prstDash val="solid"/>
                <a:miter/>
                <a:headEnd type="none" w="med" len="med"/>
                <a:tailEnd type="none" w="med" len="med"/>
              </a:ln>
            </p:spPr>
            <p:txBody>
              <a:bodyPr lIns="0" tIns="36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800" b="0" dirty="0">
                    <a:solidFill>
                      <a:srgbClr val="0000FF"/>
                    </a:solidFill>
                    <a:latin typeface="Arial" panose="020B0604020202020204" pitchFamily="34" charset="0"/>
                  </a:rPr>
                  <a:t>0</a:t>
                </a:r>
                <a:endParaRPr lang="en-US" altLang="zh-CN" sz="1800" b="0" dirty="0">
                  <a:solidFill>
                    <a:srgbClr val="0000FF"/>
                  </a:solidFill>
                  <a:latin typeface="Arial" panose="020B0604020202020204" pitchFamily="34" charset="0"/>
                </a:endParaRPr>
              </a:p>
            </p:txBody>
          </p:sp>
          <p:sp>
            <p:nvSpPr>
              <p:cNvPr id="156698" name="Text Box 7"/>
              <p:cNvSpPr txBox="1"/>
              <p:nvPr/>
            </p:nvSpPr>
            <p:spPr>
              <a:xfrm>
                <a:off x="1591" y="2045"/>
                <a:ext cx="1135" cy="720"/>
              </a:xfrm>
              <a:prstGeom prst="rect">
                <a:avLst/>
              </a:prstGeom>
              <a:noFill/>
              <a:ln w="25400" cap="flat" cmpd="sng">
                <a:solidFill>
                  <a:srgbClr val="000000"/>
                </a:solidFill>
                <a:prstDash val="solid"/>
                <a:miter/>
                <a:headEnd type="none" w="med" len="med"/>
                <a:tailEnd type="none" w="med" len="med"/>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zh-CN" sz="1800" b="0" dirty="0">
                  <a:solidFill>
                    <a:srgbClr val="0000FF"/>
                  </a:solidFill>
                  <a:latin typeface="Arial" panose="020B0604020202020204" pitchFamily="34" charset="0"/>
                </a:endParaRPr>
              </a:p>
            </p:txBody>
          </p:sp>
          <p:sp>
            <p:nvSpPr>
              <p:cNvPr id="156699" name="Text Box 8"/>
              <p:cNvSpPr txBox="1"/>
              <p:nvPr/>
            </p:nvSpPr>
            <p:spPr>
              <a:xfrm>
                <a:off x="2734" y="2045"/>
                <a:ext cx="1137" cy="720"/>
              </a:xfrm>
              <a:prstGeom prst="rect">
                <a:avLst/>
              </a:prstGeom>
              <a:noFill/>
              <a:ln w="25400" cap="flat" cmpd="sng">
                <a:solidFill>
                  <a:srgbClr val="000000"/>
                </a:solidFill>
                <a:prstDash val="solid"/>
                <a:miter/>
                <a:headEnd type="none" w="med" len="med"/>
                <a:tailEnd type="none" w="med" len="med"/>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zh-CN" sz="1800" b="0" dirty="0">
                  <a:solidFill>
                    <a:srgbClr val="0000FF"/>
                  </a:solidFill>
                  <a:latin typeface="Arial" panose="020B0604020202020204" pitchFamily="34" charset="0"/>
                </a:endParaRPr>
              </a:p>
            </p:txBody>
          </p:sp>
          <p:sp>
            <p:nvSpPr>
              <p:cNvPr id="156700" name="Text Box 9"/>
              <p:cNvSpPr txBox="1"/>
              <p:nvPr/>
            </p:nvSpPr>
            <p:spPr>
              <a:xfrm>
                <a:off x="3879" y="2045"/>
                <a:ext cx="1135" cy="720"/>
              </a:xfrm>
              <a:prstGeom prst="rect">
                <a:avLst/>
              </a:prstGeom>
              <a:noFill/>
              <a:ln w="25400" cap="flat" cmpd="sng">
                <a:solidFill>
                  <a:srgbClr val="000000"/>
                </a:solidFill>
                <a:prstDash val="solid"/>
                <a:miter/>
                <a:headEnd type="none" w="med" len="med"/>
                <a:tailEnd type="none" w="med" len="med"/>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zh-CN" sz="1800" b="0" dirty="0">
                  <a:solidFill>
                    <a:srgbClr val="0000FF"/>
                  </a:solidFill>
                  <a:latin typeface="Arial" panose="020B0604020202020204" pitchFamily="34" charset="0"/>
                </a:endParaRPr>
              </a:p>
            </p:txBody>
          </p:sp>
          <p:sp>
            <p:nvSpPr>
              <p:cNvPr id="156701" name="Text Box 10"/>
              <p:cNvSpPr txBox="1"/>
              <p:nvPr/>
            </p:nvSpPr>
            <p:spPr>
              <a:xfrm>
                <a:off x="5004" y="2045"/>
                <a:ext cx="1135" cy="720"/>
              </a:xfrm>
              <a:prstGeom prst="rect">
                <a:avLst/>
              </a:prstGeom>
              <a:noFill/>
              <a:ln w="25400" cap="flat" cmpd="sng">
                <a:solidFill>
                  <a:srgbClr val="000000"/>
                </a:solidFill>
                <a:prstDash val="solid"/>
                <a:miter/>
                <a:headEnd type="none" w="med" len="med"/>
                <a:tailEnd type="none" w="med" len="med"/>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zh-CN" sz="1800" b="0" dirty="0">
                  <a:solidFill>
                    <a:srgbClr val="0000FF"/>
                  </a:solidFill>
                  <a:latin typeface="Arial" panose="020B0604020202020204" pitchFamily="34" charset="0"/>
                </a:endParaRPr>
              </a:p>
            </p:txBody>
          </p:sp>
          <p:sp>
            <p:nvSpPr>
              <p:cNvPr id="156702" name="Text Box 11"/>
              <p:cNvSpPr txBox="1"/>
              <p:nvPr/>
            </p:nvSpPr>
            <p:spPr>
              <a:xfrm>
                <a:off x="6132" y="2045"/>
                <a:ext cx="1136" cy="720"/>
              </a:xfrm>
              <a:prstGeom prst="rect">
                <a:avLst/>
              </a:prstGeom>
              <a:noFill/>
              <a:ln w="25400" cap="flat" cmpd="sng">
                <a:solidFill>
                  <a:srgbClr val="000000"/>
                </a:solidFill>
                <a:prstDash val="solid"/>
                <a:miter/>
                <a:headEnd type="none" w="med" len="med"/>
                <a:tailEnd type="none" w="med" len="med"/>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zh-CN" sz="1800" b="0" dirty="0">
                  <a:solidFill>
                    <a:srgbClr val="0000FF"/>
                  </a:solidFill>
                  <a:latin typeface="Arial" panose="020B0604020202020204" pitchFamily="34" charset="0"/>
                </a:endParaRPr>
              </a:p>
            </p:txBody>
          </p:sp>
          <p:sp>
            <p:nvSpPr>
              <p:cNvPr id="156703" name="Text Box 12"/>
              <p:cNvSpPr txBox="1"/>
              <p:nvPr/>
            </p:nvSpPr>
            <p:spPr>
              <a:xfrm>
                <a:off x="7273" y="2045"/>
                <a:ext cx="1134" cy="720"/>
              </a:xfrm>
              <a:prstGeom prst="rect">
                <a:avLst/>
              </a:prstGeom>
              <a:noFill/>
              <a:ln w="25400" cap="flat" cmpd="sng">
                <a:solidFill>
                  <a:srgbClr val="000000"/>
                </a:solidFill>
                <a:prstDash val="solid"/>
                <a:miter/>
                <a:headEnd type="none" w="med" len="med"/>
                <a:tailEnd type="none" w="med" len="med"/>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zh-CN" sz="1800" b="0" dirty="0">
                  <a:solidFill>
                    <a:srgbClr val="0000FF"/>
                  </a:solidFill>
                  <a:latin typeface="Arial" panose="020B0604020202020204" pitchFamily="34" charset="0"/>
                </a:endParaRPr>
              </a:p>
            </p:txBody>
          </p:sp>
          <p:sp>
            <p:nvSpPr>
              <p:cNvPr id="156704" name="Text Box 13"/>
              <p:cNvSpPr txBox="1"/>
              <p:nvPr/>
            </p:nvSpPr>
            <p:spPr>
              <a:xfrm>
                <a:off x="8398" y="2045"/>
                <a:ext cx="1134" cy="720"/>
              </a:xfrm>
              <a:prstGeom prst="rect">
                <a:avLst/>
              </a:prstGeom>
              <a:noFill/>
              <a:ln w="25400" cap="flat" cmpd="sng">
                <a:solidFill>
                  <a:srgbClr val="000000"/>
                </a:solidFill>
                <a:prstDash val="solid"/>
                <a:miter/>
                <a:headEnd type="none" w="med" len="med"/>
                <a:tailEnd type="none" w="med" len="med"/>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zh-CN" sz="1800" b="0" dirty="0">
                  <a:solidFill>
                    <a:srgbClr val="0000FF"/>
                  </a:solidFill>
                  <a:latin typeface="Arial" panose="020B0604020202020204" pitchFamily="34" charset="0"/>
                </a:endParaRPr>
              </a:p>
            </p:txBody>
          </p:sp>
        </p:grpSp>
        <p:grpSp>
          <p:nvGrpSpPr>
            <p:cNvPr id="156677" name="Group 14"/>
            <p:cNvGrpSpPr/>
            <p:nvPr/>
          </p:nvGrpSpPr>
          <p:grpSpPr>
            <a:xfrm>
              <a:off x="672" y="422"/>
              <a:ext cx="4132" cy="368"/>
              <a:chOff x="1292" y="2357"/>
              <a:chExt cx="9080" cy="880"/>
            </a:xfrm>
          </p:grpSpPr>
          <p:sp>
            <p:nvSpPr>
              <p:cNvPr id="156689" name="Text Box 15"/>
              <p:cNvSpPr txBox="1"/>
              <p:nvPr/>
            </p:nvSpPr>
            <p:spPr>
              <a:xfrm>
                <a:off x="1292" y="2357"/>
                <a:ext cx="1134" cy="880"/>
              </a:xfrm>
              <a:prstGeom prst="rect">
                <a:avLst/>
              </a:prstGeom>
              <a:noFill/>
              <a:ln w="25400">
                <a:noFill/>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800" b="0" dirty="0">
                    <a:solidFill>
                      <a:srgbClr val="FF3300"/>
                    </a:solidFill>
                    <a:latin typeface="Arial" panose="020B0604020202020204" pitchFamily="34" charset="0"/>
                  </a:rPr>
                  <a:t>D7</a:t>
                </a:r>
                <a:endParaRPr lang="en-US" altLang="zh-CN" sz="1800" b="0" dirty="0">
                  <a:solidFill>
                    <a:srgbClr val="0000FF"/>
                  </a:solidFill>
                  <a:latin typeface="Arial" panose="020B0604020202020204" pitchFamily="34" charset="0"/>
                </a:endParaRPr>
              </a:p>
            </p:txBody>
          </p:sp>
          <p:sp>
            <p:nvSpPr>
              <p:cNvPr id="156690" name="Text Box 16"/>
              <p:cNvSpPr txBox="1"/>
              <p:nvPr/>
            </p:nvSpPr>
            <p:spPr>
              <a:xfrm>
                <a:off x="2431" y="2357"/>
                <a:ext cx="1135" cy="880"/>
              </a:xfrm>
              <a:prstGeom prst="rect">
                <a:avLst/>
              </a:prstGeom>
              <a:noFill/>
              <a:ln w="25400">
                <a:noFill/>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800" b="0" dirty="0">
                    <a:solidFill>
                      <a:srgbClr val="FF3300"/>
                    </a:solidFill>
                    <a:latin typeface="Arial" panose="020B0604020202020204" pitchFamily="34" charset="0"/>
                  </a:rPr>
                  <a:t>D6</a:t>
                </a:r>
                <a:endParaRPr lang="en-US" altLang="zh-CN" sz="1800" b="0" dirty="0">
                  <a:solidFill>
                    <a:srgbClr val="0000FF"/>
                  </a:solidFill>
                  <a:latin typeface="Arial" panose="020B0604020202020204" pitchFamily="34" charset="0"/>
                </a:endParaRPr>
              </a:p>
            </p:txBody>
          </p:sp>
          <p:sp>
            <p:nvSpPr>
              <p:cNvPr id="156691" name="Text Box 17"/>
              <p:cNvSpPr txBox="1"/>
              <p:nvPr/>
            </p:nvSpPr>
            <p:spPr>
              <a:xfrm>
                <a:off x="3574" y="2357"/>
                <a:ext cx="1137" cy="880"/>
              </a:xfrm>
              <a:prstGeom prst="rect">
                <a:avLst/>
              </a:prstGeom>
              <a:noFill/>
              <a:ln w="25400">
                <a:noFill/>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800" b="0" dirty="0">
                    <a:solidFill>
                      <a:srgbClr val="FF3300"/>
                    </a:solidFill>
                    <a:latin typeface="Arial" panose="020B0604020202020204" pitchFamily="34" charset="0"/>
                  </a:rPr>
                  <a:t>D5</a:t>
                </a:r>
                <a:endParaRPr lang="en-US" altLang="zh-CN" sz="1800" b="0" dirty="0">
                  <a:solidFill>
                    <a:srgbClr val="0000FF"/>
                  </a:solidFill>
                  <a:latin typeface="Arial" panose="020B0604020202020204" pitchFamily="34" charset="0"/>
                </a:endParaRPr>
              </a:p>
            </p:txBody>
          </p:sp>
          <p:sp>
            <p:nvSpPr>
              <p:cNvPr id="156692" name="Text Box 18"/>
              <p:cNvSpPr txBox="1"/>
              <p:nvPr/>
            </p:nvSpPr>
            <p:spPr>
              <a:xfrm>
                <a:off x="4719" y="2357"/>
                <a:ext cx="1135" cy="880"/>
              </a:xfrm>
              <a:prstGeom prst="rect">
                <a:avLst/>
              </a:prstGeom>
              <a:noFill/>
              <a:ln w="25400">
                <a:noFill/>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800" b="0" dirty="0">
                    <a:solidFill>
                      <a:srgbClr val="FF3300"/>
                    </a:solidFill>
                    <a:latin typeface="Arial" panose="020B0604020202020204" pitchFamily="34" charset="0"/>
                  </a:rPr>
                  <a:t>D4</a:t>
                </a:r>
                <a:endParaRPr lang="en-US" altLang="zh-CN" sz="1800" b="0" dirty="0">
                  <a:solidFill>
                    <a:srgbClr val="0000FF"/>
                  </a:solidFill>
                  <a:latin typeface="Arial" panose="020B0604020202020204" pitchFamily="34" charset="0"/>
                </a:endParaRPr>
              </a:p>
            </p:txBody>
          </p:sp>
          <p:sp>
            <p:nvSpPr>
              <p:cNvPr id="156693" name="Text Box 19"/>
              <p:cNvSpPr txBox="1"/>
              <p:nvPr/>
            </p:nvSpPr>
            <p:spPr>
              <a:xfrm>
                <a:off x="5844" y="2357"/>
                <a:ext cx="1135" cy="880"/>
              </a:xfrm>
              <a:prstGeom prst="rect">
                <a:avLst/>
              </a:prstGeom>
              <a:noFill/>
              <a:ln w="25400">
                <a:noFill/>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800" b="0" dirty="0">
                    <a:solidFill>
                      <a:srgbClr val="FF3300"/>
                    </a:solidFill>
                    <a:latin typeface="Arial" panose="020B0604020202020204" pitchFamily="34" charset="0"/>
                  </a:rPr>
                  <a:t>D3</a:t>
                </a:r>
                <a:endParaRPr lang="en-US" altLang="zh-CN" sz="1800" b="0" dirty="0">
                  <a:solidFill>
                    <a:srgbClr val="FF3300"/>
                  </a:solidFill>
                  <a:latin typeface="Arial" panose="020B0604020202020204" pitchFamily="34" charset="0"/>
                </a:endParaRPr>
              </a:p>
            </p:txBody>
          </p:sp>
          <p:sp>
            <p:nvSpPr>
              <p:cNvPr id="156694" name="Text Box 20"/>
              <p:cNvSpPr txBox="1"/>
              <p:nvPr/>
            </p:nvSpPr>
            <p:spPr>
              <a:xfrm>
                <a:off x="6972" y="2357"/>
                <a:ext cx="1136" cy="880"/>
              </a:xfrm>
              <a:prstGeom prst="rect">
                <a:avLst/>
              </a:prstGeom>
              <a:noFill/>
              <a:ln w="25400">
                <a:noFill/>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800" b="0" dirty="0">
                    <a:solidFill>
                      <a:srgbClr val="FF3300"/>
                    </a:solidFill>
                    <a:latin typeface="Arial" panose="020B0604020202020204" pitchFamily="34" charset="0"/>
                  </a:rPr>
                  <a:t>D2</a:t>
                </a:r>
                <a:endParaRPr lang="en-US" altLang="zh-CN" sz="1800" b="0" dirty="0">
                  <a:solidFill>
                    <a:srgbClr val="FF3300"/>
                  </a:solidFill>
                  <a:latin typeface="Arial" panose="020B0604020202020204" pitchFamily="34" charset="0"/>
                </a:endParaRPr>
              </a:p>
            </p:txBody>
          </p:sp>
          <p:sp>
            <p:nvSpPr>
              <p:cNvPr id="156695" name="Text Box 21"/>
              <p:cNvSpPr txBox="1"/>
              <p:nvPr/>
            </p:nvSpPr>
            <p:spPr>
              <a:xfrm>
                <a:off x="8113" y="2357"/>
                <a:ext cx="1134" cy="880"/>
              </a:xfrm>
              <a:prstGeom prst="rect">
                <a:avLst/>
              </a:prstGeom>
              <a:noFill/>
              <a:ln w="25400">
                <a:noFill/>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800" b="0" dirty="0">
                    <a:solidFill>
                      <a:srgbClr val="FF3300"/>
                    </a:solidFill>
                    <a:latin typeface="Arial" panose="020B0604020202020204" pitchFamily="34" charset="0"/>
                  </a:rPr>
                  <a:t>D1</a:t>
                </a:r>
                <a:endParaRPr lang="en-US" altLang="zh-CN" sz="1800" b="0" dirty="0">
                  <a:solidFill>
                    <a:srgbClr val="0000FF"/>
                  </a:solidFill>
                  <a:latin typeface="Arial" panose="020B0604020202020204" pitchFamily="34" charset="0"/>
                </a:endParaRPr>
              </a:p>
            </p:txBody>
          </p:sp>
          <p:sp>
            <p:nvSpPr>
              <p:cNvPr id="156696" name="Text Box 22"/>
              <p:cNvSpPr txBox="1"/>
              <p:nvPr/>
            </p:nvSpPr>
            <p:spPr>
              <a:xfrm>
                <a:off x="9238" y="2357"/>
                <a:ext cx="1134" cy="880"/>
              </a:xfrm>
              <a:prstGeom prst="rect">
                <a:avLst/>
              </a:prstGeom>
              <a:noFill/>
              <a:ln w="25400">
                <a:noFill/>
              </a:ln>
            </p:spPr>
            <p:txBody>
              <a:bodyPr lIns="0" tIns="72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1800" b="0" dirty="0">
                    <a:solidFill>
                      <a:srgbClr val="FF3300"/>
                    </a:solidFill>
                    <a:latin typeface="Arial" panose="020B0604020202020204" pitchFamily="34" charset="0"/>
                  </a:rPr>
                  <a:t>D0</a:t>
                </a:r>
                <a:endParaRPr lang="en-US" altLang="zh-CN" sz="1800" b="0" dirty="0">
                  <a:solidFill>
                    <a:srgbClr val="0000FF"/>
                  </a:solidFill>
                  <a:latin typeface="Arial" panose="020B0604020202020204" pitchFamily="34" charset="0"/>
                </a:endParaRPr>
              </a:p>
            </p:txBody>
          </p:sp>
        </p:grpSp>
        <p:sp>
          <p:nvSpPr>
            <p:cNvPr id="156678" name="AutoShape 23"/>
            <p:cNvSpPr/>
            <p:nvPr/>
          </p:nvSpPr>
          <p:spPr>
            <a:xfrm rot="-5400000">
              <a:off x="1835" y="609"/>
              <a:ext cx="145" cy="1029"/>
            </a:xfrm>
            <a:prstGeom prst="leftBrace">
              <a:avLst>
                <a:gd name="adj1" fmla="val 58907"/>
                <a:gd name="adj2" fmla="val 50000"/>
              </a:avLst>
            </a:prstGeom>
            <a:noFill/>
            <a:ln w="38100" cap="flat" cmpd="sng">
              <a:solidFill>
                <a:srgbClr val="000000"/>
              </a:solidFill>
              <a:prstDash val="solid"/>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56679" name="Line 24"/>
            <p:cNvSpPr/>
            <p:nvPr/>
          </p:nvSpPr>
          <p:spPr>
            <a:xfrm flipV="1">
              <a:off x="4504" y="1025"/>
              <a:ext cx="0" cy="309"/>
            </a:xfrm>
            <a:prstGeom prst="line">
              <a:avLst/>
            </a:prstGeom>
            <a:ln w="38100" cap="flat" cmpd="sng">
              <a:solidFill>
                <a:srgbClr val="000000"/>
              </a:solidFill>
              <a:prstDash val="solid"/>
              <a:headEnd type="none" w="med" len="med"/>
              <a:tailEnd type="triangle" w="med" len="med"/>
            </a:ln>
          </p:spPr>
        </p:sp>
        <p:sp>
          <p:nvSpPr>
            <p:cNvPr id="156680" name="Line 25"/>
            <p:cNvSpPr/>
            <p:nvPr/>
          </p:nvSpPr>
          <p:spPr>
            <a:xfrm>
              <a:off x="4504" y="1334"/>
              <a:ext cx="537" cy="0"/>
            </a:xfrm>
            <a:prstGeom prst="line">
              <a:avLst/>
            </a:prstGeom>
            <a:ln w="38100" cap="flat" cmpd="sng">
              <a:solidFill>
                <a:srgbClr val="000000"/>
              </a:solidFill>
              <a:prstDash val="solid"/>
              <a:headEnd type="none" w="med" len="med"/>
              <a:tailEnd type="none" w="med" len="med"/>
            </a:ln>
          </p:spPr>
        </p:sp>
        <p:sp>
          <p:nvSpPr>
            <p:cNvPr id="156681" name="Text Box 26"/>
            <p:cNvSpPr txBox="1"/>
            <p:nvPr/>
          </p:nvSpPr>
          <p:spPr>
            <a:xfrm>
              <a:off x="4272" y="1344"/>
              <a:ext cx="865" cy="217"/>
            </a:xfrm>
            <a:prstGeom prst="rect">
              <a:avLst/>
            </a:prstGeom>
            <a:noFill/>
            <a:ln w="25400">
              <a:noFill/>
            </a:ln>
          </p:spPr>
          <p:txBody>
            <a:bodyPr lIns="10800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90000"/>
                </a:lnSpc>
                <a:spcBef>
                  <a:spcPct val="0"/>
                </a:spcBef>
                <a:spcAft>
                  <a:spcPct val="0"/>
                </a:spcAft>
                <a:buClrTx/>
                <a:buSzTx/>
                <a:buNone/>
              </a:pPr>
              <a:r>
                <a:rPr lang="zh-CN" altLang="en-US" sz="1800" b="0" dirty="0">
                  <a:solidFill>
                    <a:schemeClr val="tx1"/>
                  </a:solidFill>
                  <a:latin typeface="Arial" panose="020B0604020202020204" pitchFamily="34" charset="0"/>
                </a:rPr>
                <a:t>设置内容</a:t>
              </a:r>
              <a:endParaRPr lang="zh-CN" altLang="en-US" sz="2000" b="0" dirty="0">
                <a:solidFill>
                  <a:srgbClr val="0000FF"/>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800" b="0" dirty="0">
                <a:solidFill>
                  <a:srgbClr val="0000FF"/>
                </a:solidFill>
                <a:latin typeface="Arial" panose="020B0604020202020204" pitchFamily="34" charset="0"/>
              </a:endParaRPr>
            </a:p>
          </p:txBody>
        </p:sp>
        <p:sp>
          <p:nvSpPr>
            <p:cNvPr id="156682" name="Line 27"/>
            <p:cNvSpPr/>
            <p:nvPr/>
          </p:nvSpPr>
          <p:spPr>
            <a:xfrm flipV="1">
              <a:off x="909" y="1041"/>
              <a:ext cx="0" cy="1484"/>
            </a:xfrm>
            <a:prstGeom prst="line">
              <a:avLst/>
            </a:prstGeom>
            <a:ln w="38100" cap="flat" cmpd="sng">
              <a:solidFill>
                <a:srgbClr val="000000"/>
              </a:solidFill>
              <a:prstDash val="solid"/>
              <a:headEnd type="none" w="med" len="med"/>
              <a:tailEnd type="triangle" w="med" len="med"/>
            </a:ln>
          </p:spPr>
        </p:sp>
        <p:sp>
          <p:nvSpPr>
            <p:cNvPr id="156683" name="Text Box 28"/>
            <p:cNvSpPr txBox="1"/>
            <p:nvPr/>
          </p:nvSpPr>
          <p:spPr>
            <a:xfrm>
              <a:off x="576" y="2592"/>
              <a:ext cx="1510" cy="829"/>
            </a:xfrm>
            <a:prstGeom prst="rect">
              <a:avLst/>
            </a:prstGeom>
            <a:noFill/>
            <a:ln w="25400">
              <a:noFill/>
            </a:ln>
          </p:spPr>
          <p:txBody>
            <a:bodyPr lIns="10800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rgbClr val="0000FF"/>
                  </a:solidFill>
                  <a:latin typeface="Arial" panose="020B0604020202020204" pitchFamily="34" charset="0"/>
                </a:rPr>
                <a:t>特征位，</a:t>
              </a:r>
              <a:r>
                <a:rPr lang="en-US" altLang="zh-CN" sz="1800" b="0" dirty="0">
                  <a:solidFill>
                    <a:srgbClr val="0000FF"/>
                  </a:solidFill>
                  <a:latin typeface="Arial" panose="020B0604020202020204" pitchFamily="34" charset="0"/>
                </a:rPr>
                <a:t>D7=0</a:t>
              </a:r>
              <a:endParaRPr lang="en-US" altLang="zh-CN" sz="1800" b="0" dirty="0">
                <a:solidFill>
                  <a:srgbClr val="0000FF"/>
                </a:solidFill>
                <a:latin typeface="Arial" panose="020B0604020202020204" pitchFamily="34" charset="0"/>
              </a:endParaRPr>
            </a:p>
            <a:p>
              <a:pPr marL="0" lvl="0" indent="0">
                <a:lnSpc>
                  <a:spcPct val="100000"/>
                </a:lnSpc>
                <a:spcBef>
                  <a:spcPct val="0"/>
                </a:spcBef>
                <a:spcAft>
                  <a:spcPct val="0"/>
                </a:spcAft>
                <a:buClrTx/>
                <a:buSzTx/>
                <a:buNone/>
              </a:pPr>
              <a:r>
                <a:rPr lang="zh-CN" altLang="en-US" sz="1800" b="0" dirty="0">
                  <a:solidFill>
                    <a:srgbClr val="0000FF"/>
                  </a:solidFill>
                  <a:latin typeface="Arial" panose="020B0604020202020204" pitchFamily="34" charset="0"/>
                </a:rPr>
                <a:t>表示是</a:t>
              </a:r>
              <a:r>
                <a:rPr lang="en-US" altLang="zh-CN" sz="1800" b="0" dirty="0">
                  <a:solidFill>
                    <a:srgbClr val="0000FF"/>
                  </a:solidFill>
                  <a:latin typeface="Arial" panose="020B0604020202020204" pitchFamily="34" charset="0"/>
                </a:rPr>
                <a:t>C</a:t>
              </a:r>
              <a:r>
                <a:rPr lang="zh-CN" altLang="en-US" sz="1800" b="0" dirty="0">
                  <a:solidFill>
                    <a:srgbClr val="0000FF"/>
                  </a:solidFill>
                  <a:latin typeface="Arial" panose="020B0604020202020204" pitchFamily="34" charset="0"/>
                </a:rPr>
                <a:t>口按位</a:t>
              </a:r>
              <a:endParaRPr lang="zh-CN" altLang="en-US" sz="1800" b="0" dirty="0">
                <a:solidFill>
                  <a:srgbClr val="0000FF"/>
                </a:solidFill>
                <a:latin typeface="Arial" panose="020B0604020202020204" pitchFamily="34" charset="0"/>
              </a:endParaRPr>
            </a:p>
            <a:p>
              <a:pPr marL="0" lvl="0" indent="0">
                <a:lnSpc>
                  <a:spcPct val="100000"/>
                </a:lnSpc>
                <a:spcBef>
                  <a:spcPct val="0"/>
                </a:spcBef>
                <a:spcAft>
                  <a:spcPct val="0"/>
                </a:spcAft>
                <a:buClrTx/>
                <a:buSzTx/>
                <a:buNone/>
              </a:pPr>
              <a:r>
                <a:rPr lang="zh-CN" altLang="en-US" sz="1800" b="0" dirty="0">
                  <a:solidFill>
                    <a:srgbClr val="0000FF"/>
                  </a:solidFill>
                  <a:latin typeface="Arial" panose="020B0604020202020204" pitchFamily="34" charset="0"/>
                </a:rPr>
                <a:t>置位</a:t>
              </a:r>
              <a:r>
                <a:rPr lang="en-US" altLang="zh-CN" sz="1800" b="0" dirty="0">
                  <a:solidFill>
                    <a:srgbClr val="0000FF"/>
                  </a:solidFill>
                  <a:latin typeface="Arial" panose="020B0604020202020204" pitchFamily="34" charset="0"/>
                </a:rPr>
                <a:t>/</a:t>
              </a:r>
              <a:r>
                <a:rPr lang="zh-CN" altLang="en-US" sz="1800" b="0" dirty="0">
                  <a:solidFill>
                    <a:srgbClr val="0000FF"/>
                  </a:solidFill>
                  <a:latin typeface="Arial" panose="020B0604020202020204" pitchFamily="34" charset="0"/>
                </a:rPr>
                <a:t>复位控制字</a:t>
              </a:r>
              <a:endParaRPr lang="zh-CN" altLang="en-US" sz="1800" b="0" dirty="0">
                <a:solidFill>
                  <a:srgbClr val="0000FF"/>
                </a:solidFill>
                <a:latin typeface="Arial" panose="020B0604020202020204" pitchFamily="34" charset="0"/>
              </a:endParaRPr>
            </a:p>
          </p:txBody>
        </p:sp>
        <p:sp>
          <p:nvSpPr>
            <p:cNvPr id="156684" name="Text Box 29"/>
            <p:cNvSpPr txBox="1"/>
            <p:nvPr/>
          </p:nvSpPr>
          <p:spPr>
            <a:xfrm>
              <a:off x="1509" y="1203"/>
              <a:ext cx="865" cy="217"/>
            </a:xfrm>
            <a:prstGeom prst="rect">
              <a:avLst/>
            </a:prstGeom>
            <a:noFill/>
            <a:ln w="25400">
              <a:noFill/>
            </a:ln>
          </p:spPr>
          <p:txBody>
            <a:bodyPr lIns="10800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rgbClr val="0000FF"/>
                  </a:solidFill>
                  <a:latin typeface="Arial" panose="020B0604020202020204" pitchFamily="34" charset="0"/>
                </a:rPr>
                <a:t>无意义</a:t>
              </a:r>
              <a:endParaRPr lang="zh-CN" altLang="en-US" sz="1800" b="0" dirty="0">
                <a:solidFill>
                  <a:srgbClr val="0000FF"/>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800" b="0" dirty="0">
                <a:solidFill>
                  <a:srgbClr val="0000FF"/>
                </a:solidFill>
                <a:latin typeface="Arial" panose="020B0604020202020204" pitchFamily="34" charset="0"/>
              </a:endParaRPr>
            </a:p>
          </p:txBody>
        </p:sp>
        <p:sp>
          <p:nvSpPr>
            <p:cNvPr id="156685" name="AutoShape 30"/>
            <p:cNvSpPr/>
            <p:nvPr/>
          </p:nvSpPr>
          <p:spPr>
            <a:xfrm rot="-5400000">
              <a:off x="3362" y="639"/>
              <a:ext cx="167" cy="1029"/>
            </a:xfrm>
            <a:prstGeom prst="leftBrace">
              <a:avLst>
                <a:gd name="adj1" fmla="val 51147"/>
                <a:gd name="adj2" fmla="val 50000"/>
              </a:avLst>
            </a:prstGeom>
            <a:noFill/>
            <a:ln w="38100" cap="flat" cmpd="sng">
              <a:solidFill>
                <a:srgbClr val="000000"/>
              </a:solidFill>
              <a:prstDash val="solid"/>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56686" name="Text Box 31"/>
            <p:cNvSpPr txBox="1"/>
            <p:nvPr/>
          </p:nvSpPr>
          <p:spPr>
            <a:xfrm>
              <a:off x="2993" y="1253"/>
              <a:ext cx="1138" cy="217"/>
            </a:xfrm>
            <a:prstGeom prst="rect">
              <a:avLst/>
            </a:prstGeom>
            <a:noFill/>
            <a:ln w="25400">
              <a:noFill/>
            </a:ln>
          </p:spPr>
          <p:txBody>
            <a:bodyPr lIns="10800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rgbClr val="0000FF"/>
                  </a:solidFill>
                  <a:latin typeface="Arial" panose="020B0604020202020204" pitchFamily="34" charset="0"/>
                </a:rPr>
                <a:t>选择设置位</a:t>
              </a:r>
              <a:endParaRPr lang="zh-CN" altLang="en-US" sz="1800" b="0" dirty="0">
                <a:solidFill>
                  <a:srgbClr val="0000FF"/>
                </a:solidFill>
                <a:latin typeface="Arial" panose="020B0604020202020204" pitchFamily="34" charset="0"/>
              </a:endParaRPr>
            </a:p>
            <a:p>
              <a:pPr marL="0" lvl="0" indent="0">
                <a:lnSpc>
                  <a:spcPct val="100000"/>
                </a:lnSpc>
                <a:spcBef>
                  <a:spcPct val="0"/>
                </a:spcBef>
                <a:spcAft>
                  <a:spcPct val="0"/>
                </a:spcAft>
                <a:buClrTx/>
                <a:buSzTx/>
                <a:buNone/>
              </a:pPr>
              <a:endParaRPr lang="en-US" altLang="zh-CN" sz="1800" b="0" dirty="0">
                <a:solidFill>
                  <a:srgbClr val="0000FF"/>
                </a:solidFill>
                <a:latin typeface="Arial" panose="020B0604020202020204" pitchFamily="34" charset="0"/>
              </a:endParaRPr>
            </a:p>
          </p:txBody>
        </p:sp>
        <p:sp>
          <p:nvSpPr>
            <p:cNvPr id="156687" name="Text Box 37"/>
            <p:cNvSpPr txBox="1"/>
            <p:nvPr/>
          </p:nvSpPr>
          <p:spPr>
            <a:xfrm>
              <a:off x="96" y="48"/>
              <a:ext cx="4512" cy="327"/>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20000"/>
                </a:spcAft>
                <a:buClrTx/>
                <a:buSzTx/>
                <a:buNone/>
              </a:pPr>
              <a:r>
                <a:rPr lang="en-US" altLang="zh-CN" b="0" dirty="0">
                  <a:solidFill>
                    <a:srgbClr val="FF00FF"/>
                  </a:solidFill>
                  <a:latin typeface="Arial" panose="020B0604020202020204" pitchFamily="34" charset="0"/>
                </a:rPr>
                <a:t>C</a:t>
              </a:r>
              <a:r>
                <a:rPr lang="zh-CN" altLang="en-US" b="0" dirty="0">
                  <a:solidFill>
                    <a:srgbClr val="FF00FF"/>
                  </a:solidFill>
                  <a:latin typeface="Arial" panose="020B0604020202020204" pitchFamily="34" charset="0"/>
                </a:rPr>
                <a:t>口按位置位</a:t>
              </a:r>
              <a:r>
                <a:rPr lang="en-US" altLang="zh-CN" b="0" dirty="0">
                  <a:solidFill>
                    <a:srgbClr val="FF00FF"/>
                  </a:solidFill>
                  <a:latin typeface="Arial" panose="020B0604020202020204" pitchFamily="34" charset="0"/>
                </a:rPr>
                <a:t>/</a:t>
              </a:r>
              <a:r>
                <a:rPr lang="zh-CN" altLang="en-US" b="0" dirty="0">
                  <a:solidFill>
                    <a:srgbClr val="FF00FF"/>
                  </a:solidFill>
                  <a:latin typeface="Arial" panose="020B0604020202020204" pitchFamily="34" charset="0"/>
                </a:rPr>
                <a:t>复位控制字各位含义</a:t>
              </a:r>
              <a:r>
                <a:rPr lang="en-US" altLang="zh-CN" b="0" dirty="0">
                  <a:solidFill>
                    <a:srgbClr val="FF00FF"/>
                  </a:solidFill>
                  <a:latin typeface="Arial" panose="020B0604020202020204" pitchFamily="34" charset="0"/>
                </a:rPr>
                <a:t>:</a:t>
              </a:r>
              <a:endParaRPr lang="en-US" altLang="zh-CN" b="0" dirty="0">
                <a:solidFill>
                  <a:srgbClr val="FF00FF"/>
                </a:solidFill>
                <a:latin typeface="Arial" panose="020B0604020202020204" pitchFamily="34" charset="0"/>
              </a:endParaRPr>
            </a:p>
          </p:txBody>
        </p:sp>
        <p:graphicFrame>
          <p:nvGraphicFramePr>
            <p:cNvPr id="156688" name="Object 38"/>
            <p:cNvGraphicFramePr>
              <a:graphicFrameLocks noChangeAspect="1"/>
            </p:cNvGraphicFramePr>
            <p:nvPr/>
          </p:nvGraphicFramePr>
          <p:xfrm>
            <a:off x="2592" y="1680"/>
            <a:ext cx="3696" cy="2221"/>
          </p:xfrm>
          <a:graphic>
            <a:graphicData uri="http://schemas.openxmlformats.org/presentationml/2006/ole">
              <mc:AlternateContent xmlns:mc="http://schemas.openxmlformats.org/markup-compatibility/2006">
                <mc:Choice xmlns:v="urn:schemas-microsoft-com:vml" Requires="v">
                  <p:oleObj spid="_x0000_s3078" name="" r:id="rId1" imgW="5440680" imgH="3526790" progId="Word.Document.8">
                    <p:embed/>
                  </p:oleObj>
                </mc:Choice>
                <mc:Fallback>
                  <p:oleObj name="" r:id="rId1" imgW="5440680" imgH="3526790" progId="Word.Document.8">
                    <p:embed/>
                    <p:pic>
                      <p:nvPicPr>
                        <p:cNvPr id="0" name="图片 3077"/>
                        <p:cNvPicPr/>
                        <p:nvPr/>
                      </p:nvPicPr>
                      <p:blipFill>
                        <a:blip r:embed="rId2"/>
                        <a:stretch>
                          <a:fillRect/>
                        </a:stretch>
                      </p:blipFill>
                      <p:spPr>
                        <a:xfrm>
                          <a:off x="2592" y="1680"/>
                          <a:ext cx="3696" cy="2221"/>
                        </a:xfrm>
                        <a:prstGeom prst="rect">
                          <a:avLst/>
                        </a:prstGeom>
                        <a:noFill/>
                        <a:ln w="38100">
                          <a:noFill/>
                          <a:miter/>
                        </a:ln>
                      </p:spPr>
                    </p:pic>
                  </p:oleObj>
                </mc:Fallback>
              </mc:AlternateContent>
            </a:graphicData>
          </a:graphic>
        </p:graphicFrame>
      </p:grpSp>
    </p:spTree>
  </p:cSld>
  <p:clrMapOvr>
    <a:masterClrMapping/>
  </p:clrMapOvr>
  <p:transition spd="slow">
    <p:zoom/>
  </p:transition>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7698" name="矩形 1"/>
          <p:cNvSpPr/>
          <p:nvPr/>
        </p:nvSpPr>
        <p:spPr>
          <a:xfrm>
            <a:off x="900113" y="2205038"/>
            <a:ext cx="7632700" cy="415417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r>
              <a:rPr lang="zh-CN" altLang="en-US" sz="2400" b="0" dirty="0">
                <a:solidFill>
                  <a:schemeClr val="tx1"/>
                </a:solidFill>
                <a:latin typeface="Times New Roman" panose="02020603050405020304" pitchFamily="18" charset="0"/>
              </a:rPr>
              <a:t>使</a:t>
            </a:r>
            <a:r>
              <a:rPr lang="en-US" altLang="zh-CN" sz="2400" b="0" dirty="0">
                <a:solidFill>
                  <a:srgbClr val="FF3300"/>
                </a:solidFill>
                <a:latin typeface="Times New Roman" panose="02020603050405020304" pitchFamily="18" charset="0"/>
                <a:ea typeface="宋体" panose="02010600030101010101" pitchFamily="2" charset="-122"/>
              </a:rPr>
              <a:t>A</a:t>
            </a:r>
            <a:r>
              <a:rPr lang="zh-CN" altLang="en-US" sz="2400" b="0" dirty="0">
                <a:solidFill>
                  <a:srgbClr val="FF3300"/>
                </a:solidFill>
                <a:latin typeface="Times New Roman" panose="02020603050405020304" pitchFamily="18" charset="0"/>
              </a:rPr>
              <a:t>口</a:t>
            </a:r>
            <a:r>
              <a:rPr lang="zh-CN" altLang="en-US" sz="2400" b="0" dirty="0">
                <a:solidFill>
                  <a:schemeClr val="tx1"/>
                </a:solidFill>
                <a:latin typeface="Times New Roman" panose="02020603050405020304" pitchFamily="18" charset="0"/>
              </a:rPr>
              <a:t>为方式</a:t>
            </a:r>
            <a:r>
              <a:rPr lang="zh-CN" altLang="en-US" sz="2400" b="0" dirty="0">
                <a:solidFill>
                  <a:schemeClr val="tx1"/>
                </a:solidFill>
                <a:latin typeface="Times New Roman" panose="02020603050405020304" pitchFamily="18" charset="0"/>
                <a:ea typeface="宋体" panose="02010600030101010101" pitchFamily="2" charset="-122"/>
              </a:rPr>
              <a:t>1</a:t>
            </a:r>
            <a:r>
              <a:rPr lang="zh-CN" altLang="en-US" sz="2400" b="0" dirty="0">
                <a:solidFill>
                  <a:schemeClr val="tx1"/>
                </a:solidFill>
                <a:latin typeface="Times New Roman" panose="02020603050405020304" pitchFamily="18" charset="0"/>
              </a:rPr>
              <a:t>输入，且采用中断传送，</a:t>
            </a:r>
            <a:r>
              <a:rPr lang="en-US" altLang="zh-CN" sz="2400" b="0" dirty="0">
                <a:solidFill>
                  <a:srgbClr val="FF3300"/>
                </a:solidFill>
                <a:latin typeface="Times New Roman" panose="02020603050405020304" pitchFamily="18" charset="0"/>
                <a:ea typeface="宋体" panose="02010600030101010101" pitchFamily="2" charset="-122"/>
              </a:rPr>
              <a:t>B</a:t>
            </a:r>
            <a:r>
              <a:rPr lang="zh-CN" altLang="en-US" sz="2400" b="0" dirty="0">
                <a:solidFill>
                  <a:srgbClr val="FF3300"/>
                </a:solidFill>
                <a:latin typeface="Times New Roman" panose="02020603050405020304" pitchFamily="18" charset="0"/>
              </a:rPr>
              <a:t>口</a:t>
            </a:r>
            <a:r>
              <a:rPr lang="zh-CN" altLang="en-US" sz="2400" b="0" dirty="0">
                <a:solidFill>
                  <a:schemeClr val="tx1"/>
                </a:solidFill>
                <a:latin typeface="Times New Roman" panose="02020603050405020304" pitchFamily="18" charset="0"/>
              </a:rPr>
              <a:t>采用方式0输出，其余</a:t>
            </a:r>
            <a:r>
              <a:rPr lang="en-US" altLang="zh-CN" sz="2400" b="0" dirty="0">
                <a:solidFill>
                  <a:srgbClr val="FF3300"/>
                </a:solidFill>
                <a:latin typeface="Times New Roman" panose="02020603050405020304" pitchFamily="18" charset="0"/>
              </a:rPr>
              <a:t>C</a:t>
            </a:r>
            <a:r>
              <a:rPr lang="zh-CN" altLang="en-US" sz="2400" b="0" dirty="0">
                <a:solidFill>
                  <a:srgbClr val="FF3300"/>
                </a:solidFill>
                <a:latin typeface="Times New Roman" panose="02020603050405020304" pitchFamily="18" charset="0"/>
              </a:rPr>
              <a:t>口</a:t>
            </a:r>
            <a:r>
              <a:rPr lang="zh-CN" altLang="en-US" sz="2400" b="0" dirty="0">
                <a:solidFill>
                  <a:schemeClr val="tx1"/>
                </a:solidFill>
                <a:latin typeface="Times New Roman" panose="02020603050405020304" pitchFamily="18" charset="0"/>
              </a:rPr>
              <a:t>的位作为输出。假设控制端口地址为63</a:t>
            </a:r>
            <a:r>
              <a:rPr lang="en-US" altLang="zh-CN" sz="2400" b="0" dirty="0">
                <a:solidFill>
                  <a:schemeClr val="tx1"/>
                </a:solidFill>
                <a:latin typeface="Times New Roman" panose="02020603050405020304" pitchFamily="18" charset="0"/>
              </a:rPr>
              <a:t>H。</a:t>
            </a:r>
            <a:r>
              <a:rPr lang="zh-CN" altLang="en-US" sz="2400" b="0" dirty="0">
                <a:solidFill>
                  <a:schemeClr val="tx1"/>
                </a:solidFill>
                <a:latin typeface="Times New Roman" panose="02020603050405020304" pitchFamily="18" charset="0"/>
              </a:rPr>
              <a:t>则：</a:t>
            </a:r>
            <a:endParaRPr lang="zh-CN" altLang="en-US" sz="2400" b="0" dirty="0">
              <a:solidFill>
                <a:schemeClr val="tx1"/>
              </a:solidFill>
              <a:latin typeface="Times New Roman" panose="02020603050405020304" pitchFamily="18" charset="0"/>
            </a:endParaRPr>
          </a:p>
          <a:p>
            <a:pPr marL="0" lvl="0" indent="0" algn="just">
              <a:lnSpc>
                <a:spcPct val="100000"/>
              </a:lnSpc>
              <a:spcBef>
                <a:spcPct val="0"/>
              </a:spcBef>
              <a:spcAft>
                <a:spcPct val="0"/>
              </a:spcAft>
              <a:buClrTx/>
              <a:buSzTx/>
              <a:buNone/>
            </a:pPr>
            <a:r>
              <a:rPr lang="en-US" altLang="zh-CN" sz="2400" b="0" dirty="0">
                <a:solidFill>
                  <a:srgbClr val="0033CC"/>
                </a:solidFill>
                <a:latin typeface="Times New Roman" panose="02020603050405020304" pitchFamily="18" charset="0"/>
              </a:rPr>
              <a:t>MOV  AL, 1</a:t>
            </a:r>
            <a:r>
              <a:rPr lang="en-US" altLang="zh-CN" sz="2400" b="0" dirty="0">
                <a:solidFill>
                  <a:srgbClr val="FF3300"/>
                </a:solidFill>
                <a:latin typeface="Times New Roman" panose="02020603050405020304" pitchFamily="18" charset="0"/>
              </a:rPr>
              <a:t>01</a:t>
            </a:r>
            <a:r>
              <a:rPr lang="en-US" altLang="zh-CN" sz="2400" b="0" dirty="0">
                <a:solidFill>
                  <a:srgbClr val="0033CC"/>
                </a:solidFill>
                <a:latin typeface="Times New Roman" panose="02020603050405020304" pitchFamily="18" charset="0"/>
              </a:rPr>
              <a:t>1</a:t>
            </a:r>
            <a:r>
              <a:rPr lang="en-US" altLang="zh-CN" sz="2400" b="0" dirty="0">
                <a:solidFill>
                  <a:srgbClr val="00CC00"/>
                </a:solidFill>
                <a:latin typeface="Times New Roman" panose="02020603050405020304" pitchFamily="18" charset="0"/>
              </a:rPr>
              <a:t>0</a:t>
            </a:r>
            <a:r>
              <a:rPr lang="en-US" altLang="zh-CN" sz="2400" b="0" dirty="0">
                <a:solidFill>
                  <a:srgbClr val="FF3300"/>
                </a:solidFill>
                <a:latin typeface="Times New Roman" panose="02020603050405020304" pitchFamily="18" charset="0"/>
              </a:rPr>
              <a:t>0</a:t>
            </a:r>
            <a:r>
              <a:rPr lang="en-US" altLang="zh-CN" sz="2400" b="0" dirty="0">
                <a:solidFill>
                  <a:srgbClr val="0033CC"/>
                </a:solidFill>
                <a:latin typeface="Times New Roman" panose="02020603050405020304" pitchFamily="18" charset="0"/>
              </a:rPr>
              <a:t>0</a:t>
            </a:r>
            <a:r>
              <a:rPr lang="en-US" altLang="zh-CN" sz="2400" b="0" dirty="0">
                <a:solidFill>
                  <a:srgbClr val="00CC00"/>
                </a:solidFill>
                <a:latin typeface="Times New Roman" panose="02020603050405020304" pitchFamily="18" charset="0"/>
              </a:rPr>
              <a:t>0</a:t>
            </a:r>
            <a:r>
              <a:rPr lang="en-US" altLang="zh-CN" sz="2400" b="0" dirty="0">
                <a:solidFill>
                  <a:srgbClr val="0033CC"/>
                </a:solidFill>
                <a:latin typeface="Times New Roman" panose="02020603050405020304" pitchFamily="18" charset="0"/>
              </a:rPr>
              <a:t>B    </a:t>
            </a:r>
            <a:r>
              <a:rPr lang="en-US" altLang="zh-CN" sz="2400" b="0" dirty="0">
                <a:solidFill>
                  <a:schemeClr val="tx1"/>
                </a:solidFill>
                <a:latin typeface="Times New Roman" panose="02020603050405020304" pitchFamily="18" charset="0"/>
              </a:rPr>
              <a:t>；A</a:t>
            </a:r>
            <a:r>
              <a:rPr lang="zh-CN" altLang="en-US" sz="2400" b="0" dirty="0">
                <a:solidFill>
                  <a:schemeClr val="tx1"/>
                </a:solidFill>
                <a:latin typeface="Times New Roman" panose="02020603050405020304" pitchFamily="18" charset="0"/>
              </a:rPr>
              <a:t>口方式1输入，</a:t>
            </a:r>
            <a:r>
              <a:rPr lang="en-US" altLang="zh-CN" sz="2400" b="0" dirty="0">
                <a:solidFill>
                  <a:schemeClr val="tx1"/>
                </a:solidFill>
                <a:latin typeface="Times New Roman" panose="02020603050405020304" pitchFamily="18" charset="0"/>
              </a:rPr>
              <a:t>B</a:t>
            </a:r>
            <a:r>
              <a:rPr lang="zh-CN" altLang="en-US" sz="2400" b="0" dirty="0">
                <a:solidFill>
                  <a:schemeClr val="tx1"/>
                </a:solidFill>
                <a:latin typeface="Times New Roman" panose="02020603050405020304" pitchFamily="18" charset="0"/>
              </a:rPr>
              <a:t>口方式0输</a:t>
            </a:r>
            <a:endParaRPr lang="en-US" altLang="zh-CN" sz="2400" b="0" dirty="0">
              <a:solidFill>
                <a:schemeClr val="tx1"/>
              </a:solidFill>
              <a:latin typeface="Times New Roman" panose="02020603050405020304" pitchFamily="18" charset="0"/>
            </a:endParaRPr>
          </a:p>
          <a:p>
            <a:pPr marL="0" lvl="0" indent="0" algn="just">
              <a:lnSpc>
                <a:spcPct val="100000"/>
              </a:lnSpc>
              <a:spcBef>
                <a:spcPct val="0"/>
              </a:spcBef>
              <a:spcAft>
                <a:spcPct val="0"/>
              </a:spcAft>
              <a:buClrTx/>
              <a:buSzTx/>
              <a:buNone/>
            </a:pPr>
            <a:r>
              <a:rPr lang="en-US" altLang="zh-CN" sz="2400" b="0" dirty="0">
                <a:solidFill>
                  <a:schemeClr val="tx1"/>
                </a:solidFill>
                <a:latin typeface="Times New Roman" panose="02020603050405020304" pitchFamily="18" charset="0"/>
              </a:rPr>
              <a:t>                                            </a:t>
            </a:r>
            <a:r>
              <a:rPr lang="zh-CN" altLang="en-US" sz="2400" b="0" dirty="0">
                <a:solidFill>
                  <a:schemeClr val="tx1"/>
                </a:solidFill>
                <a:latin typeface="Times New Roman" panose="02020603050405020304" pitchFamily="18" charset="0"/>
              </a:rPr>
              <a:t>出 ，其余</a:t>
            </a:r>
            <a:r>
              <a:rPr lang="en-US" altLang="zh-CN" sz="2400" b="0" dirty="0">
                <a:solidFill>
                  <a:schemeClr val="tx1"/>
                </a:solidFill>
                <a:latin typeface="Times New Roman" panose="02020603050405020304" pitchFamily="18" charset="0"/>
              </a:rPr>
              <a:t>C</a:t>
            </a:r>
            <a:r>
              <a:rPr lang="zh-CN" altLang="en-US" sz="2400" b="0" dirty="0">
                <a:solidFill>
                  <a:schemeClr val="tx1"/>
                </a:solidFill>
                <a:latin typeface="Times New Roman" panose="02020603050405020304" pitchFamily="18" charset="0"/>
              </a:rPr>
              <a:t>口为输出</a:t>
            </a:r>
            <a:endParaRPr lang="zh-CN" altLang="en-US" sz="2400" b="0" dirty="0">
              <a:solidFill>
                <a:schemeClr val="tx1"/>
              </a:solidFill>
              <a:latin typeface="Times New Roman" panose="02020603050405020304" pitchFamily="18" charset="0"/>
            </a:endParaRPr>
          </a:p>
          <a:p>
            <a:pPr marL="0" lvl="0" indent="0" algn="just">
              <a:lnSpc>
                <a:spcPct val="100000"/>
              </a:lnSpc>
              <a:spcBef>
                <a:spcPct val="0"/>
              </a:spcBef>
              <a:spcAft>
                <a:spcPct val="0"/>
              </a:spcAft>
              <a:buClrTx/>
              <a:buSzTx/>
              <a:buNone/>
            </a:pPr>
            <a:r>
              <a:rPr lang="en-US" altLang="zh-CN" sz="2400" b="0" dirty="0">
                <a:solidFill>
                  <a:srgbClr val="0033CC"/>
                </a:solidFill>
                <a:latin typeface="Times New Roman" panose="02020603050405020304" pitchFamily="18" charset="0"/>
              </a:rPr>
              <a:t>OUT  63H,  AL	     </a:t>
            </a:r>
            <a:r>
              <a:rPr lang="zh-CN" altLang="en-US" sz="2400" b="0" dirty="0">
                <a:solidFill>
                  <a:srgbClr val="0033CC"/>
                </a:solidFill>
                <a:latin typeface="Times New Roman" panose="02020603050405020304" pitchFamily="18" charset="0"/>
              </a:rPr>
              <a:t>；</a:t>
            </a:r>
            <a:r>
              <a:rPr lang="zh-CN" altLang="en-US" sz="2400" b="0" dirty="0">
                <a:solidFill>
                  <a:schemeClr val="tx1"/>
                </a:solidFill>
                <a:latin typeface="Times New Roman" panose="02020603050405020304" pitchFamily="18" charset="0"/>
              </a:rPr>
              <a:t>方式选择控制字写入控制寄存 </a:t>
            </a:r>
            <a:endParaRPr lang="en-US" altLang="zh-CN" sz="2400" b="0" dirty="0">
              <a:solidFill>
                <a:schemeClr val="tx1"/>
              </a:solidFill>
              <a:latin typeface="Times New Roman" panose="02020603050405020304" pitchFamily="18" charset="0"/>
            </a:endParaRPr>
          </a:p>
          <a:p>
            <a:pPr marL="0" lvl="0" indent="0" algn="just">
              <a:lnSpc>
                <a:spcPct val="100000"/>
              </a:lnSpc>
              <a:spcBef>
                <a:spcPct val="0"/>
              </a:spcBef>
              <a:spcAft>
                <a:spcPct val="0"/>
              </a:spcAft>
              <a:buClrTx/>
              <a:buSzTx/>
              <a:buNone/>
            </a:pPr>
            <a:r>
              <a:rPr lang="en-US" altLang="zh-CN" sz="2400" b="0" dirty="0">
                <a:solidFill>
                  <a:schemeClr val="tx1"/>
                </a:solidFill>
                <a:latin typeface="Times New Roman" panose="02020603050405020304" pitchFamily="18" charset="0"/>
              </a:rPr>
              <a:t>                                            </a:t>
            </a:r>
            <a:r>
              <a:rPr lang="zh-CN" altLang="en-US" sz="2400" b="0" dirty="0">
                <a:solidFill>
                  <a:schemeClr val="tx1"/>
                </a:solidFill>
                <a:latin typeface="Times New Roman" panose="02020603050405020304" pitchFamily="18" charset="0"/>
              </a:rPr>
              <a:t>器</a:t>
            </a:r>
            <a:endParaRPr lang="zh-CN" altLang="en-US" sz="2400" b="0" dirty="0">
              <a:solidFill>
                <a:schemeClr val="tx1"/>
              </a:solidFill>
              <a:latin typeface="Times New Roman" panose="02020603050405020304" pitchFamily="18" charset="0"/>
            </a:endParaRPr>
          </a:p>
          <a:p>
            <a:pPr marL="0" lvl="0" indent="0" algn="just">
              <a:lnSpc>
                <a:spcPct val="100000"/>
              </a:lnSpc>
              <a:spcBef>
                <a:spcPct val="0"/>
              </a:spcBef>
              <a:spcAft>
                <a:spcPct val="0"/>
              </a:spcAft>
              <a:buClrTx/>
              <a:buSzTx/>
              <a:buNone/>
            </a:pPr>
            <a:r>
              <a:rPr lang="en-US" altLang="zh-CN" sz="2400" b="0" dirty="0">
                <a:solidFill>
                  <a:srgbClr val="0033CC"/>
                </a:solidFill>
                <a:latin typeface="Times New Roman" panose="02020603050405020304" pitchFamily="18" charset="0"/>
              </a:rPr>
              <a:t>MOV  AL,  0000</a:t>
            </a:r>
            <a:r>
              <a:rPr lang="en-US" altLang="zh-CN" sz="2400" b="0" dirty="0">
                <a:solidFill>
                  <a:srgbClr val="FF3300"/>
                </a:solidFill>
                <a:latin typeface="Times New Roman" panose="02020603050405020304" pitchFamily="18" charset="0"/>
              </a:rPr>
              <a:t>100</a:t>
            </a:r>
            <a:r>
              <a:rPr lang="en-US" altLang="zh-CN" sz="2400" b="0" dirty="0">
                <a:solidFill>
                  <a:srgbClr val="0033CC"/>
                </a:solidFill>
                <a:latin typeface="Times New Roman" panose="02020603050405020304" pitchFamily="18" charset="0"/>
              </a:rPr>
              <a:t>1B </a:t>
            </a:r>
            <a:r>
              <a:rPr lang="en-US" altLang="zh-CN" sz="2400" b="0" dirty="0">
                <a:solidFill>
                  <a:schemeClr val="tx1"/>
                </a:solidFill>
                <a:latin typeface="Times New Roman" panose="02020603050405020304" pitchFamily="18" charset="0"/>
              </a:rPr>
              <a:t> ；</a:t>
            </a:r>
            <a:r>
              <a:rPr lang="zh-CN" altLang="en-US" sz="2400" b="0" dirty="0">
                <a:solidFill>
                  <a:schemeClr val="tx1"/>
                </a:solidFill>
                <a:latin typeface="Times New Roman" panose="02020603050405020304" pitchFamily="18" charset="0"/>
              </a:rPr>
              <a:t>置位/复位控制字，使</a:t>
            </a:r>
            <a:r>
              <a:rPr lang="en-US" altLang="zh-CN" sz="2400" b="0" dirty="0">
                <a:solidFill>
                  <a:schemeClr val="tx1"/>
                </a:solidFill>
                <a:latin typeface="Times New Roman" panose="02020603050405020304" pitchFamily="18" charset="0"/>
              </a:rPr>
              <a:t>PC4=1，</a:t>
            </a:r>
            <a:endParaRPr lang="en-US" altLang="zh-CN" sz="2400" b="0" dirty="0">
              <a:solidFill>
                <a:schemeClr val="tx1"/>
              </a:solidFill>
              <a:latin typeface="Times New Roman" panose="02020603050405020304" pitchFamily="18" charset="0"/>
            </a:endParaRPr>
          </a:p>
          <a:p>
            <a:pPr marL="0" lvl="0" indent="0" algn="just">
              <a:lnSpc>
                <a:spcPct val="100000"/>
              </a:lnSpc>
              <a:spcBef>
                <a:spcPct val="0"/>
              </a:spcBef>
              <a:spcAft>
                <a:spcPct val="0"/>
              </a:spcAft>
              <a:buClrTx/>
              <a:buSzTx/>
              <a:buNone/>
            </a:pPr>
            <a:r>
              <a:rPr lang="en-US" altLang="zh-CN" sz="2400" b="0" dirty="0">
                <a:solidFill>
                  <a:schemeClr val="tx1"/>
                </a:solidFill>
                <a:latin typeface="Times New Roman" panose="02020603050405020304" pitchFamily="18" charset="0"/>
              </a:rPr>
              <a:t>                                            </a:t>
            </a:r>
            <a:r>
              <a:rPr lang="zh-CN" altLang="en-US" sz="2400" b="0" dirty="0">
                <a:solidFill>
                  <a:schemeClr val="tx1"/>
                </a:solidFill>
                <a:latin typeface="Times New Roman" panose="02020603050405020304" pitchFamily="18" charset="0"/>
              </a:rPr>
              <a:t>即使</a:t>
            </a:r>
            <a:r>
              <a:rPr lang="en-US" altLang="zh-CN" sz="2400" b="0" dirty="0">
                <a:solidFill>
                  <a:schemeClr val="tx1"/>
                </a:solidFill>
                <a:latin typeface="Times New Roman" panose="02020603050405020304" pitchFamily="18" charset="0"/>
              </a:rPr>
              <a:t>INTE=1</a:t>
            </a:r>
            <a:r>
              <a:rPr lang="zh-CN" altLang="en-US" sz="2400" b="0" dirty="0">
                <a:solidFill>
                  <a:schemeClr val="tx1"/>
                </a:solidFill>
                <a:latin typeface="Times New Roman" panose="02020603050405020304" pitchFamily="18" charset="0"/>
              </a:rPr>
              <a:t>允许内部中断</a:t>
            </a:r>
            <a:endParaRPr lang="zh-CN" altLang="en-US" sz="2400" b="0" dirty="0">
              <a:solidFill>
                <a:schemeClr val="tx1"/>
              </a:solidFill>
              <a:latin typeface="Times New Roman" panose="02020603050405020304" pitchFamily="18" charset="0"/>
            </a:endParaRPr>
          </a:p>
          <a:p>
            <a:pPr marL="0" lvl="0" indent="0" algn="just">
              <a:lnSpc>
                <a:spcPct val="100000"/>
              </a:lnSpc>
              <a:spcBef>
                <a:spcPct val="0"/>
              </a:spcBef>
              <a:spcAft>
                <a:spcPct val="0"/>
              </a:spcAft>
              <a:buClrTx/>
              <a:buSzTx/>
              <a:buNone/>
            </a:pPr>
            <a:r>
              <a:rPr lang="en-US" altLang="zh-CN" sz="2400" b="0" dirty="0">
                <a:solidFill>
                  <a:srgbClr val="0033CC"/>
                </a:solidFill>
                <a:latin typeface="Times New Roman" panose="02020603050405020304" pitchFamily="18" charset="0"/>
              </a:rPr>
              <a:t>OUT  63H,  AL	    </a:t>
            </a:r>
            <a:r>
              <a:rPr lang="en-US" altLang="zh-CN" sz="2400" b="0" dirty="0">
                <a:solidFill>
                  <a:schemeClr val="tx1"/>
                </a:solidFill>
                <a:latin typeface="Times New Roman" panose="02020603050405020304" pitchFamily="18" charset="0"/>
              </a:rPr>
              <a:t>；</a:t>
            </a:r>
            <a:r>
              <a:rPr lang="zh-CN" altLang="en-US" sz="2400" b="0" dirty="0">
                <a:solidFill>
                  <a:schemeClr val="tx1"/>
                </a:solidFill>
                <a:latin typeface="Times New Roman" panose="02020603050405020304" pitchFamily="18" charset="0"/>
              </a:rPr>
              <a:t>置位/复位控制字写入控制寄存</a:t>
            </a:r>
            <a:endParaRPr lang="en-US" altLang="zh-CN" sz="2400" b="0" dirty="0">
              <a:solidFill>
                <a:schemeClr val="tx1"/>
              </a:solidFill>
              <a:latin typeface="Times New Roman" panose="02020603050405020304" pitchFamily="18" charset="0"/>
            </a:endParaRPr>
          </a:p>
          <a:p>
            <a:pPr marL="0" lvl="0" indent="0" algn="just">
              <a:lnSpc>
                <a:spcPct val="100000"/>
              </a:lnSpc>
              <a:spcBef>
                <a:spcPct val="0"/>
              </a:spcBef>
              <a:spcAft>
                <a:spcPct val="0"/>
              </a:spcAft>
              <a:buClrTx/>
              <a:buSzTx/>
              <a:buNone/>
            </a:pPr>
            <a:r>
              <a:rPr lang="en-US" altLang="zh-CN" sz="2400" b="0" dirty="0">
                <a:solidFill>
                  <a:schemeClr val="tx1"/>
                </a:solidFill>
                <a:latin typeface="Times New Roman" panose="02020603050405020304" pitchFamily="18" charset="0"/>
              </a:rPr>
              <a:t>                                           </a:t>
            </a:r>
            <a:r>
              <a:rPr lang="zh-CN" altLang="en-US" sz="2400" b="0" dirty="0">
                <a:solidFill>
                  <a:schemeClr val="tx1"/>
                </a:solidFill>
                <a:latin typeface="Times New Roman" panose="02020603050405020304" pitchFamily="18" charset="0"/>
              </a:rPr>
              <a:t>器</a:t>
            </a:r>
            <a:endParaRPr lang="zh-CN" altLang="en-US" sz="2400" b="0" dirty="0">
              <a:solidFill>
                <a:schemeClr val="tx1"/>
              </a:solidFill>
              <a:latin typeface="Times New Roman" panose="02020603050405020304" pitchFamily="18" charset="0"/>
            </a:endParaRPr>
          </a:p>
        </p:txBody>
      </p:sp>
      <p:sp>
        <p:nvSpPr>
          <p:cNvPr id="3" name="Rectangle 2"/>
          <p:cNvSpPr>
            <a:spLocks noGrp="1" noChangeArrowheads="1"/>
          </p:cNvSpPr>
          <p:nvPr/>
        </p:nvSpPr>
        <p:spPr bwMode="auto">
          <a:xfrm>
            <a:off x="1116013" y="836613"/>
            <a:ext cx="4535488" cy="88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rtl="0" eaLnBrk="0" fontAlgn="base" hangingPunct="0">
              <a:spcBef>
                <a:spcPct val="0"/>
              </a:spcBef>
              <a:spcAft>
                <a:spcPct val="0"/>
              </a:spcAft>
              <a:defRPr sz="4400" kern="1200">
                <a:solidFill>
                  <a:srgbClr val="800000"/>
                </a:solidFill>
                <a:latin typeface="+mj-lt"/>
                <a:ea typeface="+mj-ea"/>
                <a:cs typeface="+mj-cs"/>
              </a:defRPr>
            </a:lvl1pPr>
            <a:lvl2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2pPr>
            <a:lvl3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3pPr>
            <a:lvl4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4pPr>
            <a:lvl5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5pPr>
            <a:lvl6pPr marL="4572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6pPr>
            <a:lvl7pPr marL="9144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7pPr>
            <a:lvl8pPr marL="13716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8pPr>
            <a:lvl9pPr marL="18288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4000" b="0" i="0" u="none" strike="noStrike" kern="1200" cap="none" spc="0" normalizeH="0" baseline="0" noProof="0" dirty="0">
                <a:ln>
                  <a:noFill/>
                </a:ln>
                <a:solidFill>
                  <a:srgbClr val="800000"/>
                </a:solidFill>
                <a:effectLst/>
                <a:uLnTx/>
                <a:uFillTx/>
                <a:latin typeface="+mj-ea"/>
                <a:ea typeface="+mj-ea"/>
                <a:cs typeface="+mj-cs"/>
              </a:rPr>
              <a:t>按位操作控制字例</a:t>
            </a:r>
            <a:r>
              <a:rPr kumimoji="0" lang="en-US" altLang="zh-CN" sz="4000" b="0" i="0" u="none" strike="noStrike" kern="1200" cap="none" spc="0" normalizeH="0" baseline="0" noProof="0" dirty="0">
                <a:ln>
                  <a:noFill/>
                </a:ln>
                <a:solidFill>
                  <a:srgbClr val="800000"/>
                </a:solidFill>
                <a:effectLst/>
                <a:uLnTx/>
                <a:uFillTx/>
                <a:latin typeface="+mj-ea"/>
                <a:ea typeface="+mj-ea"/>
                <a:cs typeface="+mj-cs"/>
              </a:rPr>
              <a:t>1</a:t>
            </a:r>
            <a:endParaRPr kumimoji="0" lang="zh-CN" altLang="en-US" sz="4000" b="0" i="0" u="none" strike="noStrike" kern="1200" cap="none" spc="0" normalizeH="0" baseline="0" noProof="0" dirty="0">
              <a:ln>
                <a:noFill/>
              </a:ln>
              <a:solidFill>
                <a:srgbClr val="800000"/>
              </a:solidFill>
              <a:effectLst/>
              <a:uLnTx/>
              <a:uFillTx/>
              <a:latin typeface="+mj-ea"/>
              <a:ea typeface="+mj-ea"/>
              <a:cs typeface="+mj-cs"/>
            </a:endParaRPr>
          </a:p>
        </p:txBody>
      </p:sp>
    </p:spTree>
  </p:cSld>
  <p:clrMapOvr>
    <a:masterClrMapping/>
  </p:clrMapOvr>
  <p:transition spd="slow">
    <p:zoom/>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58722" name="Picture 4" descr="tu11"/>
          <p:cNvPicPr>
            <a:picLocks noChangeAspect="1"/>
          </p:cNvPicPr>
          <p:nvPr/>
        </p:nvPicPr>
        <p:blipFill>
          <a:blip r:embed="rId1"/>
          <a:stretch>
            <a:fillRect/>
          </a:stretch>
        </p:blipFill>
        <p:spPr>
          <a:xfrm>
            <a:off x="1116013" y="2205038"/>
            <a:ext cx="6624637" cy="4103687"/>
          </a:xfrm>
          <a:prstGeom prst="rect">
            <a:avLst/>
          </a:prstGeom>
          <a:noFill/>
          <a:ln w="9525">
            <a:noFill/>
          </a:ln>
        </p:spPr>
      </p:pic>
      <p:sp>
        <p:nvSpPr>
          <p:cNvPr id="3" name="Rectangle 2"/>
          <p:cNvSpPr>
            <a:spLocks noGrp="1" noChangeArrowheads="1"/>
          </p:cNvSpPr>
          <p:nvPr/>
        </p:nvSpPr>
        <p:spPr bwMode="auto">
          <a:xfrm>
            <a:off x="1116013" y="836613"/>
            <a:ext cx="3003550" cy="88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rtl="0" eaLnBrk="0" fontAlgn="base" hangingPunct="0">
              <a:spcBef>
                <a:spcPct val="0"/>
              </a:spcBef>
              <a:spcAft>
                <a:spcPct val="0"/>
              </a:spcAft>
              <a:defRPr sz="4400" kern="1200">
                <a:solidFill>
                  <a:srgbClr val="800000"/>
                </a:solidFill>
                <a:latin typeface="+mj-lt"/>
                <a:ea typeface="+mj-ea"/>
                <a:cs typeface="+mj-cs"/>
              </a:defRPr>
            </a:lvl1pPr>
            <a:lvl2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2pPr>
            <a:lvl3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3pPr>
            <a:lvl4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4pPr>
            <a:lvl5pPr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5pPr>
            <a:lvl6pPr marL="4572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6pPr>
            <a:lvl7pPr marL="9144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7pPr>
            <a:lvl8pPr marL="13716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8pPr>
            <a:lvl9pPr marL="1828800" algn="l" rtl="0" eaLnBrk="0" fontAlgn="base" hangingPunct="0">
              <a:spcBef>
                <a:spcPct val="0"/>
              </a:spcBef>
              <a:spcAft>
                <a:spcPct val="0"/>
              </a:spcAft>
              <a:defRPr sz="4400">
                <a:solidFill>
                  <a:srgbClr val="800000"/>
                </a:solidFill>
                <a:latin typeface="Tahoma" panose="020B0604030504040204" pitchFamily="34" charset="0"/>
                <a:ea typeface="隶书" panose="02010509060101010101"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4000" b="0" i="0" u="none" strike="noStrike" kern="1200" cap="none" spc="0" normalizeH="0" baseline="0" noProof="0" dirty="0">
                <a:ln>
                  <a:noFill/>
                </a:ln>
                <a:solidFill>
                  <a:srgbClr val="800000"/>
                </a:solidFill>
                <a:effectLst/>
                <a:uLnTx/>
                <a:uFillTx/>
                <a:latin typeface="+mj-ea"/>
                <a:ea typeface="+mj-ea"/>
                <a:cs typeface="+mj-cs"/>
              </a:rPr>
              <a:t>（</a:t>
            </a:r>
            <a:r>
              <a:rPr kumimoji="0" lang="en-US" altLang="zh-CN" sz="4000" b="0" i="0" u="none" strike="noStrike" kern="1200" cap="none" spc="0" normalizeH="0" baseline="0" noProof="0" dirty="0">
                <a:ln>
                  <a:noFill/>
                </a:ln>
                <a:solidFill>
                  <a:srgbClr val="800000"/>
                </a:solidFill>
                <a:effectLst/>
                <a:uLnTx/>
                <a:uFillTx/>
                <a:latin typeface="+mj-ea"/>
                <a:ea typeface="+mj-ea"/>
                <a:cs typeface="+mj-cs"/>
              </a:rPr>
              <a:t>2</a:t>
            </a:r>
            <a:r>
              <a:rPr kumimoji="0" lang="zh-CN" altLang="en-US" sz="4000" b="0" i="0" u="none" strike="noStrike" kern="1200" cap="none" spc="0" normalizeH="0" baseline="0" noProof="0" dirty="0">
                <a:ln>
                  <a:noFill/>
                </a:ln>
                <a:solidFill>
                  <a:srgbClr val="800000"/>
                </a:solidFill>
                <a:effectLst/>
                <a:uLnTx/>
                <a:uFillTx/>
                <a:latin typeface="+mj-ea"/>
                <a:ea typeface="+mj-ea"/>
                <a:cs typeface="+mj-cs"/>
              </a:rPr>
              <a:t>）状态字</a:t>
            </a:r>
            <a:endParaRPr kumimoji="0" lang="zh-CN" altLang="en-US" sz="4000" b="0" i="0" u="none" strike="noStrike" kern="1200" cap="none" spc="0" normalizeH="0" baseline="0" noProof="0" dirty="0">
              <a:ln>
                <a:noFill/>
              </a:ln>
              <a:solidFill>
                <a:srgbClr val="800000"/>
              </a:solidFill>
              <a:effectLst/>
              <a:uLnTx/>
              <a:uFillTx/>
              <a:latin typeface="+mj-ea"/>
              <a:ea typeface="+mj-ea"/>
              <a:cs typeface="+mj-cs"/>
            </a:endParaRPr>
          </a:p>
        </p:txBody>
      </p:sp>
    </p:spTree>
  </p:cSld>
  <p:clrMapOvr>
    <a:masterClrMapping/>
  </p:clrMapOvr>
  <p:transition spd="slow">
    <p:zoom/>
  </p:transition>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60770" name="Rectangle 2"/>
          <p:cNvSpPr>
            <a:spLocks noGrp="1"/>
          </p:cNvSpPr>
          <p:nvPr>
            <p:ph type="title"/>
          </p:nvPr>
        </p:nvSpPr>
        <p:spPr/>
        <p:txBody>
          <a:bodyPr vert="horz" wrap="square" lIns="91440" tIns="45720" rIns="91440" bIns="45720" anchor="b" anchorCtr="0"/>
          <a:p>
            <a:r>
              <a:rPr lang="zh-CN" altLang="en-US" sz="4000" dirty="0"/>
              <a:t>使用状态字时要注意的几个问题</a:t>
            </a:r>
            <a:endParaRPr lang="zh-CN" altLang="en-US" sz="4000" dirty="0"/>
          </a:p>
        </p:txBody>
      </p:sp>
      <p:sp>
        <p:nvSpPr>
          <p:cNvPr id="202755" name="Rectangle 3"/>
          <p:cNvSpPr>
            <a:spLocks noGrp="1" noChangeArrowheads="1"/>
          </p:cNvSpPr>
          <p:nvPr>
            <p:ph idx="1"/>
          </p:nvPr>
        </p:nvSpPr>
        <p:spPr>
          <a:ln>
            <a:miter/>
          </a:ln>
        </p:spPr>
        <p:txBody>
          <a:bodyPr vert="horz" wrap="square" lIns="91440" tIns="45720" rIns="91440" bIns="45720" numCol="1" anchor="t" anchorCtr="0" compatLnSpc="1"/>
          <a:lstStyle/>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n"/>
              <a:defRPr/>
            </a:pPr>
            <a:r>
              <a:rPr kumimoji="0" lang="zh-CN" altLang="en-US" sz="2800" b="1" i="0" u="none" strike="noStrike" kern="1200" cap="none" spc="0" normalizeH="0" baseline="0" noProof="0" dirty="0">
                <a:ln>
                  <a:noFill/>
                </a:ln>
                <a:solidFill>
                  <a:schemeClr val="tx2"/>
                </a:solidFill>
                <a:effectLst/>
                <a:uLnTx/>
                <a:uFillTx/>
                <a:latin typeface="+mn-ea"/>
                <a:ea typeface="+mn-ea"/>
                <a:cs typeface="+mn-cs"/>
              </a:rPr>
              <a:t>通过读</a:t>
            </a:r>
            <a:r>
              <a:rPr kumimoji="0" lang="en-US" altLang="zh-CN" sz="2800" b="1" i="0" u="none" strike="noStrike" kern="1200" cap="none" spc="0" normalizeH="0" baseline="0" noProof="0" dirty="0">
                <a:ln>
                  <a:noFill/>
                </a:ln>
                <a:solidFill>
                  <a:schemeClr val="tx2"/>
                </a:solidFill>
                <a:effectLst/>
                <a:uLnTx/>
                <a:uFillTx/>
                <a:latin typeface="+mn-ea"/>
                <a:ea typeface="+mn-ea"/>
                <a:cs typeface="+mn-cs"/>
              </a:rPr>
              <a:t>C</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端口取得，与</a:t>
            </a:r>
            <a:r>
              <a:rPr kumimoji="0" lang="en-US" altLang="zh-CN" sz="2800" b="1" i="0" u="none" strike="noStrike" kern="1200" cap="none" spc="0" normalizeH="0" baseline="0" noProof="0" dirty="0">
                <a:ln>
                  <a:noFill/>
                </a:ln>
                <a:solidFill>
                  <a:schemeClr val="tx2"/>
                </a:solidFill>
                <a:effectLst/>
                <a:uLnTx/>
                <a:uFillTx/>
                <a:latin typeface="+mn-ea"/>
                <a:ea typeface="+mn-ea"/>
                <a:cs typeface="+mn-cs"/>
              </a:rPr>
              <a:t>C</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的外部引脚无关</a:t>
            </a:r>
            <a:endParaRPr kumimoji="0" lang="zh-CN" altLang="en-US" sz="28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n"/>
              <a:defRPr/>
            </a:pPr>
            <a:r>
              <a:rPr kumimoji="0" lang="zh-CN" altLang="en-US" sz="2800" b="1" i="0" u="none" strike="noStrike" kern="1200" cap="none" spc="0" normalizeH="0" baseline="0" noProof="0" dirty="0">
                <a:ln>
                  <a:noFill/>
                </a:ln>
                <a:solidFill>
                  <a:schemeClr val="tx2"/>
                </a:solidFill>
                <a:effectLst/>
                <a:uLnTx/>
                <a:uFillTx/>
                <a:latin typeface="+mn-ea"/>
                <a:ea typeface="+mn-ea"/>
                <a:cs typeface="+mn-cs"/>
              </a:rPr>
              <a:t>查询输入：</a:t>
            </a:r>
            <a:r>
              <a:rPr kumimoji="0" lang="en-US" altLang="zh-CN" sz="2800" b="1" i="0" u="none" strike="noStrike" kern="1200" cap="none" spc="0" normalizeH="0" baseline="0" noProof="0" dirty="0">
                <a:ln>
                  <a:noFill/>
                </a:ln>
                <a:solidFill>
                  <a:schemeClr val="tx2"/>
                </a:solidFill>
                <a:effectLst/>
                <a:uLnTx/>
                <a:uFillTx/>
                <a:latin typeface="+mn-ea"/>
                <a:ea typeface="+mn-ea"/>
                <a:cs typeface="+mn-cs"/>
              </a:rPr>
              <a:t>IBF </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和 </a:t>
            </a:r>
            <a:r>
              <a:rPr kumimoji="0" lang="en-US" altLang="zh-CN" sz="2800" b="1" i="0" u="none" strike="noStrike" kern="1200" cap="none" spc="0" normalizeH="0" baseline="0" noProof="0" dirty="0">
                <a:ln>
                  <a:noFill/>
                </a:ln>
                <a:solidFill>
                  <a:schemeClr val="tx2"/>
                </a:solidFill>
                <a:effectLst/>
                <a:uLnTx/>
                <a:uFillTx/>
                <a:latin typeface="+mn-ea"/>
                <a:ea typeface="+mn-ea"/>
                <a:cs typeface="+mn-cs"/>
              </a:rPr>
              <a:t>INTR</a:t>
            </a:r>
            <a:endParaRPr kumimoji="0" lang="en-US" altLang="zh-CN" sz="28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n"/>
              <a:defRPr/>
            </a:pPr>
            <a:r>
              <a:rPr kumimoji="0" lang="zh-CN" altLang="en-US" sz="2800" b="1" i="0" u="none" strike="noStrike" kern="1200" cap="none" spc="0" normalizeH="0" baseline="0" noProof="0" dirty="0">
                <a:ln>
                  <a:noFill/>
                </a:ln>
                <a:solidFill>
                  <a:schemeClr val="tx2"/>
                </a:solidFill>
                <a:effectLst/>
                <a:uLnTx/>
                <a:uFillTx/>
                <a:latin typeface="+mn-ea"/>
                <a:ea typeface="+mn-ea"/>
                <a:cs typeface="+mn-cs"/>
              </a:rPr>
              <a:t>查询输出：</a:t>
            </a:r>
            <a:r>
              <a:rPr kumimoji="0" lang="en-US" altLang="zh-CN" sz="2800" b="1" i="0" u="none" strike="noStrike" kern="1200" cap="none" spc="0" normalizeH="0" baseline="0" noProof="0" dirty="0">
                <a:ln>
                  <a:noFill/>
                </a:ln>
                <a:solidFill>
                  <a:schemeClr val="tx2"/>
                </a:solidFill>
                <a:effectLst/>
                <a:uLnTx/>
                <a:uFillTx/>
                <a:latin typeface="+mn-ea"/>
                <a:ea typeface="+mn-ea"/>
                <a:cs typeface="+mn-cs"/>
              </a:rPr>
              <a:t>OBF </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和 </a:t>
            </a:r>
            <a:r>
              <a:rPr kumimoji="0" lang="en-US" altLang="zh-CN" sz="2800" b="1" i="0" u="none" strike="noStrike" kern="1200" cap="none" spc="0" normalizeH="0" baseline="0" noProof="0" dirty="0">
                <a:ln>
                  <a:noFill/>
                </a:ln>
                <a:solidFill>
                  <a:schemeClr val="tx2"/>
                </a:solidFill>
                <a:effectLst/>
                <a:uLnTx/>
                <a:uFillTx/>
                <a:latin typeface="+mn-ea"/>
                <a:ea typeface="+mn-ea"/>
                <a:cs typeface="+mn-cs"/>
              </a:rPr>
              <a:t>INTR</a:t>
            </a:r>
            <a:endParaRPr kumimoji="0" lang="en-US" altLang="zh-CN" sz="28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n"/>
              <a:defRPr/>
            </a:pPr>
            <a:r>
              <a:rPr kumimoji="0" lang="zh-CN" altLang="en-US" sz="2800" b="1" i="0" u="none" strike="noStrike" kern="1200" cap="none" spc="0" normalizeH="0" baseline="0" noProof="0" dirty="0">
                <a:ln>
                  <a:noFill/>
                </a:ln>
                <a:solidFill>
                  <a:schemeClr val="tx2"/>
                </a:solidFill>
                <a:effectLst/>
                <a:uLnTx/>
                <a:uFillTx/>
                <a:latin typeface="+mn-ea"/>
                <a:ea typeface="+mn-ea"/>
                <a:cs typeface="+mn-cs"/>
              </a:rPr>
              <a:t>一般查</a:t>
            </a:r>
            <a:r>
              <a:rPr kumimoji="0" lang="en-US" altLang="zh-CN" sz="2800" b="1" i="0" u="none" strike="noStrike" kern="1200" cap="none" spc="0" normalizeH="0" baseline="0" noProof="0" dirty="0">
                <a:ln>
                  <a:noFill/>
                </a:ln>
                <a:solidFill>
                  <a:schemeClr val="tx2"/>
                </a:solidFill>
                <a:effectLst/>
                <a:uLnTx/>
                <a:uFillTx/>
                <a:latin typeface="+mn-ea"/>
                <a:ea typeface="+mn-ea"/>
                <a:cs typeface="+mn-cs"/>
              </a:rPr>
              <a:t>INTR</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位</a:t>
            </a:r>
            <a:endParaRPr kumimoji="0" lang="zh-CN" altLang="en-US" sz="28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n"/>
              <a:defRPr/>
            </a:pPr>
            <a:r>
              <a:rPr kumimoji="0" lang="en-US" altLang="zh-CN" sz="2800" b="1" i="0" u="none" strike="noStrike" kern="1200" cap="none" spc="0" normalizeH="0" baseline="0" noProof="0" dirty="0">
                <a:ln>
                  <a:noFill/>
                </a:ln>
                <a:solidFill>
                  <a:schemeClr val="tx2"/>
                </a:solidFill>
                <a:effectLst/>
                <a:uLnTx/>
                <a:uFillTx/>
                <a:latin typeface="+mn-ea"/>
                <a:ea typeface="+mn-ea"/>
                <a:cs typeface="+mn-cs"/>
              </a:rPr>
              <a:t>INTE</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位是通过按位置位</a:t>
            </a:r>
            <a:r>
              <a:rPr kumimoji="0" lang="en-US" altLang="zh-CN" sz="28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复位来设置</a:t>
            </a:r>
            <a:endParaRPr kumimoji="0" lang="zh-CN" altLang="en-US" sz="28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n"/>
              <a:defRPr/>
            </a:pPr>
            <a:endParaRPr kumimoji="0" lang="zh-CN" altLang="en-US" sz="2800" b="1" i="0" u="none" strike="noStrike" kern="1200" cap="none" spc="0" normalizeH="0" baseline="0" noProof="0" dirty="0">
              <a:ln>
                <a:noFill/>
              </a:ln>
              <a:solidFill>
                <a:schemeClr val="tx2"/>
              </a:solidFill>
              <a:effectLst/>
              <a:uLnTx/>
              <a:uFillTx/>
              <a:latin typeface="+mn-lt"/>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n"/>
              <a:defRPr/>
            </a:pPr>
            <a:endParaRPr kumimoji="0" lang="en-US" altLang="zh-CN" sz="2800" b="1" i="0" u="none" strike="noStrike" kern="1200" cap="none" spc="0" normalizeH="0" baseline="0" noProof="0" dirty="0">
              <a:ln>
                <a:noFill/>
              </a:ln>
              <a:solidFill>
                <a:schemeClr val="tx2"/>
              </a:solidFill>
              <a:effectLst/>
              <a:uLnTx/>
              <a:uFillTx/>
              <a:latin typeface="+mn-lt"/>
              <a:ea typeface="+mn-ea"/>
              <a:cs typeface="+mn-cs"/>
            </a:endParaRPr>
          </a:p>
        </p:txBody>
      </p:sp>
    </p:spTree>
  </p:cSld>
  <p:clrMapOvr>
    <a:masterClrMapping/>
  </p:clrMapOvr>
  <p:transition spd="slow">
    <p:zoom/>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58723" name="Rectangle 3"/>
          <p:cNvSpPr>
            <a:spLocks noGrp="1" noChangeArrowheads="1"/>
          </p:cNvSpPr>
          <p:nvPr>
            <p:ph idx="1"/>
          </p:nvPr>
        </p:nvSpPr>
        <p:spPr>
          <a:xfrm>
            <a:off x="473075" y="2079625"/>
            <a:ext cx="7194550" cy="4518025"/>
          </a:xfrm>
          <a:ln>
            <a:miter/>
          </a:ln>
        </p:spPr>
        <p:txBody>
          <a:bodyPr vert="horz" wrap="square" lIns="91440" tIns="45720" rIns="91440" bIns="45720" numCol="1" anchor="t" anchorCtr="0" compatLnSpc="1"/>
          <a:lstStyle/>
          <a:p>
            <a:pPr marL="342900" marR="0" lvl="0" indent="-342900" algn="l" defTabSz="914400" rtl="0" eaLnBrk="0" fontAlgn="base" latinLnBrk="0" hangingPunct="0">
              <a:lnSpc>
                <a:spcPct val="150000"/>
              </a:lnSpc>
              <a:spcBef>
                <a:spcPct val="20000"/>
              </a:spcBef>
              <a:spcAft>
                <a:spcPct val="5000"/>
              </a:spcAft>
              <a:buClr>
                <a:schemeClr val="folHlink"/>
              </a:buClr>
              <a:buSzPct val="60000"/>
              <a:buFont typeface="Wingdings" panose="05000000000000000000" pitchFamily="2" charset="2"/>
              <a:buChar char="n"/>
              <a:defRPr/>
            </a:pPr>
            <a:r>
              <a:rPr kumimoji="0" lang="zh-CN" altLang="en-US" sz="2400" b="1" i="0" u="none" strike="noStrike" kern="1200" cap="none" spc="0" normalizeH="0" baseline="0" noProof="0" dirty="0">
                <a:ln>
                  <a:noFill/>
                </a:ln>
                <a:solidFill>
                  <a:srgbClr val="A50021"/>
                </a:solidFill>
                <a:effectLst/>
                <a:uLnTx/>
                <a:uFillTx/>
                <a:latin typeface="+mn-ea"/>
                <a:ea typeface="+mn-ea"/>
                <a:cs typeface="+mn-cs"/>
              </a:rPr>
              <a:t>方式</a:t>
            </a:r>
            <a:r>
              <a:rPr kumimoji="0" lang="en-US" altLang="zh-CN" sz="2400" b="1" i="0" u="none" strike="noStrike" kern="1200" cap="none" spc="0" normalizeH="0" baseline="0" noProof="0" dirty="0">
                <a:ln>
                  <a:noFill/>
                </a:ln>
                <a:solidFill>
                  <a:srgbClr val="A50021"/>
                </a:solidFill>
                <a:effectLst/>
                <a:uLnTx/>
                <a:uFillTx/>
                <a:latin typeface="+mn-ea"/>
                <a:ea typeface="+mn-ea"/>
                <a:cs typeface="+mn-cs"/>
              </a:rPr>
              <a:t>0</a:t>
            </a:r>
            <a:r>
              <a:rPr kumimoji="0" lang="zh-CN" altLang="en-US" sz="2400" b="1" i="0" u="none" strike="noStrike" kern="1200" cap="none" spc="0" normalizeH="0" baseline="0" noProof="0" dirty="0">
                <a:ln>
                  <a:noFill/>
                </a:ln>
                <a:solidFill>
                  <a:srgbClr val="A50021"/>
                </a:solidFill>
                <a:effectLst/>
                <a:uLnTx/>
                <a:uFillTx/>
                <a:latin typeface="+mn-ea"/>
                <a:ea typeface="+mn-ea"/>
                <a:cs typeface="+mn-cs"/>
              </a:rPr>
              <a:t>：</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基本输入输出方式（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PA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PB</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和</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PC</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742950" marR="0" lvl="1" indent="-285750" algn="l" defTabSz="914400" rtl="0" eaLnBrk="0" fontAlgn="base" latinLnBrk="0" hangingPunct="0">
              <a:lnSpc>
                <a:spcPct val="150000"/>
              </a:lnSpc>
              <a:spcBef>
                <a:spcPct val="20000"/>
              </a:spcBef>
              <a:spcAft>
                <a:spcPct val="5000"/>
              </a:spcAft>
              <a:buClr>
                <a:schemeClr val="hlink"/>
              </a:buClr>
              <a:buSzPct val="55000"/>
              <a:buFont typeface="Wingdings" panose="05000000000000000000" pitchFamily="2" charset="2"/>
              <a:buChar char="n"/>
              <a:defRPr/>
            </a:pPr>
            <a:r>
              <a:rPr kumimoji="0" lang="zh-CN" altLang="en-US" sz="2400" b="1" i="0" u="none" strike="noStrike" kern="1200" cap="none" spc="0" normalizeH="0" baseline="0" noProof="0" dirty="0">
                <a:ln>
                  <a:noFill/>
                </a:ln>
                <a:solidFill>
                  <a:schemeClr val="tx1"/>
                </a:solidFill>
                <a:effectLst/>
                <a:uLnTx/>
                <a:uFillTx/>
                <a:latin typeface="+mn-ea"/>
                <a:ea typeface="+mn-ea"/>
                <a:cs typeface="+mn-cs"/>
              </a:rPr>
              <a:t>适用于</a:t>
            </a:r>
            <a:r>
              <a:rPr kumimoji="0" lang="zh-CN" altLang="en-US" sz="2400" b="1" i="0" u="none" strike="noStrike" kern="1200" cap="none" spc="0" normalizeH="0" baseline="0" noProof="0" dirty="0">
                <a:ln>
                  <a:noFill/>
                </a:ln>
                <a:solidFill>
                  <a:srgbClr val="FF0000"/>
                </a:solidFill>
                <a:effectLst/>
                <a:uLnTx/>
                <a:uFillTx/>
                <a:latin typeface="+mn-ea"/>
                <a:ea typeface="+mn-ea"/>
                <a:cs typeface="+mn-cs"/>
              </a:rPr>
              <a:t>无条件传送和查询方式</a:t>
            </a:r>
            <a:r>
              <a:rPr kumimoji="0" lang="zh-CN" altLang="en-US" sz="2400" b="1" i="0" u="none" strike="noStrike" kern="1200" cap="none" spc="0" normalizeH="0" baseline="0" noProof="0" dirty="0">
                <a:ln>
                  <a:noFill/>
                </a:ln>
                <a:solidFill>
                  <a:schemeClr val="tx1"/>
                </a:solidFill>
                <a:effectLst/>
                <a:uLnTx/>
                <a:uFillTx/>
                <a:latin typeface="+mn-ea"/>
                <a:ea typeface="+mn-ea"/>
                <a:cs typeface="+mn-cs"/>
              </a:rPr>
              <a:t>的接口电路</a:t>
            </a:r>
            <a:endParaRPr kumimoji="0" lang="zh-CN" altLang="en-US" sz="2400" b="1" i="0" u="none" strike="noStrike" kern="1200" cap="none" spc="0" normalizeH="0" baseline="0" noProof="0" dirty="0">
              <a:ln>
                <a:noFill/>
              </a:ln>
              <a:solidFill>
                <a:schemeClr val="tx1"/>
              </a:solidFill>
              <a:effectLst/>
              <a:uLnTx/>
              <a:uFillTx/>
              <a:latin typeface="+mn-ea"/>
              <a:ea typeface="+mn-ea"/>
              <a:cs typeface="+mn-cs"/>
            </a:endParaRPr>
          </a:p>
          <a:p>
            <a:pPr marL="342900" marR="0" lvl="0" indent="-342900" algn="l" defTabSz="914400" rtl="0" eaLnBrk="0" fontAlgn="base" latinLnBrk="0" hangingPunct="0">
              <a:lnSpc>
                <a:spcPct val="150000"/>
              </a:lnSpc>
              <a:spcBef>
                <a:spcPct val="20000"/>
              </a:spcBef>
              <a:spcAft>
                <a:spcPct val="5000"/>
              </a:spcAft>
              <a:buClr>
                <a:schemeClr val="folHlink"/>
              </a:buClr>
              <a:buSzPct val="60000"/>
              <a:buFont typeface="Wingdings" panose="05000000000000000000" pitchFamily="2" charset="2"/>
              <a:buChar char="n"/>
              <a:defRPr/>
            </a:pPr>
            <a:r>
              <a:rPr kumimoji="0" lang="zh-CN" altLang="en-US" sz="2400" b="1" i="0" u="none" strike="noStrike" kern="1200" cap="none" spc="0" normalizeH="0" baseline="0" noProof="0" dirty="0">
                <a:ln>
                  <a:noFill/>
                </a:ln>
                <a:solidFill>
                  <a:srgbClr val="A50021"/>
                </a:solidFill>
                <a:effectLst/>
                <a:uLnTx/>
                <a:uFillTx/>
                <a:latin typeface="+mn-ea"/>
                <a:ea typeface="+mn-ea"/>
                <a:cs typeface="+mn-cs"/>
              </a:rPr>
              <a:t>方式</a:t>
            </a:r>
            <a:r>
              <a:rPr kumimoji="0" lang="en-US" altLang="zh-CN" sz="2400" b="1" i="0" u="none" strike="noStrike" kern="1200" cap="none" spc="0" normalizeH="0" baseline="0" noProof="0" dirty="0">
                <a:ln>
                  <a:noFill/>
                </a:ln>
                <a:solidFill>
                  <a:srgbClr val="A50021"/>
                </a:solidFill>
                <a:effectLst/>
                <a:uLnTx/>
                <a:uFillTx/>
                <a:latin typeface="+mn-ea"/>
                <a:ea typeface="+mn-ea"/>
                <a:cs typeface="+mn-cs"/>
              </a:rPr>
              <a:t>1</a:t>
            </a:r>
            <a:r>
              <a:rPr kumimoji="0" lang="zh-CN" altLang="en-US" sz="2400" b="1" i="0" u="none" strike="noStrike" kern="1200" cap="none" spc="0" normalizeH="0" baseline="0" noProof="0" dirty="0">
                <a:ln>
                  <a:noFill/>
                </a:ln>
                <a:solidFill>
                  <a:srgbClr val="A50021"/>
                </a:solidFill>
                <a:effectLst/>
                <a:uLnTx/>
                <a:uFillTx/>
                <a:latin typeface="+mn-ea"/>
                <a:ea typeface="+mn-ea"/>
                <a:cs typeface="+mn-cs"/>
              </a:rPr>
              <a:t>：</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选通输入输出方式（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PA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和</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PB</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742950" marR="0" lvl="1" indent="-285750" algn="l" defTabSz="914400" rtl="0" eaLnBrk="0" fontAlgn="base" latinLnBrk="0" hangingPunct="0">
              <a:lnSpc>
                <a:spcPct val="150000"/>
              </a:lnSpc>
              <a:spcBef>
                <a:spcPct val="20000"/>
              </a:spcBef>
              <a:spcAft>
                <a:spcPct val="5000"/>
              </a:spcAft>
              <a:buClr>
                <a:schemeClr val="hlink"/>
              </a:buClr>
              <a:buSzPct val="55000"/>
              <a:buFont typeface="Wingdings" panose="05000000000000000000" pitchFamily="2" charset="2"/>
              <a:buChar char="n"/>
              <a:defRPr/>
            </a:pPr>
            <a:r>
              <a:rPr kumimoji="0" lang="zh-CN" altLang="en-US" sz="2400" b="1" i="0" u="none" strike="noStrike" kern="1200" cap="none" spc="0" normalizeH="0" baseline="0" noProof="0" dirty="0">
                <a:ln>
                  <a:noFill/>
                </a:ln>
                <a:solidFill>
                  <a:schemeClr val="tx1"/>
                </a:solidFill>
                <a:effectLst/>
                <a:uLnTx/>
                <a:uFillTx/>
                <a:latin typeface="+mn-ea"/>
                <a:ea typeface="+mn-ea"/>
                <a:cs typeface="+mn-cs"/>
              </a:rPr>
              <a:t>适用于</a:t>
            </a:r>
            <a:r>
              <a:rPr kumimoji="0" lang="zh-CN" altLang="en-US" sz="2400" b="1" i="0" u="none" strike="noStrike" kern="1200" cap="none" spc="0" normalizeH="0" baseline="0" noProof="0" dirty="0">
                <a:ln>
                  <a:noFill/>
                </a:ln>
                <a:solidFill>
                  <a:srgbClr val="FF0000"/>
                </a:solidFill>
                <a:effectLst/>
                <a:uLnTx/>
                <a:uFillTx/>
                <a:latin typeface="+mn-ea"/>
                <a:ea typeface="+mn-ea"/>
                <a:cs typeface="+mn-cs"/>
              </a:rPr>
              <a:t>查询和中断方式</a:t>
            </a:r>
            <a:r>
              <a:rPr kumimoji="0" lang="zh-CN" altLang="en-US" sz="2400" b="1" i="0" u="none" strike="noStrike" kern="1200" cap="none" spc="0" normalizeH="0" baseline="0" noProof="0" dirty="0">
                <a:ln>
                  <a:noFill/>
                </a:ln>
                <a:solidFill>
                  <a:schemeClr val="tx1"/>
                </a:solidFill>
                <a:effectLst/>
                <a:uLnTx/>
                <a:uFillTx/>
                <a:latin typeface="+mn-ea"/>
                <a:ea typeface="+mn-ea"/>
                <a:cs typeface="+mn-cs"/>
              </a:rPr>
              <a:t>的接口电路</a:t>
            </a:r>
            <a:endParaRPr kumimoji="0" lang="zh-CN" altLang="en-US" sz="2400" b="1" i="0" u="none" strike="noStrike" kern="1200" cap="none" spc="0" normalizeH="0" baseline="0" noProof="0" dirty="0">
              <a:ln>
                <a:noFill/>
              </a:ln>
              <a:solidFill>
                <a:schemeClr val="tx1"/>
              </a:solidFill>
              <a:effectLst/>
              <a:uLnTx/>
              <a:uFillTx/>
              <a:latin typeface="+mn-ea"/>
              <a:ea typeface="+mn-ea"/>
              <a:cs typeface="+mn-cs"/>
            </a:endParaRPr>
          </a:p>
          <a:p>
            <a:pPr marL="342900" marR="0" lvl="0" indent="-342900" algn="l" defTabSz="914400" rtl="0" eaLnBrk="0" fontAlgn="base" latinLnBrk="0" hangingPunct="0">
              <a:lnSpc>
                <a:spcPct val="150000"/>
              </a:lnSpc>
              <a:spcBef>
                <a:spcPct val="20000"/>
              </a:spcBef>
              <a:spcAft>
                <a:spcPct val="5000"/>
              </a:spcAft>
              <a:buClr>
                <a:schemeClr val="folHlink"/>
              </a:buClr>
              <a:buSzPct val="60000"/>
              <a:buFont typeface="Wingdings" panose="05000000000000000000" pitchFamily="2" charset="2"/>
              <a:buChar char="n"/>
              <a:defRPr/>
            </a:pPr>
            <a:r>
              <a:rPr kumimoji="0" lang="zh-CN" altLang="en-US" sz="2400" b="1" i="0" u="none" strike="noStrike" kern="1200" cap="none" spc="0" normalizeH="0" baseline="0" noProof="0" dirty="0">
                <a:ln>
                  <a:noFill/>
                </a:ln>
                <a:solidFill>
                  <a:srgbClr val="A50021"/>
                </a:solidFill>
                <a:effectLst/>
                <a:uLnTx/>
                <a:uFillTx/>
                <a:latin typeface="+mn-ea"/>
                <a:ea typeface="+mn-ea"/>
                <a:cs typeface="+mn-cs"/>
              </a:rPr>
              <a:t>方式</a:t>
            </a:r>
            <a:r>
              <a:rPr kumimoji="0" lang="en-US" altLang="zh-CN" sz="2400" b="1" i="0" u="none" strike="noStrike" kern="1200" cap="none" spc="0" normalizeH="0" baseline="0" noProof="0" dirty="0">
                <a:ln>
                  <a:noFill/>
                </a:ln>
                <a:solidFill>
                  <a:srgbClr val="A50021"/>
                </a:solidFill>
                <a:effectLst/>
                <a:uLnTx/>
                <a:uFillTx/>
                <a:latin typeface="+mn-ea"/>
                <a:ea typeface="+mn-ea"/>
                <a:cs typeface="+mn-cs"/>
              </a:rPr>
              <a:t>2</a:t>
            </a:r>
            <a:r>
              <a:rPr kumimoji="0" lang="zh-CN" altLang="en-US" sz="2400" b="1" i="0" u="none" strike="noStrike" kern="1200" cap="none" spc="0" normalizeH="0" baseline="0" noProof="0" dirty="0">
                <a:ln>
                  <a:noFill/>
                </a:ln>
                <a:solidFill>
                  <a:srgbClr val="A50021"/>
                </a:solidFill>
                <a:effectLst/>
                <a:uLnTx/>
                <a:uFillTx/>
                <a:latin typeface="+mn-ea"/>
                <a:ea typeface="+mn-ea"/>
                <a:cs typeface="+mn-cs"/>
              </a:rPr>
              <a:t>：</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双向选通传送方式（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PA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742950" marR="0" lvl="1" indent="-285750" algn="l" defTabSz="914400" rtl="0" eaLnBrk="0" fontAlgn="base" latinLnBrk="0" hangingPunct="0">
              <a:lnSpc>
                <a:spcPct val="150000"/>
              </a:lnSpc>
              <a:spcBef>
                <a:spcPct val="20000"/>
              </a:spcBef>
              <a:spcAft>
                <a:spcPct val="5000"/>
              </a:spcAft>
              <a:buClr>
                <a:schemeClr val="hlink"/>
              </a:buClr>
              <a:buSzPct val="55000"/>
              <a:buFont typeface="Wingdings" panose="05000000000000000000" pitchFamily="2" charset="2"/>
              <a:buChar char="n"/>
              <a:defRPr/>
            </a:pPr>
            <a:r>
              <a:rPr kumimoji="0" lang="zh-CN" altLang="en-US" sz="2400" b="1" i="0" u="none" strike="noStrike" kern="1200" cap="none" spc="0" normalizeH="0" baseline="0" noProof="0" dirty="0">
                <a:ln>
                  <a:noFill/>
                </a:ln>
                <a:solidFill>
                  <a:schemeClr val="tx1"/>
                </a:solidFill>
                <a:effectLst/>
                <a:uLnTx/>
                <a:uFillTx/>
                <a:latin typeface="+mn-ea"/>
                <a:ea typeface="+mn-ea"/>
                <a:cs typeface="+mn-cs"/>
              </a:rPr>
              <a:t>适用于与双向传送数据的外设</a:t>
            </a:r>
            <a:endParaRPr kumimoji="0" lang="zh-CN" altLang="en-US" sz="2400" b="1" i="0" u="none" strike="noStrike" kern="1200" cap="none" spc="0" normalizeH="0" baseline="0" noProof="0" dirty="0">
              <a:ln>
                <a:noFill/>
              </a:ln>
              <a:solidFill>
                <a:schemeClr val="tx1"/>
              </a:solidFill>
              <a:effectLst/>
              <a:uLnTx/>
              <a:uFillTx/>
              <a:latin typeface="+mn-ea"/>
              <a:ea typeface="+mn-ea"/>
              <a:cs typeface="+mn-cs"/>
            </a:endParaRPr>
          </a:p>
          <a:p>
            <a:pPr marL="742950" marR="0" lvl="1" indent="-285750" algn="l" defTabSz="914400" rtl="0" eaLnBrk="0" fontAlgn="base" latinLnBrk="0" hangingPunct="0">
              <a:lnSpc>
                <a:spcPct val="150000"/>
              </a:lnSpc>
              <a:spcBef>
                <a:spcPct val="20000"/>
              </a:spcBef>
              <a:spcAft>
                <a:spcPct val="5000"/>
              </a:spcAft>
              <a:buClr>
                <a:schemeClr val="hlink"/>
              </a:buClr>
              <a:buSzPct val="55000"/>
              <a:buFont typeface="Wingdings" panose="05000000000000000000" pitchFamily="2" charset="2"/>
              <a:buChar char="n"/>
              <a:defRPr/>
            </a:pPr>
            <a:r>
              <a:rPr kumimoji="0" lang="zh-CN" altLang="en-US" sz="2400" b="1" i="0" u="none" strike="noStrike" kern="1200" cap="none" spc="0" normalizeH="0" baseline="0" noProof="0" dirty="0">
                <a:ln>
                  <a:noFill/>
                </a:ln>
                <a:solidFill>
                  <a:schemeClr val="tx1"/>
                </a:solidFill>
                <a:effectLst/>
                <a:uLnTx/>
                <a:uFillTx/>
                <a:latin typeface="+mn-ea"/>
                <a:ea typeface="+mn-ea"/>
                <a:cs typeface="+mn-cs"/>
              </a:rPr>
              <a:t>适用于</a:t>
            </a:r>
            <a:r>
              <a:rPr kumimoji="0" lang="zh-CN" altLang="en-US" sz="2400" b="1" i="0" u="none" strike="noStrike" kern="1200" cap="none" spc="0" normalizeH="0" baseline="0" noProof="0" dirty="0">
                <a:ln>
                  <a:noFill/>
                </a:ln>
                <a:solidFill>
                  <a:srgbClr val="FF0000"/>
                </a:solidFill>
                <a:effectLst/>
                <a:uLnTx/>
                <a:uFillTx/>
                <a:latin typeface="+mn-ea"/>
                <a:ea typeface="+mn-ea"/>
                <a:cs typeface="+mn-cs"/>
              </a:rPr>
              <a:t>查询和中断方式</a:t>
            </a:r>
            <a:r>
              <a:rPr kumimoji="0" lang="zh-CN" altLang="en-US" sz="2400" b="1" i="0" u="none" strike="noStrike" kern="1200" cap="none" spc="0" normalizeH="0" baseline="0" noProof="0" dirty="0">
                <a:ln>
                  <a:noFill/>
                </a:ln>
                <a:solidFill>
                  <a:schemeClr val="tx1"/>
                </a:solidFill>
                <a:effectLst/>
                <a:uLnTx/>
                <a:uFillTx/>
                <a:latin typeface="+mn-ea"/>
                <a:ea typeface="+mn-ea"/>
                <a:cs typeface="+mn-cs"/>
              </a:rPr>
              <a:t>的接口电路</a:t>
            </a:r>
            <a:endParaRPr kumimoji="0" lang="zh-CN" altLang="en-US" sz="2400" b="1" i="0" u="none" strike="noStrike" kern="1200" cap="none" spc="0" normalizeH="0" baseline="0" noProof="0" dirty="0">
              <a:ln>
                <a:noFill/>
              </a:ln>
              <a:solidFill>
                <a:schemeClr val="tx1"/>
              </a:solidFill>
              <a:effectLst/>
              <a:uLnTx/>
              <a:uFillTx/>
              <a:latin typeface="+mn-ea"/>
              <a:ea typeface="+mn-ea"/>
              <a:cs typeface="+mn-cs"/>
            </a:endParaRPr>
          </a:p>
        </p:txBody>
      </p:sp>
      <p:sp>
        <p:nvSpPr>
          <p:cNvPr id="4" name="Rectangle 2"/>
          <p:cNvSpPr>
            <a:spLocks noGrp="1" noChangeArrowheads="1"/>
          </p:cNvSpPr>
          <p:nvPr>
            <p:ph type="title"/>
          </p:nvPr>
        </p:nvSpPr>
        <p:spPr>
          <a:xfrm>
            <a:off x="900113" y="836613"/>
            <a:ext cx="4356100" cy="885825"/>
          </a:xfrm>
          <a:ln>
            <a:miter/>
          </a:ln>
        </p:spPr>
        <p:txBody>
          <a:bodyPr vert="horz" wrap="square" lIns="91440" tIns="45720" rIns="91440" bIns="45720" numCol="1" anchor="b"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4000" b="0" i="0" u="none" strike="noStrike" kern="1200" cap="none" spc="0" normalizeH="0" baseline="0" noProof="0" dirty="0">
                <a:ln>
                  <a:noFill/>
                </a:ln>
                <a:solidFill>
                  <a:srgbClr val="800000"/>
                </a:solidFill>
                <a:effectLst/>
                <a:uLnTx/>
                <a:uFillTx/>
                <a:latin typeface="+mj-ea"/>
                <a:ea typeface="+mj-ea"/>
                <a:cs typeface="+mj-cs"/>
              </a:rPr>
              <a:t> 7.2.4 </a:t>
            </a:r>
            <a:r>
              <a:rPr kumimoji="0" lang="zh-CN" altLang="en-US" sz="4000" b="0" i="0" u="none" strike="noStrike" kern="1200" cap="none" spc="0" normalizeH="0" baseline="0" noProof="0" dirty="0">
                <a:ln>
                  <a:noFill/>
                </a:ln>
                <a:solidFill>
                  <a:srgbClr val="800000"/>
                </a:solidFill>
                <a:effectLst/>
                <a:uLnTx/>
                <a:uFillTx/>
                <a:latin typeface="+mj-ea"/>
                <a:ea typeface="+mj-ea"/>
                <a:cs typeface="+mj-cs"/>
              </a:rPr>
              <a:t>工作方式</a:t>
            </a:r>
            <a:endParaRPr kumimoji="0" lang="zh-CN" altLang="en-US" sz="4000" b="0" i="0" u="none" strike="noStrike" kern="1200" cap="none" spc="0" normalizeH="0" baseline="0" noProof="0" dirty="0">
              <a:ln>
                <a:noFill/>
              </a:ln>
              <a:solidFill>
                <a:srgbClr val="800000"/>
              </a:solidFill>
              <a:effectLst/>
              <a:uLnTx/>
              <a:uFillTx/>
              <a:latin typeface="+mj-ea"/>
              <a:ea typeface="+mj-ea"/>
              <a:cs typeface="+mj-cs"/>
            </a:endParaRPr>
          </a:p>
        </p:txBody>
      </p:sp>
    </p:spTree>
  </p:cSld>
  <p:clrMapOvr>
    <a:masterClrMapping/>
  </p:clrMapOvr>
  <p:transition spd="slow">
    <p:zoom/>
  </p:transition>
</p:sld>
</file>

<file path=ppt/slides/slide1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264194" name="Rectangle 2"/>
          <p:cNvSpPr/>
          <p:nvPr/>
        </p:nvSpPr>
        <p:spPr>
          <a:xfrm>
            <a:off x="250825" y="103188"/>
            <a:ext cx="8642350" cy="6419850"/>
          </a:xfrm>
          <a:prstGeom prst="rect">
            <a:avLst/>
          </a:prstGeom>
          <a:noFill/>
          <a:ln w="9525">
            <a:noFill/>
          </a:ln>
        </p:spPr>
        <p:txBody>
          <a:bodyPr lIns="90000" tIns="46800" rIns="90000" bIns="4680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35000"/>
              </a:spcBef>
              <a:spcAft>
                <a:spcPct val="0"/>
              </a:spcAft>
              <a:buClr>
                <a:schemeClr val="accent2"/>
              </a:buClr>
              <a:buSzPct val="70000"/>
              <a:buNone/>
            </a:pPr>
            <a:r>
              <a:rPr lang="en-US" altLang="zh-CN" sz="4000" dirty="0">
                <a:solidFill>
                  <a:srgbClr val="C00000"/>
                </a:solidFill>
                <a:latin typeface="隶书" panose="02010509060101010101" pitchFamily="49" charset="-122"/>
                <a:ea typeface="隶书" panose="02010509060101010101" pitchFamily="49" charset="-122"/>
              </a:rPr>
              <a:t>A:</a:t>
            </a:r>
            <a:r>
              <a:rPr lang="zh-CN" altLang="en-US" sz="4000" dirty="0">
                <a:solidFill>
                  <a:srgbClr val="C00000"/>
                </a:solidFill>
                <a:latin typeface="隶书" panose="02010509060101010101" pitchFamily="49" charset="-122"/>
                <a:ea typeface="隶书" panose="02010509060101010101" pitchFamily="49" charset="-122"/>
              </a:rPr>
              <a:t>方式</a:t>
            </a:r>
            <a:r>
              <a:rPr lang="en-US" altLang="zh-CN" sz="4000" dirty="0">
                <a:solidFill>
                  <a:srgbClr val="C00000"/>
                </a:solidFill>
                <a:latin typeface="隶书" panose="02010509060101010101" pitchFamily="49" charset="-122"/>
                <a:ea typeface="隶书" panose="02010509060101010101" pitchFamily="49" charset="-122"/>
              </a:rPr>
              <a:t>0 — </a:t>
            </a:r>
            <a:r>
              <a:rPr lang="zh-CN" altLang="en-US" sz="4000" dirty="0">
                <a:solidFill>
                  <a:srgbClr val="C00000"/>
                </a:solidFill>
                <a:latin typeface="隶书" panose="02010509060101010101" pitchFamily="49" charset="-122"/>
                <a:ea typeface="隶书" panose="02010509060101010101" pitchFamily="49" charset="-122"/>
              </a:rPr>
              <a:t>基本输入输出方式</a:t>
            </a:r>
            <a:endParaRPr lang="zh-CN" altLang="en-US" sz="4000" dirty="0">
              <a:solidFill>
                <a:srgbClr val="C00000"/>
              </a:solidFill>
              <a:latin typeface="隶书" panose="02010509060101010101" pitchFamily="49" charset="-122"/>
              <a:ea typeface="隶书" panose="02010509060101010101" pitchFamily="49" charset="-122"/>
            </a:endParaRPr>
          </a:p>
          <a:p>
            <a:pPr marL="0" lvl="0" indent="0" eaLnBrk="1" hangingPunct="1">
              <a:lnSpc>
                <a:spcPct val="100000"/>
              </a:lnSpc>
              <a:spcBef>
                <a:spcPct val="35000"/>
              </a:spcBef>
              <a:spcAft>
                <a:spcPct val="0"/>
              </a:spcAft>
              <a:buClr>
                <a:schemeClr val="accent2"/>
              </a:buClr>
              <a:buSzPct val="70000"/>
              <a:buFont typeface="Arial" panose="020B0604020202020204" pitchFamily="34" charset="0"/>
              <a:buNone/>
            </a:pPr>
            <a:r>
              <a:rPr lang="zh-CN" altLang="en-US" sz="2000" dirty="0">
                <a:solidFill>
                  <a:schemeClr val="tx1"/>
                </a:solidFill>
              </a:rPr>
              <a:t>（</a:t>
            </a:r>
            <a:r>
              <a:rPr lang="en-US" altLang="zh-CN" sz="2000" dirty="0">
                <a:solidFill>
                  <a:schemeClr val="tx1"/>
                </a:solidFill>
              </a:rPr>
              <a:t>1</a:t>
            </a:r>
            <a:r>
              <a:rPr lang="zh-CN" altLang="en-US" sz="2000" dirty="0">
                <a:solidFill>
                  <a:schemeClr val="tx1"/>
                </a:solidFill>
              </a:rPr>
              <a:t>） </a:t>
            </a:r>
            <a:r>
              <a:rPr lang="zh-CN" altLang="zh-CN" sz="2000" dirty="0">
                <a:solidFill>
                  <a:schemeClr val="tx1"/>
                </a:solidFill>
              </a:rPr>
              <a:t>端口</a:t>
            </a:r>
            <a:r>
              <a:rPr lang="en-US" altLang="zh-CN" sz="2000" dirty="0">
                <a:solidFill>
                  <a:schemeClr val="tx1"/>
                </a:solidFill>
              </a:rPr>
              <a:t>A</a:t>
            </a:r>
            <a:r>
              <a:rPr lang="zh-CN" altLang="en-US" sz="2000" dirty="0">
                <a:solidFill>
                  <a:schemeClr val="tx1"/>
                </a:solidFill>
              </a:rPr>
              <a:t>、</a:t>
            </a:r>
            <a:r>
              <a:rPr lang="en-US" altLang="zh-CN" sz="2000" dirty="0">
                <a:solidFill>
                  <a:schemeClr val="tx1"/>
                </a:solidFill>
              </a:rPr>
              <a:t>B</a:t>
            </a:r>
            <a:r>
              <a:rPr lang="zh-CN" altLang="zh-CN" sz="2000" dirty="0">
                <a:solidFill>
                  <a:schemeClr val="tx1"/>
                </a:solidFill>
              </a:rPr>
              <a:t>和C（</a:t>
            </a:r>
            <a:r>
              <a:rPr lang="en-US" altLang="zh-CN" sz="2000" dirty="0">
                <a:solidFill>
                  <a:schemeClr val="tx1"/>
                </a:solidFill>
              </a:rPr>
              <a:t>PC7~PC4</a:t>
            </a:r>
            <a:r>
              <a:rPr lang="zh-CN" altLang="en-US" sz="2000" dirty="0">
                <a:solidFill>
                  <a:schemeClr val="tx1"/>
                </a:solidFill>
              </a:rPr>
              <a:t>及</a:t>
            </a:r>
            <a:r>
              <a:rPr lang="en-US" altLang="en-US" sz="2000" dirty="0">
                <a:solidFill>
                  <a:schemeClr val="tx1"/>
                </a:solidFill>
              </a:rPr>
              <a:t>PC3~PC0</a:t>
            </a:r>
            <a:r>
              <a:rPr lang="zh-CN" altLang="en-US" sz="2000" dirty="0">
                <a:solidFill>
                  <a:schemeClr val="tx1"/>
                </a:solidFill>
              </a:rPr>
              <a:t>）都可工作于输入</a:t>
            </a:r>
            <a:r>
              <a:rPr lang="zh-CN" altLang="en-US" sz="2000" dirty="0"/>
              <a:t>或</a:t>
            </a:r>
            <a:r>
              <a:rPr lang="zh-CN" altLang="en-US" sz="2000" dirty="0">
                <a:solidFill>
                  <a:schemeClr val="tx1"/>
                </a:solidFill>
              </a:rPr>
              <a:t>输出。</a:t>
            </a:r>
            <a:endParaRPr lang="zh-CN" altLang="en-US" sz="2000" dirty="0">
              <a:solidFill>
                <a:schemeClr val="tx1"/>
              </a:solidFill>
            </a:endParaRPr>
          </a:p>
          <a:p>
            <a:pPr marL="0" lvl="0" indent="0" eaLnBrk="1" hangingPunct="1">
              <a:lnSpc>
                <a:spcPct val="100000"/>
              </a:lnSpc>
              <a:spcBef>
                <a:spcPct val="10000"/>
              </a:spcBef>
              <a:spcAft>
                <a:spcPct val="0"/>
              </a:spcAft>
              <a:buClrTx/>
              <a:buSzTx/>
              <a:buFont typeface="Arial" panose="020B0604020202020204" pitchFamily="34" charset="0"/>
              <a:buNone/>
            </a:pPr>
            <a:r>
              <a:rPr lang="zh-CN" altLang="en-US" sz="2000" dirty="0">
                <a:solidFill>
                  <a:schemeClr val="tx1"/>
                </a:solidFill>
              </a:rPr>
              <a:t>三个端口无必然联系，各端口</a:t>
            </a:r>
            <a:r>
              <a:rPr lang="zh-CN" altLang="en-US" sz="2000" dirty="0"/>
              <a:t>输入输出组合共有</a:t>
            </a:r>
            <a:r>
              <a:rPr lang="en-US" altLang="zh-CN" sz="2000" dirty="0"/>
              <a:t>16</a:t>
            </a:r>
            <a:r>
              <a:rPr lang="zh-CN" altLang="en-US" sz="2000" dirty="0"/>
              <a:t>种</a:t>
            </a:r>
            <a:r>
              <a:rPr lang="zh-CN" altLang="en-US" sz="2000" dirty="0">
                <a:solidFill>
                  <a:schemeClr val="tx1"/>
                </a:solidFill>
              </a:rPr>
              <a:t>，可适用于多种用途。</a:t>
            </a:r>
            <a:endParaRPr lang="zh-CN" altLang="en-US" sz="2000" dirty="0">
              <a:solidFill>
                <a:schemeClr val="tx1"/>
              </a:solidFill>
            </a:endParaRPr>
          </a:p>
          <a:p>
            <a:pPr marL="0" lvl="0" indent="0" eaLnBrk="1" hangingPunct="1">
              <a:lnSpc>
                <a:spcPct val="100000"/>
              </a:lnSpc>
              <a:spcBef>
                <a:spcPct val="35000"/>
              </a:spcBef>
              <a:spcAft>
                <a:spcPct val="0"/>
              </a:spcAft>
              <a:buClr>
                <a:schemeClr val="accent2"/>
              </a:buClr>
              <a:buSzPct val="70000"/>
              <a:buFont typeface="Arial" panose="020B0604020202020204" pitchFamily="34" charset="0"/>
              <a:buNone/>
            </a:pPr>
            <a:r>
              <a:rPr lang="zh-CN" altLang="en-US" sz="2000" dirty="0">
                <a:solidFill>
                  <a:schemeClr val="tx1"/>
                </a:solidFill>
              </a:rPr>
              <a:t>（</a:t>
            </a:r>
            <a:r>
              <a:rPr lang="en-US" altLang="zh-CN" sz="2000" dirty="0">
                <a:solidFill>
                  <a:schemeClr val="tx1"/>
                </a:solidFill>
              </a:rPr>
              <a:t>2</a:t>
            </a:r>
            <a:r>
              <a:rPr lang="zh-CN" altLang="en-US" sz="2000" dirty="0">
                <a:solidFill>
                  <a:schemeClr val="tx1"/>
                </a:solidFill>
              </a:rPr>
              <a:t>）对</a:t>
            </a:r>
            <a:r>
              <a:rPr lang="en-US" altLang="zh-CN" sz="2000" dirty="0">
                <a:solidFill>
                  <a:schemeClr val="tx1"/>
                </a:solidFill>
              </a:rPr>
              <a:t>C</a:t>
            </a:r>
            <a:r>
              <a:rPr lang="zh-CN" altLang="en-US" sz="2000" dirty="0">
                <a:solidFill>
                  <a:schemeClr val="tx1"/>
                </a:solidFill>
              </a:rPr>
              <a:t>口，其高低</a:t>
            </a:r>
            <a:r>
              <a:rPr lang="en-US" altLang="zh-CN" sz="2000" dirty="0">
                <a:solidFill>
                  <a:schemeClr val="tx1"/>
                </a:solidFill>
              </a:rPr>
              <a:t>4</a:t>
            </a:r>
            <a:r>
              <a:rPr lang="zh-CN" altLang="en-US" sz="2000" dirty="0">
                <a:solidFill>
                  <a:schemeClr val="tx1"/>
                </a:solidFill>
              </a:rPr>
              <a:t>位两部分可相同（同为输入或输出）也可不同。但对端口</a:t>
            </a:r>
            <a:r>
              <a:rPr lang="en-US" altLang="zh-CN" sz="2000" dirty="0">
                <a:solidFill>
                  <a:schemeClr val="tx1"/>
                </a:solidFill>
              </a:rPr>
              <a:t>8</a:t>
            </a:r>
            <a:r>
              <a:rPr lang="zh-CN" altLang="en-US" sz="2000" dirty="0">
                <a:solidFill>
                  <a:schemeClr val="tx1"/>
                </a:solidFill>
              </a:rPr>
              <a:t>位的读写是在一条指令中作为整体来操作，可采用以下措施：</a:t>
            </a:r>
            <a:endParaRPr lang="zh-CN" altLang="en-US" sz="2000" dirty="0">
              <a:solidFill>
                <a:schemeClr val="tx1"/>
              </a:solidFill>
            </a:endParaRPr>
          </a:p>
          <a:p>
            <a:pPr marL="0" lvl="0" indent="0" eaLnBrk="1" hangingPunct="1">
              <a:lnSpc>
                <a:spcPct val="100000"/>
              </a:lnSpc>
              <a:spcBef>
                <a:spcPct val="10000"/>
              </a:spcBef>
              <a:spcAft>
                <a:spcPct val="0"/>
              </a:spcAft>
              <a:buClrTx/>
              <a:buSzTx/>
              <a:buFont typeface="Arial" panose="020B0604020202020204" pitchFamily="34" charset="0"/>
              <a:buNone/>
            </a:pPr>
            <a:r>
              <a:rPr lang="zh-CN" altLang="en-US" sz="2000" dirty="0">
                <a:solidFill>
                  <a:schemeClr val="tx1"/>
                </a:solidFill>
                <a:latin typeface="宋体" panose="02010600030101010101" pitchFamily="2" charset="-122"/>
              </a:rPr>
              <a:t>    </a:t>
            </a:r>
            <a:r>
              <a:rPr lang="en-US" altLang="zh-CN" sz="2000" dirty="0">
                <a:solidFill>
                  <a:srgbClr val="0070C0"/>
                </a:solidFill>
                <a:latin typeface="楷体_GB2312" pitchFamily="1" charset="-122"/>
              </a:rPr>
              <a:t>CPU     </a:t>
            </a:r>
            <a:r>
              <a:rPr lang="zh-CN" altLang="en-US" sz="2000" dirty="0">
                <a:solidFill>
                  <a:srgbClr val="0070C0"/>
                </a:solidFill>
                <a:latin typeface="楷体_GB2312" pitchFamily="1" charset="-122"/>
              </a:rPr>
              <a:t>高</a:t>
            </a:r>
            <a:r>
              <a:rPr lang="en-US" altLang="zh-CN" sz="2000" dirty="0">
                <a:solidFill>
                  <a:srgbClr val="0070C0"/>
                </a:solidFill>
                <a:latin typeface="楷体_GB2312" pitchFamily="1" charset="-122"/>
              </a:rPr>
              <a:t>4      </a:t>
            </a:r>
            <a:r>
              <a:rPr lang="zh-CN" altLang="en-US" sz="2000" dirty="0">
                <a:solidFill>
                  <a:srgbClr val="0070C0"/>
                </a:solidFill>
                <a:latin typeface="楷体_GB2312" pitchFamily="1" charset="-122"/>
              </a:rPr>
              <a:t>低</a:t>
            </a:r>
            <a:r>
              <a:rPr lang="en-US" altLang="zh-CN" sz="2000" dirty="0">
                <a:solidFill>
                  <a:srgbClr val="0070C0"/>
                </a:solidFill>
                <a:latin typeface="楷体_GB2312" pitchFamily="1" charset="-122"/>
              </a:rPr>
              <a:t>4   </a:t>
            </a:r>
            <a:endParaRPr lang="en-US" altLang="zh-CN" sz="2000" dirty="0">
              <a:solidFill>
                <a:srgbClr val="0070C0"/>
              </a:solidFill>
              <a:latin typeface="楷体_GB2312" pitchFamily="1" charset="-122"/>
            </a:endParaRPr>
          </a:p>
          <a:p>
            <a:pPr marL="0" lvl="0" indent="0" eaLnBrk="1" hangingPunct="1">
              <a:lnSpc>
                <a:spcPct val="100000"/>
              </a:lnSpc>
              <a:spcBef>
                <a:spcPct val="10000"/>
              </a:spcBef>
              <a:spcAft>
                <a:spcPct val="0"/>
              </a:spcAft>
              <a:buClrTx/>
              <a:buSzTx/>
              <a:buFont typeface="Arial" panose="020B0604020202020204" pitchFamily="34" charset="0"/>
              <a:buNone/>
            </a:pPr>
            <a:r>
              <a:rPr lang="en-US" altLang="zh-CN" sz="2000" dirty="0">
                <a:solidFill>
                  <a:srgbClr val="0070C0"/>
                </a:solidFill>
                <a:latin typeface="楷体_GB2312" pitchFamily="1" charset="-122"/>
              </a:rPr>
              <a:t>    IN      </a:t>
            </a:r>
            <a:r>
              <a:rPr lang="zh-CN" altLang="en-US" sz="2000" dirty="0">
                <a:solidFill>
                  <a:srgbClr val="0070C0"/>
                </a:solidFill>
                <a:latin typeface="楷体_GB2312" pitchFamily="1" charset="-122"/>
              </a:rPr>
              <a:t>入		出	必须屏蔽低四位</a:t>
            </a:r>
            <a:endParaRPr lang="zh-CN" altLang="en-US" sz="2000" dirty="0">
              <a:solidFill>
                <a:srgbClr val="0070C0"/>
              </a:solidFill>
              <a:latin typeface="楷体_GB2312" pitchFamily="1" charset="-122"/>
            </a:endParaRPr>
          </a:p>
          <a:p>
            <a:pPr marL="0" lvl="0" indent="0" eaLnBrk="1" hangingPunct="1">
              <a:lnSpc>
                <a:spcPct val="100000"/>
              </a:lnSpc>
              <a:spcBef>
                <a:spcPct val="10000"/>
              </a:spcBef>
              <a:spcAft>
                <a:spcPct val="0"/>
              </a:spcAft>
              <a:buClrTx/>
              <a:buSzTx/>
              <a:buFont typeface="Arial" panose="020B0604020202020204" pitchFamily="34" charset="0"/>
              <a:buNone/>
            </a:pPr>
            <a:r>
              <a:rPr lang="zh-CN" altLang="en-US" sz="2000" dirty="0">
                <a:solidFill>
                  <a:srgbClr val="0070C0"/>
                </a:solidFill>
                <a:latin typeface="楷体_GB2312" pitchFamily="1" charset="-122"/>
              </a:rPr>
              <a:t>    </a:t>
            </a:r>
            <a:r>
              <a:rPr lang="en-US" altLang="zh-CN" sz="2000" dirty="0">
                <a:solidFill>
                  <a:srgbClr val="0070C0"/>
                </a:solidFill>
                <a:latin typeface="楷体_GB2312" pitchFamily="1" charset="-122"/>
              </a:rPr>
              <a:t>IN      </a:t>
            </a:r>
            <a:r>
              <a:rPr lang="zh-CN" altLang="en-US" sz="2000" dirty="0">
                <a:solidFill>
                  <a:srgbClr val="0070C0"/>
                </a:solidFill>
                <a:latin typeface="楷体_GB2312" pitchFamily="1" charset="-122"/>
              </a:rPr>
              <a:t>出		入	必须屏蔽高四位</a:t>
            </a:r>
            <a:endParaRPr lang="zh-CN" altLang="en-US" sz="2000" dirty="0">
              <a:solidFill>
                <a:srgbClr val="0070C0"/>
              </a:solidFill>
              <a:latin typeface="楷体_GB2312" pitchFamily="1" charset="-122"/>
            </a:endParaRPr>
          </a:p>
          <a:p>
            <a:pPr marL="0" lvl="0" indent="0" eaLnBrk="1" hangingPunct="1">
              <a:lnSpc>
                <a:spcPct val="100000"/>
              </a:lnSpc>
              <a:spcBef>
                <a:spcPct val="10000"/>
              </a:spcBef>
              <a:spcAft>
                <a:spcPct val="0"/>
              </a:spcAft>
              <a:buClrTx/>
              <a:buSzTx/>
              <a:buFont typeface="Arial" panose="020B0604020202020204" pitchFamily="34" charset="0"/>
              <a:buNone/>
            </a:pPr>
            <a:r>
              <a:rPr lang="zh-CN" altLang="en-US" sz="2000" dirty="0">
                <a:solidFill>
                  <a:srgbClr val="0070C0"/>
                </a:solidFill>
                <a:latin typeface="楷体_GB2312" pitchFamily="1" charset="-122"/>
              </a:rPr>
              <a:t>    </a:t>
            </a:r>
            <a:r>
              <a:rPr lang="en-US" altLang="zh-CN" sz="2000" dirty="0">
                <a:solidFill>
                  <a:srgbClr val="0070C0"/>
                </a:solidFill>
                <a:latin typeface="楷体_GB2312" pitchFamily="1" charset="-122"/>
              </a:rPr>
              <a:t>IN      </a:t>
            </a:r>
            <a:r>
              <a:rPr lang="zh-CN" altLang="en-US" sz="2000" dirty="0">
                <a:solidFill>
                  <a:srgbClr val="0070C0"/>
                </a:solidFill>
                <a:latin typeface="楷体_GB2312" pitchFamily="1" charset="-122"/>
              </a:rPr>
              <a:t>入		入	读入的</a:t>
            </a:r>
            <a:r>
              <a:rPr lang="en-US" altLang="zh-CN" sz="2000" dirty="0">
                <a:solidFill>
                  <a:srgbClr val="0070C0"/>
                </a:solidFill>
                <a:latin typeface="楷体_GB2312" pitchFamily="1" charset="-122"/>
              </a:rPr>
              <a:t>8</a:t>
            </a:r>
            <a:r>
              <a:rPr lang="zh-CN" altLang="en-US" sz="2000" dirty="0">
                <a:solidFill>
                  <a:srgbClr val="0070C0"/>
                </a:solidFill>
                <a:latin typeface="楷体_GB2312" pitchFamily="1" charset="-122"/>
              </a:rPr>
              <a:t>位均有用</a:t>
            </a:r>
            <a:endParaRPr lang="zh-CN" altLang="en-US" sz="2000" dirty="0">
              <a:solidFill>
                <a:srgbClr val="0070C0"/>
              </a:solidFill>
              <a:latin typeface="楷体_GB2312" pitchFamily="1" charset="-122"/>
            </a:endParaRPr>
          </a:p>
          <a:p>
            <a:pPr marL="0" lvl="0" indent="0" eaLnBrk="1" hangingPunct="1">
              <a:lnSpc>
                <a:spcPct val="100000"/>
              </a:lnSpc>
              <a:spcBef>
                <a:spcPct val="10000"/>
              </a:spcBef>
              <a:spcAft>
                <a:spcPct val="0"/>
              </a:spcAft>
              <a:buClrTx/>
              <a:buSzTx/>
              <a:buFont typeface="Arial" panose="020B0604020202020204" pitchFamily="34" charset="0"/>
              <a:buNone/>
            </a:pPr>
            <a:r>
              <a:rPr lang="zh-CN" altLang="en-US" sz="2000" dirty="0">
                <a:solidFill>
                  <a:srgbClr val="0070C0"/>
                </a:solidFill>
                <a:latin typeface="楷体_GB2312" pitchFamily="1" charset="-122"/>
              </a:rPr>
              <a:t>    </a:t>
            </a:r>
            <a:r>
              <a:rPr lang="en-US" altLang="zh-CN" sz="2000" dirty="0">
                <a:solidFill>
                  <a:srgbClr val="0070C0"/>
                </a:solidFill>
                <a:latin typeface="楷体_GB2312" pitchFamily="1" charset="-122"/>
              </a:rPr>
              <a:t>OUT     </a:t>
            </a:r>
            <a:r>
              <a:rPr lang="zh-CN" altLang="en-US" sz="2000" dirty="0">
                <a:solidFill>
                  <a:srgbClr val="0070C0"/>
                </a:solidFill>
                <a:latin typeface="楷体_GB2312" pitchFamily="1" charset="-122"/>
              </a:rPr>
              <a:t>入		出	输出数据只设在低</a:t>
            </a:r>
            <a:r>
              <a:rPr lang="en-US" altLang="zh-CN" sz="2000" dirty="0">
                <a:solidFill>
                  <a:srgbClr val="0070C0"/>
                </a:solidFill>
                <a:latin typeface="楷体_GB2312" pitchFamily="1" charset="-122"/>
              </a:rPr>
              <a:t>4</a:t>
            </a:r>
            <a:r>
              <a:rPr lang="zh-CN" altLang="en-US" sz="2000" dirty="0">
                <a:solidFill>
                  <a:srgbClr val="0070C0"/>
                </a:solidFill>
                <a:latin typeface="楷体_GB2312" pitchFamily="1" charset="-122"/>
              </a:rPr>
              <a:t>位</a:t>
            </a:r>
            <a:endParaRPr lang="zh-CN" altLang="en-US" sz="2000" dirty="0">
              <a:solidFill>
                <a:srgbClr val="0070C0"/>
              </a:solidFill>
              <a:latin typeface="楷体_GB2312" pitchFamily="1" charset="-122"/>
            </a:endParaRPr>
          </a:p>
          <a:p>
            <a:pPr marL="0" lvl="0" indent="0" eaLnBrk="1" hangingPunct="1">
              <a:lnSpc>
                <a:spcPct val="100000"/>
              </a:lnSpc>
              <a:spcBef>
                <a:spcPct val="10000"/>
              </a:spcBef>
              <a:spcAft>
                <a:spcPct val="0"/>
              </a:spcAft>
              <a:buClrTx/>
              <a:buSzTx/>
              <a:buFont typeface="Arial" panose="020B0604020202020204" pitchFamily="34" charset="0"/>
              <a:buNone/>
            </a:pPr>
            <a:r>
              <a:rPr lang="zh-CN" altLang="en-US" sz="2000" dirty="0">
                <a:solidFill>
                  <a:srgbClr val="0070C0"/>
                </a:solidFill>
                <a:latin typeface="楷体_GB2312" pitchFamily="1" charset="-122"/>
              </a:rPr>
              <a:t>    </a:t>
            </a:r>
            <a:r>
              <a:rPr lang="en-US" altLang="zh-CN" sz="2000" dirty="0">
                <a:solidFill>
                  <a:srgbClr val="0070C0"/>
                </a:solidFill>
                <a:latin typeface="楷体_GB2312" pitchFamily="1" charset="-122"/>
              </a:rPr>
              <a:t>OUT     </a:t>
            </a:r>
            <a:r>
              <a:rPr lang="zh-CN" altLang="en-US" sz="2000" dirty="0">
                <a:solidFill>
                  <a:srgbClr val="0070C0"/>
                </a:solidFill>
                <a:latin typeface="楷体_GB2312" pitchFamily="1" charset="-122"/>
              </a:rPr>
              <a:t>出		入	输出数据只设在高</a:t>
            </a:r>
            <a:r>
              <a:rPr lang="en-US" altLang="zh-CN" sz="2000" dirty="0">
                <a:solidFill>
                  <a:srgbClr val="0070C0"/>
                </a:solidFill>
                <a:latin typeface="楷体_GB2312" pitchFamily="1" charset="-122"/>
              </a:rPr>
              <a:t>4</a:t>
            </a:r>
            <a:r>
              <a:rPr lang="zh-CN" altLang="en-US" sz="2000" dirty="0">
                <a:solidFill>
                  <a:srgbClr val="0070C0"/>
                </a:solidFill>
                <a:latin typeface="楷体_GB2312" pitchFamily="1" charset="-122"/>
              </a:rPr>
              <a:t>位</a:t>
            </a:r>
            <a:endParaRPr lang="zh-CN" altLang="en-US" sz="2000" dirty="0">
              <a:solidFill>
                <a:srgbClr val="0070C0"/>
              </a:solidFill>
              <a:latin typeface="楷体_GB2312" pitchFamily="1" charset="-122"/>
            </a:endParaRPr>
          </a:p>
          <a:p>
            <a:pPr marL="0" lvl="0" indent="0" eaLnBrk="1" hangingPunct="1">
              <a:lnSpc>
                <a:spcPct val="100000"/>
              </a:lnSpc>
              <a:spcBef>
                <a:spcPct val="10000"/>
              </a:spcBef>
              <a:spcAft>
                <a:spcPct val="0"/>
              </a:spcAft>
              <a:buClrTx/>
              <a:buSzTx/>
              <a:buFont typeface="Arial" panose="020B0604020202020204" pitchFamily="34" charset="0"/>
              <a:buNone/>
            </a:pPr>
            <a:r>
              <a:rPr lang="zh-CN" altLang="en-US" sz="2000" dirty="0">
                <a:solidFill>
                  <a:srgbClr val="0070C0"/>
                </a:solidFill>
                <a:latin typeface="楷体_GB2312" pitchFamily="1" charset="-122"/>
              </a:rPr>
              <a:t>    </a:t>
            </a:r>
            <a:r>
              <a:rPr lang="en-US" altLang="zh-CN" sz="2000" dirty="0">
                <a:solidFill>
                  <a:srgbClr val="0070C0"/>
                </a:solidFill>
                <a:latin typeface="楷体_GB2312" pitchFamily="1" charset="-122"/>
              </a:rPr>
              <a:t>OUT     </a:t>
            </a:r>
            <a:r>
              <a:rPr lang="zh-CN" altLang="en-US" sz="2000" dirty="0">
                <a:solidFill>
                  <a:srgbClr val="0070C0"/>
                </a:solidFill>
                <a:latin typeface="楷体_GB2312" pitchFamily="1" charset="-122"/>
              </a:rPr>
              <a:t>出		出	输出</a:t>
            </a:r>
            <a:r>
              <a:rPr lang="en-US" altLang="zh-CN" sz="2000" dirty="0">
                <a:solidFill>
                  <a:srgbClr val="0070C0"/>
                </a:solidFill>
                <a:latin typeface="楷体_GB2312" pitchFamily="1" charset="-122"/>
              </a:rPr>
              <a:t>8</a:t>
            </a:r>
            <a:r>
              <a:rPr lang="zh-CN" altLang="en-US" sz="2000" dirty="0">
                <a:solidFill>
                  <a:srgbClr val="0070C0"/>
                </a:solidFill>
                <a:latin typeface="楷体_GB2312" pitchFamily="1" charset="-122"/>
              </a:rPr>
              <a:t>位数据</a:t>
            </a:r>
            <a:endParaRPr lang="zh-CN" altLang="en-US" sz="2000" dirty="0">
              <a:solidFill>
                <a:srgbClr val="0070C0"/>
              </a:solidFill>
              <a:latin typeface="楷体_GB2312" pitchFamily="1" charset="-122"/>
            </a:endParaRPr>
          </a:p>
          <a:p>
            <a:pPr marL="0" lvl="0" indent="0" eaLnBrk="1" hangingPunct="1">
              <a:lnSpc>
                <a:spcPct val="100000"/>
              </a:lnSpc>
              <a:spcBef>
                <a:spcPct val="35000"/>
              </a:spcBef>
              <a:spcAft>
                <a:spcPct val="0"/>
              </a:spcAft>
              <a:buClr>
                <a:schemeClr val="accent2"/>
              </a:buClr>
              <a:buSzPct val="70000"/>
              <a:buFont typeface="Arial" panose="020B0604020202020204" pitchFamily="34" charset="0"/>
              <a:buNone/>
            </a:pPr>
            <a:r>
              <a:rPr lang="zh-CN" altLang="zh-CN" sz="2000" dirty="0">
                <a:solidFill>
                  <a:schemeClr val="tx1"/>
                </a:solidFill>
              </a:rPr>
              <a:t>（</a:t>
            </a:r>
            <a:r>
              <a:rPr lang="en-US" altLang="zh-CN" sz="2000" dirty="0">
                <a:solidFill>
                  <a:schemeClr val="tx1"/>
                </a:solidFill>
              </a:rPr>
              <a:t>3</a:t>
            </a:r>
            <a:r>
              <a:rPr lang="zh-CN" altLang="en-US" sz="2000" dirty="0">
                <a:solidFill>
                  <a:schemeClr val="tx1"/>
                </a:solidFill>
              </a:rPr>
              <a:t>）</a:t>
            </a:r>
            <a:r>
              <a:rPr lang="en-US" altLang="zh-CN" sz="2000" dirty="0">
                <a:solidFill>
                  <a:srgbClr val="FF0000"/>
                </a:solidFill>
              </a:rPr>
              <a:t>CPU</a:t>
            </a:r>
            <a:r>
              <a:rPr lang="zh-CN" altLang="en-US" sz="2000" dirty="0">
                <a:solidFill>
                  <a:srgbClr val="FF0000"/>
                </a:solidFill>
              </a:rPr>
              <a:t>与外设采用无条件输入</a:t>
            </a:r>
            <a:r>
              <a:rPr lang="en-US" altLang="zh-CN" sz="2000" dirty="0">
                <a:solidFill>
                  <a:srgbClr val="FF0000"/>
                </a:solidFill>
              </a:rPr>
              <a:t>/</a:t>
            </a:r>
            <a:r>
              <a:rPr lang="zh-CN" altLang="en-US" sz="2000" dirty="0">
                <a:solidFill>
                  <a:srgbClr val="FF0000"/>
                </a:solidFill>
              </a:rPr>
              <a:t>出，不用联络线，也不需要查询</a:t>
            </a:r>
            <a:r>
              <a:rPr lang="zh-CN" altLang="en-US" sz="2000" dirty="0">
                <a:solidFill>
                  <a:schemeClr val="tx1"/>
                </a:solidFill>
              </a:rPr>
              <a:t>。</a:t>
            </a:r>
            <a:endParaRPr lang="zh-CN" altLang="en-US" sz="2000" dirty="0">
              <a:solidFill>
                <a:schemeClr val="tx1"/>
              </a:solidFill>
            </a:endParaRPr>
          </a:p>
          <a:p>
            <a:pPr marL="0" lvl="0" indent="0" eaLnBrk="1" hangingPunct="1">
              <a:lnSpc>
                <a:spcPct val="100000"/>
              </a:lnSpc>
              <a:spcBef>
                <a:spcPct val="35000"/>
              </a:spcBef>
              <a:spcAft>
                <a:spcPct val="0"/>
              </a:spcAft>
              <a:buClr>
                <a:schemeClr val="accent2"/>
              </a:buClr>
              <a:buSzPct val="70000"/>
              <a:buFont typeface="Arial" panose="020B0604020202020204" pitchFamily="34" charset="0"/>
              <a:buNone/>
            </a:pPr>
            <a:r>
              <a:rPr lang="zh-CN" altLang="en-US" sz="2000" dirty="0">
                <a:solidFill>
                  <a:schemeClr val="tx1"/>
                </a:solidFill>
              </a:rPr>
              <a:t>（</a:t>
            </a:r>
            <a:r>
              <a:rPr lang="en-US" altLang="zh-CN" sz="2000" dirty="0">
                <a:solidFill>
                  <a:schemeClr val="tx1"/>
                </a:solidFill>
              </a:rPr>
              <a:t>4</a:t>
            </a:r>
            <a:r>
              <a:rPr lang="zh-CN" altLang="en-US" sz="2000" dirty="0">
                <a:solidFill>
                  <a:schemeClr val="tx1"/>
                </a:solidFill>
              </a:rPr>
              <a:t>）</a:t>
            </a:r>
            <a:r>
              <a:rPr lang="zh-CN" altLang="en-US" sz="2000" dirty="0">
                <a:solidFill>
                  <a:srgbClr val="FF0000"/>
                </a:solidFill>
              </a:rPr>
              <a:t>方式</a:t>
            </a:r>
            <a:r>
              <a:rPr lang="en-US" altLang="zh-CN" sz="2000" dirty="0">
                <a:solidFill>
                  <a:srgbClr val="FF0000"/>
                </a:solidFill>
              </a:rPr>
              <a:t>0</a:t>
            </a:r>
            <a:r>
              <a:rPr lang="zh-CN" altLang="en-US" sz="2000" dirty="0">
                <a:solidFill>
                  <a:srgbClr val="FF0000"/>
                </a:solidFill>
              </a:rPr>
              <a:t>也可用于查询传送的场合，这时可令</a:t>
            </a:r>
            <a:r>
              <a:rPr lang="en-US" altLang="zh-CN" sz="2000" dirty="0">
                <a:solidFill>
                  <a:srgbClr val="FF0000"/>
                </a:solidFill>
              </a:rPr>
              <a:t>A</a:t>
            </a:r>
            <a:r>
              <a:rPr lang="zh-CN" altLang="en-US" sz="2000" dirty="0">
                <a:solidFill>
                  <a:srgbClr val="FF0000"/>
                </a:solidFill>
              </a:rPr>
              <a:t>、</a:t>
            </a:r>
            <a:r>
              <a:rPr lang="en-US" altLang="zh-CN" sz="2000" dirty="0">
                <a:solidFill>
                  <a:srgbClr val="FF0000"/>
                </a:solidFill>
              </a:rPr>
              <a:t>B</a:t>
            </a:r>
            <a:r>
              <a:rPr lang="zh-CN" altLang="en-US" sz="2000" dirty="0">
                <a:solidFill>
                  <a:srgbClr val="FF0000"/>
                </a:solidFill>
              </a:rPr>
              <a:t>口为数据口，</a:t>
            </a:r>
            <a:r>
              <a:rPr lang="en-US" altLang="zh-CN" sz="2000" dirty="0">
                <a:solidFill>
                  <a:srgbClr val="FF0000"/>
                </a:solidFill>
              </a:rPr>
              <a:t>C</a:t>
            </a:r>
            <a:r>
              <a:rPr lang="zh-CN" altLang="en-US" sz="2000" dirty="0">
                <a:solidFill>
                  <a:srgbClr val="FF0000"/>
                </a:solidFill>
              </a:rPr>
              <a:t>口做与外设的联络信号， </a:t>
            </a:r>
            <a:r>
              <a:rPr lang="en-US" altLang="zh-CN" sz="2000" dirty="0">
                <a:solidFill>
                  <a:srgbClr val="FF0000"/>
                </a:solidFill>
              </a:rPr>
              <a:t>A</a:t>
            </a:r>
            <a:r>
              <a:rPr lang="zh-CN" altLang="en-US" sz="2000" dirty="0">
                <a:solidFill>
                  <a:srgbClr val="FF0000"/>
                </a:solidFill>
              </a:rPr>
              <a:t>、</a:t>
            </a:r>
            <a:r>
              <a:rPr lang="en-US" altLang="zh-CN" sz="2000" dirty="0">
                <a:solidFill>
                  <a:srgbClr val="FF0000"/>
                </a:solidFill>
              </a:rPr>
              <a:t>B</a:t>
            </a:r>
            <a:r>
              <a:rPr lang="zh-CN" altLang="en-US" sz="2000" dirty="0">
                <a:solidFill>
                  <a:srgbClr val="FF0000"/>
                </a:solidFill>
              </a:rPr>
              <a:t>、</a:t>
            </a:r>
            <a:r>
              <a:rPr lang="en-US" altLang="zh-CN" sz="2000" dirty="0">
                <a:solidFill>
                  <a:srgbClr val="FF0000"/>
                </a:solidFill>
              </a:rPr>
              <a:t>C</a:t>
            </a:r>
            <a:r>
              <a:rPr lang="zh-CN" altLang="en-US" sz="2000" dirty="0">
                <a:solidFill>
                  <a:srgbClr val="FF0000"/>
                </a:solidFill>
              </a:rPr>
              <a:t>配合即可工作在查询场合</a:t>
            </a:r>
            <a:r>
              <a:rPr lang="zh-CN" altLang="en-US" sz="2000" dirty="0">
                <a:solidFill>
                  <a:schemeClr val="tx1"/>
                </a:solidFill>
              </a:rPr>
              <a:t>。</a:t>
            </a:r>
            <a:endParaRPr lang="zh-CN" altLang="en-US" sz="2000" dirty="0">
              <a:solidFill>
                <a:schemeClr val="tx1"/>
              </a:solidFill>
            </a:endParaRPr>
          </a:p>
          <a:p>
            <a:pPr marL="0" lvl="0" indent="0" eaLnBrk="1" hangingPunct="1">
              <a:lnSpc>
                <a:spcPct val="100000"/>
              </a:lnSpc>
              <a:spcBef>
                <a:spcPct val="35000"/>
              </a:spcBef>
              <a:spcAft>
                <a:spcPct val="0"/>
              </a:spcAft>
              <a:buClr>
                <a:schemeClr val="accent2"/>
              </a:buClr>
              <a:buSzPct val="70000"/>
              <a:buFont typeface="Arial" panose="020B0604020202020204" pitchFamily="34" charset="0"/>
              <a:buNone/>
            </a:pPr>
            <a:r>
              <a:rPr lang="zh-CN" altLang="en-US" sz="2000" dirty="0">
                <a:solidFill>
                  <a:schemeClr val="tx1"/>
                </a:solidFill>
              </a:rPr>
              <a:t>（</a:t>
            </a:r>
            <a:r>
              <a:rPr lang="en-US" altLang="zh-CN" sz="2000" dirty="0">
                <a:solidFill>
                  <a:schemeClr val="tx1"/>
                </a:solidFill>
              </a:rPr>
              <a:t>5</a:t>
            </a:r>
            <a:r>
              <a:rPr lang="zh-CN" altLang="en-US" sz="2000" dirty="0">
                <a:solidFill>
                  <a:schemeClr val="tx1"/>
                </a:solidFill>
              </a:rPr>
              <a:t>）</a:t>
            </a:r>
            <a:r>
              <a:rPr lang="zh-CN" altLang="en-US" sz="2000" dirty="0">
                <a:solidFill>
                  <a:srgbClr val="FF0000"/>
                </a:solidFill>
              </a:rPr>
              <a:t>方式</a:t>
            </a:r>
            <a:r>
              <a:rPr lang="en-US" altLang="zh-CN" sz="2000" dirty="0">
                <a:solidFill>
                  <a:srgbClr val="FF0000"/>
                </a:solidFill>
              </a:rPr>
              <a:t>0</a:t>
            </a:r>
            <a:r>
              <a:rPr lang="zh-CN" altLang="en-US" sz="2000" dirty="0">
                <a:solidFill>
                  <a:srgbClr val="FF0000"/>
                </a:solidFill>
              </a:rPr>
              <a:t>下输入不缓冲，输出锁存</a:t>
            </a:r>
            <a:r>
              <a:rPr lang="zh-CN" altLang="en-US" sz="2000" dirty="0">
                <a:solidFill>
                  <a:schemeClr val="tx1"/>
                </a:solidFill>
              </a:rPr>
              <a:t>。 </a:t>
            </a:r>
            <a:r>
              <a:rPr lang="en-US" altLang="zh-CN" sz="2000" dirty="0">
                <a:solidFill>
                  <a:schemeClr val="tx1"/>
                </a:solidFill>
              </a:rPr>
              <a:t>CPU</a:t>
            </a:r>
            <a:r>
              <a:rPr lang="zh-CN" altLang="zh-CN" sz="2000" dirty="0">
                <a:solidFill>
                  <a:schemeClr val="tx1"/>
                </a:solidFill>
              </a:rPr>
              <a:t>对数据口的输入指令读取端口</a:t>
            </a:r>
            <a:r>
              <a:rPr lang="zh-CN" altLang="en-US" sz="2000" dirty="0">
                <a:solidFill>
                  <a:schemeClr val="tx1"/>
                </a:solidFill>
              </a:rPr>
              <a:t>当前信息，</a:t>
            </a:r>
            <a:r>
              <a:rPr lang="zh-CN" altLang="zh-CN" sz="2000" dirty="0">
                <a:solidFill>
                  <a:schemeClr val="tx1"/>
                </a:solidFill>
              </a:rPr>
              <a:t>对数据口的输出指令把数据输出到端口输出锁存器。</a:t>
            </a:r>
            <a:endParaRPr lang="zh-CN" altLang="zh-CN" sz="2000" dirty="0">
              <a:solidFill>
                <a:schemeClr val="tx1"/>
              </a:solidFill>
            </a:endParaRPr>
          </a:p>
        </p:txBody>
      </p:sp>
      <p:cxnSp>
        <p:nvCxnSpPr>
          <p:cNvPr id="162819" name="直接连接符 2"/>
          <p:cNvCxnSpPr/>
          <p:nvPr/>
        </p:nvCxnSpPr>
        <p:spPr>
          <a:xfrm flipV="1">
            <a:off x="250825" y="765175"/>
            <a:ext cx="8281988" cy="71438"/>
          </a:xfrm>
          <a:prstGeom prst="line">
            <a:avLst/>
          </a:prstGeom>
          <a:ln w="28575" cap="flat" cmpd="sng">
            <a:solidFill>
              <a:schemeClr val="tx1"/>
            </a:solidFill>
            <a:prstDash val="solid"/>
            <a:headEnd type="none" w="med" len="med"/>
            <a:tailEnd type="none" w="med" len="med"/>
          </a:ln>
        </p:spPr>
      </p:cxn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64194"/>
                                        </p:tgtEl>
                                        <p:attrNameLst>
                                          <p:attrName>style.visibility</p:attrName>
                                        </p:attrNameLst>
                                      </p:cBhvr>
                                      <p:to>
                                        <p:strVal val="visible"/>
                                      </p:to>
                                    </p:set>
                                    <p:animEffect transition="in" filter="wipe(up)">
                                      <p:cBhvr>
                                        <p:cTn id="7" dur="500"/>
                                        <p:tgtEl>
                                          <p:spTgt spid="2641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4194"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63842" name="图片 3"/>
          <p:cNvPicPr>
            <a:picLocks noChangeAspect="1"/>
          </p:cNvPicPr>
          <p:nvPr/>
        </p:nvPicPr>
        <p:blipFill>
          <a:blip r:embed="rId1"/>
          <a:stretch>
            <a:fillRect/>
          </a:stretch>
        </p:blipFill>
        <p:spPr>
          <a:xfrm>
            <a:off x="1403350" y="2060575"/>
            <a:ext cx="6115050" cy="4105275"/>
          </a:xfrm>
          <a:prstGeom prst="rect">
            <a:avLst/>
          </a:prstGeom>
          <a:noFill/>
          <a:ln w="9525">
            <a:noFill/>
          </a:ln>
        </p:spPr>
      </p:pic>
    </p:spTree>
  </p:cSld>
  <p:clrMapOvr>
    <a:masterClrMapping/>
  </p:clrMapOvr>
  <p:transition spd="slow">
    <p:zoom/>
  </p:transition>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pSp>
        <p:nvGrpSpPr>
          <p:cNvPr id="164866" name="Group 124"/>
          <p:cNvGrpSpPr/>
          <p:nvPr/>
        </p:nvGrpSpPr>
        <p:grpSpPr>
          <a:xfrm>
            <a:off x="958850" y="2492375"/>
            <a:ext cx="7085013" cy="3668713"/>
            <a:chOff x="231" y="840"/>
            <a:chExt cx="4847" cy="3268"/>
          </a:xfrm>
        </p:grpSpPr>
        <p:sp>
          <p:nvSpPr>
            <p:cNvPr id="164869" name="Line 4"/>
            <p:cNvSpPr/>
            <p:nvPr/>
          </p:nvSpPr>
          <p:spPr>
            <a:xfrm>
              <a:off x="4016" y="840"/>
              <a:ext cx="1" cy="3213"/>
            </a:xfrm>
            <a:prstGeom prst="line">
              <a:avLst/>
            </a:prstGeom>
            <a:ln w="4763" cap="flat" cmpd="sng">
              <a:solidFill>
                <a:srgbClr val="000000"/>
              </a:solidFill>
              <a:prstDash val="solid"/>
              <a:headEnd type="none" w="med" len="med"/>
              <a:tailEnd type="none" w="med" len="med"/>
            </a:ln>
          </p:spPr>
        </p:sp>
        <p:sp>
          <p:nvSpPr>
            <p:cNvPr id="164870" name="Freeform 5"/>
            <p:cNvSpPr/>
            <p:nvPr/>
          </p:nvSpPr>
          <p:spPr>
            <a:xfrm>
              <a:off x="1397" y="1196"/>
              <a:ext cx="1079" cy="357"/>
            </a:xfrm>
            <a:custGeom>
              <a:avLst/>
              <a:gdLst/>
              <a:ahLst/>
              <a:cxnLst>
                <a:cxn ang="0">
                  <a:pos x="0" y="0"/>
                </a:cxn>
                <a:cxn ang="0">
                  <a:pos x="925" y="0"/>
                </a:cxn>
                <a:cxn ang="0">
                  <a:pos x="1079" y="357"/>
                </a:cxn>
              </a:cxnLst>
              <a:pathLst>
                <a:path w="1079" h="357">
                  <a:moveTo>
                    <a:pt x="0" y="0"/>
                  </a:moveTo>
                  <a:lnTo>
                    <a:pt x="925" y="0"/>
                  </a:lnTo>
                  <a:lnTo>
                    <a:pt x="1079" y="357"/>
                  </a:lnTo>
                </a:path>
              </a:pathLst>
            </a:custGeom>
            <a:solidFill>
              <a:schemeClr val="bg1">
                <a:alpha val="100000"/>
              </a:schemeClr>
            </a:solidFill>
            <a:ln w="33338" cap="flat" cmpd="sng">
              <a:solidFill>
                <a:srgbClr val="000000">
                  <a:alpha val="100000"/>
                </a:srgbClr>
              </a:solidFill>
              <a:prstDash val="solid"/>
              <a:round/>
              <a:headEnd type="none" w="med" len="med"/>
              <a:tailEnd type="none" w="med" len="med"/>
            </a:ln>
          </p:spPr>
          <p:txBody>
            <a:bodyPr/>
            <a:p>
              <a:endParaRPr lang="zh-CN" altLang="en-US"/>
            </a:p>
          </p:txBody>
        </p:sp>
        <p:sp>
          <p:nvSpPr>
            <p:cNvPr id="164871" name="Line 6"/>
            <p:cNvSpPr/>
            <p:nvPr/>
          </p:nvSpPr>
          <p:spPr>
            <a:xfrm>
              <a:off x="2476" y="1553"/>
              <a:ext cx="1465" cy="1"/>
            </a:xfrm>
            <a:prstGeom prst="line">
              <a:avLst/>
            </a:prstGeom>
            <a:ln w="33338" cap="flat" cmpd="sng">
              <a:solidFill>
                <a:srgbClr val="000000"/>
              </a:solidFill>
              <a:prstDash val="solid"/>
              <a:headEnd type="none" w="med" len="med"/>
              <a:tailEnd type="none" w="med" len="med"/>
            </a:ln>
          </p:spPr>
        </p:sp>
        <p:sp>
          <p:nvSpPr>
            <p:cNvPr id="164872" name="Line 7"/>
            <p:cNvSpPr/>
            <p:nvPr/>
          </p:nvSpPr>
          <p:spPr>
            <a:xfrm flipV="1">
              <a:off x="3941" y="1196"/>
              <a:ext cx="154" cy="357"/>
            </a:xfrm>
            <a:prstGeom prst="line">
              <a:avLst/>
            </a:prstGeom>
            <a:ln w="33338" cap="flat" cmpd="sng">
              <a:solidFill>
                <a:srgbClr val="000000"/>
              </a:solidFill>
              <a:prstDash val="solid"/>
              <a:headEnd type="none" w="med" len="med"/>
              <a:tailEnd type="none" w="med" len="med"/>
            </a:ln>
          </p:spPr>
        </p:sp>
        <p:sp>
          <p:nvSpPr>
            <p:cNvPr id="164873" name="Line 8"/>
            <p:cNvSpPr/>
            <p:nvPr/>
          </p:nvSpPr>
          <p:spPr>
            <a:xfrm>
              <a:off x="4095" y="1196"/>
              <a:ext cx="925" cy="1"/>
            </a:xfrm>
            <a:prstGeom prst="line">
              <a:avLst/>
            </a:prstGeom>
            <a:ln w="33338" cap="flat" cmpd="sng">
              <a:solidFill>
                <a:srgbClr val="000000"/>
              </a:solidFill>
              <a:prstDash val="solid"/>
              <a:headEnd type="none" w="med" len="med"/>
              <a:tailEnd type="none" w="med" len="med"/>
            </a:ln>
          </p:spPr>
        </p:sp>
        <p:sp>
          <p:nvSpPr>
            <p:cNvPr id="164874" name="Line 9"/>
            <p:cNvSpPr/>
            <p:nvPr/>
          </p:nvSpPr>
          <p:spPr>
            <a:xfrm>
              <a:off x="4325" y="1909"/>
              <a:ext cx="695" cy="1"/>
            </a:xfrm>
            <a:prstGeom prst="line">
              <a:avLst/>
            </a:prstGeom>
            <a:ln w="33338" cap="flat" cmpd="sng">
              <a:solidFill>
                <a:srgbClr val="000000"/>
              </a:solidFill>
              <a:prstDash val="solid"/>
              <a:headEnd type="none" w="med" len="med"/>
              <a:tailEnd type="none" w="med" len="med"/>
            </a:ln>
          </p:spPr>
        </p:sp>
        <p:sp>
          <p:nvSpPr>
            <p:cNvPr id="164875" name="Line 10"/>
            <p:cNvSpPr/>
            <p:nvPr/>
          </p:nvSpPr>
          <p:spPr>
            <a:xfrm>
              <a:off x="4325" y="2266"/>
              <a:ext cx="695" cy="1"/>
            </a:xfrm>
            <a:prstGeom prst="line">
              <a:avLst/>
            </a:prstGeom>
            <a:ln w="33338" cap="flat" cmpd="sng">
              <a:solidFill>
                <a:srgbClr val="000000"/>
              </a:solidFill>
              <a:prstDash val="solid"/>
              <a:headEnd type="none" w="med" len="med"/>
              <a:tailEnd type="none" w="med" len="med"/>
            </a:ln>
          </p:spPr>
        </p:sp>
        <p:sp>
          <p:nvSpPr>
            <p:cNvPr id="164876" name="Line 11"/>
            <p:cNvSpPr/>
            <p:nvPr/>
          </p:nvSpPr>
          <p:spPr>
            <a:xfrm flipH="1">
              <a:off x="1397" y="1909"/>
              <a:ext cx="692" cy="1"/>
            </a:xfrm>
            <a:prstGeom prst="line">
              <a:avLst/>
            </a:prstGeom>
            <a:ln w="33338" cap="flat" cmpd="sng">
              <a:solidFill>
                <a:srgbClr val="000000"/>
              </a:solidFill>
              <a:prstDash val="solid"/>
              <a:headEnd type="none" w="med" len="med"/>
              <a:tailEnd type="none" w="med" len="med"/>
            </a:ln>
          </p:spPr>
        </p:sp>
        <p:sp>
          <p:nvSpPr>
            <p:cNvPr id="164877" name="Line 12"/>
            <p:cNvSpPr/>
            <p:nvPr/>
          </p:nvSpPr>
          <p:spPr>
            <a:xfrm flipH="1">
              <a:off x="1397" y="2266"/>
              <a:ext cx="692" cy="1"/>
            </a:xfrm>
            <a:prstGeom prst="line">
              <a:avLst/>
            </a:prstGeom>
            <a:ln w="33338" cap="flat" cmpd="sng">
              <a:solidFill>
                <a:srgbClr val="000000"/>
              </a:solidFill>
              <a:prstDash val="solid"/>
              <a:headEnd type="none" w="med" len="med"/>
              <a:tailEnd type="none" w="med" len="med"/>
            </a:ln>
          </p:spPr>
        </p:sp>
        <p:sp>
          <p:nvSpPr>
            <p:cNvPr id="164878" name="Line 13"/>
            <p:cNvSpPr/>
            <p:nvPr/>
          </p:nvSpPr>
          <p:spPr>
            <a:xfrm>
              <a:off x="2243" y="1909"/>
              <a:ext cx="1927" cy="1"/>
            </a:xfrm>
            <a:prstGeom prst="line">
              <a:avLst/>
            </a:prstGeom>
            <a:ln w="33338" cap="flat" cmpd="sng">
              <a:solidFill>
                <a:srgbClr val="000000"/>
              </a:solidFill>
              <a:prstDash val="solid"/>
              <a:headEnd type="none" w="med" len="med"/>
              <a:tailEnd type="none" w="med" len="med"/>
            </a:ln>
          </p:spPr>
        </p:sp>
        <p:sp>
          <p:nvSpPr>
            <p:cNvPr id="164879" name="Line 14"/>
            <p:cNvSpPr/>
            <p:nvPr/>
          </p:nvSpPr>
          <p:spPr>
            <a:xfrm>
              <a:off x="2243" y="2266"/>
              <a:ext cx="1927" cy="1"/>
            </a:xfrm>
            <a:prstGeom prst="line">
              <a:avLst/>
            </a:prstGeom>
            <a:ln w="33338" cap="flat" cmpd="sng">
              <a:solidFill>
                <a:srgbClr val="000000"/>
              </a:solidFill>
              <a:prstDash val="solid"/>
              <a:headEnd type="none" w="med" len="med"/>
              <a:tailEnd type="none" w="med" len="med"/>
            </a:ln>
          </p:spPr>
        </p:sp>
        <p:sp>
          <p:nvSpPr>
            <p:cNvPr id="164880" name="Line 15"/>
            <p:cNvSpPr/>
            <p:nvPr/>
          </p:nvSpPr>
          <p:spPr>
            <a:xfrm>
              <a:off x="4711" y="2801"/>
              <a:ext cx="309" cy="1"/>
            </a:xfrm>
            <a:prstGeom prst="line">
              <a:avLst/>
            </a:prstGeom>
            <a:ln w="33338" cap="flat" cmpd="sng">
              <a:solidFill>
                <a:srgbClr val="000000"/>
              </a:solidFill>
              <a:prstDash val="solid"/>
              <a:headEnd type="none" w="med" len="med"/>
              <a:tailEnd type="none" w="med" len="med"/>
            </a:ln>
          </p:spPr>
        </p:sp>
        <p:sp>
          <p:nvSpPr>
            <p:cNvPr id="164881" name="Line 16"/>
            <p:cNvSpPr/>
            <p:nvPr/>
          </p:nvSpPr>
          <p:spPr>
            <a:xfrm>
              <a:off x="4711" y="3157"/>
              <a:ext cx="309" cy="1"/>
            </a:xfrm>
            <a:prstGeom prst="line">
              <a:avLst/>
            </a:prstGeom>
            <a:ln w="33338" cap="flat" cmpd="sng">
              <a:solidFill>
                <a:srgbClr val="000000"/>
              </a:solidFill>
              <a:prstDash val="solid"/>
              <a:headEnd type="none" w="med" len="med"/>
              <a:tailEnd type="none" w="med" len="med"/>
            </a:ln>
          </p:spPr>
        </p:sp>
        <p:sp>
          <p:nvSpPr>
            <p:cNvPr id="164882" name="Line 17"/>
            <p:cNvSpPr/>
            <p:nvPr/>
          </p:nvSpPr>
          <p:spPr>
            <a:xfrm flipH="1">
              <a:off x="1397" y="2801"/>
              <a:ext cx="308" cy="1"/>
            </a:xfrm>
            <a:prstGeom prst="line">
              <a:avLst/>
            </a:prstGeom>
            <a:ln w="33338" cap="flat" cmpd="sng">
              <a:solidFill>
                <a:srgbClr val="000000"/>
              </a:solidFill>
              <a:prstDash val="solid"/>
              <a:headEnd type="none" w="med" len="med"/>
              <a:tailEnd type="none" w="med" len="med"/>
            </a:ln>
          </p:spPr>
        </p:sp>
        <p:sp>
          <p:nvSpPr>
            <p:cNvPr id="164883" name="Line 18"/>
            <p:cNvSpPr/>
            <p:nvPr/>
          </p:nvSpPr>
          <p:spPr>
            <a:xfrm flipH="1">
              <a:off x="1397" y="3157"/>
              <a:ext cx="308" cy="1"/>
            </a:xfrm>
            <a:prstGeom prst="line">
              <a:avLst/>
            </a:prstGeom>
            <a:ln w="33338" cap="flat" cmpd="sng">
              <a:solidFill>
                <a:srgbClr val="000000"/>
              </a:solidFill>
              <a:prstDash val="solid"/>
              <a:headEnd type="none" w="med" len="med"/>
              <a:tailEnd type="none" w="med" len="med"/>
            </a:ln>
          </p:spPr>
        </p:sp>
        <p:sp>
          <p:nvSpPr>
            <p:cNvPr id="164884" name="Line 19"/>
            <p:cNvSpPr/>
            <p:nvPr/>
          </p:nvSpPr>
          <p:spPr>
            <a:xfrm>
              <a:off x="1859" y="3157"/>
              <a:ext cx="2698" cy="1"/>
            </a:xfrm>
            <a:prstGeom prst="line">
              <a:avLst/>
            </a:prstGeom>
            <a:ln w="33338" cap="flat" cmpd="sng">
              <a:solidFill>
                <a:srgbClr val="000000"/>
              </a:solidFill>
              <a:prstDash val="solid"/>
              <a:headEnd type="none" w="med" len="med"/>
              <a:tailEnd type="none" w="med" len="med"/>
            </a:ln>
          </p:spPr>
        </p:sp>
        <p:sp>
          <p:nvSpPr>
            <p:cNvPr id="164885" name="Line 20"/>
            <p:cNvSpPr/>
            <p:nvPr/>
          </p:nvSpPr>
          <p:spPr>
            <a:xfrm>
              <a:off x="1705" y="2801"/>
              <a:ext cx="154" cy="356"/>
            </a:xfrm>
            <a:prstGeom prst="line">
              <a:avLst/>
            </a:prstGeom>
            <a:ln w="33338" cap="flat" cmpd="sng">
              <a:solidFill>
                <a:srgbClr val="000000"/>
              </a:solidFill>
              <a:prstDash val="solid"/>
              <a:headEnd type="none" w="med" len="med"/>
              <a:tailEnd type="none" w="med" len="med"/>
            </a:ln>
          </p:spPr>
        </p:sp>
        <p:sp>
          <p:nvSpPr>
            <p:cNvPr id="164886" name="Line 21"/>
            <p:cNvSpPr/>
            <p:nvPr/>
          </p:nvSpPr>
          <p:spPr>
            <a:xfrm flipH="1">
              <a:off x="1705" y="2801"/>
              <a:ext cx="154" cy="356"/>
            </a:xfrm>
            <a:prstGeom prst="line">
              <a:avLst/>
            </a:prstGeom>
            <a:ln w="33338" cap="flat" cmpd="sng">
              <a:solidFill>
                <a:srgbClr val="000000"/>
              </a:solidFill>
              <a:prstDash val="solid"/>
              <a:headEnd type="none" w="med" len="med"/>
              <a:tailEnd type="none" w="med" len="med"/>
            </a:ln>
          </p:spPr>
        </p:sp>
        <p:sp>
          <p:nvSpPr>
            <p:cNvPr id="164887" name="Line 22"/>
            <p:cNvSpPr/>
            <p:nvPr/>
          </p:nvSpPr>
          <p:spPr>
            <a:xfrm flipH="1">
              <a:off x="4557" y="2801"/>
              <a:ext cx="154" cy="356"/>
            </a:xfrm>
            <a:prstGeom prst="line">
              <a:avLst/>
            </a:prstGeom>
            <a:ln w="33338" cap="flat" cmpd="sng">
              <a:solidFill>
                <a:srgbClr val="000000"/>
              </a:solidFill>
              <a:prstDash val="solid"/>
              <a:headEnd type="none" w="med" len="med"/>
              <a:tailEnd type="none" w="med" len="med"/>
            </a:ln>
          </p:spPr>
        </p:sp>
        <p:sp>
          <p:nvSpPr>
            <p:cNvPr id="164888" name="Line 23"/>
            <p:cNvSpPr/>
            <p:nvPr/>
          </p:nvSpPr>
          <p:spPr>
            <a:xfrm>
              <a:off x="4557" y="2801"/>
              <a:ext cx="154" cy="356"/>
            </a:xfrm>
            <a:prstGeom prst="line">
              <a:avLst/>
            </a:prstGeom>
            <a:ln w="33338" cap="flat" cmpd="sng">
              <a:solidFill>
                <a:srgbClr val="000000"/>
              </a:solidFill>
              <a:prstDash val="solid"/>
              <a:headEnd type="none" w="med" len="med"/>
              <a:tailEnd type="none" w="med" len="med"/>
            </a:ln>
          </p:spPr>
        </p:sp>
        <p:sp>
          <p:nvSpPr>
            <p:cNvPr id="164889" name="Line 24"/>
            <p:cNvSpPr/>
            <p:nvPr/>
          </p:nvSpPr>
          <p:spPr>
            <a:xfrm flipH="1">
              <a:off x="4170" y="1909"/>
              <a:ext cx="155" cy="357"/>
            </a:xfrm>
            <a:prstGeom prst="line">
              <a:avLst/>
            </a:prstGeom>
            <a:ln w="33338" cap="flat" cmpd="sng">
              <a:solidFill>
                <a:srgbClr val="000000"/>
              </a:solidFill>
              <a:prstDash val="solid"/>
              <a:headEnd type="none" w="med" len="med"/>
              <a:tailEnd type="none" w="med" len="med"/>
            </a:ln>
          </p:spPr>
        </p:sp>
        <p:sp>
          <p:nvSpPr>
            <p:cNvPr id="164890" name="Line 25"/>
            <p:cNvSpPr/>
            <p:nvPr/>
          </p:nvSpPr>
          <p:spPr>
            <a:xfrm>
              <a:off x="4170" y="1909"/>
              <a:ext cx="155" cy="357"/>
            </a:xfrm>
            <a:prstGeom prst="line">
              <a:avLst/>
            </a:prstGeom>
            <a:ln w="33338" cap="flat" cmpd="sng">
              <a:solidFill>
                <a:srgbClr val="000000"/>
              </a:solidFill>
              <a:prstDash val="solid"/>
              <a:headEnd type="none" w="med" len="med"/>
              <a:tailEnd type="none" w="med" len="med"/>
            </a:ln>
          </p:spPr>
        </p:sp>
        <p:sp>
          <p:nvSpPr>
            <p:cNvPr id="164891" name="Line 26"/>
            <p:cNvSpPr/>
            <p:nvPr/>
          </p:nvSpPr>
          <p:spPr>
            <a:xfrm>
              <a:off x="2089" y="1909"/>
              <a:ext cx="154" cy="357"/>
            </a:xfrm>
            <a:prstGeom prst="line">
              <a:avLst/>
            </a:prstGeom>
            <a:ln w="33338" cap="flat" cmpd="sng">
              <a:solidFill>
                <a:srgbClr val="000000"/>
              </a:solidFill>
              <a:prstDash val="solid"/>
              <a:headEnd type="none" w="med" len="med"/>
              <a:tailEnd type="none" w="med" len="med"/>
            </a:ln>
          </p:spPr>
        </p:sp>
        <p:sp>
          <p:nvSpPr>
            <p:cNvPr id="164892" name="Line 27"/>
            <p:cNvSpPr/>
            <p:nvPr/>
          </p:nvSpPr>
          <p:spPr>
            <a:xfrm flipH="1">
              <a:off x="2089" y="1909"/>
              <a:ext cx="154" cy="357"/>
            </a:xfrm>
            <a:prstGeom prst="line">
              <a:avLst/>
            </a:prstGeom>
            <a:ln w="33338" cap="flat" cmpd="sng">
              <a:solidFill>
                <a:srgbClr val="000000"/>
              </a:solidFill>
              <a:prstDash val="solid"/>
              <a:headEnd type="none" w="med" len="med"/>
              <a:tailEnd type="none" w="med" len="med"/>
            </a:ln>
          </p:spPr>
        </p:sp>
        <p:sp>
          <p:nvSpPr>
            <p:cNvPr id="164893" name="Line 28"/>
            <p:cNvSpPr/>
            <p:nvPr/>
          </p:nvSpPr>
          <p:spPr>
            <a:xfrm flipH="1">
              <a:off x="4633" y="3514"/>
              <a:ext cx="78" cy="182"/>
            </a:xfrm>
            <a:prstGeom prst="line">
              <a:avLst/>
            </a:prstGeom>
            <a:ln w="33338" cap="flat" cmpd="sng">
              <a:solidFill>
                <a:srgbClr val="000000"/>
              </a:solidFill>
              <a:prstDash val="solid"/>
              <a:headEnd type="none" w="med" len="med"/>
              <a:tailEnd type="none" w="med" len="med"/>
            </a:ln>
          </p:spPr>
        </p:sp>
        <p:sp>
          <p:nvSpPr>
            <p:cNvPr id="164894" name="Line 29"/>
            <p:cNvSpPr/>
            <p:nvPr/>
          </p:nvSpPr>
          <p:spPr>
            <a:xfrm>
              <a:off x="4633" y="3336"/>
              <a:ext cx="78" cy="178"/>
            </a:xfrm>
            <a:prstGeom prst="line">
              <a:avLst/>
            </a:prstGeom>
            <a:ln w="33338" cap="flat" cmpd="sng">
              <a:solidFill>
                <a:srgbClr val="000000"/>
              </a:solidFill>
              <a:prstDash val="solid"/>
              <a:headEnd type="none" w="med" len="med"/>
              <a:tailEnd type="none" w="med" len="med"/>
            </a:ln>
          </p:spPr>
        </p:sp>
        <p:sp>
          <p:nvSpPr>
            <p:cNvPr id="164895" name="Line 30"/>
            <p:cNvSpPr/>
            <p:nvPr/>
          </p:nvSpPr>
          <p:spPr>
            <a:xfrm>
              <a:off x="3554" y="3514"/>
              <a:ext cx="79" cy="182"/>
            </a:xfrm>
            <a:prstGeom prst="line">
              <a:avLst/>
            </a:prstGeom>
            <a:ln w="33338" cap="flat" cmpd="sng">
              <a:solidFill>
                <a:srgbClr val="000000"/>
              </a:solidFill>
              <a:prstDash val="solid"/>
              <a:headEnd type="none" w="med" len="med"/>
              <a:tailEnd type="none" w="med" len="med"/>
            </a:ln>
          </p:spPr>
        </p:sp>
        <p:sp>
          <p:nvSpPr>
            <p:cNvPr id="164896" name="Line 31"/>
            <p:cNvSpPr/>
            <p:nvPr/>
          </p:nvSpPr>
          <p:spPr>
            <a:xfrm flipH="1">
              <a:off x="3554" y="3336"/>
              <a:ext cx="79" cy="178"/>
            </a:xfrm>
            <a:prstGeom prst="line">
              <a:avLst/>
            </a:prstGeom>
            <a:ln w="33338" cap="flat" cmpd="sng">
              <a:solidFill>
                <a:srgbClr val="000000"/>
              </a:solidFill>
              <a:prstDash val="solid"/>
              <a:headEnd type="none" w="med" len="med"/>
              <a:tailEnd type="none" w="med" len="med"/>
            </a:ln>
          </p:spPr>
        </p:sp>
        <p:sp>
          <p:nvSpPr>
            <p:cNvPr id="164897" name="Line 32"/>
            <p:cNvSpPr/>
            <p:nvPr/>
          </p:nvSpPr>
          <p:spPr>
            <a:xfrm flipH="1">
              <a:off x="3479" y="3514"/>
              <a:ext cx="75" cy="182"/>
            </a:xfrm>
            <a:prstGeom prst="line">
              <a:avLst/>
            </a:prstGeom>
            <a:ln w="33338" cap="flat" cmpd="sng">
              <a:solidFill>
                <a:srgbClr val="000000"/>
              </a:solidFill>
              <a:prstDash val="solid"/>
              <a:headEnd type="none" w="med" len="med"/>
              <a:tailEnd type="none" w="med" len="med"/>
            </a:ln>
          </p:spPr>
        </p:sp>
        <p:sp>
          <p:nvSpPr>
            <p:cNvPr id="164898" name="Line 33"/>
            <p:cNvSpPr/>
            <p:nvPr/>
          </p:nvSpPr>
          <p:spPr>
            <a:xfrm>
              <a:off x="3479" y="3336"/>
              <a:ext cx="75" cy="178"/>
            </a:xfrm>
            <a:prstGeom prst="line">
              <a:avLst/>
            </a:prstGeom>
            <a:ln w="33338" cap="flat" cmpd="sng">
              <a:solidFill>
                <a:srgbClr val="000000"/>
              </a:solidFill>
              <a:prstDash val="solid"/>
              <a:headEnd type="none" w="med" len="med"/>
              <a:tailEnd type="none" w="med" len="med"/>
            </a:ln>
          </p:spPr>
        </p:sp>
        <p:sp>
          <p:nvSpPr>
            <p:cNvPr id="164899" name="Line 34"/>
            <p:cNvSpPr/>
            <p:nvPr/>
          </p:nvSpPr>
          <p:spPr>
            <a:xfrm>
              <a:off x="2476" y="3514"/>
              <a:ext cx="75" cy="182"/>
            </a:xfrm>
            <a:prstGeom prst="line">
              <a:avLst/>
            </a:prstGeom>
            <a:ln w="33338" cap="flat" cmpd="sng">
              <a:solidFill>
                <a:srgbClr val="000000"/>
              </a:solidFill>
              <a:prstDash val="solid"/>
              <a:headEnd type="none" w="med" len="med"/>
              <a:tailEnd type="none" w="med" len="med"/>
            </a:ln>
          </p:spPr>
        </p:sp>
        <p:sp>
          <p:nvSpPr>
            <p:cNvPr id="164900" name="Line 35"/>
            <p:cNvSpPr/>
            <p:nvPr/>
          </p:nvSpPr>
          <p:spPr>
            <a:xfrm flipH="1">
              <a:off x="2476" y="3336"/>
              <a:ext cx="75" cy="178"/>
            </a:xfrm>
            <a:prstGeom prst="line">
              <a:avLst/>
            </a:prstGeom>
            <a:ln w="33338" cap="flat" cmpd="sng">
              <a:solidFill>
                <a:srgbClr val="000000"/>
              </a:solidFill>
              <a:prstDash val="solid"/>
              <a:headEnd type="none" w="med" len="med"/>
              <a:tailEnd type="none" w="med" len="med"/>
            </a:ln>
          </p:spPr>
        </p:sp>
        <p:sp>
          <p:nvSpPr>
            <p:cNvPr id="164901" name="Line 36"/>
            <p:cNvSpPr/>
            <p:nvPr/>
          </p:nvSpPr>
          <p:spPr>
            <a:xfrm>
              <a:off x="2551" y="3336"/>
              <a:ext cx="928" cy="4"/>
            </a:xfrm>
            <a:prstGeom prst="line">
              <a:avLst/>
            </a:prstGeom>
            <a:ln w="33338" cap="flat" cmpd="sng">
              <a:solidFill>
                <a:srgbClr val="000000"/>
              </a:solidFill>
              <a:prstDash val="solid"/>
              <a:headEnd type="none" w="med" len="med"/>
              <a:tailEnd type="none" w="med" len="med"/>
            </a:ln>
          </p:spPr>
        </p:sp>
        <p:sp>
          <p:nvSpPr>
            <p:cNvPr id="164902" name="Line 37"/>
            <p:cNvSpPr/>
            <p:nvPr/>
          </p:nvSpPr>
          <p:spPr>
            <a:xfrm>
              <a:off x="2551" y="3696"/>
              <a:ext cx="928" cy="1"/>
            </a:xfrm>
            <a:prstGeom prst="line">
              <a:avLst/>
            </a:prstGeom>
            <a:ln w="33338" cap="flat" cmpd="sng">
              <a:solidFill>
                <a:srgbClr val="000000"/>
              </a:solidFill>
              <a:prstDash val="solid"/>
              <a:headEnd type="none" w="med" len="med"/>
              <a:tailEnd type="none" w="med" len="med"/>
            </a:ln>
          </p:spPr>
        </p:sp>
        <p:sp>
          <p:nvSpPr>
            <p:cNvPr id="164903" name="Line 38"/>
            <p:cNvSpPr/>
            <p:nvPr/>
          </p:nvSpPr>
          <p:spPr>
            <a:xfrm>
              <a:off x="1397" y="3514"/>
              <a:ext cx="41" cy="1"/>
            </a:xfrm>
            <a:prstGeom prst="line">
              <a:avLst/>
            </a:prstGeom>
            <a:ln w="33338" cap="flat" cmpd="sng">
              <a:solidFill>
                <a:srgbClr val="000000"/>
              </a:solidFill>
              <a:prstDash val="solid"/>
              <a:headEnd type="none" w="med" len="med"/>
              <a:tailEnd type="none" w="med" len="med"/>
            </a:ln>
          </p:spPr>
        </p:sp>
        <p:sp>
          <p:nvSpPr>
            <p:cNvPr id="164904" name="Line 39"/>
            <p:cNvSpPr/>
            <p:nvPr/>
          </p:nvSpPr>
          <p:spPr>
            <a:xfrm>
              <a:off x="1479" y="3514"/>
              <a:ext cx="41" cy="1"/>
            </a:xfrm>
            <a:prstGeom prst="line">
              <a:avLst/>
            </a:prstGeom>
            <a:ln w="33338" cap="flat" cmpd="sng">
              <a:solidFill>
                <a:srgbClr val="000000"/>
              </a:solidFill>
              <a:prstDash val="solid"/>
              <a:headEnd type="none" w="med" len="med"/>
              <a:tailEnd type="none" w="med" len="med"/>
            </a:ln>
          </p:spPr>
        </p:sp>
        <p:sp>
          <p:nvSpPr>
            <p:cNvPr id="164905" name="Line 40"/>
            <p:cNvSpPr/>
            <p:nvPr/>
          </p:nvSpPr>
          <p:spPr>
            <a:xfrm>
              <a:off x="1561" y="3514"/>
              <a:ext cx="42" cy="1"/>
            </a:xfrm>
            <a:prstGeom prst="line">
              <a:avLst/>
            </a:prstGeom>
            <a:ln w="33338" cap="flat" cmpd="sng">
              <a:solidFill>
                <a:srgbClr val="000000"/>
              </a:solidFill>
              <a:prstDash val="solid"/>
              <a:headEnd type="none" w="med" len="med"/>
              <a:tailEnd type="none" w="med" len="med"/>
            </a:ln>
          </p:spPr>
        </p:sp>
        <p:sp>
          <p:nvSpPr>
            <p:cNvPr id="164906" name="Line 41"/>
            <p:cNvSpPr/>
            <p:nvPr/>
          </p:nvSpPr>
          <p:spPr>
            <a:xfrm>
              <a:off x="1644" y="3514"/>
              <a:ext cx="41" cy="1"/>
            </a:xfrm>
            <a:prstGeom prst="line">
              <a:avLst/>
            </a:prstGeom>
            <a:ln w="33338" cap="flat" cmpd="sng">
              <a:solidFill>
                <a:srgbClr val="000000"/>
              </a:solidFill>
              <a:prstDash val="solid"/>
              <a:headEnd type="none" w="med" len="med"/>
              <a:tailEnd type="none" w="med" len="med"/>
            </a:ln>
          </p:spPr>
        </p:sp>
        <p:sp>
          <p:nvSpPr>
            <p:cNvPr id="164907" name="Line 42"/>
            <p:cNvSpPr/>
            <p:nvPr/>
          </p:nvSpPr>
          <p:spPr>
            <a:xfrm>
              <a:off x="1726" y="3514"/>
              <a:ext cx="41" cy="1"/>
            </a:xfrm>
            <a:prstGeom prst="line">
              <a:avLst/>
            </a:prstGeom>
            <a:ln w="33338" cap="flat" cmpd="sng">
              <a:solidFill>
                <a:srgbClr val="000000"/>
              </a:solidFill>
              <a:prstDash val="solid"/>
              <a:headEnd type="none" w="med" len="med"/>
              <a:tailEnd type="none" w="med" len="med"/>
            </a:ln>
          </p:spPr>
        </p:sp>
        <p:sp>
          <p:nvSpPr>
            <p:cNvPr id="164908" name="Line 43"/>
            <p:cNvSpPr/>
            <p:nvPr/>
          </p:nvSpPr>
          <p:spPr>
            <a:xfrm>
              <a:off x="1808" y="3514"/>
              <a:ext cx="41" cy="1"/>
            </a:xfrm>
            <a:prstGeom prst="line">
              <a:avLst/>
            </a:prstGeom>
            <a:ln w="33338" cap="flat" cmpd="sng">
              <a:solidFill>
                <a:srgbClr val="000000"/>
              </a:solidFill>
              <a:prstDash val="solid"/>
              <a:headEnd type="none" w="med" len="med"/>
              <a:tailEnd type="none" w="med" len="med"/>
            </a:ln>
          </p:spPr>
        </p:sp>
        <p:sp>
          <p:nvSpPr>
            <p:cNvPr id="164909" name="Line 44"/>
            <p:cNvSpPr/>
            <p:nvPr/>
          </p:nvSpPr>
          <p:spPr>
            <a:xfrm>
              <a:off x="1890" y="3514"/>
              <a:ext cx="41" cy="1"/>
            </a:xfrm>
            <a:prstGeom prst="line">
              <a:avLst/>
            </a:prstGeom>
            <a:ln w="33338" cap="flat" cmpd="sng">
              <a:solidFill>
                <a:srgbClr val="000000"/>
              </a:solidFill>
              <a:prstDash val="solid"/>
              <a:headEnd type="none" w="med" len="med"/>
              <a:tailEnd type="none" w="med" len="med"/>
            </a:ln>
          </p:spPr>
        </p:sp>
        <p:sp>
          <p:nvSpPr>
            <p:cNvPr id="164910" name="Line 45"/>
            <p:cNvSpPr/>
            <p:nvPr/>
          </p:nvSpPr>
          <p:spPr>
            <a:xfrm>
              <a:off x="1972" y="3514"/>
              <a:ext cx="41" cy="1"/>
            </a:xfrm>
            <a:prstGeom prst="line">
              <a:avLst/>
            </a:prstGeom>
            <a:ln w="33338" cap="flat" cmpd="sng">
              <a:solidFill>
                <a:srgbClr val="000000"/>
              </a:solidFill>
              <a:prstDash val="solid"/>
              <a:headEnd type="none" w="med" len="med"/>
              <a:tailEnd type="none" w="med" len="med"/>
            </a:ln>
          </p:spPr>
        </p:sp>
        <p:sp>
          <p:nvSpPr>
            <p:cNvPr id="164911" name="Line 46"/>
            <p:cNvSpPr/>
            <p:nvPr/>
          </p:nvSpPr>
          <p:spPr>
            <a:xfrm>
              <a:off x="2055" y="3514"/>
              <a:ext cx="41" cy="1"/>
            </a:xfrm>
            <a:prstGeom prst="line">
              <a:avLst/>
            </a:prstGeom>
            <a:ln w="33338" cap="flat" cmpd="sng">
              <a:solidFill>
                <a:srgbClr val="000000"/>
              </a:solidFill>
              <a:prstDash val="solid"/>
              <a:headEnd type="none" w="med" len="med"/>
              <a:tailEnd type="none" w="med" len="med"/>
            </a:ln>
          </p:spPr>
        </p:sp>
        <p:sp>
          <p:nvSpPr>
            <p:cNvPr id="164912" name="Line 47"/>
            <p:cNvSpPr/>
            <p:nvPr/>
          </p:nvSpPr>
          <p:spPr>
            <a:xfrm>
              <a:off x="2137" y="3514"/>
              <a:ext cx="41" cy="1"/>
            </a:xfrm>
            <a:prstGeom prst="line">
              <a:avLst/>
            </a:prstGeom>
            <a:ln w="33338" cap="flat" cmpd="sng">
              <a:solidFill>
                <a:srgbClr val="000000"/>
              </a:solidFill>
              <a:prstDash val="solid"/>
              <a:headEnd type="none" w="med" len="med"/>
              <a:tailEnd type="none" w="med" len="med"/>
            </a:ln>
          </p:spPr>
        </p:sp>
        <p:sp>
          <p:nvSpPr>
            <p:cNvPr id="164913" name="Line 48"/>
            <p:cNvSpPr/>
            <p:nvPr/>
          </p:nvSpPr>
          <p:spPr>
            <a:xfrm>
              <a:off x="2219" y="3514"/>
              <a:ext cx="41" cy="1"/>
            </a:xfrm>
            <a:prstGeom prst="line">
              <a:avLst/>
            </a:prstGeom>
            <a:ln w="33338" cap="flat" cmpd="sng">
              <a:solidFill>
                <a:srgbClr val="000000"/>
              </a:solidFill>
              <a:prstDash val="solid"/>
              <a:headEnd type="none" w="med" len="med"/>
              <a:tailEnd type="none" w="med" len="med"/>
            </a:ln>
          </p:spPr>
        </p:sp>
        <p:sp>
          <p:nvSpPr>
            <p:cNvPr id="164914" name="Line 49"/>
            <p:cNvSpPr/>
            <p:nvPr/>
          </p:nvSpPr>
          <p:spPr>
            <a:xfrm>
              <a:off x="2301" y="3514"/>
              <a:ext cx="41" cy="1"/>
            </a:xfrm>
            <a:prstGeom prst="line">
              <a:avLst/>
            </a:prstGeom>
            <a:ln w="33338" cap="flat" cmpd="sng">
              <a:solidFill>
                <a:srgbClr val="000000"/>
              </a:solidFill>
              <a:prstDash val="solid"/>
              <a:headEnd type="none" w="med" len="med"/>
              <a:tailEnd type="none" w="med" len="med"/>
            </a:ln>
          </p:spPr>
        </p:sp>
        <p:sp>
          <p:nvSpPr>
            <p:cNvPr id="164915" name="Line 50"/>
            <p:cNvSpPr/>
            <p:nvPr/>
          </p:nvSpPr>
          <p:spPr>
            <a:xfrm>
              <a:off x="2383" y="3514"/>
              <a:ext cx="41" cy="1"/>
            </a:xfrm>
            <a:prstGeom prst="line">
              <a:avLst/>
            </a:prstGeom>
            <a:ln w="33338" cap="flat" cmpd="sng">
              <a:solidFill>
                <a:srgbClr val="000000"/>
              </a:solidFill>
              <a:prstDash val="solid"/>
              <a:headEnd type="none" w="med" len="med"/>
              <a:tailEnd type="none" w="med" len="med"/>
            </a:ln>
          </p:spPr>
        </p:sp>
        <p:sp>
          <p:nvSpPr>
            <p:cNvPr id="164916" name="Line 51"/>
            <p:cNvSpPr/>
            <p:nvPr/>
          </p:nvSpPr>
          <p:spPr>
            <a:xfrm>
              <a:off x="2465" y="3514"/>
              <a:ext cx="11" cy="1"/>
            </a:xfrm>
            <a:prstGeom prst="line">
              <a:avLst/>
            </a:prstGeom>
            <a:ln w="33338" cap="flat" cmpd="sng">
              <a:solidFill>
                <a:srgbClr val="000000"/>
              </a:solidFill>
              <a:prstDash val="solid"/>
              <a:headEnd type="none" w="med" len="med"/>
              <a:tailEnd type="none" w="med" len="med"/>
            </a:ln>
          </p:spPr>
        </p:sp>
        <p:sp>
          <p:nvSpPr>
            <p:cNvPr id="164917" name="Line 52"/>
            <p:cNvSpPr/>
            <p:nvPr/>
          </p:nvSpPr>
          <p:spPr>
            <a:xfrm>
              <a:off x="2397" y="840"/>
              <a:ext cx="1" cy="3213"/>
            </a:xfrm>
            <a:prstGeom prst="line">
              <a:avLst/>
            </a:prstGeom>
            <a:ln w="4763" cap="flat" cmpd="sng">
              <a:solidFill>
                <a:srgbClr val="000000"/>
              </a:solidFill>
              <a:prstDash val="solid"/>
              <a:headEnd type="none" w="med" len="med"/>
              <a:tailEnd type="none" w="med" len="med"/>
            </a:ln>
          </p:spPr>
        </p:sp>
        <p:sp>
          <p:nvSpPr>
            <p:cNvPr id="164918" name="Line 53"/>
            <p:cNvSpPr/>
            <p:nvPr/>
          </p:nvSpPr>
          <p:spPr>
            <a:xfrm>
              <a:off x="3554" y="3336"/>
              <a:ext cx="1" cy="717"/>
            </a:xfrm>
            <a:prstGeom prst="line">
              <a:avLst/>
            </a:prstGeom>
            <a:ln w="4763" cap="flat" cmpd="sng">
              <a:solidFill>
                <a:srgbClr val="000000"/>
              </a:solidFill>
              <a:prstDash val="solid"/>
              <a:headEnd type="none" w="med" len="med"/>
              <a:tailEnd type="none" w="med" len="med"/>
            </a:ln>
          </p:spPr>
        </p:sp>
        <p:sp>
          <p:nvSpPr>
            <p:cNvPr id="164919" name="Line 54"/>
            <p:cNvSpPr/>
            <p:nvPr/>
          </p:nvSpPr>
          <p:spPr>
            <a:xfrm>
              <a:off x="2496" y="3962"/>
              <a:ext cx="962" cy="1"/>
            </a:xfrm>
            <a:prstGeom prst="line">
              <a:avLst/>
            </a:prstGeom>
            <a:ln w="4763" cap="flat" cmpd="sng">
              <a:solidFill>
                <a:srgbClr val="000000"/>
              </a:solidFill>
              <a:prstDash val="solid"/>
              <a:headEnd type="none" w="med" len="med"/>
              <a:tailEnd type="none" w="med" len="med"/>
            </a:ln>
          </p:spPr>
        </p:sp>
        <p:sp>
          <p:nvSpPr>
            <p:cNvPr id="164920" name="Freeform 55"/>
            <p:cNvSpPr/>
            <p:nvPr/>
          </p:nvSpPr>
          <p:spPr>
            <a:xfrm>
              <a:off x="2397" y="3922"/>
              <a:ext cx="106" cy="79"/>
            </a:xfrm>
            <a:custGeom>
              <a:avLst/>
              <a:gdLst/>
              <a:ahLst/>
              <a:cxnLst>
                <a:cxn ang="0">
                  <a:pos x="106" y="79"/>
                </a:cxn>
                <a:cxn ang="0">
                  <a:pos x="0" y="40"/>
                </a:cxn>
                <a:cxn ang="0">
                  <a:pos x="106" y="0"/>
                </a:cxn>
                <a:cxn ang="0">
                  <a:pos x="106" y="79"/>
                </a:cxn>
              </a:cxnLst>
              <a:pathLst>
                <a:path w="106" h="79">
                  <a:moveTo>
                    <a:pt x="106" y="79"/>
                  </a:moveTo>
                  <a:lnTo>
                    <a:pt x="0" y="40"/>
                  </a:lnTo>
                  <a:lnTo>
                    <a:pt x="106" y="0"/>
                  </a:lnTo>
                  <a:lnTo>
                    <a:pt x="106" y="79"/>
                  </a:lnTo>
                  <a:close/>
                </a:path>
              </a:pathLst>
            </a:custGeom>
            <a:solidFill>
              <a:schemeClr val="bg1">
                <a:alpha val="100000"/>
              </a:schemeClr>
            </a:solidFill>
            <a:ln w="9525">
              <a:noFill/>
            </a:ln>
          </p:spPr>
          <p:txBody>
            <a:bodyPr/>
            <a:p>
              <a:endParaRPr lang="zh-CN" altLang="en-US"/>
            </a:p>
          </p:txBody>
        </p:sp>
        <p:sp>
          <p:nvSpPr>
            <p:cNvPr id="164921" name="Freeform 56"/>
            <p:cNvSpPr/>
            <p:nvPr/>
          </p:nvSpPr>
          <p:spPr>
            <a:xfrm>
              <a:off x="3451" y="3922"/>
              <a:ext cx="103" cy="79"/>
            </a:xfrm>
            <a:custGeom>
              <a:avLst/>
              <a:gdLst/>
              <a:ahLst/>
              <a:cxnLst>
                <a:cxn ang="0">
                  <a:pos x="0" y="0"/>
                </a:cxn>
                <a:cxn ang="0">
                  <a:pos x="103" y="40"/>
                </a:cxn>
                <a:cxn ang="0">
                  <a:pos x="0" y="79"/>
                </a:cxn>
                <a:cxn ang="0">
                  <a:pos x="0" y="0"/>
                </a:cxn>
              </a:cxnLst>
              <a:pathLst>
                <a:path w="103" h="79">
                  <a:moveTo>
                    <a:pt x="0" y="0"/>
                  </a:moveTo>
                  <a:lnTo>
                    <a:pt x="103" y="40"/>
                  </a:lnTo>
                  <a:lnTo>
                    <a:pt x="0" y="79"/>
                  </a:lnTo>
                  <a:lnTo>
                    <a:pt x="0" y="0"/>
                  </a:lnTo>
                  <a:close/>
                </a:path>
              </a:pathLst>
            </a:custGeom>
            <a:solidFill>
              <a:schemeClr val="bg1">
                <a:alpha val="100000"/>
              </a:schemeClr>
            </a:solidFill>
            <a:ln w="9525">
              <a:noFill/>
            </a:ln>
          </p:spPr>
          <p:txBody>
            <a:bodyPr/>
            <a:p>
              <a:endParaRPr lang="zh-CN" altLang="en-US"/>
            </a:p>
          </p:txBody>
        </p:sp>
        <p:sp>
          <p:nvSpPr>
            <p:cNvPr id="164922" name="Rectangle 57"/>
            <p:cNvSpPr/>
            <p:nvPr/>
          </p:nvSpPr>
          <p:spPr>
            <a:xfrm>
              <a:off x="2876" y="3843"/>
              <a:ext cx="199" cy="265"/>
            </a:xfrm>
            <a:prstGeom prst="rect">
              <a:avLst/>
            </a:prstGeom>
            <a:solidFill>
              <a:schemeClr val="bg1"/>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64923" name="Rectangle 58"/>
            <p:cNvSpPr/>
            <p:nvPr/>
          </p:nvSpPr>
          <p:spPr>
            <a:xfrm>
              <a:off x="2893" y="3874"/>
              <a:ext cx="80" cy="192"/>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b="0" dirty="0">
                  <a:solidFill>
                    <a:srgbClr val="000000"/>
                  </a:solidFill>
                  <a:latin typeface="宋体" panose="02010600030101010101" pitchFamily="2" charset="-122"/>
                </a:rPr>
                <a:t>t</a:t>
              </a:r>
              <a:endParaRPr lang="en-US" altLang="zh-CN" sz="1800" b="0" dirty="0">
                <a:solidFill>
                  <a:schemeClr val="tx1"/>
                </a:solidFill>
                <a:latin typeface="Arial" panose="020B0604020202020204" pitchFamily="34" charset="0"/>
              </a:endParaRPr>
            </a:p>
          </p:txBody>
        </p:sp>
        <p:sp>
          <p:nvSpPr>
            <p:cNvPr id="164924" name="Rectangle 59"/>
            <p:cNvSpPr/>
            <p:nvPr/>
          </p:nvSpPr>
          <p:spPr>
            <a:xfrm>
              <a:off x="2962" y="3970"/>
              <a:ext cx="104" cy="125"/>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宋体" panose="02010600030101010101" pitchFamily="2" charset="-122"/>
                </a:rPr>
                <a:t>RD</a:t>
              </a:r>
              <a:endParaRPr lang="en-US" altLang="zh-CN" sz="1800" b="0" dirty="0">
                <a:solidFill>
                  <a:schemeClr val="tx1"/>
                </a:solidFill>
                <a:latin typeface="Arial" panose="020B0604020202020204" pitchFamily="34" charset="0"/>
              </a:endParaRPr>
            </a:p>
          </p:txBody>
        </p:sp>
        <p:sp>
          <p:nvSpPr>
            <p:cNvPr id="164925" name="Line 60"/>
            <p:cNvSpPr/>
            <p:nvPr/>
          </p:nvSpPr>
          <p:spPr>
            <a:xfrm>
              <a:off x="4708" y="3510"/>
              <a:ext cx="41" cy="1"/>
            </a:xfrm>
            <a:prstGeom prst="line">
              <a:avLst/>
            </a:prstGeom>
            <a:ln w="33338" cap="flat" cmpd="sng">
              <a:solidFill>
                <a:srgbClr val="000000"/>
              </a:solidFill>
              <a:prstDash val="solid"/>
              <a:headEnd type="none" w="med" len="med"/>
              <a:tailEnd type="none" w="med" len="med"/>
            </a:ln>
          </p:spPr>
        </p:sp>
        <p:sp>
          <p:nvSpPr>
            <p:cNvPr id="164926" name="Line 61"/>
            <p:cNvSpPr/>
            <p:nvPr/>
          </p:nvSpPr>
          <p:spPr>
            <a:xfrm>
              <a:off x="4790" y="3510"/>
              <a:ext cx="41" cy="1"/>
            </a:xfrm>
            <a:prstGeom prst="line">
              <a:avLst/>
            </a:prstGeom>
            <a:ln w="33338" cap="flat" cmpd="sng">
              <a:solidFill>
                <a:srgbClr val="000000"/>
              </a:solidFill>
              <a:prstDash val="solid"/>
              <a:headEnd type="none" w="med" len="med"/>
              <a:tailEnd type="none" w="med" len="med"/>
            </a:ln>
          </p:spPr>
        </p:sp>
        <p:sp>
          <p:nvSpPr>
            <p:cNvPr id="164927" name="Line 62"/>
            <p:cNvSpPr/>
            <p:nvPr/>
          </p:nvSpPr>
          <p:spPr>
            <a:xfrm>
              <a:off x="4872" y="3510"/>
              <a:ext cx="41" cy="4"/>
            </a:xfrm>
            <a:prstGeom prst="line">
              <a:avLst/>
            </a:prstGeom>
            <a:ln w="33338" cap="flat" cmpd="sng">
              <a:solidFill>
                <a:srgbClr val="000000"/>
              </a:solidFill>
              <a:prstDash val="solid"/>
              <a:headEnd type="none" w="med" len="med"/>
              <a:tailEnd type="none" w="med" len="med"/>
            </a:ln>
          </p:spPr>
        </p:sp>
        <p:sp>
          <p:nvSpPr>
            <p:cNvPr id="164928" name="Line 63"/>
            <p:cNvSpPr/>
            <p:nvPr/>
          </p:nvSpPr>
          <p:spPr>
            <a:xfrm>
              <a:off x="4955" y="3514"/>
              <a:ext cx="41" cy="1"/>
            </a:xfrm>
            <a:prstGeom prst="line">
              <a:avLst/>
            </a:prstGeom>
            <a:ln w="33338" cap="flat" cmpd="sng">
              <a:solidFill>
                <a:srgbClr val="000000"/>
              </a:solidFill>
              <a:prstDash val="solid"/>
              <a:headEnd type="none" w="med" len="med"/>
              <a:tailEnd type="none" w="med" len="med"/>
            </a:ln>
          </p:spPr>
        </p:sp>
        <p:sp>
          <p:nvSpPr>
            <p:cNvPr id="164929" name="Line 64"/>
            <p:cNvSpPr/>
            <p:nvPr/>
          </p:nvSpPr>
          <p:spPr>
            <a:xfrm>
              <a:off x="5037" y="3514"/>
              <a:ext cx="41" cy="1"/>
            </a:xfrm>
            <a:prstGeom prst="line">
              <a:avLst/>
            </a:prstGeom>
            <a:ln w="33338" cap="flat" cmpd="sng">
              <a:solidFill>
                <a:srgbClr val="000000"/>
              </a:solidFill>
              <a:prstDash val="solid"/>
              <a:headEnd type="none" w="med" len="med"/>
              <a:tailEnd type="none" w="med" len="med"/>
            </a:ln>
          </p:spPr>
        </p:sp>
        <p:sp>
          <p:nvSpPr>
            <p:cNvPr id="164930" name="Rectangle 65"/>
            <p:cNvSpPr/>
            <p:nvPr/>
          </p:nvSpPr>
          <p:spPr>
            <a:xfrm>
              <a:off x="3633" y="3336"/>
              <a:ext cx="1000" cy="360"/>
            </a:xfrm>
            <a:prstGeom prst="rect">
              <a:avLst/>
            </a:prstGeom>
            <a:solidFill>
              <a:schemeClr val="bg1"/>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64931" name="Line 66"/>
            <p:cNvSpPr/>
            <p:nvPr/>
          </p:nvSpPr>
          <p:spPr>
            <a:xfrm>
              <a:off x="3629" y="3340"/>
              <a:ext cx="1007" cy="1"/>
            </a:xfrm>
            <a:prstGeom prst="line">
              <a:avLst/>
            </a:prstGeom>
            <a:ln w="33338" cap="flat" cmpd="sng">
              <a:solidFill>
                <a:srgbClr val="000000"/>
              </a:solidFill>
              <a:prstDash val="solid"/>
              <a:headEnd type="none" w="med" len="med"/>
              <a:tailEnd type="none" w="med" len="med"/>
            </a:ln>
          </p:spPr>
        </p:sp>
        <p:sp>
          <p:nvSpPr>
            <p:cNvPr id="164932" name="Line 67"/>
            <p:cNvSpPr/>
            <p:nvPr/>
          </p:nvSpPr>
          <p:spPr>
            <a:xfrm>
              <a:off x="3633" y="3696"/>
              <a:ext cx="1000" cy="1"/>
            </a:xfrm>
            <a:prstGeom prst="line">
              <a:avLst/>
            </a:prstGeom>
            <a:ln w="33338" cap="flat" cmpd="sng">
              <a:solidFill>
                <a:srgbClr val="000000"/>
              </a:solidFill>
              <a:prstDash val="solid"/>
              <a:headEnd type="none" w="med" len="med"/>
              <a:tailEnd type="none" w="med" len="med"/>
            </a:ln>
          </p:spPr>
        </p:sp>
        <p:sp>
          <p:nvSpPr>
            <p:cNvPr id="164933" name="Rectangle 68"/>
            <p:cNvSpPr/>
            <p:nvPr/>
          </p:nvSpPr>
          <p:spPr>
            <a:xfrm>
              <a:off x="3790" y="3407"/>
              <a:ext cx="800" cy="240"/>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500" b="0" dirty="0">
                  <a:solidFill>
                    <a:srgbClr val="000000"/>
                  </a:solidFill>
                  <a:latin typeface="宋体" panose="02010600030101010101" pitchFamily="2" charset="-122"/>
                </a:rPr>
                <a:t>数据有效</a:t>
              </a:r>
              <a:endParaRPr lang="zh-CN" altLang="en-US" sz="1800" b="0" dirty="0">
                <a:solidFill>
                  <a:schemeClr val="tx1"/>
                </a:solidFill>
                <a:latin typeface="Arial" panose="020B0604020202020204" pitchFamily="34" charset="0"/>
              </a:endParaRPr>
            </a:p>
          </p:txBody>
        </p:sp>
        <p:sp>
          <p:nvSpPr>
            <p:cNvPr id="164934" name="Line 69"/>
            <p:cNvSpPr/>
            <p:nvPr/>
          </p:nvSpPr>
          <p:spPr>
            <a:xfrm>
              <a:off x="4711" y="3336"/>
              <a:ext cx="1" cy="717"/>
            </a:xfrm>
            <a:prstGeom prst="line">
              <a:avLst/>
            </a:prstGeom>
            <a:ln w="4763" cap="flat" cmpd="sng">
              <a:solidFill>
                <a:srgbClr val="000000"/>
              </a:solidFill>
              <a:prstDash val="solid"/>
              <a:headEnd type="none" w="med" len="med"/>
              <a:tailEnd type="none" w="med" len="med"/>
            </a:ln>
          </p:spPr>
        </p:sp>
        <p:sp>
          <p:nvSpPr>
            <p:cNvPr id="164935" name="Line 70"/>
            <p:cNvSpPr/>
            <p:nvPr/>
          </p:nvSpPr>
          <p:spPr>
            <a:xfrm>
              <a:off x="4112" y="3962"/>
              <a:ext cx="504" cy="1"/>
            </a:xfrm>
            <a:prstGeom prst="line">
              <a:avLst/>
            </a:prstGeom>
            <a:ln w="4763" cap="flat" cmpd="sng">
              <a:solidFill>
                <a:srgbClr val="000000"/>
              </a:solidFill>
              <a:prstDash val="solid"/>
              <a:headEnd type="none" w="med" len="med"/>
              <a:tailEnd type="none" w="med" len="med"/>
            </a:ln>
          </p:spPr>
        </p:sp>
        <p:sp>
          <p:nvSpPr>
            <p:cNvPr id="164936" name="Freeform 71"/>
            <p:cNvSpPr/>
            <p:nvPr/>
          </p:nvSpPr>
          <p:spPr>
            <a:xfrm>
              <a:off x="4016" y="3922"/>
              <a:ext cx="107" cy="79"/>
            </a:xfrm>
            <a:custGeom>
              <a:avLst/>
              <a:gdLst/>
              <a:ahLst/>
              <a:cxnLst>
                <a:cxn ang="0">
                  <a:pos x="107" y="79"/>
                </a:cxn>
                <a:cxn ang="0">
                  <a:pos x="0" y="40"/>
                </a:cxn>
                <a:cxn ang="0">
                  <a:pos x="107" y="0"/>
                </a:cxn>
                <a:cxn ang="0">
                  <a:pos x="107" y="79"/>
                </a:cxn>
              </a:cxnLst>
              <a:pathLst>
                <a:path w="107" h="79">
                  <a:moveTo>
                    <a:pt x="107" y="79"/>
                  </a:moveTo>
                  <a:lnTo>
                    <a:pt x="0" y="40"/>
                  </a:lnTo>
                  <a:lnTo>
                    <a:pt x="107" y="0"/>
                  </a:lnTo>
                  <a:lnTo>
                    <a:pt x="107" y="79"/>
                  </a:lnTo>
                  <a:close/>
                </a:path>
              </a:pathLst>
            </a:custGeom>
            <a:solidFill>
              <a:schemeClr val="bg1">
                <a:alpha val="100000"/>
              </a:schemeClr>
            </a:solidFill>
            <a:ln w="9525">
              <a:noFill/>
            </a:ln>
          </p:spPr>
          <p:txBody>
            <a:bodyPr/>
            <a:p>
              <a:endParaRPr lang="zh-CN" altLang="en-US"/>
            </a:p>
          </p:txBody>
        </p:sp>
        <p:sp>
          <p:nvSpPr>
            <p:cNvPr id="164937" name="Freeform 72"/>
            <p:cNvSpPr/>
            <p:nvPr/>
          </p:nvSpPr>
          <p:spPr>
            <a:xfrm>
              <a:off x="4605" y="3922"/>
              <a:ext cx="106" cy="79"/>
            </a:xfrm>
            <a:custGeom>
              <a:avLst/>
              <a:gdLst/>
              <a:ahLst/>
              <a:cxnLst>
                <a:cxn ang="0">
                  <a:pos x="0" y="0"/>
                </a:cxn>
                <a:cxn ang="0">
                  <a:pos x="106" y="40"/>
                </a:cxn>
                <a:cxn ang="0">
                  <a:pos x="0" y="79"/>
                </a:cxn>
                <a:cxn ang="0">
                  <a:pos x="0" y="0"/>
                </a:cxn>
              </a:cxnLst>
              <a:pathLst>
                <a:path w="106" h="79">
                  <a:moveTo>
                    <a:pt x="0" y="0"/>
                  </a:moveTo>
                  <a:lnTo>
                    <a:pt x="106" y="40"/>
                  </a:lnTo>
                  <a:lnTo>
                    <a:pt x="0" y="79"/>
                  </a:lnTo>
                  <a:lnTo>
                    <a:pt x="0" y="0"/>
                  </a:lnTo>
                  <a:close/>
                </a:path>
              </a:pathLst>
            </a:custGeom>
            <a:solidFill>
              <a:schemeClr val="bg1">
                <a:alpha val="100000"/>
              </a:schemeClr>
            </a:solidFill>
            <a:ln w="9525">
              <a:noFill/>
            </a:ln>
          </p:spPr>
          <p:txBody>
            <a:bodyPr/>
            <a:p>
              <a:endParaRPr lang="zh-CN" altLang="en-US"/>
            </a:p>
          </p:txBody>
        </p:sp>
        <p:sp>
          <p:nvSpPr>
            <p:cNvPr id="164938" name="Rectangle 73"/>
            <p:cNvSpPr/>
            <p:nvPr/>
          </p:nvSpPr>
          <p:spPr>
            <a:xfrm>
              <a:off x="4263" y="3843"/>
              <a:ext cx="202" cy="265"/>
            </a:xfrm>
            <a:prstGeom prst="rect">
              <a:avLst/>
            </a:prstGeom>
            <a:solidFill>
              <a:schemeClr val="bg1"/>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64939" name="Rectangle 74"/>
            <p:cNvSpPr/>
            <p:nvPr/>
          </p:nvSpPr>
          <p:spPr>
            <a:xfrm>
              <a:off x="4280" y="3874"/>
              <a:ext cx="80" cy="192"/>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b="0" dirty="0">
                  <a:solidFill>
                    <a:srgbClr val="000000"/>
                  </a:solidFill>
                  <a:latin typeface="宋体" panose="02010600030101010101" pitchFamily="2" charset="-122"/>
                </a:rPr>
                <a:t>t</a:t>
              </a:r>
              <a:endParaRPr lang="en-US" altLang="zh-CN" sz="1800" b="0" dirty="0">
                <a:solidFill>
                  <a:schemeClr val="tx1"/>
                </a:solidFill>
                <a:latin typeface="Arial" panose="020B0604020202020204" pitchFamily="34" charset="0"/>
              </a:endParaRPr>
            </a:p>
          </p:txBody>
        </p:sp>
        <p:sp>
          <p:nvSpPr>
            <p:cNvPr id="164940" name="Rectangle 75"/>
            <p:cNvSpPr/>
            <p:nvPr/>
          </p:nvSpPr>
          <p:spPr>
            <a:xfrm>
              <a:off x="4352" y="3970"/>
              <a:ext cx="104" cy="125"/>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宋体" panose="02010600030101010101" pitchFamily="2" charset="-122"/>
                </a:rPr>
                <a:t>DF</a:t>
              </a:r>
              <a:endParaRPr lang="en-US" altLang="zh-CN" sz="1800" b="0" dirty="0">
                <a:solidFill>
                  <a:schemeClr val="tx1"/>
                </a:solidFill>
                <a:latin typeface="Arial" panose="020B0604020202020204" pitchFamily="34" charset="0"/>
              </a:endParaRPr>
            </a:p>
          </p:txBody>
        </p:sp>
        <p:sp>
          <p:nvSpPr>
            <p:cNvPr id="164941" name="Line 76"/>
            <p:cNvSpPr/>
            <p:nvPr/>
          </p:nvSpPr>
          <p:spPr>
            <a:xfrm>
              <a:off x="4633" y="2535"/>
              <a:ext cx="1" cy="714"/>
            </a:xfrm>
            <a:prstGeom prst="line">
              <a:avLst/>
            </a:prstGeom>
            <a:ln w="4763" cap="flat" cmpd="sng">
              <a:solidFill>
                <a:srgbClr val="000000"/>
              </a:solidFill>
              <a:prstDash val="solid"/>
              <a:headEnd type="none" w="med" len="med"/>
              <a:tailEnd type="none" w="med" len="med"/>
            </a:ln>
          </p:spPr>
        </p:sp>
        <p:sp>
          <p:nvSpPr>
            <p:cNvPr id="164942" name="Line 77"/>
            <p:cNvSpPr/>
            <p:nvPr/>
          </p:nvSpPr>
          <p:spPr>
            <a:xfrm>
              <a:off x="4112" y="2623"/>
              <a:ext cx="425" cy="1"/>
            </a:xfrm>
            <a:prstGeom prst="line">
              <a:avLst/>
            </a:prstGeom>
            <a:ln w="4763" cap="flat" cmpd="sng">
              <a:solidFill>
                <a:srgbClr val="000000"/>
              </a:solidFill>
              <a:prstDash val="solid"/>
              <a:headEnd type="none" w="med" len="med"/>
              <a:tailEnd type="none" w="med" len="med"/>
            </a:ln>
          </p:spPr>
        </p:sp>
        <p:sp>
          <p:nvSpPr>
            <p:cNvPr id="164943" name="Freeform 78"/>
            <p:cNvSpPr/>
            <p:nvPr/>
          </p:nvSpPr>
          <p:spPr>
            <a:xfrm>
              <a:off x="4016" y="2583"/>
              <a:ext cx="107" cy="83"/>
            </a:xfrm>
            <a:custGeom>
              <a:avLst/>
              <a:gdLst/>
              <a:ahLst/>
              <a:cxnLst>
                <a:cxn ang="0">
                  <a:pos x="107" y="83"/>
                </a:cxn>
                <a:cxn ang="0">
                  <a:pos x="0" y="40"/>
                </a:cxn>
                <a:cxn ang="0">
                  <a:pos x="107" y="0"/>
                </a:cxn>
                <a:cxn ang="0">
                  <a:pos x="107" y="83"/>
                </a:cxn>
              </a:cxnLst>
              <a:pathLst>
                <a:path w="107" h="83">
                  <a:moveTo>
                    <a:pt x="107" y="83"/>
                  </a:moveTo>
                  <a:lnTo>
                    <a:pt x="0" y="40"/>
                  </a:lnTo>
                  <a:lnTo>
                    <a:pt x="107" y="0"/>
                  </a:lnTo>
                  <a:lnTo>
                    <a:pt x="107" y="83"/>
                  </a:lnTo>
                  <a:close/>
                </a:path>
              </a:pathLst>
            </a:custGeom>
            <a:solidFill>
              <a:schemeClr val="bg1">
                <a:alpha val="100000"/>
              </a:schemeClr>
            </a:solidFill>
            <a:ln w="9525">
              <a:noFill/>
            </a:ln>
          </p:spPr>
          <p:txBody>
            <a:bodyPr/>
            <a:p>
              <a:endParaRPr lang="zh-CN" altLang="en-US"/>
            </a:p>
          </p:txBody>
        </p:sp>
        <p:sp>
          <p:nvSpPr>
            <p:cNvPr id="164944" name="Freeform 79"/>
            <p:cNvSpPr/>
            <p:nvPr/>
          </p:nvSpPr>
          <p:spPr>
            <a:xfrm>
              <a:off x="4530" y="2583"/>
              <a:ext cx="103" cy="83"/>
            </a:xfrm>
            <a:custGeom>
              <a:avLst/>
              <a:gdLst/>
              <a:ahLst/>
              <a:cxnLst>
                <a:cxn ang="0">
                  <a:pos x="0" y="0"/>
                </a:cxn>
                <a:cxn ang="0">
                  <a:pos x="103" y="40"/>
                </a:cxn>
                <a:cxn ang="0">
                  <a:pos x="0" y="83"/>
                </a:cxn>
                <a:cxn ang="0">
                  <a:pos x="0" y="0"/>
                </a:cxn>
              </a:cxnLst>
              <a:pathLst>
                <a:path w="103" h="83">
                  <a:moveTo>
                    <a:pt x="0" y="0"/>
                  </a:moveTo>
                  <a:lnTo>
                    <a:pt x="103" y="40"/>
                  </a:lnTo>
                  <a:lnTo>
                    <a:pt x="0" y="83"/>
                  </a:lnTo>
                  <a:lnTo>
                    <a:pt x="0" y="0"/>
                  </a:lnTo>
                  <a:close/>
                </a:path>
              </a:pathLst>
            </a:custGeom>
            <a:solidFill>
              <a:schemeClr val="bg1">
                <a:alpha val="100000"/>
              </a:schemeClr>
            </a:solidFill>
            <a:ln w="9525">
              <a:noFill/>
            </a:ln>
          </p:spPr>
          <p:txBody>
            <a:bodyPr/>
            <a:p>
              <a:endParaRPr lang="zh-CN" altLang="en-US"/>
            </a:p>
          </p:txBody>
        </p:sp>
        <p:sp>
          <p:nvSpPr>
            <p:cNvPr id="164945" name="Rectangle 80"/>
            <p:cNvSpPr/>
            <p:nvPr/>
          </p:nvSpPr>
          <p:spPr>
            <a:xfrm>
              <a:off x="4225" y="2504"/>
              <a:ext cx="199" cy="265"/>
            </a:xfrm>
            <a:prstGeom prst="rect">
              <a:avLst/>
            </a:prstGeom>
            <a:solidFill>
              <a:schemeClr val="bg1"/>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64946" name="Rectangle 81"/>
            <p:cNvSpPr/>
            <p:nvPr/>
          </p:nvSpPr>
          <p:spPr>
            <a:xfrm>
              <a:off x="4242" y="2535"/>
              <a:ext cx="80" cy="192"/>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b="0" dirty="0">
                  <a:solidFill>
                    <a:srgbClr val="000000"/>
                  </a:solidFill>
                  <a:latin typeface="宋体" panose="02010600030101010101" pitchFamily="2" charset="-122"/>
                </a:rPr>
                <a:t>t</a:t>
              </a:r>
              <a:endParaRPr lang="en-US" altLang="zh-CN" sz="1800" b="0" dirty="0">
                <a:solidFill>
                  <a:schemeClr val="tx1"/>
                </a:solidFill>
                <a:latin typeface="Arial" panose="020B0604020202020204" pitchFamily="34" charset="0"/>
              </a:endParaRPr>
            </a:p>
          </p:txBody>
        </p:sp>
        <p:sp>
          <p:nvSpPr>
            <p:cNvPr id="164947" name="Rectangle 82"/>
            <p:cNvSpPr/>
            <p:nvPr/>
          </p:nvSpPr>
          <p:spPr>
            <a:xfrm>
              <a:off x="4311" y="2635"/>
              <a:ext cx="104" cy="125"/>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宋体" panose="02010600030101010101" pitchFamily="2" charset="-122"/>
                </a:rPr>
                <a:t>RA</a:t>
              </a:r>
              <a:endParaRPr lang="en-US" altLang="zh-CN" sz="1800" b="0" dirty="0">
                <a:solidFill>
                  <a:schemeClr val="tx1"/>
                </a:solidFill>
                <a:latin typeface="Arial" panose="020B0604020202020204" pitchFamily="34" charset="0"/>
              </a:endParaRPr>
            </a:p>
          </p:txBody>
        </p:sp>
        <p:sp>
          <p:nvSpPr>
            <p:cNvPr id="164948" name="Line 83"/>
            <p:cNvSpPr/>
            <p:nvPr/>
          </p:nvSpPr>
          <p:spPr>
            <a:xfrm>
              <a:off x="4249" y="1644"/>
              <a:ext cx="1" cy="713"/>
            </a:xfrm>
            <a:prstGeom prst="line">
              <a:avLst/>
            </a:prstGeom>
            <a:ln w="4763" cap="flat" cmpd="sng">
              <a:solidFill>
                <a:srgbClr val="000000"/>
              </a:solidFill>
              <a:prstDash val="solid"/>
              <a:headEnd type="none" w="med" len="med"/>
              <a:tailEnd type="none" w="med" len="med"/>
            </a:ln>
          </p:spPr>
        </p:sp>
        <p:sp>
          <p:nvSpPr>
            <p:cNvPr id="164949" name="Line 84"/>
            <p:cNvSpPr/>
            <p:nvPr/>
          </p:nvSpPr>
          <p:spPr>
            <a:xfrm>
              <a:off x="3708" y="1731"/>
              <a:ext cx="213" cy="1"/>
            </a:xfrm>
            <a:prstGeom prst="line">
              <a:avLst/>
            </a:prstGeom>
            <a:ln w="4763" cap="flat" cmpd="sng">
              <a:solidFill>
                <a:srgbClr val="000000"/>
              </a:solidFill>
              <a:prstDash val="solid"/>
              <a:headEnd type="none" w="med" len="med"/>
              <a:tailEnd type="none" w="med" len="med"/>
            </a:ln>
          </p:spPr>
        </p:sp>
        <p:sp>
          <p:nvSpPr>
            <p:cNvPr id="164950" name="Freeform 85"/>
            <p:cNvSpPr/>
            <p:nvPr/>
          </p:nvSpPr>
          <p:spPr>
            <a:xfrm>
              <a:off x="3914" y="1692"/>
              <a:ext cx="102" cy="79"/>
            </a:xfrm>
            <a:custGeom>
              <a:avLst/>
              <a:gdLst/>
              <a:ahLst/>
              <a:cxnLst>
                <a:cxn ang="0">
                  <a:pos x="0" y="0"/>
                </a:cxn>
                <a:cxn ang="0">
                  <a:pos x="102" y="39"/>
                </a:cxn>
                <a:cxn ang="0">
                  <a:pos x="0" y="79"/>
                </a:cxn>
                <a:cxn ang="0">
                  <a:pos x="0" y="0"/>
                </a:cxn>
              </a:cxnLst>
              <a:pathLst>
                <a:path w="102" h="79">
                  <a:moveTo>
                    <a:pt x="0" y="0"/>
                  </a:moveTo>
                  <a:lnTo>
                    <a:pt x="102" y="39"/>
                  </a:lnTo>
                  <a:lnTo>
                    <a:pt x="0" y="79"/>
                  </a:lnTo>
                  <a:lnTo>
                    <a:pt x="0" y="0"/>
                  </a:lnTo>
                  <a:close/>
                </a:path>
              </a:pathLst>
            </a:custGeom>
            <a:solidFill>
              <a:schemeClr val="bg1">
                <a:alpha val="100000"/>
              </a:schemeClr>
            </a:solidFill>
            <a:ln w="9525">
              <a:noFill/>
            </a:ln>
          </p:spPr>
          <p:txBody>
            <a:bodyPr/>
            <a:p>
              <a:endParaRPr lang="zh-CN" altLang="en-US"/>
            </a:p>
          </p:txBody>
        </p:sp>
        <p:sp>
          <p:nvSpPr>
            <p:cNvPr id="164951" name="Line 86"/>
            <p:cNvSpPr/>
            <p:nvPr/>
          </p:nvSpPr>
          <p:spPr>
            <a:xfrm flipH="1">
              <a:off x="4345" y="1731"/>
              <a:ext cx="212" cy="1"/>
            </a:xfrm>
            <a:prstGeom prst="line">
              <a:avLst/>
            </a:prstGeom>
            <a:ln w="4763" cap="flat" cmpd="sng">
              <a:solidFill>
                <a:srgbClr val="000000"/>
              </a:solidFill>
              <a:prstDash val="solid"/>
              <a:headEnd type="none" w="med" len="med"/>
              <a:tailEnd type="none" w="med" len="med"/>
            </a:ln>
          </p:spPr>
        </p:sp>
        <p:sp>
          <p:nvSpPr>
            <p:cNvPr id="164952" name="Freeform 87"/>
            <p:cNvSpPr/>
            <p:nvPr/>
          </p:nvSpPr>
          <p:spPr>
            <a:xfrm>
              <a:off x="4249" y="1692"/>
              <a:ext cx="103" cy="79"/>
            </a:xfrm>
            <a:custGeom>
              <a:avLst/>
              <a:gdLst/>
              <a:ahLst/>
              <a:cxnLst>
                <a:cxn ang="0">
                  <a:pos x="103" y="79"/>
                </a:cxn>
                <a:cxn ang="0">
                  <a:pos x="0" y="39"/>
                </a:cxn>
                <a:cxn ang="0">
                  <a:pos x="103" y="0"/>
                </a:cxn>
                <a:cxn ang="0">
                  <a:pos x="103" y="79"/>
                </a:cxn>
              </a:cxnLst>
              <a:pathLst>
                <a:path w="103" h="79">
                  <a:moveTo>
                    <a:pt x="103" y="79"/>
                  </a:moveTo>
                  <a:lnTo>
                    <a:pt x="0" y="39"/>
                  </a:lnTo>
                  <a:lnTo>
                    <a:pt x="103" y="0"/>
                  </a:lnTo>
                  <a:lnTo>
                    <a:pt x="103" y="79"/>
                  </a:lnTo>
                  <a:close/>
                </a:path>
              </a:pathLst>
            </a:custGeom>
            <a:solidFill>
              <a:schemeClr val="bg1">
                <a:alpha val="100000"/>
              </a:schemeClr>
            </a:solidFill>
            <a:ln w="9525">
              <a:noFill/>
            </a:ln>
          </p:spPr>
          <p:txBody>
            <a:bodyPr/>
            <a:p>
              <a:endParaRPr lang="zh-CN" altLang="en-US"/>
            </a:p>
          </p:txBody>
        </p:sp>
        <p:sp>
          <p:nvSpPr>
            <p:cNvPr id="164953" name="Rectangle 88"/>
            <p:cNvSpPr/>
            <p:nvPr/>
          </p:nvSpPr>
          <p:spPr>
            <a:xfrm>
              <a:off x="4051" y="1624"/>
              <a:ext cx="80" cy="192"/>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b="0" dirty="0">
                  <a:solidFill>
                    <a:srgbClr val="000000"/>
                  </a:solidFill>
                  <a:latin typeface="宋体" panose="02010600030101010101" pitchFamily="2" charset="-122"/>
                </a:rPr>
                <a:t>t</a:t>
              </a:r>
              <a:endParaRPr lang="en-US" altLang="zh-CN" sz="1800" b="0" dirty="0">
                <a:solidFill>
                  <a:schemeClr val="tx1"/>
                </a:solidFill>
                <a:latin typeface="Arial" panose="020B0604020202020204" pitchFamily="34" charset="0"/>
              </a:endParaRPr>
            </a:p>
          </p:txBody>
        </p:sp>
        <p:sp>
          <p:nvSpPr>
            <p:cNvPr id="164954" name="Rectangle 89"/>
            <p:cNvSpPr/>
            <p:nvPr/>
          </p:nvSpPr>
          <p:spPr>
            <a:xfrm>
              <a:off x="4119" y="1723"/>
              <a:ext cx="104" cy="125"/>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宋体" panose="02010600030101010101" pitchFamily="2" charset="-122"/>
                </a:rPr>
                <a:t>HR</a:t>
              </a:r>
              <a:endParaRPr lang="en-US" altLang="zh-CN" sz="1800" b="0" dirty="0">
                <a:solidFill>
                  <a:schemeClr val="tx1"/>
                </a:solidFill>
                <a:latin typeface="Arial" panose="020B0604020202020204" pitchFamily="34" charset="0"/>
              </a:endParaRPr>
            </a:p>
          </p:txBody>
        </p:sp>
        <p:sp>
          <p:nvSpPr>
            <p:cNvPr id="164955" name="Line 90"/>
            <p:cNvSpPr/>
            <p:nvPr/>
          </p:nvSpPr>
          <p:spPr>
            <a:xfrm>
              <a:off x="2496" y="1109"/>
              <a:ext cx="1425" cy="1"/>
            </a:xfrm>
            <a:prstGeom prst="line">
              <a:avLst/>
            </a:prstGeom>
            <a:ln w="4763" cap="flat" cmpd="sng">
              <a:solidFill>
                <a:srgbClr val="000000"/>
              </a:solidFill>
              <a:prstDash val="solid"/>
              <a:headEnd type="none" w="med" len="med"/>
              <a:tailEnd type="none" w="med" len="med"/>
            </a:ln>
          </p:spPr>
        </p:sp>
        <p:sp>
          <p:nvSpPr>
            <p:cNvPr id="164956" name="Freeform 91"/>
            <p:cNvSpPr/>
            <p:nvPr/>
          </p:nvSpPr>
          <p:spPr>
            <a:xfrm>
              <a:off x="2397" y="1066"/>
              <a:ext cx="106" cy="83"/>
            </a:xfrm>
            <a:custGeom>
              <a:avLst/>
              <a:gdLst/>
              <a:ahLst/>
              <a:cxnLst>
                <a:cxn ang="0">
                  <a:pos x="106" y="83"/>
                </a:cxn>
                <a:cxn ang="0">
                  <a:pos x="0" y="43"/>
                </a:cxn>
                <a:cxn ang="0">
                  <a:pos x="106" y="0"/>
                </a:cxn>
                <a:cxn ang="0">
                  <a:pos x="106" y="83"/>
                </a:cxn>
              </a:cxnLst>
              <a:pathLst>
                <a:path w="106" h="83">
                  <a:moveTo>
                    <a:pt x="106" y="83"/>
                  </a:moveTo>
                  <a:lnTo>
                    <a:pt x="0" y="43"/>
                  </a:lnTo>
                  <a:lnTo>
                    <a:pt x="106" y="0"/>
                  </a:lnTo>
                  <a:lnTo>
                    <a:pt x="106" y="83"/>
                  </a:lnTo>
                  <a:close/>
                </a:path>
              </a:pathLst>
            </a:custGeom>
            <a:solidFill>
              <a:schemeClr val="bg1">
                <a:alpha val="100000"/>
              </a:schemeClr>
            </a:solidFill>
            <a:ln w="9525">
              <a:noFill/>
            </a:ln>
          </p:spPr>
          <p:txBody>
            <a:bodyPr/>
            <a:p>
              <a:endParaRPr lang="zh-CN" altLang="en-US"/>
            </a:p>
          </p:txBody>
        </p:sp>
        <p:sp>
          <p:nvSpPr>
            <p:cNvPr id="164957" name="Freeform 92"/>
            <p:cNvSpPr/>
            <p:nvPr/>
          </p:nvSpPr>
          <p:spPr>
            <a:xfrm>
              <a:off x="3914" y="1066"/>
              <a:ext cx="102" cy="83"/>
            </a:xfrm>
            <a:custGeom>
              <a:avLst/>
              <a:gdLst/>
              <a:ahLst/>
              <a:cxnLst>
                <a:cxn ang="0">
                  <a:pos x="0" y="0"/>
                </a:cxn>
                <a:cxn ang="0">
                  <a:pos x="102" y="43"/>
                </a:cxn>
                <a:cxn ang="0">
                  <a:pos x="0" y="83"/>
                </a:cxn>
                <a:cxn ang="0">
                  <a:pos x="0" y="0"/>
                </a:cxn>
              </a:cxnLst>
              <a:pathLst>
                <a:path w="102" h="83">
                  <a:moveTo>
                    <a:pt x="0" y="0"/>
                  </a:moveTo>
                  <a:lnTo>
                    <a:pt x="102" y="43"/>
                  </a:lnTo>
                  <a:lnTo>
                    <a:pt x="0" y="83"/>
                  </a:lnTo>
                  <a:lnTo>
                    <a:pt x="0" y="0"/>
                  </a:lnTo>
                  <a:close/>
                </a:path>
              </a:pathLst>
            </a:custGeom>
            <a:solidFill>
              <a:schemeClr val="bg1">
                <a:alpha val="100000"/>
              </a:schemeClr>
            </a:solidFill>
            <a:ln w="9525">
              <a:noFill/>
            </a:ln>
          </p:spPr>
          <p:txBody>
            <a:bodyPr/>
            <a:p>
              <a:endParaRPr lang="zh-CN" altLang="en-US"/>
            </a:p>
          </p:txBody>
        </p:sp>
        <p:sp>
          <p:nvSpPr>
            <p:cNvPr id="164958" name="Rectangle 93"/>
            <p:cNvSpPr/>
            <p:nvPr/>
          </p:nvSpPr>
          <p:spPr>
            <a:xfrm>
              <a:off x="3109" y="990"/>
              <a:ext cx="199" cy="266"/>
            </a:xfrm>
            <a:prstGeom prst="rect">
              <a:avLst/>
            </a:prstGeom>
            <a:solidFill>
              <a:schemeClr val="bg1"/>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64959" name="Rectangle 94"/>
            <p:cNvSpPr/>
            <p:nvPr/>
          </p:nvSpPr>
          <p:spPr>
            <a:xfrm>
              <a:off x="3126" y="1022"/>
              <a:ext cx="80" cy="192"/>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b="0" dirty="0">
                  <a:solidFill>
                    <a:srgbClr val="000000"/>
                  </a:solidFill>
                  <a:latin typeface="宋体" panose="02010600030101010101" pitchFamily="2" charset="-122"/>
                </a:rPr>
                <a:t>t</a:t>
              </a:r>
              <a:endParaRPr lang="en-US" altLang="zh-CN" sz="1800" b="0" dirty="0">
                <a:solidFill>
                  <a:schemeClr val="tx1"/>
                </a:solidFill>
                <a:latin typeface="Arial" panose="020B0604020202020204" pitchFamily="34" charset="0"/>
              </a:endParaRPr>
            </a:p>
          </p:txBody>
        </p:sp>
        <p:sp>
          <p:nvSpPr>
            <p:cNvPr id="164960" name="Rectangle 95"/>
            <p:cNvSpPr/>
            <p:nvPr/>
          </p:nvSpPr>
          <p:spPr>
            <a:xfrm>
              <a:off x="3195" y="1117"/>
              <a:ext cx="104" cy="125"/>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宋体" panose="02010600030101010101" pitchFamily="2" charset="-122"/>
                </a:rPr>
                <a:t>RR</a:t>
              </a:r>
              <a:endParaRPr lang="en-US" altLang="zh-CN" sz="1800" b="0" dirty="0">
                <a:solidFill>
                  <a:schemeClr val="tx1"/>
                </a:solidFill>
                <a:latin typeface="Arial" panose="020B0604020202020204" pitchFamily="34" charset="0"/>
              </a:endParaRPr>
            </a:p>
          </p:txBody>
        </p:sp>
        <p:sp>
          <p:nvSpPr>
            <p:cNvPr id="164961" name="Line 96"/>
            <p:cNvSpPr/>
            <p:nvPr/>
          </p:nvSpPr>
          <p:spPr>
            <a:xfrm>
              <a:off x="2168" y="1596"/>
              <a:ext cx="1" cy="718"/>
            </a:xfrm>
            <a:prstGeom prst="line">
              <a:avLst/>
            </a:prstGeom>
            <a:ln w="4763" cap="flat" cmpd="sng">
              <a:solidFill>
                <a:srgbClr val="000000"/>
              </a:solidFill>
              <a:prstDash val="solid"/>
              <a:headEnd type="none" w="med" len="med"/>
              <a:tailEnd type="none" w="med" len="med"/>
            </a:ln>
          </p:spPr>
        </p:sp>
        <p:sp>
          <p:nvSpPr>
            <p:cNvPr id="164962" name="Line 97"/>
            <p:cNvSpPr/>
            <p:nvPr/>
          </p:nvSpPr>
          <p:spPr>
            <a:xfrm>
              <a:off x="1859" y="1731"/>
              <a:ext cx="213" cy="1"/>
            </a:xfrm>
            <a:prstGeom prst="line">
              <a:avLst/>
            </a:prstGeom>
            <a:ln w="4763" cap="flat" cmpd="sng">
              <a:solidFill>
                <a:srgbClr val="000000"/>
              </a:solidFill>
              <a:prstDash val="solid"/>
              <a:headEnd type="none" w="med" len="med"/>
              <a:tailEnd type="none" w="med" len="med"/>
            </a:ln>
          </p:spPr>
        </p:sp>
        <p:sp>
          <p:nvSpPr>
            <p:cNvPr id="164963" name="Freeform 98"/>
            <p:cNvSpPr/>
            <p:nvPr/>
          </p:nvSpPr>
          <p:spPr>
            <a:xfrm>
              <a:off x="2061" y="1692"/>
              <a:ext cx="107" cy="79"/>
            </a:xfrm>
            <a:custGeom>
              <a:avLst/>
              <a:gdLst/>
              <a:ahLst/>
              <a:cxnLst>
                <a:cxn ang="0">
                  <a:pos x="0" y="0"/>
                </a:cxn>
                <a:cxn ang="0">
                  <a:pos x="107" y="39"/>
                </a:cxn>
                <a:cxn ang="0">
                  <a:pos x="0" y="79"/>
                </a:cxn>
                <a:cxn ang="0">
                  <a:pos x="0" y="0"/>
                </a:cxn>
              </a:cxnLst>
              <a:pathLst>
                <a:path w="107" h="79">
                  <a:moveTo>
                    <a:pt x="0" y="0"/>
                  </a:moveTo>
                  <a:lnTo>
                    <a:pt x="107" y="39"/>
                  </a:lnTo>
                  <a:lnTo>
                    <a:pt x="0" y="79"/>
                  </a:lnTo>
                  <a:lnTo>
                    <a:pt x="0" y="0"/>
                  </a:lnTo>
                  <a:close/>
                </a:path>
              </a:pathLst>
            </a:custGeom>
            <a:solidFill>
              <a:schemeClr val="bg1">
                <a:alpha val="100000"/>
              </a:schemeClr>
            </a:solidFill>
            <a:ln w="9525">
              <a:noFill/>
            </a:ln>
          </p:spPr>
          <p:txBody>
            <a:bodyPr/>
            <a:p>
              <a:endParaRPr lang="zh-CN" altLang="en-US"/>
            </a:p>
          </p:txBody>
        </p:sp>
        <p:sp>
          <p:nvSpPr>
            <p:cNvPr id="164964" name="Line 99"/>
            <p:cNvSpPr/>
            <p:nvPr/>
          </p:nvSpPr>
          <p:spPr>
            <a:xfrm flipH="1">
              <a:off x="2496" y="1731"/>
              <a:ext cx="212" cy="1"/>
            </a:xfrm>
            <a:prstGeom prst="line">
              <a:avLst/>
            </a:prstGeom>
            <a:ln w="4763" cap="flat" cmpd="sng">
              <a:solidFill>
                <a:srgbClr val="000000"/>
              </a:solidFill>
              <a:prstDash val="solid"/>
              <a:headEnd type="none" w="med" len="med"/>
              <a:tailEnd type="none" w="med" len="med"/>
            </a:ln>
          </p:spPr>
        </p:sp>
        <p:sp>
          <p:nvSpPr>
            <p:cNvPr id="164965" name="Freeform 100"/>
            <p:cNvSpPr/>
            <p:nvPr/>
          </p:nvSpPr>
          <p:spPr>
            <a:xfrm>
              <a:off x="2397" y="1692"/>
              <a:ext cx="106" cy="79"/>
            </a:xfrm>
            <a:custGeom>
              <a:avLst/>
              <a:gdLst/>
              <a:ahLst/>
              <a:cxnLst>
                <a:cxn ang="0">
                  <a:pos x="106" y="79"/>
                </a:cxn>
                <a:cxn ang="0">
                  <a:pos x="0" y="39"/>
                </a:cxn>
                <a:cxn ang="0">
                  <a:pos x="106" y="0"/>
                </a:cxn>
                <a:cxn ang="0">
                  <a:pos x="106" y="79"/>
                </a:cxn>
              </a:cxnLst>
              <a:pathLst>
                <a:path w="106" h="79">
                  <a:moveTo>
                    <a:pt x="106" y="79"/>
                  </a:moveTo>
                  <a:lnTo>
                    <a:pt x="0" y="39"/>
                  </a:lnTo>
                  <a:lnTo>
                    <a:pt x="106" y="0"/>
                  </a:lnTo>
                  <a:lnTo>
                    <a:pt x="106" y="79"/>
                  </a:lnTo>
                  <a:close/>
                </a:path>
              </a:pathLst>
            </a:custGeom>
            <a:solidFill>
              <a:schemeClr val="bg1">
                <a:alpha val="100000"/>
              </a:schemeClr>
            </a:solidFill>
            <a:ln w="9525">
              <a:noFill/>
            </a:ln>
          </p:spPr>
          <p:txBody>
            <a:bodyPr/>
            <a:p>
              <a:endParaRPr lang="zh-CN" altLang="en-US"/>
            </a:p>
          </p:txBody>
        </p:sp>
        <p:sp>
          <p:nvSpPr>
            <p:cNvPr id="164966" name="Rectangle 101"/>
            <p:cNvSpPr/>
            <p:nvPr/>
          </p:nvSpPr>
          <p:spPr>
            <a:xfrm>
              <a:off x="2202" y="1624"/>
              <a:ext cx="80" cy="192"/>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b="0" dirty="0">
                  <a:solidFill>
                    <a:srgbClr val="000000"/>
                  </a:solidFill>
                  <a:latin typeface="宋体" panose="02010600030101010101" pitchFamily="2" charset="-122"/>
                </a:rPr>
                <a:t>t</a:t>
              </a:r>
              <a:endParaRPr lang="en-US" altLang="zh-CN" sz="1800" b="0" dirty="0">
                <a:solidFill>
                  <a:schemeClr val="tx1"/>
                </a:solidFill>
                <a:latin typeface="Arial" panose="020B0604020202020204" pitchFamily="34" charset="0"/>
              </a:endParaRPr>
            </a:p>
          </p:txBody>
        </p:sp>
        <p:sp>
          <p:nvSpPr>
            <p:cNvPr id="164967" name="Rectangle 102"/>
            <p:cNvSpPr/>
            <p:nvPr/>
          </p:nvSpPr>
          <p:spPr>
            <a:xfrm>
              <a:off x="2270" y="1723"/>
              <a:ext cx="104" cy="125"/>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宋体" panose="02010600030101010101" pitchFamily="2" charset="-122"/>
                </a:rPr>
                <a:t>IR</a:t>
              </a:r>
              <a:endParaRPr lang="en-US" altLang="zh-CN" sz="1800" b="0" dirty="0">
                <a:solidFill>
                  <a:schemeClr val="tx1"/>
                </a:solidFill>
                <a:latin typeface="Arial" panose="020B0604020202020204" pitchFamily="34" charset="0"/>
              </a:endParaRPr>
            </a:p>
          </p:txBody>
        </p:sp>
        <p:sp>
          <p:nvSpPr>
            <p:cNvPr id="164968" name="Line 103"/>
            <p:cNvSpPr/>
            <p:nvPr/>
          </p:nvSpPr>
          <p:spPr>
            <a:xfrm>
              <a:off x="1781" y="2535"/>
              <a:ext cx="1" cy="714"/>
            </a:xfrm>
            <a:prstGeom prst="line">
              <a:avLst/>
            </a:prstGeom>
            <a:ln w="4763" cap="flat" cmpd="sng">
              <a:solidFill>
                <a:srgbClr val="000000"/>
              </a:solidFill>
              <a:prstDash val="solid"/>
              <a:headEnd type="none" w="med" len="med"/>
              <a:tailEnd type="none" w="med" len="med"/>
            </a:ln>
          </p:spPr>
        </p:sp>
        <p:sp>
          <p:nvSpPr>
            <p:cNvPr id="164969" name="Line 104"/>
            <p:cNvSpPr/>
            <p:nvPr/>
          </p:nvSpPr>
          <p:spPr>
            <a:xfrm>
              <a:off x="1876" y="2623"/>
              <a:ext cx="425" cy="1"/>
            </a:xfrm>
            <a:prstGeom prst="line">
              <a:avLst/>
            </a:prstGeom>
            <a:ln w="4763" cap="flat" cmpd="sng">
              <a:solidFill>
                <a:srgbClr val="000000"/>
              </a:solidFill>
              <a:prstDash val="solid"/>
              <a:headEnd type="none" w="med" len="med"/>
              <a:tailEnd type="none" w="med" len="med"/>
            </a:ln>
          </p:spPr>
        </p:sp>
        <p:sp>
          <p:nvSpPr>
            <p:cNvPr id="164970" name="Freeform 105"/>
            <p:cNvSpPr/>
            <p:nvPr/>
          </p:nvSpPr>
          <p:spPr>
            <a:xfrm>
              <a:off x="1781" y="2583"/>
              <a:ext cx="106" cy="83"/>
            </a:xfrm>
            <a:custGeom>
              <a:avLst/>
              <a:gdLst/>
              <a:ahLst/>
              <a:cxnLst>
                <a:cxn ang="0">
                  <a:pos x="106" y="83"/>
                </a:cxn>
                <a:cxn ang="0">
                  <a:pos x="0" y="40"/>
                </a:cxn>
                <a:cxn ang="0">
                  <a:pos x="106" y="0"/>
                </a:cxn>
                <a:cxn ang="0">
                  <a:pos x="106" y="83"/>
                </a:cxn>
              </a:cxnLst>
              <a:pathLst>
                <a:path w="106" h="83">
                  <a:moveTo>
                    <a:pt x="106" y="83"/>
                  </a:moveTo>
                  <a:lnTo>
                    <a:pt x="0" y="40"/>
                  </a:lnTo>
                  <a:lnTo>
                    <a:pt x="106" y="0"/>
                  </a:lnTo>
                  <a:lnTo>
                    <a:pt x="106" y="83"/>
                  </a:lnTo>
                  <a:close/>
                </a:path>
              </a:pathLst>
            </a:custGeom>
            <a:solidFill>
              <a:schemeClr val="bg1">
                <a:alpha val="100000"/>
              </a:schemeClr>
            </a:solidFill>
            <a:ln w="9525">
              <a:noFill/>
            </a:ln>
          </p:spPr>
          <p:txBody>
            <a:bodyPr/>
            <a:p>
              <a:endParaRPr lang="zh-CN" altLang="en-US"/>
            </a:p>
          </p:txBody>
        </p:sp>
        <p:sp>
          <p:nvSpPr>
            <p:cNvPr id="164971" name="Freeform 106"/>
            <p:cNvSpPr/>
            <p:nvPr/>
          </p:nvSpPr>
          <p:spPr>
            <a:xfrm>
              <a:off x="2294" y="2583"/>
              <a:ext cx="103" cy="83"/>
            </a:xfrm>
            <a:custGeom>
              <a:avLst/>
              <a:gdLst/>
              <a:ahLst/>
              <a:cxnLst>
                <a:cxn ang="0">
                  <a:pos x="0" y="0"/>
                </a:cxn>
                <a:cxn ang="0">
                  <a:pos x="103" y="40"/>
                </a:cxn>
                <a:cxn ang="0">
                  <a:pos x="0" y="83"/>
                </a:cxn>
                <a:cxn ang="0">
                  <a:pos x="0" y="0"/>
                </a:cxn>
              </a:cxnLst>
              <a:pathLst>
                <a:path w="103" h="83">
                  <a:moveTo>
                    <a:pt x="0" y="0"/>
                  </a:moveTo>
                  <a:lnTo>
                    <a:pt x="103" y="40"/>
                  </a:lnTo>
                  <a:lnTo>
                    <a:pt x="0" y="83"/>
                  </a:lnTo>
                  <a:lnTo>
                    <a:pt x="0" y="0"/>
                  </a:lnTo>
                  <a:close/>
                </a:path>
              </a:pathLst>
            </a:custGeom>
            <a:solidFill>
              <a:schemeClr val="bg1">
                <a:alpha val="100000"/>
              </a:schemeClr>
            </a:solidFill>
            <a:ln w="9525">
              <a:noFill/>
            </a:ln>
          </p:spPr>
          <p:txBody>
            <a:bodyPr/>
            <a:p>
              <a:endParaRPr lang="zh-CN" altLang="en-US"/>
            </a:p>
          </p:txBody>
        </p:sp>
        <p:sp>
          <p:nvSpPr>
            <p:cNvPr id="164972" name="Rectangle 107"/>
            <p:cNvSpPr/>
            <p:nvPr/>
          </p:nvSpPr>
          <p:spPr>
            <a:xfrm>
              <a:off x="1989" y="2504"/>
              <a:ext cx="199" cy="265"/>
            </a:xfrm>
            <a:prstGeom prst="rect">
              <a:avLst/>
            </a:prstGeom>
            <a:solidFill>
              <a:schemeClr val="bg1"/>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64973" name="Rectangle 108"/>
            <p:cNvSpPr/>
            <p:nvPr/>
          </p:nvSpPr>
          <p:spPr>
            <a:xfrm>
              <a:off x="2007" y="2535"/>
              <a:ext cx="80" cy="192"/>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b="0" dirty="0">
                  <a:solidFill>
                    <a:srgbClr val="000000"/>
                  </a:solidFill>
                  <a:latin typeface="宋体" panose="02010600030101010101" pitchFamily="2" charset="-122"/>
                </a:rPr>
                <a:t>t</a:t>
              </a:r>
              <a:endParaRPr lang="en-US" altLang="zh-CN" sz="1800" b="0" dirty="0">
                <a:solidFill>
                  <a:schemeClr val="tx1"/>
                </a:solidFill>
                <a:latin typeface="Arial" panose="020B0604020202020204" pitchFamily="34" charset="0"/>
              </a:endParaRPr>
            </a:p>
          </p:txBody>
        </p:sp>
        <p:sp>
          <p:nvSpPr>
            <p:cNvPr id="164974" name="Rectangle 109"/>
            <p:cNvSpPr/>
            <p:nvPr/>
          </p:nvSpPr>
          <p:spPr>
            <a:xfrm>
              <a:off x="2075" y="2635"/>
              <a:ext cx="104" cy="125"/>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宋体" panose="02010600030101010101" pitchFamily="2" charset="-122"/>
                </a:rPr>
                <a:t>AR</a:t>
              </a:r>
              <a:endParaRPr lang="en-US" altLang="zh-CN" sz="1800" b="0" dirty="0">
                <a:solidFill>
                  <a:schemeClr val="tx1"/>
                </a:solidFill>
                <a:latin typeface="Arial" panose="020B0604020202020204" pitchFamily="34" charset="0"/>
              </a:endParaRPr>
            </a:p>
          </p:txBody>
        </p:sp>
        <p:sp>
          <p:nvSpPr>
            <p:cNvPr id="164975" name="Line 110"/>
            <p:cNvSpPr/>
            <p:nvPr/>
          </p:nvSpPr>
          <p:spPr>
            <a:xfrm>
              <a:off x="1859" y="2801"/>
              <a:ext cx="2698" cy="1"/>
            </a:xfrm>
            <a:prstGeom prst="line">
              <a:avLst/>
            </a:prstGeom>
            <a:ln w="33338" cap="flat" cmpd="sng">
              <a:solidFill>
                <a:srgbClr val="000000"/>
              </a:solidFill>
              <a:prstDash val="solid"/>
              <a:headEnd type="none" w="med" len="med"/>
              <a:tailEnd type="none" w="med" len="med"/>
            </a:ln>
          </p:spPr>
        </p:sp>
        <p:sp>
          <p:nvSpPr>
            <p:cNvPr id="164976" name="Line 111"/>
            <p:cNvSpPr/>
            <p:nvPr/>
          </p:nvSpPr>
          <p:spPr>
            <a:xfrm>
              <a:off x="831" y="1228"/>
              <a:ext cx="205" cy="1"/>
            </a:xfrm>
            <a:prstGeom prst="line">
              <a:avLst/>
            </a:prstGeom>
            <a:ln w="15875" cap="flat" cmpd="sng">
              <a:solidFill>
                <a:srgbClr val="000000"/>
              </a:solidFill>
              <a:prstDash val="solid"/>
              <a:headEnd type="none" w="med" len="med"/>
              <a:tailEnd type="none" w="med" len="med"/>
            </a:ln>
          </p:spPr>
        </p:sp>
        <p:sp>
          <p:nvSpPr>
            <p:cNvPr id="164977" name="Rectangle 112"/>
            <p:cNvSpPr/>
            <p:nvPr/>
          </p:nvSpPr>
          <p:spPr>
            <a:xfrm>
              <a:off x="831" y="1240"/>
              <a:ext cx="211" cy="329"/>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400" b="0" dirty="0">
                  <a:solidFill>
                    <a:srgbClr val="000000"/>
                  </a:solidFill>
                  <a:latin typeface="宋体" panose="02010600030101010101" pitchFamily="2" charset="-122"/>
                </a:rPr>
                <a:t>RD</a:t>
              </a:r>
              <a:endParaRPr lang="en-US" altLang="zh-CN" sz="2400" b="0" dirty="0">
                <a:solidFill>
                  <a:schemeClr val="tx1"/>
                </a:solidFill>
                <a:latin typeface="Arial" panose="020B0604020202020204" pitchFamily="34" charset="0"/>
              </a:endParaRPr>
            </a:p>
          </p:txBody>
        </p:sp>
        <p:sp>
          <p:nvSpPr>
            <p:cNvPr id="164978" name="Rectangle 113"/>
            <p:cNvSpPr/>
            <p:nvPr/>
          </p:nvSpPr>
          <p:spPr>
            <a:xfrm>
              <a:off x="240" y="1944"/>
              <a:ext cx="842" cy="329"/>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400" b="0" dirty="0">
                  <a:solidFill>
                    <a:srgbClr val="000000"/>
                  </a:solidFill>
                  <a:latin typeface="宋体" panose="02010600030101010101" pitchFamily="2" charset="-122"/>
                </a:rPr>
                <a:t>输入数据</a:t>
              </a:r>
              <a:endParaRPr lang="zh-CN" altLang="en-US" sz="2400" b="0" dirty="0">
                <a:solidFill>
                  <a:schemeClr val="tx1"/>
                </a:solidFill>
                <a:latin typeface="Arial" panose="020B0604020202020204" pitchFamily="34" charset="0"/>
              </a:endParaRPr>
            </a:p>
          </p:txBody>
        </p:sp>
        <p:sp>
          <p:nvSpPr>
            <p:cNvPr id="164979" name="Line 114"/>
            <p:cNvSpPr/>
            <p:nvPr/>
          </p:nvSpPr>
          <p:spPr>
            <a:xfrm>
              <a:off x="231" y="2833"/>
              <a:ext cx="206" cy="1"/>
            </a:xfrm>
            <a:prstGeom prst="line">
              <a:avLst/>
            </a:prstGeom>
            <a:ln w="15875" cap="flat" cmpd="sng">
              <a:solidFill>
                <a:srgbClr val="000000"/>
              </a:solidFill>
              <a:prstDash val="solid"/>
              <a:headEnd type="none" w="med" len="med"/>
              <a:tailEnd type="none" w="med" len="med"/>
            </a:ln>
          </p:spPr>
        </p:sp>
        <p:sp>
          <p:nvSpPr>
            <p:cNvPr id="164980" name="Rectangle 115"/>
            <p:cNvSpPr/>
            <p:nvPr/>
          </p:nvSpPr>
          <p:spPr>
            <a:xfrm>
              <a:off x="240" y="2880"/>
              <a:ext cx="842" cy="329"/>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400" b="0" dirty="0">
                  <a:solidFill>
                    <a:srgbClr val="000000"/>
                  </a:solidFill>
                  <a:latin typeface="宋体" panose="02010600030101010101" pitchFamily="2" charset="-122"/>
                </a:rPr>
                <a:t>CS,A1,A0</a:t>
              </a:r>
              <a:endParaRPr lang="en-US" altLang="zh-CN" sz="2400" b="0" dirty="0">
                <a:solidFill>
                  <a:schemeClr val="tx1"/>
                </a:solidFill>
                <a:latin typeface="Arial" panose="020B0604020202020204" pitchFamily="34" charset="0"/>
              </a:endParaRPr>
            </a:p>
          </p:txBody>
        </p:sp>
        <p:sp>
          <p:nvSpPr>
            <p:cNvPr id="164981" name="Rectangle 117"/>
            <p:cNvSpPr/>
            <p:nvPr/>
          </p:nvSpPr>
          <p:spPr>
            <a:xfrm>
              <a:off x="947" y="2995"/>
              <a:ext cx="0" cy="247"/>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en-US" altLang="zh-CN" sz="1800" b="0" dirty="0">
                <a:solidFill>
                  <a:schemeClr val="tx1"/>
                </a:solidFill>
                <a:latin typeface="Arial" panose="020B0604020202020204" pitchFamily="34" charset="0"/>
              </a:endParaRPr>
            </a:p>
          </p:txBody>
        </p:sp>
      </p:grpSp>
      <p:sp>
        <p:nvSpPr>
          <p:cNvPr id="164867" name="文本框 122"/>
          <p:cNvSpPr txBox="1"/>
          <p:nvPr/>
        </p:nvSpPr>
        <p:spPr>
          <a:xfrm>
            <a:off x="2468563" y="1885950"/>
            <a:ext cx="3738562" cy="522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dirty="0">
                <a:solidFill>
                  <a:srgbClr val="0070C0"/>
                </a:solidFill>
                <a:latin typeface="楷体_GB2312" pitchFamily="1" charset="-122"/>
              </a:rPr>
              <a:t>方式</a:t>
            </a:r>
            <a:r>
              <a:rPr lang="en-US" altLang="zh-CN" dirty="0">
                <a:solidFill>
                  <a:srgbClr val="0070C0"/>
                </a:solidFill>
                <a:latin typeface="楷体_GB2312" pitchFamily="1" charset="-122"/>
              </a:rPr>
              <a:t>0</a:t>
            </a:r>
            <a:r>
              <a:rPr lang="zh-CN" altLang="en-US" dirty="0">
                <a:solidFill>
                  <a:srgbClr val="0070C0"/>
                </a:solidFill>
                <a:latin typeface="楷体_GB2312" pitchFamily="1" charset="-122"/>
              </a:rPr>
              <a:t>作为输入口时序</a:t>
            </a:r>
            <a:endParaRPr lang="zh-CN" altLang="en-US" dirty="0">
              <a:solidFill>
                <a:srgbClr val="0070C0"/>
              </a:solidFill>
              <a:latin typeface="楷体_GB2312" pitchFamily="1" charset="-122"/>
            </a:endParaRPr>
          </a:p>
        </p:txBody>
      </p:sp>
      <p:sp>
        <p:nvSpPr>
          <p:cNvPr id="164868" name="文本框 123"/>
          <p:cNvSpPr txBox="1"/>
          <p:nvPr/>
        </p:nvSpPr>
        <p:spPr>
          <a:xfrm>
            <a:off x="887413" y="5318125"/>
            <a:ext cx="1431925" cy="461963"/>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400" b="0" dirty="0">
                <a:solidFill>
                  <a:schemeClr val="tx1"/>
                </a:solidFill>
                <a:latin typeface="宋体" panose="02010600030101010101" pitchFamily="2" charset="-122"/>
                <a:ea typeface="宋体" panose="02010600030101010101" pitchFamily="2" charset="-122"/>
              </a:rPr>
              <a:t>D7----D0</a:t>
            </a:r>
            <a:endParaRPr lang="zh-CN" altLang="en-US" sz="2400" b="0" dirty="0">
              <a:solidFill>
                <a:schemeClr val="tx1"/>
              </a:solidFill>
              <a:latin typeface="宋体" panose="02010600030101010101" pitchFamily="2" charset="-122"/>
              <a:ea typeface="宋体" panose="02010600030101010101" pitchFamily="2" charset="-122"/>
            </a:endParaRPr>
          </a:p>
        </p:txBody>
      </p:sp>
    </p:spTree>
  </p:cSld>
  <p:clrMapOvr>
    <a:masterClrMapping/>
  </p:clrMapOvr>
  <p:transition spd="slow">
    <p:zoom/>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95" name="灯片编号占位符 3"/>
          <p:cNvSpPr txBox="1">
            <a:spLocks noGrp="1"/>
          </p:cNvSpPr>
          <p:nvPr>
            <p:ph type="sldNum" sz="quarter" idx="4"/>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numCol="1" anchor="b" anchorCtr="0" compatLnSpc="1"/>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5D63B709-F0AB-4003-BE9E-DA6E11B7A2D6}" type="slidenum">
              <a:rPr kumimoji="0" lang="en-US" altLang="zh-CN" sz="1400" b="0" i="0" u="none" strike="noStrike" kern="1200" cap="none" spc="0" normalizeH="0" baseline="0" noProof="0">
                <a:ln>
                  <a:noFill/>
                </a:ln>
                <a:solidFill>
                  <a:schemeClr val="tx1"/>
                </a:solidFill>
                <a:effectLst/>
                <a:uLnTx/>
                <a:uFillTx/>
                <a:latin typeface="+mn-lt"/>
                <a:ea typeface="宋体" panose="02010600030101010101" pitchFamily="2" charset="-122"/>
                <a:cs typeface="+mn-cs"/>
              </a:rPr>
            </a:fld>
            <a:endParaRPr kumimoji="0" lang="en-US" altLang="zh-CN" sz="1400" b="0" i="0" u="none" strike="noStrike" kern="1200" cap="none" spc="0" normalizeH="0" baseline="0" noProof="0">
              <a:ln>
                <a:noFill/>
              </a:ln>
              <a:solidFill>
                <a:schemeClr val="tx1"/>
              </a:solidFill>
              <a:effectLst/>
              <a:uLnTx/>
              <a:uFillTx/>
              <a:latin typeface="+mn-lt"/>
              <a:ea typeface="宋体" panose="02010600030101010101" pitchFamily="2" charset="-122"/>
              <a:cs typeface="+mn-cs"/>
            </a:endParaRPr>
          </a:p>
        </p:txBody>
      </p:sp>
      <p:grpSp>
        <p:nvGrpSpPr>
          <p:cNvPr id="166915" name="Group 91"/>
          <p:cNvGrpSpPr/>
          <p:nvPr/>
        </p:nvGrpSpPr>
        <p:grpSpPr>
          <a:xfrm>
            <a:off x="966788" y="2446338"/>
            <a:ext cx="6762750" cy="3797300"/>
            <a:chOff x="346" y="986"/>
            <a:chExt cx="4828" cy="3020"/>
          </a:xfrm>
        </p:grpSpPr>
        <p:sp>
          <p:nvSpPr>
            <p:cNvPr id="166921" name="Line 4"/>
            <p:cNvSpPr/>
            <p:nvPr/>
          </p:nvSpPr>
          <p:spPr>
            <a:xfrm>
              <a:off x="3839" y="986"/>
              <a:ext cx="1" cy="3020"/>
            </a:xfrm>
            <a:prstGeom prst="line">
              <a:avLst/>
            </a:prstGeom>
            <a:ln w="4763" cap="flat" cmpd="sng">
              <a:solidFill>
                <a:srgbClr val="000000"/>
              </a:solidFill>
              <a:prstDash val="solid"/>
              <a:headEnd type="none" w="med" len="med"/>
              <a:tailEnd type="none" w="med" len="med"/>
            </a:ln>
          </p:spPr>
        </p:sp>
        <p:sp>
          <p:nvSpPr>
            <p:cNvPr id="166922" name="Freeform 5"/>
            <p:cNvSpPr/>
            <p:nvPr/>
          </p:nvSpPr>
          <p:spPr>
            <a:xfrm>
              <a:off x="1372" y="1322"/>
              <a:ext cx="1016" cy="335"/>
            </a:xfrm>
            <a:custGeom>
              <a:avLst/>
              <a:gdLst/>
              <a:ahLst/>
              <a:cxnLst>
                <a:cxn ang="0">
                  <a:pos x="0" y="0"/>
                </a:cxn>
                <a:cxn ang="0">
                  <a:pos x="871" y="0"/>
                </a:cxn>
                <a:cxn ang="0">
                  <a:pos x="1016" y="335"/>
                </a:cxn>
              </a:cxnLst>
              <a:pathLst>
                <a:path w="1016" h="335">
                  <a:moveTo>
                    <a:pt x="0" y="0"/>
                  </a:moveTo>
                  <a:lnTo>
                    <a:pt x="871" y="0"/>
                  </a:lnTo>
                  <a:lnTo>
                    <a:pt x="1016" y="335"/>
                  </a:lnTo>
                </a:path>
              </a:pathLst>
            </a:custGeom>
            <a:noFill/>
            <a:ln w="30163" cap="flat" cmpd="sng">
              <a:solidFill>
                <a:srgbClr val="000000">
                  <a:alpha val="100000"/>
                </a:srgbClr>
              </a:solidFill>
              <a:prstDash val="solid"/>
              <a:round/>
              <a:headEnd type="none" w="med" len="med"/>
              <a:tailEnd type="none" w="med" len="med"/>
            </a:ln>
          </p:spPr>
          <p:txBody>
            <a:bodyPr/>
            <a:p>
              <a:endParaRPr lang="zh-CN" altLang="en-US"/>
            </a:p>
          </p:txBody>
        </p:sp>
        <p:sp>
          <p:nvSpPr>
            <p:cNvPr id="166923" name="Line 6"/>
            <p:cNvSpPr/>
            <p:nvPr/>
          </p:nvSpPr>
          <p:spPr>
            <a:xfrm>
              <a:off x="2388" y="1657"/>
              <a:ext cx="1380" cy="1"/>
            </a:xfrm>
            <a:prstGeom prst="line">
              <a:avLst/>
            </a:prstGeom>
            <a:ln w="30163" cap="flat" cmpd="sng">
              <a:solidFill>
                <a:srgbClr val="000000"/>
              </a:solidFill>
              <a:prstDash val="solid"/>
              <a:headEnd type="none" w="med" len="med"/>
              <a:tailEnd type="none" w="med" len="med"/>
            </a:ln>
          </p:spPr>
        </p:sp>
        <p:sp>
          <p:nvSpPr>
            <p:cNvPr id="166924" name="Line 7"/>
            <p:cNvSpPr/>
            <p:nvPr/>
          </p:nvSpPr>
          <p:spPr>
            <a:xfrm flipV="1">
              <a:off x="3768" y="1322"/>
              <a:ext cx="145" cy="335"/>
            </a:xfrm>
            <a:prstGeom prst="line">
              <a:avLst/>
            </a:prstGeom>
            <a:ln w="30163" cap="flat" cmpd="sng">
              <a:solidFill>
                <a:srgbClr val="000000"/>
              </a:solidFill>
              <a:prstDash val="solid"/>
              <a:headEnd type="none" w="med" len="med"/>
              <a:tailEnd type="none" w="med" len="med"/>
            </a:ln>
          </p:spPr>
        </p:sp>
        <p:sp>
          <p:nvSpPr>
            <p:cNvPr id="166925" name="Line 8"/>
            <p:cNvSpPr/>
            <p:nvPr/>
          </p:nvSpPr>
          <p:spPr>
            <a:xfrm>
              <a:off x="3913" y="1322"/>
              <a:ext cx="1232" cy="1"/>
            </a:xfrm>
            <a:prstGeom prst="line">
              <a:avLst/>
            </a:prstGeom>
            <a:ln w="30163" cap="flat" cmpd="sng">
              <a:solidFill>
                <a:srgbClr val="000000"/>
              </a:solidFill>
              <a:prstDash val="solid"/>
              <a:headEnd type="none" w="med" len="med"/>
              <a:tailEnd type="none" w="med" len="med"/>
            </a:ln>
          </p:spPr>
        </p:sp>
        <p:sp>
          <p:nvSpPr>
            <p:cNvPr id="166926" name="Line 9"/>
            <p:cNvSpPr/>
            <p:nvPr/>
          </p:nvSpPr>
          <p:spPr>
            <a:xfrm>
              <a:off x="4349" y="1993"/>
              <a:ext cx="796" cy="1"/>
            </a:xfrm>
            <a:prstGeom prst="line">
              <a:avLst/>
            </a:prstGeom>
            <a:ln w="30163" cap="flat" cmpd="sng">
              <a:solidFill>
                <a:srgbClr val="000000"/>
              </a:solidFill>
              <a:prstDash val="solid"/>
              <a:headEnd type="none" w="med" len="med"/>
              <a:tailEnd type="none" w="med" len="med"/>
            </a:ln>
          </p:spPr>
        </p:sp>
        <p:sp>
          <p:nvSpPr>
            <p:cNvPr id="166927" name="Line 10"/>
            <p:cNvSpPr/>
            <p:nvPr/>
          </p:nvSpPr>
          <p:spPr>
            <a:xfrm>
              <a:off x="4349" y="2328"/>
              <a:ext cx="796" cy="1"/>
            </a:xfrm>
            <a:prstGeom prst="line">
              <a:avLst/>
            </a:prstGeom>
            <a:ln w="30163" cap="flat" cmpd="sng">
              <a:solidFill>
                <a:srgbClr val="000000"/>
              </a:solidFill>
              <a:prstDash val="solid"/>
              <a:headEnd type="none" w="med" len="med"/>
              <a:tailEnd type="none" w="med" len="med"/>
            </a:ln>
          </p:spPr>
        </p:sp>
        <p:sp>
          <p:nvSpPr>
            <p:cNvPr id="166928" name="Line 11"/>
            <p:cNvSpPr/>
            <p:nvPr/>
          </p:nvSpPr>
          <p:spPr>
            <a:xfrm flipH="1">
              <a:off x="1372" y="1993"/>
              <a:ext cx="1161" cy="1"/>
            </a:xfrm>
            <a:prstGeom prst="line">
              <a:avLst/>
            </a:prstGeom>
            <a:ln w="30163" cap="flat" cmpd="sng">
              <a:solidFill>
                <a:srgbClr val="000000"/>
              </a:solidFill>
              <a:prstDash val="solid"/>
              <a:headEnd type="none" w="med" len="med"/>
              <a:tailEnd type="none" w="med" len="med"/>
            </a:ln>
          </p:spPr>
        </p:sp>
        <p:sp>
          <p:nvSpPr>
            <p:cNvPr id="166929" name="Line 12"/>
            <p:cNvSpPr/>
            <p:nvPr/>
          </p:nvSpPr>
          <p:spPr>
            <a:xfrm flipH="1">
              <a:off x="1372" y="2328"/>
              <a:ext cx="1161" cy="1"/>
            </a:xfrm>
            <a:prstGeom prst="line">
              <a:avLst/>
            </a:prstGeom>
            <a:ln w="30163" cap="flat" cmpd="sng">
              <a:solidFill>
                <a:srgbClr val="000000"/>
              </a:solidFill>
              <a:prstDash val="solid"/>
              <a:headEnd type="none" w="med" len="med"/>
              <a:tailEnd type="none" w="med" len="med"/>
            </a:ln>
          </p:spPr>
        </p:sp>
        <p:sp>
          <p:nvSpPr>
            <p:cNvPr id="166930" name="Line 13"/>
            <p:cNvSpPr/>
            <p:nvPr/>
          </p:nvSpPr>
          <p:spPr>
            <a:xfrm>
              <a:off x="2678" y="1993"/>
              <a:ext cx="1526" cy="1"/>
            </a:xfrm>
            <a:prstGeom prst="line">
              <a:avLst/>
            </a:prstGeom>
            <a:ln w="30163" cap="flat" cmpd="sng">
              <a:solidFill>
                <a:srgbClr val="000000"/>
              </a:solidFill>
              <a:prstDash val="solid"/>
              <a:headEnd type="none" w="med" len="med"/>
              <a:tailEnd type="none" w="med" len="med"/>
            </a:ln>
          </p:spPr>
        </p:sp>
        <p:sp>
          <p:nvSpPr>
            <p:cNvPr id="166931" name="Line 14"/>
            <p:cNvSpPr/>
            <p:nvPr/>
          </p:nvSpPr>
          <p:spPr>
            <a:xfrm>
              <a:off x="2678" y="2328"/>
              <a:ext cx="1526" cy="1"/>
            </a:xfrm>
            <a:prstGeom prst="line">
              <a:avLst/>
            </a:prstGeom>
            <a:ln w="30163" cap="flat" cmpd="sng">
              <a:solidFill>
                <a:srgbClr val="000000"/>
              </a:solidFill>
              <a:prstDash val="solid"/>
              <a:headEnd type="none" w="med" len="med"/>
              <a:tailEnd type="none" w="med" len="med"/>
            </a:ln>
          </p:spPr>
        </p:sp>
        <p:sp>
          <p:nvSpPr>
            <p:cNvPr id="166932" name="Line 15"/>
            <p:cNvSpPr/>
            <p:nvPr/>
          </p:nvSpPr>
          <p:spPr>
            <a:xfrm flipH="1">
              <a:off x="1372" y="2832"/>
              <a:ext cx="291" cy="1"/>
            </a:xfrm>
            <a:prstGeom prst="line">
              <a:avLst/>
            </a:prstGeom>
            <a:ln w="30163" cap="flat" cmpd="sng">
              <a:solidFill>
                <a:srgbClr val="000000"/>
              </a:solidFill>
              <a:prstDash val="solid"/>
              <a:headEnd type="none" w="med" len="med"/>
              <a:tailEnd type="none" w="med" len="med"/>
            </a:ln>
          </p:spPr>
        </p:sp>
        <p:sp>
          <p:nvSpPr>
            <p:cNvPr id="166933" name="Line 16"/>
            <p:cNvSpPr/>
            <p:nvPr/>
          </p:nvSpPr>
          <p:spPr>
            <a:xfrm flipH="1">
              <a:off x="1372" y="3167"/>
              <a:ext cx="291" cy="1"/>
            </a:xfrm>
            <a:prstGeom prst="line">
              <a:avLst/>
            </a:prstGeom>
            <a:ln w="30163" cap="flat" cmpd="sng">
              <a:solidFill>
                <a:srgbClr val="000000"/>
              </a:solidFill>
              <a:prstDash val="solid"/>
              <a:headEnd type="none" w="med" len="med"/>
              <a:tailEnd type="none" w="med" len="med"/>
            </a:ln>
          </p:spPr>
        </p:sp>
        <p:sp>
          <p:nvSpPr>
            <p:cNvPr id="166934" name="Line 17"/>
            <p:cNvSpPr/>
            <p:nvPr/>
          </p:nvSpPr>
          <p:spPr>
            <a:xfrm>
              <a:off x="1663" y="2832"/>
              <a:ext cx="145" cy="335"/>
            </a:xfrm>
            <a:prstGeom prst="line">
              <a:avLst/>
            </a:prstGeom>
            <a:ln w="30163" cap="flat" cmpd="sng">
              <a:solidFill>
                <a:srgbClr val="000000"/>
              </a:solidFill>
              <a:prstDash val="solid"/>
              <a:headEnd type="none" w="med" len="med"/>
              <a:tailEnd type="none" w="med" len="med"/>
            </a:ln>
          </p:spPr>
        </p:sp>
        <p:sp>
          <p:nvSpPr>
            <p:cNvPr id="166935" name="Line 18"/>
            <p:cNvSpPr/>
            <p:nvPr/>
          </p:nvSpPr>
          <p:spPr>
            <a:xfrm flipH="1">
              <a:off x="1663" y="2832"/>
              <a:ext cx="145" cy="335"/>
            </a:xfrm>
            <a:prstGeom prst="line">
              <a:avLst/>
            </a:prstGeom>
            <a:ln w="30163" cap="flat" cmpd="sng">
              <a:solidFill>
                <a:srgbClr val="000000"/>
              </a:solidFill>
              <a:prstDash val="solid"/>
              <a:headEnd type="none" w="med" len="med"/>
              <a:tailEnd type="none" w="med" len="med"/>
            </a:ln>
          </p:spPr>
        </p:sp>
        <p:sp>
          <p:nvSpPr>
            <p:cNvPr id="166936" name="Line 19"/>
            <p:cNvSpPr/>
            <p:nvPr/>
          </p:nvSpPr>
          <p:spPr>
            <a:xfrm flipH="1">
              <a:off x="4639" y="2832"/>
              <a:ext cx="145" cy="335"/>
            </a:xfrm>
            <a:prstGeom prst="line">
              <a:avLst/>
            </a:prstGeom>
            <a:ln w="30163" cap="flat" cmpd="sng">
              <a:solidFill>
                <a:srgbClr val="000000"/>
              </a:solidFill>
              <a:prstDash val="solid"/>
              <a:headEnd type="none" w="med" len="med"/>
              <a:tailEnd type="none" w="med" len="med"/>
            </a:ln>
          </p:spPr>
        </p:sp>
        <p:sp>
          <p:nvSpPr>
            <p:cNvPr id="166937" name="Line 20"/>
            <p:cNvSpPr/>
            <p:nvPr/>
          </p:nvSpPr>
          <p:spPr>
            <a:xfrm>
              <a:off x="4639" y="2832"/>
              <a:ext cx="145" cy="335"/>
            </a:xfrm>
            <a:prstGeom prst="line">
              <a:avLst/>
            </a:prstGeom>
            <a:ln w="30163" cap="flat" cmpd="sng">
              <a:solidFill>
                <a:srgbClr val="000000"/>
              </a:solidFill>
              <a:prstDash val="solid"/>
              <a:headEnd type="none" w="med" len="med"/>
              <a:tailEnd type="none" w="med" len="med"/>
            </a:ln>
          </p:spPr>
        </p:sp>
        <p:sp>
          <p:nvSpPr>
            <p:cNvPr id="166938" name="Line 21"/>
            <p:cNvSpPr/>
            <p:nvPr/>
          </p:nvSpPr>
          <p:spPr>
            <a:xfrm flipH="1">
              <a:off x="4204" y="1993"/>
              <a:ext cx="145" cy="335"/>
            </a:xfrm>
            <a:prstGeom prst="line">
              <a:avLst/>
            </a:prstGeom>
            <a:ln w="30163" cap="flat" cmpd="sng">
              <a:solidFill>
                <a:srgbClr val="000000"/>
              </a:solidFill>
              <a:prstDash val="solid"/>
              <a:headEnd type="none" w="med" len="med"/>
              <a:tailEnd type="none" w="med" len="med"/>
            </a:ln>
          </p:spPr>
        </p:sp>
        <p:sp>
          <p:nvSpPr>
            <p:cNvPr id="166939" name="Line 22"/>
            <p:cNvSpPr/>
            <p:nvPr/>
          </p:nvSpPr>
          <p:spPr>
            <a:xfrm>
              <a:off x="4204" y="1993"/>
              <a:ext cx="145" cy="335"/>
            </a:xfrm>
            <a:prstGeom prst="line">
              <a:avLst/>
            </a:prstGeom>
            <a:ln w="30163" cap="flat" cmpd="sng">
              <a:solidFill>
                <a:srgbClr val="000000"/>
              </a:solidFill>
              <a:prstDash val="solid"/>
              <a:headEnd type="none" w="med" len="med"/>
              <a:tailEnd type="none" w="med" len="med"/>
            </a:ln>
          </p:spPr>
        </p:sp>
        <p:sp>
          <p:nvSpPr>
            <p:cNvPr id="166940" name="Line 23"/>
            <p:cNvSpPr/>
            <p:nvPr/>
          </p:nvSpPr>
          <p:spPr>
            <a:xfrm>
              <a:off x="2533" y="1993"/>
              <a:ext cx="145" cy="335"/>
            </a:xfrm>
            <a:prstGeom prst="line">
              <a:avLst/>
            </a:prstGeom>
            <a:ln w="30163" cap="flat" cmpd="sng">
              <a:solidFill>
                <a:srgbClr val="000000"/>
              </a:solidFill>
              <a:prstDash val="solid"/>
              <a:headEnd type="none" w="med" len="med"/>
              <a:tailEnd type="none" w="med" len="med"/>
            </a:ln>
          </p:spPr>
        </p:sp>
        <p:sp>
          <p:nvSpPr>
            <p:cNvPr id="166941" name="Line 24"/>
            <p:cNvSpPr/>
            <p:nvPr/>
          </p:nvSpPr>
          <p:spPr>
            <a:xfrm flipH="1">
              <a:off x="2533" y="1993"/>
              <a:ext cx="145" cy="335"/>
            </a:xfrm>
            <a:prstGeom prst="line">
              <a:avLst/>
            </a:prstGeom>
            <a:ln w="30163" cap="flat" cmpd="sng">
              <a:solidFill>
                <a:srgbClr val="000000"/>
              </a:solidFill>
              <a:prstDash val="solid"/>
              <a:headEnd type="none" w="med" len="med"/>
              <a:tailEnd type="none" w="med" len="med"/>
            </a:ln>
          </p:spPr>
        </p:sp>
        <p:sp>
          <p:nvSpPr>
            <p:cNvPr id="166942" name="Line 25"/>
            <p:cNvSpPr/>
            <p:nvPr/>
          </p:nvSpPr>
          <p:spPr>
            <a:xfrm>
              <a:off x="2314" y="986"/>
              <a:ext cx="1" cy="3020"/>
            </a:xfrm>
            <a:prstGeom prst="line">
              <a:avLst/>
            </a:prstGeom>
            <a:ln w="4763" cap="flat" cmpd="sng">
              <a:solidFill>
                <a:srgbClr val="000000"/>
              </a:solidFill>
              <a:prstDash val="solid"/>
              <a:headEnd type="none" w="med" len="med"/>
              <a:tailEnd type="none" w="med" len="med"/>
            </a:ln>
          </p:spPr>
        </p:sp>
        <p:sp>
          <p:nvSpPr>
            <p:cNvPr id="166943" name="Line 26"/>
            <p:cNvSpPr/>
            <p:nvPr/>
          </p:nvSpPr>
          <p:spPr>
            <a:xfrm>
              <a:off x="4494" y="3335"/>
              <a:ext cx="651" cy="1"/>
            </a:xfrm>
            <a:prstGeom prst="line">
              <a:avLst/>
            </a:prstGeom>
            <a:ln w="30163" cap="flat" cmpd="sng">
              <a:solidFill>
                <a:srgbClr val="000000"/>
              </a:solidFill>
              <a:prstDash val="solid"/>
              <a:headEnd type="none" w="med" len="med"/>
              <a:tailEnd type="none" w="med" len="med"/>
            </a:ln>
          </p:spPr>
        </p:sp>
        <p:sp>
          <p:nvSpPr>
            <p:cNvPr id="166944" name="Line 27"/>
            <p:cNvSpPr/>
            <p:nvPr/>
          </p:nvSpPr>
          <p:spPr>
            <a:xfrm>
              <a:off x="4494" y="3682"/>
              <a:ext cx="651" cy="1"/>
            </a:xfrm>
            <a:prstGeom prst="line">
              <a:avLst/>
            </a:prstGeom>
            <a:ln w="30163" cap="flat" cmpd="sng">
              <a:solidFill>
                <a:srgbClr val="000000"/>
              </a:solidFill>
              <a:prstDash val="solid"/>
              <a:headEnd type="none" w="med" len="med"/>
              <a:tailEnd type="none" w="med" len="med"/>
            </a:ln>
          </p:spPr>
        </p:sp>
        <p:sp>
          <p:nvSpPr>
            <p:cNvPr id="166945" name="Rectangle 28"/>
            <p:cNvSpPr/>
            <p:nvPr/>
          </p:nvSpPr>
          <p:spPr>
            <a:xfrm>
              <a:off x="4562" y="3424"/>
              <a:ext cx="612" cy="18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900" b="0" dirty="0">
                  <a:solidFill>
                    <a:srgbClr val="000000"/>
                  </a:solidFill>
                  <a:latin typeface="宋体" panose="02010600030101010101" pitchFamily="2" charset="-122"/>
                </a:rPr>
                <a:t>数据有效</a:t>
              </a:r>
              <a:endParaRPr lang="zh-CN" altLang="en-US" sz="1800" b="0" dirty="0">
                <a:solidFill>
                  <a:schemeClr val="tx1"/>
                </a:solidFill>
                <a:latin typeface="Arial" panose="020B0604020202020204" pitchFamily="34" charset="0"/>
              </a:endParaRPr>
            </a:p>
          </p:txBody>
        </p:sp>
        <p:sp>
          <p:nvSpPr>
            <p:cNvPr id="166946" name="Line 29"/>
            <p:cNvSpPr/>
            <p:nvPr/>
          </p:nvSpPr>
          <p:spPr>
            <a:xfrm>
              <a:off x="4420" y="3335"/>
              <a:ext cx="1" cy="671"/>
            </a:xfrm>
            <a:prstGeom prst="line">
              <a:avLst/>
            </a:prstGeom>
            <a:ln w="4763" cap="flat" cmpd="sng">
              <a:solidFill>
                <a:srgbClr val="000000"/>
              </a:solidFill>
              <a:prstDash val="solid"/>
              <a:headEnd type="none" w="med" len="med"/>
              <a:tailEnd type="none" w="med" len="med"/>
            </a:ln>
          </p:spPr>
        </p:sp>
        <p:sp>
          <p:nvSpPr>
            <p:cNvPr id="166947" name="Line 30"/>
            <p:cNvSpPr/>
            <p:nvPr/>
          </p:nvSpPr>
          <p:spPr>
            <a:xfrm>
              <a:off x="4710" y="2582"/>
              <a:ext cx="1" cy="671"/>
            </a:xfrm>
            <a:prstGeom prst="line">
              <a:avLst/>
            </a:prstGeom>
            <a:ln w="4763" cap="flat" cmpd="sng">
              <a:solidFill>
                <a:srgbClr val="000000"/>
              </a:solidFill>
              <a:prstDash val="solid"/>
              <a:headEnd type="none" w="med" len="med"/>
              <a:tailEnd type="none" w="med" len="med"/>
            </a:ln>
          </p:spPr>
        </p:sp>
        <p:sp>
          <p:nvSpPr>
            <p:cNvPr id="166948" name="Line 31"/>
            <p:cNvSpPr/>
            <p:nvPr/>
          </p:nvSpPr>
          <p:spPr>
            <a:xfrm>
              <a:off x="3930" y="2664"/>
              <a:ext cx="690" cy="1"/>
            </a:xfrm>
            <a:prstGeom prst="line">
              <a:avLst/>
            </a:prstGeom>
            <a:ln w="4763" cap="flat" cmpd="sng">
              <a:solidFill>
                <a:srgbClr val="000000"/>
              </a:solidFill>
              <a:prstDash val="solid"/>
              <a:headEnd type="none" w="med" len="med"/>
              <a:tailEnd type="none" w="med" len="med"/>
            </a:ln>
          </p:spPr>
        </p:sp>
        <p:sp>
          <p:nvSpPr>
            <p:cNvPr id="166949" name="Freeform 32"/>
            <p:cNvSpPr/>
            <p:nvPr/>
          </p:nvSpPr>
          <p:spPr>
            <a:xfrm>
              <a:off x="3839" y="2626"/>
              <a:ext cx="100" cy="75"/>
            </a:xfrm>
            <a:custGeom>
              <a:avLst/>
              <a:gdLst/>
              <a:ahLst/>
              <a:cxnLst>
                <a:cxn ang="0">
                  <a:pos x="100" y="75"/>
                </a:cxn>
                <a:cxn ang="0">
                  <a:pos x="0" y="38"/>
                </a:cxn>
                <a:cxn ang="0">
                  <a:pos x="100" y="0"/>
                </a:cxn>
                <a:cxn ang="0">
                  <a:pos x="100" y="75"/>
                </a:cxn>
              </a:cxnLst>
              <a:pathLst>
                <a:path w="100" h="75">
                  <a:moveTo>
                    <a:pt x="100" y="75"/>
                  </a:moveTo>
                  <a:lnTo>
                    <a:pt x="0" y="38"/>
                  </a:lnTo>
                  <a:lnTo>
                    <a:pt x="100" y="0"/>
                  </a:lnTo>
                  <a:lnTo>
                    <a:pt x="100" y="75"/>
                  </a:lnTo>
                  <a:close/>
                </a:path>
              </a:pathLst>
            </a:custGeom>
            <a:solidFill>
              <a:srgbClr val="000000">
                <a:alpha val="100000"/>
              </a:srgbClr>
            </a:solidFill>
            <a:ln w="9525">
              <a:noFill/>
            </a:ln>
          </p:spPr>
          <p:txBody>
            <a:bodyPr/>
            <a:p>
              <a:endParaRPr lang="zh-CN" altLang="en-US"/>
            </a:p>
          </p:txBody>
        </p:sp>
        <p:sp>
          <p:nvSpPr>
            <p:cNvPr id="166950" name="Freeform 33"/>
            <p:cNvSpPr/>
            <p:nvPr/>
          </p:nvSpPr>
          <p:spPr>
            <a:xfrm>
              <a:off x="4613" y="2626"/>
              <a:ext cx="97" cy="75"/>
            </a:xfrm>
            <a:custGeom>
              <a:avLst/>
              <a:gdLst/>
              <a:ahLst/>
              <a:cxnLst>
                <a:cxn ang="0">
                  <a:pos x="0" y="0"/>
                </a:cxn>
                <a:cxn ang="0">
                  <a:pos x="97" y="38"/>
                </a:cxn>
                <a:cxn ang="0">
                  <a:pos x="0" y="75"/>
                </a:cxn>
                <a:cxn ang="0">
                  <a:pos x="0" y="0"/>
                </a:cxn>
              </a:cxnLst>
              <a:pathLst>
                <a:path w="97" h="75">
                  <a:moveTo>
                    <a:pt x="0" y="0"/>
                  </a:moveTo>
                  <a:lnTo>
                    <a:pt x="97" y="38"/>
                  </a:lnTo>
                  <a:lnTo>
                    <a:pt x="0" y="75"/>
                  </a:lnTo>
                  <a:lnTo>
                    <a:pt x="0" y="0"/>
                  </a:lnTo>
                  <a:close/>
                </a:path>
              </a:pathLst>
            </a:custGeom>
            <a:solidFill>
              <a:srgbClr val="000000">
                <a:alpha val="100000"/>
              </a:srgbClr>
            </a:solidFill>
            <a:ln w="9525">
              <a:noFill/>
            </a:ln>
          </p:spPr>
          <p:txBody>
            <a:bodyPr/>
            <a:p>
              <a:endParaRPr lang="zh-CN" altLang="en-US"/>
            </a:p>
          </p:txBody>
        </p:sp>
        <p:sp>
          <p:nvSpPr>
            <p:cNvPr id="166951" name="Rectangle 34"/>
            <p:cNvSpPr/>
            <p:nvPr/>
          </p:nvSpPr>
          <p:spPr>
            <a:xfrm>
              <a:off x="4181" y="2552"/>
              <a:ext cx="187" cy="250"/>
            </a:xfrm>
            <a:prstGeom prst="rect">
              <a:avLst/>
            </a:prstGeom>
            <a:solidFill>
              <a:srgbClr val="FFFFFF"/>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66952" name="Rectangle 35"/>
            <p:cNvSpPr/>
            <p:nvPr/>
          </p:nvSpPr>
          <p:spPr>
            <a:xfrm>
              <a:off x="4197" y="2582"/>
              <a:ext cx="76" cy="18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900" b="0" dirty="0">
                  <a:solidFill>
                    <a:srgbClr val="000000"/>
                  </a:solidFill>
                  <a:latin typeface="宋体" panose="02010600030101010101" pitchFamily="2" charset="-122"/>
                </a:rPr>
                <a:t>t</a:t>
              </a:r>
              <a:endParaRPr lang="en-US" altLang="zh-CN" sz="1800" b="0" dirty="0">
                <a:solidFill>
                  <a:schemeClr val="tx1"/>
                </a:solidFill>
                <a:latin typeface="Arial" panose="020B0604020202020204" pitchFamily="34" charset="0"/>
              </a:endParaRPr>
            </a:p>
          </p:txBody>
        </p:sp>
        <p:sp>
          <p:nvSpPr>
            <p:cNvPr id="166953" name="Rectangle 36"/>
            <p:cNvSpPr/>
            <p:nvPr/>
          </p:nvSpPr>
          <p:spPr>
            <a:xfrm>
              <a:off x="4262" y="2671"/>
              <a:ext cx="104" cy="1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宋体" panose="02010600030101010101" pitchFamily="2" charset="-122"/>
                </a:rPr>
                <a:t>WA</a:t>
              </a:r>
              <a:endParaRPr lang="en-US" altLang="zh-CN" sz="1800" b="0" dirty="0">
                <a:solidFill>
                  <a:schemeClr val="tx1"/>
                </a:solidFill>
                <a:latin typeface="Arial" panose="020B0604020202020204" pitchFamily="34" charset="0"/>
              </a:endParaRPr>
            </a:p>
          </p:txBody>
        </p:sp>
        <p:sp>
          <p:nvSpPr>
            <p:cNvPr id="166954" name="Line 37"/>
            <p:cNvSpPr/>
            <p:nvPr/>
          </p:nvSpPr>
          <p:spPr>
            <a:xfrm>
              <a:off x="4275" y="1739"/>
              <a:ext cx="1" cy="671"/>
            </a:xfrm>
            <a:prstGeom prst="line">
              <a:avLst/>
            </a:prstGeom>
            <a:ln w="4763" cap="flat" cmpd="sng">
              <a:solidFill>
                <a:srgbClr val="000000"/>
              </a:solidFill>
              <a:prstDash val="solid"/>
              <a:headEnd type="none" w="med" len="med"/>
              <a:tailEnd type="none" w="med" len="med"/>
            </a:ln>
          </p:spPr>
        </p:sp>
        <p:sp>
          <p:nvSpPr>
            <p:cNvPr id="166955" name="Line 38"/>
            <p:cNvSpPr/>
            <p:nvPr/>
          </p:nvSpPr>
          <p:spPr>
            <a:xfrm>
              <a:off x="2407" y="1236"/>
              <a:ext cx="1342" cy="1"/>
            </a:xfrm>
            <a:prstGeom prst="line">
              <a:avLst/>
            </a:prstGeom>
            <a:ln w="4763" cap="flat" cmpd="sng">
              <a:solidFill>
                <a:srgbClr val="000000"/>
              </a:solidFill>
              <a:prstDash val="solid"/>
              <a:headEnd type="none" w="med" len="med"/>
              <a:tailEnd type="none" w="med" len="med"/>
            </a:ln>
          </p:spPr>
        </p:sp>
        <p:sp>
          <p:nvSpPr>
            <p:cNvPr id="166956" name="Freeform 39"/>
            <p:cNvSpPr/>
            <p:nvPr/>
          </p:nvSpPr>
          <p:spPr>
            <a:xfrm>
              <a:off x="2314" y="1199"/>
              <a:ext cx="100" cy="78"/>
            </a:xfrm>
            <a:custGeom>
              <a:avLst/>
              <a:gdLst/>
              <a:ahLst/>
              <a:cxnLst>
                <a:cxn ang="0">
                  <a:pos x="100" y="78"/>
                </a:cxn>
                <a:cxn ang="0">
                  <a:pos x="0" y="37"/>
                </a:cxn>
                <a:cxn ang="0">
                  <a:pos x="100" y="0"/>
                </a:cxn>
                <a:cxn ang="0">
                  <a:pos x="100" y="78"/>
                </a:cxn>
              </a:cxnLst>
              <a:pathLst>
                <a:path w="100" h="78">
                  <a:moveTo>
                    <a:pt x="100" y="78"/>
                  </a:moveTo>
                  <a:lnTo>
                    <a:pt x="0" y="37"/>
                  </a:lnTo>
                  <a:lnTo>
                    <a:pt x="100" y="0"/>
                  </a:lnTo>
                  <a:lnTo>
                    <a:pt x="100" y="78"/>
                  </a:lnTo>
                  <a:close/>
                </a:path>
              </a:pathLst>
            </a:custGeom>
            <a:solidFill>
              <a:srgbClr val="000000">
                <a:alpha val="100000"/>
              </a:srgbClr>
            </a:solidFill>
            <a:ln w="9525">
              <a:noFill/>
            </a:ln>
          </p:spPr>
          <p:txBody>
            <a:bodyPr/>
            <a:p>
              <a:endParaRPr lang="zh-CN" altLang="en-US"/>
            </a:p>
          </p:txBody>
        </p:sp>
        <p:sp>
          <p:nvSpPr>
            <p:cNvPr id="166957" name="Freeform 40"/>
            <p:cNvSpPr/>
            <p:nvPr/>
          </p:nvSpPr>
          <p:spPr>
            <a:xfrm>
              <a:off x="3743" y="1199"/>
              <a:ext cx="96" cy="78"/>
            </a:xfrm>
            <a:custGeom>
              <a:avLst/>
              <a:gdLst/>
              <a:ahLst/>
              <a:cxnLst>
                <a:cxn ang="0">
                  <a:pos x="0" y="0"/>
                </a:cxn>
                <a:cxn ang="0">
                  <a:pos x="96" y="37"/>
                </a:cxn>
                <a:cxn ang="0">
                  <a:pos x="0" y="78"/>
                </a:cxn>
                <a:cxn ang="0">
                  <a:pos x="0" y="0"/>
                </a:cxn>
              </a:cxnLst>
              <a:pathLst>
                <a:path w="96" h="78">
                  <a:moveTo>
                    <a:pt x="0" y="0"/>
                  </a:moveTo>
                  <a:lnTo>
                    <a:pt x="96" y="37"/>
                  </a:lnTo>
                  <a:lnTo>
                    <a:pt x="0" y="78"/>
                  </a:lnTo>
                  <a:lnTo>
                    <a:pt x="0" y="0"/>
                  </a:lnTo>
                  <a:close/>
                </a:path>
              </a:pathLst>
            </a:custGeom>
            <a:solidFill>
              <a:srgbClr val="000000">
                <a:alpha val="100000"/>
              </a:srgbClr>
            </a:solidFill>
            <a:ln w="9525">
              <a:noFill/>
            </a:ln>
          </p:spPr>
          <p:txBody>
            <a:bodyPr/>
            <a:p>
              <a:endParaRPr lang="zh-CN" altLang="en-US"/>
            </a:p>
          </p:txBody>
        </p:sp>
        <p:sp>
          <p:nvSpPr>
            <p:cNvPr id="166958" name="Rectangle 41"/>
            <p:cNvSpPr/>
            <p:nvPr/>
          </p:nvSpPr>
          <p:spPr>
            <a:xfrm>
              <a:off x="2985" y="1124"/>
              <a:ext cx="187" cy="250"/>
            </a:xfrm>
            <a:prstGeom prst="rect">
              <a:avLst/>
            </a:prstGeom>
            <a:solidFill>
              <a:srgbClr val="FFFFFF"/>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66959" name="Rectangle 42"/>
            <p:cNvSpPr/>
            <p:nvPr/>
          </p:nvSpPr>
          <p:spPr>
            <a:xfrm>
              <a:off x="3001" y="1154"/>
              <a:ext cx="76" cy="18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900" b="0" dirty="0">
                  <a:solidFill>
                    <a:srgbClr val="000000"/>
                  </a:solidFill>
                  <a:latin typeface="宋体" panose="02010600030101010101" pitchFamily="2" charset="-122"/>
                </a:rPr>
                <a:t>t</a:t>
              </a:r>
              <a:endParaRPr lang="en-US" altLang="zh-CN" sz="1800" b="0" dirty="0">
                <a:solidFill>
                  <a:schemeClr val="tx1"/>
                </a:solidFill>
                <a:latin typeface="Arial" panose="020B0604020202020204" pitchFamily="34" charset="0"/>
              </a:endParaRPr>
            </a:p>
          </p:txBody>
        </p:sp>
        <p:sp>
          <p:nvSpPr>
            <p:cNvPr id="166960" name="Rectangle 43"/>
            <p:cNvSpPr/>
            <p:nvPr/>
          </p:nvSpPr>
          <p:spPr>
            <a:xfrm>
              <a:off x="3065" y="1247"/>
              <a:ext cx="104" cy="1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宋体" panose="02010600030101010101" pitchFamily="2" charset="-122"/>
                </a:rPr>
                <a:t>WW</a:t>
              </a:r>
              <a:endParaRPr lang="en-US" altLang="zh-CN" sz="1800" b="0" dirty="0">
                <a:solidFill>
                  <a:schemeClr val="tx1"/>
                </a:solidFill>
                <a:latin typeface="Arial" panose="020B0604020202020204" pitchFamily="34" charset="0"/>
              </a:endParaRPr>
            </a:p>
          </p:txBody>
        </p:sp>
        <p:sp>
          <p:nvSpPr>
            <p:cNvPr id="166961" name="Line 44"/>
            <p:cNvSpPr/>
            <p:nvPr/>
          </p:nvSpPr>
          <p:spPr>
            <a:xfrm>
              <a:off x="2604" y="1739"/>
              <a:ext cx="1" cy="671"/>
            </a:xfrm>
            <a:prstGeom prst="line">
              <a:avLst/>
            </a:prstGeom>
            <a:ln w="4763" cap="flat" cmpd="sng">
              <a:solidFill>
                <a:srgbClr val="000000"/>
              </a:solidFill>
              <a:prstDash val="solid"/>
              <a:headEnd type="none" w="med" len="med"/>
              <a:tailEnd type="none" w="med" len="med"/>
            </a:ln>
          </p:spPr>
        </p:sp>
        <p:sp>
          <p:nvSpPr>
            <p:cNvPr id="166962" name="Line 45"/>
            <p:cNvSpPr/>
            <p:nvPr/>
          </p:nvSpPr>
          <p:spPr>
            <a:xfrm>
              <a:off x="1733" y="2582"/>
              <a:ext cx="1" cy="671"/>
            </a:xfrm>
            <a:prstGeom prst="line">
              <a:avLst/>
            </a:prstGeom>
            <a:ln w="4763" cap="flat" cmpd="sng">
              <a:solidFill>
                <a:srgbClr val="000000"/>
              </a:solidFill>
              <a:prstDash val="solid"/>
              <a:headEnd type="none" w="med" len="med"/>
              <a:tailEnd type="none" w="med" len="med"/>
            </a:ln>
          </p:spPr>
        </p:sp>
        <p:sp>
          <p:nvSpPr>
            <p:cNvPr id="166963" name="Line 46"/>
            <p:cNvSpPr/>
            <p:nvPr/>
          </p:nvSpPr>
          <p:spPr>
            <a:xfrm>
              <a:off x="1824" y="2664"/>
              <a:ext cx="400" cy="1"/>
            </a:xfrm>
            <a:prstGeom prst="line">
              <a:avLst/>
            </a:prstGeom>
            <a:ln w="4763" cap="flat" cmpd="sng">
              <a:solidFill>
                <a:srgbClr val="000000"/>
              </a:solidFill>
              <a:prstDash val="solid"/>
              <a:headEnd type="none" w="med" len="med"/>
              <a:tailEnd type="none" w="med" len="med"/>
            </a:ln>
          </p:spPr>
        </p:sp>
        <p:sp>
          <p:nvSpPr>
            <p:cNvPr id="166964" name="Freeform 47"/>
            <p:cNvSpPr/>
            <p:nvPr/>
          </p:nvSpPr>
          <p:spPr>
            <a:xfrm>
              <a:off x="1733" y="2626"/>
              <a:ext cx="100" cy="75"/>
            </a:xfrm>
            <a:custGeom>
              <a:avLst/>
              <a:gdLst/>
              <a:ahLst/>
              <a:cxnLst>
                <a:cxn ang="0">
                  <a:pos x="100" y="75"/>
                </a:cxn>
                <a:cxn ang="0">
                  <a:pos x="0" y="38"/>
                </a:cxn>
                <a:cxn ang="0">
                  <a:pos x="100" y="0"/>
                </a:cxn>
                <a:cxn ang="0">
                  <a:pos x="100" y="75"/>
                </a:cxn>
              </a:cxnLst>
              <a:pathLst>
                <a:path w="100" h="75">
                  <a:moveTo>
                    <a:pt x="100" y="75"/>
                  </a:moveTo>
                  <a:lnTo>
                    <a:pt x="0" y="38"/>
                  </a:lnTo>
                  <a:lnTo>
                    <a:pt x="100" y="0"/>
                  </a:lnTo>
                  <a:lnTo>
                    <a:pt x="100" y="75"/>
                  </a:lnTo>
                  <a:close/>
                </a:path>
              </a:pathLst>
            </a:custGeom>
            <a:solidFill>
              <a:srgbClr val="000000">
                <a:alpha val="100000"/>
              </a:srgbClr>
            </a:solidFill>
            <a:ln w="9525">
              <a:noFill/>
            </a:ln>
          </p:spPr>
          <p:txBody>
            <a:bodyPr/>
            <a:p>
              <a:endParaRPr lang="zh-CN" altLang="en-US"/>
            </a:p>
          </p:txBody>
        </p:sp>
        <p:sp>
          <p:nvSpPr>
            <p:cNvPr id="166965" name="Freeform 48"/>
            <p:cNvSpPr/>
            <p:nvPr/>
          </p:nvSpPr>
          <p:spPr>
            <a:xfrm>
              <a:off x="2217" y="2626"/>
              <a:ext cx="97" cy="75"/>
            </a:xfrm>
            <a:custGeom>
              <a:avLst/>
              <a:gdLst/>
              <a:ahLst/>
              <a:cxnLst>
                <a:cxn ang="0">
                  <a:pos x="0" y="0"/>
                </a:cxn>
                <a:cxn ang="0">
                  <a:pos x="97" y="38"/>
                </a:cxn>
                <a:cxn ang="0">
                  <a:pos x="0" y="75"/>
                </a:cxn>
                <a:cxn ang="0">
                  <a:pos x="0" y="0"/>
                </a:cxn>
              </a:cxnLst>
              <a:pathLst>
                <a:path w="97" h="75">
                  <a:moveTo>
                    <a:pt x="0" y="0"/>
                  </a:moveTo>
                  <a:lnTo>
                    <a:pt x="97" y="38"/>
                  </a:lnTo>
                  <a:lnTo>
                    <a:pt x="0" y="75"/>
                  </a:lnTo>
                  <a:lnTo>
                    <a:pt x="0" y="0"/>
                  </a:lnTo>
                  <a:close/>
                </a:path>
              </a:pathLst>
            </a:custGeom>
            <a:solidFill>
              <a:srgbClr val="000000">
                <a:alpha val="100000"/>
              </a:srgbClr>
            </a:solidFill>
            <a:ln w="9525">
              <a:noFill/>
            </a:ln>
          </p:spPr>
          <p:txBody>
            <a:bodyPr/>
            <a:p>
              <a:endParaRPr lang="zh-CN" altLang="en-US"/>
            </a:p>
          </p:txBody>
        </p:sp>
        <p:sp>
          <p:nvSpPr>
            <p:cNvPr id="166966" name="Rectangle 49"/>
            <p:cNvSpPr/>
            <p:nvPr/>
          </p:nvSpPr>
          <p:spPr>
            <a:xfrm>
              <a:off x="1930" y="2552"/>
              <a:ext cx="187" cy="250"/>
            </a:xfrm>
            <a:prstGeom prst="rect">
              <a:avLst/>
            </a:prstGeom>
            <a:solidFill>
              <a:srgbClr val="FFFFFF"/>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66967" name="Rectangle 50"/>
            <p:cNvSpPr/>
            <p:nvPr/>
          </p:nvSpPr>
          <p:spPr>
            <a:xfrm>
              <a:off x="1946" y="2582"/>
              <a:ext cx="76" cy="18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900" b="0" dirty="0">
                  <a:solidFill>
                    <a:srgbClr val="000000"/>
                  </a:solidFill>
                  <a:latin typeface="宋体" panose="02010600030101010101" pitchFamily="2" charset="-122"/>
                </a:rPr>
                <a:t>t</a:t>
              </a:r>
              <a:endParaRPr lang="en-US" altLang="zh-CN" sz="1800" b="0" dirty="0">
                <a:solidFill>
                  <a:schemeClr val="tx1"/>
                </a:solidFill>
                <a:latin typeface="Arial" panose="020B0604020202020204" pitchFamily="34" charset="0"/>
              </a:endParaRPr>
            </a:p>
          </p:txBody>
        </p:sp>
        <p:sp>
          <p:nvSpPr>
            <p:cNvPr id="166968" name="Rectangle 51"/>
            <p:cNvSpPr/>
            <p:nvPr/>
          </p:nvSpPr>
          <p:spPr>
            <a:xfrm>
              <a:off x="2011" y="2671"/>
              <a:ext cx="104" cy="1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宋体" panose="02010600030101010101" pitchFamily="2" charset="-122"/>
                </a:rPr>
                <a:t>AW</a:t>
              </a:r>
              <a:endParaRPr lang="en-US" altLang="zh-CN" sz="1800" b="0" dirty="0">
                <a:solidFill>
                  <a:schemeClr val="tx1"/>
                </a:solidFill>
                <a:latin typeface="Arial" panose="020B0604020202020204" pitchFamily="34" charset="0"/>
              </a:endParaRPr>
            </a:p>
          </p:txBody>
        </p:sp>
        <p:sp>
          <p:nvSpPr>
            <p:cNvPr id="166969" name="Line 52"/>
            <p:cNvSpPr/>
            <p:nvPr/>
          </p:nvSpPr>
          <p:spPr>
            <a:xfrm>
              <a:off x="1056" y="1351"/>
              <a:ext cx="194" cy="1"/>
            </a:xfrm>
            <a:prstGeom prst="line">
              <a:avLst/>
            </a:prstGeom>
            <a:ln w="15875" cap="flat" cmpd="sng">
              <a:solidFill>
                <a:srgbClr val="000000"/>
              </a:solidFill>
              <a:prstDash val="solid"/>
              <a:headEnd type="none" w="med" len="med"/>
              <a:tailEnd type="none" w="med" len="med"/>
            </a:ln>
          </p:spPr>
        </p:sp>
        <p:sp>
          <p:nvSpPr>
            <p:cNvPr id="166970" name="Rectangle 53"/>
            <p:cNvSpPr/>
            <p:nvPr/>
          </p:nvSpPr>
          <p:spPr>
            <a:xfrm>
              <a:off x="1056" y="1363"/>
              <a:ext cx="220" cy="29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400" b="0" dirty="0">
                  <a:solidFill>
                    <a:srgbClr val="000000"/>
                  </a:solidFill>
                  <a:latin typeface="宋体" panose="02010600030101010101" pitchFamily="2" charset="-122"/>
                </a:rPr>
                <a:t>WR</a:t>
              </a:r>
              <a:endParaRPr lang="en-US" altLang="zh-CN" sz="2400" b="0" dirty="0">
                <a:solidFill>
                  <a:schemeClr val="tx1"/>
                </a:solidFill>
                <a:latin typeface="Arial" panose="020B0604020202020204" pitchFamily="34" charset="0"/>
              </a:endParaRPr>
            </a:p>
          </p:txBody>
        </p:sp>
        <p:sp>
          <p:nvSpPr>
            <p:cNvPr id="166971" name="Rectangle 54"/>
            <p:cNvSpPr/>
            <p:nvPr/>
          </p:nvSpPr>
          <p:spPr>
            <a:xfrm>
              <a:off x="346" y="3424"/>
              <a:ext cx="879" cy="294"/>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400" b="0" dirty="0">
                  <a:solidFill>
                    <a:srgbClr val="000000"/>
                  </a:solidFill>
                  <a:latin typeface="楷体_GB2312" pitchFamily="1" charset="-122"/>
                </a:rPr>
                <a:t>输出数据</a:t>
              </a:r>
              <a:endParaRPr lang="zh-CN" altLang="en-US" sz="2400" b="0" dirty="0">
                <a:solidFill>
                  <a:srgbClr val="000000"/>
                </a:solidFill>
                <a:latin typeface="楷体_GB2312" pitchFamily="1" charset="-122"/>
              </a:endParaRPr>
            </a:p>
          </p:txBody>
        </p:sp>
        <p:sp>
          <p:nvSpPr>
            <p:cNvPr id="166972" name="Line 65"/>
            <p:cNvSpPr/>
            <p:nvPr/>
          </p:nvSpPr>
          <p:spPr>
            <a:xfrm>
              <a:off x="2698" y="1825"/>
              <a:ext cx="1051" cy="1"/>
            </a:xfrm>
            <a:prstGeom prst="line">
              <a:avLst/>
            </a:prstGeom>
            <a:ln w="4763" cap="flat" cmpd="sng">
              <a:solidFill>
                <a:srgbClr val="000000"/>
              </a:solidFill>
              <a:prstDash val="solid"/>
              <a:headEnd type="none" w="med" len="med"/>
              <a:tailEnd type="none" w="med" len="med"/>
            </a:ln>
          </p:spPr>
        </p:sp>
        <p:sp>
          <p:nvSpPr>
            <p:cNvPr id="166973" name="Freeform 66"/>
            <p:cNvSpPr/>
            <p:nvPr/>
          </p:nvSpPr>
          <p:spPr>
            <a:xfrm>
              <a:off x="2604" y="1788"/>
              <a:ext cx="100" cy="74"/>
            </a:xfrm>
            <a:custGeom>
              <a:avLst/>
              <a:gdLst/>
              <a:ahLst/>
              <a:cxnLst>
                <a:cxn ang="0">
                  <a:pos x="100" y="74"/>
                </a:cxn>
                <a:cxn ang="0">
                  <a:pos x="0" y="37"/>
                </a:cxn>
                <a:cxn ang="0">
                  <a:pos x="100" y="0"/>
                </a:cxn>
                <a:cxn ang="0">
                  <a:pos x="100" y="74"/>
                </a:cxn>
              </a:cxnLst>
              <a:pathLst>
                <a:path w="100" h="74">
                  <a:moveTo>
                    <a:pt x="100" y="74"/>
                  </a:moveTo>
                  <a:lnTo>
                    <a:pt x="0" y="37"/>
                  </a:lnTo>
                  <a:lnTo>
                    <a:pt x="100" y="0"/>
                  </a:lnTo>
                  <a:lnTo>
                    <a:pt x="100" y="74"/>
                  </a:lnTo>
                  <a:close/>
                </a:path>
              </a:pathLst>
            </a:custGeom>
            <a:solidFill>
              <a:srgbClr val="000000">
                <a:alpha val="100000"/>
              </a:srgbClr>
            </a:solidFill>
            <a:ln w="9525">
              <a:noFill/>
            </a:ln>
          </p:spPr>
          <p:txBody>
            <a:bodyPr/>
            <a:p>
              <a:endParaRPr lang="zh-CN" altLang="en-US"/>
            </a:p>
          </p:txBody>
        </p:sp>
        <p:sp>
          <p:nvSpPr>
            <p:cNvPr id="166974" name="Freeform 67"/>
            <p:cNvSpPr/>
            <p:nvPr/>
          </p:nvSpPr>
          <p:spPr>
            <a:xfrm>
              <a:off x="3743" y="1788"/>
              <a:ext cx="96" cy="74"/>
            </a:xfrm>
            <a:custGeom>
              <a:avLst/>
              <a:gdLst/>
              <a:ahLst/>
              <a:cxnLst>
                <a:cxn ang="0">
                  <a:pos x="0" y="0"/>
                </a:cxn>
                <a:cxn ang="0">
                  <a:pos x="96" y="37"/>
                </a:cxn>
                <a:cxn ang="0">
                  <a:pos x="0" y="74"/>
                </a:cxn>
                <a:cxn ang="0">
                  <a:pos x="0" y="0"/>
                </a:cxn>
              </a:cxnLst>
              <a:pathLst>
                <a:path w="96" h="74">
                  <a:moveTo>
                    <a:pt x="0" y="0"/>
                  </a:moveTo>
                  <a:lnTo>
                    <a:pt x="96" y="37"/>
                  </a:lnTo>
                  <a:lnTo>
                    <a:pt x="0" y="74"/>
                  </a:lnTo>
                  <a:lnTo>
                    <a:pt x="0" y="0"/>
                  </a:lnTo>
                  <a:close/>
                </a:path>
              </a:pathLst>
            </a:custGeom>
            <a:solidFill>
              <a:srgbClr val="000000">
                <a:alpha val="100000"/>
              </a:srgbClr>
            </a:solidFill>
            <a:ln w="9525">
              <a:noFill/>
            </a:ln>
          </p:spPr>
          <p:txBody>
            <a:bodyPr/>
            <a:p>
              <a:endParaRPr lang="zh-CN" altLang="en-US"/>
            </a:p>
          </p:txBody>
        </p:sp>
        <p:sp>
          <p:nvSpPr>
            <p:cNvPr id="166975" name="Rectangle 68"/>
            <p:cNvSpPr/>
            <p:nvPr/>
          </p:nvSpPr>
          <p:spPr>
            <a:xfrm>
              <a:off x="3130" y="1713"/>
              <a:ext cx="187" cy="250"/>
            </a:xfrm>
            <a:prstGeom prst="rect">
              <a:avLst/>
            </a:prstGeom>
            <a:solidFill>
              <a:srgbClr val="FFFFFF"/>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66976" name="Rectangle 69"/>
            <p:cNvSpPr/>
            <p:nvPr/>
          </p:nvSpPr>
          <p:spPr>
            <a:xfrm>
              <a:off x="3146" y="1743"/>
              <a:ext cx="76" cy="18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900" b="0" dirty="0">
                  <a:solidFill>
                    <a:srgbClr val="000000"/>
                  </a:solidFill>
                  <a:latin typeface="宋体" panose="02010600030101010101" pitchFamily="2" charset="-122"/>
                </a:rPr>
                <a:t>t</a:t>
              </a:r>
              <a:endParaRPr lang="en-US" altLang="zh-CN" sz="1800" b="0" dirty="0">
                <a:solidFill>
                  <a:schemeClr val="tx1"/>
                </a:solidFill>
                <a:latin typeface="Arial" panose="020B0604020202020204" pitchFamily="34" charset="0"/>
              </a:endParaRPr>
            </a:p>
          </p:txBody>
        </p:sp>
        <p:sp>
          <p:nvSpPr>
            <p:cNvPr id="166977" name="Rectangle 70"/>
            <p:cNvSpPr/>
            <p:nvPr/>
          </p:nvSpPr>
          <p:spPr>
            <a:xfrm>
              <a:off x="3210" y="1832"/>
              <a:ext cx="104" cy="1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宋体" panose="02010600030101010101" pitchFamily="2" charset="-122"/>
                </a:rPr>
                <a:t>DW</a:t>
              </a:r>
              <a:endParaRPr lang="en-US" altLang="zh-CN" sz="1800" b="0" dirty="0">
                <a:solidFill>
                  <a:schemeClr val="tx1"/>
                </a:solidFill>
                <a:latin typeface="Arial" panose="020B0604020202020204" pitchFamily="34" charset="0"/>
              </a:endParaRPr>
            </a:p>
          </p:txBody>
        </p:sp>
        <p:sp>
          <p:nvSpPr>
            <p:cNvPr id="166978" name="Line 71"/>
            <p:cNvSpPr/>
            <p:nvPr/>
          </p:nvSpPr>
          <p:spPr>
            <a:xfrm flipH="1">
              <a:off x="4349" y="3335"/>
              <a:ext cx="145" cy="335"/>
            </a:xfrm>
            <a:prstGeom prst="line">
              <a:avLst/>
            </a:prstGeom>
            <a:ln w="30163" cap="flat" cmpd="sng">
              <a:solidFill>
                <a:srgbClr val="000000"/>
              </a:solidFill>
              <a:prstDash val="solid"/>
              <a:headEnd type="none" w="med" len="med"/>
              <a:tailEnd type="none" w="med" len="med"/>
            </a:ln>
          </p:spPr>
        </p:sp>
        <p:sp>
          <p:nvSpPr>
            <p:cNvPr id="166979" name="Line 72"/>
            <p:cNvSpPr/>
            <p:nvPr/>
          </p:nvSpPr>
          <p:spPr>
            <a:xfrm>
              <a:off x="4349" y="3335"/>
              <a:ext cx="145" cy="335"/>
            </a:xfrm>
            <a:prstGeom prst="line">
              <a:avLst/>
            </a:prstGeom>
            <a:ln w="30163" cap="flat" cmpd="sng">
              <a:solidFill>
                <a:srgbClr val="000000"/>
              </a:solidFill>
              <a:prstDash val="solid"/>
              <a:headEnd type="none" w="med" len="med"/>
              <a:tailEnd type="none" w="med" len="med"/>
            </a:ln>
          </p:spPr>
        </p:sp>
        <p:sp>
          <p:nvSpPr>
            <p:cNvPr id="166980" name="Rectangle 73"/>
            <p:cNvSpPr/>
            <p:nvPr/>
          </p:nvSpPr>
          <p:spPr>
            <a:xfrm>
              <a:off x="2736" y="2056"/>
              <a:ext cx="740" cy="221"/>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300" b="0" dirty="0">
                  <a:solidFill>
                    <a:srgbClr val="000000"/>
                  </a:solidFill>
                  <a:latin typeface="宋体" panose="02010600030101010101" pitchFamily="2" charset="-122"/>
                </a:rPr>
                <a:t>数据有效</a:t>
              </a:r>
              <a:endParaRPr lang="zh-CN" altLang="en-US" sz="1800" b="0" dirty="0">
                <a:solidFill>
                  <a:schemeClr val="tx1"/>
                </a:solidFill>
                <a:latin typeface="Arial" panose="020B0604020202020204" pitchFamily="34" charset="0"/>
              </a:endParaRPr>
            </a:p>
          </p:txBody>
        </p:sp>
        <p:sp>
          <p:nvSpPr>
            <p:cNvPr id="166981" name="Line 74"/>
            <p:cNvSpPr/>
            <p:nvPr/>
          </p:nvSpPr>
          <p:spPr>
            <a:xfrm>
              <a:off x="3930" y="1825"/>
              <a:ext cx="254" cy="1"/>
            </a:xfrm>
            <a:prstGeom prst="line">
              <a:avLst/>
            </a:prstGeom>
            <a:ln w="4763" cap="flat" cmpd="sng">
              <a:solidFill>
                <a:srgbClr val="000000"/>
              </a:solidFill>
              <a:prstDash val="solid"/>
              <a:headEnd type="none" w="med" len="med"/>
              <a:tailEnd type="none" w="med" len="med"/>
            </a:ln>
          </p:spPr>
        </p:sp>
        <p:sp>
          <p:nvSpPr>
            <p:cNvPr id="166982" name="Freeform 75"/>
            <p:cNvSpPr/>
            <p:nvPr/>
          </p:nvSpPr>
          <p:spPr>
            <a:xfrm>
              <a:off x="3839" y="1788"/>
              <a:ext cx="100" cy="74"/>
            </a:xfrm>
            <a:custGeom>
              <a:avLst/>
              <a:gdLst/>
              <a:ahLst/>
              <a:cxnLst>
                <a:cxn ang="0">
                  <a:pos x="100" y="74"/>
                </a:cxn>
                <a:cxn ang="0">
                  <a:pos x="0" y="37"/>
                </a:cxn>
                <a:cxn ang="0">
                  <a:pos x="100" y="0"/>
                </a:cxn>
                <a:cxn ang="0">
                  <a:pos x="100" y="74"/>
                </a:cxn>
              </a:cxnLst>
              <a:pathLst>
                <a:path w="100" h="74">
                  <a:moveTo>
                    <a:pt x="100" y="74"/>
                  </a:moveTo>
                  <a:lnTo>
                    <a:pt x="0" y="37"/>
                  </a:lnTo>
                  <a:lnTo>
                    <a:pt x="100" y="0"/>
                  </a:lnTo>
                  <a:lnTo>
                    <a:pt x="100" y="74"/>
                  </a:lnTo>
                  <a:close/>
                </a:path>
              </a:pathLst>
            </a:custGeom>
            <a:solidFill>
              <a:srgbClr val="000000">
                <a:alpha val="100000"/>
              </a:srgbClr>
            </a:solidFill>
            <a:ln w="9525">
              <a:noFill/>
            </a:ln>
          </p:spPr>
          <p:txBody>
            <a:bodyPr/>
            <a:p>
              <a:endParaRPr lang="zh-CN" altLang="en-US"/>
            </a:p>
          </p:txBody>
        </p:sp>
        <p:sp>
          <p:nvSpPr>
            <p:cNvPr id="166983" name="Freeform 76"/>
            <p:cNvSpPr/>
            <p:nvPr/>
          </p:nvSpPr>
          <p:spPr>
            <a:xfrm>
              <a:off x="4178" y="1788"/>
              <a:ext cx="97" cy="74"/>
            </a:xfrm>
            <a:custGeom>
              <a:avLst/>
              <a:gdLst/>
              <a:ahLst/>
              <a:cxnLst>
                <a:cxn ang="0">
                  <a:pos x="0" y="0"/>
                </a:cxn>
                <a:cxn ang="0">
                  <a:pos x="97" y="37"/>
                </a:cxn>
                <a:cxn ang="0">
                  <a:pos x="0" y="74"/>
                </a:cxn>
                <a:cxn ang="0">
                  <a:pos x="0" y="0"/>
                </a:cxn>
              </a:cxnLst>
              <a:pathLst>
                <a:path w="97" h="74">
                  <a:moveTo>
                    <a:pt x="0" y="0"/>
                  </a:moveTo>
                  <a:lnTo>
                    <a:pt x="97" y="37"/>
                  </a:lnTo>
                  <a:lnTo>
                    <a:pt x="0" y="74"/>
                  </a:lnTo>
                  <a:lnTo>
                    <a:pt x="0" y="0"/>
                  </a:lnTo>
                  <a:close/>
                </a:path>
              </a:pathLst>
            </a:custGeom>
            <a:solidFill>
              <a:srgbClr val="000000">
                <a:alpha val="100000"/>
              </a:srgbClr>
            </a:solidFill>
            <a:ln w="9525">
              <a:noFill/>
            </a:ln>
          </p:spPr>
          <p:txBody>
            <a:bodyPr/>
            <a:p>
              <a:endParaRPr lang="zh-CN" altLang="en-US"/>
            </a:p>
          </p:txBody>
        </p:sp>
        <p:sp>
          <p:nvSpPr>
            <p:cNvPr id="166984" name="Rectangle 77"/>
            <p:cNvSpPr/>
            <p:nvPr/>
          </p:nvSpPr>
          <p:spPr>
            <a:xfrm>
              <a:off x="3981" y="1653"/>
              <a:ext cx="76" cy="18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900" b="0" dirty="0">
                  <a:solidFill>
                    <a:srgbClr val="000000"/>
                  </a:solidFill>
                  <a:latin typeface="宋体" panose="02010600030101010101" pitchFamily="2" charset="-122"/>
                </a:rPr>
                <a:t>t</a:t>
              </a:r>
              <a:endParaRPr lang="en-US" altLang="zh-CN" sz="1800" b="0" dirty="0">
                <a:solidFill>
                  <a:schemeClr val="tx1"/>
                </a:solidFill>
                <a:latin typeface="Arial" panose="020B0604020202020204" pitchFamily="34" charset="0"/>
              </a:endParaRPr>
            </a:p>
          </p:txBody>
        </p:sp>
        <p:sp>
          <p:nvSpPr>
            <p:cNvPr id="166985" name="Rectangle 78"/>
            <p:cNvSpPr/>
            <p:nvPr/>
          </p:nvSpPr>
          <p:spPr>
            <a:xfrm>
              <a:off x="4046" y="1743"/>
              <a:ext cx="104" cy="1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宋体" panose="02010600030101010101" pitchFamily="2" charset="-122"/>
                </a:rPr>
                <a:t>WD</a:t>
              </a:r>
              <a:endParaRPr lang="en-US" altLang="zh-CN" sz="1800" b="0" dirty="0">
                <a:solidFill>
                  <a:schemeClr val="tx1"/>
                </a:solidFill>
                <a:latin typeface="Arial" panose="020B0604020202020204" pitchFamily="34" charset="0"/>
              </a:endParaRPr>
            </a:p>
          </p:txBody>
        </p:sp>
        <p:sp>
          <p:nvSpPr>
            <p:cNvPr id="166986" name="Line 79"/>
            <p:cNvSpPr/>
            <p:nvPr/>
          </p:nvSpPr>
          <p:spPr>
            <a:xfrm>
              <a:off x="1372" y="3335"/>
              <a:ext cx="2977" cy="1"/>
            </a:xfrm>
            <a:prstGeom prst="line">
              <a:avLst/>
            </a:prstGeom>
            <a:ln w="30163" cap="flat" cmpd="sng">
              <a:solidFill>
                <a:srgbClr val="000000"/>
              </a:solidFill>
              <a:prstDash val="solid"/>
              <a:headEnd type="none" w="med" len="med"/>
              <a:tailEnd type="none" w="med" len="med"/>
            </a:ln>
          </p:spPr>
        </p:sp>
        <p:sp>
          <p:nvSpPr>
            <p:cNvPr id="166987" name="Line 80"/>
            <p:cNvSpPr/>
            <p:nvPr/>
          </p:nvSpPr>
          <p:spPr>
            <a:xfrm>
              <a:off x="1372" y="3670"/>
              <a:ext cx="2977" cy="1"/>
            </a:xfrm>
            <a:prstGeom prst="line">
              <a:avLst/>
            </a:prstGeom>
            <a:ln w="30163" cap="flat" cmpd="sng">
              <a:solidFill>
                <a:srgbClr val="000000"/>
              </a:solidFill>
              <a:prstDash val="solid"/>
              <a:headEnd type="none" w="med" len="med"/>
              <a:tailEnd type="none" w="med" len="med"/>
            </a:ln>
          </p:spPr>
        </p:sp>
        <p:sp>
          <p:nvSpPr>
            <p:cNvPr id="166988" name="Line 81"/>
            <p:cNvSpPr/>
            <p:nvPr/>
          </p:nvSpPr>
          <p:spPr>
            <a:xfrm>
              <a:off x="3930" y="3838"/>
              <a:ext cx="399" cy="1"/>
            </a:xfrm>
            <a:prstGeom prst="line">
              <a:avLst/>
            </a:prstGeom>
            <a:ln w="4763" cap="flat" cmpd="sng">
              <a:solidFill>
                <a:srgbClr val="000000"/>
              </a:solidFill>
              <a:prstDash val="solid"/>
              <a:headEnd type="none" w="med" len="med"/>
              <a:tailEnd type="none" w="med" len="med"/>
            </a:ln>
          </p:spPr>
        </p:sp>
        <p:sp>
          <p:nvSpPr>
            <p:cNvPr id="166989" name="Freeform 82"/>
            <p:cNvSpPr/>
            <p:nvPr/>
          </p:nvSpPr>
          <p:spPr>
            <a:xfrm>
              <a:off x="3839" y="3801"/>
              <a:ext cx="100" cy="74"/>
            </a:xfrm>
            <a:custGeom>
              <a:avLst/>
              <a:gdLst/>
              <a:ahLst/>
              <a:cxnLst>
                <a:cxn ang="0">
                  <a:pos x="100" y="74"/>
                </a:cxn>
                <a:cxn ang="0">
                  <a:pos x="0" y="37"/>
                </a:cxn>
                <a:cxn ang="0">
                  <a:pos x="100" y="0"/>
                </a:cxn>
                <a:cxn ang="0">
                  <a:pos x="100" y="74"/>
                </a:cxn>
              </a:cxnLst>
              <a:pathLst>
                <a:path w="100" h="74">
                  <a:moveTo>
                    <a:pt x="100" y="74"/>
                  </a:moveTo>
                  <a:lnTo>
                    <a:pt x="0" y="37"/>
                  </a:lnTo>
                  <a:lnTo>
                    <a:pt x="100" y="0"/>
                  </a:lnTo>
                  <a:lnTo>
                    <a:pt x="100" y="74"/>
                  </a:lnTo>
                  <a:close/>
                </a:path>
              </a:pathLst>
            </a:custGeom>
            <a:solidFill>
              <a:srgbClr val="000000">
                <a:alpha val="100000"/>
              </a:srgbClr>
            </a:solidFill>
            <a:ln w="9525">
              <a:noFill/>
            </a:ln>
          </p:spPr>
          <p:txBody>
            <a:bodyPr/>
            <a:p>
              <a:endParaRPr lang="zh-CN" altLang="en-US"/>
            </a:p>
          </p:txBody>
        </p:sp>
        <p:sp>
          <p:nvSpPr>
            <p:cNvPr id="166990" name="Freeform 83"/>
            <p:cNvSpPr/>
            <p:nvPr/>
          </p:nvSpPr>
          <p:spPr>
            <a:xfrm>
              <a:off x="4323" y="3801"/>
              <a:ext cx="97" cy="74"/>
            </a:xfrm>
            <a:custGeom>
              <a:avLst/>
              <a:gdLst/>
              <a:ahLst/>
              <a:cxnLst>
                <a:cxn ang="0">
                  <a:pos x="0" y="0"/>
                </a:cxn>
                <a:cxn ang="0">
                  <a:pos x="97" y="37"/>
                </a:cxn>
                <a:cxn ang="0">
                  <a:pos x="0" y="74"/>
                </a:cxn>
                <a:cxn ang="0">
                  <a:pos x="0" y="0"/>
                </a:cxn>
              </a:cxnLst>
              <a:pathLst>
                <a:path w="97" h="74">
                  <a:moveTo>
                    <a:pt x="0" y="0"/>
                  </a:moveTo>
                  <a:lnTo>
                    <a:pt x="97" y="37"/>
                  </a:lnTo>
                  <a:lnTo>
                    <a:pt x="0" y="74"/>
                  </a:lnTo>
                  <a:lnTo>
                    <a:pt x="0" y="0"/>
                  </a:lnTo>
                  <a:close/>
                </a:path>
              </a:pathLst>
            </a:custGeom>
            <a:solidFill>
              <a:srgbClr val="000000">
                <a:alpha val="100000"/>
              </a:srgbClr>
            </a:solidFill>
            <a:ln w="9525">
              <a:noFill/>
            </a:ln>
          </p:spPr>
          <p:txBody>
            <a:bodyPr/>
            <a:p>
              <a:endParaRPr lang="zh-CN" altLang="en-US"/>
            </a:p>
          </p:txBody>
        </p:sp>
        <p:sp>
          <p:nvSpPr>
            <p:cNvPr id="166991" name="Rectangle 84"/>
            <p:cNvSpPr/>
            <p:nvPr/>
          </p:nvSpPr>
          <p:spPr>
            <a:xfrm>
              <a:off x="4036" y="3726"/>
              <a:ext cx="187" cy="250"/>
            </a:xfrm>
            <a:prstGeom prst="rect">
              <a:avLst/>
            </a:prstGeom>
            <a:solidFill>
              <a:srgbClr val="FFFFFF"/>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66992" name="Rectangle 85"/>
            <p:cNvSpPr/>
            <p:nvPr/>
          </p:nvSpPr>
          <p:spPr>
            <a:xfrm>
              <a:off x="4052" y="3756"/>
              <a:ext cx="76" cy="18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900" b="0" dirty="0">
                  <a:solidFill>
                    <a:srgbClr val="000000"/>
                  </a:solidFill>
                  <a:latin typeface="宋体" panose="02010600030101010101" pitchFamily="2" charset="-122"/>
                </a:rPr>
                <a:t>t</a:t>
              </a:r>
              <a:endParaRPr lang="en-US" altLang="zh-CN" sz="1800" b="0" dirty="0">
                <a:solidFill>
                  <a:schemeClr val="tx1"/>
                </a:solidFill>
                <a:latin typeface="Arial" panose="020B0604020202020204" pitchFamily="34" charset="0"/>
              </a:endParaRPr>
            </a:p>
          </p:txBody>
        </p:sp>
        <p:sp>
          <p:nvSpPr>
            <p:cNvPr id="166993" name="Rectangle 86"/>
            <p:cNvSpPr/>
            <p:nvPr/>
          </p:nvSpPr>
          <p:spPr>
            <a:xfrm>
              <a:off x="4117" y="3849"/>
              <a:ext cx="104" cy="1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宋体" panose="02010600030101010101" pitchFamily="2" charset="-122"/>
                </a:rPr>
                <a:t>WB</a:t>
              </a:r>
              <a:endParaRPr lang="en-US" altLang="zh-CN" sz="1800" b="0" dirty="0">
                <a:solidFill>
                  <a:schemeClr val="tx1"/>
                </a:solidFill>
                <a:latin typeface="Arial" panose="020B0604020202020204" pitchFamily="34" charset="0"/>
              </a:endParaRPr>
            </a:p>
          </p:txBody>
        </p:sp>
        <p:sp>
          <p:nvSpPr>
            <p:cNvPr id="166994" name="Line 87"/>
            <p:cNvSpPr/>
            <p:nvPr/>
          </p:nvSpPr>
          <p:spPr>
            <a:xfrm>
              <a:off x="4784" y="2832"/>
              <a:ext cx="361" cy="1"/>
            </a:xfrm>
            <a:prstGeom prst="line">
              <a:avLst/>
            </a:prstGeom>
            <a:ln w="30163" cap="flat" cmpd="sng">
              <a:solidFill>
                <a:srgbClr val="000000"/>
              </a:solidFill>
              <a:prstDash val="solid"/>
              <a:headEnd type="none" w="med" len="med"/>
              <a:tailEnd type="none" w="med" len="med"/>
            </a:ln>
          </p:spPr>
        </p:sp>
        <p:sp>
          <p:nvSpPr>
            <p:cNvPr id="166995" name="Line 88"/>
            <p:cNvSpPr/>
            <p:nvPr/>
          </p:nvSpPr>
          <p:spPr>
            <a:xfrm>
              <a:off x="4784" y="3167"/>
              <a:ext cx="361" cy="1"/>
            </a:xfrm>
            <a:prstGeom prst="line">
              <a:avLst/>
            </a:prstGeom>
            <a:ln w="30163" cap="flat" cmpd="sng">
              <a:solidFill>
                <a:srgbClr val="000000"/>
              </a:solidFill>
              <a:prstDash val="solid"/>
              <a:headEnd type="none" w="med" len="med"/>
              <a:tailEnd type="none" w="med" len="med"/>
            </a:ln>
          </p:spPr>
        </p:sp>
        <p:sp>
          <p:nvSpPr>
            <p:cNvPr id="166996" name="Line 89"/>
            <p:cNvSpPr/>
            <p:nvPr/>
          </p:nvSpPr>
          <p:spPr>
            <a:xfrm>
              <a:off x="1808" y="3167"/>
              <a:ext cx="2831" cy="1"/>
            </a:xfrm>
            <a:prstGeom prst="line">
              <a:avLst/>
            </a:prstGeom>
            <a:ln w="30163" cap="flat" cmpd="sng">
              <a:solidFill>
                <a:srgbClr val="000000"/>
              </a:solidFill>
              <a:prstDash val="solid"/>
              <a:headEnd type="none" w="med" len="med"/>
              <a:tailEnd type="none" w="med" len="med"/>
            </a:ln>
          </p:spPr>
        </p:sp>
        <p:sp>
          <p:nvSpPr>
            <p:cNvPr id="166997" name="Line 90"/>
            <p:cNvSpPr/>
            <p:nvPr/>
          </p:nvSpPr>
          <p:spPr>
            <a:xfrm>
              <a:off x="1808" y="2832"/>
              <a:ext cx="2831" cy="1"/>
            </a:xfrm>
            <a:prstGeom prst="line">
              <a:avLst/>
            </a:prstGeom>
            <a:ln w="30163" cap="flat" cmpd="sng">
              <a:solidFill>
                <a:srgbClr val="000000"/>
              </a:solidFill>
              <a:prstDash val="solid"/>
              <a:headEnd type="none" w="med" len="med"/>
              <a:tailEnd type="none" w="med" len="med"/>
            </a:ln>
          </p:spPr>
        </p:sp>
      </p:grpSp>
      <p:sp>
        <p:nvSpPr>
          <p:cNvPr id="166916" name="Text Box 92"/>
          <p:cNvSpPr txBox="1"/>
          <p:nvPr/>
        </p:nvSpPr>
        <p:spPr>
          <a:xfrm>
            <a:off x="669925" y="803275"/>
            <a:ext cx="336550" cy="457200"/>
          </a:xfrm>
          <a:prstGeom prst="rect">
            <a:avLst/>
          </a:prstGeom>
          <a:noFill/>
          <a:ln w="38100">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
                <a:schemeClr val="accent1"/>
              </a:buClr>
              <a:buSzPct val="90000"/>
              <a:buFont typeface="Monotype Sorts" pitchFamily="2" charset="2"/>
              <a:buNone/>
            </a:pPr>
            <a:r>
              <a:rPr lang="en-US" altLang="zh-CN" sz="2400" b="0" dirty="0">
                <a:solidFill>
                  <a:schemeClr val="tx1"/>
                </a:solidFill>
                <a:latin typeface="Arial" panose="020B0604020202020204" pitchFamily="34" charset="0"/>
              </a:rPr>
              <a:t>  </a:t>
            </a:r>
            <a:endParaRPr lang="en-US" altLang="zh-CN" sz="2400" b="0" dirty="0">
              <a:solidFill>
                <a:srgbClr val="FF3300"/>
              </a:solidFill>
              <a:latin typeface="Arial" panose="020B0604020202020204" pitchFamily="34" charset="0"/>
            </a:endParaRPr>
          </a:p>
        </p:txBody>
      </p:sp>
      <p:sp>
        <p:nvSpPr>
          <p:cNvPr id="166917" name="文本框 93"/>
          <p:cNvSpPr txBox="1"/>
          <p:nvPr/>
        </p:nvSpPr>
        <p:spPr>
          <a:xfrm>
            <a:off x="960438" y="3675063"/>
            <a:ext cx="1430337" cy="461962"/>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400" b="0" dirty="0">
                <a:solidFill>
                  <a:schemeClr val="tx1"/>
                </a:solidFill>
                <a:latin typeface="宋体" panose="02010600030101010101" pitchFamily="2" charset="-122"/>
                <a:ea typeface="宋体" panose="02010600030101010101" pitchFamily="2" charset="-122"/>
              </a:rPr>
              <a:t>D7----D0</a:t>
            </a:r>
            <a:endParaRPr lang="zh-CN" altLang="en-US" sz="2400" b="0" dirty="0">
              <a:solidFill>
                <a:schemeClr val="tx1"/>
              </a:solidFill>
              <a:latin typeface="宋体" panose="02010600030101010101" pitchFamily="2" charset="-122"/>
              <a:ea typeface="宋体" panose="02010600030101010101" pitchFamily="2" charset="-122"/>
            </a:endParaRPr>
          </a:p>
        </p:txBody>
      </p:sp>
      <p:sp>
        <p:nvSpPr>
          <p:cNvPr id="166918" name="Rectangle 115"/>
          <p:cNvSpPr/>
          <p:nvPr/>
        </p:nvSpPr>
        <p:spPr>
          <a:xfrm>
            <a:off x="1038225" y="4781550"/>
            <a:ext cx="1231900" cy="369888"/>
          </a:xfrm>
          <a:prstGeom prst="rect">
            <a:avLst/>
          </a:prstGeom>
          <a:solidFill>
            <a:schemeClr val="bg1"/>
          </a:solid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400" b="0" dirty="0">
                <a:solidFill>
                  <a:srgbClr val="000000"/>
                </a:solidFill>
                <a:latin typeface="宋体" panose="02010600030101010101" pitchFamily="2" charset="-122"/>
              </a:rPr>
              <a:t>CS,A1,A0</a:t>
            </a:r>
            <a:endParaRPr lang="en-US" altLang="zh-CN" sz="2400" b="0" dirty="0">
              <a:solidFill>
                <a:schemeClr val="tx1"/>
              </a:solidFill>
              <a:latin typeface="Arial" panose="020B0604020202020204" pitchFamily="34" charset="0"/>
            </a:endParaRPr>
          </a:p>
        </p:txBody>
      </p:sp>
      <p:sp>
        <p:nvSpPr>
          <p:cNvPr id="166919" name="Line 114"/>
          <p:cNvSpPr/>
          <p:nvPr/>
        </p:nvSpPr>
        <p:spPr>
          <a:xfrm>
            <a:off x="958850" y="4730750"/>
            <a:ext cx="301625" cy="0"/>
          </a:xfrm>
          <a:prstGeom prst="line">
            <a:avLst/>
          </a:prstGeom>
          <a:ln w="15875" cap="flat" cmpd="sng">
            <a:solidFill>
              <a:srgbClr val="000000"/>
            </a:solidFill>
            <a:prstDash val="solid"/>
            <a:headEnd type="none" w="med" len="med"/>
            <a:tailEnd type="none" w="med" len="med"/>
          </a:ln>
        </p:spPr>
      </p:sp>
      <p:sp>
        <p:nvSpPr>
          <p:cNvPr id="166920" name="文本框 97"/>
          <p:cNvSpPr txBox="1"/>
          <p:nvPr/>
        </p:nvSpPr>
        <p:spPr>
          <a:xfrm>
            <a:off x="2468563" y="1885950"/>
            <a:ext cx="3738562" cy="522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0000"/>
              </a:lnSpc>
              <a:spcBef>
                <a:spcPct val="0"/>
              </a:spcBef>
              <a:spcAft>
                <a:spcPct val="0"/>
              </a:spcAft>
              <a:buClrTx/>
              <a:buSzTx/>
              <a:buFont typeface="Arial" panose="020B0604020202020204" pitchFamily="34" charset="0"/>
              <a:buNone/>
            </a:pPr>
            <a:r>
              <a:rPr lang="zh-CN" altLang="en-US" dirty="0">
                <a:solidFill>
                  <a:srgbClr val="0070C0"/>
                </a:solidFill>
                <a:latin typeface="楷体_GB2312" pitchFamily="1" charset="-122"/>
              </a:rPr>
              <a:t>方式</a:t>
            </a:r>
            <a:r>
              <a:rPr lang="en-US" altLang="zh-CN" dirty="0">
                <a:solidFill>
                  <a:srgbClr val="0070C0"/>
                </a:solidFill>
                <a:latin typeface="楷体_GB2312" pitchFamily="1" charset="-122"/>
              </a:rPr>
              <a:t>0</a:t>
            </a:r>
            <a:r>
              <a:rPr lang="zh-CN" altLang="en-US" dirty="0">
                <a:solidFill>
                  <a:srgbClr val="0070C0"/>
                </a:solidFill>
                <a:latin typeface="楷体_GB2312" pitchFamily="1" charset="-122"/>
              </a:rPr>
              <a:t>作为输出口时序</a:t>
            </a:r>
            <a:endParaRPr lang="zh-CN" altLang="en-US" dirty="0">
              <a:solidFill>
                <a:srgbClr val="0070C0"/>
              </a:solidFill>
              <a:latin typeface="楷体_GB2312" pitchFamily="1" charset="-122"/>
            </a:endParaRPr>
          </a:p>
        </p:txBody>
      </p:sp>
    </p:spTree>
  </p:cSld>
  <p:clrMapOvr>
    <a:masterClrMapping/>
  </p:clrMapOvr>
  <p:transition spd="slow">
    <p:zoom/>
  </p:transition>
</p:sld>
</file>

<file path=ppt/slides/slide1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233474" name="Rectangle 2"/>
          <p:cNvSpPr>
            <a:spLocks noGrp="1" noChangeArrowheads="1"/>
          </p:cNvSpPr>
          <p:nvPr>
            <p:ph type="title"/>
          </p:nvPr>
        </p:nvSpPr>
        <p:spPr>
          <a:xfrm>
            <a:off x="611188" y="-171450"/>
            <a:ext cx="3744913" cy="914400"/>
          </a:xfrm>
          <a:ln>
            <a:miter/>
          </a:ln>
        </p:spPr>
        <p:txBody>
          <a:bodyPr vert="horz" wrap="square" lIns="91440" tIns="45720" rIns="91440" bIns="45720" numCol="1" anchor="b"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4000" b="1" i="0" u="none" strike="noStrike" kern="1200" cap="none" spc="0" normalizeH="0" baseline="0" noProof="0" dirty="0">
                <a:ln>
                  <a:noFill/>
                </a:ln>
                <a:solidFill>
                  <a:srgbClr val="800000"/>
                </a:solidFill>
                <a:effectLst/>
                <a:uLnTx/>
                <a:uFillTx/>
                <a:latin typeface="+mj-ea"/>
                <a:ea typeface="+mj-ea"/>
                <a:cs typeface="+mj-cs"/>
              </a:rPr>
              <a:t>方式</a:t>
            </a:r>
            <a:r>
              <a:rPr kumimoji="0" lang="en-US" altLang="zh-CN" sz="4000" b="1" i="0" u="none" strike="noStrike" kern="1200" cap="none" spc="0" normalizeH="0" baseline="0" noProof="0" dirty="0">
                <a:ln>
                  <a:noFill/>
                </a:ln>
                <a:solidFill>
                  <a:srgbClr val="800000"/>
                </a:solidFill>
                <a:effectLst/>
                <a:uLnTx/>
                <a:uFillTx/>
                <a:latin typeface="+mj-ea"/>
                <a:ea typeface="+mj-ea"/>
                <a:cs typeface="+mj-cs"/>
              </a:rPr>
              <a:t>0</a:t>
            </a:r>
            <a:r>
              <a:rPr kumimoji="0" lang="zh-CN" altLang="en-US" sz="4000" b="1" i="0" u="none" strike="noStrike" kern="1200" cap="none" spc="0" normalizeH="0" baseline="0" noProof="0" dirty="0">
                <a:ln>
                  <a:noFill/>
                </a:ln>
                <a:solidFill>
                  <a:srgbClr val="800000"/>
                </a:solidFill>
                <a:effectLst/>
                <a:uLnTx/>
                <a:uFillTx/>
                <a:latin typeface="+mj-ea"/>
                <a:ea typeface="+mj-ea"/>
                <a:cs typeface="+mj-cs"/>
              </a:rPr>
              <a:t>编程示例</a:t>
            </a:r>
            <a:endParaRPr kumimoji="0" lang="zh-CN" altLang="en-US" sz="4000" b="1" i="0" u="none" strike="noStrike" kern="1200" cap="none" spc="0" normalizeH="0" baseline="0" noProof="0" dirty="0">
              <a:ln>
                <a:noFill/>
              </a:ln>
              <a:solidFill>
                <a:srgbClr val="800000"/>
              </a:solidFill>
              <a:effectLst/>
              <a:uLnTx/>
              <a:uFillTx/>
              <a:latin typeface="+mj-ea"/>
              <a:ea typeface="+mj-ea"/>
              <a:cs typeface="+mj-cs"/>
            </a:endParaRPr>
          </a:p>
        </p:txBody>
      </p:sp>
      <p:sp>
        <p:nvSpPr>
          <p:cNvPr id="233477" name="Rectangle 5"/>
          <p:cNvSpPr>
            <a:spLocks noGrp="1" noChangeArrowheads="1"/>
          </p:cNvSpPr>
          <p:nvPr>
            <p:ph idx="1"/>
          </p:nvPr>
        </p:nvSpPr>
        <p:spPr>
          <a:xfrm>
            <a:off x="457200" y="692150"/>
            <a:ext cx="8208963" cy="6165850"/>
          </a:xfrm>
          <a:ln>
            <a:miter/>
          </a:ln>
        </p:spPr>
        <p:txBody>
          <a:bodyPr vert="horz" wrap="square" lIns="91440" tIns="45720" rIns="91440" bIns="45720" numCol="1" anchor="t" anchorCtr="0" compatLnSpc="1"/>
          <a:lstStyle/>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Ø"/>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端口地址</a:t>
            </a:r>
            <a:r>
              <a:rPr kumimoji="0" lang="en-US" altLang="zh-CN" sz="2000" b="1" i="0" u="none" strike="noStrike" kern="1200" cap="none" spc="0" normalizeH="0" baseline="0" noProof="0" dirty="0">
                <a:ln>
                  <a:noFill/>
                </a:ln>
                <a:solidFill>
                  <a:srgbClr val="FF3300"/>
                </a:solidFill>
                <a:effectLst/>
                <a:uLnTx/>
                <a:uFillTx/>
                <a:latin typeface="+mn-ea"/>
                <a:ea typeface="+mn-ea"/>
                <a:cs typeface="+mn-cs"/>
              </a:rPr>
              <a:t>30H~33H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MOV  AL, </a:t>
            </a:r>
            <a:r>
              <a:rPr kumimoji="0" lang="en-US" altLang="zh-CN" sz="2000" b="1" i="0" u="none" strike="noStrike" kern="1200" cap="none" spc="0" normalizeH="0" baseline="0" noProof="0" dirty="0">
                <a:ln>
                  <a:noFill/>
                </a:ln>
                <a:solidFill>
                  <a:srgbClr val="0000CC"/>
                </a:solidFill>
                <a:effectLst/>
                <a:uLnTx/>
                <a:uFillTx/>
                <a:latin typeface="+mn-ea"/>
                <a:ea typeface="+mn-ea"/>
                <a:cs typeface="+mn-cs"/>
              </a:rPr>
              <a:t>89H</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口、</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B</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口输出，</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C</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口输入</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  </a:t>
            </a:r>
            <a:r>
              <a:rPr kumimoji="0" lang="en-US" altLang="zh-CN" sz="2000" b="1" i="0" u="none" strike="noStrike" kern="1200" cap="none" spc="0" normalizeH="0" baseline="0" noProof="0" dirty="0">
                <a:ln>
                  <a:noFill/>
                </a:ln>
                <a:solidFill>
                  <a:srgbClr val="FF3300"/>
                </a:solidFill>
                <a:effectLst/>
                <a:uLnTx/>
                <a:uFillTx/>
                <a:latin typeface="+mn-ea"/>
                <a:ea typeface="+mn-ea"/>
                <a:cs typeface="+mn-cs"/>
              </a:rPr>
              <a:t>33H</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AL		</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；写方式控制字</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IN  AL, </a:t>
            </a:r>
            <a:r>
              <a:rPr kumimoji="0" lang="en-US" altLang="zh-CN" sz="2000" b="1" i="0" u="none" strike="noStrike" kern="1200" cap="none" spc="0" normalizeH="0" baseline="0" noProof="0" dirty="0">
                <a:ln>
                  <a:noFill/>
                </a:ln>
                <a:solidFill>
                  <a:srgbClr val="FF3300"/>
                </a:solidFill>
                <a:effectLst/>
                <a:uLnTx/>
                <a:uFillTx/>
                <a:latin typeface="+mn-ea"/>
                <a:ea typeface="+mn-ea"/>
                <a:cs typeface="+mn-cs"/>
              </a:rPr>
              <a:t>32H</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；读</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C</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口</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NOT  AL		       </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C</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口数据取反</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  </a:t>
            </a:r>
            <a:r>
              <a:rPr kumimoji="0" lang="en-US" altLang="zh-CN" sz="2000" b="1" i="0" u="none" strike="noStrike" kern="1200" cap="none" spc="0" normalizeH="0" baseline="0" noProof="0" dirty="0">
                <a:ln>
                  <a:noFill/>
                </a:ln>
                <a:solidFill>
                  <a:srgbClr val="FF3300"/>
                </a:solidFill>
                <a:effectLst/>
                <a:uLnTx/>
                <a:uFillTx/>
                <a:latin typeface="+mn-ea"/>
                <a:ea typeface="+mn-ea"/>
                <a:cs typeface="+mn-cs"/>
              </a:rPr>
              <a:t>30H</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AL		</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；写</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A</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口</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MOV  AL, </a:t>
            </a:r>
            <a:r>
              <a:rPr kumimoji="0" lang="en-US" altLang="zh-CN" sz="2000" b="1" i="0" u="none" strike="noStrike" kern="1200" cap="none" spc="0" normalizeH="0" baseline="0" noProof="0" dirty="0">
                <a:ln>
                  <a:noFill/>
                </a:ln>
                <a:solidFill>
                  <a:srgbClr val="0000CC"/>
                </a:solidFill>
                <a:effectLst/>
                <a:uLnTx/>
                <a:uFillTx/>
                <a:latin typeface="+mn-ea"/>
                <a:ea typeface="+mn-ea"/>
                <a:cs typeface="+mn-cs"/>
              </a:rPr>
              <a:t>0F0H	       </a:t>
            </a:r>
            <a:r>
              <a:rPr kumimoji="0" lang="zh-CN" altLang="en-US" sz="2000" b="1" i="0" u="none" strike="noStrike" kern="1200" cap="none" spc="0" normalizeH="0" baseline="0" noProof="0" dirty="0">
                <a:ln>
                  <a:noFill/>
                </a:ln>
                <a:solidFill>
                  <a:srgbClr val="0000CC"/>
                </a:solidFill>
                <a:effectLst/>
                <a:uLnTx/>
                <a:uFillTx/>
                <a:latin typeface="+mn-ea"/>
                <a:ea typeface="+mn-ea"/>
                <a:cs typeface="+mn-cs"/>
              </a:rPr>
              <a:t>；</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取</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B</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口数据</a:t>
            </a:r>
            <a:endParaRPr kumimoji="0" lang="zh-CN" altLang="en-US" sz="2000" b="1" i="0" u="none" strike="noStrike" kern="1200" cap="none" spc="0" normalizeH="0" baseline="0" noProof="0" dirty="0">
              <a:ln>
                <a:noFill/>
              </a:ln>
              <a:solidFill>
                <a:srgbClr val="0000CC"/>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  </a:t>
            </a:r>
            <a:r>
              <a:rPr kumimoji="0" lang="en-US" altLang="zh-CN" sz="2000" b="1" i="0" u="none" strike="noStrike" kern="1200" cap="none" spc="0" normalizeH="0" baseline="0" noProof="0" dirty="0">
                <a:ln>
                  <a:noFill/>
                </a:ln>
                <a:solidFill>
                  <a:srgbClr val="FF3300"/>
                </a:solidFill>
                <a:effectLst/>
                <a:uLnTx/>
                <a:uFillTx/>
                <a:latin typeface="+mn-ea"/>
                <a:ea typeface="+mn-ea"/>
                <a:cs typeface="+mn-cs"/>
              </a:rPr>
              <a:t>31H</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AL		</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；写</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B</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口</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Ø"/>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端口地址</a:t>
            </a:r>
            <a:r>
              <a:rPr kumimoji="0" lang="en-US" altLang="zh-CN" sz="2000" b="1" i="0" u="none" strike="noStrike" kern="1200" cap="none" spc="0" normalizeH="0" baseline="0" noProof="0" dirty="0">
                <a:ln>
                  <a:noFill/>
                </a:ln>
                <a:solidFill>
                  <a:srgbClr val="FF3300"/>
                </a:solidFill>
                <a:effectLst/>
                <a:uLnTx/>
                <a:uFillTx/>
                <a:latin typeface="+mn-ea"/>
                <a:ea typeface="+mn-ea"/>
                <a:cs typeface="+mn-cs"/>
              </a:rPr>
              <a:t>60H~63H</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MOV  AL, </a:t>
            </a:r>
            <a:r>
              <a:rPr kumimoji="0" lang="en-US" altLang="zh-CN" sz="2000" b="1" i="0" u="none" strike="noStrike" kern="1200" cap="none" spc="0" normalizeH="0" baseline="0" noProof="0" dirty="0">
                <a:ln>
                  <a:noFill/>
                </a:ln>
                <a:solidFill>
                  <a:srgbClr val="0000CC"/>
                </a:solidFill>
                <a:effectLst/>
                <a:uLnTx/>
                <a:uFillTx/>
                <a:latin typeface="+mn-ea"/>
                <a:ea typeface="+mn-ea"/>
                <a:cs typeface="+mn-cs"/>
              </a:rPr>
              <a:t>88H		</a:t>
            </a:r>
            <a:r>
              <a:rPr kumimoji="0" lang="zh-CN" altLang="en-US" sz="2000" b="1" i="0" u="none" strike="noStrike" kern="1200" cap="none" spc="0" normalizeH="0" baseline="0" noProof="0" dirty="0">
                <a:ln>
                  <a:noFill/>
                </a:ln>
                <a:solidFill>
                  <a:srgbClr val="0000CC"/>
                </a:solidFill>
                <a:effectLst/>
                <a:uLnTx/>
                <a:uFillTx/>
                <a:latin typeface="+mn-ea"/>
                <a:ea typeface="+mn-ea"/>
                <a:cs typeface="+mn-cs"/>
              </a:rPr>
              <a:t>；</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C</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口高</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4</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位输入，低</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4</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位输出	</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  </a:t>
            </a:r>
            <a:r>
              <a:rPr kumimoji="0" lang="en-US" altLang="zh-CN" sz="2000" b="1" i="0" u="none" strike="noStrike" kern="1200" cap="none" spc="0" normalizeH="0" baseline="0" noProof="0" dirty="0">
                <a:ln>
                  <a:noFill/>
                </a:ln>
                <a:solidFill>
                  <a:srgbClr val="FF3300"/>
                </a:solidFill>
                <a:effectLst/>
                <a:uLnTx/>
                <a:uFillTx/>
                <a:latin typeface="+mn-ea"/>
                <a:ea typeface="+mn-ea"/>
                <a:cs typeface="+mn-cs"/>
              </a:rPr>
              <a:t>63H</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AL		</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；写方式控制字</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IN  AL, </a:t>
            </a:r>
            <a:r>
              <a:rPr kumimoji="0" lang="en-US" altLang="zh-CN" sz="2000" b="1" i="0" u="none" strike="noStrike" kern="1200" cap="none" spc="0" normalizeH="0" baseline="0" noProof="0" dirty="0">
                <a:ln>
                  <a:noFill/>
                </a:ln>
                <a:solidFill>
                  <a:srgbClr val="FF3300"/>
                </a:solidFill>
                <a:effectLst/>
                <a:uLnTx/>
                <a:uFillTx/>
                <a:latin typeface="+mn-ea"/>
                <a:ea typeface="+mn-ea"/>
                <a:cs typeface="+mn-cs"/>
              </a:rPr>
              <a:t>62H</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；读</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C</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口（高</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4</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位）</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MOV  CL, 4</a:t>
            </a:r>
            <a:endParaRPr kumimoji="0" lang="en-US" altLang="zh-CN" sz="20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SHR  AL, </a:t>
            </a:r>
            <a:r>
              <a:rPr kumimoji="0" lang="en-US" altLang="zh-CN" sz="2000" b="1" i="0" u="none" strike="noStrike" kern="1200" cap="none" spc="0" normalizeH="0" baseline="0" noProof="0" dirty="0">
                <a:ln>
                  <a:noFill/>
                </a:ln>
                <a:solidFill>
                  <a:srgbClr val="0000CC"/>
                </a:solidFill>
                <a:effectLst/>
                <a:uLnTx/>
                <a:uFillTx/>
                <a:latin typeface="+mn-ea"/>
                <a:ea typeface="+mn-ea"/>
                <a:cs typeface="+mn-cs"/>
              </a:rPr>
              <a:t>CL 		</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C</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口的高</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4</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位移到低</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4</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位</a:t>
            </a:r>
            <a:endParaRPr kumimoji="0" lang="zh-CN" altLang="en-US" sz="2000" b="1" i="0" u="none" strike="noStrike" kern="1200" cap="none" spc="0" normalizeH="0" baseline="0" noProof="0" dirty="0">
              <a:ln>
                <a:noFill/>
              </a:ln>
              <a:solidFill>
                <a:srgbClr val="0000CC"/>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0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OUT  </a:t>
            </a:r>
            <a:r>
              <a:rPr kumimoji="0" lang="en-US" altLang="zh-CN" sz="2000" b="1" i="0" u="none" strike="noStrike" kern="1200" cap="none" spc="0" normalizeH="0" baseline="0" noProof="0" dirty="0">
                <a:ln>
                  <a:noFill/>
                </a:ln>
                <a:solidFill>
                  <a:srgbClr val="FF3300"/>
                </a:solidFill>
                <a:effectLst/>
                <a:uLnTx/>
                <a:uFillTx/>
                <a:latin typeface="+mn-ea"/>
                <a:ea typeface="+mn-ea"/>
                <a:cs typeface="+mn-cs"/>
              </a:rPr>
              <a:t>62H</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 AL		</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；写</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C</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口（低</a:t>
            </a:r>
            <a:r>
              <a:rPr kumimoji="0" lang="en-US" altLang="zh-CN" sz="2000" b="1" i="0" u="none" strike="noStrike" kern="1200" cap="none" spc="0" normalizeH="0" baseline="0" noProof="0" dirty="0">
                <a:ln>
                  <a:noFill/>
                </a:ln>
                <a:solidFill>
                  <a:schemeClr val="tx2"/>
                </a:solidFill>
                <a:effectLst/>
                <a:uLnTx/>
                <a:uFillTx/>
                <a:latin typeface="+mn-ea"/>
                <a:ea typeface="+mn-ea"/>
                <a:cs typeface="+mn-cs"/>
              </a:rPr>
              <a:t>4</a:t>
            </a:r>
            <a:r>
              <a:rPr kumimoji="0" lang="zh-CN" altLang="en-US" sz="2000" b="1" i="0" u="none" strike="noStrike" kern="1200" cap="none" spc="0" normalizeH="0" baseline="0" noProof="0" dirty="0">
                <a:ln>
                  <a:noFill/>
                </a:ln>
                <a:solidFill>
                  <a:schemeClr val="tx2"/>
                </a:solidFill>
                <a:effectLst/>
                <a:uLnTx/>
                <a:uFillTx/>
                <a:latin typeface="+mn-ea"/>
                <a:ea typeface="+mn-ea"/>
                <a:cs typeface="+mn-cs"/>
              </a:rPr>
              <a:t>位）</a:t>
            </a:r>
            <a:endParaRPr kumimoji="0" lang="zh-CN" altLang="en-US" sz="2000" b="1" i="0" u="none" strike="noStrike" kern="1200" cap="none" spc="0" normalizeH="0" baseline="0" noProof="0" dirty="0">
              <a:ln>
                <a:noFill/>
              </a:ln>
              <a:solidFill>
                <a:schemeClr val="tx2"/>
              </a:solidFill>
              <a:effectLst/>
              <a:uLnTx/>
              <a:uFillTx/>
              <a:latin typeface="+mn-ea"/>
              <a:ea typeface="+mn-ea"/>
              <a:cs typeface="+mn-cs"/>
            </a:endParaRPr>
          </a:p>
        </p:txBody>
      </p:sp>
    </p:spTree>
  </p:cSld>
  <p:clrMapOvr>
    <a:masterClrMapping/>
  </p:clrMapOvr>
  <p:transition/>
</p:sld>
</file>

<file path=ppt/slides/slide1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169986" name="Rectangle 2"/>
          <p:cNvSpPr/>
          <p:nvPr/>
        </p:nvSpPr>
        <p:spPr>
          <a:xfrm>
            <a:off x="179388" y="88900"/>
            <a:ext cx="8915400" cy="6517005"/>
          </a:xfrm>
          <a:prstGeom prst="rect">
            <a:avLst/>
          </a:prstGeom>
          <a:noFill/>
          <a:ln w="9525">
            <a:noFill/>
          </a:ln>
        </p:spPr>
        <p:txBody>
          <a:bodyPr lIns="90000" tIns="46800" rIns="90000" bIns="4680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35000"/>
              </a:spcBef>
              <a:spcAft>
                <a:spcPct val="0"/>
              </a:spcAft>
              <a:buClr>
                <a:schemeClr val="accent2"/>
              </a:buClr>
              <a:buSzPct val="70000"/>
              <a:buNone/>
            </a:pPr>
            <a:r>
              <a:rPr lang="en-US" altLang="zh-CN" sz="4000" b="0" dirty="0">
                <a:solidFill>
                  <a:srgbClr val="C00000"/>
                </a:solidFill>
                <a:latin typeface="隶书" panose="02010509060101010101" pitchFamily="49" charset="-122"/>
                <a:ea typeface="隶书" panose="02010509060101010101" pitchFamily="49" charset="-122"/>
              </a:rPr>
              <a:t>B</a:t>
            </a:r>
            <a:r>
              <a:rPr lang="zh-CN" altLang="en-US" sz="4000" b="0" dirty="0">
                <a:solidFill>
                  <a:srgbClr val="C00000"/>
                </a:solidFill>
                <a:latin typeface="隶书" panose="02010509060101010101" pitchFamily="49" charset="-122"/>
                <a:ea typeface="隶书" panose="02010509060101010101" pitchFamily="49" charset="-122"/>
              </a:rPr>
              <a:t>：</a:t>
            </a:r>
            <a:r>
              <a:rPr lang="zh-CN" altLang="zh-CN" sz="4000" dirty="0">
                <a:solidFill>
                  <a:srgbClr val="C00000"/>
                </a:solidFill>
                <a:latin typeface="隶书" panose="02010509060101010101" pitchFamily="49" charset="-122"/>
                <a:ea typeface="隶书" panose="02010509060101010101" pitchFamily="49" charset="-122"/>
              </a:rPr>
              <a:t>方式1 — 选通输入输出方式</a:t>
            </a:r>
            <a:endParaRPr lang="zh-CN" altLang="zh-CN" sz="4000" dirty="0">
              <a:solidFill>
                <a:srgbClr val="C00000"/>
              </a:solidFill>
              <a:latin typeface="隶书" panose="02010509060101010101" pitchFamily="49" charset="-122"/>
              <a:ea typeface="隶书" panose="02010509060101010101" pitchFamily="49" charset="-122"/>
            </a:endParaRPr>
          </a:p>
          <a:p>
            <a:pPr marL="0" lvl="0" indent="0">
              <a:lnSpc>
                <a:spcPct val="100000"/>
              </a:lnSpc>
              <a:spcBef>
                <a:spcPct val="35000"/>
              </a:spcBef>
              <a:spcAft>
                <a:spcPct val="0"/>
              </a:spcAft>
              <a:buClrTx/>
              <a:buSzTx/>
              <a:buNone/>
            </a:pPr>
            <a:r>
              <a:rPr lang="zh-CN" altLang="en-US" sz="2000" dirty="0">
                <a:solidFill>
                  <a:schemeClr val="tx1"/>
                </a:solidFill>
                <a:latin typeface="Arial" panose="020B0604020202020204" pitchFamily="34" charset="0"/>
                <a:ea typeface="宋体" panose="02010600030101010101" pitchFamily="2" charset="-122"/>
              </a:rPr>
              <a:t>        方式</a:t>
            </a:r>
            <a:r>
              <a:rPr lang="en-US" altLang="zh-CN" sz="2000" dirty="0">
                <a:solidFill>
                  <a:schemeClr val="tx1"/>
                </a:solidFill>
                <a:latin typeface="Arial" panose="020B0604020202020204" pitchFamily="34" charset="0"/>
                <a:ea typeface="宋体" panose="02010600030101010101" pitchFamily="2" charset="-122"/>
              </a:rPr>
              <a:t>1</a:t>
            </a:r>
            <a:r>
              <a:rPr lang="zh-CN" altLang="en-US" sz="2000" dirty="0">
                <a:solidFill>
                  <a:schemeClr val="tx1"/>
                </a:solidFill>
                <a:latin typeface="Arial" panose="020B0604020202020204" pitchFamily="34" charset="0"/>
                <a:ea typeface="宋体" panose="02010600030101010101" pitchFamily="2" charset="-122"/>
              </a:rPr>
              <a:t>端口</a:t>
            </a:r>
            <a:r>
              <a:rPr lang="en-US" altLang="zh-CN" sz="2000" dirty="0">
                <a:solidFill>
                  <a:schemeClr val="tx1"/>
                </a:solidFill>
                <a:latin typeface="Arial" panose="020B0604020202020204" pitchFamily="34" charset="0"/>
                <a:ea typeface="宋体" panose="02010600030101010101" pitchFamily="2" charset="-122"/>
              </a:rPr>
              <a:t>A</a:t>
            </a:r>
            <a:r>
              <a:rPr lang="zh-CN" altLang="en-US" sz="2000" dirty="0">
                <a:solidFill>
                  <a:schemeClr val="tx1"/>
                </a:solidFill>
                <a:latin typeface="Arial" panose="020B0604020202020204" pitchFamily="34" charset="0"/>
                <a:ea typeface="宋体" panose="02010600030101010101" pitchFamily="2" charset="-122"/>
              </a:rPr>
              <a:t>和</a:t>
            </a:r>
            <a:r>
              <a:rPr lang="en-US" altLang="zh-CN" sz="2000" dirty="0">
                <a:solidFill>
                  <a:schemeClr val="tx1"/>
                </a:solidFill>
                <a:latin typeface="Arial" panose="020B0604020202020204" pitchFamily="34" charset="0"/>
                <a:ea typeface="宋体" panose="02010600030101010101" pitchFamily="2" charset="-122"/>
              </a:rPr>
              <a:t>B</a:t>
            </a:r>
            <a:r>
              <a:rPr lang="zh-CN" altLang="en-US" sz="2000" dirty="0">
                <a:solidFill>
                  <a:schemeClr val="tx1"/>
                </a:solidFill>
                <a:latin typeface="Arial" panose="020B0604020202020204" pitchFamily="34" charset="0"/>
                <a:ea typeface="宋体" panose="02010600030101010101" pitchFamily="2" charset="-122"/>
              </a:rPr>
              <a:t>输入</a:t>
            </a:r>
            <a:r>
              <a:rPr lang="en-US" altLang="zh-CN" sz="2000" dirty="0">
                <a:solidFill>
                  <a:schemeClr val="tx1"/>
                </a:solidFill>
                <a:latin typeface="Arial" panose="020B0604020202020204" pitchFamily="34" charset="0"/>
                <a:ea typeface="宋体" panose="02010600030101010101" pitchFamily="2" charset="-122"/>
              </a:rPr>
              <a:t>/</a:t>
            </a:r>
            <a:r>
              <a:rPr lang="zh-CN" altLang="en-US" sz="2000" dirty="0">
                <a:solidFill>
                  <a:schemeClr val="tx1"/>
                </a:solidFill>
                <a:latin typeface="Arial" panose="020B0604020202020204" pitchFamily="34" charset="0"/>
                <a:ea typeface="宋体" panose="02010600030101010101" pitchFamily="2" charset="-122"/>
              </a:rPr>
              <a:t>输出数据时，必须利用端口</a:t>
            </a:r>
            <a:r>
              <a:rPr lang="en-US" altLang="zh-CN" sz="2000" dirty="0">
                <a:solidFill>
                  <a:schemeClr val="tx1"/>
                </a:solidFill>
                <a:latin typeface="Arial" panose="020B0604020202020204" pitchFamily="34" charset="0"/>
                <a:ea typeface="宋体" panose="02010600030101010101" pitchFamily="2" charset="-122"/>
              </a:rPr>
              <a:t>C</a:t>
            </a:r>
            <a:r>
              <a:rPr lang="zh-CN" altLang="en-US" sz="2000" dirty="0">
                <a:solidFill>
                  <a:schemeClr val="tx1"/>
                </a:solidFill>
                <a:latin typeface="Arial" panose="020B0604020202020204" pitchFamily="34" charset="0"/>
              </a:rPr>
              <a:t>提供联络信号（选通、应答信号）。</a:t>
            </a:r>
            <a:endParaRPr lang="zh-CN" altLang="en-US" sz="2000" dirty="0">
              <a:solidFill>
                <a:schemeClr val="tx1"/>
              </a:solidFill>
              <a:latin typeface="Arial" panose="020B0604020202020204" pitchFamily="34" charset="0"/>
            </a:endParaRPr>
          </a:p>
          <a:p>
            <a:pPr marL="0" lvl="0" indent="0">
              <a:lnSpc>
                <a:spcPct val="100000"/>
              </a:lnSpc>
              <a:spcBef>
                <a:spcPct val="35000"/>
              </a:spcBef>
              <a:spcAft>
                <a:spcPct val="0"/>
              </a:spcAft>
              <a:buClrTx/>
              <a:buSzTx/>
              <a:buNone/>
            </a:pPr>
            <a:r>
              <a:rPr lang="zh-CN" altLang="en-US" sz="2000" dirty="0">
                <a:solidFill>
                  <a:schemeClr val="tx1"/>
                </a:solidFill>
                <a:latin typeface="Arial" panose="020B0604020202020204" pitchFamily="34" charset="0"/>
              </a:rPr>
              <a:t>           </a:t>
            </a:r>
            <a:r>
              <a:rPr lang="zh-CN" altLang="en-US" sz="2000" dirty="0">
                <a:solidFill>
                  <a:srgbClr val="0070C0"/>
                </a:solidFill>
                <a:latin typeface="Arial" panose="020B0604020202020204" pitchFamily="34" charset="0"/>
              </a:rPr>
              <a:t>一般情况下，用中断传送数据方式（也可用查询方式）</a:t>
            </a:r>
            <a:endParaRPr lang="zh-CN" altLang="en-US" sz="2000" dirty="0">
              <a:solidFill>
                <a:srgbClr val="0070C0"/>
              </a:solidFill>
              <a:latin typeface="Arial" panose="020B0604020202020204" pitchFamily="34" charset="0"/>
            </a:endParaRPr>
          </a:p>
          <a:p>
            <a:pPr marL="0" lvl="0" indent="0">
              <a:lnSpc>
                <a:spcPct val="100000"/>
              </a:lnSpc>
              <a:spcBef>
                <a:spcPct val="35000"/>
              </a:spcBef>
              <a:spcAft>
                <a:spcPct val="0"/>
              </a:spcAft>
              <a:buClrTx/>
              <a:buSzTx/>
              <a:buNone/>
            </a:pPr>
            <a:r>
              <a:rPr lang="zh-CN" altLang="en-US" sz="2000" dirty="0">
                <a:solidFill>
                  <a:schemeClr val="tx1"/>
                </a:solidFill>
                <a:latin typeface="Arial" panose="020B0604020202020204" pitchFamily="34" charset="0"/>
              </a:rPr>
              <a:t>       这时：</a:t>
            </a:r>
            <a:endParaRPr lang="zh-CN" altLang="en-US" sz="2000" dirty="0">
              <a:solidFill>
                <a:schemeClr val="tx1"/>
              </a:solidFill>
              <a:latin typeface="Arial" panose="020B0604020202020204" pitchFamily="34" charset="0"/>
            </a:endParaRPr>
          </a:p>
          <a:p>
            <a:pPr marL="0" lvl="0" indent="0">
              <a:lnSpc>
                <a:spcPct val="100000"/>
              </a:lnSpc>
              <a:spcBef>
                <a:spcPct val="35000"/>
              </a:spcBef>
              <a:spcAft>
                <a:spcPct val="0"/>
              </a:spcAft>
              <a:buClrTx/>
              <a:buSzTx/>
              <a:buNone/>
            </a:pPr>
            <a:r>
              <a:rPr lang="zh-CN" altLang="en-US" sz="2000" dirty="0">
                <a:solidFill>
                  <a:schemeClr val="tx1"/>
                </a:solidFill>
                <a:latin typeface="Arial" panose="020B0604020202020204" pitchFamily="34" charset="0"/>
              </a:rPr>
              <a:t>           通道</a:t>
            </a:r>
            <a:r>
              <a:rPr lang="en-US" altLang="zh-CN" sz="2000" dirty="0">
                <a:solidFill>
                  <a:schemeClr val="tx1"/>
                </a:solidFill>
                <a:latin typeface="Arial" panose="020B0604020202020204" pitchFamily="34" charset="0"/>
              </a:rPr>
              <a:t>A</a:t>
            </a:r>
            <a:r>
              <a:rPr lang="zh-CN" altLang="en-US" sz="2000" dirty="0">
                <a:solidFill>
                  <a:schemeClr val="tx1"/>
                </a:solidFill>
                <a:latin typeface="Arial" panose="020B0604020202020204" pitchFamily="34" charset="0"/>
              </a:rPr>
              <a:t>：</a:t>
            </a:r>
            <a:r>
              <a:rPr lang="en-US" altLang="zh-CN" sz="2000" dirty="0">
                <a:solidFill>
                  <a:schemeClr val="tx1"/>
                </a:solidFill>
                <a:latin typeface="Arial" panose="020B0604020202020204" pitchFamily="34" charset="0"/>
              </a:rPr>
              <a:t>8</a:t>
            </a:r>
            <a:r>
              <a:rPr lang="zh-CN" altLang="en-US" sz="2000" dirty="0">
                <a:solidFill>
                  <a:schemeClr val="tx1"/>
                </a:solidFill>
                <a:latin typeface="Arial" panose="020B0604020202020204" pitchFamily="34" charset="0"/>
              </a:rPr>
              <a:t>位数据端口（</a:t>
            </a:r>
            <a:r>
              <a:rPr lang="en-US" altLang="zh-CN" sz="2000" dirty="0">
                <a:solidFill>
                  <a:schemeClr val="tx1"/>
                </a:solidFill>
                <a:latin typeface="Arial" panose="020B0604020202020204" pitchFamily="34" charset="0"/>
              </a:rPr>
              <a:t>A</a:t>
            </a:r>
            <a:r>
              <a:rPr lang="zh-CN" altLang="en-US" sz="2000" dirty="0">
                <a:solidFill>
                  <a:schemeClr val="tx1"/>
                </a:solidFill>
                <a:latin typeface="Arial" panose="020B0604020202020204" pitchFamily="34" charset="0"/>
              </a:rPr>
              <a:t>口），</a:t>
            </a:r>
            <a:r>
              <a:rPr lang="en-US" altLang="zh-CN" sz="2000" dirty="0">
                <a:solidFill>
                  <a:schemeClr val="tx1"/>
                </a:solidFill>
                <a:latin typeface="Arial" panose="020B0604020202020204" pitchFamily="34" charset="0"/>
              </a:rPr>
              <a:t>3</a:t>
            </a:r>
            <a:r>
              <a:rPr lang="zh-CN" altLang="en-US" sz="2000" dirty="0">
                <a:solidFill>
                  <a:schemeClr val="tx1"/>
                </a:solidFill>
                <a:latin typeface="Arial" panose="020B0604020202020204" pitchFamily="34" charset="0"/>
              </a:rPr>
              <a:t>位控制位（</a:t>
            </a:r>
            <a:r>
              <a:rPr lang="en-US" altLang="zh-CN" sz="2000" dirty="0">
                <a:solidFill>
                  <a:schemeClr val="tx1"/>
                </a:solidFill>
                <a:latin typeface="Arial" panose="020B0604020202020204" pitchFamily="34" charset="0"/>
              </a:rPr>
              <a:t>C</a:t>
            </a:r>
            <a:r>
              <a:rPr lang="zh-CN" altLang="en-US" sz="2000" dirty="0">
                <a:solidFill>
                  <a:schemeClr val="tx1"/>
                </a:solidFill>
                <a:latin typeface="Arial" panose="020B0604020202020204" pitchFamily="34" charset="0"/>
              </a:rPr>
              <a:t>口）。</a:t>
            </a:r>
            <a:endParaRPr lang="zh-CN" altLang="en-US" sz="2000" dirty="0">
              <a:solidFill>
                <a:schemeClr val="tx1"/>
              </a:solidFill>
              <a:latin typeface="Arial" panose="020B0604020202020204" pitchFamily="34" charset="0"/>
            </a:endParaRPr>
          </a:p>
          <a:p>
            <a:pPr marL="0" lvl="0" indent="0">
              <a:lnSpc>
                <a:spcPct val="100000"/>
              </a:lnSpc>
              <a:spcBef>
                <a:spcPct val="35000"/>
              </a:spcBef>
              <a:spcAft>
                <a:spcPct val="0"/>
              </a:spcAft>
              <a:buClrTx/>
              <a:buSzTx/>
              <a:buNone/>
            </a:pPr>
            <a:r>
              <a:rPr lang="zh-CN" altLang="en-US" sz="2000" dirty="0">
                <a:solidFill>
                  <a:schemeClr val="tx1"/>
                </a:solidFill>
                <a:latin typeface="Arial" panose="020B0604020202020204" pitchFamily="34" charset="0"/>
              </a:rPr>
              <a:t>           通道</a:t>
            </a:r>
            <a:r>
              <a:rPr lang="en-US" altLang="zh-CN" sz="2000" dirty="0">
                <a:solidFill>
                  <a:schemeClr val="tx1"/>
                </a:solidFill>
                <a:latin typeface="Arial" panose="020B0604020202020204" pitchFamily="34" charset="0"/>
              </a:rPr>
              <a:t>B</a:t>
            </a:r>
            <a:r>
              <a:rPr lang="zh-CN" altLang="en-US" sz="2000" dirty="0">
                <a:solidFill>
                  <a:schemeClr val="tx1"/>
                </a:solidFill>
                <a:latin typeface="Arial" panose="020B0604020202020204" pitchFamily="34" charset="0"/>
              </a:rPr>
              <a:t>：</a:t>
            </a:r>
            <a:r>
              <a:rPr lang="en-US" altLang="zh-CN" sz="2000" dirty="0">
                <a:solidFill>
                  <a:schemeClr val="tx1"/>
                </a:solidFill>
                <a:latin typeface="Arial" panose="020B0604020202020204" pitchFamily="34" charset="0"/>
              </a:rPr>
              <a:t>8</a:t>
            </a:r>
            <a:r>
              <a:rPr lang="zh-CN" altLang="en-US" sz="2000" dirty="0">
                <a:solidFill>
                  <a:schemeClr val="tx1"/>
                </a:solidFill>
                <a:latin typeface="Arial" panose="020B0604020202020204" pitchFamily="34" charset="0"/>
              </a:rPr>
              <a:t>位数据端口（</a:t>
            </a:r>
            <a:r>
              <a:rPr lang="en-US" altLang="zh-CN" sz="2000" dirty="0">
                <a:solidFill>
                  <a:schemeClr val="tx1"/>
                </a:solidFill>
                <a:latin typeface="Arial" panose="020B0604020202020204" pitchFamily="34" charset="0"/>
              </a:rPr>
              <a:t>B</a:t>
            </a:r>
            <a:r>
              <a:rPr lang="zh-CN" altLang="en-US" sz="2000" dirty="0">
                <a:solidFill>
                  <a:schemeClr val="tx1"/>
                </a:solidFill>
                <a:latin typeface="Arial" panose="020B0604020202020204" pitchFamily="34" charset="0"/>
              </a:rPr>
              <a:t>口），</a:t>
            </a:r>
            <a:r>
              <a:rPr lang="en-US" altLang="zh-CN" sz="2000" dirty="0">
                <a:solidFill>
                  <a:schemeClr val="tx1"/>
                </a:solidFill>
                <a:latin typeface="Arial" panose="020B0604020202020204" pitchFamily="34" charset="0"/>
              </a:rPr>
              <a:t>3</a:t>
            </a:r>
            <a:r>
              <a:rPr lang="zh-CN" altLang="en-US" sz="2000" dirty="0">
                <a:solidFill>
                  <a:schemeClr val="tx1"/>
                </a:solidFill>
                <a:latin typeface="Arial" panose="020B0604020202020204" pitchFamily="34" charset="0"/>
              </a:rPr>
              <a:t>位控制位（</a:t>
            </a:r>
            <a:r>
              <a:rPr lang="en-US" altLang="zh-CN" sz="2000" dirty="0">
                <a:solidFill>
                  <a:schemeClr val="tx1"/>
                </a:solidFill>
                <a:latin typeface="Arial" panose="020B0604020202020204" pitchFamily="34" charset="0"/>
              </a:rPr>
              <a:t>C</a:t>
            </a:r>
            <a:r>
              <a:rPr lang="zh-CN" altLang="en-US" sz="2000" dirty="0">
                <a:solidFill>
                  <a:schemeClr val="tx1"/>
                </a:solidFill>
                <a:latin typeface="Arial" panose="020B0604020202020204" pitchFamily="34" charset="0"/>
              </a:rPr>
              <a:t>口） 。</a:t>
            </a:r>
            <a:endParaRPr lang="zh-CN" altLang="en-US" sz="2000" dirty="0">
              <a:solidFill>
                <a:schemeClr val="tx1"/>
              </a:solidFill>
              <a:latin typeface="Arial" panose="020B0604020202020204" pitchFamily="34" charset="0"/>
            </a:endParaRPr>
          </a:p>
          <a:p>
            <a:pPr marL="0" lvl="0" indent="0">
              <a:lnSpc>
                <a:spcPct val="100000"/>
              </a:lnSpc>
              <a:spcBef>
                <a:spcPct val="35000"/>
              </a:spcBef>
              <a:spcAft>
                <a:spcPct val="0"/>
              </a:spcAft>
              <a:buClrTx/>
              <a:buSzTx/>
              <a:buNone/>
            </a:pPr>
            <a:r>
              <a:rPr lang="zh-CN" altLang="en-US" sz="2000" dirty="0">
                <a:solidFill>
                  <a:schemeClr val="tx1"/>
                </a:solidFill>
                <a:latin typeface="Arial" panose="020B0604020202020204" pitchFamily="34" charset="0"/>
              </a:rPr>
              <a:t>           </a:t>
            </a:r>
            <a:r>
              <a:rPr lang="zh-CN" altLang="en-US" sz="2000" dirty="0">
                <a:solidFill>
                  <a:srgbClr val="0070C0"/>
                </a:solidFill>
                <a:latin typeface="Arial" panose="020B0604020202020204" pitchFamily="34" charset="0"/>
              </a:rPr>
              <a:t>这种配合固定，不可以用程序修改。</a:t>
            </a:r>
            <a:endParaRPr lang="zh-CN" altLang="en-US" sz="2000" dirty="0">
              <a:solidFill>
                <a:srgbClr val="0070C0"/>
              </a:solidFill>
              <a:latin typeface="Arial" panose="020B0604020202020204" pitchFamily="34" charset="0"/>
            </a:endParaRPr>
          </a:p>
          <a:p>
            <a:pPr marL="0" lvl="0" indent="0">
              <a:lnSpc>
                <a:spcPct val="100000"/>
              </a:lnSpc>
              <a:spcBef>
                <a:spcPct val="35000"/>
              </a:spcBef>
              <a:spcAft>
                <a:spcPct val="0"/>
              </a:spcAft>
              <a:buClr>
                <a:schemeClr val="accent2"/>
              </a:buClr>
              <a:buSzPct val="70000"/>
              <a:buFont typeface="Wingdings" panose="05000000000000000000" pitchFamily="2" charset="2"/>
              <a:buChar char="u"/>
            </a:pPr>
            <a:r>
              <a:rPr lang="zh-CN" altLang="en-US" sz="2000" b="0" dirty="0">
                <a:solidFill>
                  <a:schemeClr val="tx1"/>
                </a:solidFill>
                <a:latin typeface="Arial" panose="020B0604020202020204" pitchFamily="34" charset="0"/>
              </a:rPr>
              <a:t> </a:t>
            </a:r>
            <a:r>
              <a:rPr lang="zh-CN" altLang="en-US" sz="2000" dirty="0">
                <a:solidFill>
                  <a:srgbClr val="FF0000"/>
                </a:solidFill>
                <a:latin typeface="Arial" panose="020B0604020202020204" pitchFamily="34" charset="0"/>
              </a:rPr>
              <a:t>特点：</a:t>
            </a:r>
            <a:endParaRPr lang="zh-CN" altLang="en-US" sz="2000" dirty="0">
              <a:solidFill>
                <a:srgbClr val="FF0000"/>
              </a:solidFill>
              <a:latin typeface="Arial" panose="020B0604020202020204" pitchFamily="34" charset="0"/>
            </a:endParaRPr>
          </a:p>
          <a:p>
            <a:pPr marL="0" lvl="0" algn="l">
              <a:lnSpc>
                <a:spcPct val="100000"/>
              </a:lnSpc>
              <a:spcBef>
                <a:spcPct val="35000"/>
              </a:spcBef>
              <a:buClrTx/>
              <a:buSzTx/>
              <a:buNone/>
            </a:pPr>
            <a:r>
              <a:rPr lang="zh-CN" altLang="en-US" sz="2000" b="0" dirty="0">
                <a:solidFill>
                  <a:srgbClr val="FF0000"/>
                </a:solidFill>
                <a:latin typeface="Arial" panose="020B0604020202020204" pitchFamily="34" charset="0"/>
              </a:rPr>
              <a:t>      </a:t>
            </a:r>
            <a:r>
              <a:rPr lang="zh-CN" altLang="en-US" sz="2000" dirty="0">
                <a:solidFill>
                  <a:srgbClr val="FF0000"/>
                </a:solidFill>
                <a:latin typeface="宋体" panose="02010600030101010101" pitchFamily="2" charset="-122"/>
              </a:rPr>
              <a:t>① 端口A、B既可做输入又可做输出，数据输入输出都被锁存。</a:t>
            </a:r>
            <a:endParaRPr lang="zh-CN" altLang="en-US" sz="2000" dirty="0">
              <a:solidFill>
                <a:srgbClr val="FF0000"/>
              </a:solidFill>
              <a:latin typeface="宋体" panose="02010600030101010101" pitchFamily="2" charset="-122"/>
            </a:endParaRPr>
          </a:p>
          <a:p>
            <a:pPr marL="0" lvl="0" algn="l">
              <a:lnSpc>
                <a:spcPct val="100000"/>
              </a:lnSpc>
              <a:spcBef>
                <a:spcPct val="35000"/>
              </a:spcBef>
              <a:buClrTx/>
              <a:buSzTx/>
              <a:buNone/>
            </a:pPr>
            <a:r>
              <a:rPr lang="zh-CN" altLang="en-US" sz="2000" dirty="0">
                <a:solidFill>
                  <a:srgbClr val="FF0000"/>
                </a:solidFill>
                <a:latin typeface="宋体" panose="02010600030101010101" pitchFamily="2" charset="-122"/>
              </a:rPr>
              <a:t>   ② 端口C引脚分别作为控制、状态和中断申请信号等。</a:t>
            </a:r>
            <a:endParaRPr lang="zh-CN" altLang="en-US" sz="2000" dirty="0">
              <a:solidFill>
                <a:srgbClr val="FF0000"/>
              </a:solidFill>
              <a:latin typeface="宋体" panose="02010600030101010101" pitchFamily="2" charset="-122"/>
            </a:endParaRPr>
          </a:p>
          <a:p>
            <a:pPr marL="0" lvl="0" algn="l">
              <a:lnSpc>
                <a:spcPct val="100000"/>
              </a:lnSpc>
              <a:spcBef>
                <a:spcPct val="35000"/>
              </a:spcBef>
              <a:buClrTx/>
              <a:buSzTx/>
              <a:buNone/>
            </a:pPr>
            <a:r>
              <a:rPr lang="zh-CN" altLang="en-US" sz="2000" dirty="0">
                <a:solidFill>
                  <a:srgbClr val="FF0000"/>
                </a:solidFill>
                <a:latin typeface="宋体" panose="02010600030101010101" pitchFamily="2" charset="-122"/>
              </a:rPr>
              <a:t>   ③ 若只有一个端口工作在方式1，则余下13位可工作在方式</a:t>
            </a:r>
            <a:r>
              <a:rPr lang="zh-CN" altLang="en-US" sz="2000" dirty="0">
                <a:solidFill>
                  <a:srgbClr val="FF0000"/>
                </a:solidFill>
                <a:latin typeface="宋体" panose="02010600030101010101" pitchFamily="2" charset="-122"/>
              </a:rPr>
              <a:t>0。</a:t>
            </a:r>
            <a:endParaRPr lang="zh-CN" altLang="en-US" sz="2000" dirty="0">
              <a:solidFill>
                <a:srgbClr val="FF0000"/>
              </a:solidFill>
              <a:latin typeface="宋体" panose="02010600030101010101" pitchFamily="2" charset="-122"/>
            </a:endParaRPr>
          </a:p>
          <a:p>
            <a:pPr marL="0" lvl="0" algn="l">
              <a:lnSpc>
                <a:spcPct val="100000"/>
              </a:lnSpc>
              <a:spcBef>
                <a:spcPct val="35000"/>
              </a:spcBef>
              <a:buClrTx/>
              <a:buSzTx/>
              <a:buNone/>
            </a:pPr>
            <a:r>
              <a:rPr lang="zh-CN" altLang="en-US" sz="2000" dirty="0">
                <a:solidFill>
                  <a:srgbClr val="FF0000"/>
                </a:solidFill>
                <a:latin typeface="宋体" panose="02010600030101010101" pitchFamily="2" charset="-122"/>
              </a:rPr>
              <a:t>      若两个端口都工作在方式1，则余下</a:t>
            </a:r>
            <a:r>
              <a:rPr lang="zh-CN" altLang="en-US" sz="2000" dirty="0">
                <a:solidFill>
                  <a:srgbClr val="FF0000"/>
                </a:solidFill>
                <a:latin typeface="宋体" panose="02010600030101010101" pitchFamily="2" charset="-122"/>
              </a:rPr>
              <a:t>2位可由程序指定为输入或输出</a:t>
            </a:r>
            <a:r>
              <a:rPr lang="zh-CN" altLang="en-US" sz="2000" dirty="0">
                <a:solidFill>
                  <a:srgbClr val="FFFF00"/>
                </a:solidFill>
                <a:latin typeface="宋体" panose="02010600030101010101" pitchFamily="2" charset="-122"/>
              </a:rPr>
              <a:t>。</a:t>
            </a:r>
            <a:endParaRPr lang="zh-CN" altLang="en-US" sz="2000" dirty="0">
              <a:solidFill>
                <a:srgbClr val="FFFF00"/>
              </a:solidFill>
              <a:latin typeface="宋体" panose="02010600030101010101" pitchFamily="2" charset="-122"/>
            </a:endParaRPr>
          </a:p>
          <a:p>
            <a:pPr marL="0" lvl="0" indent="0">
              <a:lnSpc>
                <a:spcPct val="100000"/>
              </a:lnSpc>
              <a:spcBef>
                <a:spcPct val="35000"/>
              </a:spcBef>
              <a:spcAft>
                <a:spcPct val="0"/>
              </a:spcAft>
              <a:buClrTx/>
              <a:buSzTx/>
              <a:buNone/>
            </a:pPr>
            <a:r>
              <a:rPr lang="zh-CN" altLang="en-US" sz="2400" dirty="0">
                <a:solidFill>
                  <a:schemeClr val="tx1"/>
                </a:solidFill>
                <a:latin typeface="宋体" panose="02010600030101010101" pitchFamily="2" charset="-122"/>
              </a:rPr>
              <a:t>端口</a:t>
            </a:r>
            <a:r>
              <a:rPr lang="en-US" altLang="zh-CN" sz="2400" dirty="0">
                <a:solidFill>
                  <a:schemeClr val="tx1"/>
                </a:solidFill>
                <a:latin typeface="宋体" panose="02010600030101010101" pitchFamily="2" charset="-122"/>
              </a:rPr>
              <a:t>A</a:t>
            </a:r>
            <a:r>
              <a:rPr lang="zh-CN" altLang="en-US" sz="2400" dirty="0">
                <a:solidFill>
                  <a:schemeClr val="tx1"/>
                </a:solidFill>
                <a:latin typeface="宋体" panose="02010600030101010101" pitchFamily="2" charset="-122"/>
              </a:rPr>
              <a:t>、</a:t>
            </a:r>
            <a:r>
              <a:rPr lang="en-US" altLang="zh-CN" sz="2400" dirty="0">
                <a:solidFill>
                  <a:schemeClr val="tx1"/>
                </a:solidFill>
                <a:latin typeface="宋体" panose="02010600030101010101" pitchFamily="2" charset="-122"/>
              </a:rPr>
              <a:t>B</a:t>
            </a:r>
            <a:r>
              <a:rPr lang="zh-CN" altLang="en-US" sz="2400" dirty="0">
                <a:solidFill>
                  <a:schemeClr val="tx1"/>
                </a:solidFill>
                <a:latin typeface="宋体" panose="02010600030101010101" pitchFamily="2" charset="-122"/>
              </a:rPr>
              <a:t>工作于方式</a:t>
            </a:r>
            <a:r>
              <a:rPr lang="en-US" altLang="zh-CN" sz="2400" dirty="0">
                <a:solidFill>
                  <a:schemeClr val="tx1"/>
                </a:solidFill>
                <a:latin typeface="宋体" panose="02010600030101010101" pitchFamily="2" charset="-122"/>
              </a:rPr>
              <a:t>1</a:t>
            </a:r>
            <a:r>
              <a:rPr lang="zh-CN" altLang="en-US" sz="2400" dirty="0">
                <a:solidFill>
                  <a:schemeClr val="tx1"/>
                </a:solidFill>
                <a:latin typeface="宋体" panose="02010600030101010101" pitchFamily="2" charset="-122"/>
              </a:rPr>
              <a:t>的输入或输出时，端口</a:t>
            </a:r>
            <a:r>
              <a:rPr lang="en-US" altLang="zh-CN" sz="2400" dirty="0">
                <a:solidFill>
                  <a:schemeClr val="tx1"/>
                </a:solidFill>
                <a:latin typeface="宋体" panose="02010600030101010101" pitchFamily="2" charset="-122"/>
              </a:rPr>
              <a:t>C</a:t>
            </a:r>
            <a:r>
              <a:rPr lang="zh-CN" altLang="en-US" sz="2400" dirty="0">
                <a:solidFill>
                  <a:schemeClr val="tx1"/>
                </a:solidFill>
                <a:latin typeface="宋体" panose="02010600030101010101" pitchFamily="2" charset="-122"/>
              </a:rPr>
              <a:t>联络信号的引脚和意义都不同，故以下分开讨论</a:t>
            </a:r>
            <a:r>
              <a:rPr lang="zh-CN" altLang="en-US" sz="2400" b="0" dirty="0">
                <a:solidFill>
                  <a:schemeClr val="tx1"/>
                </a:solidFill>
                <a:latin typeface="宋体" panose="02010600030101010101" pitchFamily="2" charset="-122"/>
              </a:rPr>
              <a:t>。</a:t>
            </a:r>
            <a:endParaRPr lang="zh-CN" altLang="en-US" sz="2400" b="0" dirty="0">
              <a:solidFill>
                <a:schemeClr val="tx1"/>
              </a:solidFill>
              <a:latin typeface="宋体" panose="02010600030101010101" pitchFamily="2" charset="-122"/>
            </a:endParaRPr>
          </a:p>
        </p:txBody>
      </p:sp>
      <p:cxnSp>
        <p:nvCxnSpPr>
          <p:cNvPr id="169987" name="直接连接符 2"/>
          <p:cNvCxnSpPr/>
          <p:nvPr/>
        </p:nvCxnSpPr>
        <p:spPr>
          <a:xfrm flipV="1">
            <a:off x="231775" y="692150"/>
            <a:ext cx="8280400" cy="73025"/>
          </a:xfrm>
          <a:prstGeom prst="line">
            <a:avLst/>
          </a:prstGeom>
          <a:ln w="28575" cap="flat" cmpd="sng">
            <a:solidFill>
              <a:schemeClr val="tx1"/>
            </a:solidFill>
            <a:prstDash val="solid"/>
            <a:headEnd type="none" w="med" len="med"/>
            <a:tailEnd type="none" w="med" len="med"/>
          </a:ln>
        </p:spPr>
      </p:cxnSp>
    </p:spTree>
  </p:cSld>
  <p:clrMapOvr>
    <a:masterClrMapping/>
  </p:clrMapOvr>
  <p:transition>
    <p:checker dir="vert"/>
  </p:transition>
</p:sld>
</file>

<file path=ppt/slides/slide1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grpSp>
        <p:nvGrpSpPr>
          <p:cNvPr id="266242" name="Group 2"/>
          <p:cNvGrpSpPr/>
          <p:nvPr/>
        </p:nvGrpSpPr>
        <p:grpSpPr>
          <a:xfrm>
            <a:off x="179388" y="2420938"/>
            <a:ext cx="8915400" cy="4089400"/>
            <a:chOff x="144" y="1360"/>
            <a:chExt cx="5616" cy="2576"/>
          </a:xfrm>
        </p:grpSpPr>
        <p:sp>
          <p:nvSpPr>
            <p:cNvPr id="172039" name="Freeform 3"/>
            <p:cNvSpPr/>
            <p:nvPr/>
          </p:nvSpPr>
          <p:spPr>
            <a:xfrm>
              <a:off x="2990" y="1545"/>
              <a:ext cx="1" cy="2277"/>
            </a:xfrm>
            <a:custGeom>
              <a:avLst/>
              <a:gdLst/>
              <a:ahLst/>
              <a:cxnLst>
                <a:cxn ang="0">
                  <a:pos x="0" y="0"/>
                </a:cxn>
                <a:cxn ang="0">
                  <a:pos x="1" y="2277"/>
                </a:cxn>
              </a:cxnLst>
              <a:pathLst>
                <a:path w="1" h="2277">
                  <a:moveTo>
                    <a:pt x="0" y="0"/>
                  </a:moveTo>
                  <a:lnTo>
                    <a:pt x="1" y="2277"/>
                  </a:lnTo>
                </a:path>
              </a:pathLst>
            </a:custGeom>
            <a:noFill/>
            <a:ln w="38100" cap="flat" cmpd="sng">
              <a:solidFill>
                <a:srgbClr val="000000">
                  <a:alpha val="100000"/>
                </a:srgbClr>
              </a:solidFill>
              <a:prstDash val="solid"/>
              <a:round/>
              <a:headEnd type="none" w="med" len="med"/>
              <a:tailEnd type="none" w="med" len="med"/>
            </a:ln>
          </p:spPr>
          <p:txBody>
            <a:bodyPr/>
            <a:p>
              <a:endParaRPr lang="zh-CN" altLang="en-US"/>
            </a:p>
          </p:txBody>
        </p:sp>
        <p:grpSp>
          <p:nvGrpSpPr>
            <p:cNvPr id="172040" name="Group 4"/>
            <p:cNvGrpSpPr/>
            <p:nvPr/>
          </p:nvGrpSpPr>
          <p:grpSpPr>
            <a:xfrm>
              <a:off x="336" y="1360"/>
              <a:ext cx="5128" cy="512"/>
              <a:chOff x="336" y="720"/>
              <a:chExt cx="5128" cy="512"/>
            </a:xfrm>
          </p:grpSpPr>
          <p:grpSp>
            <p:nvGrpSpPr>
              <p:cNvPr id="172102" name="Group 5"/>
              <p:cNvGrpSpPr/>
              <p:nvPr/>
            </p:nvGrpSpPr>
            <p:grpSpPr>
              <a:xfrm>
                <a:off x="420" y="952"/>
                <a:ext cx="1692" cy="248"/>
                <a:chOff x="722" y="1037"/>
                <a:chExt cx="4230" cy="620"/>
              </a:xfrm>
            </p:grpSpPr>
            <p:sp>
              <p:nvSpPr>
                <p:cNvPr id="172114" name="Text Box 6"/>
                <p:cNvSpPr txBox="1"/>
                <p:nvPr/>
              </p:nvSpPr>
              <p:spPr>
                <a:xfrm>
                  <a:off x="722"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1</a:t>
                  </a:r>
                  <a:endParaRPr lang="en-US" altLang="zh-CN" sz="2200" dirty="0">
                    <a:solidFill>
                      <a:schemeClr val="tx1"/>
                    </a:solidFill>
                    <a:latin typeface="Arial" panose="020B0604020202020204" pitchFamily="34" charset="0"/>
                  </a:endParaRPr>
                </a:p>
              </p:txBody>
            </p:sp>
            <p:sp>
              <p:nvSpPr>
                <p:cNvPr id="172115" name="Text Box 7"/>
                <p:cNvSpPr txBox="1"/>
                <p:nvPr/>
              </p:nvSpPr>
              <p:spPr>
                <a:xfrm>
                  <a:off x="1254" y="1037"/>
                  <a:ext cx="531"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3300"/>
                      </a:solidFill>
                      <a:latin typeface="Arial" panose="020B0604020202020204" pitchFamily="34" charset="0"/>
                    </a:rPr>
                    <a:t>0</a:t>
                  </a:r>
                  <a:endParaRPr lang="en-US" altLang="zh-CN" sz="2200" dirty="0">
                    <a:solidFill>
                      <a:srgbClr val="0000FF"/>
                    </a:solidFill>
                    <a:latin typeface="Arial" panose="020B0604020202020204" pitchFamily="34" charset="0"/>
                  </a:endParaRPr>
                </a:p>
              </p:txBody>
            </p:sp>
            <p:sp>
              <p:nvSpPr>
                <p:cNvPr id="172116" name="Text Box 8"/>
                <p:cNvSpPr txBox="1"/>
                <p:nvPr/>
              </p:nvSpPr>
              <p:spPr>
                <a:xfrm>
                  <a:off x="1777"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3300"/>
                      </a:solidFill>
                      <a:latin typeface="Arial" panose="020B0604020202020204" pitchFamily="34" charset="0"/>
                    </a:rPr>
                    <a:t>1</a:t>
                  </a:r>
                  <a:endParaRPr lang="en-US" altLang="zh-CN" sz="2200" dirty="0">
                    <a:solidFill>
                      <a:srgbClr val="0000FF"/>
                    </a:solidFill>
                    <a:latin typeface="Arial" panose="020B0604020202020204" pitchFamily="34" charset="0"/>
                  </a:endParaRPr>
                </a:p>
              </p:txBody>
            </p:sp>
            <p:sp>
              <p:nvSpPr>
                <p:cNvPr id="172117" name="Text Box 9"/>
                <p:cNvSpPr txBox="1"/>
                <p:nvPr/>
              </p:nvSpPr>
              <p:spPr>
                <a:xfrm>
                  <a:off x="2311" y="1037"/>
                  <a:ext cx="531"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1</a:t>
                  </a:r>
                  <a:endParaRPr lang="en-US" altLang="zh-CN" sz="2200" dirty="0">
                    <a:solidFill>
                      <a:schemeClr val="tx1"/>
                    </a:solidFill>
                    <a:latin typeface="Arial" panose="020B0604020202020204" pitchFamily="34" charset="0"/>
                  </a:endParaRPr>
                </a:p>
              </p:txBody>
            </p:sp>
            <p:sp>
              <p:nvSpPr>
                <p:cNvPr id="172118" name="Text Box 10"/>
                <p:cNvSpPr txBox="1"/>
                <p:nvPr/>
              </p:nvSpPr>
              <p:spPr>
                <a:xfrm>
                  <a:off x="2837"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2119" name="Text Box 11"/>
                <p:cNvSpPr txBox="1"/>
                <p:nvPr/>
              </p:nvSpPr>
              <p:spPr>
                <a:xfrm>
                  <a:off x="3364"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2120" name="Text Box 12"/>
                <p:cNvSpPr txBox="1"/>
                <p:nvPr/>
              </p:nvSpPr>
              <p:spPr>
                <a:xfrm>
                  <a:off x="3896" y="1037"/>
                  <a:ext cx="531"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2121" name="Text Box 13"/>
                <p:cNvSpPr txBox="1"/>
                <p:nvPr/>
              </p:nvSpPr>
              <p:spPr>
                <a:xfrm>
                  <a:off x="4422"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grpSp>
          <p:sp>
            <p:nvSpPr>
              <p:cNvPr id="172103" name="Text Box 14"/>
              <p:cNvSpPr txBox="1"/>
              <p:nvPr/>
            </p:nvSpPr>
            <p:spPr>
              <a:xfrm>
                <a:off x="336" y="720"/>
                <a:ext cx="1856"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latin typeface="宋体" panose="02010600030101010101" pitchFamily="2" charset="-122"/>
                  </a:rPr>
                  <a:t>A</a:t>
                </a:r>
                <a:r>
                  <a:rPr lang="zh-CN" altLang="en-US" sz="2200" dirty="0">
                    <a:latin typeface="宋体" panose="02010600030101010101" pitchFamily="2" charset="-122"/>
                  </a:rPr>
                  <a:t>口方式</a:t>
                </a:r>
                <a:r>
                  <a:rPr lang="en-US" altLang="zh-CN" sz="2200" dirty="0">
                    <a:latin typeface="宋体" panose="02010600030101010101" pitchFamily="2" charset="-122"/>
                  </a:rPr>
                  <a:t>1</a:t>
                </a:r>
                <a:r>
                  <a:rPr lang="zh-CN" altLang="en-US" sz="2200" dirty="0">
                    <a:latin typeface="宋体" panose="02010600030101010101" pitchFamily="2" charset="-122"/>
                  </a:rPr>
                  <a:t>输入控制字</a:t>
                </a:r>
                <a:endParaRPr lang="zh-CN" altLang="en-US" sz="2200" dirty="0">
                  <a:latin typeface="宋体" panose="02010600030101010101" pitchFamily="2" charset="-122"/>
                </a:endParaRPr>
              </a:p>
            </p:txBody>
          </p:sp>
          <p:grpSp>
            <p:nvGrpSpPr>
              <p:cNvPr id="172104" name="Group 15"/>
              <p:cNvGrpSpPr/>
              <p:nvPr/>
            </p:nvGrpSpPr>
            <p:grpSpPr>
              <a:xfrm>
                <a:off x="3692" y="984"/>
                <a:ext cx="1692" cy="248"/>
                <a:chOff x="722" y="1197"/>
                <a:chExt cx="4230" cy="540"/>
              </a:xfrm>
            </p:grpSpPr>
            <p:sp>
              <p:nvSpPr>
                <p:cNvPr id="172106" name="Text Box 16"/>
                <p:cNvSpPr txBox="1"/>
                <p:nvPr/>
              </p:nvSpPr>
              <p:spPr>
                <a:xfrm>
                  <a:off x="722"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1</a:t>
                  </a:r>
                  <a:endParaRPr lang="en-US" altLang="zh-CN" sz="2200" dirty="0">
                    <a:solidFill>
                      <a:schemeClr val="tx1"/>
                    </a:solidFill>
                    <a:latin typeface="Arial" panose="020B0604020202020204" pitchFamily="34" charset="0"/>
                  </a:endParaRPr>
                </a:p>
              </p:txBody>
            </p:sp>
            <p:sp>
              <p:nvSpPr>
                <p:cNvPr id="172107" name="Text Box 17"/>
                <p:cNvSpPr txBox="1"/>
                <p:nvPr/>
              </p:nvSpPr>
              <p:spPr>
                <a:xfrm>
                  <a:off x="1254" y="1197"/>
                  <a:ext cx="531"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2108" name="Text Box 18"/>
                <p:cNvSpPr txBox="1"/>
                <p:nvPr/>
              </p:nvSpPr>
              <p:spPr>
                <a:xfrm>
                  <a:off x="1777"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2109" name="Text Box 19"/>
                <p:cNvSpPr txBox="1"/>
                <p:nvPr/>
              </p:nvSpPr>
              <p:spPr>
                <a:xfrm>
                  <a:off x="2311" y="1197"/>
                  <a:ext cx="531"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2110" name="Text Box 20"/>
                <p:cNvSpPr txBox="1"/>
                <p:nvPr/>
              </p:nvSpPr>
              <p:spPr>
                <a:xfrm>
                  <a:off x="2837"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2111" name="Text Box 21"/>
                <p:cNvSpPr txBox="1"/>
                <p:nvPr/>
              </p:nvSpPr>
              <p:spPr>
                <a:xfrm>
                  <a:off x="3364"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3300"/>
                      </a:solidFill>
                      <a:latin typeface="Arial" panose="020B0604020202020204" pitchFamily="34" charset="0"/>
                    </a:rPr>
                    <a:t>1</a:t>
                  </a:r>
                  <a:endParaRPr lang="en-US" altLang="zh-CN" sz="2200" dirty="0">
                    <a:solidFill>
                      <a:srgbClr val="0000FF"/>
                    </a:solidFill>
                    <a:latin typeface="Arial" panose="020B0604020202020204" pitchFamily="34" charset="0"/>
                  </a:endParaRPr>
                </a:p>
              </p:txBody>
            </p:sp>
            <p:sp>
              <p:nvSpPr>
                <p:cNvPr id="172112" name="Text Box 22"/>
                <p:cNvSpPr txBox="1"/>
                <p:nvPr/>
              </p:nvSpPr>
              <p:spPr>
                <a:xfrm>
                  <a:off x="3896" y="1197"/>
                  <a:ext cx="531"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1</a:t>
                  </a:r>
                  <a:endParaRPr lang="en-US" altLang="zh-CN" sz="2200" dirty="0">
                    <a:solidFill>
                      <a:schemeClr val="tx1"/>
                    </a:solidFill>
                    <a:latin typeface="Arial" panose="020B0604020202020204" pitchFamily="34" charset="0"/>
                  </a:endParaRPr>
                </a:p>
              </p:txBody>
            </p:sp>
            <p:sp>
              <p:nvSpPr>
                <p:cNvPr id="172113" name="Text Box 23"/>
                <p:cNvSpPr txBox="1"/>
                <p:nvPr/>
              </p:nvSpPr>
              <p:spPr>
                <a:xfrm>
                  <a:off x="4422"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grpSp>
          <p:sp>
            <p:nvSpPr>
              <p:cNvPr id="172105" name="Text Box 24"/>
              <p:cNvSpPr txBox="1"/>
              <p:nvPr/>
            </p:nvSpPr>
            <p:spPr>
              <a:xfrm>
                <a:off x="3608" y="752"/>
                <a:ext cx="1856"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latin typeface="宋体" panose="02010600030101010101" pitchFamily="2" charset="-122"/>
                  </a:rPr>
                  <a:t>B</a:t>
                </a:r>
                <a:r>
                  <a:rPr lang="zh-CN" altLang="en-US" sz="2200" dirty="0">
                    <a:latin typeface="宋体" panose="02010600030101010101" pitchFamily="2" charset="-122"/>
                  </a:rPr>
                  <a:t>口方式</a:t>
                </a:r>
                <a:r>
                  <a:rPr lang="en-US" altLang="zh-CN" sz="2200" dirty="0">
                    <a:latin typeface="宋体" panose="02010600030101010101" pitchFamily="2" charset="-122"/>
                  </a:rPr>
                  <a:t>1</a:t>
                </a:r>
                <a:r>
                  <a:rPr lang="zh-CN" altLang="en-US" sz="2200" dirty="0">
                    <a:latin typeface="宋体" panose="02010600030101010101" pitchFamily="2" charset="-122"/>
                  </a:rPr>
                  <a:t>输入控制字</a:t>
                </a:r>
                <a:endParaRPr lang="zh-CN" altLang="en-US" sz="2200" dirty="0">
                  <a:latin typeface="宋体" panose="02010600030101010101" pitchFamily="2" charset="-122"/>
                </a:endParaRPr>
              </a:p>
            </p:txBody>
          </p:sp>
        </p:grpSp>
        <p:grpSp>
          <p:nvGrpSpPr>
            <p:cNvPr id="172041" name="Group 25"/>
            <p:cNvGrpSpPr/>
            <p:nvPr/>
          </p:nvGrpSpPr>
          <p:grpSpPr>
            <a:xfrm>
              <a:off x="144" y="1872"/>
              <a:ext cx="2328" cy="1737"/>
              <a:chOff x="144" y="1504"/>
              <a:chExt cx="2328" cy="2105"/>
            </a:xfrm>
          </p:grpSpPr>
          <p:sp>
            <p:nvSpPr>
              <p:cNvPr id="172073" name="Text Box 26"/>
              <p:cNvSpPr txBox="1"/>
              <p:nvPr/>
            </p:nvSpPr>
            <p:spPr>
              <a:xfrm>
                <a:off x="744" y="1545"/>
                <a:ext cx="912" cy="2064"/>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chemeClr val="bg2"/>
                  </a:solidFill>
                  <a:latin typeface="Arial" panose="020B0604020202020204" pitchFamily="34" charset="0"/>
                </a:endParaRPr>
              </a:p>
            </p:txBody>
          </p:sp>
          <p:sp>
            <p:nvSpPr>
              <p:cNvPr id="161834" name="Text Box 27"/>
              <p:cNvSpPr txBox="1">
                <a:spLocks noChangeArrowheads="1"/>
              </p:cNvSpPr>
              <p:nvPr/>
            </p:nvSpPr>
            <p:spPr bwMode="auto">
              <a:xfrm>
                <a:off x="912" y="1632"/>
                <a:ext cx="720" cy="256"/>
              </a:xfrm>
              <a:prstGeom prst="rect">
                <a:avLst/>
              </a:prstGeom>
              <a:solidFill>
                <a:srgbClr val="CCCCFF"/>
              </a:solidFill>
              <a:ln w="25400">
                <a:solidFill>
                  <a:srgbClr val="000000"/>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lstStyle>
                <a:lvl1pPr>
                  <a:lnSpc>
                    <a:spcPct val="110000"/>
                  </a:lnSpc>
                  <a:spcBef>
                    <a:spcPct val="20000"/>
                  </a:spcBef>
                  <a:spcAft>
                    <a:spcPct val="5000"/>
                  </a:spcAft>
                  <a:buClr>
                    <a:schemeClr val="folHlink"/>
                  </a:buClr>
                  <a:buSzPct val="60000"/>
                  <a:buFont typeface="Wingdings" panose="05000000000000000000" pitchFamily="2" charset="2"/>
                  <a:buChar char="n"/>
                  <a:defRPr sz="2800" b="1">
                    <a:solidFill>
                      <a:schemeClr val="tx2"/>
                    </a:solidFill>
                    <a:latin typeface="Tahoma" panose="020B0604030504040204" pitchFamily="34" charset="0"/>
                    <a:ea typeface="楷体_GB2312" pitchFamily="1" charset="-122"/>
                  </a:defRPr>
                </a:lvl1pPr>
                <a:lvl2pPr marL="742950" indent="-285750">
                  <a:lnSpc>
                    <a:spcPct val="110000"/>
                  </a:lnSpc>
                  <a:spcBef>
                    <a:spcPct val="20000"/>
                  </a:spcBef>
                  <a:spcAft>
                    <a:spcPct val="5000"/>
                  </a:spcAft>
                  <a:buClr>
                    <a:schemeClr val="hlink"/>
                  </a:buClr>
                  <a:buSzPct val="55000"/>
                  <a:buFont typeface="Wingdings" panose="05000000000000000000" pitchFamily="2" charset="2"/>
                  <a:buChar char="n"/>
                  <a:defRPr sz="2400" b="1">
                    <a:solidFill>
                      <a:schemeClr val="tx1"/>
                    </a:solidFill>
                    <a:latin typeface="Tahoma" panose="020B0604030504040204" pitchFamily="34" charset="0"/>
                    <a:ea typeface="楷体_GB2312" pitchFamily="1" charset="-122"/>
                  </a:defRPr>
                </a:lvl2pPr>
                <a:lvl3pPr marL="1143000" indent="-228600">
                  <a:lnSpc>
                    <a:spcPct val="110000"/>
                  </a:lnSpc>
                  <a:spcBef>
                    <a:spcPct val="20000"/>
                  </a:spcBef>
                  <a:spcAft>
                    <a:spcPct val="5000"/>
                  </a:spcAft>
                  <a:buClr>
                    <a:schemeClr val="folHlink"/>
                  </a:buClr>
                  <a:buSzPct val="50000"/>
                  <a:buFont typeface="Wingdings" panose="05000000000000000000" pitchFamily="2" charset="2"/>
                  <a:buChar char="n"/>
                  <a:defRPr sz="2000" b="1">
                    <a:solidFill>
                      <a:srgbClr val="FF0000"/>
                    </a:solidFill>
                    <a:latin typeface="Tahoma" panose="020B0604030504040204" pitchFamily="34" charset="0"/>
                    <a:ea typeface="楷体_GB2312" pitchFamily="1"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marL="0" marR="0" lvl="0" indent="0" algn="ctr" defTabSz="914400" rtl="0" eaLnBrk="0" fontAlgn="base" latinLnBrk="0" hangingPunct="0">
                  <a:lnSpc>
                    <a:spcPct val="110000"/>
                  </a:lnSpc>
                  <a:spcBef>
                    <a:spcPct val="0"/>
                  </a:spcBef>
                  <a:spcAft>
                    <a:spcPct val="0"/>
                  </a:spcAft>
                  <a:buClrTx/>
                  <a:buSzTx/>
                  <a:buFontTx/>
                  <a:buNone/>
                  <a:defRPr/>
                </a:pPr>
                <a:r>
                  <a:rPr kumimoji="0" lang="en-US" altLang="zh-CN" sz="2200" b="1" i="0" u="none" strike="noStrike" kern="1200" cap="none" spc="0" normalizeH="0" baseline="0" noProof="0" dirty="0">
                    <a:ln>
                      <a:noFill/>
                    </a:ln>
                    <a:solidFill>
                      <a:schemeClr val="tx1"/>
                    </a:solidFill>
                    <a:effectLst/>
                    <a:uLnTx/>
                    <a:uFillTx/>
                    <a:latin typeface="+mn-ea"/>
                    <a:ea typeface="+mn-ea"/>
                    <a:cs typeface="+mn-cs"/>
                  </a:rPr>
                  <a:t>PA7~PA0</a:t>
                </a:r>
                <a:endParaRPr kumimoji="0" lang="en-US" altLang="zh-CN" sz="2200" b="1" i="0" u="none" strike="noStrike" kern="1200" cap="none" spc="0" normalizeH="0" baseline="0" noProof="0" dirty="0">
                  <a:ln>
                    <a:noFill/>
                  </a:ln>
                  <a:solidFill>
                    <a:schemeClr val="tx1"/>
                  </a:solidFill>
                  <a:effectLst/>
                  <a:uLnTx/>
                  <a:uFillTx/>
                  <a:latin typeface="+mn-ea"/>
                  <a:ea typeface="+mn-ea"/>
                  <a:cs typeface="+mn-cs"/>
                </a:endParaRPr>
              </a:p>
            </p:txBody>
          </p:sp>
          <p:sp>
            <p:nvSpPr>
              <p:cNvPr id="172075" name="Text Box 28"/>
              <p:cNvSpPr txBox="1"/>
              <p:nvPr/>
            </p:nvSpPr>
            <p:spPr>
              <a:xfrm>
                <a:off x="1248" y="2528"/>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PC4</a:t>
                </a:r>
                <a:endParaRPr lang="en-US" altLang="zh-CN" sz="2200" dirty="0">
                  <a:solidFill>
                    <a:schemeClr val="accent1"/>
                  </a:solidFill>
                  <a:latin typeface="宋体" panose="02010600030101010101" pitchFamily="2" charset="-122"/>
                </a:endParaRPr>
              </a:p>
            </p:txBody>
          </p:sp>
          <p:sp>
            <p:nvSpPr>
              <p:cNvPr id="172076" name="Text Box 29"/>
              <p:cNvSpPr txBox="1"/>
              <p:nvPr/>
            </p:nvSpPr>
            <p:spPr>
              <a:xfrm>
                <a:off x="1248" y="2784"/>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PC5</a:t>
                </a:r>
                <a:endParaRPr lang="en-US" altLang="zh-CN" sz="2200" dirty="0">
                  <a:solidFill>
                    <a:schemeClr val="accent1"/>
                  </a:solidFill>
                  <a:latin typeface="宋体" panose="02010600030101010101" pitchFamily="2" charset="-122"/>
                </a:endParaRPr>
              </a:p>
            </p:txBody>
          </p:sp>
          <p:sp>
            <p:nvSpPr>
              <p:cNvPr id="172077" name="Text Box 30"/>
              <p:cNvSpPr txBox="1"/>
              <p:nvPr/>
            </p:nvSpPr>
            <p:spPr>
              <a:xfrm>
                <a:off x="1248" y="3312"/>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PC3</a:t>
                </a:r>
                <a:endParaRPr lang="en-US" altLang="zh-CN" sz="2200" dirty="0">
                  <a:solidFill>
                    <a:schemeClr val="accent1"/>
                  </a:solidFill>
                  <a:latin typeface="宋体" panose="02010600030101010101" pitchFamily="2" charset="-122"/>
                </a:endParaRPr>
              </a:p>
            </p:txBody>
          </p:sp>
          <p:sp>
            <p:nvSpPr>
              <p:cNvPr id="172078" name="Line 31"/>
              <p:cNvSpPr/>
              <p:nvPr/>
            </p:nvSpPr>
            <p:spPr>
              <a:xfrm>
                <a:off x="1456" y="1896"/>
                <a:ext cx="0" cy="624"/>
              </a:xfrm>
              <a:prstGeom prst="line">
                <a:avLst/>
              </a:prstGeom>
              <a:ln w="25400" cap="flat" cmpd="sng">
                <a:solidFill>
                  <a:srgbClr val="000000"/>
                </a:solidFill>
                <a:prstDash val="solid"/>
                <a:headEnd type="triangle" w="med" len="med"/>
                <a:tailEnd type="triangle" w="med" len="med"/>
              </a:ln>
            </p:spPr>
          </p:sp>
          <p:sp>
            <p:nvSpPr>
              <p:cNvPr id="172079" name="Text Box 32"/>
              <p:cNvSpPr txBox="1"/>
              <p:nvPr/>
            </p:nvSpPr>
            <p:spPr>
              <a:xfrm>
                <a:off x="784" y="1984"/>
                <a:ext cx="488" cy="448"/>
              </a:xfrm>
              <a:prstGeom prst="rect">
                <a:avLst/>
              </a:prstGeom>
              <a:solidFill>
                <a:srgbClr val="00FFFF"/>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INTEA</a:t>
                </a:r>
                <a:endParaRPr lang="en-US" altLang="zh-CN" sz="2200" dirty="0">
                  <a:solidFill>
                    <a:schemeClr val="tx1"/>
                  </a:solidFill>
                  <a:latin typeface="宋体" panose="02010600030101010101" pitchFamily="2" charset="-122"/>
                </a:endParaRPr>
              </a:p>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PC4</a:t>
                </a:r>
                <a:endParaRPr lang="en-US" altLang="zh-CN" sz="2200" dirty="0">
                  <a:solidFill>
                    <a:schemeClr val="tx1"/>
                  </a:solidFill>
                  <a:latin typeface="宋体" panose="02010600030101010101" pitchFamily="2" charset="-122"/>
                </a:endParaRPr>
              </a:p>
            </p:txBody>
          </p:sp>
          <p:sp>
            <p:nvSpPr>
              <p:cNvPr id="172080" name="Line 33"/>
              <p:cNvSpPr/>
              <p:nvPr/>
            </p:nvSpPr>
            <p:spPr>
              <a:xfrm>
                <a:off x="840" y="2432"/>
                <a:ext cx="0" cy="680"/>
              </a:xfrm>
              <a:prstGeom prst="line">
                <a:avLst/>
              </a:prstGeom>
              <a:ln w="25400" cap="flat" cmpd="sng">
                <a:solidFill>
                  <a:srgbClr val="FF0000"/>
                </a:solidFill>
                <a:prstDash val="solid"/>
                <a:headEnd type="none" w="med" len="med"/>
                <a:tailEnd type="triangle" w="med" len="med"/>
              </a:ln>
            </p:spPr>
          </p:sp>
          <p:sp>
            <p:nvSpPr>
              <p:cNvPr id="172081" name="Text Box 34"/>
              <p:cNvSpPr txBox="1"/>
              <p:nvPr/>
            </p:nvSpPr>
            <p:spPr>
              <a:xfrm>
                <a:off x="792" y="3112"/>
                <a:ext cx="376" cy="256"/>
              </a:xfrm>
              <a:prstGeom prst="rect">
                <a:avLst/>
              </a:prstGeom>
              <a:solidFill>
                <a:srgbClr val="FF99CC"/>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楷体_GB2312" pitchFamily="1" charset="-122"/>
                  </a:rPr>
                  <a:t>与门</a:t>
                </a:r>
                <a:endParaRPr lang="zh-CN" altLang="en-US" sz="2200" dirty="0">
                  <a:solidFill>
                    <a:schemeClr val="tx1"/>
                  </a:solidFill>
                  <a:latin typeface="宋体" panose="02010600030101010101" pitchFamily="2" charset="-122"/>
                </a:endParaRPr>
              </a:p>
            </p:txBody>
          </p:sp>
          <p:sp>
            <p:nvSpPr>
              <p:cNvPr id="172082" name="Line 35"/>
              <p:cNvSpPr/>
              <p:nvPr/>
            </p:nvSpPr>
            <p:spPr>
              <a:xfrm>
                <a:off x="968" y="2656"/>
                <a:ext cx="272" cy="0"/>
              </a:xfrm>
              <a:prstGeom prst="line">
                <a:avLst/>
              </a:prstGeom>
              <a:ln w="25400" cap="flat" cmpd="sng">
                <a:solidFill>
                  <a:srgbClr val="000000"/>
                </a:solidFill>
                <a:prstDash val="solid"/>
                <a:headEnd type="none" w="med" len="med"/>
                <a:tailEnd type="none" w="med" len="med"/>
              </a:ln>
            </p:spPr>
          </p:sp>
          <p:sp>
            <p:nvSpPr>
              <p:cNvPr id="172083" name="Line 36"/>
              <p:cNvSpPr/>
              <p:nvPr/>
            </p:nvSpPr>
            <p:spPr>
              <a:xfrm flipH="1">
                <a:off x="976" y="2440"/>
                <a:ext cx="4" cy="244"/>
              </a:xfrm>
              <a:prstGeom prst="line">
                <a:avLst/>
              </a:prstGeom>
              <a:ln w="25400" cap="flat" cmpd="sng">
                <a:solidFill>
                  <a:srgbClr val="000000"/>
                </a:solidFill>
                <a:prstDash val="solid"/>
                <a:headEnd type="triangle" w="med" len="med"/>
                <a:tailEnd type="none" w="med" len="med"/>
              </a:ln>
            </p:spPr>
          </p:sp>
          <p:sp>
            <p:nvSpPr>
              <p:cNvPr id="172084" name="Line 37"/>
              <p:cNvSpPr/>
              <p:nvPr/>
            </p:nvSpPr>
            <p:spPr>
              <a:xfrm>
                <a:off x="1104" y="2872"/>
                <a:ext cx="144" cy="8"/>
              </a:xfrm>
              <a:prstGeom prst="line">
                <a:avLst/>
              </a:prstGeom>
              <a:ln w="25400" cap="flat" cmpd="sng">
                <a:solidFill>
                  <a:srgbClr val="000000"/>
                </a:solidFill>
                <a:prstDash val="solid"/>
                <a:headEnd type="none" w="med" len="med"/>
                <a:tailEnd type="none" w="med" len="med"/>
              </a:ln>
            </p:spPr>
          </p:sp>
          <p:sp>
            <p:nvSpPr>
              <p:cNvPr id="172085" name="Line 38"/>
              <p:cNvSpPr/>
              <p:nvPr/>
            </p:nvSpPr>
            <p:spPr>
              <a:xfrm>
                <a:off x="1104" y="2880"/>
                <a:ext cx="0" cy="224"/>
              </a:xfrm>
              <a:prstGeom prst="line">
                <a:avLst/>
              </a:prstGeom>
              <a:ln w="25400" cap="flat" cmpd="sng">
                <a:solidFill>
                  <a:srgbClr val="000000"/>
                </a:solidFill>
                <a:prstDash val="solid"/>
                <a:headEnd type="none" w="med" len="med"/>
                <a:tailEnd type="triangle" w="med" len="med"/>
              </a:ln>
            </p:spPr>
          </p:sp>
          <p:sp>
            <p:nvSpPr>
              <p:cNvPr id="172086" name="Line 39"/>
              <p:cNvSpPr/>
              <p:nvPr/>
            </p:nvSpPr>
            <p:spPr>
              <a:xfrm>
                <a:off x="968" y="3368"/>
                <a:ext cx="0" cy="80"/>
              </a:xfrm>
              <a:prstGeom prst="line">
                <a:avLst/>
              </a:prstGeom>
              <a:ln w="25400" cap="flat" cmpd="sng">
                <a:solidFill>
                  <a:srgbClr val="000000"/>
                </a:solidFill>
                <a:prstDash val="solid"/>
                <a:headEnd type="none" w="med" len="med"/>
                <a:tailEnd type="none" w="med" len="med"/>
              </a:ln>
            </p:spPr>
          </p:sp>
          <p:sp>
            <p:nvSpPr>
              <p:cNvPr id="172087" name="Line 40"/>
              <p:cNvSpPr/>
              <p:nvPr/>
            </p:nvSpPr>
            <p:spPr>
              <a:xfrm>
                <a:off x="968" y="3440"/>
                <a:ext cx="280" cy="0"/>
              </a:xfrm>
              <a:prstGeom prst="line">
                <a:avLst/>
              </a:prstGeom>
              <a:ln w="25400" cap="flat" cmpd="sng">
                <a:solidFill>
                  <a:srgbClr val="000000"/>
                </a:solidFill>
                <a:prstDash val="solid"/>
                <a:headEnd type="none" w="med" len="med"/>
                <a:tailEnd type="triangle" w="med" len="med"/>
              </a:ln>
            </p:spPr>
          </p:sp>
          <p:sp>
            <p:nvSpPr>
              <p:cNvPr id="172088" name="Line 41"/>
              <p:cNvSpPr/>
              <p:nvPr/>
            </p:nvSpPr>
            <p:spPr>
              <a:xfrm flipH="1">
                <a:off x="1616" y="2664"/>
                <a:ext cx="408" cy="0"/>
              </a:xfrm>
              <a:prstGeom prst="line">
                <a:avLst/>
              </a:prstGeom>
              <a:ln w="25400" cap="flat" cmpd="sng">
                <a:solidFill>
                  <a:srgbClr val="0000FF"/>
                </a:solidFill>
                <a:prstDash val="solid"/>
                <a:headEnd type="none" w="med" len="med"/>
                <a:tailEnd type="triangle" w="med" len="med"/>
              </a:ln>
            </p:spPr>
          </p:sp>
          <p:sp>
            <p:nvSpPr>
              <p:cNvPr id="172089" name="Line 42"/>
              <p:cNvSpPr/>
              <p:nvPr/>
            </p:nvSpPr>
            <p:spPr>
              <a:xfrm rot="-10800000" flipH="1">
                <a:off x="1616" y="2920"/>
                <a:ext cx="408" cy="0"/>
              </a:xfrm>
              <a:prstGeom prst="line">
                <a:avLst/>
              </a:prstGeom>
              <a:ln w="25400" cap="flat" cmpd="sng">
                <a:solidFill>
                  <a:srgbClr val="0000FF"/>
                </a:solidFill>
                <a:prstDash val="solid"/>
                <a:headEnd type="none" w="med" len="med"/>
                <a:tailEnd type="triangle" w="med" len="med"/>
              </a:ln>
            </p:spPr>
          </p:sp>
          <p:sp>
            <p:nvSpPr>
              <p:cNvPr id="172090" name="Line 43"/>
              <p:cNvSpPr/>
              <p:nvPr/>
            </p:nvSpPr>
            <p:spPr>
              <a:xfrm rot="10800000" flipH="1" flipV="1">
                <a:off x="1624" y="3432"/>
                <a:ext cx="336" cy="0"/>
              </a:xfrm>
              <a:prstGeom prst="line">
                <a:avLst/>
              </a:prstGeom>
              <a:ln w="25400" cap="flat" cmpd="sng">
                <a:solidFill>
                  <a:srgbClr val="0000FF"/>
                </a:solidFill>
                <a:prstDash val="solid"/>
                <a:headEnd type="none" w="med" len="med"/>
                <a:tailEnd type="triangle" w="med" len="med"/>
              </a:ln>
            </p:spPr>
          </p:sp>
          <p:sp>
            <p:nvSpPr>
              <p:cNvPr id="172091" name="Text Box 44"/>
              <p:cNvSpPr txBox="1"/>
              <p:nvPr/>
            </p:nvSpPr>
            <p:spPr>
              <a:xfrm>
                <a:off x="1984" y="2800"/>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IBFA</a:t>
                </a:r>
                <a:endParaRPr lang="en-US" altLang="zh-CN" sz="2200" dirty="0">
                  <a:solidFill>
                    <a:schemeClr val="bg2"/>
                  </a:solidFill>
                  <a:latin typeface="宋体" panose="02010600030101010101" pitchFamily="2" charset="-122"/>
                </a:endParaRPr>
              </a:p>
            </p:txBody>
          </p:sp>
          <p:grpSp>
            <p:nvGrpSpPr>
              <p:cNvPr id="172092" name="Group 45"/>
              <p:cNvGrpSpPr/>
              <p:nvPr/>
            </p:nvGrpSpPr>
            <p:grpSpPr>
              <a:xfrm>
                <a:off x="1928" y="2544"/>
                <a:ext cx="544" cy="1024"/>
                <a:chOff x="1928" y="2416"/>
                <a:chExt cx="544" cy="1024"/>
              </a:xfrm>
            </p:grpSpPr>
            <p:sp>
              <p:nvSpPr>
                <p:cNvPr id="172099" name="Text Box 46"/>
                <p:cNvSpPr txBox="1"/>
                <p:nvPr/>
              </p:nvSpPr>
              <p:spPr>
                <a:xfrm>
                  <a:off x="2009" y="2416"/>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STBA</a:t>
                  </a:r>
                  <a:endParaRPr lang="en-US" altLang="zh-CN" sz="2200" dirty="0">
                    <a:solidFill>
                      <a:schemeClr val="bg2"/>
                    </a:solidFill>
                    <a:latin typeface="宋体" panose="02010600030101010101" pitchFamily="2" charset="-122"/>
                  </a:endParaRPr>
                </a:p>
              </p:txBody>
            </p:sp>
            <p:sp>
              <p:nvSpPr>
                <p:cNvPr id="172100" name="Line 47"/>
                <p:cNvSpPr/>
                <p:nvPr/>
              </p:nvSpPr>
              <p:spPr>
                <a:xfrm flipV="1">
                  <a:off x="2056" y="2448"/>
                  <a:ext cx="344" cy="0"/>
                </a:xfrm>
                <a:prstGeom prst="line">
                  <a:avLst/>
                </a:prstGeom>
                <a:ln w="25400" cap="flat" cmpd="sng">
                  <a:solidFill>
                    <a:srgbClr val="000000"/>
                  </a:solidFill>
                  <a:prstDash val="solid"/>
                  <a:headEnd type="none" w="med" len="med"/>
                  <a:tailEnd type="none" w="med" len="med"/>
                </a:ln>
              </p:spPr>
            </p:sp>
            <p:sp>
              <p:nvSpPr>
                <p:cNvPr id="172101" name="Text Box 48"/>
                <p:cNvSpPr txBox="1"/>
                <p:nvPr/>
              </p:nvSpPr>
              <p:spPr>
                <a:xfrm>
                  <a:off x="1928" y="3184"/>
                  <a:ext cx="54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INTRA</a:t>
                  </a:r>
                  <a:endParaRPr lang="en-US" altLang="zh-CN" sz="2200" dirty="0">
                    <a:solidFill>
                      <a:schemeClr val="tx1"/>
                    </a:solidFill>
                    <a:latin typeface="宋体" panose="02010600030101010101" pitchFamily="2" charset="-122"/>
                  </a:endParaRPr>
                </a:p>
              </p:txBody>
            </p:sp>
          </p:grpSp>
          <p:sp>
            <p:nvSpPr>
              <p:cNvPr id="172093" name="Line 49"/>
              <p:cNvSpPr/>
              <p:nvPr/>
            </p:nvSpPr>
            <p:spPr>
              <a:xfrm>
                <a:off x="504" y="3456"/>
                <a:ext cx="240" cy="0"/>
              </a:xfrm>
              <a:prstGeom prst="line">
                <a:avLst/>
              </a:prstGeom>
              <a:ln w="25400" cap="flat" cmpd="sng">
                <a:solidFill>
                  <a:srgbClr val="000000"/>
                </a:solidFill>
                <a:prstDash val="solid"/>
                <a:headEnd type="none" w="med" len="med"/>
                <a:tailEnd type="triangle" w="med" len="med"/>
              </a:ln>
            </p:spPr>
          </p:sp>
          <p:sp>
            <p:nvSpPr>
              <p:cNvPr id="172094" name="Text Box 50"/>
              <p:cNvSpPr txBox="1"/>
              <p:nvPr/>
            </p:nvSpPr>
            <p:spPr>
              <a:xfrm>
                <a:off x="264" y="3328"/>
                <a:ext cx="232"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RD</a:t>
                </a:r>
                <a:endParaRPr lang="en-US" altLang="zh-CN" sz="2200" dirty="0">
                  <a:solidFill>
                    <a:schemeClr val="bg2"/>
                  </a:solidFill>
                  <a:latin typeface="宋体" panose="02010600030101010101" pitchFamily="2" charset="-122"/>
                </a:endParaRPr>
              </a:p>
            </p:txBody>
          </p:sp>
          <p:sp>
            <p:nvSpPr>
              <p:cNvPr id="172095" name="Line 51"/>
              <p:cNvSpPr/>
              <p:nvPr/>
            </p:nvSpPr>
            <p:spPr>
              <a:xfrm>
                <a:off x="288" y="3368"/>
                <a:ext cx="152" cy="0"/>
              </a:xfrm>
              <a:prstGeom prst="line">
                <a:avLst/>
              </a:prstGeom>
              <a:ln w="25400" cap="flat" cmpd="sng">
                <a:solidFill>
                  <a:srgbClr val="000000"/>
                </a:solidFill>
                <a:prstDash val="solid"/>
                <a:headEnd type="none" w="med" len="med"/>
                <a:tailEnd type="none" w="med" len="med"/>
              </a:ln>
            </p:spPr>
          </p:sp>
          <p:sp>
            <p:nvSpPr>
              <p:cNvPr id="172096" name="AutoShape 52"/>
              <p:cNvSpPr/>
              <p:nvPr/>
            </p:nvSpPr>
            <p:spPr>
              <a:xfrm>
                <a:off x="144" y="1656"/>
                <a:ext cx="600" cy="200"/>
              </a:xfrm>
              <a:prstGeom prst="leftArrow">
                <a:avLst>
                  <a:gd name="adj1" fmla="val 50000"/>
                  <a:gd name="adj2" fmla="val 75000"/>
                </a:avLst>
              </a:prstGeom>
              <a:solidFill>
                <a:srgbClr val="00CCFF"/>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72097" name="Text Box 53"/>
              <p:cNvSpPr txBox="1"/>
              <p:nvPr/>
            </p:nvSpPr>
            <p:spPr>
              <a:xfrm>
                <a:off x="240" y="1504"/>
                <a:ext cx="50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tx1"/>
                  </a:solidFill>
                  <a:latin typeface="宋体" panose="02010600030101010101" pitchFamily="2" charset="-122"/>
                </a:endParaRPr>
              </a:p>
            </p:txBody>
          </p:sp>
          <p:sp>
            <p:nvSpPr>
              <p:cNvPr id="172098" name="AutoShape 54"/>
              <p:cNvSpPr/>
              <p:nvPr/>
            </p:nvSpPr>
            <p:spPr>
              <a:xfrm>
                <a:off x="1640" y="1640"/>
                <a:ext cx="504" cy="232"/>
              </a:xfrm>
              <a:prstGeom prst="leftArrow">
                <a:avLst>
                  <a:gd name="adj1" fmla="val 50000"/>
                  <a:gd name="adj2" fmla="val 54250"/>
                </a:avLst>
              </a:prstGeom>
              <a:solidFill>
                <a:schemeClr val="accent1"/>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grpSp>
        <p:sp>
          <p:nvSpPr>
            <p:cNvPr id="172042" name="Text Box 55"/>
            <p:cNvSpPr txBox="1"/>
            <p:nvPr/>
          </p:nvSpPr>
          <p:spPr>
            <a:xfrm>
              <a:off x="144" y="3680"/>
              <a:ext cx="2592"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en-US" altLang="zh-CN" sz="2200" dirty="0">
                  <a:solidFill>
                    <a:srgbClr val="0070C0"/>
                  </a:solidFill>
                  <a:latin typeface="楷体_GB2312" pitchFamily="1" charset="-122"/>
                </a:rPr>
                <a:t>A</a:t>
              </a:r>
              <a:r>
                <a:rPr lang="zh-CN" altLang="en-US" sz="2200" dirty="0">
                  <a:solidFill>
                    <a:srgbClr val="0070C0"/>
                  </a:solidFill>
                  <a:latin typeface="楷体_GB2312" pitchFamily="1" charset="-122"/>
                </a:rPr>
                <a:t>口方式</a:t>
              </a:r>
              <a:r>
                <a:rPr lang="en-US" altLang="zh-CN" sz="2200" dirty="0">
                  <a:solidFill>
                    <a:srgbClr val="0070C0"/>
                  </a:solidFill>
                  <a:latin typeface="楷体_GB2312" pitchFamily="1" charset="-122"/>
                </a:rPr>
                <a:t>1</a:t>
              </a:r>
              <a:r>
                <a:rPr lang="zh-CN" altLang="en-US" sz="2200" dirty="0">
                  <a:solidFill>
                    <a:srgbClr val="0070C0"/>
                  </a:solidFill>
                  <a:latin typeface="楷体_GB2312" pitchFamily="1" charset="-122"/>
                </a:rPr>
                <a:t>输入时相应的联络信号</a:t>
              </a:r>
              <a:endParaRPr lang="zh-CN" altLang="en-US" sz="2200" dirty="0">
                <a:solidFill>
                  <a:srgbClr val="0070C0"/>
                </a:solidFill>
                <a:latin typeface="楷体_GB2312" pitchFamily="1" charset="-122"/>
              </a:endParaRPr>
            </a:p>
          </p:txBody>
        </p:sp>
        <p:grpSp>
          <p:nvGrpSpPr>
            <p:cNvPr id="172043" name="Group 56"/>
            <p:cNvGrpSpPr/>
            <p:nvPr/>
          </p:nvGrpSpPr>
          <p:grpSpPr>
            <a:xfrm>
              <a:off x="3360" y="1920"/>
              <a:ext cx="2400" cy="1697"/>
              <a:chOff x="3360" y="1520"/>
              <a:chExt cx="2400" cy="2097"/>
            </a:xfrm>
          </p:grpSpPr>
          <p:sp>
            <p:nvSpPr>
              <p:cNvPr id="172045" name="Text Box 57"/>
              <p:cNvSpPr txBox="1"/>
              <p:nvPr/>
            </p:nvSpPr>
            <p:spPr>
              <a:xfrm>
                <a:off x="4032" y="1553"/>
                <a:ext cx="912" cy="2064"/>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chemeClr val="bg2"/>
                  </a:solidFill>
                  <a:latin typeface="Arial" panose="020B0604020202020204" pitchFamily="34" charset="0"/>
                </a:endParaRPr>
              </a:p>
            </p:txBody>
          </p:sp>
          <p:sp>
            <p:nvSpPr>
              <p:cNvPr id="172046" name="Text Box 58"/>
              <p:cNvSpPr txBox="1"/>
              <p:nvPr/>
            </p:nvSpPr>
            <p:spPr>
              <a:xfrm>
                <a:off x="4224" y="1640"/>
                <a:ext cx="696" cy="264"/>
              </a:xfrm>
              <a:prstGeom prst="rect">
                <a:avLst/>
              </a:prstGeom>
              <a:solidFill>
                <a:srgbClr val="FFCC99"/>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PB7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PB0</a:t>
                </a:r>
                <a:endParaRPr lang="en-US" altLang="zh-CN" sz="2200" dirty="0">
                  <a:solidFill>
                    <a:schemeClr val="tx1"/>
                  </a:solidFill>
                  <a:latin typeface="宋体" panose="02010600030101010101" pitchFamily="2" charset="-122"/>
                </a:endParaRPr>
              </a:p>
            </p:txBody>
          </p:sp>
          <p:sp>
            <p:nvSpPr>
              <p:cNvPr id="172047" name="Text Box 59"/>
              <p:cNvSpPr txBox="1"/>
              <p:nvPr/>
            </p:nvSpPr>
            <p:spPr>
              <a:xfrm>
                <a:off x="4536" y="2536"/>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PC2</a:t>
                </a:r>
                <a:endParaRPr lang="en-US" altLang="zh-CN" sz="2200" dirty="0">
                  <a:solidFill>
                    <a:schemeClr val="accent1"/>
                  </a:solidFill>
                  <a:latin typeface="宋体" panose="02010600030101010101" pitchFamily="2" charset="-122"/>
                </a:endParaRPr>
              </a:p>
            </p:txBody>
          </p:sp>
          <p:sp>
            <p:nvSpPr>
              <p:cNvPr id="172048" name="Text Box 60"/>
              <p:cNvSpPr txBox="1"/>
              <p:nvPr/>
            </p:nvSpPr>
            <p:spPr>
              <a:xfrm>
                <a:off x="4536" y="2792"/>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PC1</a:t>
                </a:r>
                <a:endParaRPr lang="en-US" altLang="zh-CN" sz="2200" dirty="0">
                  <a:solidFill>
                    <a:schemeClr val="accent1"/>
                  </a:solidFill>
                  <a:latin typeface="宋体" panose="02010600030101010101" pitchFamily="2" charset="-122"/>
                </a:endParaRPr>
              </a:p>
            </p:txBody>
          </p:sp>
          <p:sp>
            <p:nvSpPr>
              <p:cNvPr id="172049" name="Text Box 61"/>
              <p:cNvSpPr txBox="1"/>
              <p:nvPr/>
            </p:nvSpPr>
            <p:spPr>
              <a:xfrm>
                <a:off x="4536" y="3320"/>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PC0</a:t>
                </a:r>
                <a:endParaRPr lang="en-US" altLang="zh-CN" sz="2200" dirty="0">
                  <a:solidFill>
                    <a:schemeClr val="accent1"/>
                  </a:solidFill>
                  <a:latin typeface="宋体" panose="02010600030101010101" pitchFamily="2" charset="-122"/>
                </a:endParaRPr>
              </a:p>
            </p:txBody>
          </p:sp>
          <p:sp>
            <p:nvSpPr>
              <p:cNvPr id="172050" name="Line 62"/>
              <p:cNvSpPr/>
              <p:nvPr/>
            </p:nvSpPr>
            <p:spPr>
              <a:xfrm>
                <a:off x="4744" y="1904"/>
                <a:ext cx="0" cy="624"/>
              </a:xfrm>
              <a:prstGeom prst="line">
                <a:avLst/>
              </a:prstGeom>
              <a:ln w="25400" cap="flat" cmpd="sng">
                <a:solidFill>
                  <a:srgbClr val="000000"/>
                </a:solidFill>
                <a:prstDash val="solid"/>
                <a:headEnd type="triangle" w="med" len="med"/>
                <a:tailEnd type="triangle" w="med" len="med"/>
              </a:ln>
            </p:spPr>
          </p:sp>
          <p:sp>
            <p:nvSpPr>
              <p:cNvPr id="172051" name="Text Box 63"/>
              <p:cNvSpPr txBox="1"/>
              <p:nvPr/>
            </p:nvSpPr>
            <p:spPr>
              <a:xfrm>
                <a:off x="4072" y="1992"/>
                <a:ext cx="488" cy="448"/>
              </a:xfrm>
              <a:prstGeom prst="rect">
                <a:avLst/>
              </a:prstGeom>
              <a:solidFill>
                <a:srgbClr val="00FFFF"/>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INTEB</a:t>
                </a:r>
                <a:endParaRPr lang="en-US" altLang="zh-CN" sz="2200" dirty="0">
                  <a:solidFill>
                    <a:schemeClr val="tx1"/>
                  </a:solidFill>
                  <a:latin typeface="宋体" panose="02010600030101010101" pitchFamily="2" charset="-122"/>
                </a:endParaRPr>
              </a:p>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PC2</a:t>
                </a:r>
                <a:endParaRPr lang="en-US" altLang="zh-CN" sz="2200" dirty="0">
                  <a:solidFill>
                    <a:schemeClr val="tx1"/>
                  </a:solidFill>
                  <a:latin typeface="宋体" panose="02010600030101010101" pitchFamily="2" charset="-122"/>
                </a:endParaRPr>
              </a:p>
            </p:txBody>
          </p:sp>
          <p:sp>
            <p:nvSpPr>
              <p:cNvPr id="172052" name="Line 64"/>
              <p:cNvSpPr/>
              <p:nvPr/>
            </p:nvSpPr>
            <p:spPr>
              <a:xfrm>
                <a:off x="4128" y="2440"/>
                <a:ext cx="0" cy="680"/>
              </a:xfrm>
              <a:prstGeom prst="line">
                <a:avLst/>
              </a:prstGeom>
              <a:ln w="25400" cap="flat" cmpd="sng">
                <a:solidFill>
                  <a:srgbClr val="FF0000"/>
                </a:solidFill>
                <a:prstDash val="solid"/>
                <a:headEnd type="none" w="med" len="med"/>
                <a:tailEnd type="triangle" w="med" len="med"/>
              </a:ln>
            </p:spPr>
          </p:sp>
          <p:sp>
            <p:nvSpPr>
              <p:cNvPr id="172053" name="Text Box 65"/>
              <p:cNvSpPr txBox="1"/>
              <p:nvPr/>
            </p:nvSpPr>
            <p:spPr>
              <a:xfrm>
                <a:off x="4080" y="3120"/>
                <a:ext cx="376" cy="256"/>
              </a:xfrm>
              <a:prstGeom prst="rect">
                <a:avLst/>
              </a:prstGeom>
              <a:solidFill>
                <a:srgbClr val="FF99CC"/>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楷体_GB2312" pitchFamily="1" charset="-122"/>
                  </a:rPr>
                  <a:t>与门</a:t>
                </a:r>
                <a:endParaRPr lang="zh-CN" altLang="en-US" sz="2200" dirty="0">
                  <a:solidFill>
                    <a:schemeClr val="tx1"/>
                  </a:solidFill>
                  <a:latin typeface="宋体" panose="02010600030101010101" pitchFamily="2" charset="-122"/>
                </a:endParaRPr>
              </a:p>
            </p:txBody>
          </p:sp>
          <p:sp>
            <p:nvSpPr>
              <p:cNvPr id="172054" name="Line 66"/>
              <p:cNvSpPr/>
              <p:nvPr/>
            </p:nvSpPr>
            <p:spPr>
              <a:xfrm>
                <a:off x="4256" y="2664"/>
                <a:ext cx="272" cy="0"/>
              </a:xfrm>
              <a:prstGeom prst="line">
                <a:avLst/>
              </a:prstGeom>
              <a:ln w="25400" cap="flat" cmpd="sng">
                <a:solidFill>
                  <a:srgbClr val="000000"/>
                </a:solidFill>
                <a:prstDash val="solid"/>
                <a:headEnd type="none" w="med" len="med"/>
                <a:tailEnd type="none" w="med" len="med"/>
              </a:ln>
            </p:spPr>
          </p:sp>
          <p:sp>
            <p:nvSpPr>
              <p:cNvPr id="172055" name="Line 67"/>
              <p:cNvSpPr/>
              <p:nvPr/>
            </p:nvSpPr>
            <p:spPr>
              <a:xfrm>
                <a:off x="4260" y="2454"/>
                <a:ext cx="4" cy="241"/>
              </a:xfrm>
              <a:prstGeom prst="line">
                <a:avLst/>
              </a:prstGeom>
              <a:ln w="25400" cap="flat" cmpd="sng">
                <a:solidFill>
                  <a:srgbClr val="000000"/>
                </a:solidFill>
                <a:prstDash val="solid"/>
                <a:headEnd type="triangle" w="med" len="med"/>
                <a:tailEnd type="none" w="med" len="med"/>
              </a:ln>
            </p:spPr>
          </p:sp>
          <p:sp>
            <p:nvSpPr>
              <p:cNvPr id="172056" name="Line 68"/>
              <p:cNvSpPr/>
              <p:nvPr/>
            </p:nvSpPr>
            <p:spPr>
              <a:xfrm>
                <a:off x="4392" y="2880"/>
                <a:ext cx="144" cy="0"/>
              </a:xfrm>
              <a:prstGeom prst="line">
                <a:avLst/>
              </a:prstGeom>
              <a:ln w="25400" cap="flat" cmpd="sng">
                <a:solidFill>
                  <a:srgbClr val="000000"/>
                </a:solidFill>
                <a:prstDash val="solid"/>
                <a:headEnd type="none" w="med" len="med"/>
                <a:tailEnd type="none" w="med" len="med"/>
              </a:ln>
            </p:spPr>
          </p:sp>
          <p:sp>
            <p:nvSpPr>
              <p:cNvPr id="172057" name="Line 69"/>
              <p:cNvSpPr/>
              <p:nvPr/>
            </p:nvSpPr>
            <p:spPr>
              <a:xfrm>
                <a:off x="4392" y="2888"/>
                <a:ext cx="0" cy="224"/>
              </a:xfrm>
              <a:prstGeom prst="line">
                <a:avLst/>
              </a:prstGeom>
              <a:ln w="25400" cap="flat" cmpd="sng">
                <a:solidFill>
                  <a:srgbClr val="000000"/>
                </a:solidFill>
                <a:prstDash val="solid"/>
                <a:headEnd type="none" w="med" len="med"/>
                <a:tailEnd type="triangle" w="med" len="med"/>
              </a:ln>
            </p:spPr>
          </p:sp>
          <p:sp>
            <p:nvSpPr>
              <p:cNvPr id="172058" name="Line 70"/>
              <p:cNvSpPr/>
              <p:nvPr/>
            </p:nvSpPr>
            <p:spPr>
              <a:xfrm>
                <a:off x="4256" y="3376"/>
                <a:ext cx="0" cy="80"/>
              </a:xfrm>
              <a:prstGeom prst="line">
                <a:avLst/>
              </a:prstGeom>
              <a:ln w="25400" cap="flat" cmpd="sng">
                <a:solidFill>
                  <a:srgbClr val="000000"/>
                </a:solidFill>
                <a:prstDash val="solid"/>
                <a:headEnd type="none" w="med" len="med"/>
                <a:tailEnd type="none" w="med" len="med"/>
              </a:ln>
            </p:spPr>
          </p:sp>
          <p:sp>
            <p:nvSpPr>
              <p:cNvPr id="172059" name="Line 71"/>
              <p:cNvSpPr/>
              <p:nvPr/>
            </p:nvSpPr>
            <p:spPr>
              <a:xfrm>
                <a:off x="4256" y="3448"/>
                <a:ext cx="280" cy="0"/>
              </a:xfrm>
              <a:prstGeom prst="line">
                <a:avLst/>
              </a:prstGeom>
              <a:ln w="25400" cap="flat" cmpd="sng">
                <a:solidFill>
                  <a:srgbClr val="000000"/>
                </a:solidFill>
                <a:prstDash val="solid"/>
                <a:headEnd type="none" w="med" len="med"/>
                <a:tailEnd type="triangle" w="med" len="med"/>
              </a:ln>
            </p:spPr>
          </p:sp>
          <p:sp>
            <p:nvSpPr>
              <p:cNvPr id="172060" name="Line 72"/>
              <p:cNvSpPr/>
              <p:nvPr/>
            </p:nvSpPr>
            <p:spPr>
              <a:xfrm flipH="1">
                <a:off x="4904" y="2672"/>
                <a:ext cx="408" cy="0"/>
              </a:xfrm>
              <a:prstGeom prst="line">
                <a:avLst/>
              </a:prstGeom>
              <a:ln w="25400" cap="flat" cmpd="sng">
                <a:solidFill>
                  <a:srgbClr val="0000FF"/>
                </a:solidFill>
                <a:prstDash val="solid"/>
                <a:headEnd type="none" w="med" len="med"/>
                <a:tailEnd type="triangle" w="med" len="med"/>
              </a:ln>
            </p:spPr>
          </p:sp>
          <p:sp>
            <p:nvSpPr>
              <p:cNvPr id="172061" name="Line 73"/>
              <p:cNvSpPr/>
              <p:nvPr/>
            </p:nvSpPr>
            <p:spPr>
              <a:xfrm rot="-10800000" flipH="1">
                <a:off x="4904" y="2928"/>
                <a:ext cx="408" cy="0"/>
              </a:xfrm>
              <a:prstGeom prst="line">
                <a:avLst/>
              </a:prstGeom>
              <a:ln w="25400" cap="flat" cmpd="sng">
                <a:solidFill>
                  <a:srgbClr val="0000FF"/>
                </a:solidFill>
                <a:prstDash val="solid"/>
                <a:headEnd type="none" w="med" len="med"/>
                <a:tailEnd type="triangle" w="med" len="med"/>
              </a:ln>
            </p:spPr>
          </p:sp>
          <p:sp>
            <p:nvSpPr>
              <p:cNvPr id="172062" name="Line 74"/>
              <p:cNvSpPr/>
              <p:nvPr/>
            </p:nvSpPr>
            <p:spPr>
              <a:xfrm rot="-10800000" flipH="1">
                <a:off x="4912" y="3440"/>
                <a:ext cx="328" cy="0"/>
              </a:xfrm>
              <a:prstGeom prst="line">
                <a:avLst/>
              </a:prstGeom>
              <a:ln w="25400" cap="flat" cmpd="sng">
                <a:solidFill>
                  <a:srgbClr val="0000FF"/>
                </a:solidFill>
                <a:prstDash val="solid"/>
                <a:headEnd type="none" w="med" len="med"/>
                <a:tailEnd type="triangle" w="med" len="med"/>
              </a:ln>
            </p:spPr>
          </p:sp>
          <p:sp>
            <p:nvSpPr>
              <p:cNvPr id="172063" name="Line 75"/>
              <p:cNvSpPr/>
              <p:nvPr/>
            </p:nvSpPr>
            <p:spPr>
              <a:xfrm>
                <a:off x="3792" y="3464"/>
                <a:ext cx="240" cy="0"/>
              </a:xfrm>
              <a:prstGeom prst="line">
                <a:avLst/>
              </a:prstGeom>
              <a:ln w="25400" cap="flat" cmpd="sng">
                <a:solidFill>
                  <a:srgbClr val="000000"/>
                </a:solidFill>
                <a:prstDash val="solid"/>
                <a:headEnd type="none" w="med" len="med"/>
                <a:tailEnd type="triangle" w="med" len="med"/>
              </a:ln>
            </p:spPr>
          </p:sp>
          <p:sp>
            <p:nvSpPr>
              <p:cNvPr id="172064" name="Text Box 76"/>
              <p:cNvSpPr txBox="1"/>
              <p:nvPr/>
            </p:nvSpPr>
            <p:spPr>
              <a:xfrm>
                <a:off x="3552" y="3336"/>
                <a:ext cx="232"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RD</a:t>
                </a:r>
                <a:endParaRPr lang="en-US" altLang="zh-CN" sz="2200" dirty="0">
                  <a:solidFill>
                    <a:schemeClr val="bg2"/>
                  </a:solidFill>
                  <a:latin typeface="宋体" panose="02010600030101010101" pitchFamily="2" charset="-122"/>
                </a:endParaRPr>
              </a:p>
            </p:txBody>
          </p:sp>
          <p:sp>
            <p:nvSpPr>
              <p:cNvPr id="172065" name="Line 77"/>
              <p:cNvSpPr/>
              <p:nvPr/>
            </p:nvSpPr>
            <p:spPr>
              <a:xfrm>
                <a:off x="3576" y="3376"/>
                <a:ext cx="152" cy="0"/>
              </a:xfrm>
              <a:prstGeom prst="line">
                <a:avLst/>
              </a:prstGeom>
              <a:ln w="25400" cap="flat" cmpd="sng">
                <a:solidFill>
                  <a:srgbClr val="000000"/>
                </a:solidFill>
                <a:prstDash val="solid"/>
                <a:headEnd type="none" w="med" len="med"/>
                <a:tailEnd type="none" w="med" len="med"/>
              </a:ln>
            </p:spPr>
          </p:sp>
          <p:sp>
            <p:nvSpPr>
              <p:cNvPr id="172066" name="AutoShape 78"/>
              <p:cNvSpPr/>
              <p:nvPr/>
            </p:nvSpPr>
            <p:spPr>
              <a:xfrm>
                <a:off x="3360" y="1664"/>
                <a:ext cx="672" cy="240"/>
              </a:xfrm>
              <a:prstGeom prst="leftArrow">
                <a:avLst>
                  <a:gd name="adj1" fmla="val 50000"/>
                  <a:gd name="adj2" fmla="val 70000"/>
                </a:avLst>
              </a:prstGeom>
              <a:solidFill>
                <a:srgbClr val="00CCFF"/>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72067" name="AutoShape 79"/>
              <p:cNvSpPr/>
              <p:nvPr/>
            </p:nvSpPr>
            <p:spPr>
              <a:xfrm>
                <a:off x="4928" y="1648"/>
                <a:ext cx="504" cy="232"/>
              </a:xfrm>
              <a:prstGeom prst="leftArrow">
                <a:avLst>
                  <a:gd name="adj1" fmla="val 50000"/>
                  <a:gd name="adj2" fmla="val 54250"/>
                </a:avLst>
              </a:prstGeom>
              <a:solidFill>
                <a:schemeClr val="accent1"/>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72068" name="Text Box 80"/>
              <p:cNvSpPr txBox="1"/>
              <p:nvPr/>
            </p:nvSpPr>
            <p:spPr>
              <a:xfrm>
                <a:off x="3504" y="1520"/>
                <a:ext cx="50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tx1"/>
                  </a:solidFill>
                  <a:latin typeface="宋体" panose="02010600030101010101" pitchFamily="2" charset="-122"/>
                </a:endParaRPr>
              </a:p>
            </p:txBody>
          </p:sp>
          <p:sp>
            <p:nvSpPr>
              <p:cNvPr id="172069" name="Text Box 81"/>
              <p:cNvSpPr txBox="1"/>
              <p:nvPr/>
            </p:nvSpPr>
            <p:spPr>
              <a:xfrm>
                <a:off x="5272" y="2816"/>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IBFB</a:t>
                </a:r>
                <a:endParaRPr lang="en-US" altLang="zh-CN" sz="2200" dirty="0">
                  <a:solidFill>
                    <a:schemeClr val="bg2"/>
                  </a:solidFill>
                  <a:latin typeface="宋体" panose="02010600030101010101" pitchFamily="2" charset="-122"/>
                </a:endParaRPr>
              </a:p>
            </p:txBody>
          </p:sp>
          <p:sp>
            <p:nvSpPr>
              <p:cNvPr id="172070" name="Text Box 82"/>
              <p:cNvSpPr txBox="1"/>
              <p:nvPr/>
            </p:nvSpPr>
            <p:spPr>
              <a:xfrm>
                <a:off x="5297" y="2560"/>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STBB</a:t>
                </a:r>
                <a:endParaRPr lang="en-US" altLang="zh-CN" sz="2200" dirty="0">
                  <a:solidFill>
                    <a:schemeClr val="bg2"/>
                  </a:solidFill>
                  <a:latin typeface="宋体" panose="02010600030101010101" pitchFamily="2" charset="-122"/>
                </a:endParaRPr>
              </a:p>
            </p:txBody>
          </p:sp>
          <p:sp>
            <p:nvSpPr>
              <p:cNvPr id="172071" name="Line 83"/>
              <p:cNvSpPr/>
              <p:nvPr/>
            </p:nvSpPr>
            <p:spPr>
              <a:xfrm flipV="1">
                <a:off x="5344" y="2592"/>
                <a:ext cx="344" cy="0"/>
              </a:xfrm>
              <a:prstGeom prst="line">
                <a:avLst/>
              </a:prstGeom>
              <a:ln w="25400" cap="flat" cmpd="sng">
                <a:solidFill>
                  <a:srgbClr val="000000"/>
                </a:solidFill>
                <a:prstDash val="solid"/>
                <a:headEnd type="none" w="med" len="med"/>
                <a:tailEnd type="none" w="med" len="med"/>
              </a:ln>
            </p:spPr>
          </p:sp>
          <p:sp>
            <p:nvSpPr>
              <p:cNvPr id="172072" name="Text Box 84"/>
              <p:cNvSpPr txBox="1"/>
              <p:nvPr/>
            </p:nvSpPr>
            <p:spPr>
              <a:xfrm>
                <a:off x="5216" y="3328"/>
                <a:ext cx="54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INTRB</a:t>
                </a:r>
                <a:endParaRPr lang="en-US" altLang="zh-CN" sz="2200" dirty="0">
                  <a:solidFill>
                    <a:schemeClr val="tx1"/>
                  </a:solidFill>
                  <a:latin typeface="宋体" panose="02010600030101010101" pitchFamily="2" charset="-122"/>
                </a:endParaRPr>
              </a:p>
            </p:txBody>
          </p:sp>
        </p:grpSp>
        <p:sp>
          <p:nvSpPr>
            <p:cNvPr id="172044" name="Text Box 85"/>
            <p:cNvSpPr txBox="1"/>
            <p:nvPr/>
          </p:nvSpPr>
          <p:spPr>
            <a:xfrm>
              <a:off x="3120" y="3680"/>
              <a:ext cx="2592"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en-US" altLang="zh-CN" sz="2200" dirty="0">
                  <a:solidFill>
                    <a:srgbClr val="0070C0"/>
                  </a:solidFill>
                  <a:latin typeface="楷体_GB2312" pitchFamily="1" charset="-122"/>
                </a:rPr>
                <a:t>B</a:t>
              </a:r>
              <a:r>
                <a:rPr lang="zh-CN" altLang="en-US" sz="2200" dirty="0">
                  <a:solidFill>
                    <a:srgbClr val="0070C0"/>
                  </a:solidFill>
                  <a:latin typeface="楷体_GB2312" pitchFamily="1" charset="-122"/>
                </a:rPr>
                <a:t>口方式</a:t>
              </a:r>
              <a:r>
                <a:rPr lang="en-US" altLang="zh-CN" sz="2200" dirty="0">
                  <a:solidFill>
                    <a:srgbClr val="0070C0"/>
                  </a:solidFill>
                  <a:latin typeface="楷体_GB2312" pitchFamily="1" charset="-122"/>
                </a:rPr>
                <a:t>1</a:t>
              </a:r>
              <a:r>
                <a:rPr lang="zh-CN" altLang="en-US" sz="2200" dirty="0">
                  <a:solidFill>
                    <a:srgbClr val="0070C0"/>
                  </a:solidFill>
                  <a:latin typeface="楷体_GB2312" pitchFamily="1" charset="-122"/>
                </a:rPr>
                <a:t>输入时相应的联络信号</a:t>
              </a:r>
              <a:endParaRPr lang="zh-CN" altLang="en-US" sz="2200" dirty="0">
                <a:solidFill>
                  <a:srgbClr val="0070C0"/>
                </a:solidFill>
                <a:latin typeface="楷体_GB2312" pitchFamily="1" charset="-122"/>
              </a:endParaRPr>
            </a:p>
          </p:txBody>
        </p:sp>
      </p:grpSp>
      <p:grpSp>
        <p:nvGrpSpPr>
          <p:cNvPr id="172035" name="Group 86"/>
          <p:cNvGrpSpPr/>
          <p:nvPr/>
        </p:nvGrpSpPr>
        <p:grpSpPr>
          <a:xfrm>
            <a:off x="179388" y="155575"/>
            <a:ext cx="8915400" cy="2309813"/>
            <a:chOff x="113" y="98"/>
            <a:chExt cx="5616" cy="1455"/>
          </a:xfrm>
        </p:grpSpPr>
        <p:sp>
          <p:nvSpPr>
            <p:cNvPr id="172036" name="Rectangle 87"/>
            <p:cNvSpPr/>
            <p:nvPr/>
          </p:nvSpPr>
          <p:spPr>
            <a:xfrm>
              <a:off x="113" y="98"/>
              <a:ext cx="5616" cy="1455"/>
            </a:xfrm>
            <a:prstGeom prst="rect">
              <a:avLst/>
            </a:prstGeom>
            <a:noFill/>
            <a:ln w="9525">
              <a:noFill/>
            </a:ln>
          </p:spPr>
          <p:txBody>
            <a:bodyPr lIns="90000" tIns="46800" rIns="90000" bIns="4680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
                  <a:schemeClr val="accent2"/>
                </a:buClr>
                <a:buSzPct val="70000"/>
                <a:buNone/>
              </a:pPr>
              <a:r>
                <a:rPr lang="zh-CN" altLang="zh-CN" dirty="0">
                  <a:solidFill>
                    <a:srgbClr val="FF0000"/>
                  </a:solidFill>
                  <a:latin typeface="Arial" panose="020B0604020202020204" pitchFamily="34" charset="0"/>
                </a:rPr>
                <a:t>（1）选通输入方式</a:t>
              </a:r>
              <a:endParaRPr lang="zh-CN" altLang="en-US" dirty="0">
                <a:solidFill>
                  <a:srgbClr val="FF0000"/>
                </a:solidFill>
                <a:latin typeface="Arial" panose="020B0604020202020204" pitchFamily="34" charset="0"/>
              </a:endParaRPr>
            </a:p>
            <a:p>
              <a:pPr marL="0" lvl="0" indent="0">
                <a:lnSpc>
                  <a:spcPct val="100000"/>
                </a:lnSpc>
                <a:spcAft>
                  <a:spcPct val="0"/>
                </a:spcAft>
                <a:buClr>
                  <a:schemeClr val="accent2"/>
                </a:buClr>
                <a:buSzPct val="70000"/>
                <a:buFont typeface="Wingdings" panose="05000000000000000000" pitchFamily="2" charset="2"/>
                <a:buChar char="u"/>
              </a:pPr>
              <a:r>
                <a:rPr lang="zh-CN" altLang="en-US" sz="2000" dirty="0">
                  <a:solidFill>
                    <a:schemeClr val="tx1"/>
                  </a:solidFill>
                  <a:latin typeface="Arial" panose="020B0604020202020204" pitchFamily="34" charset="0"/>
                </a:rPr>
                <a:t>信号说明：</a:t>
              </a:r>
              <a:endParaRPr lang="zh-CN" altLang="en-US" sz="2000" dirty="0">
                <a:solidFill>
                  <a:schemeClr val="tx1"/>
                </a:solidFill>
                <a:latin typeface="Arial" panose="020B0604020202020204" pitchFamily="34" charset="0"/>
              </a:endParaRPr>
            </a:p>
            <a:p>
              <a:pPr marL="0" lvl="0" indent="0">
                <a:lnSpc>
                  <a:spcPct val="100000"/>
                </a:lnSpc>
                <a:spcAft>
                  <a:spcPct val="0"/>
                </a:spcAft>
                <a:buClr>
                  <a:schemeClr val="accent2"/>
                </a:buClr>
                <a:buSzPct val="70000"/>
                <a:buNone/>
              </a:pPr>
              <a:r>
                <a:rPr lang="zh-CN" altLang="en-US" sz="2000" dirty="0">
                  <a:solidFill>
                    <a:schemeClr val="tx1"/>
                  </a:solidFill>
                  <a:latin typeface="Arial" panose="020B0604020202020204" pitchFamily="34" charset="0"/>
                </a:rPr>
                <a:t>   </a:t>
              </a:r>
              <a:r>
                <a:rPr lang="en-US" altLang="en-US" sz="2000" dirty="0">
                  <a:solidFill>
                    <a:schemeClr val="tx1"/>
                  </a:solidFill>
                  <a:latin typeface="Arial" panose="020B0604020202020204" pitchFamily="34" charset="0"/>
                </a:rPr>
                <a:t>a.  STB  </a:t>
              </a:r>
              <a:r>
                <a:rPr lang="zh-CN" altLang="en-US" sz="2000" dirty="0">
                  <a:solidFill>
                    <a:schemeClr val="tx1"/>
                  </a:solidFill>
                  <a:latin typeface="Arial" panose="020B0604020202020204" pitchFamily="34" charset="0"/>
                </a:rPr>
                <a:t>选通输入：低电平有效，表示外设送出新的数据。</a:t>
              </a:r>
              <a:endParaRPr lang="zh-CN" altLang="en-US" sz="2000" dirty="0">
                <a:solidFill>
                  <a:schemeClr val="tx1"/>
                </a:solidFill>
                <a:latin typeface="Arial" panose="020B0604020202020204" pitchFamily="34" charset="0"/>
              </a:endParaRPr>
            </a:p>
            <a:p>
              <a:pPr marL="0" lvl="0" indent="0">
                <a:lnSpc>
                  <a:spcPct val="100000"/>
                </a:lnSpc>
                <a:spcAft>
                  <a:spcPct val="0"/>
                </a:spcAft>
                <a:buClr>
                  <a:schemeClr val="accent2"/>
                </a:buClr>
                <a:buSzPct val="70000"/>
                <a:buNone/>
              </a:pPr>
              <a:r>
                <a:rPr lang="zh-CN" altLang="en-US" sz="2000" dirty="0">
                  <a:solidFill>
                    <a:schemeClr val="tx1"/>
                  </a:solidFill>
                  <a:latin typeface="Arial" panose="020B0604020202020204" pitchFamily="34" charset="0"/>
                </a:rPr>
                <a:t>   </a:t>
              </a:r>
              <a:r>
                <a:rPr lang="en-US" altLang="zh-CN" sz="2000" dirty="0">
                  <a:solidFill>
                    <a:schemeClr val="tx1"/>
                  </a:solidFill>
                  <a:latin typeface="Arial" panose="020B0604020202020204" pitchFamily="34" charset="0"/>
                </a:rPr>
                <a:t>b.  IBF  </a:t>
              </a:r>
              <a:r>
                <a:rPr lang="zh-CN" altLang="en-US" sz="2000" dirty="0">
                  <a:solidFill>
                    <a:schemeClr val="tx1"/>
                  </a:solidFill>
                  <a:latin typeface="Arial" panose="020B0604020202020204" pitchFamily="34" charset="0"/>
                </a:rPr>
                <a:t>输入缓冲区满：输出，高电平有效。通知外设输入缓冲区满，不要送新数据，由</a:t>
              </a:r>
              <a:r>
                <a:rPr lang="en-US" altLang="en-US" sz="2000" dirty="0">
                  <a:solidFill>
                    <a:schemeClr val="tx1"/>
                  </a:solidFill>
                  <a:latin typeface="Arial" panose="020B0604020202020204" pitchFamily="34" charset="0"/>
                </a:rPr>
                <a:t>CPU</a:t>
              </a:r>
              <a:r>
                <a:rPr lang="zh-CN" altLang="en-US" sz="2000" dirty="0">
                  <a:solidFill>
                    <a:schemeClr val="tx1"/>
                  </a:solidFill>
                  <a:latin typeface="Arial" panose="020B0604020202020204" pitchFamily="34" charset="0"/>
                </a:rPr>
                <a:t>读取数据时（</a:t>
              </a:r>
              <a:r>
                <a:rPr lang="en-US" altLang="zh-CN" sz="2000" dirty="0">
                  <a:solidFill>
                    <a:schemeClr val="tx1"/>
                  </a:solidFill>
                  <a:latin typeface="Arial" panose="020B0604020202020204" pitchFamily="34" charset="0"/>
                </a:rPr>
                <a:t>RD</a:t>
              </a:r>
              <a:r>
                <a:rPr lang="zh-CN" altLang="en-US" sz="2000" dirty="0">
                  <a:solidFill>
                    <a:schemeClr val="tx1"/>
                  </a:solidFill>
                  <a:latin typeface="Arial" panose="020B0604020202020204" pitchFamily="34" charset="0"/>
                </a:rPr>
                <a:t>的上升沿）清除。</a:t>
              </a:r>
              <a:endParaRPr lang="zh-CN" altLang="en-US" sz="2000" dirty="0">
                <a:solidFill>
                  <a:schemeClr val="tx1"/>
                </a:solidFill>
                <a:latin typeface="Arial" panose="020B0604020202020204" pitchFamily="34" charset="0"/>
              </a:endParaRPr>
            </a:p>
            <a:p>
              <a:pPr marL="0" lvl="0" indent="0">
                <a:lnSpc>
                  <a:spcPct val="100000"/>
                </a:lnSpc>
                <a:spcAft>
                  <a:spcPct val="0"/>
                </a:spcAft>
                <a:buClr>
                  <a:schemeClr val="accent2"/>
                </a:buClr>
                <a:buSzPct val="70000"/>
                <a:buNone/>
              </a:pPr>
              <a:r>
                <a:rPr lang="zh-CN" altLang="en-US" sz="2000" dirty="0">
                  <a:solidFill>
                    <a:schemeClr val="tx1"/>
                  </a:solidFill>
                  <a:latin typeface="Arial" panose="020B0604020202020204" pitchFamily="34" charset="0"/>
                </a:rPr>
                <a:t>   </a:t>
              </a:r>
              <a:r>
                <a:rPr lang="en-US" altLang="zh-CN" sz="2000" dirty="0">
                  <a:solidFill>
                    <a:schemeClr val="tx1"/>
                  </a:solidFill>
                  <a:latin typeface="Arial" panose="020B0604020202020204" pitchFamily="34" charset="0"/>
                </a:rPr>
                <a:t>c.  INTR  </a:t>
              </a:r>
              <a:r>
                <a:rPr lang="zh-CN" altLang="zh-CN" sz="2000" dirty="0">
                  <a:solidFill>
                    <a:schemeClr val="tx1"/>
                  </a:solidFill>
                  <a:latin typeface="Arial" panose="020B0604020202020204" pitchFamily="34" charset="0"/>
                </a:rPr>
                <a:t>中断请求信号：</a:t>
              </a:r>
              <a:r>
                <a:rPr lang="zh-CN" altLang="en-US" sz="2000" dirty="0">
                  <a:solidFill>
                    <a:schemeClr val="tx1"/>
                  </a:solidFill>
                  <a:latin typeface="Arial" panose="020B0604020202020204" pitchFamily="34" charset="0"/>
                </a:rPr>
                <a:t>输出，高电平有效，可向</a:t>
              </a:r>
              <a:r>
                <a:rPr lang="en-US" altLang="en-US" sz="2000" dirty="0">
                  <a:solidFill>
                    <a:schemeClr val="tx1"/>
                  </a:solidFill>
                  <a:latin typeface="Arial" panose="020B0604020202020204" pitchFamily="34" charset="0"/>
                </a:rPr>
                <a:t>CPU</a:t>
              </a:r>
              <a:r>
                <a:rPr lang="zh-CN" altLang="en-US" sz="2000" dirty="0">
                  <a:solidFill>
                    <a:schemeClr val="tx1"/>
                  </a:solidFill>
                  <a:latin typeface="Arial" panose="020B0604020202020204" pitchFamily="34" charset="0"/>
                </a:rPr>
                <a:t>申请中断</a:t>
              </a:r>
              <a:r>
                <a:rPr lang="zh-CN" altLang="en-US" sz="2000" b="0" dirty="0">
                  <a:solidFill>
                    <a:schemeClr val="tx1"/>
                  </a:solidFill>
                  <a:latin typeface="Arial" panose="020B0604020202020204" pitchFamily="34" charset="0"/>
                </a:rPr>
                <a:t>。</a:t>
              </a:r>
              <a:endParaRPr lang="zh-CN" altLang="en-US" sz="2000" b="0" dirty="0">
                <a:solidFill>
                  <a:schemeClr val="tx1"/>
                </a:solidFill>
                <a:latin typeface="Arial" panose="020B0604020202020204" pitchFamily="34" charset="0"/>
              </a:endParaRPr>
            </a:p>
          </p:txBody>
        </p:sp>
        <p:sp>
          <p:nvSpPr>
            <p:cNvPr id="172037" name="Line 88"/>
            <p:cNvSpPr/>
            <p:nvPr/>
          </p:nvSpPr>
          <p:spPr>
            <a:xfrm>
              <a:off x="528" y="663"/>
              <a:ext cx="288" cy="0"/>
            </a:xfrm>
            <a:prstGeom prst="line">
              <a:avLst/>
            </a:prstGeom>
            <a:ln w="9525" cap="flat" cmpd="sng">
              <a:solidFill>
                <a:schemeClr val="tx1"/>
              </a:solidFill>
              <a:prstDash val="solid"/>
              <a:headEnd type="none" w="med" len="med"/>
              <a:tailEnd type="none" w="med" len="med"/>
            </a:ln>
          </p:spPr>
        </p:sp>
        <p:sp>
          <p:nvSpPr>
            <p:cNvPr id="172038" name="Line 89"/>
            <p:cNvSpPr/>
            <p:nvPr/>
          </p:nvSpPr>
          <p:spPr>
            <a:xfrm>
              <a:off x="2461" y="1071"/>
              <a:ext cx="192" cy="0"/>
            </a:xfrm>
            <a:prstGeom prst="line">
              <a:avLst/>
            </a:prstGeom>
            <a:ln w="9525" cap="flat" cmpd="sng">
              <a:solidFill>
                <a:schemeClr val="tx1"/>
              </a:solidFill>
              <a:prstDash val="solid"/>
              <a:headEnd type="none" w="med" len="med"/>
              <a:tailEnd type="none" w="med" len="med"/>
            </a:ln>
          </p:spPr>
        </p:sp>
      </p:grpSp>
    </p:spTree>
  </p:cSld>
  <p:clrMapOvr>
    <a:masterClrMapping/>
  </p:clrMapOvr>
  <p:transition>
    <p:checker dir="ver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nodeType="afterEffect">
                                  <p:stCondLst>
                                    <p:cond delay="0"/>
                                  </p:stCondLst>
                                  <p:childTnLst>
                                    <p:set>
                                      <p:cBhvr>
                                        <p:cTn id="6" dur="1" fill="hold">
                                          <p:stCondLst>
                                            <p:cond delay="0"/>
                                          </p:stCondLst>
                                        </p:cTn>
                                        <p:tgtEl>
                                          <p:spTgt spid="266242"/>
                                        </p:tgtEl>
                                        <p:attrNameLst>
                                          <p:attrName>style.visibility</p:attrName>
                                        </p:attrNameLst>
                                      </p:cBhvr>
                                      <p:to>
                                        <p:strVal val="visible"/>
                                      </p:to>
                                    </p:set>
                                    <p:animEffect transition="in" filter="barn(outHorizontal)">
                                      <p:cBhvr>
                                        <p:cTn id="7" dur="500"/>
                                        <p:tgtEl>
                                          <p:spTgt spid="266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grpSp>
        <p:nvGrpSpPr>
          <p:cNvPr id="173058" name="Group 2"/>
          <p:cNvGrpSpPr/>
          <p:nvPr/>
        </p:nvGrpSpPr>
        <p:grpSpPr>
          <a:xfrm>
            <a:off x="152400" y="2462213"/>
            <a:ext cx="8915400" cy="4089400"/>
            <a:chOff x="144" y="1360"/>
            <a:chExt cx="5616" cy="2576"/>
          </a:xfrm>
        </p:grpSpPr>
        <p:sp>
          <p:nvSpPr>
            <p:cNvPr id="173062" name="Freeform 3"/>
            <p:cNvSpPr/>
            <p:nvPr/>
          </p:nvSpPr>
          <p:spPr>
            <a:xfrm>
              <a:off x="2990" y="1545"/>
              <a:ext cx="1" cy="2277"/>
            </a:xfrm>
            <a:custGeom>
              <a:avLst/>
              <a:gdLst/>
              <a:ahLst/>
              <a:cxnLst>
                <a:cxn ang="0">
                  <a:pos x="0" y="0"/>
                </a:cxn>
                <a:cxn ang="0">
                  <a:pos x="1" y="2277"/>
                </a:cxn>
              </a:cxnLst>
              <a:pathLst>
                <a:path w="1" h="2277">
                  <a:moveTo>
                    <a:pt x="0" y="0"/>
                  </a:moveTo>
                  <a:lnTo>
                    <a:pt x="1" y="2277"/>
                  </a:lnTo>
                </a:path>
              </a:pathLst>
            </a:custGeom>
            <a:noFill/>
            <a:ln w="38100" cap="flat" cmpd="sng">
              <a:solidFill>
                <a:srgbClr val="000000">
                  <a:alpha val="100000"/>
                </a:srgbClr>
              </a:solidFill>
              <a:prstDash val="solid"/>
              <a:round/>
              <a:headEnd type="none" w="med" len="med"/>
              <a:tailEnd type="none" w="med" len="med"/>
            </a:ln>
          </p:spPr>
          <p:txBody>
            <a:bodyPr/>
            <a:p>
              <a:endParaRPr lang="zh-CN" altLang="en-US"/>
            </a:p>
          </p:txBody>
        </p:sp>
        <p:grpSp>
          <p:nvGrpSpPr>
            <p:cNvPr id="173063" name="Group 4"/>
            <p:cNvGrpSpPr/>
            <p:nvPr/>
          </p:nvGrpSpPr>
          <p:grpSpPr>
            <a:xfrm>
              <a:off x="336" y="1360"/>
              <a:ext cx="5128" cy="512"/>
              <a:chOff x="336" y="720"/>
              <a:chExt cx="5128" cy="512"/>
            </a:xfrm>
          </p:grpSpPr>
          <p:grpSp>
            <p:nvGrpSpPr>
              <p:cNvPr id="173125" name="Group 5"/>
              <p:cNvGrpSpPr/>
              <p:nvPr/>
            </p:nvGrpSpPr>
            <p:grpSpPr>
              <a:xfrm>
                <a:off x="420" y="952"/>
                <a:ext cx="1692" cy="248"/>
                <a:chOff x="722" y="1037"/>
                <a:chExt cx="4230" cy="620"/>
              </a:xfrm>
            </p:grpSpPr>
            <p:sp>
              <p:nvSpPr>
                <p:cNvPr id="173137" name="Text Box 6"/>
                <p:cNvSpPr txBox="1"/>
                <p:nvPr/>
              </p:nvSpPr>
              <p:spPr>
                <a:xfrm>
                  <a:off x="722"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1</a:t>
                  </a:r>
                  <a:endParaRPr lang="en-US" altLang="zh-CN" sz="2200" dirty="0">
                    <a:solidFill>
                      <a:schemeClr val="tx1"/>
                    </a:solidFill>
                    <a:latin typeface="Arial" panose="020B0604020202020204" pitchFamily="34" charset="0"/>
                  </a:endParaRPr>
                </a:p>
              </p:txBody>
            </p:sp>
            <p:sp>
              <p:nvSpPr>
                <p:cNvPr id="173138" name="Text Box 7"/>
                <p:cNvSpPr txBox="1"/>
                <p:nvPr/>
              </p:nvSpPr>
              <p:spPr>
                <a:xfrm>
                  <a:off x="1254" y="1037"/>
                  <a:ext cx="531"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3300"/>
                      </a:solidFill>
                      <a:latin typeface="Arial" panose="020B0604020202020204" pitchFamily="34" charset="0"/>
                    </a:rPr>
                    <a:t>0</a:t>
                  </a:r>
                  <a:endParaRPr lang="en-US" altLang="zh-CN" sz="2200" dirty="0">
                    <a:solidFill>
                      <a:srgbClr val="0000FF"/>
                    </a:solidFill>
                    <a:latin typeface="Arial" panose="020B0604020202020204" pitchFamily="34" charset="0"/>
                  </a:endParaRPr>
                </a:p>
              </p:txBody>
            </p:sp>
            <p:sp>
              <p:nvSpPr>
                <p:cNvPr id="173139" name="Text Box 8"/>
                <p:cNvSpPr txBox="1"/>
                <p:nvPr/>
              </p:nvSpPr>
              <p:spPr>
                <a:xfrm>
                  <a:off x="1777"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3300"/>
                      </a:solidFill>
                      <a:latin typeface="Arial" panose="020B0604020202020204" pitchFamily="34" charset="0"/>
                    </a:rPr>
                    <a:t>1</a:t>
                  </a:r>
                  <a:endParaRPr lang="en-US" altLang="zh-CN" sz="2200" dirty="0">
                    <a:solidFill>
                      <a:srgbClr val="0000FF"/>
                    </a:solidFill>
                    <a:latin typeface="Arial" panose="020B0604020202020204" pitchFamily="34" charset="0"/>
                  </a:endParaRPr>
                </a:p>
              </p:txBody>
            </p:sp>
            <p:sp>
              <p:nvSpPr>
                <p:cNvPr id="173140" name="Text Box 9"/>
                <p:cNvSpPr txBox="1"/>
                <p:nvPr/>
              </p:nvSpPr>
              <p:spPr>
                <a:xfrm>
                  <a:off x="2311" y="1037"/>
                  <a:ext cx="531"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1</a:t>
                  </a:r>
                  <a:endParaRPr lang="en-US" altLang="zh-CN" sz="2200" dirty="0">
                    <a:solidFill>
                      <a:schemeClr val="tx1"/>
                    </a:solidFill>
                    <a:latin typeface="Arial" panose="020B0604020202020204" pitchFamily="34" charset="0"/>
                  </a:endParaRPr>
                </a:p>
              </p:txBody>
            </p:sp>
            <p:sp>
              <p:nvSpPr>
                <p:cNvPr id="173141" name="Text Box 10"/>
                <p:cNvSpPr txBox="1"/>
                <p:nvPr/>
              </p:nvSpPr>
              <p:spPr>
                <a:xfrm>
                  <a:off x="2837"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3142" name="Text Box 11"/>
                <p:cNvSpPr txBox="1"/>
                <p:nvPr/>
              </p:nvSpPr>
              <p:spPr>
                <a:xfrm>
                  <a:off x="3364"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3143" name="Text Box 12"/>
                <p:cNvSpPr txBox="1"/>
                <p:nvPr/>
              </p:nvSpPr>
              <p:spPr>
                <a:xfrm>
                  <a:off x="3896" y="1037"/>
                  <a:ext cx="531"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3144" name="Text Box 13"/>
                <p:cNvSpPr txBox="1"/>
                <p:nvPr/>
              </p:nvSpPr>
              <p:spPr>
                <a:xfrm>
                  <a:off x="4422"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grpSp>
          <p:sp>
            <p:nvSpPr>
              <p:cNvPr id="173126" name="Text Box 14"/>
              <p:cNvSpPr txBox="1"/>
              <p:nvPr/>
            </p:nvSpPr>
            <p:spPr>
              <a:xfrm>
                <a:off x="336" y="720"/>
                <a:ext cx="1856"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latin typeface="宋体" panose="02010600030101010101" pitchFamily="2" charset="-122"/>
                  </a:rPr>
                  <a:t>A</a:t>
                </a:r>
                <a:r>
                  <a:rPr lang="zh-CN" altLang="en-US" sz="2200" dirty="0">
                    <a:latin typeface="宋体" panose="02010600030101010101" pitchFamily="2" charset="-122"/>
                  </a:rPr>
                  <a:t>口方式</a:t>
                </a:r>
                <a:r>
                  <a:rPr lang="en-US" altLang="zh-CN" sz="2200" dirty="0">
                    <a:latin typeface="宋体" panose="02010600030101010101" pitchFamily="2" charset="-122"/>
                  </a:rPr>
                  <a:t>1</a:t>
                </a:r>
                <a:r>
                  <a:rPr lang="zh-CN" altLang="en-US" sz="2200" dirty="0">
                    <a:latin typeface="宋体" panose="02010600030101010101" pitchFamily="2" charset="-122"/>
                  </a:rPr>
                  <a:t>输入控制字</a:t>
                </a:r>
                <a:endParaRPr lang="zh-CN" altLang="en-US" sz="2200" dirty="0">
                  <a:latin typeface="宋体" panose="02010600030101010101" pitchFamily="2" charset="-122"/>
                </a:endParaRPr>
              </a:p>
            </p:txBody>
          </p:sp>
          <p:grpSp>
            <p:nvGrpSpPr>
              <p:cNvPr id="173127" name="Group 15"/>
              <p:cNvGrpSpPr/>
              <p:nvPr/>
            </p:nvGrpSpPr>
            <p:grpSpPr>
              <a:xfrm>
                <a:off x="3692" y="984"/>
                <a:ext cx="1692" cy="248"/>
                <a:chOff x="722" y="1197"/>
                <a:chExt cx="4230" cy="540"/>
              </a:xfrm>
            </p:grpSpPr>
            <p:sp>
              <p:nvSpPr>
                <p:cNvPr id="173129" name="Text Box 16"/>
                <p:cNvSpPr txBox="1"/>
                <p:nvPr/>
              </p:nvSpPr>
              <p:spPr>
                <a:xfrm>
                  <a:off x="722"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1</a:t>
                  </a:r>
                  <a:endParaRPr lang="en-US" altLang="zh-CN" sz="2200" dirty="0">
                    <a:solidFill>
                      <a:schemeClr val="tx1"/>
                    </a:solidFill>
                    <a:latin typeface="Arial" panose="020B0604020202020204" pitchFamily="34" charset="0"/>
                  </a:endParaRPr>
                </a:p>
              </p:txBody>
            </p:sp>
            <p:sp>
              <p:nvSpPr>
                <p:cNvPr id="173130" name="Text Box 17"/>
                <p:cNvSpPr txBox="1"/>
                <p:nvPr/>
              </p:nvSpPr>
              <p:spPr>
                <a:xfrm>
                  <a:off x="1254" y="1197"/>
                  <a:ext cx="531"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3131" name="Text Box 18"/>
                <p:cNvSpPr txBox="1"/>
                <p:nvPr/>
              </p:nvSpPr>
              <p:spPr>
                <a:xfrm>
                  <a:off x="1777"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3132" name="Text Box 19"/>
                <p:cNvSpPr txBox="1"/>
                <p:nvPr/>
              </p:nvSpPr>
              <p:spPr>
                <a:xfrm>
                  <a:off x="2311" y="1197"/>
                  <a:ext cx="531"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3133" name="Text Box 20"/>
                <p:cNvSpPr txBox="1"/>
                <p:nvPr/>
              </p:nvSpPr>
              <p:spPr>
                <a:xfrm>
                  <a:off x="2837"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3134" name="Text Box 21"/>
                <p:cNvSpPr txBox="1"/>
                <p:nvPr/>
              </p:nvSpPr>
              <p:spPr>
                <a:xfrm>
                  <a:off x="3364"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3300"/>
                      </a:solidFill>
                      <a:latin typeface="Arial" panose="020B0604020202020204" pitchFamily="34" charset="0"/>
                    </a:rPr>
                    <a:t>1</a:t>
                  </a:r>
                  <a:endParaRPr lang="en-US" altLang="zh-CN" sz="2200" dirty="0">
                    <a:solidFill>
                      <a:srgbClr val="0000FF"/>
                    </a:solidFill>
                    <a:latin typeface="Arial" panose="020B0604020202020204" pitchFamily="34" charset="0"/>
                  </a:endParaRPr>
                </a:p>
              </p:txBody>
            </p:sp>
            <p:sp>
              <p:nvSpPr>
                <p:cNvPr id="173135" name="Text Box 22"/>
                <p:cNvSpPr txBox="1"/>
                <p:nvPr/>
              </p:nvSpPr>
              <p:spPr>
                <a:xfrm>
                  <a:off x="3896" y="1197"/>
                  <a:ext cx="531"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1</a:t>
                  </a:r>
                  <a:endParaRPr lang="en-US" altLang="zh-CN" sz="2200" dirty="0">
                    <a:solidFill>
                      <a:schemeClr val="tx1"/>
                    </a:solidFill>
                    <a:latin typeface="Arial" panose="020B0604020202020204" pitchFamily="34" charset="0"/>
                  </a:endParaRPr>
                </a:p>
              </p:txBody>
            </p:sp>
            <p:sp>
              <p:nvSpPr>
                <p:cNvPr id="173136" name="Text Box 23"/>
                <p:cNvSpPr txBox="1"/>
                <p:nvPr/>
              </p:nvSpPr>
              <p:spPr>
                <a:xfrm>
                  <a:off x="4422"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grpSp>
          <p:sp>
            <p:nvSpPr>
              <p:cNvPr id="173128" name="Text Box 24"/>
              <p:cNvSpPr txBox="1"/>
              <p:nvPr/>
            </p:nvSpPr>
            <p:spPr>
              <a:xfrm>
                <a:off x="3608" y="752"/>
                <a:ext cx="1856"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latin typeface="宋体" panose="02010600030101010101" pitchFamily="2" charset="-122"/>
                  </a:rPr>
                  <a:t>B</a:t>
                </a:r>
                <a:r>
                  <a:rPr lang="zh-CN" altLang="en-US" sz="2200" dirty="0">
                    <a:latin typeface="宋体" panose="02010600030101010101" pitchFamily="2" charset="-122"/>
                  </a:rPr>
                  <a:t>口方式</a:t>
                </a:r>
                <a:r>
                  <a:rPr lang="en-US" altLang="zh-CN" sz="2200" dirty="0">
                    <a:latin typeface="宋体" panose="02010600030101010101" pitchFamily="2" charset="-122"/>
                  </a:rPr>
                  <a:t>1</a:t>
                </a:r>
                <a:r>
                  <a:rPr lang="zh-CN" altLang="en-US" sz="2200" dirty="0">
                    <a:latin typeface="宋体" panose="02010600030101010101" pitchFamily="2" charset="-122"/>
                  </a:rPr>
                  <a:t>输入控制字</a:t>
                </a:r>
                <a:endParaRPr lang="zh-CN" altLang="en-US" sz="2200" dirty="0">
                  <a:latin typeface="宋体" panose="02010600030101010101" pitchFamily="2" charset="-122"/>
                </a:endParaRPr>
              </a:p>
            </p:txBody>
          </p:sp>
        </p:grpSp>
        <p:grpSp>
          <p:nvGrpSpPr>
            <p:cNvPr id="173064" name="Group 25"/>
            <p:cNvGrpSpPr/>
            <p:nvPr/>
          </p:nvGrpSpPr>
          <p:grpSpPr>
            <a:xfrm>
              <a:off x="144" y="1872"/>
              <a:ext cx="2328" cy="1737"/>
              <a:chOff x="144" y="1504"/>
              <a:chExt cx="2328" cy="2105"/>
            </a:xfrm>
          </p:grpSpPr>
          <p:sp>
            <p:nvSpPr>
              <p:cNvPr id="173096" name="Text Box 26"/>
              <p:cNvSpPr txBox="1"/>
              <p:nvPr/>
            </p:nvSpPr>
            <p:spPr>
              <a:xfrm>
                <a:off x="744" y="1545"/>
                <a:ext cx="912" cy="2064"/>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chemeClr val="bg2"/>
                  </a:solidFill>
                  <a:latin typeface="Arial" panose="020B0604020202020204" pitchFamily="34" charset="0"/>
                </a:endParaRPr>
              </a:p>
            </p:txBody>
          </p:sp>
          <p:sp>
            <p:nvSpPr>
              <p:cNvPr id="173097" name="Text Box 27"/>
              <p:cNvSpPr txBox="1"/>
              <p:nvPr/>
            </p:nvSpPr>
            <p:spPr>
              <a:xfrm>
                <a:off x="912" y="1632"/>
                <a:ext cx="720" cy="256"/>
              </a:xfrm>
              <a:prstGeom prst="rect">
                <a:avLst/>
              </a:prstGeom>
              <a:solidFill>
                <a:srgbClr val="CCCCFF"/>
              </a:solid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PA7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PA0</a:t>
                </a:r>
                <a:endParaRPr lang="en-US" altLang="zh-CN" sz="2200" dirty="0">
                  <a:solidFill>
                    <a:schemeClr val="tx1"/>
                  </a:solidFill>
                  <a:latin typeface="Arial" panose="020B0604020202020204" pitchFamily="34" charset="0"/>
                </a:endParaRPr>
              </a:p>
            </p:txBody>
          </p:sp>
          <p:sp>
            <p:nvSpPr>
              <p:cNvPr id="173098" name="Text Box 28"/>
              <p:cNvSpPr txBox="1"/>
              <p:nvPr/>
            </p:nvSpPr>
            <p:spPr>
              <a:xfrm>
                <a:off x="1248" y="2528"/>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PC4</a:t>
                </a:r>
                <a:endParaRPr lang="en-US" altLang="zh-CN" sz="2200" dirty="0">
                  <a:solidFill>
                    <a:schemeClr val="accent1"/>
                  </a:solidFill>
                  <a:latin typeface="宋体" panose="02010600030101010101" pitchFamily="2" charset="-122"/>
                </a:endParaRPr>
              </a:p>
            </p:txBody>
          </p:sp>
          <p:sp>
            <p:nvSpPr>
              <p:cNvPr id="173099" name="Text Box 29"/>
              <p:cNvSpPr txBox="1"/>
              <p:nvPr/>
            </p:nvSpPr>
            <p:spPr>
              <a:xfrm>
                <a:off x="1248" y="2784"/>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PC5</a:t>
                </a:r>
                <a:endParaRPr lang="en-US" altLang="zh-CN" sz="2200" dirty="0">
                  <a:solidFill>
                    <a:schemeClr val="accent1"/>
                  </a:solidFill>
                  <a:latin typeface="宋体" panose="02010600030101010101" pitchFamily="2" charset="-122"/>
                </a:endParaRPr>
              </a:p>
            </p:txBody>
          </p:sp>
          <p:sp>
            <p:nvSpPr>
              <p:cNvPr id="173100" name="Text Box 30"/>
              <p:cNvSpPr txBox="1"/>
              <p:nvPr/>
            </p:nvSpPr>
            <p:spPr>
              <a:xfrm>
                <a:off x="1248" y="3312"/>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PC3</a:t>
                </a:r>
                <a:endParaRPr lang="en-US" altLang="zh-CN" sz="2200" dirty="0">
                  <a:solidFill>
                    <a:schemeClr val="accent1"/>
                  </a:solidFill>
                  <a:latin typeface="宋体" panose="02010600030101010101" pitchFamily="2" charset="-122"/>
                </a:endParaRPr>
              </a:p>
            </p:txBody>
          </p:sp>
          <p:sp>
            <p:nvSpPr>
              <p:cNvPr id="173101" name="Line 31"/>
              <p:cNvSpPr/>
              <p:nvPr/>
            </p:nvSpPr>
            <p:spPr>
              <a:xfrm>
                <a:off x="1456" y="1896"/>
                <a:ext cx="0" cy="624"/>
              </a:xfrm>
              <a:prstGeom prst="line">
                <a:avLst/>
              </a:prstGeom>
              <a:ln w="25400" cap="flat" cmpd="sng">
                <a:solidFill>
                  <a:srgbClr val="000000"/>
                </a:solidFill>
                <a:prstDash val="solid"/>
                <a:headEnd type="triangle" w="med" len="med"/>
                <a:tailEnd type="triangle" w="med" len="med"/>
              </a:ln>
            </p:spPr>
          </p:sp>
          <p:sp>
            <p:nvSpPr>
              <p:cNvPr id="173102" name="Text Box 32"/>
              <p:cNvSpPr txBox="1"/>
              <p:nvPr/>
            </p:nvSpPr>
            <p:spPr>
              <a:xfrm>
                <a:off x="784" y="1984"/>
                <a:ext cx="488" cy="448"/>
              </a:xfrm>
              <a:prstGeom prst="rect">
                <a:avLst/>
              </a:prstGeom>
              <a:solidFill>
                <a:srgbClr val="00FFFF"/>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INTEA</a:t>
                </a:r>
                <a:endParaRPr lang="en-US" altLang="zh-CN" sz="2200" dirty="0">
                  <a:solidFill>
                    <a:schemeClr val="tx1"/>
                  </a:solidFill>
                  <a:latin typeface="宋体" panose="02010600030101010101" pitchFamily="2" charset="-122"/>
                </a:endParaRPr>
              </a:p>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PC4</a:t>
                </a:r>
                <a:endParaRPr lang="en-US" altLang="zh-CN" sz="2200" dirty="0">
                  <a:solidFill>
                    <a:schemeClr val="tx1"/>
                  </a:solidFill>
                  <a:latin typeface="宋体" panose="02010600030101010101" pitchFamily="2" charset="-122"/>
                </a:endParaRPr>
              </a:p>
            </p:txBody>
          </p:sp>
          <p:sp>
            <p:nvSpPr>
              <p:cNvPr id="173103" name="Line 33"/>
              <p:cNvSpPr/>
              <p:nvPr/>
            </p:nvSpPr>
            <p:spPr>
              <a:xfrm>
                <a:off x="840" y="2432"/>
                <a:ext cx="0" cy="680"/>
              </a:xfrm>
              <a:prstGeom prst="line">
                <a:avLst/>
              </a:prstGeom>
              <a:ln w="25400" cap="flat" cmpd="sng">
                <a:solidFill>
                  <a:srgbClr val="FF0000"/>
                </a:solidFill>
                <a:prstDash val="solid"/>
                <a:headEnd type="none" w="med" len="med"/>
                <a:tailEnd type="triangle" w="med" len="med"/>
              </a:ln>
            </p:spPr>
          </p:sp>
          <p:sp>
            <p:nvSpPr>
              <p:cNvPr id="173104" name="Text Box 34"/>
              <p:cNvSpPr txBox="1"/>
              <p:nvPr/>
            </p:nvSpPr>
            <p:spPr>
              <a:xfrm>
                <a:off x="792" y="3112"/>
                <a:ext cx="376" cy="256"/>
              </a:xfrm>
              <a:prstGeom prst="rect">
                <a:avLst/>
              </a:prstGeom>
              <a:solidFill>
                <a:srgbClr val="FF99CC"/>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楷体_GB2312" pitchFamily="1" charset="-122"/>
                  </a:rPr>
                  <a:t>与门</a:t>
                </a:r>
                <a:endParaRPr lang="zh-CN" altLang="en-US" sz="2200" dirty="0">
                  <a:solidFill>
                    <a:schemeClr val="tx1"/>
                  </a:solidFill>
                  <a:latin typeface="宋体" panose="02010600030101010101" pitchFamily="2" charset="-122"/>
                </a:endParaRPr>
              </a:p>
            </p:txBody>
          </p:sp>
          <p:sp>
            <p:nvSpPr>
              <p:cNvPr id="173105" name="Line 35"/>
              <p:cNvSpPr/>
              <p:nvPr/>
            </p:nvSpPr>
            <p:spPr>
              <a:xfrm>
                <a:off x="968" y="2656"/>
                <a:ext cx="272" cy="0"/>
              </a:xfrm>
              <a:prstGeom prst="line">
                <a:avLst/>
              </a:prstGeom>
              <a:ln w="25400" cap="flat" cmpd="sng">
                <a:solidFill>
                  <a:srgbClr val="000000"/>
                </a:solidFill>
                <a:prstDash val="solid"/>
                <a:headEnd type="none" w="med" len="med"/>
                <a:tailEnd type="none" w="med" len="med"/>
              </a:ln>
            </p:spPr>
          </p:sp>
          <p:sp>
            <p:nvSpPr>
              <p:cNvPr id="173106" name="Line 36"/>
              <p:cNvSpPr/>
              <p:nvPr/>
            </p:nvSpPr>
            <p:spPr>
              <a:xfrm>
                <a:off x="968" y="2464"/>
                <a:ext cx="0" cy="228"/>
              </a:xfrm>
              <a:prstGeom prst="line">
                <a:avLst/>
              </a:prstGeom>
              <a:ln w="25400" cap="flat" cmpd="sng">
                <a:solidFill>
                  <a:srgbClr val="000000"/>
                </a:solidFill>
                <a:prstDash val="solid"/>
                <a:headEnd type="triangle" w="med" len="med"/>
                <a:tailEnd type="none" w="med" len="med"/>
              </a:ln>
            </p:spPr>
          </p:sp>
          <p:sp>
            <p:nvSpPr>
              <p:cNvPr id="173107" name="Line 37"/>
              <p:cNvSpPr/>
              <p:nvPr/>
            </p:nvSpPr>
            <p:spPr>
              <a:xfrm>
                <a:off x="1104" y="2872"/>
                <a:ext cx="144" cy="8"/>
              </a:xfrm>
              <a:prstGeom prst="line">
                <a:avLst/>
              </a:prstGeom>
              <a:ln w="25400" cap="flat" cmpd="sng">
                <a:solidFill>
                  <a:srgbClr val="000000"/>
                </a:solidFill>
                <a:prstDash val="solid"/>
                <a:headEnd type="none" w="med" len="med"/>
                <a:tailEnd type="none" w="med" len="med"/>
              </a:ln>
            </p:spPr>
          </p:sp>
          <p:sp>
            <p:nvSpPr>
              <p:cNvPr id="173108" name="Line 38"/>
              <p:cNvSpPr/>
              <p:nvPr/>
            </p:nvSpPr>
            <p:spPr>
              <a:xfrm>
                <a:off x="1104" y="2880"/>
                <a:ext cx="0" cy="224"/>
              </a:xfrm>
              <a:prstGeom prst="line">
                <a:avLst/>
              </a:prstGeom>
              <a:ln w="25400" cap="flat" cmpd="sng">
                <a:solidFill>
                  <a:srgbClr val="000000"/>
                </a:solidFill>
                <a:prstDash val="solid"/>
                <a:headEnd type="none" w="med" len="med"/>
                <a:tailEnd type="triangle" w="med" len="med"/>
              </a:ln>
            </p:spPr>
          </p:sp>
          <p:sp>
            <p:nvSpPr>
              <p:cNvPr id="173109" name="Line 39"/>
              <p:cNvSpPr/>
              <p:nvPr/>
            </p:nvSpPr>
            <p:spPr>
              <a:xfrm>
                <a:off x="968" y="3368"/>
                <a:ext cx="0" cy="80"/>
              </a:xfrm>
              <a:prstGeom prst="line">
                <a:avLst/>
              </a:prstGeom>
              <a:ln w="25400" cap="flat" cmpd="sng">
                <a:solidFill>
                  <a:srgbClr val="000000"/>
                </a:solidFill>
                <a:prstDash val="solid"/>
                <a:headEnd type="none" w="med" len="med"/>
                <a:tailEnd type="none" w="med" len="med"/>
              </a:ln>
            </p:spPr>
          </p:sp>
          <p:sp>
            <p:nvSpPr>
              <p:cNvPr id="173110" name="Line 40"/>
              <p:cNvSpPr/>
              <p:nvPr/>
            </p:nvSpPr>
            <p:spPr>
              <a:xfrm>
                <a:off x="968" y="3440"/>
                <a:ext cx="280" cy="0"/>
              </a:xfrm>
              <a:prstGeom prst="line">
                <a:avLst/>
              </a:prstGeom>
              <a:ln w="25400" cap="flat" cmpd="sng">
                <a:solidFill>
                  <a:srgbClr val="000000"/>
                </a:solidFill>
                <a:prstDash val="solid"/>
                <a:headEnd type="none" w="med" len="med"/>
                <a:tailEnd type="triangle" w="med" len="med"/>
              </a:ln>
            </p:spPr>
          </p:sp>
          <p:sp>
            <p:nvSpPr>
              <p:cNvPr id="173111" name="Line 41"/>
              <p:cNvSpPr/>
              <p:nvPr/>
            </p:nvSpPr>
            <p:spPr>
              <a:xfrm flipH="1">
                <a:off x="1616" y="2664"/>
                <a:ext cx="408" cy="0"/>
              </a:xfrm>
              <a:prstGeom prst="line">
                <a:avLst/>
              </a:prstGeom>
              <a:ln w="25400" cap="flat" cmpd="sng">
                <a:solidFill>
                  <a:srgbClr val="0000FF"/>
                </a:solidFill>
                <a:prstDash val="solid"/>
                <a:headEnd type="none" w="med" len="med"/>
                <a:tailEnd type="triangle" w="med" len="med"/>
              </a:ln>
            </p:spPr>
          </p:sp>
          <p:sp>
            <p:nvSpPr>
              <p:cNvPr id="173112" name="Line 42"/>
              <p:cNvSpPr/>
              <p:nvPr/>
            </p:nvSpPr>
            <p:spPr>
              <a:xfrm rot="-10800000" flipH="1">
                <a:off x="1616" y="2920"/>
                <a:ext cx="408" cy="0"/>
              </a:xfrm>
              <a:prstGeom prst="line">
                <a:avLst/>
              </a:prstGeom>
              <a:ln w="25400" cap="flat" cmpd="sng">
                <a:solidFill>
                  <a:srgbClr val="0000FF"/>
                </a:solidFill>
                <a:prstDash val="solid"/>
                <a:headEnd type="none" w="med" len="med"/>
                <a:tailEnd type="triangle" w="med" len="med"/>
              </a:ln>
            </p:spPr>
          </p:sp>
          <p:sp>
            <p:nvSpPr>
              <p:cNvPr id="173113" name="Line 43"/>
              <p:cNvSpPr/>
              <p:nvPr/>
            </p:nvSpPr>
            <p:spPr>
              <a:xfrm rot="10800000" flipH="1" flipV="1">
                <a:off x="1624" y="3432"/>
                <a:ext cx="336" cy="0"/>
              </a:xfrm>
              <a:prstGeom prst="line">
                <a:avLst/>
              </a:prstGeom>
              <a:ln w="25400" cap="flat" cmpd="sng">
                <a:solidFill>
                  <a:srgbClr val="0000FF"/>
                </a:solidFill>
                <a:prstDash val="solid"/>
                <a:headEnd type="none" w="med" len="med"/>
                <a:tailEnd type="triangle" w="med" len="med"/>
              </a:ln>
            </p:spPr>
          </p:sp>
          <p:sp>
            <p:nvSpPr>
              <p:cNvPr id="173114" name="Text Box 44"/>
              <p:cNvSpPr txBox="1"/>
              <p:nvPr/>
            </p:nvSpPr>
            <p:spPr>
              <a:xfrm>
                <a:off x="1984" y="2800"/>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IBFA</a:t>
                </a:r>
                <a:endParaRPr lang="en-US" altLang="zh-CN" sz="2200" dirty="0">
                  <a:solidFill>
                    <a:schemeClr val="bg2"/>
                  </a:solidFill>
                  <a:latin typeface="宋体" panose="02010600030101010101" pitchFamily="2" charset="-122"/>
                </a:endParaRPr>
              </a:p>
            </p:txBody>
          </p:sp>
          <p:grpSp>
            <p:nvGrpSpPr>
              <p:cNvPr id="173115" name="Group 45"/>
              <p:cNvGrpSpPr/>
              <p:nvPr/>
            </p:nvGrpSpPr>
            <p:grpSpPr>
              <a:xfrm>
                <a:off x="1928" y="2544"/>
                <a:ext cx="544" cy="1024"/>
                <a:chOff x="1928" y="2416"/>
                <a:chExt cx="544" cy="1024"/>
              </a:xfrm>
            </p:grpSpPr>
            <p:sp>
              <p:nvSpPr>
                <p:cNvPr id="173122" name="Text Box 46"/>
                <p:cNvSpPr txBox="1"/>
                <p:nvPr/>
              </p:nvSpPr>
              <p:spPr>
                <a:xfrm>
                  <a:off x="2009" y="2416"/>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STBA</a:t>
                  </a:r>
                  <a:endParaRPr lang="en-US" altLang="zh-CN" sz="2200" dirty="0">
                    <a:solidFill>
                      <a:schemeClr val="bg2"/>
                    </a:solidFill>
                    <a:latin typeface="宋体" panose="02010600030101010101" pitchFamily="2" charset="-122"/>
                  </a:endParaRPr>
                </a:p>
              </p:txBody>
            </p:sp>
            <p:sp>
              <p:nvSpPr>
                <p:cNvPr id="173123" name="Line 47"/>
                <p:cNvSpPr/>
                <p:nvPr/>
              </p:nvSpPr>
              <p:spPr>
                <a:xfrm flipV="1">
                  <a:off x="2056" y="2448"/>
                  <a:ext cx="344" cy="0"/>
                </a:xfrm>
                <a:prstGeom prst="line">
                  <a:avLst/>
                </a:prstGeom>
                <a:ln w="25400" cap="flat" cmpd="sng">
                  <a:solidFill>
                    <a:srgbClr val="000000"/>
                  </a:solidFill>
                  <a:prstDash val="solid"/>
                  <a:headEnd type="none" w="med" len="med"/>
                  <a:tailEnd type="none" w="med" len="med"/>
                </a:ln>
              </p:spPr>
            </p:sp>
            <p:sp>
              <p:nvSpPr>
                <p:cNvPr id="173124" name="Text Box 48"/>
                <p:cNvSpPr txBox="1"/>
                <p:nvPr/>
              </p:nvSpPr>
              <p:spPr>
                <a:xfrm>
                  <a:off x="1928" y="3184"/>
                  <a:ext cx="54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INTRA</a:t>
                  </a:r>
                  <a:endParaRPr lang="en-US" altLang="zh-CN" sz="2200" dirty="0">
                    <a:solidFill>
                      <a:schemeClr val="tx1"/>
                    </a:solidFill>
                    <a:latin typeface="宋体" panose="02010600030101010101" pitchFamily="2" charset="-122"/>
                  </a:endParaRPr>
                </a:p>
              </p:txBody>
            </p:sp>
          </p:grpSp>
          <p:sp>
            <p:nvSpPr>
              <p:cNvPr id="173116" name="Line 49"/>
              <p:cNvSpPr/>
              <p:nvPr/>
            </p:nvSpPr>
            <p:spPr>
              <a:xfrm>
                <a:off x="504" y="3456"/>
                <a:ext cx="240" cy="0"/>
              </a:xfrm>
              <a:prstGeom prst="line">
                <a:avLst/>
              </a:prstGeom>
              <a:ln w="25400" cap="flat" cmpd="sng">
                <a:solidFill>
                  <a:srgbClr val="000000"/>
                </a:solidFill>
                <a:prstDash val="solid"/>
                <a:headEnd type="none" w="med" len="med"/>
                <a:tailEnd type="triangle" w="med" len="med"/>
              </a:ln>
            </p:spPr>
          </p:sp>
          <p:sp>
            <p:nvSpPr>
              <p:cNvPr id="173117" name="Text Box 50"/>
              <p:cNvSpPr txBox="1"/>
              <p:nvPr/>
            </p:nvSpPr>
            <p:spPr>
              <a:xfrm>
                <a:off x="264" y="3328"/>
                <a:ext cx="232"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RD</a:t>
                </a:r>
                <a:endParaRPr lang="en-US" altLang="zh-CN" sz="2200" dirty="0">
                  <a:solidFill>
                    <a:schemeClr val="bg2"/>
                  </a:solidFill>
                  <a:latin typeface="宋体" panose="02010600030101010101" pitchFamily="2" charset="-122"/>
                </a:endParaRPr>
              </a:p>
            </p:txBody>
          </p:sp>
          <p:sp>
            <p:nvSpPr>
              <p:cNvPr id="173118" name="Line 51"/>
              <p:cNvSpPr/>
              <p:nvPr/>
            </p:nvSpPr>
            <p:spPr>
              <a:xfrm>
                <a:off x="288" y="3368"/>
                <a:ext cx="152" cy="0"/>
              </a:xfrm>
              <a:prstGeom prst="line">
                <a:avLst/>
              </a:prstGeom>
              <a:ln w="25400" cap="flat" cmpd="sng">
                <a:solidFill>
                  <a:srgbClr val="000000"/>
                </a:solidFill>
                <a:prstDash val="solid"/>
                <a:headEnd type="none" w="med" len="med"/>
                <a:tailEnd type="none" w="med" len="med"/>
              </a:ln>
            </p:spPr>
          </p:sp>
          <p:sp>
            <p:nvSpPr>
              <p:cNvPr id="173119" name="AutoShape 52"/>
              <p:cNvSpPr/>
              <p:nvPr/>
            </p:nvSpPr>
            <p:spPr>
              <a:xfrm>
                <a:off x="144" y="1656"/>
                <a:ext cx="600" cy="200"/>
              </a:xfrm>
              <a:prstGeom prst="leftArrow">
                <a:avLst>
                  <a:gd name="adj1" fmla="val 50000"/>
                  <a:gd name="adj2" fmla="val 75000"/>
                </a:avLst>
              </a:prstGeom>
              <a:solidFill>
                <a:srgbClr val="00CCFF"/>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73120" name="Text Box 53"/>
              <p:cNvSpPr txBox="1"/>
              <p:nvPr/>
            </p:nvSpPr>
            <p:spPr>
              <a:xfrm>
                <a:off x="240" y="1504"/>
                <a:ext cx="50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tx1"/>
                  </a:solidFill>
                  <a:latin typeface="宋体" panose="02010600030101010101" pitchFamily="2" charset="-122"/>
                </a:endParaRPr>
              </a:p>
            </p:txBody>
          </p:sp>
          <p:sp>
            <p:nvSpPr>
              <p:cNvPr id="173121" name="AutoShape 54"/>
              <p:cNvSpPr/>
              <p:nvPr/>
            </p:nvSpPr>
            <p:spPr>
              <a:xfrm>
                <a:off x="1640" y="1640"/>
                <a:ext cx="504" cy="232"/>
              </a:xfrm>
              <a:prstGeom prst="leftArrow">
                <a:avLst>
                  <a:gd name="adj1" fmla="val 50000"/>
                  <a:gd name="adj2" fmla="val 54250"/>
                </a:avLst>
              </a:prstGeom>
              <a:solidFill>
                <a:schemeClr val="accent1"/>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grpSp>
        <p:sp>
          <p:nvSpPr>
            <p:cNvPr id="173065" name="Text Box 55"/>
            <p:cNvSpPr txBox="1"/>
            <p:nvPr/>
          </p:nvSpPr>
          <p:spPr>
            <a:xfrm>
              <a:off x="144" y="3680"/>
              <a:ext cx="2592"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en-US" altLang="zh-CN" sz="2200" dirty="0">
                  <a:solidFill>
                    <a:srgbClr val="0070C0"/>
                  </a:solidFill>
                  <a:latin typeface="楷体_GB2312" pitchFamily="1" charset="-122"/>
                </a:rPr>
                <a:t>A</a:t>
              </a:r>
              <a:r>
                <a:rPr lang="zh-CN" altLang="en-US" sz="2200" dirty="0">
                  <a:solidFill>
                    <a:srgbClr val="0070C0"/>
                  </a:solidFill>
                  <a:latin typeface="楷体_GB2312" pitchFamily="1" charset="-122"/>
                </a:rPr>
                <a:t>口方式</a:t>
              </a:r>
              <a:r>
                <a:rPr lang="en-US" altLang="zh-CN" sz="2200" dirty="0">
                  <a:solidFill>
                    <a:srgbClr val="0070C0"/>
                  </a:solidFill>
                  <a:latin typeface="楷体_GB2312" pitchFamily="1" charset="-122"/>
                </a:rPr>
                <a:t>1</a:t>
              </a:r>
              <a:r>
                <a:rPr lang="zh-CN" altLang="en-US" sz="2200" dirty="0">
                  <a:solidFill>
                    <a:srgbClr val="0070C0"/>
                  </a:solidFill>
                  <a:latin typeface="楷体_GB2312" pitchFamily="1" charset="-122"/>
                </a:rPr>
                <a:t>输入时相应的联络信号</a:t>
              </a:r>
              <a:endParaRPr lang="zh-CN" altLang="en-US" sz="2200" dirty="0">
                <a:solidFill>
                  <a:srgbClr val="0070C0"/>
                </a:solidFill>
                <a:latin typeface="楷体_GB2312" pitchFamily="1" charset="-122"/>
              </a:endParaRPr>
            </a:p>
          </p:txBody>
        </p:sp>
        <p:grpSp>
          <p:nvGrpSpPr>
            <p:cNvPr id="173066" name="Group 56"/>
            <p:cNvGrpSpPr/>
            <p:nvPr/>
          </p:nvGrpSpPr>
          <p:grpSpPr>
            <a:xfrm>
              <a:off x="3360" y="1920"/>
              <a:ext cx="2400" cy="1697"/>
              <a:chOff x="3360" y="1520"/>
              <a:chExt cx="2400" cy="2097"/>
            </a:xfrm>
          </p:grpSpPr>
          <p:sp>
            <p:nvSpPr>
              <p:cNvPr id="173068" name="Text Box 57"/>
              <p:cNvSpPr txBox="1"/>
              <p:nvPr/>
            </p:nvSpPr>
            <p:spPr>
              <a:xfrm>
                <a:off x="4032" y="1553"/>
                <a:ext cx="912" cy="2064"/>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chemeClr val="bg2"/>
                  </a:solidFill>
                  <a:latin typeface="Arial" panose="020B0604020202020204" pitchFamily="34" charset="0"/>
                </a:endParaRPr>
              </a:p>
            </p:txBody>
          </p:sp>
          <p:sp>
            <p:nvSpPr>
              <p:cNvPr id="173069" name="Text Box 58"/>
              <p:cNvSpPr txBox="1"/>
              <p:nvPr/>
            </p:nvSpPr>
            <p:spPr>
              <a:xfrm>
                <a:off x="4224" y="1640"/>
                <a:ext cx="696" cy="264"/>
              </a:xfrm>
              <a:prstGeom prst="rect">
                <a:avLst/>
              </a:prstGeom>
              <a:solidFill>
                <a:srgbClr val="FFCC99"/>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PB7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PB0</a:t>
                </a:r>
                <a:endParaRPr lang="en-US" altLang="zh-CN" sz="2200" dirty="0">
                  <a:solidFill>
                    <a:schemeClr val="tx1"/>
                  </a:solidFill>
                  <a:latin typeface="宋体" panose="02010600030101010101" pitchFamily="2" charset="-122"/>
                </a:endParaRPr>
              </a:p>
            </p:txBody>
          </p:sp>
          <p:sp>
            <p:nvSpPr>
              <p:cNvPr id="173070" name="Text Box 59"/>
              <p:cNvSpPr txBox="1"/>
              <p:nvPr/>
            </p:nvSpPr>
            <p:spPr>
              <a:xfrm>
                <a:off x="4536" y="2536"/>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PC2</a:t>
                </a:r>
                <a:endParaRPr lang="en-US" altLang="zh-CN" sz="2200" dirty="0">
                  <a:solidFill>
                    <a:schemeClr val="accent1"/>
                  </a:solidFill>
                  <a:latin typeface="宋体" panose="02010600030101010101" pitchFamily="2" charset="-122"/>
                </a:endParaRPr>
              </a:p>
            </p:txBody>
          </p:sp>
          <p:sp>
            <p:nvSpPr>
              <p:cNvPr id="173071" name="Text Box 60"/>
              <p:cNvSpPr txBox="1"/>
              <p:nvPr/>
            </p:nvSpPr>
            <p:spPr>
              <a:xfrm>
                <a:off x="4536" y="2792"/>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PC1</a:t>
                </a:r>
                <a:endParaRPr lang="en-US" altLang="zh-CN" sz="2200" dirty="0">
                  <a:solidFill>
                    <a:schemeClr val="accent1"/>
                  </a:solidFill>
                  <a:latin typeface="宋体" panose="02010600030101010101" pitchFamily="2" charset="-122"/>
                </a:endParaRPr>
              </a:p>
            </p:txBody>
          </p:sp>
          <p:sp>
            <p:nvSpPr>
              <p:cNvPr id="173072" name="Text Box 61"/>
              <p:cNvSpPr txBox="1"/>
              <p:nvPr/>
            </p:nvSpPr>
            <p:spPr>
              <a:xfrm>
                <a:off x="4536" y="3320"/>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PC0</a:t>
                </a:r>
                <a:endParaRPr lang="en-US" altLang="zh-CN" sz="2200" dirty="0">
                  <a:solidFill>
                    <a:schemeClr val="accent1"/>
                  </a:solidFill>
                  <a:latin typeface="宋体" panose="02010600030101010101" pitchFamily="2" charset="-122"/>
                </a:endParaRPr>
              </a:p>
            </p:txBody>
          </p:sp>
          <p:sp>
            <p:nvSpPr>
              <p:cNvPr id="173073" name="Line 62"/>
              <p:cNvSpPr/>
              <p:nvPr/>
            </p:nvSpPr>
            <p:spPr>
              <a:xfrm>
                <a:off x="4744" y="1904"/>
                <a:ext cx="0" cy="624"/>
              </a:xfrm>
              <a:prstGeom prst="line">
                <a:avLst/>
              </a:prstGeom>
              <a:ln w="25400" cap="flat" cmpd="sng">
                <a:solidFill>
                  <a:srgbClr val="000000"/>
                </a:solidFill>
                <a:prstDash val="solid"/>
                <a:headEnd type="triangle" w="med" len="med"/>
                <a:tailEnd type="triangle" w="med" len="med"/>
              </a:ln>
            </p:spPr>
          </p:sp>
          <p:sp>
            <p:nvSpPr>
              <p:cNvPr id="173074" name="Text Box 63"/>
              <p:cNvSpPr txBox="1"/>
              <p:nvPr/>
            </p:nvSpPr>
            <p:spPr>
              <a:xfrm>
                <a:off x="4072" y="1992"/>
                <a:ext cx="488" cy="448"/>
              </a:xfrm>
              <a:prstGeom prst="rect">
                <a:avLst/>
              </a:prstGeom>
              <a:solidFill>
                <a:srgbClr val="00FFFF"/>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INTEB</a:t>
                </a:r>
                <a:endParaRPr lang="en-US" altLang="zh-CN" sz="2200" dirty="0">
                  <a:solidFill>
                    <a:schemeClr val="tx1"/>
                  </a:solidFill>
                  <a:latin typeface="宋体" panose="02010600030101010101" pitchFamily="2" charset="-122"/>
                </a:endParaRPr>
              </a:p>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PC2</a:t>
                </a:r>
                <a:endParaRPr lang="en-US" altLang="zh-CN" sz="2200" dirty="0">
                  <a:solidFill>
                    <a:schemeClr val="tx1"/>
                  </a:solidFill>
                  <a:latin typeface="宋体" panose="02010600030101010101" pitchFamily="2" charset="-122"/>
                </a:endParaRPr>
              </a:p>
            </p:txBody>
          </p:sp>
          <p:sp>
            <p:nvSpPr>
              <p:cNvPr id="173075" name="Line 64"/>
              <p:cNvSpPr/>
              <p:nvPr/>
            </p:nvSpPr>
            <p:spPr>
              <a:xfrm>
                <a:off x="4128" y="2440"/>
                <a:ext cx="0" cy="680"/>
              </a:xfrm>
              <a:prstGeom prst="line">
                <a:avLst/>
              </a:prstGeom>
              <a:ln w="25400" cap="flat" cmpd="sng">
                <a:solidFill>
                  <a:srgbClr val="FF0000"/>
                </a:solidFill>
                <a:prstDash val="solid"/>
                <a:headEnd type="none" w="med" len="med"/>
                <a:tailEnd type="triangle" w="med" len="med"/>
              </a:ln>
            </p:spPr>
          </p:sp>
          <p:sp>
            <p:nvSpPr>
              <p:cNvPr id="173076" name="Text Box 65"/>
              <p:cNvSpPr txBox="1"/>
              <p:nvPr/>
            </p:nvSpPr>
            <p:spPr>
              <a:xfrm>
                <a:off x="4080" y="3120"/>
                <a:ext cx="376" cy="256"/>
              </a:xfrm>
              <a:prstGeom prst="rect">
                <a:avLst/>
              </a:prstGeom>
              <a:solidFill>
                <a:srgbClr val="FF99CC"/>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楷体_GB2312" pitchFamily="1" charset="-122"/>
                  </a:rPr>
                  <a:t>与门</a:t>
                </a:r>
                <a:endParaRPr lang="zh-CN" altLang="en-US" sz="2200" dirty="0">
                  <a:solidFill>
                    <a:schemeClr val="tx1"/>
                  </a:solidFill>
                  <a:latin typeface="宋体" panose="02010600030101010101" pitchFamily="2" charset="-122"/>
                </a:endParaRPr>
              </a:p>
            </p:txBody>
          </p:sp>
          <p:sp>
            <p:nvSpPr>
              <p:cNvPr id="173077" name="Line 66"/>
              <p:cNvSpPr/>
              <p:nvPr/>
            </p:nvSpPr>
            <p:spPr>
              <a:xfrm>
                <a:off x="4256" y="2664"/>
                <a:ext cx="272" cy="0"/>
              </a:xfrm>
              <a:prstGeom prst="line">
                <a:avLst/>
              </a:prstGeom>
              <a:ln w="25400" cap="flat" cmpd="sng">
                <a:solidFill>
                  <a:srgbClr val="000000"/>
                </a:solidFill>
                <a:prstDash val="solid"/>
                <a:headEnd type="none" w="med" len="med"/>
                <a:tailEnd type="none" w="med" len="med"/>
              </a:ln>
            </p:spPr>
          </p:sp>
          <p:sp>
            <p:nvSpPr>
              <p:cNvPr id="173078" name="Line 67"/>
              <p:cNvSpPr/>
              <p:nvPr/>
            </p:nvSpPr>
            <p:spPr>
              <a:xfrm>
                <a:off x="4256" y="2443"/>
                <a:ext cx="0" cy="229"/>
              </a:xfrm>
              <a:prstGeom prst="line">
                <a:avLst/>
              </a:prstGeom>
              <a:ln w="25400" cap="flat" cmpd="sng">
                <a:solidFill>
                  <a:srgbClr val="000000"/>
                </a:solidFill>
                <a:prstDash val="solid"/>
                <a:headEnd type="triangle" w="med" len="med"/>
                <a:tailEnd type="none" w="med" len="med"/>
              </a:ln>
            </p:spPr>
          </p:sp>
          <p:sp>
            <p:nvSpPr>
              <p:cNvPr id="173079" name="Line 68"/>
              <p:cNvSpPr/>
              <p:nvPr/>
            </p:nvSpPr>
            <p:spPr>
              <a:xfrm>
                <a:off x="4392" y="2880"/>
                <a:ext cx="144" cy="0"/>
              </a:xfrm>
              <a:prstGeom prst="line">
                <a:avLst/>
              </a:prstGeom>
              <a:ln w="25400" cap="flat" cmpd="sng">
                <a:solidFill>
                  <a:srgbClr val="000000"/>
                </a:solidFill>
                <a:prstDash val="solid"/>
                <a:headEnd type="none" w="med" len="med"/>
                <a:tailEnd type="none" w="med" len="med"/>
              </a:ln>
            </p:spPr>
          </p:sp>
          <p:sp>
            <p:nvSpPr>
              <p:cNvPr id="173080" name="Line 69"/>
              <p:cNvSpPr/>
              <p:nvPr/>
            </p:nvSpPr>
            <p:spPr>
              <a:xfrm>
                <a:off x="4392" y="2888"/>
                <a:ext cx="0" cy="224"/>
              </a:xfrm>
              <a:prstGeom prst="line">
                <a:avLst/>
              </a:prstGeom>
              <a:ln w="25400" cap="flat" cmpd="sng">
                <a:solidFill>
                  <a:srgbClr val="000000"/>
                </a:solidFill>
                <a:prstDash val="solid"/>
                <a:headEnd type="none" w="med" len="med"/>
                <a:tailEnd type="triangle" w="med" len="med"/>
              </a:ln>
            </p:spPr>
          </p:sp>
          <p:sp>
            <p:nvSpPr>
              <p:cNvPr id="173081" name="Line 70"/>
              <p:cNvSpPr/>
              <p:nvPr/>
            </p:nvSpPr>
            <p:spPr>
              <a:xfrm>
                <a:off x="4256" y="3376"/>
                <a:ext cx="0" cy="80"/>
              </a:xfrm>
              <a:prstGeom prst="line">
                <a:avLst/>
              </a:prstGeom>
              <a:ln w="25400" cap="flat" cmpd="sng">
                <a:solidFill>
                  <a:srgbClr val="000000"/>
                </a:solidFill>
                <a:prstDash val="solid"/>
                <a:headEnd type="none" w="med" len="med"/>
                <a:tailEnd type="none" w="med" len="med"/>
              </a:ln>
            </p:spPr>
          </p:sp>
          <p:sp>
            <p:nvSpPr>
              <p:cNvPr id="173082" name="Line 71"/>
              <p:cNvSpPr/>
              <p:nvPr/>
            </p:nvSpPr>
            <p:spPr>
              <a:xfrm>
                <a:off x="4256" y="3448"/>
                <a:ext cx="280" cy="0"/>
              </a:xfrm>
              <a:prstGeom prst="line">
                <a:avLst/>
              </a:prstGeom>
              <a:ln w="25400" cap="flat" cmpd="sng">
                <a:solidFill>
                  <a:srgbClr val="000000"/>
                </a:solidFill>
                <a:prstDash val="solid"/>
                <a:headEnd type="none" w="med" len="med"/>
                <a:tailEnd type="triangle" w="med" len="med"/>
              </a:ln>
            </p:spPr>
          </p:sp>
          <p:sp>
            <p:nvSpPr>
              <p:cNvPr id="173083" name="Line 72"/>
              <p:cNvSpPr/>
              <p:nvPr/>
            </p:nvSpPr>
            <p:spPr>
              <a:xfrm flipH="1">
                <a:off x="4904" y="2672"/>
                <a:ext cx="408" cy="0"/>
              </a:xfrm>
              <a:prstGeom prst="line">
                <a:avLst/>
              </a:prstGeom>
              <a:ln w="25400" cap="flat" cmpd="sng">
                <a:solidFill>
                  <a:srgbClr val="0000FF"/>
                </a:solidFill>
                <a:prstDash val="solid"/>
                <a:headEnd type="none" w="med" len="med"/>
                <a:tailEnd type="triangle" w="med" len="med"/>
              </a:ln>
            </p:spPr>
          </p:sp>
          <p:sp>
            <p:nvSpPr>
              <p:cNvPr id="173084" name="Line 73"/>
              <p:cNvSpPr/>
              <p:nvPr/>
            </p:nvSpPr>
            <p:spPr>
              <a:xfrm rot="-10800000" flipH="1">
                <a:off x="4904" y="2928"/>
                <a:ext cx="408" cy="0"/>
              </a:xfrm>
              <a:prstGeom prst="line">
                <a:avLst/>
              </a:prstGeom>
              <a:ln w="25400" cap="flat" cmpd="sng">
                <a:solidFill>
                  <a:srgbClr val="0000FF"/>
                </a:solidFill>
                <a:prstDash val="solid"/>
                <a:headEnd type="none" w="med" len="med"/>
                <a:tailEnd type="triangle" w="med" len="med"/>
              </a:ln>
            </p:spPr>
          </p:sp>
          <p:sp>
            <p:nvSpPr>
              <p:cNvPr id="173085" name="Line 74"/>
              <p:cNvSpPr/>
              <p:nvPr/>
            </p:nvSpPr>
            <p:spPr>
              <a:xfrm rot="-10800000" flipH="1">
                <a:off x="4912" y="3440"/>
                <a:ext cx="328" cy="0"/>
              </a:xfrm>
              <a:prstGeom prst="line">
                <a:avLst/>
              </a:prstGeom>
              <a:ln w="25400" cap="flat" cmpd="sng">
                <a:solidFill>
                  <a:srgbClr val="0000FF"/>
                </a:solidFill>
                <a:prstDash val="solid"/>
                <a:headEnd type="none" w="med" len="med"/>
                <a:tailEnd type="triangle" w="med" len="med"/>
              </a:ln>
            </p:spPr>
          </p:sp>
          <p:sp>
            <p:nvSpPr>
              <p:cNvPr id="173086" name="Line 75"/>
              <p:cNvSpPr/>
              <p:nvPr/>
            </p:nvSpPr>
            <p:spPr>
              <a:xfrm>
                <a:off x="3792" y="3464"/>
                <a:ext cx="240" cy="0"/>
              </a:xfrm>
              <a:prstGeom prst="line">
                <a:avLst/>
              </a:prstGeom>
              <a:ln w="25400" cap="flat" cmpd="sng">
                <a:solidFill>
                  <a:srgbClr val="000000"/>
                </a:solidFill>
                <a:prstDash val="solid"/>
                <a:headEnd type="none" w="med" len="med"/>
                <a:tailEnd type="triangle" w="med" len="med"/>
              </a:ln>
            </p:spPr>
          </p:sp>
          <p:sp>
            <p:nvSpPr>
              <p:cNvPr id="173087" name="Text Box 76"/>
              <p:cNvSpPr txBox="1"/>
              <p:nvPr/>
            </p:nvSpPr>
            <p:spPr>
              <a:xfrm>
                <a:off x="3552" y="3336"/>
                <a:ext cx="232"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RD</a:t>
                </a:r>
                <a:endParaRPr lang="en-US" altLang="zh-CN" sz="2200" dirty="0">
                  <a:solidFill>
                    <a:schemeClr val="bg2"/>
                  </a:solidFill>
                  <a:latin typeface="宋体" panose="02010600030101010101" pitchFamily="2" charset="-122"/>
                </a:endParaRPr>
              </a:p>
            </p:txBody>
          </p:sp>
          <p:sp>
            <p:nvSpPr>
              <p:cNvPr id="173088" name="Line 77"/>
              <p:cNvSpPr/>
              <p:nvPr/>
            </p:nvSpPr>
            <p:spPr>
              <a:xfrm>
                <a:off x="3576" y="3376"/>
                <a:ext cx="152" cy="0"/>
              </a:xfrm>
              <a:prstGeom prst="line">
                <a:avLst/>
              </a:prstGeom>
              <a:ln w="25400" cap="flat" cmpd="sng">
                <a:solidFill>
                  <a:srgbClr val="000000"/>
                </a:solidFill>
                <a:prstDash val="solid"/>
                <a:headEnd type="none" w="med" len="med"/>
                <a:tailEnd type="none" w="med" len="med"/>
              </a:ln>
            </p:spPr>
          </p:sp>
          <p:sp>
            <p:nvSpPr>
              <p:cNvPr id="173089" name="AutoShape 78"/>
              <p:cNvSpPr/>
              <p:nvPr/>
            </p:nvSpPr>
            <p:spPr>
              <a:xfrm>
                <a:off x="3360" y="1664"/>
                <a:ext cx="672" cy="240"/>
              </a:xfrm>
              <a:prstGeom prst="leftArrow">
                <a:avLst>
                  <a:gd name="adj1" fmla="val 50000"/>
                  <a:gd name="adj2" fmla="val 70000"/>
                </a:avLst>
              </a:prstGeom>
              <a:solidFill>
                <a:srgbClr val="00CCFF"/>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73090" name="AutoShape 79"/>
              <p:cNvSpPr/>
              <p:nvPr/>
            </p:nvSpPr>
            <p:spPr>
              <a:xfrm>
                <a:off x="4928" y="1648"/>
                <a:ext cx="504" cy="232"/>
              </a:xfrm>
              <a:prstGeom prst="leftArrow">
                <a:avLst>
                  <a:gd name="adj1" fmla="val 50000"/>
                  <a:gd name="adj2" fmla="val 54250"/>
                </a:avLst>
              </a:prstGeom>
              <a:solidFill>
                <a:schemeClr val="accent1"/>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73091" name="Text Box 80"/>
              <p:cNvSpPr txBox="1"/>
              <p:nvPr/>
            </p:nvSpPr>
            <p:spPr>
              <a:xfrm>
                <a:off x="3504" y="1520"/>
                <a:ext cx="50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tx1"/>
                  </a:solidFill>
                  <a:latin typeface="宋体" panose="02010600030101010101" pitchFamily="2" charset="-122"/>
                </a:endParaRPr>
              </a:p>
            </p:txBody>
          </p:sp>
          <p:sp>
            <p:nvSpPr>
              <p:cNvPr id="173092" name="Text Box 81"/>
              <p:cNvSpPr txBox="1"/>
              <p:nvPr/>
            </p:nvSpPr>
            <p:spPr>
              <a:xfrm>
                <a:off x="5272" y="2816"/>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IBFB</a:t>
                </a:r>
                <a:endParaRPr lang="en-US" altLang="zh-CN" sz="2200" dirty="0">
                  <a:solidFill>
                    <a:schemeClr val="bg2"/>
                  </a:solidFill>
                  <a:latin typeface="宋体" panose="02010600030101010101" pitchFamily="2" charset="-122"/>
                </a:endParaRPr>
              </a:p>
            </p:txBody>
          </p:sp>
          <p:sp>
            <p:nvSpPr>
              <p:cNvPr id="173093" name="Text Box 82"/>
              <p:cNvSpPr txBox="1"/>
              <p:nvPr/>
            </p:nvSpPr>
            <p:spPr>
              <a:xfrm>
                <a:off x="5297" y="2560"/>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STBB</a:t>
                </a:r>
                <a:endParaRPr lang="en-US" altLang="zh-CN" sz="2200" dirty="0">
                  <a:solidFill>
                    <a:schemeClr val="bg2"/>
                  </a:solidFill>
                  <a:latin typeface="宋体" panose="02010600030101010101" pitchFamily="2" charset="-122"/>
                </a:endParaRPr>
              </a:p>
            </p:txBody>
          </p:sp>
          <p:sp>
            <p:nvSpPr>
              <p:cNvPr id="173094" name="Line 83"/>
              <p:cNvSpPr/>
              <p:nvPr/>
            </p:nvSpPr>
            <p:spPr>
              <a:xfrm flipV="1">
                <a:off x="5344" y="2592"/>
                <a:ext cx="344" cy="0"/>
              </a:xfrm>
              <a:prstGeom prst="line">
                <a:avLst/>
              </a:prstGeom>
              <a:ln w="25400" cap="flat" cmpd="sng">
                <a:solidFill>
                  <a:srgbClr val="000000"/>
                </a:solidFill>
                <a:prstDash val="solid"/>
                <a:headEnd type="none" w="med" len="med"/>
                <a:tailEnd type="none" w="med" len="med"/>
              </a:ln>
            </p:spPr>
          </p:sp>
          <p:sp>
            <p:nvSpPr>
              <p:cNvPr id="173095" name="Text Box 84"/>
              <p:cNvSpPr txBox="1"/>
              <p:nvPr/>
            </p:nvSpPr>
            <p:spPr>
              <a:xfrm>
                <a:off x="5216" y="3328"/>
                <a:ext cx="54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INTRB</a:t>
                </a:r>
                <a:endParaRPr lang="en-US" altLang="zh-CN" sz="2200" dirty="0">
                  <a:solidFill>
                    <a:schemeClr val="tx1"/>
                  </a:solidFill>
                  <a:latin typeface="宋体" panose="02010600030101010101" pitchFamily="2" charset="-122"/>
                </a:endParaRPr>
              </a:p>
            </p:txBody>
          </p:sp>
        </p:grpSp>
        <p:sp>
          <p:nvSpPr>
            <p:cNvPr id="173067" name="Text Box 85"/>
            <p:cNvSpPr txBox="1"/>
            <p:nvPr/>
          </p:nvSpPr>
          <p:spPr>
            <a:xfrm>
              <a:off x="3120" y="3680"/>
              <a:ext cx="2592"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en-US" altLang="zh-CN" sz="2200" dirty="0">
                  <a:solidFill>
                    <a:srgbClr val="0070C0"/>
                  </a:solidFill>
                  <a:latin typeface="楷体_GB2312" pitchFamily="1" charset="-122"/>
                </a:rPr>
                <a:t>B</a:t>
              </a:r>
              <a:r>
                <a:rPr lang="zh-CN" altLang="en-US" sz="2200" dirty="0">
                  <a:solidFill>
                    <a:srgbClr val="0070C0"/>
                  </a:solidFill>
                  <a:latin typeface="楷体_GB2312" pitchFamily="1" charset="-122"/>
                </a:rPr>
                <a:t>口方式</a:t>
              </a:r>
              <a:r>
                <a:rPr lang="en-US" altLang="zh-CN" sz="2200" dirty="0">
                  <a:solidFill>
                    <a:srgbClr val="0070C0"/>
                  </a:solidFill>
                  <a:latin typeface="楷体_GB2312" pitchFamily="1" charset="-122"/>
                </a:rPr>
                <a:t>1</a:t>
              </a:r>
              <a:r>
                <a:rPr lang="zh-CN" altLang="en-US" sz="2200" dirty="0">
                  <a:solidFill>
                    <a:srgbClr val="0070C0"/>
                  </a:solidFill>
                  <a:latin typeface="楷体_GB2312" pitchFamily="1" charset="-122"/>
                </a:rPr>
                <a:t>输入时相应的联络信号</a:t>
              </a:r>
              <a:endParaRPr lang="zh-CN" altLang="en-US" sz="2200" dirty="0">
                <a:solidFill>
                  <a:srgbClr val="0070C0"/>
                </a:solidFill>
                <a:latin typeface="楷体_GB2312" pitchFamily="1" charset="-122"/>
              </a:endParaRPr>
            </a:p>
          </p:txBody>
        </p:sp>
      </p:grpSp>
      <p:grpSp>
        <p:nvGrpSpPr>
          <p:cNvPr id="173059" name="Group 86"/>
          <p:cNvGrpSpPr/>
          <p:nvPr/>
        </p:nvGrpSpPr>
        <p:grpSpPr>
          <a:xfrm>
            <a:off x="228600" y="404813"/>
            <a:ext cx="8915400" cy="1879600"/>
            <a:chOff x="144" y="336"/>
            <a:chExt cx="5616" cy="1184"/>
          </a:xfrm>
        </p:grpSpPr>
        <p:sp>
          <p:nvSpPr>
            <p:cNvPr id="173060" name="Rectangle 87"/>
            <p:cNvSpPr/>
            <p:nvPr/>
          </p:nvSpPr>
          <p:spPr>
            <a:xfrm>
              <a:off x="144" y="336"/>
              <a:ext cx="5616" cy="1184"/>
            </a:xfrm>
            <a:prstGeom prst="rect">
              <a:avLst/>
            </a:prstGeom>
            <a:noFill/>
            <a:ln w="9525">
              <a:noFill/>
            </a:ln>
          </p:spPr>
          <p:txBody>
            <a:bodyPr lIns="90000" tIns="46800" rIns="90000" bIns="4680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400" dirty="0">
                  <a:solidFill>
                    <a:schemeClr val="accent2"/>
                  </a:solidFill>
                  <a:latin typeface="Arial" panose="020B0604020202020204" pitchFamily="34" charset="0"/>
                </a:rPr>
                <a:t>       </a:t>
              </a:r>
              <a:r>
                <a:rPr lang="en-US" altLang="zh-CN" sz="2400" dirty="0">
                  <a:solidFill>
                    <a:srgbClr val="0070C0"/>
                  </a:solidFill>
                  <a:latin typeface="楷体_GB2312" pitchFamily="1" charset="-122"/>
                </a:rPr>
                <a:t>STB</a:t>
              </a:r>
              <a:r>
                <a:rPr lang="zh-CN" altLang="en-US" sz="2400" dirty="0">
                  <a:solidFill>
                    <a:srgbClr val="0070C0"/>
                  </a:solidFill>
                  <a:latin typeface="楷体_GB2312" pitchFamily="1" charset="-122"/>
                </a:rPr>
                <a:t>、</a:t>
              </a:r>
              <a:r>
                <a:rPr lang="en-US" altLang="zh-CN" sz="2400" dirty="0">
                  <a:solidFill>
                    <a:srgbClr val="0070C0"/>
                  </a:solidFill>
                  <a:latin typeface="楷体_GB2312" pitchFamily="1" charset="-122"/>
                </a:rPr>
                <a:t>IBF</a:t>
              </a:r>
              <a:r>
                <a:rPr lang="zh-CN" altLang="en-US" sz="2400" dirty="0">
                  <a:solidFill>
                    <a:srgbClr val="0070C0"/>
                  </a:solidFill>
                  <a:latin typeface="楷体_GB2312" pitchFamily="1" charset="-122"/>
                </a:rPr>
                <a:t>、</a:t>
              </a:r>
              <a:r>
                <a:rPr lang="en-US" altLang="zh-CN" sz="2400" dirty="0">
                  <a:solidFill>
                    <a:srgbClr val="0070C0"/>
                  </a:solidFill>
                  <a:latin typeface="楷体_GB2312" pitchFamily="1" charset="-122"/>
                </a:rPr>
                <a:t>INTE</a:t>
              </a:r>
              <a:r>
                <a:rPr lang="zh-CN" altLang="en-US" sz="2400" dirty="0">
                  <a:solidFill>
                    <a:srgbClr val="0070C0"/>
                  </a:solidFill>
                  <a:latin typeface="楷体_GB2312" pitchFamily="1" charset="-122"/>
                </a:rPr>
                <a:t>均为１时，</a:t>
              </a:r>
              <a:r>
                <a:rPr lang="en-US" altLang="zh-CN" sz="2400" dirty="0">
                  <a:solidFill>
                    <a:srgbClr val="0070C0"/>
                  </a:solidFill>
                  <a:latin typeface="楷体_GB2312" pitchFamily="1" charset="-122"/>
                </a:rPr>
                <a:t>8255A</a:t>
              </a:r>
              <a:r>
                <a:rPr lang="zh-CN" altLang="en-US" sz="2400" dirty="0">
                  <a:solidFill>
                    <a:srgbClr val="0070C0"/>
                  </a:solidFill>
                  <a:latin typeface="楷体_GB2312" pitchFamily="1" charset="-122"/>
                </a:rPr>
                <a:t>自动发出</a:t>
              </a:r>
              <a:r>
                <a:rPr lang="en-US" altLang="zh-CN" sz="2400" dirty="0">
                  <a:solidFill>
                    <a:srgbClr val="0070C0"/>
                  </a:solidFill>
                  <a:latin typeface="楷体_GB2312" pitchFamily="1" charset="-122"/>
                </a:rPr>
                <a:t>INTR</a:t>
              </a:r>
              <a:r>
                <a:rPr lang="zh-CN" altLang="en-US" sz="2400" dirty="0">
                  <a:solidFill>
                    <a:srgbClr val="0070C0"/>
                  </a:solidFill>
                  <a:latin typeface="楷体_GB2312" pitchFamily="1" charset="-122"/>
                </a:rPr>
                <a:t>。</a:t>
              </a:r>
              <a:endParaRPr lang="zh-CN" altLang="en-US" sz="2400" dirty="0">
                <a:solidFill>
                  <a:srgbClr val="0070C0"/>
                </a:solidFill>
                <a:latin typeface="楷体_GB2312" pitchFamily="1" charset="-122"/>
              </a:endParaRPr>
            </a:p>
            <a:p>
              <a:pPr marL="0" lvl="0" indent="0">
                <a:lnSpc>
                  <a:spcPct val="100000"/>
                </a:lnSpc>
                <a:spcAft>
                  <a:spcPct val="0"/>
                </a:spcAft>
                <a:buClr>
                  <a:schemeClr val="accent2"/>
                </a:buClr>
                <a:buSzPct val="70000"/>
                <a:buNone/>
              </a:pPr>
              <a:r>
                <a:rPr lang="zh-CN" altLang="en-US" sz="2000" b="0" dirty="0">
                  <a:solidFill>
                    <a:schemeClr val="tx1"/>
                  </a:solidFill>
                  <a:latin typeface="Arial" panose="020B0604020202020204" pitchFamily="34" charset="0"/>
                </a:rPr>
                <a:t>  </a:t>
              </a:r>
              <a:r>
                <a:rPr lang="en-US" altLang="zh-CN" sz="2000" b="0" dirty="0">
                  <a:solidFill>
                    <a:schemeClr val="tx1"/>
                  </a:solidFill>
                  <a:latin typeface="Arial" panose="020B0604020202020204" pitchFamily="34" charset="0"/>
                </a:rPr>
                <a:t>d.  </a:t>
              </a:r>
              <a:r>
                <a:rPr lang="en-US" altLang="zh-CN" sz="2000" dirty="0">
                  <a:solidFill>
                    <a:schemeClr val="tx1"/>
                  </a:solidFill>
                  <a:latin typeface="Arial" panose="020B0604020202020204" pitchFamily="34" charset="0"/>
                </a:rPr>
                <a:t>INTE  </a:t>
              </a:r>
              <a:r>
                <a:rPr lang="zh-CN" altLang="en-US" sz="2000" dirty="0">
                  <a:solidFill>
                    <a:schemeClr val="tx1"/>
                  </a:solidFill>
                  <a:latin typeface="Arial" panose="020B0604020202020204" pitchFamily="34" charset="0"/>
                </a:rPr>
                <a:t>中断允许：</a:t>
              </a:r>
              <a:r>
                <a:rPr lang="en-US" altLang="en-US" sz="2000" dirty="0">
                  <a:solidFill>
                    <a:schemeClr val="tx1"/>
                  </a:solidFill>
                  <a:latin typeface="Arial" panose="020B0604020202020204" pitchFamily="34" charset="0"/>
                </a:rPr>
                <a:t>INTEA</a:t>
              </a:r>
              <a:r>
                <a:rPr lang="zh-CN" altLang="en-US" sz="2000" dirty="0">
                  <a:solidFill>
                    <a:schemeClr val="tx1"/>
                  </a:solidFill>
                  <a:latin typeface="Arial" panose="020B0604020202020204" pitchFamily="34" charset="0"/>
                </a:rPr>
                <a:t>是</a:t>
              </a:r>
              <a:r>
                <a:rPr lang="en-US" altLang="en-US" sz="2000" dirty="0">
                  <a:solidFill>
                    <a:schemeClr val="tx1"/>
                  </a:solidFill>
                  <a:latin typeface="Arial" panose="020B0604020202020204" pitchFamily="34" charset="0"/>
                </a:rPr>
                <a:t>C</a:t>
              </a:r>
              <a:r>
                <a:rPr lang="zh-CN" altLang="en-US" sz="2000" dirty="0">
                  <a:solidFill>
                    <a:schemeClr val="tx1"/>
                  </a:solidFill>
                  <a:latin typeface="Arial" panose="020B0604020202020204" pitchFamily="34" charset="0"/>
                </a:rPr>
                <a:t>口输出锁存器的</a:t>
              </a:r>
              <a:r>
                <a:rPr lang="en-US" altLang="en-US" sz="2000" dirty="0">
                  <a:solidFill>
                    <a:schemeClr val="tx1"/>
                  </a:solidFill>
                  <a:latin typeface="Arial" panose="020B0604020202020204" pitchFamily="34" charset="0"/>
                </a:rPr>
                <a:t>PC4</a:t>
              </a:r>
              <a:r>
                <a:rPr lang="zh-CN" altLang="en-US" sz="2000" dirty="0">
                  <a:solidFill>
                    <a:schemeClr val="tx1"/>
                  </a:solidFill>
                  <a:latin typeface="Arial" panose="020B0604020202020204" pitchFamily="34" charset="0"/>
                </a:rPr>
                <a:t>，</a:t>
              </a:r>
              <a:r>
                <a:rPr lang="en-US" altLang="zh-CN" sz="2000" dirty="0">
                  <a:solidFill>
                    <a:schemeClr val="tx1"/>
                  </a:solidFill>
                  <a:latin typeface="Arial" panose="020B0604020202020204" pitchFamily="34" charset="0"/>
                </a:rPr>
                <a:t>INTEB</a:t>
              </a:r>
              <a:r>
                <a:rPr lang="zh-CN" altLang="zh-CN" sz="2000" dirty="0">
                  <a:solidFill>
                    <a:schemeClr val="tx1"/>
                  </a:solidFill>
                  <a:latin typeface="Arial" panose="020B0604020202020204" pitchFamily="34" charset="0"/>
                </a:rPr>
                <a:t>是</a:t>
              </a:r>
              <a:r>
                <a:rPr lang="en-US" altLang="en-US" sz="2000" dirty="0">
                  <a:solidFill>
                    <a:schemeClr val="tx1"/>
                  </a:solidFill>
                  <a:latin typeface="Arial" panose="020B0604020202020204" pitchFamily="34" charset="0"/>
                </a:rPr>
                <a:t>C</a:t>
              </a:r>
              <a:r>
                <a:rPr lang="zh-CN" altLang="en-US" sz="2000" dirty="0">
                  <a:solidFill>
                    <a:schemeClr val="tx1"/>
                  </a:solidFill>
                  <a:latin typeface="Arial" panose="020B0604020202020204" pitchFamily="34" charset="0"/>
                </a:rPr>
                <a:t>口输出锁存器的</a:t>
              </a:r>
              <a:r>
                <a:rPr lang="en-US" altLang="en-US" sz="2000" dirty="0">
                  <a:solidFill>
                    <a:schemeClr val="tx1"/>
                  </a:solidFill>
                  <a:latin typeface="Arial" panose="020B0604020202020204" pitchFamily="34" charset="0"/>
                </a:rPr>
                <a:t>PC2</a:t>
              </a:r>
              <a:r>
                <a:rPr lang="zh-CN" altLang="en-US" sz="2000" dirty="0">
                  <a:solidFill>
                    <a:schemeClr val="tx1"/>
                  </a:solidFill>
                  <a:latin typeface="Arial" panose="020B0604020202020204" pitchFamily="34" charset="0"/>
                </a:rPr>
                <a:t>，由它们分别控制</a:t>
              </a:r>
              <a:r>
                <a:rPr lang="en-US" altLang="en-US" sz="2000" dirty="0">
                  <a:solidFill>
                    <a:schemeClr val="tx1"/>
                  </a:solidFill>
                  <a:latin typeface="Arial" panose="020B0604020202020204" pitchFamily="34" charset="0"/>
                </a:rPr>
                <a:t>A</a:t>
              </a:r>
              <a:r>
                <a:rPr lang="zh-CN" altLang="en-US" sz="2000" dirty="0">
                  <a:solidFill>
                    <a:schemeClr val="tx1"/>
                  </a:solidFill>
                  <a:latin typeface="Arial" panose="020B0604020202020204" pitchFamily="34" charset="0"/>
                </a:rPr>
                <a:t>口和</a:t>
              </a:r>
              <a:r>
                <a:rPr lang="en-US" altLang="en-US" sz="2000" dirty="0">
                  <a:solidFill>
                    <a:schemeClr val="tx1"/>
                  </a:solidFill>
                  <a:latin typeface="Arial" panose="020B0604020202020204" pitchFamily="34" charset="0"/>
                </a:rPr>
                <a:t>B</a:t>
              </a:r>
              <a:r>
                <a:rPr lang="zh-CN" altLang="zh-CN" sz="2000" dirty="0">
                  <a:solidFill>
                    <a:schemeClr val="tx1"/>
                  </a:solidFill>
                  <a:latin typeface="Arial" panose="020B0604020202020204" pitchFamily="34" charset="0"/>
                </a:rPr>
                <a:t>口</a:t>
              </a:r>
              <a:r>
                <a:rPr lang="zh-CN" altLang="en-US" sz="2000" dirty="0">
                  <a:solidFill>
                    <a:schemeClr val="tx1"/>
                  </a:solidFill>
                  <a:latin typeface="Arial" panose="020B0604020202020204" pitchFamily="34" charset="0"/>
                </a:rPr>
                <a:t>的中断申请。                 </a:t>
              </a:r>
              <a:endParaRPr lang="zh-CN" altLang="en-US" sz="2000" dirty="0">
                <a:solidFill>
                  <a:schemeClr val="tx1"/>
                </a:solidFill>
                <a:latin typeface="Arial" panose="020B0604020202020204" pitchFamily="34" charset="0"/>
              </a:endParaRPr>
            </a:p>
            <a:p>
              <a:pPr marL="457200" lvl="1" indent="0">
                <a:lnSpc>
                  <a:spcPct val="100000"/>
                </a:lnSpc>
                <a:spcAft>
                  <a:spcPct val="0"/>
                </a:spcAft>
                <a:buClr>
                  <a:schemeClr val="accent2"/>
                </a:buClr>
                <a:buSzPct val="70000"/>
                <a:buFont typeface="Arial" panose="020B0604020202020204" pitchFamily="34" charset="0"/>
                <a:buNone/>
              </a:pPr>
              <a:r>
                <a:rPr lang="en-US" altLang="zh-CN" sz="2000" dirty="0">
                  <a:latin typeface="Arial" panose="020B0604020202020204" pitchFamily="34" charset="0"/>
                </a:rPr>
                <a:t>INTE=1  </a:t>
              </a:r>
              <a:r>
                <a:rPr lang="zh-CN" altLang="en-US" sz="2000" dirty="0">
                  <a:latin typeface="Arial" panose="020B0604020202020204" pitchFamily="34" charset="0"/>
                </a:rPr>
                <a:t>中断允许， </a:t>
              </a:r>
              <a:endParaRPr lang="zh-CN" altLang="en-US" sz="2000" dirty="0">
                <a:latin typeface="Arial" panose="020B0604020202020204" pitchFamily="34" charset="0"/>
              </a:endParaRPr>
            </a:p>
            <a:p>
              <a:pPr marL="457200" lvl="1" indent="0">
                <a:lnSpc>
                  <a:spcPct val="100000"/>
                </a:lnSpc>
                <a:spcAft>
                  <a:spcPct val="0"/>
                </a:spcAft>
                <a:buClr>
                  <a:schemeClr val="accent2"/>
                </a:buClr>
                <a:buSzPct val="70000"/>
                <a:buFont typeface="Arial" panose="020B0604020202020204" pitchFamily="34" charset="0"/>
                <a:buNone/>
              </a:pPr>
              <a:r>
                <a:rPr lang="en-US" altLang="zh-CN" sz="2000" dirty="0">
                  <a:latin typeface="Arial" panose="020B0604020202020204" pitchFamily="34" charset="0"/>
                </a:rPr>
                <a:t>INTE=0  </a:t>
              </a:r>
              <a:r>
                <a:rPr lang="zh-CN" altLang="en-US" sz="2000" dirty="0">
                  <a:latin typeface="Arial" panose="020B0604020202020204" pitchFamily="34" charset="0"/>
                </a:rPr>
                <a:t>禁止中断。 （</a:t>
              </a:r>
              <a:r>
                <a:rPr lang="zh-CN" altLang="en-US" sz="2000" dirty="0">
                  <a:solidFill>
                    <a:srgbClr val="0070C0"/>
                  </a:solidFill>
                  <a:latin typeface="楷体_GB2312" pitchFamily="1" charset="-122"/>
                </a:rPr>
                <a:t>可由</a:t>
              </a:r>
              <a:r>
                <a:rPr lang="en-US" altLang="zh-CN" sz="2000" dirty="0">
                  <a:solidFill>
                    <a:srgbClr val="0070C0"/>
                  </a:solidFill>
                  <a:latin typeface="楷体_GB2312" pitchFamily="1" charset="-122"/>
                </a:rPr>
                <a:t>C</a:t>
              </a:r>
              <a:r>
                <a:rPr lang="zh-CN" altLang="en-US" sz="2000" dirty="0">
                  <a:solidFill>
                    <a:srgbClr val="0070C0"/>
                  </a:solidFill>
                  <a:latin typeface="楷体_GB2312" pitchFamily="1" charset="-122"/>
                </a:rPr>
                <a:t>口置 </a:t>
              </a:r>
              <a:r>
                <a:rPr lang="en-US" altLang="zh-CN" sz="2000" dirty="0">
                  <a:solidFill>
                    <a:srgbClr val="0070C0"/>
                  </a:solidFill>
                  <a:latin typeface="楷体_GB2312" pitchFamily="1" charset="-122"/>
                </a:rPr>
                <a:t>/</a:t>
              </a:r>
              <a:r>
                <a:rPr lang="zh-CN" altLang="en-US" sz="2000" dirty="0">
                  <a:solidFill>
                    <a:srgbClr val="0070C0"/>
                  </a:solidFill>
                  <a:latin typeface="楷体_GB2312" pitchFamily="1" charset="-122"/>
                </a:rPr>
                <a:t>复位控制字将</a:t>
              </a:r>
              <a:r>
                <a:rPr lang="en-US" altLang="zh-CN" sz="2000" dirty="0">
                  <a:solidFill>
                    <a:srgbClr val="0070C0"/>
                  </a:solidFill>
                  <a:latin typeface="楷体_GB2312" pitchFamily="1" charset="-122"/>
                </a:rPr>
                <a:t>INTE</a:t>
              </a:r>
              <a:r>
                <a:rPr lang="zh-CN" altLang="en-US" sz="2000" dirty="0">
                  <a:solidFill>
                    <a:srgbClr val="0070C0"/>
                  </a:solidFill>
                  <a:latin typeface="楷体_GB2312" pitchFamily="1" charset="-122"/>
                </a:rPr>
                <a:t>置</a:t>
              </a:r>
              <a:r>
                <a:rPr lang="en-US" altLang="zh-CN" sz="2000" dirty="0">
                  <a:solidFill>
                    <a:srgbClr val="0070C0"/>
                  </a:solidFill>
                  <a:latin typeface="楷体_GB2312" pitchFamily="1" charset="-122"/>
                </a:rPr>
                <a:t>1 </a:t>
              </a:r>
              <a:r>
                <a:rPr lang="zh-CN" altLang="en-US" sz="2000" dirty="0">
                  <a:solidFill>
                    <a:srgbClr val="0070C0"/>
                  </a:solidFill>
                  <a:latin typeface="楷体_GB2312" pitchFamily="1" charset="-122"/>
                </a:rPr>
                <a:t>或复位为</a:t>
              </a:r>
              <a:r>
                <a:rPr lang="en-US" altLang="zh-CN" sz="2000" dirty="0">
                  <a:solidFill>
                    <a:srgbClr val="0070C0"/>
                  </a:solidFill>
                  <a:latin typeface="楷体_GB2312" pitchFamily="1" charset="-122"/>
                </a:rPr>
                <a:t>0</a:t>
              </a:r>
              <a:r>
                <a:rPr lang="zh-CN" altLang="en-US" sz="2000" b="0" dirty="0">
                  <a:latin typeface="Arial" panose="020B0604020202020204" pitchFamily="34" charset="0"/>
                </a:rPr>
                <a:t>）</a:t>
              </a:r>
              <a:endParaRPr lang="zh-CN" altLang="en-US" sz="2000" b="0" dirty="0">
                <a:latin typeface="Arial" panose="020B0604020202020204" pitchFamily="34" charset="0"/>
              </a:endParaRPr>
            </a:p>
          </p:txBody>
        </p:sp>
        <p:sp>
          <p:nvSpPr>
            <p:cNvPr id="173061" name="Line 88"/>
            <p:cNvSpPr/>
            <p:nvPr/>
          </p:nvSpPr>
          <p:spPr>
            <a:xfrm>
              <a:off x="528" y="384"/>
              <a:ext cx="288" cy="0"/>
            </a:xfrm>
            <a:prstGeom prst="line">
              <a:avLst/>
            </a:prstGeom>
            <a:ln w="9525" cap="flat" cmpd="sng">
              <a:solidFill>
                <a:schemeClr val="tx1"/>
              </a:solidFill>
              <a:prstDash val="solid"/>
              <a:headEnd type="none" w="med" len="med"/>
              <a:tailEnd type="none" w="med" len="med"/>
            </a:ln>
          </p:spPr>
        </p:sp>
      </p:grpSp>
    </p:spTree>
  </p:cSld>
  <p:clrMapOvr>
    <a:masterClrMapping/>
  </p:clrMapOvr>
  <p:transition>
    <p:checker dir="vert"/>
  </p:transition>
</p:sld>
</file>

<file path=ppt/slides/slide1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grpSp>
        <p:nvGrpSpPr>
          <p:cNvPr id="174082" name="Group 2"/>
          <p:cNvGrpSpPr/>
          <p:nvPr/>
        </p:nvGrpSpPr>
        <p:grpSpPr>
          <a:xfrm>
            <a:off x="34925" y="115888"/>
            <a:ext cx="9080500" cy="2830512"/>
            <a:chOff x="40" y="288"/>
            <a:chExt cx="5720" cy="1783"/>
          </a:xfrm>
        </p:grpSpPr>
        <p:grpSp>
          <p:nvGrpSpPr>
            <p:cNvPr id="174091" name="Group 3"/>
            <p:cNvGrpSpPr/>
            <p:nvPr/>
          </p:nvGrpSpPr>
          <p:grpSpPr>
            <a:xfrm>
              <a:off x="40" y="288"/>
              <a:ext cx="3768" cy="1728"/>
              <a:chOff x="0" y="395"/>
              <a:chExt cx="3768" cy="1728"/>
            </a:xfrm>
          </p:grpSpPr>
          <p:sp>
            <p:nvSpPr>
              <p:cNvPr id="174123" name="Text Box 4"/>
              <p:cNvSpPr txBox="1"/>
              <p:nvPr/>
            </p:nvSpPr>
            <p:spPr>
              <a:xfrm>
                <a:off x="0" y="395"/>
                <a:ext cx="1029" cy="222"/>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PA7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PA0</a:t>
                </a:r>
                <a:endParaRPr lang="en-US" altLang="zh-CN" sz="2200" dirty="0">
                  <a:solidFill>
                    <a:schemeClr val="tx1"/>
                  </a:solidFill>
                  <a:latin typeface="宋体" panose="02010600030101010101" pitchFamily="2" charset="-122"/>
                </a:endParaRPr>
              </a:p>
            </p:txBody>
          </p:sp>
          <p:sp>
            <p:nvSpPr>
              <p:cNvPr id="174124" name="Text Box 5"/>
              <p:cNvSpPr txBox="1"/>
              <p:nvPr/>
            </p:nvSpPr>
            <p:spPr>
              <a:xfrm>
                <a:off x="21" y="569"/>
                <a:ext cx="963" cy="21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PB7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PB0</a:t>
                </a:r>
                <a:endParaRPr lang="en-US" altLang="zh-CN" sz="2200" dirty="0">
                  <a:solidFill>
                    <a:schemeClr val="tx1"/>
                  </a:solidFill>
                  <a:latin typeface="宋体" panose="02010600030101010101" pitchFamily="2" charset="-122"/>
                </a:endParaRPr>
              </a:p>
            </p:txBody>
          </p:sp>
          <p:sp>
            <p:nvSpPr>
              <p:cNvPr id="174125" name="Text Box 6"/>
              <p:cNvSpPr txBox="1"/>
              <p:nvPr/>
            </p:nvSpPr>
            <p:spPr>
              <a:xfrm>
                <a:off x="378" y="833"/>
                <a:ext cx="414" cy="20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STB</a:t>
                </a:r>
                <a:endParaRPr lang="en-US" altLang="zh-CN" sz="2200" dirty="0">
                  <a:solidFill>
                    <a:schemeClr val="tx1"/>
                  </a:solidFill>
                  <a:latin typeface="Arial" panose="020B0604020202020204" pitchFamily="34" charset="0"/>
                </a:endParaRPr>
              </a:p>
            </p:txBody>
          </p:sp>
          <p:sp>
            <p:nvSpPr>
              <p:cNvPr id="174126" name="Line 7"/>
              <p:cNvSpPr/>
              <p:nvPr/>
            </p:nvSpPr>
            <p:spPr>
              <a:xfrm>
                <a:off x="451" y="841"/>
                <a:ext cx="267" cy="0"/>
              </a:xfrm>
              <a:prstGeom prst="line">
                <a:avLst/>
              </a:prstGeom>
              <a:ln w="25400" cap="flat" cmpd="sng">
                <a:solidFill>
                  <a:schemeClr val="tx1"/>
                </a:solidFill>
                <a:prstDash val="solid"/>
                <a:headEnd type="none" w="med" len="med"/>
                <a:tailEnd type="none" w="med" len="med"/>
              </a:ln>
            </p:spPr>
          </p:sp>
          <p:sp>
            <p:nvSpPr>
              <p:cNvPr id="174127" name="Text Box 8"/>
              <p:cNvSpPr txBox="1"/>
              <p:nvPr/>
            </p:nvSpPr>
            <p:spPr>
              <a:xfrm>
                <a:off x="365" y="1245"/>
                <a:ext cx="475" cy="20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IBF</a:t>
                </a:r>
                <a:endParaRPr lang="en-US" altLang="zh-CN" sz="2200" dirty="0">
                  <a:solidFill>
                    <a:schemeClr val="tx1"/>
                  </a:solidFill>
                  <a:latin typeface="Arial" panose="020B0604020202020204" pitchFamily="34" charset="0"/>
                </a:endParaRPr>
              </a:p>
            </p:txBody>
          </p:sp>
          <p:sp>
            <p:nvSpPr>
              <p:cNvPr id="174128" name="Text Box 9"/>
              <p:cNvSpPr txBox="1"/>
              <p:nvPr/>
            </p:nvSpPr>
            <p:spPr>
              <a:xfrm>
                <a:off x="260" y="1508"/>
                <a:ext cx="523" cy="23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INTR</a:t>
                </a:r>
                <a:endParaRPr lang="en-US" altLang="zh-CN" sz="2200" dirty="0">
                  <a:solidFill>
                    <a:schemeClr val="tx1"/>
                  </a:solidFill>
                  <a:latin typeface="Arial" panose="020B0604020202020204" pitchFamily="34" charset="0"/>
                </a:endParaRPr>
              </a:p>
            </p:txBody>
          </p:sp>
          <p:sp>
            <p:nvSpPr>
              <p:cNvPr id="174129" name="Text Box 10"/>
              <p:cNvSpPr txBox="1"/>
              <p:nvPr/>
            </p:nvSpPr>
            <p:spPr>
              <a:xfrm>
                <a:off x="408" y="1917"/>
                <a:ext cx="414" cy="20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RD</a:t>
                </a:r>
                <a:endParaRPr lang="en-US" altLang="zh-CN" sz="2200" dirty="0">
                  <a:solidFill>
                    <a:schemeClr val="tx1"/>
                  </a:solidFill>
                  <a:latin typeface="Arial" panose="020B0604020202020204" pitchFamily="34" charset="0"/>
                </a:endParaRPr>
              </a:p>
            </p:txBody>
          </p:sp>
          <p:sp>
            <p:nvSpPr>
              <p:cNvPr id="174130" name="Line 11"/>
              <p:cNvSpPr/>
              <p:nvPr/>
            </p:nvSpPr>
            <p:spPr>
              <a:xfrm>
                <a:off x="518" y="1925"/>
                <a:ext cx="192" cy="0"/>
              </a:xfrm>
              <a:prstGeom prst="line">
                <a:avLst/>
              </a:prstGeom>
              <a:ln w="25400" cap="flat" cmpd="sng">
                <a:solidFill>
                  <a:srgbClr val="0000FF"/>
                </a:solidFill>
                <a:prstDash val="solid"/>
                <a:headEnd type="none" w="med" len="med"/>
                <a:tailEnd type="none" w="med" len="med"/>
              </a:ln>
            </p:spPr>
          </p:sp>
          <p:sp>
            <p:nvSpPr>
              <p:cNvPr id="174131" name="Line 12"/>
              <p:cNvSpPr>
                <a:spLocks noChangeAspect="1"/>
              </p:cNvSpPr>
              <p:nvPr/>
            </p:nvSpPr>
            <p:spPr>
              <a:xfrm>
                <a:off x="2492" y="2075"/>
                <a:ext cx="379" cy="0"/>
              </a:xfrm>
              <a:prstGeom prst="line">
                <a:avLst/>
              </a:prstGeom>
              <a:ln w="25400" cap="flat" cmpd="sng">
                <a:solidFill>
                  <a:srgbClr val="000000"/>
                </a:solidFill>
                <a:prstDash val="solid"/>
                <a:headEnd type="none" w="med" len="med"/>
                <a:tailEnd type="none" w="med" len="med"/>
              </a:ln>
            </p:spPr>
          </p:sp>
          <p:sp>
            <p:nvSpPr>
              <p:cNvPr id="174132" name="Line 13"/>
              <p:cNvSpPr>
                <a:spLocks noChangeAspect="1"/>
              </p:cNvSpPr>
              <p:nvPr/>
            </p:nvSpPr>
            <p:spPr>
              <a:xfrm>
                <a:off x="1069" y="616"/>
                <a:ext cx="53" cy="91"/>
              </a:xfrm>
              <a:prstGeom prst="line">
                <a:avLst/>
              </a:prstGeom>
              <a:ln w="25400" cap="flat" cmpd="sng">
                <a:solidFill>
                  <a:srgbClr val="000000"/>
                </a:solidFill>
                <a:prstDash val="solid"/>
                <a:headEnd type="none" w="med" len="med"/>
                <a:tailEnd type="none" w="med" len="med"/>
              </a:ln>
            </p:spPr>
          </p:sp>
          <p:sp>
            <p:nvSpPr>
              <p:cNvPr id="174133" name="Line 14"/>
              <p:cNvSpPr>
                <a:spLocks noChangeAspect="1"/>
              </p:cNvSpPr>
              <p:nvPr/>
            </p:nvSpPr>
            <p:spPr>
              <a:xfrm flipV="1">
                <a:off x="1065" y="521"/>
                <a:ext cx="57" cy="101"/>
              </a:xfrm>
              <a:prstGeom prst="line">
                <a:avLst/>
              </a:prstGeom>
              <a:ln w="25400" cap="flat" cmpd="sng">
                <a:solidFill>
                  <a:srgbClr val="000000"/>
                </a:solidFill>
                <a:prstDash val="solid"/>
                <a:headEnd type="none" w="med" len="med"/>
                <a:tailEnd type="none" w="med" len="med"/>
              </a:ln>
            </p:spPr>
          </p:sp>
          <p:sp>
            <p:nvSpPr>
              <p:cNvPr id="174134" name="Line 15"/>
              <p:cNvSpPr>
                <a:spLocks noChangeAspect="1"/>
              </p:cNvSpPr>
              <p:nvPr/>
            </p:nvSpPr>
            <p:spPr>
              <a:xfrm>
                <a:off x="1117" y="523"/>
                <a:ext cx="926" cy="0"/>
              </a:xfrm>
              <a:prstGeom prst="line">
                <a:avLst/>
              </a:prstGeom>
              <a:ln w="25400" cap="flat" cmpd="sng">
                <a:solidFill>
                  <a:srgbClr val="000000"/>
                </a:solidFill>
                <a:prstDash val="solid"/>
                <a:headEnd type="none" w="med" len="med"/>
                <a:tailEnd type="none" w="med" len="med"/>
              </a:ln>
            </p:spPr>
          </p:sp>
          <p:sp>
            <p:nvSpPr>
              <p:cNvPr id="174135" name="Line 16"/>
              <p:cNvSpPr>
                <a:spLocks noChangeAspect="1"/>
              </p:cNvSpPr>
              <p:nvPr/>
            </p:nvSpPr>
            <p:spPr>
              <a:xfrm>
                <a:off x="1127" y="707"/>
                <a:ext cx="926" cy="0"/>
              </a:xfrm>
              <a:prstGeom prst="line">
                <a:avLst/>
              </a:prstGeom>
              <a:ln w="25400" cap="flat" cmpd="sng">
                <a:solidFill>
                  <a:srgbClr val="000000"/>
                </a:solidFill>
                <a:prstDash val="solid"/>
                <a:headEnd type="none" w="med" len="med"/>
                <a:tailEnd type="none" w="med" len="med"/>
              </a:ln>
            </p:spPr>
          </p:sp>
          <p:sp>
            <p:nvSpPr>
              <p:cNvPr id="174136" name="Line 17"/>
              <p:cNvSpPr>
                <a:spLocks noChangeAspect="1"/>
              </p:cNvSpPr>
              <p:nvPr/>
            </p:nvSpPr>
            <p:spPr>
              <a:xfrm>
                <a:off x="2053" y="523"/>
                <a:ext cx="59" cy="106"/>
              </a:xfrm>
              <a:prstGeom prst="line">
                <a:avLst/>
              </a:prstGeom>
              <a:ln w="25400" cap="flat" cmpd="sng">
                <a:solidFill>
                  <a:srgbClr val="000000"/>
                </a:solidFill>
                <a:prstDash val="solid"/>
                <a:headEnd type="none" w="med" len="med"/>
                <a:tailEnd type="none" w="med" len="med"/>
              </a:ln>
            </p:spPr>
          </p:sp>
          <p:sp>
            <p:nvSpPr>
              <p:cNvPr id="174137" name="Line 18"/>
              <p:cNvSpPr>
                <a:spLocks noChangeAspect="1"/>
              </p:cNvSpPr>
              <p:nvPr/>
            </p:nvSpPr>
            <p:spPr>
              <a:xfrm flipV="1">
                <a:off x="2054" y="622"/>
                <a:ext cx="49" cy="88"/>
              </a:xfrm>
              <a:prstGeom prst="line">
                <a:avLst/>
              </a:prstGeom>
              <a:ln w="25400" cap="flat" cmpd="sng">
                <a:solidFill>
                  <a:srgbClr val="000000"/>
                </a:solidFill>
                <a:prstDash val="solid"/>
                <a:headEnd type="none" w="med" len="med"/>
                <a:tailEnd type="none" w="med" len="med"/>
              </a:ln>
            </p:spPr>
          </p:sp>
          <p:sp>
            <p:nvSpPr>
              <p:cNvPr id="174138" name="Line 19"/>
              <p:cNvSpPr>
                <a:spLocks noChangeAspect="1"/>
              </p:cNvSpPr>
              <p:nvPr/>
            </p:nvSpPr>
            <p:spPr>
              <a:xfrm>
                <a:off x="844" y="610"/>
                <a:ext cx="221" cy="0"/>
              </a:xfrm>
              <a:prstGeom prst="line">
                <a:avLst/>
              </a:prstGeom>
              <a:ln w="25400" cap="flat" cmpd="sng">
                <a:solidFill>
                  <a:srgbClr val="000000"/>
                </a:solidFill>
                <a:prstDash val="solid"/>
                <a:headEnd type="none" w="med" len="med"/>
                <a:tailEnd type="none" w="med" len="med"/>
              </a:ln>
            </p:spPr>
          </p:sp>
          <p:sp>
            <p:nvSpPr>
              <p:cNvPr id="174139" name="Line 20"/>
              <p:cNvSpPr/>
              <p:nvPr/>
            </p:nvSpPr>
            <p:spPr>
              <a:xfrm flipV="1">
                <a:off x="2096" y="611"/>
                <a:ext cx="1672" cy="5"/>
              </a:xfrm>
              <a:prstGeom prst="line">
                <a:avLst/>
              </a:prstGeom>
              <a:ln w="25400" cap="flat" cmpd="sng">
                <a:solidFill>
                  <a:srgbClr val="000000"/>
                </a:solidFill>
                <a:prstDash val="solid"/>
                <a:headEnd type="none" w="med" len="med"/>
                <a:tailEnd type="none" w="med" len="med"/>
              </a:ln>
            </p:spPr>
          </p:sp>
          <p:sp>
            <p:nvSpPr>
              <p:cNvPr id="174140" name="Text Box 21"/>
              <p:cNvSpPr txBox="1"/>
              <p:nvPr/>
            </p:nvSpPr>
            <p:spPr>
              <a:xfrm>
                <a:off x="1122" y="489"/>
                <a:ext cx="918" cy="120"/>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dirty="0">
                    <a:solidFill>
                      <a:srgbClr val="FF3300"/>
                    </a:solidFill>
                    <a:latin typeface="楷体_GB2312" pitchFamily="1" charset="-122"/>
                  </a:rPr>
                  <a:t>外设送来数据</a:t>
                </a:r>
                <a:endParaRPr lang="zh-CN" altLang="en-US" sz="2200" dirty="0">
                  <a:solidFill>
                    <a:srgbClr val="FF00FF"/>
                  </a:solidFill>
                  <a:latin typeface="宋体" panose="02010600030101010101" pitchFamily="2" charset="-122"/>
                </a:endParaRPr>
              </a:p>
            </p:txBody>
          </p:sp>
          <p:sp>
            <p:nvSpPr>
              <p:cNvPr id="174141" name="Line 22"/>
              <p:cNvSpPr>
                <a:spLocks noChangeAspect="1"/>
              </p:cNvSpPr>
              <p:nvPr/>
            </p:nvSpPr>
            <p:spPr>
              <a:xfrm>
                <a:off x="844" y="859"/>
                <a:ext cx="596" cy="0"/>
              </a:xfrm>
              <a:prstGeom prst="line">
                <a:avLst/>
              </a:prstGeom>
              <a:ln w="25400" cap="flat" cmpd="sng">
                <a:solidFill>
                  <a:srgbClr val="000000"/>
                </a:solidFill>
                <a:prstDash val="solid"/>
                <a:headEnd type="none" w="med" len="med"/>
                <a:tailEnd type="none" w="med" len="med"/>
              </a:ln>
            </p:spPr>
          </p:sp>
          <p:sp>
            <p:nvSpPr>
              <p:cNvPr id="174142" name="Line 23"/>
              <p:cNvSpPr>
                <a:spLocks noChangeAspect="1"/>
              </p:cNvSpPr>
              <p:nvPr/>
            </p:nvSpPr>
            <p:spPr>
              <a:xfrm>
                <a:off x="1444" y="857"/>
                <a:ext cx="54" cy="178"/>
              </a:xfrm>
              <a:prstGeom prst="line">
                <a:avLst/>
              </a:prstGeom>
              <a:ln w="25400" cap="flat" cmpd="sng">
                <a:solidFill>
                  <a:srgbClr val="000000"/>
                </a:solidFill>
                <a:prstDash val="solid"/>
                <a:headEnd type="none" w="med" len="med"/>
                <a:tailEnd type="none" w="med" len="med"/>
              </a:ln>
            </p:spPr>
          </p:sp>
          <p:sp>
            <p:nvSpPr>
              <p:cNvPr id="174143" name="Line 24"/>
              <p:cNvSpPr>
                <a:spLocks noChangeAspect="1"/>
              </p:cNvSpPr>
              <p:nvPr/>
            </p:nvSpPr>
            <p:spPr>
              <a:xfrm>
                <a:off x="1503" y="1045"/>
                <a:ext cx="243" cy="0"/>
              </a:xfrm>
              <a:prstGeom prst="line">
                <a:avLst/>
              </a:prstGeom>
              <a:ln w="25400" cap="flat" cmpd="sng">
                <a:solidFill>
                  <a:srgbClr val="000000"/>
                </a:solidFill>
                <a:prstDash val="solid"/>
                <a:headEnd type="none" w="med" len="med"/>
                <a:tailEnd type="none" w="med" len="med"/>
              </a:ln>
            </p:spPr>
          </p:sp>
          <p:sp>
            <p:nvSpPr>
              <p:cNvPr id="174144" name="Line 25"/>
              <p:cNvSpPr>
                <a:spLocks noChangeAspect="1"/>
              </p:cNvSpPr>
              <p:nvPr/>
            </p:nvSpPr>
            <p:spPr>
              <a:xfrm flipV="1">
                <a:off x="1752" y="862"/>
                <a:ext cx="54" cy="178"/>
              </a:xfrm>
              <a:prstGeom prst="line">
                <a:avLst/>
              </a:prstGeom>
              <a:ln w="25400" cap="flat" cmpd="sng">
                <a:solidFill>
                  <a:srgbClr val="000000"/>
                </a:solidFill>
                <a:prstDash val="solid"/>
                <a:headEnd type="none" w="med" len="med"/>
                <a:tailEnd type="none" w="med" len="med"/>
              </a:ln>
            </p:spPr>
          </p:sp>
          <p:sp>
            <p:nvSpPr>
              <p:cNvPr id="174145" name="Line 26"/>
              <p:cNvSpPr>
                <a:spLocks noChangeAspect="1"/>
              </p:cNvSpPr>
              <p:nvPr/>
            </p:nvSpPr>
            <p:spPr>
              <a:xfrm flipV="1">
                <a:off x="1806" y="861"/>
                <a:ext cx="1951" cy="0"/>
              </a:xfrm>
              <a:prstGeom prst="line">
                <a:avLst/>
              </a:prstGeom>
              <a:ln w="25400" cap="flat" cmpd="sng">
                <a:solidFill>
                  <a:srgbClr val="000000"/>
                </a:solidFill>
                <a:prstDash val="solid"/>
                <a:headEnd type="none" w="med" len="med"/>
                <a:tailEnd type="none" w="med" len="med"/>
              </a:ln>
            </p:spPr>
          </p:sp>
          <p:sp>
            <p:nvSpPr>
              <p:cNvPr id="174146" name="Line 27"/>
              <p:cNvSpPr>
                <a:spLocks noChangeAspect="1"/>
              </p:cNvSpPr>
              <p:nvPr/>
            </p:nvSpPr>
            <p:spPr>
              <a:xfrm flipV="1">
                <a:off x="1611" y="1193"/>
                <a:ext cx="54" cy="178"/>
              </a:xfrm>
              <a:prstGeom prst="line">
                <a:avLst/>
              </a:prstGeom>
              <a:ln w="25400" cap="flat" cmpd="sng">
                <a:solidFill>
                  <a:srgbClr val="000000"/>
                </a:solidFill>
                <a:prstDash val="solid"/>
                <a:headEnd type="none" w="med" len="med"/>
                <a:tailEnd type="none" w="med" len="med"/>
              </a:ln>
            </p:spPr>
          </p:sp>
          <p:sp>
            <p:nvSpPr>
              <p:cNvPr id="174147" name="Line 28"/>
              <p:cNvSpPr>
                <a:spLocks noChangeAspect="1"/>
              </p:cNvSpPr>
              <p:nvPr/>
            </p:nvSpPr>
            <p:spPr>
              <a:xfrm flipV="1">
                <a:off x="1658" y="1193"/>
                <a:ext cx="1566" cy="0"/>
              </a:xfrm>
              <a:prstGeom prst="line">
                <a:avLst/>
              </a:prstGeom>
              <a:ln w="25400" cap="flat" cmpd="sng">
                <a:solidFill>
                  <a:srgbClr val="000000"/>
                </a:solidFill>
                <a:prstDash val="solid"/>
                <a:headEnd type="none" w="med" len="med"/>
                <a:tailEnd type="none" w="med" len="med"/>
              </a:ln>
            </p:spPr>
          </p:sp>
          <p:sp>
            <p:nvSpPr>
              <p:cNvPr id="174148" name="Line 29"/>
              <p:cNvSpPr/>
              <p:nvPr/>
            </p:nvSpPr>
            <p:spPr>
              <a:xfrm>
                <a:off x="851" y="1373"/>
                <a:ext cx="760" cy="0"/>
              </a:xfrm>
              <a:prstGeom prst="line">
                <a:avLst/>
              </a:prstGeom>
              <a:ln w="25400" cap="flat" cmpd="sng">
                <a:solidFill>
                  <a:srgbClr val="000000"/>
                </a:solidFill>
                <a:prstDash val="solid"/>
                <a:headEnd type="none" w="med" len="med"/>
                <a:tailEnd type="none" w="med" len="med"/>
              </a:ln>
            </p:spPr>
          </p:sp>
          <p:sp>
            <p:nvSpPr>
              <p:cNvPr id="174149" name="Line 30"/>
              <p:cNvSpPr>
                <a:spLocks noChangeAspect="1"/>
              </p:cNvSpPr>
              <p:nvPr/>
            </p:nvSpPr>
            <p:spPr>
              <a:xfrm>
                <a:off x="3218" y="1193"/>
                <a:ext cx="55" cy="178"/>
              </a:xfrm>
              <a:prstGeom prst="line">
                <a:avLst/>
              </a:prstGeom>
              <a:ln w="25400" cap="flat" cmpd="sng">
                <a:solidFill>
                  <a:srgbClr val="000000"/>
                </a:solidFill>
                <a:prstDash val="solid"/>
                <a:headEnd type="none" w="med" len="med"/>
                <a:tailEnd type="none" w="med" len="med"/>
              </a:ln>
            </p:spPr>
          </p:sp>
          <p:sp>
            <p:nvSpPr>
              <p:cNvPr id="174150" name="Line 31"/>
              <p:cNvSpPr>
                <a:spLocks noChangeAspect="1"/>
              </p:cNvSpPr>
              <p:nvPr/>
            </p:nvSpPr>
            <p:spPr>
              <a:xfrm>
                <a:off x="3273" y="1377"/>
                <a:ext cx="0" cy="0"/>
              </a:xfrm>
              <a:prstGeom prst="line">
                <a:avLst/>
              </a:prstGeom>
              <a:ln w="25400" cap="flat" cmpd="sng">
                <a:solidFill>
                  <a:srgbClr val="000000"/>
                </a:solidFill>
                <a:prstDash val="solid"/>
                <a:headEnd type="none" w="med" len="med"/>
                <a:tailEnd type="none" w="med" len="med"/>
              </a:ln>
            </p:spPr>
          </p:sp>
          <p:sp>
            <p:nvSpPr>
              <p:cNvPr id="174151" name="Line 32"/>
              <p:cNvSpPr>
                <a:spLocks noChangeAspect="1"/>
              </p:cNvSpPr>
              <p:nvPr/>
            </p:nvSpPr>
            <p:spPr>
              <a:xfrm flipV="1">
                <a:off x="1894" y="1544"/>
                <a:ext cx="54" cy="178"/>
              </a:xfrm>
              <a:prstGeom prst="line">
                <a:avLst/>
              </a:prstGeom>
              <a:ln w="25400" cap="flat" cmpd="sng">
                <a:solidFill>
                  <a:srgbClr val="000000"/>
                </a:solidFill>
                <a:prstDash val="solid"/>
                <a:headEnd type="none" w="med" len="med"/>
                <a:tailEnd type="none" w="med" len="med"/>
              </a:ln>
            </p:spPr>
          </p:sp>
          <p:sp>
            <p:nvSpPr>
              <p:cNvPr id="174152" name="Line 33"/>
              <p:cNvSpPr>
                <a:spLocks noChangeAspect="1"/>
              </p:cNvSpPr>
              <p:nvPr/>
            </p:nvSpPr>
            <p:spPr>
              <a:xfrm flipV="1">
                <a:off x="1948" y="1539"/>
                <a:ext cx="754" cy="0"/>
              </a:xfrm>
              <a:prstGeom prst="line">
                <a:avLst/>
              </a:prstGeom>
              <a:ln w="25400" cap="flat" cmpd="sng">
                <a:solidFill>
                  <a:srgbClr val="000000"/>
                </a:solidFill>
                <a:prstDash val="solid"/>
                <a:headEnd type="none" w="med" len="med"/>
                <a:tailEnd type="none" w="med" len="med"/>
              </a:ln>
            </p:spPr>
          </p:sp>
          <p:sp>
            <p:nvSpPr>
              <p:cNvPr id="174153" name="Line 34"/>
              <p:cNvSpPr>
                <a:spLocks noChangeAspect="1"/>
              </p:cNvSpPr>
              <p:nvPr/>
            </p:nvSpPr>
            <p:spPr>
              <a:xfrm>
                <a:off x="857" y="1732"/>
                <a:ext cx="1042" cy="0"/>
              </a:xfrm>
              <a:prstGeom prst="line">
                <a:avLst/>
              </a:prstGeom>
              <a:ln w="25400" cap="flat" cmpd="sng">
                <a:solidFill>
                  <a:srgbClr val="000000"/>
                </a:solidFill>
                <a:prstDash val="solid"/>
                <a:headEnd type="none" w="med" len="med"/>
                <a:tailEnd type="none" w="med" len="med"/>
              </a:ln>
            </p:spPr>
          </p:sp>
          <p:sp>
            <p:nvSpPr>
              <p:cNvPr id="174154" name="Line 35"/>
              <p:cNvSpPr>
                <a:spLocks noChangeAspect="1"/>
              </p:cNvSpPr>
              <p:nvPr/>
            </p:nvSpPr>
            <p:spPr>
              <a:xfrm>
                <a:off x="2697" y="1533"/>
                <a:ext cx="60" cy="194"/>
              </a:xfrm>
              <a:prstGeom prst="line">
                <a:avLst/>
              </a:prstGeom>
              <a:ln w="25400" cap="flat" cmpd="sng">
                <a:solidFill>
                  <a:srgbClr val="000000"/>
                </a:solidFill>
                <a:prstDash val="solid"/>
                <a:headEnd type="none" w="med" len="med"/>
                <a:tailEnd type="none" w="med" len="med"/>
              </a:ln>
            </p:spPr>
          </p:sp>
          <p:sp>
            <p:nvSpPr>
              <p:cNvPr id="174155" name="Line 36"/>
              <p:cNvSpPr>
                <a:spLocks noChangeAspect="1"/>
              </p:cNvSpPr>
              <p:nvPr/>
            </p:nvSpPr>
            <p:spPr>
              <a:xfrm>
                <a:off x="2762" y="1738"/>
                <a:ext cx="1001" cy="0"/>
              </a:xfrm>
              <a:prstGeom prst="line">
                <a:avLst/>
              </a:prstGeom>
              <a:ln w="25400" cap="flat" cmpd="sng">
                <a:solidFill>
                  <a:srgbClr val="000000"/>
                </a:solidFill>
                <a:prstDash val="solid"/>
                <a:headEnd type="none" w="med" len="med"/>
                <a:tailEnd type="none" w="med" len="med"/>
              </a:ln>
            </p:spPr>
          </p:sp>
          <p:sp>
            <p:nvSpPr>
              <p:cNvPr id="174156" name="Line 37"/>
              <p:cNvSpPr>
                <a:spLocks noChangeAspect="1"/>
              </p:cNvSpPr>
              <p:nvPr/>
            </p:nvSpPr>
            <p:spPr>
              <a:xfrm>
                <a:off x="851" y="1886"/>
                <a:ext cx="1592" cy="0"/>
              </a:xfrm>
              <a:prstGeom prst="line">
                <a:avLst/>
              </a:prstGeom>
              <a:ln w="25400" cap="flat" cmpd="sng">
                <a:solidFill>
                  <a:srgbClr val="000000"/>
                </a:solidFill>
                <a:prstDash val="solid"/>
                <a:headEnd type="none" w="med" len="med"/>
                <a:tailEnd type="none" w="med" len="med"/>
              </a:ln>
            </p:spPr>
          </p:sp>
          <p:sp>
            <p:nvSpPr>
              <p:cNvPr id="174157" name="Line 38"/>
              <p:cNvSpPr>
                <a:spLocks noChangeAspect="1"/>
              </p:cNvSpPr>
              <p:nvPr/>
            </p:nvSpPr>
            <p:spPr>
              <a:xfrm>
                <a:off x="2438" y="1891"/>
                <a:ext cx="55" cy="179"/>
              </a:xfrm>
              <a:prstGeom prst="line">
                <a:avLst/>
              </a:prstGeom>
              <a:ln w="25400" cap="flat" cmpd="sng">
                <a:solidFill>
                  <a:srgbClr val="000000"/>
                </a:solidFill>
                <a:prstDash val="solid"/>
                <a:headEnd type="none" w="med" len="med"/>
                <a:tailEnd type="none" w="med" len="med"/>
              </a:ln>
            </p:spPr>
          </p:sp>
          <p:sp>
            <p:nvSpPr>
              <p:cNvPr id="174158" name="Line 39"/>
              <p:cNvSpPr>
                <a:spLocks noChangeAspect="1"/>
              </p:cNvSpPr>
              <p:nvPr/>
            </p:nvSpPr>
            <p:spPr>
              <a:xfrm flipV="1">
                <a:off x="2873" y="1897"/>
                <a:ext cx="54" cy="178"/>
              </a:xfrm>
              <a:prstGeom prst="line">
                <a:avLst/>
              </a:prstGeom>
              <a:ln w="25400" cap="flat" cmpd="sng">
                <a:solidFill>
                  <a:srgbClr val="000000"/>
                </a:solidFill>
                <a:prstDash val="solid"/>
                <a:headEnd type="none" w="med" len="med"/>
                <a:tailEnd type="none" w="med" len="med"/>
              </a:ln>
            </p:spPr>
          </p:sp>
          <p:sp>
            <p:nvSpPr>
              <p:cNvPr id="174159" name="Line 40"/>
              <p:cNvSpPr>
                <a:spLocks noChangeAspect="1"/>
              </p:cNvSpPr>
              <p:nvPr/>
            </p:nvSpPr>
            <p:spPr>
              <a:xfrm flipV="1">
                <a:off x="2933" y="1900"/>
                <a:ext cx="835" cy="0"/>
              </a:xfrm>
              <a:prstGeom prst="line">
                <a:avLst/>
              </a:prstGeom>
              <a:ln w="25400" cap="flat" cmpd="sng">
                <a:solidFill>
                  <a:srgbClr val="000000"/>
                </a:solidFill>
                <a:prstDash val="solid"/>
                <a:headEnd type="none" w="med" len="med"/>
                <a:tailEnd type="none" w="med" len="med"/>
              </a:ln>
            </p:spPr>
          </p:sp>
          <p:sp>
            <p:nvSpPr>
              <p:cNvPr id="174160" name="Text Box 41"/>
              <p:cNvSpPr txBox="1"/>
              <p:nvPr/>
            </p:nvSpPr>
            <p:spPr>
              <a:xfrm>
                <a:off x="1241" y="865"/>
                <a:ext cx="228" cy="20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00FF"/>
                    </a:solidFill>
                    <a:latin typeface="宋体" panose="02010600030101010101" pitchFamily="2" charset="-122"/>
                  </a:rPr>
                  <a:t>②</a:t>
                </a:r>
                <a:endParaRPr lang="en-US" altLang="zh-CN" sz="2200" dirty="0">
                  <a:solidFill>
                    <a:srgbClr val="FF00FF"/>
                  </a:solidFill>
                  <a:latin typeface="宋体" panose="02010600030101010101" pitchFamily="2" charset="-122"/>
                </a:endParaRPr>
              </a:p>
            </p:txBody>
          </p:sp>
          <p:sp>
            <p:nvSpPr>
              <p:cNvPr id="174161" name="Text Box 42"/>
              <p:cNvSpPr txBox="1"/>
              <p:nvPr/>
            </p:nvSpPr>
            <p:spPr>
              <a:xfrm>
                <a:off x="1798" y="1344"/>
                <a:ext cx="1243" cy="242"/>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000" dirty="0">
                    <a:solidFill>
                      <a:srgbClr val="FF3300"/>
                    </a:solidFill>
                    <a:latin typeface="楷体_GB2312" pitchFamily="1" charset="-122"/>
                  </a:rPr>
                  <a:t>当</a:t>
                </a:r>
                <a:r>
                  <a:rPr lang="en-US" altLang="zh-CN" sz="2000" dirty="0">
                    <a:solidFill>
                      <a:srgbClr val="FF3300"/>
                    </a:solidFill>
                    <a:latin typeface="Arial" panose="020B0604020202020204" pitchFamily="34" charset="0"/>
                  </a:rPr>
                  <a:t>INTE=1</a:t>
                </a:r>
                <a:r>
                  <a:rPr lang="zh-CN" altLang="en-US" sz="2000" dirty="0">
                    <a:solidFill>
                      <a:srgbClr val="FF3300"/>
                    </a:solidFill>
                    <a:latin typeface="Arial" panose="020B0604020202020204" pitchFamily="34" charset="0"/>
                  </a:rPr>
                  <a:t>时</a:t>
                </a:r>
                <a:r>
                  <a:rPr lang="zh-CN" altLang="en-US" sz="2200" dirty="0">
                    <a:solidFill>
                      <a:srgbClr val="0000FF"/>
                    </a:solidFill>
                    <a:latin typeface="宋体" panose="02010600030101010101" pitchFamily="2" charset="-122"/>
                  </a:rPr>
                  <a:t> </a:t>
                </a:r>
                <a:endParaRPr lang="zh-CN" altLang="en-US" sz="2200" dirty="0">
                  <a:solidFill>
                    <a:srgbClr val="0000FF"/>
                  </a:solidFill>
                  <a:latin typeface="宋体" panose="02010600030101010101" pitchFamily="2" charset="-122"/>
                </a:endParaRPr>
              </a:p>
            </p:txBody>
          </p:sp>
          <p:sp>
            <p:nvSpPr>
              <p:cNvPr id="174162" name="Text Box 43"/>
              <p:cNvSpPr txBox="1"/>
              <p:nvPr/>
            </p:nvSpPr>
            <p:spPr>
              <a:xfrm>
                <a:off x="2243" y="1883"/>
                <a:ext cx="229" cy="20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200" dirty="0">
                    <a:solidFill>
                      <a:srgbClr val="FF00FF"/>
                    </a:solidFill>
                    <a:latin typeface="宋体" panose="02010600030101010101" pitchFamily="2" charset="-122"/>
                  </a:rPr>
                  <a:t>③</a:t>
                </a:r>
                <a:endParaRPr lang="en-US" altLang="zh-CN" sz="2200" dirty="0">
                  <a:solidFill>
                    <a:srgbClr val="FF00FF"/>
                  </a:solidFill>
                  <a:latin typeface="宋体" panose="02010600030101010101" pitchFamily="2" charset="-122"/>
                </a:endParaRPr>
              </a:p>
              <a:p>
                <a:pPr marL="0" lvl="0" indent="0">
                  <a:lnSpc>
                    <a:spcPct val="100000"/>
                  </a:lnSpc>
                  <a:spcBef>
                    <a:spcPct val="0"/>
                  </a:spcBef>
                  <a:spcAft>
                    <a:spcPct val="0"/>
                  </a:spcAft>
                  <a:buClrTx/>
                  <a:buSzTx/>
                  <a:buNone/>
                </a:pPr>
                <a:endParaRPr lang="en-US" altLang="zh-CN" sz="2200" dirty="0">
                  <a:solidFill>
                    <a:srgbClr val="0000FF"/>
                  </a:solidFill>
                  <a:latin typeface="宋体" panose="02010600030101010101" pitchFamily="2" charset="-122"/>
                </a:endParaRPr>
              </a:p>
            </p:txBody>
          </p:sp>
          <p:sp>
            <p:nvSpPr>
              <p:cNvPr id="174163" name="Arc 44"/>
              <p:cNvSpPr/>
              <p:nvPr/>
            </p:nvSpPr>
            <p:spPr>
              <a:xfrm flipV="1">
                <a:off x="2464" y="1662"/>
                <a:ext cx="257" cy="301"/>
              </a:xfrm>
              <a:custGeom>
                <a:avLst/>
                <a:gdLst/>
                <a:ahLst/>
                <a:cxnLst>
                  <a:cxn ang="0">
                    <a:pos x="0" y="0"/>
                  </a:cxn>
                  <a:cxn ang="0">
                    <a:pos x="0" y="0"/>
                  </a:cxn>
                  <a:cxn ang="0">
                    <a:pos x="0" y="0"/>
                  </a:cxn>
                  <a:cxn ang="0">
                    <a:pos x="0" y="0"/>
                  </a:cxn>
                  <a:cxn ang="0">
                    <a:pos x="0" y="0"/>
                  </a:cxn>
                  <a:cxn ang="0">
                    <a:pos x="0" y="0"/>
                  </a:cxn>
                </a:cxnLst>
                <a:pathLst>
                  <a:path w="21592" h="21600" fill="none">
                    <a:moveTo>
                      <a:pt x="0" y="0"/>
                    </a:moveTo>
                    <a:cubicBezTo>
                      <a:pt x="11703" y="0"/>
                      <a:pt x="21278" y="9321"/>
                      <a:pt x="21592" y="21020"/>
                    </a:cubicBezTo>
                  </a:path>
                  <a:path w="21592" h="21600" stroke="0">
                    <a:moveTo>
                      <a:pt x="0" y="0"/>
                    </a:moveTo>
                    <a:cubicBezTo>
                      <a:pt x="11703" y="0"/>
                      <a:pt x="21278" y="9321"/>
                      <a:pt x="21592" y="21020"/>
                    </a:cubicBezTo>
                    <a:lnTo>
                      <a:pt x="0" y="21600"/>
                    </a:lnTo>
                    <a:lnTo>
                      <a:pt x="0" y="0"/>
                    </a:lnTo>
                    <a:close/>
                  </a:path>
                </a:pathLst>
              </a:custGeom>
              <a:noFill/>
              <a:ln w="38100" cap="flat" cmpd="sng">
                <a:solidFill>
                  <a:srgbClr val="000000">
                    <a:alpha val="100000"/>
                  </a:srgbClr>
                </a:solidFill>
                <a:prstDash val="solid"/>
                <a:round/>
                <a:headEnd type="none" w="med" len="med"/>
                <a:tailEnd type="triangle" w="sm" len="med"/>
              </a:ln>
            </p:spPr>
            <p:txBody>
              <a:bodyPr/>
              <a:p>
                <a:endParaRPr lang="zh-CN" altLang="en-US"/>
              </a:p>
            </p:txBody>
          </p:sp>
          <p:sp>
            <p:nvSpPr>
              <p:cNvPr id="174164" name="Arc 45"/>
              <p:cNvSpPr/>
              <p:nvPr/>
            </p:nvSpPr>
            <p:spPr>
              <a:xfrm rot="-10800000" flipV="1">
                <a:off x="2882" y="1334"/>
                <a:ext cx="363" cy="681"/>
              </a:xfrm>
              <a:custGeom>
                <a:avLst/>
                <a:gdLst/>
                <a:ahLst/>
                <a:cxnLst>
                  <a:cxn ang="0">
                    <a:pos x="0" y="0"/>
                  </a:cxn>
                  <a:cxn ang="0">
                    <a:pos x="0" y="0"/>
                  </a:cxn>
                  <a:cxn ang="0">
                    <a:pos x="0" y="0"/>
                  </a:cxn>
                  <a:cxn ang="0">
                    <a:pos x="0" y="0"/>
                  </a:cxn>
                  <a:cxn ang="0">
                    <a:pos x="0" y="0"/>
                  </a:cxn>
                  <a:cxn ang="0">
                    <a:pos x="0" y="0"/>
                  </a:cxn>
                </a:cxnLst>
                <a:pathLst>
                  <a:path w="21600" h="21600" fill="none">
                    <a:moveTo>
                      <a:pt x="0" y="0"/>
                    </a:moveTo>
                    <a:cubicBezTo>
                      <a:pt x="11929" y="0"/>
                      <a:pt x="21600" y="9670"/>
                      <a:pt x="21600" y="21600"/>
                    </a:cubicBezTo>
                  </a:path>
                  <a:path w="21600" h="21600" stroke="0">
                    <a:moveTo>
                      <a:pt x="0" y="0"/>
                    </a:moveTo>
                    <a:cubicBezTo>
                      <a:pt x="11929" y="0"/>
                      <a:pt x="21600" y="9670"/>
                      <a:pt x="21600" y="21600"/>
                    </a:cubicBezTo>
                    <a:lnTo>
                      <a:pt x="0" y="21600"/>
                    </a:lnTo>
                    <a:lnTo>
                      <a:pt x="0" y="0"/>
                    </a:lnTo>
                    <a:close/>
                  </a:path>
                </a:pathLst>
              </a:custGeom>
              <a:noFill/>
              <a:ln w="38100" cap="flat" cmpd="sng">
                <a:solidFill>
                  <a:srgbClr val="000000">
                    <a:alpha val="100000"/>
                  </a:srgbClr>
                </a:solidFill>
                <a:prstDash val="solid"/>
                <a:round/>
                <a:headEnd type="triangle" w="sm" len="med"/>
                <a:tailEnd type="none" w="sm" len="med"/>
              </a:ln>
            </p:spPr>
            <p:txBody>
              <a:bodyPr/>
              <a:p>
                <a:endParaRPr lang="zh-CN" altLang="en-US"/>
              </a:p>
            </p:txBody>
          </p:sp>
          <p:sp>
            <p:nvSpPr>
              <p:cNvPr id="174165" name="Arc 46"/>
              <p:cNvSpPr/>
              <p:nvPr/>
            </p:nvSpPr>
            <p:spPr>
              <a:xfrm rot="10800000">
                <a:off x="1786" y="935"/>
                <a:ext cx="195" cy="650"/>
              </a:xfrm>
              <a:custGeom>
                <a:avLst/>
                <a:gdLst/>
                <a:ahLst/>
                <a:cxnLst>
                  <a:cxn ang="0">
                    <a:pos x="0" y="0"/>
                  </a:cxn>
                  <a:cxn ang="0">
                    <a:pos x="0" y="0"/>
                  </a:cxn>
                  <a:cxn ang="0">
                    <a:pos x="0" y="0"/>
                  </a:cxn>
                  <a:cxn ang="0">
                    <a:pos x="0" y="0"/>
                  </a:cxn>
                  <a:cxn ang="0">
                    <a:pos x="0" y="0"/>
                  </a:cxn>
                  <a:cxn ang="0">
                    <a:pos x="0" y="0"/>
                  </a:cxn>
                </a:cxnLst>
                <a:pathLst>
                  <a:path w="21600" h="20436" fill="none">
                    <a:moveTo>
                      <a:pt x="6994" y="0"/>
                    </a:moveTo>
                    <a:cubicBezTo>
                      <a:pt x="15730" y="2990"/>
                      <a:pt x="21600" y="11202"/>
                      <a:pt x="21600" y="20436"/>
                    </a:cubicBezTo>
                  </a:path>
                  <a:path w="21600" h="20436" stroke="0">
                    <a:moveTo>
                      <a:pt x="6994" y="0"/>
                    </a:moveTo>
                    <a:cubicBezTo>
                      <a:pt x="15730" y="2990"/>
                      <a:pt x="21600" y="11202"/>
                      <a:pt x="21600" y="20436"/>
                    </a:cubicBezTo>
                    <a:lnTo>
                      <a:pt x="0" y="20436"/>
                    </a:lnTo>
                    <a:lnTo>
                      <a:pt x="6994" y="0"/>
                    </a:lnTo>
                    <a:close/>
                  </a:path>
                </a:pathLst>
              </a:custGeom>
              <a:noFill/>
              <a:ln w="38100" cap="flat" cmpd="sng">
                <a:solidFill>
                  <a:srgbClr val="000000">
                    <a:alpha val="100000"/>
                  </a:srgbClr>
                </a:solidFill>
                <a:prstDash val="solid"/>
                <a:round/>
                <a:headEnd type="triangle" w="sm" len="med"/>
                <a:tailEnd type="none" w="sm" len="med"/>
              </a:ln>
            </p:spPr>
            <p:txBody>
              <a:bodyPr/>
              <a:p>
                <a:endParaRPr lang="zh-CN" altLang="en-US"/>
              </a:p>
            </p:txBody>
          </p:sp>
          <p:sp>
            <p:nvSpPr>
              <p:cNvPr id="174166" name="Arc 47"/>
              <p:cNvSpPr/>
              <p:nvPr/>
            </p:nvSpPr>
            <p:spPr>
              <a:xfrm rot="10800000">
                <a:off x="1550" y="1045"/>
                <a:ext cx="88" cy="238"/>
              </a:xfrm>
              <a:custGeom>
                <a:avLst/>
                <a:gdLst/>
                <a:ahLst/>
                <a:cxnLst>
                  <a:cxn ang="0">
                    <a:pos x="0" y="0"/>
                  </a:cxn>
                  <a:cxn ang="0">
                    <a:pos x="0" y="0"/>
                  </a:cxn>
                  <a:cxn ang="0">
                    <a:pos x="0" y="0"/>
                  </a:cxn>
                  <a:cxn ang="0">
                    <a:pos x="0" y="0"/>
                  </a:cxn>
                  <a:cxn ang="0">
                    <a:pos x="0" y="0"/>
                  </a:cxn>
                  <a:cxn ang="0">
                    <a:pos x="0" y="0"/>
                  </a:cxn>
                </a:cxnLst>
                <a:pathLst>
                  <a:path w="21600" h="21600" fill="none">
                    <a:moveTo>
                      <a:pt x="0" y="0"/>
                    </a:moveTo>
                    <a:cubicBezTo>
                      <a:pt x="11929" y="0"/>
                      <a:pt x="21600" y="9670"/>
                      <a:pt x="21600" y="21600"/>
                    </a:cubicBezTo>
                  </a:path>
                  <a:path w="21600" h="21600" stroke="0">
                    <a:moveTo>
                      <a:pt x="0" y="0"/>
                    </a:moveTo>
                    <a:cubicBezTo>
                      <a:pt x="11929" y="0"/>
                      <a:pt x="21600" y="9670"/>
                      <a:pt x="21600" y="21600"/>
                    </a:cubicBezTo>
                    <a:lnTo>
                      <a:pt x="0" y="21600"/>
                    </a:lnTo>
                    <a:lnTo>
                      <a:pt x="0" y="0"/>
                    </a:lnTo>
                    <a:close/>
                  </a:path>
                </a:pathLst>
              </a:custGeom>
              <a:noFill/>
              <a:ln w="38100" cap="flat" cmpd="sng">
                <a:solidFill>
                  <a:srgbClr val="000000">
                    <a:alpha val="100000"/>
                  </a:srgbClr>
                </a:solidFill>
                <a:prstDash val="solid"/>
                <a:round/>
                <a:headEnd type="triangle" w="sm" len="med"/>
                <a:tailEnd type="none" w="med" len="med"/>
              </a:ln>
            </p:spPr>
            <p:txBody>
              <a:bodyPr/>
              <a:p>
                <a:endParaRPr lang="zh-CN" altLang="en-US"/>
              </a:p>
            </p:txBody>
          </p:sp>
          <p:sp>
            <p:nvSpPr>
              <p:cNvPr id="174167" name="Line 48"/>
              <p:cNvSpPr/>
              <p:nvPr/>
            </p:nvSpPr>
            <p:spPr>
              <a:xfrm>
                <a:off x="3277" y="1381"/>
                <a:ext cx="491" cy="0"/>
              </a:xfrm>
              <a:prstGeom prst="line">
                <a:avLst/>
              </a:prstGeom>
              <a:ln w="25400" cap="flat" cmpd="sng">
                <a:solidFill>
                  <a:srgbClr val="000E3A"/>
                </a:solidFill>
                <a:prstDash val="solid"/>
                <a:headEnd type="none" w="med" len="med"/>
                <a:tailEnd type="none" w="med" len="med"/>
              </a:ln>
            </p:spPr>
          </p:sp>
          <p:sp>
            <p:nvSpPr>
              <p:cNvPr id="174168" name="Rectangle 49"/>
              <p:cNvSpPr/>
              <p:nvPr/>
            </p:nvSpPr>
            <p:spPr>
              <a:xfrm>
                <a:off x="876" y="607"/>
                <a:ext cx="293" cy="269"/>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200" dirty="0">
                    <a:solidFill>
                      <a:srgbClr val="FF00FF"/>
                    </a:solidFill>
                    <a:latin typeface="宋体" panose="02010600030101010101" pitchFamily="2" charset="-122"/>
                  </a:rPr>
                  <a:t>①</a:t>
                </a:r>
                <a:endParaRPr lang="en-US" altLang="zh-CN" sz="2200" dirty="0">
                  <a:solidFill>
                    <a:srgbClr val="FF33CC"/>
                  </a:solidFill>
                  <a:latin typeface="宋体" panose="02010600030101010101" pitchFamily="2" charset="-122"/>
                </a:endParaRPr>
              </a:p>
            </p:txBody>
          </p:sp>
        </p:grpSp>
        <p:grpSp>
          <p:nvGrpSpPr>
            <p:cNvPr id="174092" name="Group 50"/>
            <p:cNvGrpSpPr/>
            <p:nvPr/>
          </p:nvGrpSpPr>
          <p:grpSpPr>
            <a:xfrm>
              <a:off x="3832" y="288"/>
              <a:ext cx="1928" cy="1783"/>
              <a:chOff x="3656" y="48"/>
              <a:chExt cx="1928" cy="1783"/>
            </a:xfrm>
          </p:grpSpPr>
          <p:sp>
            <p:nvSpPr>
              <p:cNvPr id="174093" name="Line 51"/>
              <p:cNvSpPr/>
              <p:nvPr/>
            </p:nvSpPr>
            <p:spPr>
              <a:xfrm>
                <a:off x="3920" y="1356"/>
                <a:ext cx="240" cy="0"/>
              </a:xfrm>
              <a:prstGeom prst="line">
                <a:avLst/>
              </a:prstGeom>
              <a:ln w="25400" cap="flat" cmpd="sng">
                <a:solidFill>
                  <a:srgbClr val="000000"/>
                </a:solidFill>
                <a:prstDash val="solid"/>
                <a:headEnd type="none" w="med" len="med"/>
                <a:tailEnd type="triangle" w="med" len="med"/>
              </a:ln>
            </p:spPr>
          </p:sp>
          <p:grpSp>
            <p:nvGrpSpPr>
              <p:cNvPr id="174094" name="Group 52"/>
              <p:cNvGrpSpPr/>
              <p:nvPr/>
            </p:nvGrpSpPr>
            <p:grpSpPr>
              <a:xfrm>
                <a:off x="3896" y="1129"/>
                <a:ext cx="232" cy="215"/>
                <a:chOff x="3680" y="1248"/>
                <a:chExt cx="232" cy="215"/>
              </a:xfrm>
            </p:grpSpPr>
            <p:sp>
              <p:nvSpPr>
                <p:cNvPr id="174121" name="Text Box 53"/>
                <p:cNvSpPr txBox="1"/>
                <p:nvPr/>
              </p:nvSpPr>
              <p:spPr>
                <a:xfrm>
                  <a:off x="3680" y="1248"/>
                  <a:ext cx="232" cy="21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RD</a:t>
                  </a:r>
                  <a:endParaRPr lang="en-US" altLang="zh-CN" sz="2200" dirty="0">
                    <a:solidFill>
                      <a:schemeClr val="bg2"/>
                    </a:solidFill>
                    <a:latin typeface="宋体" panose="02010600030101010101" pitchFamily="2" charset="-122"/>
                  </a:endParaRPr>
                </a:p>
              </p:txBody>
            </p:sp>
            <p:sp>
              <p:nvSpPr>
                <p:cNvPr id="174122" name="Line 54"/>
                <p:cNvSpPr/>
                <p:nvPr/>
              </p:nvSpPr>
              <p:spPr>
                <a:xfrm>
                  <a:off x="3704" y="1282"/>
                  <a:ext cx="152" cy="0"/>
                </a:xfrm>
                <a:prstGeom prst="line">
                  <a:avLst/>
                </a:prstGeom>
                <a:ln w="25400" cap="flat" cmpd="sng">
                  <a:solidFill>
                    <a:srgbClr val="000000"/>
                  </a:solidFill>
                  <a:prstDash val="solid"/>
                  <a:headEnd type="none" w="med" len="med"/>
                  <a:tailEnd type="none" w="med" len="med"/>
                </a:ln>
              </p:spPr>
            </p:sp>
          </p:grpSp>
          <p:sp>
            <p:nvSpPr>
              <p:cNvPr id="174095" name="AutoShape 55"/>
              <p:cNvSpPr/>
              <p:nvPr/>
            </p:nvSpPr>
            <p:spPr>
              <a:xfrm>
                <a:off x="3840" y="231"/>
                <a:ext cx="344" cy="153"/>
              </a:xfrm>
              <a:prstGeom prst="leftArrow">
                <a:avLst>
                  <a:gd name="adj1" fmla="val 50000"/>
                  <a:gd name="adj2" fmla="val 56136"/>
                </a:avLst>
              </a:prstGeom>
              <a:solidFill>
                <a:srgbClr val="00CCFF"/>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74096" name="Text Box 56"/>
              <p:cNvSpPr txBox="1"/>
              <p:nvPr/>
            </p:nvSpPr>
            <p:spPr>
              <a:xfrm>
                <a:off x="3656" y="48"/>
                <a:ext cx="504" cy="21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tx1"/>
                  </a:solidFill>
                  <a:latin typeface="宋体" panose="02010600030101010101" pitchFamily="2" charset="-122"/>
                </a:endParaRPr>
              </a:p>
            </p:txBody>
          </p:sp>
          <p:sp>
            <p:nvSpPr>
              <p:cNvPr id="174097" name="Text Box 57"/>
              <p:cNvSpPr txBox="1"/>
              <p:nvPr/>
            </p:nvSpPr>
            <p:spPr>
              <a:xfrm>
                <a:off x="4184" y="96"/>
                <a:ext cx="912" cy="1735"/>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chemeClr val="bg2"/>
                  </a:solidFill>
                  <a:latin typeface="Arial" panose="020B0604020202020204" pitchFamily="34" charset="0"/>
                </a:endParaRPr>
              </a:p>
            </p:txBody>
          </p:sp>
          <p:sp>
            <p:nvSpPr>
              <p:cNvPr id="174098" name="Text Box 58"/>
              <p:cNvSpPr txBox="1"/>
              <p:nvPr/>
            </p:nvSpPr>
            <p:spPr>
              <a:xfrm>
                <a:off x="4352" y="170"/>
                <a:ext cx="720" cy="215"/>
              </a:xfrm>
              <a:prstGeom prst="rect">
                <a:avLst/>
              </a:prstGeom>
              <a:solidFill>
                <a:srgbClr val="CCCCFF"/>
              </a:solid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PA7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PA0</a:t>
                </a:r>
                <a:endParaRPr lang="en-US" altLang="zh-CN" sz="2200" dirty="0">
                  <a:solidFill>
                    <a:schemeClr val="tx1"/>
                  </a:solidFill>
                  <a:latin typeface="Arial" panose="020B0604020202020204" pitchFamily="34" charset="0"/>
                </a:endParaRPr>
              </a:p>
            </p:txBody>
          </p:sp>
          <p:sp>
            <p:nvSpPr>
              <p:cNvPr id="174099" name="Text Box 59"/>
              <p:cNvSpPr txBox="1"/>
              <p:nvPr/>
            </p:nvSpPr>
            <p:spPr>
              <a:xfrm>
                <a:off x="4688" y="923"/>
                <a:ext cx="376" cy="215"/>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PC4</a:t>
                </a:r>
                <a:endParaRPr lang="en-US" altLang="zh-CN" sz="2200" dirty="0">
                  <a:solidFill>
                    <a:schemeClr val="accent1"/>
                  </a:solidFill>
                  <a:latin typeface="宋体" panose="02010600030101010101" pitchFamily="2" charset="-122"/>
                </a:endParaRPr>
              </a:p>
            </p:txBody>
          </p:sp>
          <p:sp>
            <p:nvSpPr>
              <p:cNvPr id="174100" name="Text Box 60"/>
              <p:cNvSpPr txBox="1"/>
              <p:nvPr/>
            </p:nvSpPr>
            <p:spPr>
              <a:xfrm>
                <a:off x="4688" y="1138"/>
                <a:ext cx="376" cy="215"/>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PC5</a:t>
                </a:r>
                <a:endParaRPr lang="en-US" altLang="zh-CN" sz="2200" dirty="0">
                  <a:solidFill>
                    <a:schemeClr val="accent1"/>
                  </a:solidFill>
                  <a:latin typeface="宋体" panose="02010600030101010101" pitchFamily="2" charset="-122"/>
                </a:endParaRPr>
              </a:p>
            </p:txBody>
          </p:sp>
          <p:sp>
            <p:nvSpPr>
              <p:cNvPr id="174101" name="Text Box 61"/>
              <p:cNvSpPr txBox="1"/>
              <p:nvPr/>
            </p:nvSpPr>
            <p:spPr>
              <a:xfrm>
                <a:off x="4688" y="1581"/>
                <a:ext cx="376" cy="21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PC3</a:t>
                </a:r>
                <a:endParaRPr lang="en-US" altLang="zh-CN" sz="2200" dirty="0">
                  <a:solidFill>
                    <a:schemeClr val="accent1"/>
                  </a:solidFill>
                  <a:latin typeface="宋体" panose="02010600030101010101" pitchFamily="2" charset="-122"/>
                </a:endParaRPr>
              </a:p>
            </p:txBody>
          </p:sp>
          <p:sp>
            <p:nvSpPr>
              <p:cNvPr id="174102" name="Line 62"/>
              <p:cNvSpPr/>
              <p:nvPr/>
            </p:nvSpPr>
            <p:spPr>
              <a:xfrm>
                <a:off x="4896" y="391"/>
                <a:ext cx="0" cy="525"/>
              </a:xfrm>
              <a:prstGeom prst="line">
                <a:avLst/>
              </a:prstGeom>
              <a:ln w="25400" cap="flat" cmpd="sng">
                <a:solidFill>
                  <a:srgbClr val="000000"/>
                </a:solidFill>
                <a:prstDash val="solid"/>
                <a:headEnd type="triangle" w="med" len="med"/>
                <a:tailEnd type="triangle" w="med" len="med"/>
              </a:ln>
            </p:spPr>
          </p:sp>
          <p:sp>
            <p:nvSpPr>
              <p:cNvPr id="174103" name="Text Box 63"/>
              <p:cNvSpPr txBox="1"/>
              <p:nvPr/>
            </p:nvSpPr>
            <p:spPr>
              <a:xfrm>
                <a:off x="4224" y="465"/>
                <a:ext cx="488" cy="377"/>
              </a:xfrm>
              <a:prstGeom prst="rect">
                <a:avLst/>
              </a:prstGeom>
              <a:solidFill>
                <a:srgbClr val="00FFFF"/>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80000"/>
                  </a:lnSpc>
                  <a:spcBef>
                    <a:spcPct val="0"/>
                  </a:spcBef>
                  <a:spcAft>
                    <a:spcPct val="0"/>
                  </a:spcAft>
                  <a:buClrTx/>
                  <a:buSzTx/>
                  <a:buNone/>
                </a:pPr>
                <a:r>
                  <a:rPr lang="en-US" altLang="zh-CN" sz="2200" dirty="0">
                    <a:solidFill>
                      <a:schemeClr val="tx1"/>
                    </a:solidFill>
                    <a:latin typeface="宋体" panose="02010600030101010101" pitchFamily="2" charset="-122"/>
                  </a:rPr>
                  <a:t>INTEA</a:t>
                </a:r>
                <a:endParaRPr lang="en-US" altLang="zh-CN" sz="2200" dirty="0">
                  <a:solidFill>
                    <a:schemeClr val="tx1"/>
                  </a:solidFill>
                  <a:latin typeface="宋体" panose="02010600030101010101" pitchFamily="2" charset="-122"/>
                </a:endParaRPr>
              </a:p>
              <a:p>
                <a:pPr marL="0" lvl="0" indent="0" algn="ctr">
                  <a:lnSpc>
                    <a:spcPct val="80000"/>
                  </a:lnSpc>
                  <a:spcBef>
                    <a:spcPct val="0"/>
                  </a:spcBef>
                  <a:spcAft>
                    <a:spcPct val="0"/>
                  </a:spcAft>
                  <a:buClrTx/>
                  <a:buSzTx/>
                  <a:buNone/>
                </a:pPr>
                <a:r>
                  <a:rPr lang="en-US" altLang="zh-CN" sz="2200" dirty="0">
                    <a:solidFill>
                      <a:schemeClr val="tx1"/>
                    </a:solidFill>
                    <a:latin typeface="宋体" panose="02010600030101010101" pitchFamily="2" charset="-122"/>
                  </a:rPr>
                  <a:t>PC4</a:t>
                </a:r>
                <a:endParaRPr lang="en-US" altLang="zh-CN" sz="2200" dirty="0">
                  <a:solidFill>
                    <a:schemeClr val="tx1"/>
                  </a:solidFill>
                  <a:latin typeface="宋体" panose="02010600030101010101" pitchFamily="2" charset="-122"/>
                </a:endParaRPr>
              </a:p>
            </p:txBody>
          </p:sp>
          <p:sp>
            <p:nvSpPr>
              <p:cNvPr id="174104" name="Line 64"/>
              <p:cNvSpPr/>
              <p:nvPr/>
            </p:nvSpPr>
            <p:spPr>
              <a:xfrm>
                <a:off x="4280" y="842"/>
                <a:ext cx="0" cy="571"/>
              </a:xfrm>
              <a:prstGeom prst="line">
                <a:avLst/>
              </a:prstGeom>
              <a:ln w="25400" cap="flat" cmpd="sng">
                <a:solidFill>
                  <a:srgbClr val="FF0000"/>
                </a:solidFill>
                <a:prstDash val="solid"/>
                <a:headEnd type="none" w="med" len="med"/>
                <a:tailEnd type="triangle" w="med" len="med"/>
              </a:ln>
            </p:spPr>
          </p:sp>
          <p:sp>
            <p:nvSpPr>
              <p:cNvPr id="174105" name="Text Box 65"/>
              <p:cNvSpPr txBox="1"/>
              <p:nvPr/>
            </p:nvSpPr>
            <p:spPr>
              <a:xfrm>
                <a:off x="4232" y="1413"/>
                <a:ext cx="376" cy="215"/>
              </a:xfrm>
              <a:prstGeom prst="rect">
                <a:avLst/>
              </a:prstGeom>
              <a:solidFill>
                <a:srgbClr val="FF99CC"/>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楷体_GB2312" pitchFamily="1" charset="-122"/>
                  </a:rPr>
                  <a:t>与门</a:t>
                </a:r>
                <a:endParaRPr lang="zh-CN" altLang="en-US" sz="2200" dirty="0">
                  <a:solidFill>
                    <a:schemeClr val="tx1"/>
                  </a:solidFill>
                  <a:latin typeface="宋体" panose="02010600030101010101" pitchFamily="2" charset="-122"/>
                </a:endParaRPr>
              </a:p>
            </p:txBody>
          </p:sp>
          <p:sp>
            <p:nvSpPr>
              <p:cNvPr id="174106" name="Line 66"/>
              <p:cNvSpPr/>
              <p:nvPr/>
            </p:nvSpPr>
            <p:spPr>
              <a:xfrm>
                <a:off x="4408" y="1030"/>
                <a:ext cx="272" cy="0"/>
              </a:xfrm>
              <a:prstGeom prst="line">
                <a:avLst/>
              </a:prstGeom>
              <a:ln w="25400" cap="flat" cmpd="sng">
                <a:solidFill>
                  <a:srgbClr val="000000"/>
                </a:solidFill>
                <a:prstDash val="solid"/>
                <a:headEnd type="none" w="med" len="med"/>
                <a:tailEnd type="none" w="med" len="med"/>
              </a:ln>
            </p:spPr>
          </p:sp>
          <p:sp>
            <p:nvSpPr>
              <p:cNvPr id="174107" name="Line 67"/>
              <p:cNvSpPr/>
              <p:nvPr/>
            </p:nvSpPr>
            <p:spPr>
              <a:xfrm>
                <a:off x="4408" y="853"/>
                <a:ext cx="0" cy="181"/>
              </a:xfrm>
              <a:prstGeom prst="line">
                <a:avLst/>
              </a:prstGeom>
              <a:ln w="25400" cap="flat" cmpd="sng">
                <a:solidFill>
                  <a:srgbClr val="000000"/>
                </a:solidFill>
                <a:prstDash val="solid"/>
                <a:headEnd type="triangle" w="med" len="med"/>
                <a:tailEnd type="none" w="med" len="med"/>
              </a:ln>
            </p:spPr>
          </p:sp>
          <p:sp>
            <p:nvSpPr>
              <p:cNvPr id="174108" name="Line 68"/>
              <p:cNvSpPr/>
              <p:nvPr/>
            </p:nvSpPr>
            <p:spPr>
              <a:xfrm>
                <a:off x="4544" y="1212"/>
                <a:ext cx="144" cy="0"/>
              </a:xfrm>
              <a:prstGeom prst="line">
                <a:avLst/>
              </a:prstGeom>
              <a:ln w="25400" cap="flat" cmpd="sng">
                <a:solidFill>
                  <a:srgbClr val="000000"/>
                </a:solidFill>
                <a:prstDash val="solid"/>
                <a:headEnd type="none" w="med" len="med"/>
                <a:tailEnd type="none" w="med" len="med"/>
              </a:ln>
            </p:spPr>
          </p:sp>
          <p:sp>
            <p:nvSpPr>
              <p:cNvPr id="174109" name="Line 69"/>
              <p:cNvSpPr/>
              <p:nvPr/>
            </p:nvSpPr>
            <p:spPr>
              <a:xfrm>
                <a:off x="4544" y="1218"/>
                <a:ext cx="0" cy="189"/>
              </a:xfrm>
              <a:prstGeom prst="line">
                <a:avLst/>
              </a:prstGeom>
              <a:ln w="25400" cap="flat" cmpd="sng">
                <a:solidFill>
                  <a:srgbClr val="000000"/>
                </a:solidFill>
                <a:prstDash val="solid"/>
                <a:headEnd type="none" w="med" len="med"/>
                <a:tailEnd type="triangle" w="med" len="med"/>
              </a:ln>
            </p:spPr>
          </p:sp>
          <p:sp>
            <p:nvSpPr>
              <p:cNvPr id="174110" name="Line 70"/>
              <p:cNvSpPr/>
              <p:nvPr/>
            </p:nvSpPr>
            <p:spPr>
              <a:xfrm>
                <a:off x="4408" y="1628"/>
                <a:ext cx="0" cy="68"/>
              </a:xfrm>
              <a:prstGeom prst="line">
                <a:avLst/>
              </a:prstGeom>
              <a:ln w="25400" cap="flat" cmpd="sng">
                <a:solidFill>
                  <a:srgbClr val="000000"/>
                </a:solidFill>
                <a:prstDash val="solid"/>
                <a:headEnd type="none" w="med" len="med"/>
                <a:tailEnd type="none" w="med" len="med"/>
              </a:ln>
            </p:spPr>
          </p:sp>
          <p:sp>
            <p:nvSpPr>
              <p:cNvPr id="174111" name="Line 71"/>
              <p:cNvSpPr/>
              <p:nvPr/>
            </p:nvSpPr>
            <p:spPr>
              <a:xfrm>
                <a:off x="4408" y="1689"/>
                <a:ext cx="280" cy="0"/>
              </a:xfrm>
              <a:prstGeom prst="line">
                <a:avLst/>
              </a:prstGeom>
              <a:ln w="25400" cap="flat" cmpd="sng">
                <a:solidFill>
                  <a:srgbClr val="000000"/>
                </a:solidFill>
                <a:prstDash val="solid"/>
                <a:headEnd type="none" w="med" len="med"/>
                <a:tailEnd type="triangle" w="med" len="med"/>
              </a:ln>
            </p:spPr>
          </p:sp>
          <p:sp>
            <p:nvSpPr>
              <p:cNvPr id="174112" name="Line 72"/>
              <p:cNvSpPr/>
              <p:nvPr/>
            </p:nvSpPr>
            <p:spPr>
              <a:xfrm flipH="1">
                <a:off x="5056" y="1008"/>
                <a:ext cx="280" cy="0"/>
              </a:xfrm>
              <a:prstGeom prst="line">
                <a:avLst/>
              </a:prstGeom>
              <a:ln w="25400" cap="flat" cmpd="sng">
                <a:solidFill>
                  <a:srgbClr val="0000FF"/>
                </a:solidFill>
                <a:prstDash val="solid"/>
                <a:headEnd type="none" w="med" len="med"/>
                <a:tailEnd type="triangle" w="med" len="med"/>
              </a:ln>
            </p:spPr>
          </p:sp>
          <p:sp>
            <p:nvSpPr>
              <p:cNvPr id="174113" name="Line 73"/>
              <p:cNvSpPr/>
              <p:nvPr/>
            </p:nvSpPr>
            <p:spPr>
              <a:xfrm rot="-10800000" flipH="1">
                <a:off x="5055" y="1296"/>
                <a:ext cx="328" cy="0"/>
              </a:xfrm>
              <a:prstGeom prst="line">
                <a:avLst/>
              </a:prstGeom>
              <a:ln w="25400" cap="flat" cmpd="sng">
                <a:solidFill>
                  <a:srgbClr val="0000FF"/>
                </a:solidFill>
                <a:prstDash val="solid"/>
                <a:headEnd type="none" w="med" len="med"/>
                <a:tailEnd type="triangle" w="med" len="med"/>
              </a:ln>
            </p:spPr>
          </p:sp>
          <p:sp>
            <p:nvSpPr>
              <p:cNvPr id="174114" name="Line 74"/>
              <p:cNvSpPr/>
              <p:nvPr/>
            </p:nvSpPr>
            <p:spPr>
              <a:xfrm rot="-10800000" flipH="1">
                <a:off x="5063" y="1728"/>
                <a:ext cx="320" cy="0"/>
              </a:xfrm>
              <a:prstGeom prst="line">
                <a:avLst/>
              </a:prstGeom>
              <a:ln w="25400" cap="flat" cmpd="sng">
                <a:solidFill>
                  <a:srgbClr val="0000FF"/>
                </a:solidFill>
                <a:prstDash val="solid"/>
                <a:headEnd type="none" w="med" len="med"/>
                <a:tailEnd type="triangle" w="med" len="med"/>
              </a:ln>
            </p:spPr>
          </p:sp>
          <p:sp>
            <p:nvSpPr>
              <p:cNvPr id="174115" name="Text Box 75"/>
              <p:cNvSpPr txBox="1"/>
              <p:nvPr/>
            </p:nvSpPr>
            <p:spPr>
              <a:xfrm>
                <a:off x="5088" y="1081"/>
                <a:ext cx="463" cy="21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IBF</a:t>
                </a:r>
                <a:endParaRPr lang="en-US" altLang="zh-CN" sz="2200" dirty="0">
                  <a:solidFill>
                    <a:schemeClr val="bg2"/>
                  </a:solidFill>
                  <a:latin typeface="宋体" panose="02010600030101010101" pitchFamily="2" charset="-122"/>
                </a:endParaRPr>
              </a:p>
            </p:txBody>
          </p:sp>
          <p:grpSp>
            <p:nvGrpSpPr>
              <p:cNvPr id="174116" name="Group 76"/>
              <p:cNvGrpSpPr/>
              <p:nvPr/>
            </p:nvGrpSpPr>
            <p:grpSpPr>
              <a:xfrm>
                <a:off x="5088" y="768"/>
                <a:ext cx="463" cy="215"/>
                <a:chOff x="5264" y="936"/>
                <a:chExt cx="463" cy="215"/>
              </a:xfrm>
            </p:grpSpPr>
            <p:sp>
              <p:nvSpPr>
                <p:cNvPr id="174119" name="Text Box 77"/>
                <p:cNvSpPr txBox="1"/>
                <p:nvPr/>
              </p:nvSpPr>
              <p:spPr>
                <a:xfrm>
                  <a:off x="5264" y="936"/>
                  <a:ext cx="463" cy="21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STB</a:t>
                  </a:r>
                  <a:endParaRPr lang="en-US" altLang="zh-CN" sz="2200" dirty="0">
                    <a:solidFill>
                      <a:schemeClr val="bg2"/>
                    </a:solidFill>
                    <a:latin typeface="宋体" panose="02010600030101010101" pitchFamily="2" charset="-122"/>
                  </a:endParaRPr>
                </a:p>
              </p:txBody>
            </p:sp>
            <p:sp>
              <p:nvSpPr>
                <p:cNvPr id="174120" name="Line 78"/>
                <p:cNvSpPr/>
                <p:nvPr/>
              </p:nvSpPr>
              <p:spPr>
                <a:xfrm>
                  <a:off x="5359" y="963"/>
                  <a:ext cx="265" cy="4"/>
                </a:xfrm>
                <a:prstGeom prst="line">
                  <a:avLst/>
                </a:prstGeom>
                <a:ln w="25400" cap="flat" cmpd="sng">
                  <a:solidFill>
                    <a:srgbClr val="000000"/>
                  </a:solidFill>
                  <a:prstDash val="solid"/>
                  <a:headEnd type="none" w="med" len="med"/>
                  <a:tailEnd type="none" w="med" len="med"/>
                </a:ln>
              </p:spPr>
            </p:sp>
          </p:grpSp>
          <p:sp>
            <p:nvSpPr>
              <p:cNvPr id="174117" name="Text Box 79"/>
              <p:cNvSpPr txBox="1"/>
              <p:nvPr/>
            </p:nvSpPr>
            <p:spPr>
              <a:xfrm>
                <a:off x="5040" y="1488"/>
                <a:ext cx="544" cy="21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a:t>
                </a:r>
                <a:endParaRPr lang="en-US" altLang="zh-CN" sz="2200" dirty="0">
                  <a:solidFill>
                    <a:schemeClr val="tx1"/>
                  </a:solidFill>
                  <a:latin typeface="宋体" panose="02010600030101010101" pitchFamily="2" charset="-122"/>
                </a:endParaRPr>
              </a:p>
            </p:txBody>
          </p:sp>
          <p:sp>
            <p:nvSpPr>
              <p:cNvPr id="174118" name="AutoShape 80"/>
              <p:cNvSpPr/>
              <p:nvPr/>
            </p:nvSpPr>
            <p:spPr>
              <a:xfrm>
                <a:off x="5080" y="176"/>
                <a:ext cx="392" cy="208"/>
              </a:xfrm>
              <a:prstGeom prst="leftArrow">
                <a:avLst>
                  <a:gd name="adj1" fmla="val 50000"/>
                  <a:gd name="adj2" fmla="val 47054"/>
                </a:avLst>
              </a:prstGeom>
              <a:solidFill>
                <a:schemeClr val="accent1"/>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grpSp>
      </p:grpSp>
      <p:grpSp>
        <p:nvGrpSpPr>
          <p:cNvPr id="269393" name="Group 81"/>
          <p:cNvGrpSpPr/>
          <p:nvPr/>
        </p:nvGrpSpPr>
        <p:grpSpPr>
          <a:xfrm>
            <a:off x="733425" y="3422650"/>
            <a:ext cx="8382000" cy="3275013"/>
            <a:chOff x="480" y="2323"/>
            <a:chExt cx="5280" cy="2063"/>
          </a:xfrm>
        </p:grpSpPr>
        <p:sp>
          <p:nvSpPr>
            <p:cNvPr id="174085" name="Text Box 82"/>
            <p:cNvSpPr txBox="1"/>
            <p:nvPr/>
          </p:nvSpPr>
          <p:spPr>
            <a:xfrm>
              <a:off x="480" y="2323"/>
              <a:ext cx="5280" cy="2063"/>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
                </a:spcBef>
                <a:spcAft>
                  <a:spcPct val="0"/>
                </a:spcAft>
                <a:buClrTx/>
                <a:buSzTx/>
                <a:buFont typeface="Arial" panose="020B0604020202020204" pitchFamily="34" charset="0"/>
                <a:buNone/>
              </a:pPr>
              <a:r>
                <a:rPr lang="en-US" altLang="zh-CN" sz="2200" dirty="0">
                  <a:solidFill>
                    <a:srgbClr val="FF00FF"/>
                  </a:solidFill>
                  <a:latin typeface="宋体" panose="02010600030101010101" pitchFamily="2" charset="-122"/>
                </a:rPr>
                <a:t>① </a:t>
              </a:r>
              <a:r>
                <a:rPr lang="zh-CN" altLang="en-US" sz="2200" dirty="0">
                  <a:solidFill>
                    <a:srgbClr val="FF3300"/>
                  </a:solidFill>
                  <a:latin typeface="楷体_GB2312" pitchFamily="1" charset="-122"/>
                </a:rPr>
                <a:t>当外设数据准备好，将数据送至端口线</a:t>
              </a:r>
              <a:r>
                <a:rPr lang="en-US" altLang="zh-CN" sz="2200" dirty="0">
                  <a:solidFill>
                    <a:srgbClr val="FF3300"/>
                  </a:solidFill>
                  <a:latin typeface="楷体_GB2312" pitchFamily="1" charset="-122"/>
                </a:rPr>
                <a:t>PA7~PA0</a:t>
              </a:r>
              <a:r>
                <a:rPr lang="zh-CN" altLang="en-US" sz="2200" dirty="0">
                  <a:solidFill>
                    <a:srgbClr val="FF3300"/>
                  </a:solidFill>
                  <a:latin typeface="楷体_GB2312" pitchFamily="1" charset="-122"/>
                </a:rPr>
                <a:t>或</a:t>
              </a:r>
              <a:r>
                <a:rPr lang="en-US" altLang="zh-CN" sz="2200" dirty="0">
                  <a:solidFill>
                    <a:srgbClr val="FF3300"/>
                  </a:solidFill>
                  <a:latin typeface="楷体_GB2312" pitchFamily="1" charset="-122"/>
                </a:rPr>
                <a:t>PB7~PB0</a:t>
              </a:r>
              <a:endParaRPr lang="en-US" altLang="zh-CN" sz="2200" dirty="0">
                <a:solidFill>
                  <a:srgbClr val="FF33CC"/>
                </a:solidFill>
                <a:latin typeface="楷体_GB2312" pitchFamily="1" charset="-122"/>
              </a:endParaRPr>
            </a:p>
            <a:p>
              <a:pPr marL="0" lvl="0" indent="0">
                <a:lnSpc>
                  <a:spcPct val="100000"/>
                </a:lnSpc>
                <a:spcBef>
                  <a:spcPct val="5000"/>
                </a:spcBef>
                <a:spcAft>
                  <a:spcPct val="0"/>
                </a:spcAft>
                <a:buClrTx/>
                <a:buSzTx/>
                <a:buFont typeface="Arial" panose="020B0604020202020204" pitchFamily="34" charset="0"/>
                <a:buNone/>
              </a:pPr>
              <a:r>
                <a:rPr lang="en-US" altLang="zh-CN" sz="2200" dirty="0">
                  <a:solidFill>
                    <a:srgbClr val="FF00FF"/>
                  </a:solidFill>
                  <a:latin typeface="楷体_GB2312" pitchFamily="1" charset="-122"/>
                </a:rPr>
                <a:t>②</a:t>
              </a:r>
              <a:r>
                <a:rPr lang="en-US" altLang="zh-CN" sz="2200" dirty="0">
                  <a:solidFill>
                    <a:srgbClr val="FF33CC"/>
                  </a:solidFill>
                  <a:latin typeface="楷体_GB2312" pitchFamily="1" charset="-122"/>
                </a:rPr>
                <a:t> </a:t>
              </a:r>
              <a:r>
                <a:rPr lang="zh-CN" altLang="en-US" sz="2200" dirty="0">
                  <a:solidFill>
                    <a:srgbClr val="FF3300"/>
                  </a:solidFill>
                  <a:latin typeface="楷体_GB2312" pitchFamily="1" charset="-122"/>
                </a:rPr>
                <a:t>外设向</a:t>
              </a:r>
              <a:r>
                <a:rPr lang="en-US" altLang="zh-CN" sz="2200" dirty="0">
                  <a:solidFill>
                    <a:srgbClr val="FF3300"/>
                  </a:solidFill>
                  <a:latin typeface="楷体_GB2312" pitchFamily="1" charset="-122"/>
                </a:rPr>
                <a:t>8255</a:t>
              </a:r>
              <a:r>
                <a:rPr lang="zh-CN" altLang="en-US" sz="2200" dirty="0">
                  <a:solidFill>
                    <a:srgbClr val="FF3300"/>
                  </a:solidFill>
                  <a:latin typeface="楷体_GB2312" pitchFamily="1" charset="-122"/>
                </a:rPr>
                <a:t>发出选通信号</a:t>
              </a:r>
              <a:r>
                <a:rPr lang="en-US" altLang="zh-CN" sz="2200" dirty="0">
                  <a:solidFill>
                    <a:srgbClr val="FF3300"/>
                  </a:solidFill>
                  <a:latin typeface="楷体_GB2312" pitchFamily="1" charset="-122"/>
                </a:rPr>
                <a:t>STB:</a:t>
              </a:r>
              <a:endParaRPr lang="en-US" altLang="zh-CN" sz="2200" dirty="0">
                <a:solidFill>
                  <a:schemeClr val="tx1"/>
                </a:solidFill>
                <a:latin typeface="楷体_GB2312" pitchFamily="1" charset="-122"/>
              </a:endParaRPr>
            </a:p>
            <a:p>
              <a:pPr marL="0" lvl="0" indent="0">
                <a:lnSpc>
                  <a:spcPct val="100000"/>
                </a:lnSpc>
                <a:spcBef>
                  <a:spcPct val="5000"/>
                </a:spcBef>
                <a:spcAft>
                  <a:spcPct val="0"/>
                </a:spcAft>
                <a:buClrTx/>
                <a:buSzTx/>
                <a:buFont typeface="Arial" panose="020B0604020202020204" pitchFamily="34" charset="0"/>
                <a:buNone/>
              </a:pPr>
              <a:r>
                <a:rPr lang="en-US" altLang="zh-CN" sz="2200" dirty="0">
                  <a:solidFill>
                    <a:schemeClr val="tx1"/>
                  </a:solidFill>
                  <a:latin typeface="楷体_GB2312" pitchFamily="1" charset="-122"/>
                </a:rPr>
                <a:t>  </a:t>
              </a:r>
              <a:r>
                <a:rPr lang="en-US" altLang="zh-CN" sz="2200" dirty="0">
                  <a:solidFill>
                    <a:srgbClr val="000E3A"/>
                  </a:solidFill>
                  <a:latin typeface="楷体_GB2312" pitchFamily="1" charset="-122"/>
                </a:rPr>
                <a:t>(1) </a:t>
              </a:r>
              <a:r>
                <a:rPr lang="zh-CN" altLang="en-US" sz="2200" dirty="0">
                  <a:solidFill>
                    <a:srgbClr val="000E3A"/>
                  </a:solidFill>
                  <a:latin typeface="楷体_GB2312" pitchFamily="1" charset="-122"/>
                </a:rPr>
                <a:t>将数据锁存在输入端口内。</a:t>
              </a:r>
              <a:endParaRPr lang="zh-CN" altLang="en-US" sz="2200" dirty="0">
                <a:solidFill>
                  <a:srgbClr val="000E3A"/>
                </a:solidFill>
                <a:latin typeface="楷体_GB2312" pitchFamily="1" charset="-122"/>
              </a:endParaRPr>
            </a:p>
            <a:p>
              <a:pPr marL="0" lvl="0" indent="0">
                <a:lnSpc>
                  <a:spcPct val="100000"/>
                </a:lnSpc>
                <a:spcBef>
                  <a:spcPct val="5000"/>
                </a:spcBef>
                <a:spcAft>
                  <a:spcPct val="0"/>
                </a:spcAft>
                <a:buClrTx/>
                <a:buSzTx/>
                <a:buFont typeface="Arial" panose="020B0604020202020204" pitchFamily="34" charset="0"/>
                <a:buNone/>
              </a:pPr>
              <a:r>
                <a:rPr lang="zh-CN" altLang="en-US" sz="2200" dirty="0">
                  <a:solidFill>
                    <a:srgbClr val="000E3A"/>
                  </a:solidFill>
                  <a:latin typeface="楷体_GB2312" pitchFamily="1" charset="-122"/>
                </a:rPr>
                <a:t>  </a:t>
              </a:r>
              <a:r>
                <a:rPr lang="en-US" altLang="zh-CN" sz="2200" dirty="0">
                  <a:solidFill>
                    <a:srgbClr val="000E3A"/>
                  </a:solidFill>
                  <a:latin typeface="楷体_GB2312" pitchFamily="1" charset="-122"/>
                </a:rPr>
                <a:t>(2) </a:t>
              </a:r>
              <a:r>
                <a:rPr lang="zh-CN" altLang="en-US" sz="2200" dirty="0">
                  <a:solidFill>
                    <a:srgbClr val="000E3A"/>
                  </a:solidFill>
                  <a:latin typeface="楷体_GB2312" pitchFamily="1" charset="-122"/>
                </a:rPr>
                <a:t>使</a:t>
              </a:r>
              <a:r>
                <a:rPr lang="en-US" altLang="zh-CN" sz="2200" dirty="0">
                  <a:solidFill>
                    <a:schemeClr val="tx1"/>
                  </a:solidFill>
                  <a:latin typeface="楷体_GB2312" pitchFamily="1" charset="-122"/>
                </a:rPr>
                <a:t>IBF</a:t>
              </a:r>
              <a:r>
                <a:rPr lang="zh-CN" altLang="en-US" sz="2200" dirty="0">
                  <a:solidFill>
                    <a:schemeClr val="tx1"/>
                  </a:solidFill>
                  <a:latin typeface="楷体_GB2312" pitchFamily="1" charset="-122"/>
                </a:rPr>
                <a:t>变高</a:t>
              </a:r>
              <a:r>
                <a:rPr lang="zh-CN" altLang="en-US" sz="2200" dirty="0">
                  <a:solidFill>
                    <a:srgbClr val="000E3A"/>
                  </a:solidFill>
                  <a:latin typeface="楷体_GB2312" pitchFamily="1" charset="-122"/>
                </a:rPr>
                <a:t>，表示输入端口满，可用于阻止外设输入新数据</a:t>
              </a:r>
              <a:endParaRPr lang="zh-CN" altLang="en-US" sz="2200" dirty="0">
                <a:solidFill>
                  <a:srgbClr val="000E3A"/>
                </a:solidFill>
                <a:latin typeface="楷体_GB2312" pitchFamily="1" charset="-122"/>
              </a:endParaRPr>
            </a:p>
            <a:p>
              <a:pPr marL="0" lvl="0" indent="0">
                <a:lnSpc>
                  <a:spcPct val="100000"/>
                </a:lnSpc>
                <a:spcBef>
                  <a:spcPct val="5000"/>
                </a:spcBef>
                <a:spcAft>
                  <a:spcPct val="0"/>
                </a:spcAft>
                <a:buClrTx/>
                <a:buSzTx/>
                <a:buFont typeface="Arial" panose="020B0604020202020204" pitchFamily="34" charset="0"/>
                <a:buNone/>
              </a:pPr>
              <a:r>
                <a:rPr lang="zh-CN" altLang="en-US" sz="2200" dirty="0">
                  <a:solidFill>
                    <a:srgbClr val="000E3A"/>
                  </a:solidFill>
                  <a:latin typeface="楷体_GB2312" pitchFamily="1" charset="-122"/>
                </a:rPr>
                <a:t>  </a:t>
              </a:r>
              <a:r>
                <a:rPr lang="en-US" altLang="zh-CN" sz="2200" dirty="0">
                  <a:solidFill>
                    <a:srgbClr val="000E3A"/>
                  </a:solidFill>
                  <a:latin typeface="楷体_GB2312" pitchFamily="1" charset="-122"/>
                </a:rPr>
                <a:t>(3) </a:t>
              </a:r>
              <a:r>
                <a:rPr lang="zh-CN" altLang="en-US" sz="2200" dirty="0">
                  <a:solidFill>
                    <a:srgbClr val="000E3A"/>
                  </a:solidFill>
                  <a:latin typeface="楷体_GB2312" pitchFamily="1" charset="-122"/>
                </a:rPr>
                <a:t>如果</a:t>
              </a:r>
              <a:r>
                <a:rPr lang="en-US" altLang="zh-CN" sz="2200" dirty="0">
                  <a:solidFill>
                    <a:schemeClr val="tx1"/>
                  </a:solidFill>
                  <a:latin typeface="楷体_GB2312" pitchFamily="1" charset="-122"/>
                </a:rPr>
                <a:t>INTE=1, </a:t>
              </a:r>
              <a:r>
                <a:rPr lang="en-US" altLang="zh-CN" sz="2200" dirty="0">
                  <a:solidFill>
                    <a:srgbClr val="000E3A"/>
                  </a:solidFill>
                  <a:latin typeface="楷体_GB2312" pitchFamily="1" charset="-122"/>
                </a:rPr>
                <a:t>STB</a:t>
              </a:r>
              <a:r>
                <a:rPr lang="zh-CN" altLang="en-US" sz="2200" dirty="0">
                  <a:solidFill>
                    <a:srgbClr val="000E3A"/>
                  </a:solidFill>
                  <a:latin typeface="楷体_GB2312" pitchFamily="1" charset="-122"/>
                </a:rPr>
                <a:t>的</a:t>
              </a:r>
              <a:r>
                <a:rPr lang="zh-CN" altLang="en-US" sz="2200" dirty="0">
                  <a:solidFill>
                    <a:schemeClr val="tx1"/>
                  </a:solidFill>
                  <a:latin typeface="楷体_GB2312" pitchFamily="1" charset="-122"/>
                </a:rPr>
                <a:t>上升沿</a:t>
              </a:r>
              <a:r>
                <a:rPr lang="zh-CN" altLang="en-US" sz="2200" dirty="0">
                  <a:solidFill>
                    <a:srgbClr val="000E3A"/>
                  </a:solidFill>
                  <a:latin typeface="楷体_GB2312" pitchFamily="1" charset="-122"/>
                </a:rPr>
                <a:t>使</a:t>
              </a:r>
              <a:r>
                <a:rPr lang="en-US" altLang="zh-CN" sz="2200" dirty="0">
                  <a:solidFill>
                    <a:srgbClr val="000E3A"/>
                  </a:solidFill>
                  <a:latin typeface="楷体_GB2312" pitchFamily="1" charset="-122"/>
                </a:rPr>
                <a:t>INTR</a:t>
              </a:r>
              <a:r>
                <a:rPr lang="zh-CN" altLang="en-US" sz="2200" dirty="0">
                  <a:solidFill>
                    <a:srgbClr val="000E3A"/>
                  </a:solidFill>
                  <a:latin typeface="楷体_GB2312" pitchFamily="1" charset="-122"/>
                </a:rPr>
                <a:t>变高，发出中断请求。</a:t>
              </a:r>
              <a:endParaRPr lang="zh-CN" altLang="en-US" sz="2200" dirty="0">
                <a:solidFill>
                  <a:srgbClr val="000E3A"/>
                </a:solidFill>
                <a:latin typeface="楷体_GB2312" pitchFamily="1" charset="-122"/>
              </a:endParaRPr>
            </a:p>
            <a:p>
              <a:pPr marL="0" lvl="0" indent="0">
                <a:lnSpc>
                  <a:spcPct val="100000"/>
                </a:lnSpc>
                <a:spcBef>
                  <a:spcPct val="5000"/>
                </a:spcBef>
                <a:spcAft>
                  <a:spcPct val="0"/>
                </a:spcAft>
                <a:buClrTx/>
                <a:buSzTx/>
                <a:buFont typeface="Arial" panose="020B0604020202020204" pitchFamily="34" charset="0"/>
                <a:buNone/>
              </a:pPr>
              <a:r>
                <a:rPr lang="zh-CN" altLang="en-US" sz="2200" dirty="0">
                  <a:solidFill>
                    <a:srgbClr val="FF00FF"/>
                  </a:solidFill>
                  <a:latin typeface="楷体_GB2312" pitchFamily="1" charset="-122"/>
                </a:rPr>
                <a:t>③ </a:t>
              </a:r>
              <a:r>
                <a:rPr lang="zh-CN" altLang="en-US" sz="2200" dirty="0">
                  <a:solidFill>
                    <a:srgbClr val="000E3A"/>
                  </a:solidFill>
                  <a:latin typeface="楷体_GB2312" pitchFamily="1" charset="-122"/>
                </a:rPr>
                <a:t>中断处理程序中</a:t>
              </a:r>
              <a:r>
                <a:rPr lang="en-US" altLang="zh-CN" sz="2200" dirty="0">
                  <a:solidFill>
                    <a:srgbClr val="FF3300"/>
                  </a:solidFill>
                  <a:latin typeface="楷体_GB2312" pitchFamily="1" charset="-122"/>
                </a:rPr>
                <a:t>CPU </a:t>
              </a:r>
              <a:r>
                <a:rPr lang="zh-CN" altLang="en-US" sz="2200" dirty="0">
                  <a:solidFill>
                    <a:srgbClr val="FF3300"/>
                  </a:solidFill>
                  <a:latin typeface="楷体_GB2312" pitchFamily="1" charset="-122"/>
                </a:rPr>
                <a:t>读取数据，发出</a:t>
              </a:r>
              <a:r>
                <a:rPr lang="en-US" altLang="zh-CN" sz="2200" dirty="0">
                  <a:solidFill>
                    <a:srgbClr val="FF3300"/>
                  </a:solidFill>
                  <a:latin typeface="楷体_GB2312" pitchFamily="1" charset="-122"/>
                </a:rPr>
                <a:t>RD</a:t>
              </a:r>
              <a:r>
                <a:rPr lang="zh-CN" altLang="en-US" sz="2200" dirty="0">
                  <a:solidFill>
                    <a:srgbClr val="FF3300"/>
                  </a:solidFill>
                  <a:latin typeface="楷体_GB2312" pitchFamily="1" charset="-122"/>
                </a:rPr>
                <a:t>信号</a:t>
              </a:r>
              <a:r>
                <a:rPr lang="en-US" altLang="zh-CN" sz="2200" dirty="0">
                  <a:solidFill>
                    <a:srgbClr val="FF3300"/>
                  </a:solidFill>
                  <a:latin typeface="楷体_GB2312" pitchFamily="1" charset="-122"/>
                </a:rPr>
                <a:t>:</a:t>
              </a:r>
              <a:endParaRPr lang="en-US" altLang="zh-CN" sz="2200" dirty="0">
                <a:solidFill>
                  <a:srgbClr val="FF3300"/>
                </a:solidFill>
                <a:latin typeface="楷体_GB2312" pitchFamily="1" charset="-122"/>
              </a:endParaRPr>
            </a:p>
            <a:p>
              <a:pPr marL="0" lvl="0" indent="0">
                <a:lnSpc>
                  <a:spcPct val="100000"/>
                </a:lnSpc>
                <a:spcBef>
                  <a:spcPct val="5000"/>
                </a:spcBef>
                <a:spcAft>
                  <a:spcPct val="0"/>
                </a:spcAft>
                <a:buClrTx/>
                <a:buSzTx/>
                <a:buFont typeface="Arial" panose="020B0604020202020204" pitchFamily="34" charset="0"/>
                <a:buNone/>
              </a:pPr>
              <a:r>
                <a:rPr lang="en-US" altLang="zh-CN" sz="2200" dirty="0">
                  <a:solidFill>
                    <a:schemeClr val="tx1"/>
                  </a:solidFill>
                  <a:latin typeface="楷体_GB2312" pitchFamily="1" charset="-122"/>
                </a:rPr>
                <a:t>  </a:t>
              </a:r>
              <a:r>
                <a:rPr lang="en-US" altLang="zh-CN" sz="2200" dirty="0">
                  <a:solidFill>
                    <a:srgbClr val="000E3A"/>
                  </a:solidFill>
                  <a:latin typeface="楷体_GB2312" pitchFamily="1" charset="-122"/>
                </a:rPr>
                <a:t>(1) RD </a:t>
              </a:r>
              <a:r>
                <a:rPr lang="zh-CN" altLang="en-US" sz="2200" dirty="0">
                  <a:solidFill>
                    <a:srgbClr val="000E3A"/>
                  </a:solidFill>
                  <a:latin typeface="楷体_GB2312" pitchFamily="1" charset="-122"/>
                </a:rPr>
                <a:t>的下降沿清除</a:t>
              </a:r>
              <a:r>
                <a:rPr lang="en-US" altLang="zh-CN" sz="2200" dirty="0">
                  <a:solidFill>
                    <a:srgbClr val="000E3A"/>
                  </a:solidFill>
                  <a:latin typeface="楷体_GB2312" pitchFamily="1" charset="-122"/>
                </a:rPr>
                <a:t>INTR</a:t>
              </a:r>
              <a:endParaRPr lang="en-US" altLang="zh-CN" sz="2200" dirty="0">
                <a:solidFill>
                  <a:srgbClr val="000E3A"/>
                </a:solidFill>
                <a:latin typeface="楷体_GB2312" pitchFamily="1" charset="-122"/>
              </a:endParaRPr>
            </a:p>
            <a:p>
              <a:pPr marL="0" lvl="0" indent="0">
                <a:lnSpc>
                  <a:spcPct val="100000"/>
                </a:lnSpc>
                <a:spcBef>
                  <a:spcPct val="5000"/>
                </a:spcBef>
                <a:spcAft>
                  <a:spcPct val="0"/>
                </a:spcAft>
                <a:buClrTx/>
                <a:buSzTx/>
                <a:buFont typeface="Arial" panose="020B0604020202020204" pitchFamily="34" charset="0"/>
                <a:buNone/>
              </a:pPr>
              <a:r>
                <a:rPr lang="en-US" altLang="zh-CN" sz="2200" dirty="0">
                  <a:solidFill>
                    <a:srgbClr val="000E3A"/>
                  </a:solidFill>
                  <a:latin typeface="楷体_GB2312" pitchFamily="1" charset="-122"/>
                </a:rPr>
                <a:t>  (2) RD </a:t>
              </a:r>
              <a:r>
                <a:rPr lang="zh-CN" altLang="en-US" sz="2200" dirty="0">
                  <a:solidFill>
                    <a:srgbClr val="000E3A"/>
                  </a:solidFill>
                  <a:latin typeface="楷体_GB2312" pitchFamily="1" charset="-122"/>
                </a:rPr>
                <a:t>的上升沿清除</a:t>
              </a:r>
              <a:r>
                <a:rPr lang="en-US" altLang="zh-CN" sz="2200" dirty="0">
                  <a:solidFill>
                    <a:srgbClr val="000E3A"/>
                  </a:solidFill>
                  <a:latin typeface="楷体_GB2312" pitchFamily="1" charset="-122"/>
                </a:rPr>
                <a:t>IBF</a:t>
              </a:r>
              <a:endParaRPr lang="en-US" altLang="zh-CN" sz="2200" dirty="0">
                <a:solidFill>
                  <a:srgbClr val="000E3A"/>
                </a:solidFill>
                <a:latin typeface="楷体_GB2312" pitchFamily="1" charset="-122"/>
              </a:endParaRPr>
            </a:p>
            <a:p>
              <a:pPr marL="0" lvl="0" indent="0">
                <a:lnSpc>
                  <a:spcPct val="100000"/>
                </a:lnSpc>
                <a:spcBef>
                  <a:spcPct val="5000"/>
                </a:spcBef>
                <a:spcAft>
                  <a:spcPct val="0"/>
                </a:spcAft>
                <a:buClrTx/>
                <a:buSzTx/>
                <a:buFont typeface="Arial" panose="020B0604020202020204" pitchFamily="34" charset="0"/>
                <a:buNone/>
              </a:pPr>
              <a:r>
                <a:rPr lang="en-US" altLang="zh-CN" sz="2200" dirty="0">
                  <a:solidFill>
                    <a:srgbClr val="000E3A"/>
                  </a:solidFill>
                  <a:latin typeface="楷体_GB2312" pitchFamily="1" charset="-122"/>
                </a:rPr>
                <a:t>  (3) </a:t>
              </a:r>
              <a:r>
                <a:rPr lang="zh-CN" altLang="en-US" sz="2200" dirty="0">
                  <a:solidFill>
                    <a:srgbClr val="000E3A"/>
                  </a:solidFill>
                  <a:latin typeface="楷体_GB2312" pitchFamily="1" charset="-122"/>
                </a:rPr>
                <a:t>端口内的数据进入</a:t>
              </a:r>
              <a:r>
                <a:rPr lang="en-US" altLang="zh-CN" sz="2200" dirty="0">
                  <a:solidFill>
                    <a:srgbClr val="000E3A"/>
                  </a:solidFill>
                  <a:latin typeface="楷体_GB2312" pitchFamily="1" charset="-122"/>
                </a:rPr>
                <a:t>CPU</a:t>
              </a:r>
              <a:endParaRPr lang="en-US" altLang="zh-CN" sz="2200" dirty="0">
                <a:solidFill>
                  <a:srgbClr val="000E3A"/>
                </a:solidFill>
                <a:latin typeface="楷体_GB2312" pitchFamily="1" charset="-122"/>
              </a:endParaRPr>
            </a:p>
          </p:txBody>
        </p:sp>
        <p:sp>
          <p:nvSpPr>
            <p:cNvPr id="174086" name="Line 83"/>
            <p:cNvSpPr/>
            <p:nvPr/>
          </p:nvSpPr>
          <p:spPr>
            <a:xfrm>
              <a:off x="1038" y="3944"/>
              <a:ext cx="192" cy="0"/>
            </a:xfrm>
            <a:prstGeom prst="line">
              <a:avLst/>
            </a:prstGeom>
            <a:ln w="25400" cap="flat" cmpd="sng">
              <a:solidFill>
                <a:srgbClr val="000000"/>
              </a:solidFill>
              <a:prstDash val="solid"/>
              <a:headEnd type="none" w="med" len="med"/>
              <a:tailEnd type="none" w="med" len="med"/>
            </a:ln>
          </p:spPr>
        </p:sp>
        <p:sp>
          <p:nvSpPr>
            <p:cNvPr id="174087" name="Line 84"/>
            <p:cNvSpPr/>
            <p:nvPr/>
          </p:nvSpPr>
          <p:spPr>
            <a:xfrm>
              <a:off x="1008" y="3713"/>
              <a:ext cx="240" cy="0"/>
            </a:xfrm>
            <a:prstGeom prst="line">
              <a:avLst/>
            </a:prstGeom>
            <a:ln w="25400" cap="flat" cmpd="sng">
              <a:solidFill>
                <a:srgbClr val="000000"/>
              </a:solidFill>
              <a:prstDash val="solid"/>
              <a:headEnd type="none" w="med" len="med"/>
              <a:tailEnd type="none" w="med" len="med"/>
            </a:ln>
          </p:spPr>
        </p:sp>
        <p:sp>
          <p:nvSpPr>
            <p:cNvPr id="174088" name="Line 85"/>
            <p:cNvSpPr/>
            <p:nvPr/>
          </p:nvSpPr>
          <p:spPr>
            <a:xfrm>
              <a:off x="2103" y="3272"/>
              <a:ext cx="288" cy="0"/>
            </a:xfrm>
            <a:prstGeom prst="line">
              <a:avLst/>
            </a:prstGeom>
            <a:ln w="25400" cap="flat" cmpd="sng">
              <a:solidFill>
                <a:srgbClr val="000000"/>
              </a:solidFill>
              <a:prstDash val="solid"/>
              <a:headEnd type="none" w="med" len="med"/>
              <a:tailEnd type="none" w="med" len="med"/>
            </a:ln>
          </p:spPr>
        </p:sp>
        <p:sp>
          <p:nvSpPr>
            <p:cNvPr id="174089" name="Line 86"/>
            <p:cNvSpPr/>
            <p:nvPr/>
          </p:nvSpPr>
          <p:spPr>
            <a:xfrm>
              <a:off x="3623" y="3500"/>
              <a:ext cx="240" cy="0"/>
            </a:xfrm>
            <a:prstGeom prst="line">
              <a:avLst/>
            </a:prstGeom>
            <a:ln w="25400" cap="flat" cmpd="sng">
              <a:solidFill>
                <a:srgbClr val="FF0000"/>
              </a:solidFill>
              <a:prstDash val="solid"/>
              <a:headEnd type="none" w="med" len="med"/>
              <a:tailEnd type="none" w="med" len="med"/>
            </a:ln>
          </p:spPr>
        </p:sp>
        <p:sp>
          <p:nvSpPr>
            <p:cNvPr id="174090" name="Line 87"/>
            <p:cNvSpPr/>
            <p:nvPr/>
          </p:nvSpPr>
          <p:spPr>
            <a:xfrm>
              <a:off x="2716" y="2599"/>
              <a:ext cx="288" cy="0"/>
            </a:xfrm>
            <a:prstGeom prst="line">
              <a:avLst/>
            </a:prstGeom>
            <a:ln w="25400" cap="flat" cmpd="sng">
              <a:solidFill>
                <a:srgbClr val="FF0000"/>
              </a:solidFill>
              <a:prstDash val="solid"/>
              <a:headEnd type="none" w="med" len="med"/>
              <a:tailEnd type="none" w="med" len="med"/>
            </a:ln>
          </p:spPr>
        </p:sp>
      </p:grpSp>
      <p:sp>
        <p:nvSpPr>
          <p:cNvPr id="269400" name="Text Box 88"/>
          <p:cNvSpPr txBox="1"/>
          <p:nvPr/>
        </p:nvSpPr>
        <p:spPr>
          <a:xfrm>
            <a:off x="352425" y="3011488"/>
            <a:ext cx="2895600" cy="427037"/>
          </a:xfrm>
          <a:prstGeom prst="rect">
            <a:avLst/>
          </a:prstGeom>
          <a:solidFill>
            <a:schemeClr val="bg2"/>
          </a:solidFill>
          <a:ln w="9525">
            <a:noFill/>
          </a:ln>
        </p:spPr>
        <p:txBody>
          <a:bodyPr lIns="90000" tIns="46800" rIns="90000" bIns="4680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None/>
            </a:pPr>
            <a:r>
              <a:rPr lang="zh-CN" altLang="en-US" sz="2200" dirty="0">
                <a:solidFill>
                  <a:schemeClr val="accent2"/>
                </a:solidFill>
                <a:latin typeface="宋体" panose="02010600030101010101" pitchFamily="2" charset="-122"/>
              </a:rPr>
              <a:t>以中断方式输入数据</a:t>
            </a:r>
            <a:r>
              <a:rPr lang="en-US" altLang="zh-CN" sz="2200" dirty="0">
                <a:solidFill>
                  <a:schemeClr val="accent2"/>
                </a:solidFill>
                <a:latin typeface="宋体" panose="02010600030101010101" pitchFamily="2" charset="-122"/>
              </a:rPr>
              <a:t>:</a:t>
            </a:r>
            <a:endParaRPr lang="en-US" altLang="zh-CN" sz="2200" dirty="0">
              <a:solidFill>
                <a:schemeClr val="accent2"/>
              </a:solidFill>
              <a:latin typeface="宋体" panose="02010600030101010101" pitchFamily="2" charset="-122"/>
            </a:endParaRPr>
          </a:p>
        </p:txBody>
      </p:sp>
    </p:spTree>
  </p:cSld>
  <p:clrMapOvr>
    <a:masterClrMapping/>
  </p:clrMapOvr>
  <p:transition>
    <p:checker dir="vert"/>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269400"/>
                                        </p:tgtEl>
                                        <p:attrNameLst>
                                          <p:attrName>style.visibility</p:attrName>
                                        </p:attrNameLst>
                                      </p:cBhvr>
                                      <p:to>
                                        <p:strVal val="visible"/>
                                      </p:to>
                                    </p:set>
                                    <p:anim calcmode="lin" valueType="num">
                                      <p:cBhvr additive="base">
                                        <p:cTn id="7" dur="500" fill="hold"/>
                                        <p:tgtEl>
                                          <p:spTgt spid="269400"/>
                                        </p:tgtEl>
                                        <p:attrNameLst>
                                          <p:attrName>ppt_x</p:attrName>
                                        </p:attrNameLst>
                                      </p:cBhvr>
                                      <p:tavLst>
                                        <p:tav tm="0">
                                          <p:val>
                                            <p:strVal val="0-#ppt_w/2"/>
                                          </p:val>
                                        </p:tav>
                                        <p:tav tm="100000">
                                          <p:val>
                                            <p:strVal val="#ppt_x"/>
                                          </p:val>
                                        </p:tav>
                                      </p:tavLst>
                                    </p:anim>
                                    <p:anim calcmode="lin" valueType="num">
                                      <p:cBhvr additive="base">
                                        <p:cTn id="8" dur="500" fill="hold"/>
                                        <p:tgtEl>
                                          <p:spTgt spid="26940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6" presetClass="entr" presetSubtype="42" fill="hold" nodeType="clickEffect">
                                  <p:stCondLst>
                                    <p:cond delay="0"/>
                                  </p:stCondLst>
                                  <p:childTnLst>
                                    <p:set>
                                      <p:cBhvr>
                                        <p:cTn id="12" dur="1" fill="hold">
                                          <p:stCondLst>
                                            <p:cond delay="0"/>
                                          </p:stCondLst>
                                        </p:cTn>
                                        <p:tgtEl>
                                          <p:spTgt spid="269393"/>
                                        </p:tgtEl>
                                        <p:attrNameLst>
                                          <p:attrName>style.visibility</p:attrName>
                                        </p:attrNameLst>
                                      </p:cBhvr>
                                      <p:to>
                                        <p:strVal val="visible"/>
                                      </p:to>
                                    </p:set>
                                    <p:animEffect transition="in" filter="barn(outHorizontal)">
                                      <p:cBhvr>
                                        <p:cTn id="13" dur="500"/>
                                        <p:tgtEl>
                                          <p:spTgt spid="2693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9400" grpId="0" animBg="1"/>
    </p:bldLst>
  </p:timing>
</p:sld>
</file>

<file path=ppt/slides/slide1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grpSp>
        <p:nvGrpSpPr>
          <p:cNvPr id="176130" name="Group 2"/>
          <p:cNvGrpSpPr/>
          <p:nvPr/>
        </p:nvGrpSpPr>
        <p:grpSpPr>
          <a:xfrm>
            <a:off x="152400" y="2424113"/>
            <a:ext cx="8915400" cy="4089400"/>
            <a:chOff x="144" y="1360"/>
            <a:chExt cx="5616" cy="2576"/>
          </a:xfrm>
        </p:grpSpPr>
        <p:sp>
          <p:nvSpPr>
            <p:cNvPr id="176133" name="Freeform 3"/>
            <p:cNvSpPr/>
            <p:nvPr/>
          </p:nvSpPr>
          <p:spPr>
            <a:xfrm>
              <a:off x="2990" y="1545"/>
              <a:ext cx="1" cy="2277"/>
            </a:xfrm>
            <a:custGeom>
              <a:avLst/>
              <a:gdLst/>
              <a:ahLst/>
              <a:cxnLst>
                <a:cxn ang="0">
                  <a:pos x="0" y="0"/>
                </a:cxn>
                <a:cxn ang="0">
                  <a:pos x="1" y="2277"/>
                </a:cxn>
              </a:cxnLst>
              <a:pathLst>
                <a:path w="1" h="2277">
                  <a:moveTo>
                    <a:pt x="0" y="0"/>
                  </a:moveTo>
                  <a:lnTo>
                    <a:pt x="1" y="2277"/>
                  </a:lnTo>
                </a:path>
              </a:pathLst>
            </a:custGeom>
            <a:noFill/>
            <a:ln w="38100" cap="flat" cmpd="sng">
              <a:solidFill>
                <a:srgbClr val="000000">
                  <a:alpha val="100000"/>
                </a:srgbClr>
              </a:solidFill>
              <a:prstDash val="solid"/>
              <a:round/>
              <a:headEnd type="none" w="med" len="med"/>
              <a:tailEnd type="none" w="med" len="med"/>
            </a:ln>
          </p:spPr>
          <p:txBody>
            <a:bodyPr/>
            <a:p>
              <a:endParaRPr lang="zh-CN" altLang="en-US"/>
            </a:p>
          </p:txBody>
        </p:sp>
        <p:grpSp>
          <p:nvGrpSpPr>
            <p:cNvPr id="176134" name="Group 4"/>
            <p:cNvGrpSpPr/>
            <p:nvPr/>
          </p:nvGrpSpPr>
          <p:grpSpPr>
            <a:xfrm>
              <a:off x="336" y="1360"/>
              <a:ext cx="5128" cy="512"/>
              <a:chOff x="336" y="720"/>
              <a:chExt cx="5128" cy="512"/>
            </a:xfrm>
          </p:grpSpPr>
          <p:grpSp>
            <p:nvGrpSpPr>
              <p:cNvPr id="176196" name="Group 5"/>
              <p:cNvGrpSpPr/>
              <p:nvPr/>
            </p:nvGrpSpPr>
            <p:grpSpPr>
              <a:xfrm>
                <a:off x="420" y="952"/>
                <a:ext cx="1692" cy="248"/>
                <a:chOff x="722" y="1037"/>
                <a:chExt cx="4230" cy="620"/>
              </a:xfrm>
            </p:grpSpPr>
            <p:sp>
              <p:nvSpPr>
                <p:cNvPr id="176208" name="Text Box 6"/>
                <p:cNvSpPr txBox="1"/>
                <p:nvPr/>
              </p:nvSpPr>
              <p:spPr>
                <a:xfrm>
                  <a:off x="722"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1</a:t>
                  </a:r>
                  <a:endParaRPr lang="en-US" altLang="zh-CN" sz="2200" dirty="0">
                    <a:solidFill>
                      <a:schemeClr val="tx1"/>
                    </a:solidFill>
                    <a:latin typeface="Arial" panose="020B0604020202020204" pitchFamily="34" charset="0"/>
                  </a:endParaRPr>
                </a:p>
              </p:txBody>
            </p:sp>
            <p:sp>
              <p:nvSpPr>
                <p:cNvPr id="176209" name="Text Box 7"/>
                <p:cNvSpPr txBox="1"/>
                <p:nvPr/>
              </p:nvSpPr>
              <p:spPr>
                <a:xfrm>
                  <a:off x="1254" y="1037"/>
                  <a:ext cx="531"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3300"/>
                      </a:solidFill>
                      <a:latin typeface="Arial" panose="020B0604020202020204" pitchFamily="34" charset="0"/>
                    </a:rPr>
                    <a:t>0</a:t>
                  </a:r>
                  <a:endParaRPr lang="en-US" altLang="zh-CN" sz="2200" dirty="0">
                    <a:solidFill>
                      <a:srgbClr val="0000FF"/>
                    </a:solidFill>
                    <a:latin typeface="Arial" panose="020B0604020202020204" pitchFamily="34" charset="0"/>
                  </a:endParaRPr>
                </a:p>
              </p:txBody>
            </p:sp>
            <p:sp>
              <p:nvSpPr>
                <p:cNvPr id="176210" name="Text Box 8"/>
                <p:cNvSpPr txBox="1"/>
                <p:nvPr/>
              </p:nvSpPr>
              <p:spPr>
                <a:xfrm>
                  <a:off x="1777"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3300"/>
                      </a:solidFill>
                      <a:latin typeface="Arial" panose="020B0604020202020204" pitchFamily="34" charset="0"/>
                    </a:rPr>
                    <a:t>1</a:t>
                  </a:r>
                  <a:endParaRPr lang="en-US" altLang="zh-CN" sz="2200" dirty="0">
                    <a:solidFill>
                      <a:srgbClr val="0000FF"/>
                    </a:solidFill>
                    <a:latin typeface="Arial" panose="020B0604020202020204" pitchFamily="34" charset="0"/>
                  </a:endParaRPr>
                </a:p>
              </p:txBody>
            </p:sp>
            <p:sp>
              <p:nvSpPr>
                <p:cNvPr id="176211" name="Text Box 9"/>
                <p:cNvSpPr txBox="1"/>
                <p:nvPr/>
              </p:nvSpPr>
              <p:spPr>
                <a:xfrm>
                  <a:off x="2311" y="1037"/>
                  <a:ext cx="531"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1</a:t>
                  </a:r>
                  <a:endParaRPr lang="en-US" altLang="zh-CN" sz="2200" dirty="0">
                    <a:solidFill>
                      <a:schemeClr val="tx1"/>
                    </a:solidFill>
                    <a:latin typeface="Arial" panose="020B0604020202020204" pitchFamily="34" charset="0"/>
                  </a:endParaRPr>
                </a:p>
              </p:txBody>
            </p:sp>
            <p:sp>
              <p:nvSpPr>
                <p:cNvPr id="176212" name="Text Box 10"/>
                <p:cNvSpPr txBox="1"/>
                <p:nvPr/>
              </p:nvSpPr>
              <p:spPr>
                <a:xfrm>
                  <a:off x="2837"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6213" name="Text Box 11"/>
                <p:cNvSpPr txBox="1"/>
                <p:nvPr/>
              </p:nvSpPr>
              <p:spPr>
                <a:xfrm>
                  <a:off x="3364"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6214" name="Text Box 12"/>
                <p:cNvSpPr txBox="1"/>
                <p:nvPr/>
              </p:nvSpPr>
              <p:spPr>
                <a:xfrm>
                  <a:off x="3896" y="1037"/>
                  <a:ext cx="531"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6215" name="Text Box 13"/>
                <p:cNvSpPr txBox="1"/>
                <p:nvPr/>
              </p:nvSpPr>
              <p:spPr>
                <a:xfrm>
                  <a:off x="4422"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grpSp>
          <p:sp>
            <p:nvSpPr>
              <p:cNvPr id="176197" name="Text Box 14"/>
              <p:cNvSpPr txBox="1"/>
              <p:nvPr/>
            </p:nvSpPr>
            <p:spPr>
              <a:xfrm>
                <a:off x="336" y="720"/>
                <a:ext cx="1856"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latin typeface="宋体" panose="02010600030101010101" pitchFamily="2" charset="-122"/>
                  </a:rPr>
                  <a:t>A</a:t>
                </a:r>
                <a:r>
                  <a:rPr lang="zh-CN" altLang="en-US" sz="2200" dirty="0">
                    <a:latin typeface="宋体" panose="02010600030101010101" pitchFamily="2" charset="-122"/>
                  </a:rPr>
                  <a:t>口方式</a:t>
                </a:r>
                <a:r>
                  <a:rPr lang="en-US" altLang="zh-CN" sz="2200" dirty="0">
                    <a:latin typeface="宋体" panose="02010600030101010101" pitchFamily="2" charset="-122"/>
                  </a:rPr>
                  <a:t>1</a:t>
                </a:r>
                <a:r>
                  <a:rPr lang="zh-CN" altLang="en-US" sz="2200" dirty="0">
                    <a:latin typeface="宋体" panose="02010600030101010101" pitchFamily="2" charset="-122"/>
                  </a:rPr>
                  <a:t>输入控制字</a:t>
                </a:r>
                <a:endParaRPr lang="zh-CN" altLang="en-US" sz="2200" dirty="0">
                  <a:latin typeface="宋体" panose="02010600030101010101" pitchFamily="2" charset="-122"/>
                </a:endParaRPr>
              </a:p>
            </p:txBody>
          </p:sp>
          <p:grpSp>
            <p:nvGrpSpPr>
              <p:cNvPr id="176198" name="Group 15"/>
              <p:cNvGrpSpPr/>
              <p:nvPr/>
            </p:nvGrpSpPr>
            <p:grpSpPr>
              <a:xfrm>
                <a:off x="3692" y="984"/>
                <a:ext cx="1692" cy="248"/>
                <a:chOff x="722" y="1197"/>
                <a:chExt cx="4230" cy="540"/>
              </a:xfrm>
            </p:grpSpPr>
            <p:sp>
              <p:nvSpPr>
                <p:cNvPr id="176200" name="Text Box 16"/>
                <p:cNvSpPr txBox="1"/>
                <p:nvPr/>
              </p:nvSpPr>
              <p:spPr>
                <a:xfrm>
                  <a:off x="722"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1</a:t>
                  </a:r>
                  <a:endParaRPr lang="en-US" altLang="zh-CN" sz="2200" dirty="0">
                    <a:solidFill>
                      <a:schemeClr val="tx1"/>
                    </a:solidFill>
                    <a:latin typeface="Arial" panose="020B0604020202020204" pitchFamily="34" charset="0"/>
                  </a:endParaRPr>
                </a:p>
              </p:txBody>
            </p:sp>
            <p:sp>
              <p:nvSpPr>
                <p:cNvPr id="176201" name="Text Box 17"/>
                <p:cNvSpPr txBox="1"/>
                <p:nvPr/>
              </p:nvSpPr>
              <p:spPr>
                <a:xfrm>
                  <a:off x="1254" y="1197"/>
                  <a:ext cx="531"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6202" name="Text Box 18"/>
                <p:cNvSpPr txBox="1"/>
                <p:nvPr/>
              </p:nvSpPr>
              <p:spPr>
                <a:xfrm>
                  <a:off x="1777"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6203" name="Text Box 19"/>
                <p:cNvSpPr txBox="1"/>
                <p:nvPr/>
              </p:nvSpPr>
              <p:spPr>
                <a:xfrm>
                  <a:off x="2311" y="1197"/>
                  <a:ext cx="531"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6204" name="Text Box 20"/>
                <p:cNvSpPr txBox="1"/>
                <p:nvPr/>
              </p:nvSpPr>
              <p:spPr>
                <a:xfrm>
                  <a:off x="2837"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6205" name="Text Box 21"/>
                <p:cNvSpPr txBox="1"/>
                <p:nvPr/>
              </p:nvSpPr>
              <p:spPr>
                <a:xfrm>
                  <a:off x="3364"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3300"/>
                      </a:solidFill>
                      <a:latin typeface="Arial" panose="020B0604020202020204" pitchFamily="34" charset="0"/>
                    </a:rPr>
                    <a:t>1</a:t>
                  </a:r>
                  <a:endParaRPr lang="en-US" altLang="zh-CN" sz="2200" dirty="0">
                    <a:solidFill>
                      <a:srgbClr val="0000FF"/>
                    </a:solidFill>
                    <a:latin typeface="Arial" panose="020B0604020202020204" pitchFamily="34" charset="0"/>
                  </a:endParaRPr>
                </a:p>
              </p:txBody>
            </p:sp>
            <p:sp>
              <p:nvSpPr>
                <p:cNvPr id="176206" name="Text Box 22"/>
                <p:cNvSpPr txBox="1"/>
                <p:nvPr/>
              </p:nvSpPr>
              <p:spPr>
                <a:xfrm>
                  <a:off x="3896" y="1197"/>
                  <a:ext cx="531"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1</a:t>
                  </a:r>
                  <a:endParaRPr lang="en-US" altLang="zh-CN" sz="2200" dirty="0">
                    <a:solidFill>
                      <a:schemeClr val="tx1"/>
                    </a:solidFill>
                    <a:latin typeface="Arial" panose="020B0604020202020204" pitchFamily="34" charset="0"/>
                  </a:endParaRPr>
                </a:p>
              </p:txBody>
            </p:sp>
            <p:sp>
              <p:nvSpPr>
                <p:cNvPr id="176207" name="Text Box 23"/>
                <p:cNvSpPr txBox="1"/>
                <p:nvPr/>
              </p:nvSpPr>
              <p:spPr>
                <a:xfrm>
                  <a:off x="4422"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grpSp>
          <p:sp>
            <p:nvSpPr>
              <p:cNvPr id="176199" name="Text Box 24"/>
              <p:cNvSpPr txBox="1"/>
              <p:nvPr/>
            </p:nvSpPr>
            <p:spPr>
              <a:xfrm>
                <a:off x="3608" y="752"/>
                <a:ext cx="1856"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latin typeface="宋体" panose="02010600030101010101" pitchFamily="2" charset="-122"/>
                  </a:rPr>
                  <a:t>B</a:t>
                </a:r>
                <a:r>
                  <a:rPr lang="zh-CN" altLang="en-US" sz="2200" dirty="0">
                    <a:latin typeface="宋体" panose="02010600030101010101" pitchFamily="2" charset="-122"/>
                  </a:rPr>
                  <a:t>口方式</a:t>
                </a:r>
                <a:r>
                  <a:rPr lang="en-US" altLang="zh-CN" sz="2200" dirty="0">
                    <a:latin typeface="宋体" panose="02010600030101010101" pitchFamily="2" charset="-122"/>
                  </a:rPr>
                  <a:t>1</a:t>
                </a:r>
                <a:r>
                  <a:rPr lang="zh-CN" altLang="en-US" sz="2200" dirty="0">
                    <a:latin typeface="宋体" panose="02010600030101010101" pitchFamily="2" charset="-122"/>
                  </a:rPr>
                  <a:t>输入控制字</a:t>
                </a:r>
                <a:endParaRPr lang="zh-CN" altLang="en-US" sz="2200" dirty="0">
                  <a:latin typeface="宋体" panose="02010600030101010101" pitchFamily="2" charset="-122"/>
                </a:endParaRPr>
              </a:p>
            </p:txBody>
          </p:sp>
        </p:grpSp>
        <p:grpSp>
          <p:nvGrpSpPr>
            <p:cNvPr id="176135" name="Group 25"/>
            <p:cNvGrpSpPr/>
            <p:nvPr/>
          </p:nvGrpSpPr>
          <p:grpSpPr>
            <a:xfrm>
              <a:off x="144" y="1872"/>
              <a:ext cx="2328" cy="1737"/>
              <a:chOff x="144" y="1504"/>
              <a:chExt cx="2328" cy="2105"/>
            </a:xfrm>
          </p:grpSpPr>
          <p:sp>
            <p:nvSpPr>
              <p:cNvPr id="176167" name="Text Box 26"/>
              <p:cNvSpPr txBox="1"/>
              <p:nvPr/>
            </p:nvSpPr>
            <p:spPr>
              <a:xfrm>
                <a:off x="744" y="1545"/>
                <a:ext cx="912" cy="2064"/>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chemeClr val="bg2"/>
                  </a:solidFill>
                  <a:latin typeface="Arial" panose="020B0604020202020204" pitchFamily="34" charset="0"/>
                </a:endParaRPr>
              </a:p>
            </p:txBody>
          </p:sp>
          <p:sp>
            <p:nvSpPr>
              <p:cNvPr id="176168" name="Text Box 27"/>
              <p:cNvSpPr txBox="1"/>
              <p:nvPr/>
            </p:nvSpPr>
            <p:spPr>
              <a:xfrm>
                <a:off x="912" y="1632"/>
                <a:ext cx="720" cy="256"/>
              </a:xfrm>
              <a:prstGeom prst="rect">
                <a:avLst/>
              </a:prstGeom>
              <a:solidFill>
                <a:srgbClr val="CCCCFF"/>
              </a:solid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PA7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PA0</a:t>
                </a:r>
                <a:endParaRPr lang="en-US" altLang="zh-CN" sz="2200" dirty="0">
                  <a:solidFill>
                    <a:schemeClr val="tx1"/>
                  </a:solidFill>
                  <a:latin typeface="Arial" panose="020B0604020202020204" pitchFamily="34" charset="0"/>
                </a:endParaRPr>
              </a:p>
            </p:txBody>
          </p:sp>
          <p:sp>
            <p:nvSpPr>
              <p:cNvPr id="176169" name="Text Box 28"/>
              <p:cNvSpPr txBox="1"/>
              <p:nvPr/>
            </p:nvSpPr>
            <p:spPr>
              <a:xfrm>
                <a:off x="1248" y="2528"/>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PC4</a:t>
                </a:r>
                <a:endParaRPr lang="en-US" altLang="zh-CN" sz="2200" dirty="0">
                  <a:solidFill>
                    <a:schemeClr val="accent1"/>
                  </a:solidFill>
                  <a:latin typeface="宋体" panose="02010600030101010101" pitchFamily="2" charset="-122"/>
                </a:endParaRPr>
              </a:p>
            </p:txBody>
          </p:sp>
          <p:sp>
            <p:nvSpPr>
              <p:cNvPr id="176170" name="Text Box 29"/>
              <p:cNvSpPr txBox="1"/>
              <p:nvPr/>
            </p:nvSpPr>
            <p:spPr>
              <a:xfrm>
                <a:off x="1248" y="2784"/>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PC5</a:t>
                </a:r>
                <a:endParaRPr lang="en-US" altLang="zh-CN" sz="2200" dirty="0">
                  <a:solidFill>
                    <a:schemeClr val="accent1"/>
                  </a:solidFill>
                  <a:latin typeface="宋体" panose="02010600030101010101" pitchFamily="2" charset="-122"/>
                </a:endParaRPr>
              </a:p>
            </p:txBody>
          </p:sp>
          <p:sp>
            <p:nvSpPr>
              <p:cNvPr id="176171" name="Text Box 30"/>
              <p:cNvSpPr txBox="1"/>
              <p:nvPr/>
            </p:nvSpPr>
            <p:spPr>
              <a:xfrm>
                <a:off x="1248" y="3312"/>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PC3</a:t>
                </a:r>
                <a:endParaRPr lang="en-US" altLang="zh-CN" sz="2200" dirty="0">
                  <a:solidFill>
                    <a:schemeClr val="accent1"/>
                  </a:solidFill>
                  <a:latin typeface="宋体" panose="02010600030101010101" pitchFamily="2" charset="-122"/>
                </a:endParaRPr>
              </a:p>
            </p:txBody>
          </p:sp>
          <p:sp>
            <p:nvSpPr>
              <p:cNvPr id="176172" name="Line 31"/>
              <p:cNvSpPr/>
              <p:nvPr/>
            </p:nvSpPr>
            <p:spPr>
              <a:xfrm>
                <a:off x="1456" y="1896"/>
                <a:ext cx="0" cy="624"/>
              </a:xfrm>
              <a:prstGeom prst="line">
                <a:avLst/>
              </a:prstGeom>
              <a:ln w="25400" cap="flat" cmpd="sng">
                <a:solidFill>
                  <a:srgbClr val="000000"/>
                </a:solidFill>
                <a:prstDash val="solid"/>
                <a:headEnd type="triangle" w="med" len="med"/>
                <a:tailEnd type="triangle" w="med" len="med"/>
              </a:ln>
            </p:spPr>
          </p:sp>
          <p:sp>
            <p:nvSpPr>
              <p:cNvPr id="176173" name="Text Box 32"/>
              <p:cNvSpPr txBox="1"/>
              <p:nvPr/>
            </p:nvSpPr>
            <p:spPr>
              <a:xfrm>
                <a:off x="784" y="1984"/>
                <a:ext cx="488" cy="448"/>
              </a:xfrm>
              <a:prstGeom prst="rect">
                <a:avLst/>
              </a:prstGeom>
              <a:solidFill>
                <a:srgbClr val="00FFFF"/>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INTEA</a:t>
                </a:r>
                <a:endParaRPr lang="en-US" altLang="zh-CN" sz="2200" dirty="0">
                  <a:solidFill>
                    <a:schemeClr val="tx1"/>
                  </a:solidFill>
                  <a:latin typeface="宋体" panose="02010600030101010101" pitchFamily="2" charset="-122"/>
                </a:endParaRPr>
              </a:p>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PC4</a:t>
                </a:r>
                <a:endParaRPr lang="en-US" altLang="zh-CN" sz="2200" dirty="0">
                  <a:solidFill>
                    <a:schemeClr val="tx1"/>
                  </a:solidFill>
                  <a:latin typeface="宋体" panose="02010600030101010101" pitchFamily="2" charset="-122"/>
                </a:endParaRPr>
              </a:p>
            </p:txBody>
          </p:sp>
          <p:sp>
            <p:nvSpPr>
              <p:cNvPr id="176174" name="Line 33"/>
              <p:cNvSpPr/>
              <p:nvPr/>
            </p:nvSpPr>
            <p:spPr>
              <a:xfrm>
                <a:off x="840" y="2432"/>
                <a:ext cx="0" cy="680"/>
              </a:xfrm>
              <a:prstGeom prst="line">
                <a:avLst/>
              </a:prstGeom>
              <a:ln w="25400" cap="flat" cmpd="sng">
                <a:solidFill>
                  <a:srgbClr val="FF0000"/>
                </a:solidFill>
                <a:prstDash val="solid"/>
                <a:headEnd type="none" w="med" len="med"/>
                <a:tailEnd type="triangle" w="med" len="med"/>
              </a:ln>
            </p:spPr>
          </p:sp>
          <p:sp>
            <p:nvSpPr>
              <p:cNvPr id="176175" name="Text Box 34"/>
              <p:cNvSpPr txBox="1"/>
              <p:nvPr/>
            </p:nvSpPr>
            <p:spPr>
              <a:xfrm>
                <a:off x="792" y="3112"/>
                <a:ext cx="376" cy="256"/>
              </a:xfrm>
              <a:prstGeom prst="rect">
                <a:avLst/>
              </a:prstGeom>
              <a:solidFill>
                <a:srgbClr val="FF99CC"/>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楷体_GB2312" pitchFamily="1" charset="-122"/>
                  </a:rPr>
                  <a:t>与门</a:t>
                </a:r>
                <a:endParaRPr lang="zh-CN" altLang="en-US" sz="2200" dirty="0">
                  <a:solidFill>
                    <a:schemeClr val="tx1"/>
                  </a:solidFill>
                  <a:latin typeface="宋体" panose="02010600030101010101" pitchFamily="2" charset="-122"/>
                </a:endParaRPr>
              </a:p>
            </p:txBody>
          </p:sp>
          <p:sp>
            <p:nvSpPr>
              <p:cNvPr id="176176" name="Line 35"/>
              <p:cNvSpPr/>
              <p:nvPr/>
            </p:nvSpPr>
            <p:spPr>
              <a:xfrm>
                <a:off x="968" y="2656"/>
                <a:ext cx="272" cy="0"/>
              </a:xfrm>
              <a:prstGeom prst="line">
                <a:avLst/>
              </a:prstGeom>
              <a:ln w="25400" cap="flat" cmpd="sng">
                <a:solidFill>
                  <a:srgbClr val="000000"/>
                </a:solidFill>
                <a:prstDash val="solid"/>
                <a:headEnd type="none" w="med" len="med"/>
                <a:tailEnd type="none" w="med" len="med"/>
              </a:ln>
            </p:spPr>
          </p:sp>
          <p:sp>
            <p:nvSpPr>
              <p:cNvPr id="176177" name="Line 36"/>
              <p:cNvSpPr/>
              <p:nvPr/>
            </p:nvSpPr>
            <p:spPr>
              <a:xfrm>
                <a:off x="968" y="2440"/>
                <a:ext cx="0" cy="252"/>
              </a:xfrm>
              <a:prstGeom prst="line">
                <a:avLst/>
              </a:prstGeom>
              <a:ln w="25400" cap="flat" cmpd="sng">
                <a:solidFill>
                  <a:srgbClr val="000000"/>
                </a:solidFill>
                <a:prstDash val="solid"/>
                <a:headEnd type="triangle" w="med" len="med"/>
                <a:tailEnd type="none" w="med" len="med"/>
              </a:ln>
            </p:spPr>
          </p:sp>
          <p:sp>
            <p:nvSpPr>
              <p:cNvPr id="176178" name="Line 37"/>
              <p:cNvSpPr/>
              <p:nvPr/>
            </p:nvSpPr>
            <p:spPr>
              <a:xfrm>
                <a:off x="1104" y="2872"/>
                <a:ext cx="144" cy="8"/>
              </a:xfrm>
              <a:prstGeom prst="line">
                <a:avLst/>
              </a:prstGeom>
              <a:ln w="25400" cap="flat" cmpd="sng">
                <a:solidFill>
                  <a:srgbClr val="000000"/>
                </a:solidFill>
                <a:prstDash val="solid"/>
                <a:headEnd type="none" w="med" len="med"/>
                <a:tailEnd type="none" w="med" len="med"/>
              </a:ln>
            </p:spPr>
          </p:sp>
          <p:sp>
            <p:nvSpPr>
              <p:cNvPr id="176179" name="Line 38"/>
              <p:cNvSpPr/>
              <p:nvPr/>
            </p:nvSpPr>
            <p:spPr>
              <a:xfrm>
                <a:off x="1104" y="2880"/>
                <a:ext cx="0" cy="224"/>
              </a:xfrm>
              <a:prstGeom prst="line">
                <a:avLst/>
              </a:prstGeom>
              <a:ln w="25400" cap="flat" cmpd="sng">
                <a:solidFill>
                  <a:srgbClr val="000000"/>
                </a:solidFill>
                <a:prstDash val="solid"/>
                <a:headEnd type="none" w="med" len="med"/>
                <a:tailEnd type="triangle" w="med" len="med"/>
              </a:ln>
            </p:spPr>
          </p:sp>
          <p:sp>
            <p:nvSpPr>
              <p:cNvPr id="176180" name="Line 39"/>
              <p:cNvSpPr/>
              <p:nvPr/>
            </p:nvSpPr>
            <p:spPr>
              <a:xfrm>
                <a:off x="968" y="3368"/>
                <a:ext cx="0" cy="80"/>
              </a:xfrm>
              <a:prstGeom prst="line">
                <a:avLst/>
              </a:prstGeom>
              <a:ln w="25400" cap="flat" cmpd="sng">
                <a:solidFill>
                  <a:srgbClr val="000000"/>
                </a:solidFill>
                <a:prstDash val="solid"/>
                <a:headEnd type="none" w="med" len="med"/>
                <a:tailEnd type="none" w="med" len="med"/>
              </a:ln>
            </p:spPr>
          </p:sp>
          <p:sp>
            <p:nvSpPr>
              <p:cNvPr id="176181" name="Line 40"/>
              <p:cNvSpPr/>
              <p:nvPr/>
            </p:nvSpPr>
            <p:spPr>
              <a:xfrm>
                <a:off x="968" y="3440"/>
                <a:ext cx="280" cy="0"/>
              </a:xfrm>
              <a:prstGeom prst="line">
                <a:avLst/>
              </a:prstGeom>
              <a:ln w="25400" cap="flat" cmpd="sng">
                <a:solidFill>
                  <a:srgbClr val="000000"/>
                </a:solidFill>
                <a:prstDash val="solid"/>
                <a:headEnd type="none" w="med" len="med"/>
                <a:tailEnd type="triangle" w="med" len="med"/>
              </a:ln>
            </p:spPr>
          </p:sp>
          <p:sp>
            <p:nvSpPr>
              <p:cNvPr id="176182" name="Line 41"/>
              <p:cNvSpPr/>
              <p:nvPr/>
            </p:nvSpPr>
            <p:spPr>
              <a:xfrm flipH="1">
                <a:off x="1616" y="2664"/>
                <a:ext cx="408" cy="0"/>
              </a:xfrm>
              <a:prstGeom prst="line">
                <a:avLst/>
              </a:prstGeom>
              <a:ln w="25400" cap="flat" cmpd="sng">
                <a:solidFill>
                  <a:srgbClr val="0000FF"/>
                </a:solidFill>
                <a:prstDash val="solid"/>
                <a:headEnd type="none" w="med" len="med"/>
                <a:tailEnd type="triangle" w="med" len="med"/>
              </a:ln>
            </p:spPr>
          </p:sp>
          <p:sp>
            <p:nvSpPr>
              <p:cNvPr id="176183" name="Line 42"/>
              <p:cNvSpPr/>
              <p:nvPr/>
            </p:nvSpPr>
            <p:spPr>
              <a:xfrm rot="-10800000" flipH="1">
                <a:off x="1616" y="2920"/>
                <a:ext cx="408" cy="0"/>
              </a:xfrm>
              <a:prstGeom prst="line">
                <a:avLst/>
              </a:prstGeom>
              <a:ln w="25400" cap="flat" cmpd="sng">
                <a:solidFill>
                  <a:srgbClr val="0000FF"/>
                </a:solidFill>
                <a:prstDash val="solid"/>
                <a:headEnd type="none" w="med" len="med"/>
                <a:tailEnd type="triangle" w="med" len="med"/>
              </a:ln>
            </p:spPr>
          </p:sp>
          <p:sp>
            <p:nvSpPr>
              <p:cNvPr id="176184" name="Line 43"/>
              <p:cNvSpPr/>
              <p:nvPr/>
            </p:nvSpPr>
            <p:spPr>
              <a:xfrm rot="10800000" flipH="1" flipV="1">
                <a:off x="1624" y="3432"/>
                <a:ext cx="336" cy="0"/>
              </a:xfrm>
              <a:prstGeom prst="line">
                <a:avLst/>
              </a:prstGeom>
              <a:ln w="25400" cap="flat" cmpd="sng">
                <a:solidFill>
                  <a:srgbClr val="0000FF"/>
                </a:solidFill>
                <a:prstDash val="solid"/>
                <a:headEnd type="none" w="med" len="med"/>
                <a:tailEnd type="triangle" w="med" len="med"/>
              </a:ln>
            </p:spPr>
          </p:sp>
          <p:sp>
            <p:nvSpPr>
              <p:cNvPr id="176185" name="Text Box 44"/>
              <p:cNvSpPr txBox="1"/>
              <p:nvPr/>
            </p:nvSpPr>
            <p:spPr>
              <a:xfrm>
                <a:off x="1984" y="2800"/>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IBFA</a:t>
                </a:r>
                <a:endParaRPr lang="en-US" altLang="zh-CN" sz="2200" dirty="0">
                  <a:solidFill>
                    <a:schemeClr val="bg2"/>
                  </a:solidFill>
                  <a:latin typeface="宋体" panose="02010600030101010101" pitchFamily="2" charset="-122"/>
                </a:endParaRPr>
              </a:p>
            </p:txBody>
          </p:sp>
          <p:grpSp>
            <p:nvGrpSpPr>
              <p:cNvPr id="176186" name="Group 45"/>
              <p:cNvGrpSpPr/>
              <p:nvPr/>
            </p:nvGrpSpPr>
            <p:grpSpPr>
              <a:xfrm>
                <a:off x="1928" y="2544"/>
                <a:ext cx="544" cy="1024"/>
                <a:chOff x="1928" y="2416"/>
                <a:chExt cx="544" cy="1024"/>
              </a:xfrm>
            </p:grpSpPr>
            <p:sp>
              <p:nvSpPr>
                <p:cNvPr id="176193" name="Text Box 46"/>
                <p:cNvSpPr txBox="1"/>
                <p:nvPr/>
              </p:nvSpPr>
              <p:spPr>
                <a:xfrm>
                  <a:off x="2009" y="2416"/>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STBA</a:t>
                  </a:r>
                  <a:endParaRPr lang="en-US" altLang="zh-CN" sz="2200" dirty="0">
                    <a:solidFill>
                      <a:schemeClr val="bg2"/>
                    </a:solidFill>
                    <a:latin typeface="宋体" panose="02010600030101010101" pitchFamily="2" charset="-122"/>
                  </a:endParaRPr>
                </a:p>
              </p:txBody>
            </p:sp>
            <p:sp>
              <p:nvSpPr>
                <p:cNvPr id="176194" name="Line 47"/>
                <p:cNvSpPr/>
                <p:nvPr/>
              </p:nvSpPr>
              <p:spPr>
                <a:xfrm flipV="1">
                  <a:off x="2056" y="2448"/>
                  <a:ext cx="344" cy="0"/>
                </a:xfrm>
                <a:prstGeom prst="line">
                  <a:avLst/>
                </a:prstGeom>
                <a:ln w="25400" cap="flat" cmpd="sng">
                  <a:solidFill>
                    <a:srgbClr val="000000"/>
                  </a:solidFill>
                  <a:prstDash val="solid"/>
                  <a:headEnd type="none" w="med" len="med"/>
                  <a:tailEnd type="none" w="med" len="med"/>
                </a:ln>
              </p:spPr>
            </p:sp>
            <p:sp>
              <p:nvSpPr>
                <p:cNvPr id="176195" name="Text Box 48"/>
                <p:cNvSpPr txBox="1"/>
                <p:nvPr/>
              </p:nvSpPr>
              <p:spPr>
                <a:xfrm>
                  <a:off x="1928" y="3184"/>
                  <a:ext cx="54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INTRA</a:t>
                  </a:r>
                  <a:endParaRPr lang="en-US" altLang="zh-CN" sz="2200" dirty="0">
                    <a:solidFill>
                      <a:schemeClr val="tx1"/>
                    </a:solidFill>
                    <a:latin typeface="宋体" panose="02010600030101010101" pitchFamily="2" charset="-122"/>
                  </a:endParaRPr>
                </a:p>
              </p:txBody>
            </p:sp>
          </p:grpSp>
          <p:sp>
            <p:nvSpPr>
              <p:cNvPr id="176187" name="Line 49"/>
              <p:cNvSpPr/>
              <p:nvPr/>
            </p:nvSpPr>
            <p:spPr>
              <a:xfrm>
                <a:off x="504" y="3456"/>
                <a:ext cx="240" cy="0"/>
              </a:xfrm>
              <a:prstGeom prst="line">
                <a:avLst/>
              </a:prstGeom>
              <a:ln w="25400" cap="flat" cmpd="sng">
                <a:solidFill>
                  <a:srgbClr val="000000"/>
                </a:solidFill>
                <a:prstDash val="solid"/>
                <a:headEnd type="none" w="med" len="med"/>
                <a:tailEnd type="triangle" w="med" len="med"/>
              </a:ln>
            </p:spPr>
          </p:sp>
          <p:sp>
            <p:nvSpPr>
              <p:cNvPr id="176188" name="Text Box 50"/>
              <p:cNvSpPr txBox="1"/>
              <p:nvPr/>
            </p:nvSpPr>
            <p:spPr>
              <a:xfrm>
                <a:off x="264" y="3328"/>
                <a:ext cx="232"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RD</a:t>
                </a:r>
                <a:endParaRPr lang="en-US" altLang="zh-CN" sz="2200" dirty="0">
                  <a:solidFill>
                    <a:schemeClr val="bg2"/>
                  </a:solidFill>
                  <a:latin typeface="宋体" panose="02010600030101010101" pitchFamily="2" charset="-122"/>
                </a:endParaRPr>
              </a:p>
            </p:txBody>
          </p:sp>
          <p:sp>
            <p:nvSpPr>
              <p:cNvPr id="176189" name="Line 51"/>
              <p:cNvSpPr/>
              <p:nvPr/>
            </p:nvSpPr>
            <p:spPr>
              <a:xfrm>
                <a:off x="288" y="3368"/>
                <a:ext cx="152" cy="0"/>
              </a:xfrm>
              <a:prstGeom prst="line">
                <a:avLst/>
              </a:prstGeom>
              <a:ln w="25400" cap="flat" cmpd="sng">
                <a:solidFill>
                  <a:srgbClr val="000000"/>
                </a:solidFill>
                <a:prstDash val="solid"/>
                <a:headEnd type="none" w="med" len="med"/>
                <a:tailEnd type="none" w="med" len="med"/>
              </a:ln>
            </p:spPr>
          </p:sp>
          <p:sp>
            <p:nvSpPr>
              <p:cNvPr id="176190" name="AutoShape 52"/>
              <p:cNvSpPr/>
              <p:nvPr/>
            </p:nvSpPr>
            <p:spPr>
              <a:xfrm>
                <a:off x="144" y="1656"/>
                <a:ext cx="600" cy="200"/>
              </a:xfrm>
              <a:prstGeom prst="leftArrow">
                <a:avLst>
                  <a:gd name="adj1" fmla="val 50000"/>
                  <a:gd name="adj2" fmla="val 75000"/>
                </a:avLst>
              </a:prstGeom>
              <a:solidFill>
                <a:srgbClr val="00CCFF"/>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76191" name="Text Box 53"/>
              <p:cNvSpPr txBox="1"/>
              <p:nvPr/>
            </p:nvSpPr>
            <p:spPr>
              <a:xfrm>
                <a:off x="240" y="1504"/>
                <a:ext cx="50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tx1"/>
                  </a:solidFill>
                  <a:latin typeface="宋体" panose="02010600030101010101" pitchFamily="2" charset="-122"/>
                </a:endParaRPr>
              </a:p>
            </p:txBody>
          </p:sp>
          <p:sp>
            <p:nvSpPr>
              <p:cNvPr id="176192" name="AutoShape 54"/>
              <p:cNvSpPr/>
              <p:nvPr/>
            </p:nvSpPr>
            <p:spPr>
              <a:xfrm>
                <a:off x="1640" y="1640"/>
                <a:ext cx="504" cy="232"/>
              </a:xfrm>
              <a:prstGeom prst="leftArrow">
                <a:avLst>
                  <a:gd name="adj1" fmla="val 50000"/>
                  <a:gd name="adj2" fmla="val 54250"/>
                </a:avLst>
              </a:prstGeom>
              <a:solidFill>
                <a:schemeClr val="accent1"/>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grpSp>
        <p:sp>
          <p:nvSpPr>
            <p:cNvPr id="176136" name="Text Box 55"/>
            <p:cNvSpPr txBox="1"/>
            <p:nvPr/>
          </p:nvSpPr>
          <p:spPr>
            <a:xfrm>
              <a:off x="144" y="3680"/>
              <a:ext cx="2592"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en-US" altLang="zh-CN" sz="2200" dirty="0">
                  <a:solidFill>
                    <a:srgbClr val="00B0F0"/>
                  </a:solidFill>
                  <a:latin typeface="楷体_GB2312" pitchFamily="1" charset="-122"/>
                </a:rPr>
                <a:t>A</a:t>
              </a:r>
              <a:r>
                <a:rPr lang="zh-CN" altLang="en-US" sz="2200" dirty="0">
                  <a:solidFill>
                    <a:srgbClr val="00B0F0"/>
                  </a:solidFill>
                  <a:latin typeface="楷体_GB2312" pitchFamily="1" charset="-122"/>
                </a:rPr>
                <a:t>口方式</a:t>
              </a:r>
              <a:r>
                <a:rPr lang="en-US" altLang="zh-CN" sz="2200" dirty="0">
                  <a:solidFill>
                    <a:srgbClr val="00B0F0"/>
                  </a:solidFill>
                  <a:latin typeface="楷体_GB2312" pitchFamily="1" charset="-122"/>
                </a:rPr>
                <a:t>1</a:t>
              </a:r>
              <a:r>
                <a:rPr lang="zh-CN" altLang="en-US" sz="2200" dirty="0">
                  <a:solidFill>
                    <a:srgbClr val="00B0F0"/>
                  </a:solidFill>
                  <a:latin typeface="楷体_GB2312" pitchFamily="1" charset="-122"/>
                </a:rPr>
                <a:t>输入时相应的联络信号</a:t>
              </a:r>
              <a:endParaRPr lang="zh-CN" altLang="en-US" sz="2200" dirty="0">
                <a:solidFill>
                  <a:srgbClr val="00B0F0"/>
                </a:solidFill>
                <a:latin typeface="楷体_GB2312" pitchFamily="1" charset="-122"/>
              </a:endParaRPr>
            </a:p>
          </p:txBody>
        </p:sp>
        <p:grpSp>
          <p:nvGrpSpPr>
            <p:cNvPr id="176137" name="Group 56"/>
            <p:cNvGrpSpPr/>
            <p:nvPr/>
          </p:nvGrpSpPr>
          <p:grpSpPr>
            <a:xfrm>
              <a:off x="3360" y="1920"/>
              <a:ext cx="2400" cy="1697"/>
              <a:chOff x="3360" y="1520"/>
              <a:chExt cx="2400" cy="2097"/>
            </a:xfrm>
          </p:grpSpPr>
          <p:sp>
            <p:nvSpPr>
              <p:cNvPr id="176139" name="Text Box 57"/>
              <p:cNvSpPr txBox="1"/>
              <p:nvPr/>
            </p:nvSpPr>
            <p:spPr>
              <a:xfrm>
                <a:off x="4032" y="1553"/>
                <a:ext cx="912" cy="2064"/>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chemeClr val="bg2"/>
                  </a:solidFill>
                  <a:latin typeface="Arial" panose="020B0604020202020204" pitchFamily="34" charset="0"/>
                </a:endParaRPr>
              </a:p>
            </p:txBody>
          </p:sp>
          <p:sp>
            <p:nvSpPr>
              <p:cNvPr id="176140" name="Text Box 58"/>
              <p:cNvSpPr txBox="1"/>
              <p:nvPr/>
            </p:nvSpPr>
            <p:spPr>
              <a:xfrm>
                <a:off x="4224" y="1640"/>
                <a:ext cx="696" cy="264"/>
              </a:xfrm>
              <a:prstGeom prst="rect">
                <a:avLst/>
              </a:prstGeom>
              <a:solidFill>
                <a:srgbClr val="FFCC99"/>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PB7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PB0</a:t>
                </a:r>
                <a:endParaRPr lang="en-US" altLang="zh-CN" sz="2200" dirty="0">
                  <a:solidFill>
                    <a:schemeClr val="tx1"/>
                  </a:solidFill>
                  <a:latin typeface="宋体" panose="02010600030101010101" pitchFamily="2" charset="-122"/>
                </a:endParaRPr>
              </a:p>
            </p:txBody>
          </p:sp>
          <p:sp>
            <p:nvSpPr>
              <p:cNvPr id="176141" name="Text Box 59"/>
              <p:cNvSpPr txBox="1"/>
              <p:nvPr/>
            </p:nvSpPr>
            <p:spPr>
              <a:xfrm>
                <a:off x="4536" y="2536"/>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PC2</a:t>
                </a:r>
                <a:endParaRPr lang="en-US" altLang="zh-CN" sz="2200" dirty="0">
                  <a:solidFill>
                    <a:schemeClr val="accent1"/>
                  </a:solidFill>
                  <a:latin typeface="宋体" panose="02010600030101010101" pitchFamily="2" charset="-122"/>
                </a:endParaRPr>
              </a:p>
            </p:txBody>
          </p:sp>
          <p:sp>
            <p:nvSpPr>
              <p:cNvPr id="176142" name="Text Box 60"/>
              <p:cNvSpPr txBox="1"/>
              <p:nvPr/>
            </p:nvSpPr>
            <p:spPr>
              <a:xfrm>
                <a:off x="4536" y="2792"/>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PC1</a:t>
                </a:r>
                <a:endParaRPr lang="en-US" altLang="zh-CN" sz="2200" dirty="0">
                  <a:solidFill>
                    <a:schemeClr val="accent1"/>
                  </a:solidFill>
                  <a:latin typeface="宋体" panose="02010600030101010101" pitchFamily="2" charset="-122"/>
                </a:endParaRPr>
              </a:p>
            </p:txBody>
          </p:sp>
          <p:sp>
            <p:nvSpPr>
              <p:cNvPr id="176143" name="Text Box 61"/>
              <p:cNvSpPr txBox="1"/>
              <p:nvPr/>
            </p:nvSpPr>
            <p:spPr>
              <a:xfrm>
                <a:off x="4536" y="3320"/>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PC0</a:t>
                </a:r>
                <a:endParaRPr lang="en-US" altLang="zh-CN" sz="2200" dirty="0">
                  <a:solidFill>
                    <a:schemeClr val="accent1"/>
                  </a:solidFill>
                  <a:latin typeface="宋体" panose="02010600030101010101" pitchFamily="2" charset="-122"/>
                </a:endParaRPr>
              </a:p>
            </p:txBody>
          </p:sp>
          <p:sp>
            <p:nvSpPr>
              <p:cNvPr id="176144" name="Line 62"/>
              <p:cNvSpPr/>
              <p:nvPr/>
            </p:nvSpPr>
            <p:spPr>
              <a:xfrm>
                <a:off x="4744" y="1904"/>
                <a:ext cx="0" cy="624"/>
              </a:xfrm>
              <a:prstGeom prst="line">
                <a:avLst/>
              </a:prstGeom>
              <a:ln w="25400" cap="flat" cmpd="sng">
                <a:solidFill>
                  <a:srgbClr val="000000"/>
                </a:solidFill>
                <a:prstDash val="solid"/>
                <a:headEnd type="triangle" w="med" len="med"/>
                <a:tailEnd type="triangle" w="med" len="med"/>
              </a:ln>
            </p:spPr>
          </p:sp>
          <p:sp>
            <p:nvSpPr>
              <p:cNvPr id="176145" name="Text Box 63"/>
              <p:cNvSpPr txBox="1"/>
              <p:nvPr/>
            </p:nvSpPr>
            <p:spPr>
              <a:xfrm>
                <a:off x="4072" y="1992"/>
                <a:ext cx="488" cy="448"/>
              </a:xfrm>
              <a:prstGeom prst="rect">
                <a:avLst/>
              </a:prstGeom>
              <a:solidFill>
                <a:srgbClr val="00FFFF"/>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INTEB</a:t>
                </a:r>
                <a:endParaRPr lang="en-US" altLang="zh-CN" sz="2200" dirty="0">
                  <a:solidFill>
                    <a:schemeClr val="tx1"/>
                  </a:solidFill>
                  <a:latin typeface="宋体" panose="02010600030101010101" pitchFamily="2" charset="-122"/>
                </a:endParaRPr>
              </a:p>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PC2</a:t>
                </a:r>
                <a:endParaRPr lang="en-US" altLang="zh-CN" sz="2200" dirty="0">
                  <a:solidFill>
                    <a:schemeClr val="tx1"/>
                  </a:solidFill>
                  <a:latin typeface="宋体" panose="02010600030101010101" pitchFamily="2" charset="-122"/>
                </a:endParaRPr>
              </a:p>
            </p:txBody>
          </p:sp>
          <p:sp>
            <p:nvSpPr>
              <p:cNvPr id="176146" name="Line 64"/>
              <p:cNvSpPr/>
              <p:nvPr/>
            </p:nvSpPr>
            <p:spPr>
              <a:xfrm>
                <a:off x="4128" y="2440"/>
                <a:ext cx="0" cy="680"/>
              </a:xfrm>
              <a:prstGeom prst="line">
                <a:avLst/>
              </a:prstGeom>
              <a:ln w="25400" cap="flat" cmpd="sng">
                <a:solidFill>
                  <a:srgbClr val="FF0000"/>
                </a:solidFill>
                <a:prstDash val="solid"/>
                <a:headEnd type="none" w="med" len="med"/>
                <a:tailEnd type="triangle" w="med" len="med"/>
              </a:ln>
            </p:spPr>
          </p:sp>
          <p:sp>
            <p:nvSpPr>
              <p:cNvPr id="176147" name="Text Box 65"/>
              <p:cNvSpPr txBox="1"/>
              <p:nvPr/>
            </p:nvSpPr>
            <p:spPr>
              <a:xfrm>
                <a:off x="4080" y="3120"/>
                <a:ext cx="376" cy="256"/>
              </a:xfrm>
              <a:prstGeom prst="rect">
                <a:avLst/>
              </a:prstGeom>
              <a:solidFill>
                <a:srgbClr val="FF99CC"/>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楷体_GB2312" pitchFamily="1" charset="-122"/>
                  </a:rPr>
                  <a:t>与门</a:t>
                </a:r>
                <a:endParaRPr lang="zh-CN" altLang="en-US" sz="2200" dirty="0">
                  <a:solidFill>
                    <a:schemeClr val="tx1"/>
                  </a:solidFill>
                  <a:latin typeface="宋体" panose="02010600030101010101" pitchFamily="2" charset="-122"/>
                </a:endParaRPr>
              </a:p>
            </p:txBody>
          </p:sp>
          <p:sp>
            <p:nvSpPr>
              <p:cNvPr id="176148" name="Line 66"/>
              <p:cNvSpPr/>
              <p:nvPr/>
            </p:nvSpPr>
            <p:spPr>
              <a:xfrm>
                <a:off x="4256" y="2664"/>
                <a:ext cx="272" cy="0"/>
              </a:xfrm>
              <a:prstGeom prst="line">
                <a:avLst/>
              </a:prstGeom>
              <a:ln w="25400" cap="flat" cmpd="sng">
                <a:solidFill>
                  <a:srgbClr val="000000"/>
                </a:solidFill>
                <a:prstDash val="solid"/>
                <a:headEnd type="none" w="med" len="med"/>
                <a:tailEnd type="none" w="med" len="med"/>
              </a:ln>
            </p:spPr>
          </p:sp>
          <p:sp>
            <p:nvSpPr>
              <p:cNvPr id="176149" name="Line 67"/>
              <p:cNvSpPr/>
              <p:nvPr/>
            </p:nvSpPr>
            <p:spPr>
              <a:xfrm>
                <a:off x="4256" y="2449"/>
                <a:ext cx="0" cy="223"/>
              </a:xfrm>
              <a:prstGeom prst="line">
                <a:avLst/>
              </a:prstGeom>
              <a:ln w="25400" cap="flat" cmpd="sng">
                <a:solidFill>
                  <a:srgbClr val="000000"/>
                </a:solidFill>
                <a:prstDash val="solid"/>
                <a:headEnd type="triangle" w="med" len="med"/>
                <a:tailEnd type="none" w="med" len="med"/>
              </a:ln>
            </p:spPr>
          </p:sp>
          <p:sp>
            <p:nvSpPr>
              <p:cNvPr id="176150" name="Line 68"/>
              <p:cNvSpPr/>
              <p:nvPr/>
            </p:nvSpPr>
            <p:spPr>
              <a:xfrm>
                <a:off x="4392" y="2880"/>
                <a:ext cx="144" cy="0"/>
              </a:xfrm>
              <a:prstGeom prst="line">
                <a:avLst/>
              </a:prstGeom>
              <a:ln w="25400" cap="flat" cmpd="sng">
                <a:solidFill>
                  <a:srgbClr val="000000"/>
                </a:solidFill>
                <a:prstDash val="solid"/>
                <a:headEnd type="none" w="med" len="med"/>
                <a:tailEnd type="none" w="med" len="med"/>
              </a:ln>
            </p:spPr>
          </p:sp>
          <p:sp>
            <p:nvSpPr>
              <p:cNvPr id="176151" name="Line 69"/>
              <p:cNvSpPr/>
              <p:nvPr/>
            </p:nvSpPr>
            <p:spPr>
              <a:xfrm>
                <a:off x="4392" y="2888"/>
                <a:ext cx="0" cy="224"/>
              </a:xfrm>
              <a:prstGeom prst="line">
                <a:avLst/>
              </a:prstGeom>
              <a:ln w="25400" cap="flat" cmpd="sng">
                <a:solidFill>
                  <a:srgbClr val="000000"/>
                </a:solidFill>
                <a:prstDash val="solid"/>
                <a:headEnd type="none" w="med" len="med"/>
                <a:tailEnd type="triangle" w="med" len="med"/>
              </a:ln>
            </p:spPr>
          </p:sp>
          <p:sp>
            <p:nvSpPr>
              <p:cNvPr id="176152" name="Line 70"/>
              <p:cNvSpPr/>
              <p:nvPr/>
            </p:nvSpPr>
            <p:spPr>
              <a:xfrm>
                <a:off x="4256" y="3376"/>
                <a:ext cx="0" cy="80"/>
              </a:xfrm>
              <a:prstGeom prst="line">
                <a:avLst/>
              </a:prstGeom>
              <a:ln w="25400" cap="flat" cmpd="sng">
                <a:solidFill>
                  <a:srgbClr val="000000"/>
                </a:solidFill>
                <a:prstDash val="solid"/>
                <a:headEnd type="none" w="med" len="med"/>
                <a:tailEnd type="none" w="med" len="med"/>
              </a:ln>
            </p:spPr>
          </p:sp>
          <p:sp>
            <p:nvSpPr>
              <p:cNvPr id="176153" name="Line 71"/>
              <p:cNvSpPr/>
              <p:nvPr/>
            </p:nvSpPr>
            <p:spPr>
              <a:xfrm>
                <a:off x="4256" y="3448"/>
                <a:ext cx="280" cy="0"/>
              </a:xfrm>
              <a:prstGeom prst="line">
                <a:avLst/>
              </a:prstGeom>
              <a:ln w="25400" cap="flat" cmpd="sng">
                <a:solidFill>
                  <a:srgbClr val="000000"/>
                </a:solidFill>
                <a:prstDash val="solid"/>
                <a:headEnd type="none" w="med" len="med"/>
                <a:tailEnd type="triangle" w="med" len="med"/>
              </a:ln>
            </p:spPr>
          </p:sp>
          <p:sp>
            <p:nvSpPr>
              <p:cNvPr id="176154" name="Line 72"/>
              <p:cNvSpPr/>
              <p:nvPr/>
            </p:nvSpPr>
            <p:spPr>
              <a:xfrm flipH="1">
                <a:off x="4904" y="2672"/>
                <a:ext cx="408" cy="0"/>
              </a:xfrm>
              <a:prstGeom prst="line">
                <a:avLst/>
              </a:prstGeom>
              <a:ln w="25400" cap="flat" cmpd="sng">
                <a:solidFill>
                  <a:srgbClr val="0000FF"/>
                </a:solidFill>
                <a:prstDash val="solid"/>
                <a:headEnd type="none" w="med" len="med"/>
                <a:tailEnd type="triangle" w="med" len="med"/>
              </a:ln>
            </p:spPr>
          </p:sp>
          <p:sp>
            <p:nvSpPr>
              <p:cNvPr id="176155" name="Line 73"/>
              <p:cNvSpPr/>
              <p:nvPr/>
            </p:nvSpPr>
            <p:spPr>
              <a:xfrm rot="-10800000" flipH="1">
                <a:off x="4904" y="2928"/>
                <a:ext cx="408" cy="0"/>
              </a:xfrm>
              <a:prstGeom prst="line">
                <a:avLst/>
              </a:prstGeom>
              <a:ln w="25400" cap="flat" cmpd="sng">
                <a:solidFill>
                  <a:srgbClr val="0000FF"/>
                </a:solidFill>
                <a:prstDash val="solid"/>
                <a:headEnd type="none" w="med" len="med"/>
                <a:tailEnd type="triangle" w="med" len="med"/>
              </a:ln>
            </p:spPr>
          </p:sp>
          <p:sp>
            <p:nvSpPr>
              <p:cNvPr id="176156" name="Line 74"/>
              <p:cNvSpPr/>
              <p:nvPr/>
            </p:nvSpPr>
            <p:spPr>
              <a:xfrm rot="-10800000" flipH="1">
                <a:off x="4912" y="3440"/>
                <a:ext cx="328" cy="0"/>
              </a:xfrm>
              <a:prstGeom prst="line">
                <a:avLst/>
              </a:prstGeom>
              <a:ln w="25400" cap="flat" cmpd="sng">
                <a:solidFill>
                  <a:srgbClr val="0000FF"/>
                </a:solidFill>
                <a:prstDash val="solid"/>
                <a:headEnd type="none" w="med" len="med"/>
                <a:tailEnd type="triangle" w="med" len="med"/>
              </a:ln>
            </p:spPr>
          </p:sp>
          <p:sp>
            <p:nvSpPr>
              <p:cNvPr id="176157" name="Line 75"/>
              <p:cNvSpPr/>
              <p:nvPr/>
            </p:nvSpPr>
            <p:spPr>
              <a:xfrm>
                <a:off x="3792" y="3464"/>
                <a:ext cx="240" cy="0"/>
              </a:xfrm>
              <a:prstGeom prst="line">
                <a:avLst/>
              </a:prstGeom>
              <a:ln w="25400" cap="flat" cmpd="sng">
                <a:solidFill>
                  <a:srgbClr val="000000"/>
                </a:solidFill>
                <a:prstDash val="solid"/>
                <a:headEnd type="none" w="med" len="med"/>
                <a:tailEnd type="triangle" w="med" len="med"/>
              </a:ln>
            </p:spPr>
          </p:sp>
          <p:sp>
            <p:nvSpPr>
              <p:cNvPr id="176158" name="Text Box 76"/>
              <p:cNvSpPr txBox="1"/>
              <p:nvPr/>
            </p:nvSpPr>
            <p:spPr>
              <a:xfrm>
                <a:off x="3552" y="3336"/>
                <a:ext cx="232"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RD</a:t>
                </a:r>
                <a:endParaRPr lang="en-US" altLang="zh-CN" sz="2200" dirty="0">
                  <a:solidFill>
                    <a:schemeClr val="bg2"/>
                  </a:solidFill>
                  <a:latin typeface="宋体" panose="02010600030101010101" pitchFamily="2" charset="-122"/>
                </a:endParaRPr>
              </a:p>
            </p:txBody>
          </p:sp>
          <p:sp>
            <p:nvSpPr>
              <p:cNvPr id="176159" name="Line 77"/>
              <p:cNvSpPr/>
              <p:nvPr/>
            </p:nvSpPr>
            <p:spPr>
              <a:xfrm>
                <a:off x="3576" y="3376"/>
                <a:ext cx="152" cy="0"/>
              </a:xfrm>
              <a:prstGeom prst="line">
                <a:avLst/>
              </a:prstGeom>
              <a:ln w="25400" cap="flat" cmpd="sng">
                <a:solidFill>
                  <a:srgbClr val="000000"/>
                </a:solidFill>
                <a:prstDash val="solid"/>
                <a:headEnd type="none" w="med" len="med"/>
                <a:tailEnd type="none" w="med" len="med"/>
              </a:ln>
            </p:spPr>
          </p:sp>
          <p:sp>
            <p:nvSpPr>
              <p:cNvPr id="176160" name="AutoShape 78"/>
              <p:cNvSpPr/>
              <p:nvPr/>
            </p:nvSpPr>
            <p:spPr>
              <a:xfrm>
                <a:off x="3360" y="1664"/>
                <a:ext cx="672" cy="240"/>
              </a:xfrm>
              <a:prstGeom prst="leftArrow">
                <a:avLst>
                  <a:gd name="adj1" fmla="val 50000"/>
                  <a:gd name="adj2" fmla="val 70000"/>
                </a:avLst>
              </a:prstGeom>
              <a:solidFill>
                <a:srgbClr val="00CCFF"/>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76161" name="AutoShape 79"/>
              <p:cNvSpPr/>
              <p:nvPr/>
            </p:nvSpPr>
            <p:spPr>
              <a:xfrm>
                <a:off x="4928" y="1648"/>
                <a:ext cx="504" cy="232"/>
              </a:xfrm>
              <a:prstGeom prst="leftArrow">
                <a:avLst>
                  <a:gd name="adj1" fmla="val 50000"/>
                  <a:gd name="adj2" fmla="val 54250"/>
                </a:avLst>
              </a:prstGeom>
              <a:solidFill>
                <a:schemeClr val="accent1"/>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76162" name="Text Box 80"/>
              <p:cNvSpPr txBox="1"/>
              <p:nvPr/>
            </p:nvSpPr>
            <p:spPr>
              <a:xfrm>
                <a:off x="3504" y="1520"/>
                <a:ext cx="50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tx1"/>
                  </a:solidFill>
                  <a:latin typeface="宋体" panose="02010600030101010101" pitchFamily="2" charset="-122"/>
                </a:endParaRPr>
              </a:p>
            </p:txBody>
          </p:sp>
          <p:sp>
            <p:nvSpPr>
              <p:cNvPr id="176163" name="Text Box 81"/>
              <p:cNvSpPr txBox="1"/>
              <p:nvPr/>
            </p:nvSpPr>
            <p:spPr>
              <a:xfrm>
                <a:off x="5272" y="2816"/>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IBFB</a:t>
                </a:r>
                <a:endParaRPr lang="en-US" altLang="zh-CN" sz="2200" dirty="0">
                  <a:solidFill>
                    <a:schemeClr val="bg2"/>
                  </a:solidFill>
                  <a:latin typeface="宋体" panose="02010600030101010101" pitchFamily="2" charset="-122"/>
                </a:endParaRPr>
              </a:p>
            </p:txBody>
          </p:sp>
          <p:sp>
            <p:nvSpPr>
              <p:cNvPr id="176164" name="Text Box 82"/>
              <p:cNvSpPr txBox="1"/>
              <p:nvPr/>
            </p:nvSpPr>
            <p:spPr>
              <a:xfrm>
                <a:off x="5297" y="2560"/>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STBB</a:t>
                </a:r>
                <a:endParaRPr lang="en-US" altLang="zh-CN" sz="2200" dirty="0">
                  <a:solidFill>
                    <a:schemeClr val="bg2"/>
                  </a:solidFill>
                  <a:latin typeface="宋体" panose="02010600030101010101" pitchFamily="2" charset="-122"/>
                </a:endParaRPr>
              </a:p>
            </p:txBody>
          </p:sp>
          <p:sp>
            <p:nvSpPr>
              <p:cNvPr id="176165" name="Line 83"/>
              <p:cNvSpPr/>
              <p:nvPr/>
            </p:nvSpPr>
            <p:spPr>
              <a:xfrm flipV="1">
                <a:off x="5344" y="2592"/>
                <a:ext cx="344" cy="0"/>
              </a:xfrm>
              <a:prstGeom prst="line">
                <a:avLst/>
              </a:prstGeom>
              <a:ln w="25400" cap="flat" cmpd="sng">
                <a:solidFill>
                  <a:srgbClr val="000000"/>
                </a:solidFill>
                <a:prstDash val="solid"/>
                <a:headEnd type="none" w="med" len="med"/>
                <a:tailEnd type="none" w="med" len="med"/>
              </a:ln>
            </p:spPr>
          </p:sp>
          <p:sp>
            <p:nvSpPr>
              <p:cNvPr id="176166" name="Text Box 84"/>
              <p:cNvSpPr txBox="1"/>
              <p:nvPr/>
            </p:nvSpPr>
            <p:spPr>
              <a:xfrm>
                <a:off x="5216" y="3328"/>
                <a:ext cx="54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INTRB</a:t>
                </a:r>
                <a:endParaRPr lang="en-US" altLang="zh-CN" sz="2200" dirty="0">
                  <a:solidFill>
                    <a:schemeClr val="tx1"/>
                  </a:solidFill>
                  <a:latin typeface="宋体" panose="02010600030101010101" pitchFamily="2" charset="-122"/>
                </a:endParaRPr>
              </a:p>
            </p:txBody>
          </p:sp>
        </p:grpSp>
        <p:sp>
          <p:nvSpPr>
            <p:cNvPr id="176138" name="Text Box 85"/>
            <p:cNvSpPr txBox="1"/>
            <p:nvPr/>
          </p:nvSpPr>
          <p:spPr>
            <a:xfrm>
              <a:off x="3120" y="3680"/>
              <a:ext cx="2592"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en-US" altLang="zh-CN" sz="2200" dirty="0">
                  <a:solidFill>
                    <a:srgbClr val="00B0F0"/>
                  </a:solidFill>
                  <a:latin typeface="楷体_GB2312" pitchFamily="1" charset="-122"/>
                </a:rPr>
                <a:t>B</a:t>
              </a:r>
              <a:r>
                <a:rPr lang="zh-CN" altLang="en-US" sz="2200" dirty="0">
                  <a:solidFill>
                    <a:srgbClr val="00B0F0"/>
                  </a:solidFill>
                  <a:latin typeface="楷体_GB2312" pitchFamily="1" charset="-122"/>
                </a:rPr>
                <a:t>口方式</a:t>
              </a:r>
              <a:r>
                <a:rPr lang="en-US" altLang="zh-CN" sz="2200" dirty="0">
                  <a:solidFill>
                    <a:srgbClr val="00B0F0"/>
                  </a:solidFill>
                  <a:latin typeface="楷体_GB2312" pitchFamily="1" charset="-122"/>
                </a:rPr>
                <a:t>1</a:t>
              </a:r>
              <a:r>
                <a:rPr lang="zh-CN" altLang="en-US" sz="2200" dirty="0">
                  <a:solidFill>
                    <a:srgbClr val="00B0F0"/>
                  </a:solidFill>
                  <a:latin typeface="楷体_GB2312" pitchFamily="1" charset="-122"/>
                </a:rPr>
                <a:t>输入时相应的联络信号</a:t>
              </a:r>
              <a:endParaRPr lang="zh-CN" altLang="en-US" sz="2200" dirty="0">
                <a:solidFill>
                  <a:srgbClr val="00B0F0"/>
                </a:solidFill>
                <a:latin typeface="楷体_GB2312" pitchFamily="1" charset="-122"/>
              </a:endParaRPr>
            </a:p>
          </p:txBody>
        </p:sp>
      </p:grpSp>
      <p:sp>
        <p:nvSpPr>
          <p:cNvPr id="176131" name="Rectangle 86"/>
          <p:cNvSpPr/>
          <p:nvPr/>
        </p:nvSpPr>
        <p:spPr>
          <a:xfrm>
            <a:off x="381000" y="188913"/>
            <a:ext cx="8458200" cy="1905000"/>
          </a:xfrm>
          <a:prstGeom prst="rect">
            <a:avLst/>
          </a:prstGeom>
          <a:no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342900" lvl="0" indent="-342900" algn="just">
              <a:lnSpc>
                <a:spcPct val="100000"/>
              </a:lnSpc>
              <a:spcBef>
                <a:spcPct val="10000"/>
              </a:spcBef>
              <a:spcAft>
                <a:spcPct val="0"/>
              </a:spcAft>
              <a:buClrTx/>
              <a:buSzTx/>
              <a:buNone/>
            </a:pPr>
            <a:r>
              <a:rPr lang="zh-CN" altLang="en-US" sz="2400" dirty="0">
                <a:solidFill>
                  <a:srgbClr val="FF0000"/>
                </a:solidFill>
                <a:latin typeface="Times New Roman" panose="02020603050405020304" pitchFamily="18" charset="0"/>
              </a:rPr>
              <a:t>注意</a:t>
            </a:r>
            <a:r>
              <a:rPr lang="zh-CN" altLang="en-US" sz="2400" dirty="0">
                <a:solidFill>
                  <a:schemeClr val="accent2"/>
                </a:solidFill>
                <a:latin typeface="Times New Roman" panose="02020603050405020304" pitchFamily="18" charset="0"/>
              </a:rPr>
              <a:t>：</a:t>
            </a:r>
            <a:endParaRPr lang="zh-CN" altLang="en-US" sz="2400" dirty="0">
              <a:solidFill>
                <a:schemeClr val="accent2"/>
              </a:solidFill>
              <a:latin typeface="Times New Roman" panose="02020603050405020304" pitchFamily="18" charset="0"/>
              <a:ea typeface="宋体" panose="02010600030101010101" pitchFamily="2" charset="-122"/>
            </a:endParaRPr>
          </a:p>
          <a:p>
            <a:pPr marL="342900" lvl="0" indent="-342900" algn="just">
              <a:lnSpc>
                <a:spcPct val="100000"/>
              </a:lnSpc>
              <a:spcBef>
                <a:spcPct val="10000"/>
              </a:spcBef>
              <a:spcAft>
                <a:spcPct val="0"/>
              </a:spcAft>
              <a:buClrTx/>
              <a:buSzTx/>
              <a:buNone/>
            </a:pPr>
            <a:r>
              <a:rPr lang="zh-CN" altLang="en-US" sz="2400" dirty="0">
                <a:solidFill>
                  <a:schemeClr val="tx1"/>
                </a:solidFill>
                <a:latin typeface="Times New Roman" panose="02020603050405020304" pitchFamily="18" charset="0"/>
              </a:rPr>
              <a:t>    在方式</a:t>
            </a:r>
            <a:r>
              <a:rPr lang="en-US" altLang="zh-CN" sz="2400" dirty="0">
                <a:solidFill>
                  <a:schemeClr val="tx1"/>
                </a:solidFill>
                <a:latin typeface="Times New Roman" panose="02020603050405020304" pitchFamily="18" charset="0"/>
              </a:rPr>
              <a:t>1</a:t>
            </a:r>
            <a:r>
              <a:rPr lang="zh-CN" altLang="en-US" sz="2400" dirty="0">
                <a:solidFill>
                  <a:schemeClr val="tx1"/>
                </a:solidFill>
                <a:latin typeface="Times New Roman" panose="02020603050405020304" pitchFamily="18" charset="0"/>
              </a:rPr>
              <a:t>下，作为联络信号的</a:t>
            </a:r>
            <a:r>
              <a:rPr lang="zh-CN" altLang="en-US" sz="2400" dirty="0">
                <a:latin typeface="Times New Roman" panose="02020603050405020304" pitchFamily="18" charset="0"/>
              </a:rPr>
              <a:t>外部引脚</a:t>
            </a:r>
            <a:r>
              <a:rPr lang="en-US" altLang="zh-CN" sz="2400" dirty="0">
                <a:latin typeface="Times New Roman" panose="02020603050405020304" pitchFamily="18" charset="0"/>
              </a:rPr>
              <a:t>PC4</a:t>
            </a:r>
            <a:r>
              <a:rPr lang="zh-CN" altLang="en-US" sz="2400" dirty="0">
                <a:latin typeface="Times New Roman" panose="02020603050405020304" pitchFamily="18" charset="0"/>
              </a:rPr>
              <a:t>、</a:t>
            </a:r>
            <a:r>
              <a:rPr lang="en-US" altLang="zh-CN" sz="2400" dirty="0">
                <a:latin typeface="Times New Roman" panose="02020603050405020304" pitchFamily="18" charset="0"/>
              </a:rPr>
              <a:t>PC2</a:t>
            </a:r>
            <a:r>
              <a:rPr lang="zh-CN" altLang="en-US" sz="2400" dirty="0">
                <a:latin typeface="Times New Roman" panose="02020603050405020304" pitchFamily="18" charset="0"/>
              </a:rPr>
              <a:t>，不受</a:t>
            </a:r>
            <a:r>
              <a:rPr lang="en-US" altLang="zh-CN" sz="2400" dirty="0">
                <a:latin typeface="Times New Roman" panose="02020603050405020304" pitchFamily="18" charset="0"/>
              </a:rPr>
              <a:t>C</a:t>
            </a:r>
            <a:r>
              <a:rPr lang="zh-CN" altLang="en-US" sz="2400" dirty="0">
                <a:latin typeface="Times New Roman" panose="02020603050405020304" pitchFamily="18" charset="0"/>
              </a:rPr>
              <a:t>口按位置位</a:t>
            </a:r>
            <a:r>
              <a:rPr lang="en-US" altLang="zh-CN" sz="2400" dirty="0">
                <a:latin typeface="Times New Roman" panose="02020603050405020304" pitchFamily="18" charset="0"/>
              </a:rPr>
              <a:t>/</a:t>
            </a:r>
            <a:r>
              <a:rPr lang="zh-CN" altLang="en-US" sz="2400" dirty="0">
                <a:latin typeface="Times New Roman" panose="02020603050405020304" pitchFamily="18" charset="0"/>
              </a:rPr>
              <a:t>复位控制字控制，</a:t>
            </a:r>
            <a:r>
              <a:rPr lang="zh-CN" altLang="en-US" sz="2400" dirty="0">
                <a:solidFill>
                  <a:schemeClr val="tx1"/>
                </a:solidFill>
                <a:latin typeface="Times New Roman" panose="02020603050405020304" pitchFamily="18" charset="0"/>
              </a:rPr>
              <a:t>即对这些位的置位</a:t>
            </a:r>
            <a:r>
              <a:rPr lang="en-US" altLang="zh-CN" sz="2400" dirty="0">
                <a:solidFill>
                  <a:schemeClr val="tx1"/>
                </a:solidFill>
                <a:latin typeface="Times New Roman" panose="02020603050405020304" pitchFamily="18" charset="0"/>
              </a:rPr>
              <a:t>/</a:t>
            </a:r>
            <a:r>
              <a:rPr lang="zh-CN" altLang="en-US" sz="2400" dirty="0">
                <a:solidFill>
                  <a:schemeClr val="tx1"/>
                </a:solidFill>
                <a:latin typeface="Times New Roman" panose="02020603050405020304" pitchFamily="18" charset="0"/>
              </a:rPr>
              <a:t>复位不影响这些引脚信号的输入</a:t>
            </a:r>
            <a:r>
              <a:rPr lang="en-US" altLang="zh-CN" sz="2400" dirty="0">
                <a:solidFill>
                  <a:schemeClr val="tx1"/>
                </a:solidFill>
                <a:latin typeface="Times New Roman" panose="02020603050405020304" pitchFamily="18" charset="0"/>
              </a:rPr>
              <a:t>/</a:t>
            </a:r>
            <a:r>
              <a:rPr lang="zh-CN" altLang="en-US" sz="2400" dirty="0">
                <a:solidFill>
                  <a:schemeClr val="tx1"/>
                </a:solidFill>
                <a:latin typeface="Times New Roman" panose="02020603050405020304" pitchFamily="18" charset="0"/>
              </a:rPr>
              <a:t>输出，</a:t>
            </a:r>
            <a:r>
              <a:rPr lang="zh-CN" altLang="en-US" sz="2400" dirty="0">
                <a:solidFill>
                  <a:srgbClr val="00B0F0"/>
                </a:solidFill>
                <a:latin typeface="Times New Roman" panose="02020603050405020304" pitchFamily="18" charset="0"/>
              </a:rPr>
              <a:t>而只在</a:t>
            </a:r>
            <a:r>
              <a:rPr lang="en-US" altLang="zh-CN" sz="2400" dirty="0">
                <a:solidFill>
                  <a:srgbClr val="00B0F0"/>
                </a:solidFill>
                <a:latin typeface="Times New Roman" panose="02020603050405020304" pitchFamily="18" charset="0"/>
              </a:rPr>
              <a:t>8255A</a:t>
            </a:r>
            <a:r>
              <a:rPr lang="zh-CN" altLang="en-US" sz="2400" dirty="0">
                <a:solidFill>
                  <a:srgbClr val="00B0F0"/>
                </a:solidFill>
                <a:latin typeface="Times New Roman" panose="02020603050405020304" pitchFamily="18" charset="0"/>
              </a:rPr>
              <a:t>内部对</a:t>
            </a:r>
            <a:r>
              <a:rPr lang="en-US" altLang="zh-CN" sz="2400" dirty="0">
                <a:solidFill>
                  <a:srgbClr val="00B0F0"/>
                </a:solidFill>
                <a:latin typeface="Times New Roman" panose="02020603050405020304" pitchFamily="18" charset="0"/>
              </a:rPr>
              <a:t>INTE</a:t>
            </a:r>
            <a:r>
              <a:rPr lang="zh-CN" altLang="en-US" sz="2400" dirty="0">
                <a:solidFill>
                  <a:srgbClr val="00B0F0"/>
                </a:solidFill>
                <a:latin typeface="Times New Roman" panose="02020603050405020304" pitchFamily="18" charset="0"/>
              </a:rPr>
              <a:t>信号起作用。</a:t>
            </a:r>
            <a:endParaRPr lang="zh-CN" altLang="en-US" sz="2400" dirty="0">
              <a:solidFill>
                <a:srgbClr val="00B0F0"/>
              </a:solidFill>
              <a:latin typeface="Times New Roman" panose="02020603050405020304" pitchFamily="18" charset="0"/>
            </a:endParaRPr>
          </a:p>
        </p:txBody>
      </p:sp>
      <p:sp>
        <p:nvSpPr>
          <p:cNvPr id="176132" name="Line 89"/>
          <p:cNvSpPr/>
          <p:nvPr/>
        </p:nvSpPr>
        <p:spPr>
          <a:xfrm>
            <a:off x="0" y="-100012"/>
            <a:ext cx="9144000" cy="0"/>
          </a:xfrm>
          <a:prstGeom prst="line">
            <a:avLst/>
          </a:prstGeom>
          <a:ln w="57150" cap="flat" cmpd="thinThick">
            <a:solidFill>
              <a:srgbClr val="800000"/>
            </a:solidFill>
            <a:prstDash val="solid"/>
            <a:headEnd type="none" w="med" len="med"/>
            <a:tailEnd type="none" w="med" len="med"/>
          </a:ln>
        </p:spPr>
      </p:sp>
    </p:spTree>
  </p:cSld>
  <p:clrMapOvr>
    <a:masterClrMapping/>
  </p:clrMapOvr>
  <p:transition>
    <p:checker dir="vert"/>
  </p:transition>
</p:sld>
</file>

<file path=ppt/slides/slide1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grpSp>
        <p:nvGrpSpPr>
          <p:cNvPr id="177154" name="Group 2"/>
          <p:cNvGrpSpPr/>
          <p:nvPr/>
        </p:nvGrpSpPr>
        <p:grpSpPr>
          <a:xfrm>
            <a:off x="0" y="333375"/>
            <a:ext cx="9080500" cy="2830513"/>
            <a:chOff x="0" y="395"/>
            <a:chExt cx="5720" cy="1783"/>
          </a:xfrm>
        </p:grpSpPr>
        <p:grpSp>
          <p:nvGrpSpPr>
            <p:cNvPr id="177162" name="Group 3"/>
            <p:cNvGrpSpPr/>
            <p:nvPr/>
          </p:nvGrpSpPr>
          <p:grpSpPr>
            <a:xfrm>
              <a:off x="0" y="395"/>
              <a:ext cx="3768" cy="1728"/>
              <a:chOff x="0" y="395"/>
              <a:chExt cx="3768" cy="1728"/>
            </a:xfrm>
          </p:grpSpPr>
          <p:sp>
            <p:nvSpPr>
              <p:cNvPr id="177194" name="Text Box 4"/>
              <p:cNvSpPr txBox="1"/>
              <p:nvPr/>
            </p:nvSpPr>
            <p:spPr>
              <a:xfrm>
                <a:off x="0" y="395"/>
                <a:ext cx="1029" cy="222"/>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PA7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PA0</a:t>
                </a:r>
                <a:endParaRPr lang="en-US" altLang="zh-CN" sz="2200" dirty="0">
                  <a:solidFill>
                    <a:schemeClr val="tx1"/>
                  </a:solidFill>
                  <a:latin typeface="宋体" panose="02010600030101010101" pitchFamily="2" charset="-122"/>
                </a:endParaRPr>
              </a:p>
            </p:txBody>
          </p:sp>
          <p:sp>
            <p:nvSpPr>
              <p:cNvPr id="177195" name="Text Box 5"/>
              <p:cNvSpPr txBox="1"/>
              <p:nvPr/>
            </p:nvSpPr>
            <p:spPr>
              <a:xfrm>
                <a:off x="21" y="569"/>
                <a:ext cx="963" cy="21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PB7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PB0</a:t>
                </a:r>
                <a:endParaRPr lang="en-US" altLang="zh-CN" sz="2200" dirty="0">
                  <a:solidFill>
                    <a:schemeClr val="tx1"/>
                  </a:solidFill>
                  <a:latin typeface="宋体" panose="02010600030101010101" pitchFamily="2" charset="-122"/>
                </a:endParaRPr>
              </a:p>
            </p:txBody>
          </p:sp>
          <p:sp>
            <p:nvSpPr>
              <p:cNvPr id="177196" name="Text Box 6"/>
              <p:cNvSpPr txBox="1"/>
              <p:nvPr/>
            </p:nvSpPr>
            <p:spPr>
              <a:xfrm>
                <a:off x="378" y="833"/>
                <a:ext cx="414" cy="20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STB</a:t>
                </a:r>
                <a:endParaRPr lang="en-US" altLang="zh-CN" sz="2200" dirty="0">
                  <a:solidFill>
                    <a:schemeClr val="tx1"/>
                  </a:solidFill>
                  <a:latin typeface="Arial" panose="020B0604020202020204" pitchFamily="34" charset="0"/>
                </a:endParaRPr>
              </a:p>
            </p:txBody>
          </p:sp>
          <p:sp>
            <p:nvSpPr>
              <p:cNvPr id="177197" name="Line 7"/>
              <p:cNvSpPr/>
              <p:nvPr/>
            </p:nvSpPr>
            <p:spPr>
              <a:xfrm>
                <a:off x="451" y="841"/>
                <a:ext cx="267" cy="0"/>
              </a:xfrm>
              <a:prstGeom prst="line">
                <a:avLst/>
              </a:prstGeom>
              <a:ln w="25400" cap="flat" cmpd="sng">
                <a:solidFill>
                  <a:srgbClr val="0000FF"/>
                </a:solidFill>
                <a:prstDash val="solid"/>
                <a:headEnd type="none" w="med" len="med"/>
                <a:tailEnd type="none" w="med" len="med"/>
              </a:ln>
            </p:spPr>
          </p:sp>
          <p:sp>
            <p:nvSpPr>
              <p:cNvPr id="177198" name="Text Box 8"/>
              <p:cNvSpPr txBox="1"/>
              <p:nvPr/>
            </p:nvSpPr>
            <p:spPr>
              <a:xfrm>
                <a:off x="365" y="1245"/>
                <a:ext cx="475" cy="20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IBF</a:t>
                </a:r>
                <a:endParaRPr lang="en-US" altLang="zh-CN" sz="2200" dirty="0">
                  <a:solidFill>
                    <a:schemeClr val="tx1"/>
                  </a:solidFill>
                  <a:latin typeface="Arial" panose="020B0604020202020204" pitchFamily="34" charset="0"/>
                </a:endParaRPr>
              </a:p>
            </p:txBody>
          </p:sp>
          <p:sp>
            <p:nvSpPr>
              <p:cNvPr id="177199" name="Text Box 9"/>
              <p:cNvSpPr txBox="1"/>
              <p:nvPr/>
            </p:nvSpPr>
            <p:spPr>
              <a:xfrm>
                <a:off x="260" y="1508"/>
                <a:ext cx="523" cy="23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INTR</a:t>
                </a:r>
                <a:endParaRPr lang="en-US" altLang="zh-CN" sz="2200" dirty="0">
                  <a:solidFill>
                    <a:schemeClr val="tx1"/>
                  </a:solidFill>
                  <a:latin typeface="Arial" panose="020B0604020202020204" pitchFamily="34" charset="0"/>
                </a:endParaRPr>
              </a:p>
            </p:txBody>
          </p:sp>
          <p:sp>
            <p:nvSpPr>
              <p:cNvPr id="177200" name="Text Box 10"/>
              <p:cNvSpPr txBox="1"/>
              <p:nvPr/>
            </p:nvSpPr>
            <p:spPr>
              <a:xfrm>
                <a:off x="408" y="1917"/>
                <a:ext cx="414" cy="20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RD</a:t>
                </a:r>
                <a:endParaRPr lang="en-US" altLang="zh-CN" sz="2200" dirty="0">
                  <a:solidFill>
                    <a:schemeClr val="tx1"/>
                  </a:solidFill>
                  <a:latin typeface="Arial" panose="020B0604020202020204" pitchFamily="34" charset="0"/>
                </a:endParaRPr>
              </a:p>
            </p:txBody>
          </p:sp>
          <p:sp>
            <p:nvSpPr>
              <p:cNvPr id="177201" name="Line 11"/>
              <p:cNvSpPr/>
              <p:nvPr/>
            </p:nvSpPr>
            <p:spPr>
              <a:xfrm>
                <a:off x="518" y="1925"/>
                <a:ext cx="192" cy="0"/>
              </a:xfrm>
              <a:prstGeom prst="line">
                <a:avLst/>
              </a:prstGeom>
              <a:ln w="25400" cap="flat" cmpd="sng">
                <a:solidFill>
                  <a:srgbClr val="0000FF"/>
                </a:solidFill>
                <a:prstDash val="solid"/>
                <a:headEnd type="none" w="med" len="med"/>
                <a:tailEnd type="none" w="med" len="med"/>
              </a:ln>
            </p:spPr>
          </p:sp>
          <p:sp>
            <p:nvSpPr>
              <p:cNvPr id="177202" name="Line 12"/>
              <p:cNvSpPr>
                <a:spLocks noChangeAspect="1"/>
              </p:cNvSpPr>
              <p:nvPr/>
            </p:nvSpPr>
            <p:spPr>
              <a:xfrm>
                <a:off x="2492" y="2075"/>
                <a:ext cx="379" cy="0"/>
              </a:xfrm>
              <a:prstGeom prst="line">
                <a:avLst/>
              </a:prstGeom>
              <a:ln w="25400" cap="flat" cmpd="sng">
                <a:solidFill>
                  <a:srgbClr val="000000"/>
                </a:solidFill>
                <a:prstDash val="solid"/>
                <a:headEnd type="none" w="med" len="med"/>
                <a:tailEnd type="none" w="med" len="med"/>
              </a:ln>
            </p:spPr>
          </p:sp>
          <p:sp>
            <p:nvSpPr>
              <p:cNvPr id="177203" name="Line 13"/>
              <p:cNvSpPr>
                <a:spLocks noChangeAspect="1"/>
              </p:cNvSpPr>
              <p:nvPr/>
            </p:nvSpPr>
            <p:spPr>
              <a:xfrm>
                <a:off x="1069" y="616"/>
                <a:ext cx="53" cy="91"/>
              </a:xfrm>
              <a:prstGeom prst="line">
                <a:avLst/>
              </a:prstGeom>
              <a:ln w="25400" cap="flat" cmpd="sng">
                <a:solidFill>
                  <a:srgbClr val="000000"/>
                </a:solidFill>
                <a:prstDash val="solid"/>
                <a:headEnd type="none" w="med" len="med"/>
                <a:tailEnd type="none" w="med" len="med"/>
              </a:ln>
            </p:spPr>
          </p:sp>
          <p:sp>
            <p:nvSpPr>
              <p:cNvPr id="177204" name="Line 14"/>
              <p:cNvSpPr>
                <a:spLocks noChangeAspect="1"/>
              </p:cNvSpPr>
              <p:nvPr/>
            </p:nvSpPr>
            <p:spPr>
              <a:xfrm flipV="1">
                <a:off x="1065" y="521"/>
                <a:ext cx="57" cy="101"/>
              </a:xfrm>
              <a:prstGeom prst="line">
                <a:avLst/>
              </a:prstGeom>
              <a:ln w="25400" cap="flat" cmpd="sng">
                <a:solidFill>
                  <a:srgbClr val="000000"/>
                </a:solidFill>
                <a:prstDash val="solid"/>
                <a:headEnd type="none" w="med" len="med"/>
                <a:tailEnd type="none" w="med" len="med"/>
              </a:ln>
            </p:spPr>
          </p:sp>
          <p:sp>
            <p:nvSpPr>
              <p:cNvPr id="177205" name="Line 15"/>
              <p:cNvSpPr>
                <a:spLocks noChangeAspect="1"/>
              </p:cNvSpPr>
              <p:nvPr/>
            </p:nvSpPr>
            <p:spPr>
              <a:xfrm>
                <a:off x="1117" y="523"/>
                <a:ext cx="926" cy="0"/>
              </a:xfrm>
              <a:prstGeom prst="line">
                <a:avLst/>
              </a:prstGeom>
              <a:ln w="25400" cap="flat" cmpd="sng">
                <a:solidFill>
                  <a:srgbClr val="000000"/>
                </a:solidFill>
                <a:prstDash val="solid"/>
                <a:headEnd type="none" w="med" len="med"/>
                <a:tailEnd type="none" w="med" len="med"/>
              </a:ln>
            </p:spPr>
          </p:sp>
          <p:sp>
            <p:nvSpPr>
              <p:cNvPr id="177206" name="Line 16"/>
              <p:cNvSpPr>
                <a:spLocks noChangeAspect="1"/>
              </p:cNvSpPr>
              <p:nvPr/>
            </p:nvSpPr>
            <p:spPr>
              <a:xfrm>
                <a:off x="1127" y="707"/>
                <a:ext cx="926" cy="0"/>
              </a:xfrm>
              <a:prstGeom prst="line">
                <a:avLst/>
              </a:prstGeom>
              <a:ln w="25400" cap="flat" cmpd="sng">
                <a:solidFill>
                  <a:srgbClr val="000000"/>
                </a:solidFill>
                <a:prstDash val="solid"/>
                <a:headEnd type="none" w="med" len="med"/>
                <a:tailEnd type="none" w="med" len="med"/>
              </a:ln>
            </p:spPr>
          </p:sp>
          <p:sp>
            <p:nvSpPr>
              <p:cNvPr id="177207" name="Line 17"/>
              <p:cNvSpPr>
                <a:spLocks noChangeAspect="1"/>
              </p:cNvSpPr>
              <p:nvPr/>
            </p:nvSpPr>
            <p:spPr>
              <a:xfrm>
                <a:off x="2053" y="523"/>
                <a:ext cx="59" cy="106"/>
              </a:xfrm>
              <a:prstGeom prst="line">
                <a:avLst/>
              </a:prstGeom>
              <a:ln w="25400" cap="flat" cmpd="sng">
                <a:solidFill>
                  <a:srgbClr val="000000"/>
                </a:solidFill>
                <a:prstDash val="solid"/>
                <a:headEnd type="none" w="med" len="med"/>
                <a:tailEnd type="none" w="med" len="med"/>
              </a:ln>
            </p:spPr>
          </p:sp>
          <p:sp>
            <p:nvSpPr>
              <p:cNvPr id="177208" name="Line 18"/>
              <p:cNvSpPr>
                <a:spLocks noChangeAspect="1"/>
              </p:cNvSpPr>
              <p:nvPr/>
            </p:nvSpPr>
            <p:spPr>
              <a:xfrm flipV="1">
                <a:off x="2054" y="622"/>
                <a:ext cx="49" cy="88"/>
              </a:xfrm>
              <a:prstGeom prst="line">
                <a:avLst/>
              </a:prstGeom>
              <a:ln w="25400" cap="flat" cmpd="sng">
                <a:solidFill>
                  <a:srgbClr val="000000"/>
                </a:solidFill>
                <a:prstDash val="solid"/>
                <a:headEnd type="none" w="med" len="med"/>
                <a:tailEnd type="none" w="med" len="med"/>
              </a:ln>
            </p:spPr>
          </p:sp>
          <p:sp>
            <p:nvSpPr>
              <p:cNvPr id="177209" name="Line 19"/>
              <p:cNvSpPr>
                <a:spLocks noChangeAspect="1"/>
              </p:cNvSpPr>
              <p:nvPr/>
            </p:nvSpPr>
            <p:spPr>
              <a:xfrm>
                <a:off x="844" y="610"/>
                <a:ext cx="221" cy="0"/>
              </a:xfrm>
              <a:prstGeom prst="line">
                <a:avLst/>
              </a:prstGeom>
              <a:ln w="25400" cap="flat" cmpd="sng">
                <a:solidFill>
                  <a:srgbClr val="000000"/>
                </a:solidFill>
                <a:prstDash val="solid"/>
                <a:headEnd type="none" w="med" len="med"/>
                <a:tailEnd type="none" w="med" len="med"/>
              </a:ln>
            </p:spPr>
          </p:sp>
          <p:sp>
            <p:nvSpPr>
              <p:cNvPr id="177210" name="Line 20"/>
              <p:cNvSpPr/>
              <p:nvPr/>
            </p:nvSpPr>
            <p:spPr>
              <a:xfrm flipV="1">
                <a:off x="2096" y="611"/>
                <a:ext cx="1672" cy="5"/>
              </a:xfrm>
              <a:prstGeom prst="line">
                <a:avLst/>
              </a:prstGeom>
              <a:ln w="25400" cap="flat" cmpd="sng">
                <a:solidFill>
                  <a:srgbClr val="000000"/>
                </a:solidFill>
                <a:prstDash val="solid"/>
                <a:headEnd type="none" w="med" len="med"/>
                <a:tailEnd type="none" w="med" len="med"/>
              </a:ln>
            </p:spPr>
          </p:sp>
          <p:sp>
            <p:nvSpPr>
              <p:cNvPr id="177211" name="Text Box 21"/>
              <p:cNvSpPr txBox="1"/>
              <p:nvPr/>
            </p:nvSpPr>
            <p:spPr>
              <a:xfrm>
                <a:off x="1130" y="498"/>
                <a:ext cx="918" cy="120"/>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dirty="0">
                    <a:solidFill>
                      <a:srgbClr val="FF3300"/>
                    </a:solidFill>
                    <a:latin typeface="楷体_GB2312" pitchFamily="1" charset="-122"/>
                  </a:rPr>
                  <a:t>外设送来数据</a:t>
                </a:r>
                <a:endParaRPr lang="zh-CN" altLang="en-US" sz="2200" dirty="0">
                  <a:solidFill>
                    <a:srgbClr val="FF00FF"/>
                  </a:solidFill>
                  <a:latin typeface="宋体" panose="02010600030101010101" pitchFamily="2" charset="-122"/>
                </a:endParaRPr>
              </a:p>
            </p:txBody>
          </p:sp>
          <p:sp>
            <p:nvSpPr>
              <p:cNvPr id="177212" name="Line 22"/>
              <p:cNvSpPr>
                <a:spLocks noChangeAspect="1"/>
              </p:cNvSpPr>
              <p:nvPr/>
            </p:nvSpPr>
            <p:spPr>
              <a:xfrm>
                <a:off x="844" y="859"/>
                <a:ext cx="596" cy="0"/>
              </a:xfrm>
              <a:prstGeom prst="line">
                <a:avLst/>
              </a:prstGeom>
              <a:ln w="25400" cap="flat" cmpd="sng">
                <a:solidFill>
                  <a:srgbClr val="000000"/>
                </a:solidFill>
                <a:prstDash val="solid"/>
                <a:headEnd type="none" w="med" len="med"/>
                <a:tailEnd type="none" w="med" len="med"/>
              </a:ln>
            </p:spPr>
          </p:sp>
          <p:sp>
            <p:nvSpPr>
              <p:cNvPr id="177213" name="Line 23"/>
              <p:cNvSpPr>
                <a:spLocks noChangeAspect="1"/>
              </p:cNvSpPr>
              <p:nvPr/>
            </p:nvSpPr>
            <p:spPr>
              <a:xfrm>
                <a:off x="1444" y="857"/>
                <a:ext cx="54" cy="178"/>
              </a:xfrm>
              <a:prstGeom prst="line">
                <a:avLst/>
              </a:prstGeom>
              <a:ln w="25400" cap="flat" cmpd="sng">
                <a:solidFill>
                  <a:srgbClr val="000000"/>
                </a:solidFill>
                <a:prstDash val="solid"/>
                <a:headEnd type="none" w="med" len="med"/>
                <a:tailEnd type="none" w="med" len="med"/>
              </a:ln>
            </p:spPr>
          </p:sp>
          <p:sp>
            <p:nvSpPr>
              <p:cNvPr id="177214" name="Line 24"/>
              <p:cNvSpPr>
                <a:spLocks noChangeAspect="1"/>
              </p:cNvSpPr>
              <p:nvPr/>
            </p:nvSpPr>
            <p:spPr>
              <a:xfrm>
                <a:off x="1503" y="1045"/>
                <a:ext cx="243" cy="0"/>
              </a:xfrm>
              <a:prstGeom prst="line">
                <a:avLst/>
              </a:prstGeom>
              <a:ln w="25400" cap="flat" cmpd="sng">
                <a:solidFill>
                  <a:srgbClr val="000000"/>
                </a:solidFill>
                <a:prstDash val="solid"/>
                <a:headEnd type="none" w="med" len="med"/>
                <a:tailEnd type="none" w="med" len="med"/>
              </a:ln>
            </p:spPr>
          </p:sp>
          <p:sp>
            <p:nvSpPr>
              <p:cNvPr id="177215" name="Line 25"/>
              <p:cNvSpPr>
                <a:spLocks noChangeAspect="1"/>
              </p:cNvSpPr>
              <p:nvPr/>
            </p:nvSpPr>
            <p:spPr>
              <a:xfrm flipV="1">
                <a:off x="1752" y="862"/>
                <a:ext cx="54" cy="178"/>
              </a:xfrm>
              <a:prstGeom prst="line">
                <a:avLst/>
              </a:prstGeom>
              <a:ln w="25400" cap="flat" cmpd="sng">
                <a:solidFill>
                  <a:srgbClr val="000000"/>
                </a:solidFill>
                <a:prstDash val="solid"/>
                <a:headEnd type="none" w="med" len="med"/>
                <a:tailEnd type="none" w="med" len="med"/>
              </a:ln>
            </p:spPr>
          </p:sp>
          <p:sp>
            <p:nvSpPr>
              <p:cNvPr id="177216" name="Line 26"/>
              <p:cNvSpPr>
                <a:spLocks noChangeAspect="1"/>
              </p:cNvSpPr>
              <p:nvPr/>
            </p:nvSpPr>
            <p:spPr>
              <a:xfrm flipV="1">
                <a:off x="1806" y="861"/>
                <a:ext cx="1951" cy="0"/>
              </a:xfrm>
              <a:prstGeom prst="line">
                <a:avLst/>
              </a:prstGeom>
              <a:ln w="25400" cap="flat" cmpd="sng">
                <a:solidFill>
                  <a:srgbClr val="000000"/>
                </a:solidFill>
                <a:prstDash val="solid"/>
                <a:headEnd type="none" w="med" len="med"/>
                <a:tailEnd type="none" w="med" len="med"/>
              </a:ln>
            </p:spPr>
          </p:sp>
          <p:sp>
            <p:nvSpPr>
              <p:cNvPr id="177217" name="Line 27"/>
              <p:cNvSpPr>
                <a:spLocks noChangeAspect="1"/>
              </p:cNvSpPr>
              <p:nvPr/>
            </p:nvSpPr>
            <p:spPr>
              <a:xfrm flipV="1">
                <a:off x="1611" y="1193"/>
                <a:ext cx="54" cy="178"/>
              </a:xfrm>
              <a:prstGeom prst="line">
                <a:avLst/>
              </a:prstGeom>
              <a:ln w="25400" cap="flat" cmpd="sng">
                <a:solidFill>
                  <a:srgbClr val="000000"/>
                </a:solidFill>
                <a:prstDash val="solid"/>
                <a:headEnd type="none" w="med" len="med"/>
                <a:tailEnd type="none" w="med" len="med"/>
              </a:ln>
            </p:spPr>
          </p:sp>
          <p:sp>
            <p:nvSpPr>
              <p:cNvPr id="177218" name="Line 28"/>
              <p:cNvSpPr>
                <a:spLocks noChangeAspect="1"/>
              </p:cNvSpPr>
              <p:nvPr/>
            </p:nvSpPr>
            <p:spPr>
              <a:xfrm flipV="1">
                <a:off x="1658" y="1193"/>
                <a:ext cx="1566" cy="0"/>
              </a:xfrm>
              <a:prstGeom prst="line">
                <a:avLst/>
              </a:prstGeom>
              <a:ln w="25400" cap="flat" cmpd="sng">
                <a:solidFill>
                  <a:srgbClr val="000000"/>
                </a:solidFill>
                <a:prstDash val="solid"/>
                <a:headEnd type="none" w="med" len="med"/>
                <a:tailEnd type="none" w="med" len="med"/>
              </a:ln>
            </p:spPr>
          </p:sp>
          <p:sp>
            <p:nvSpPr>
              <p:cNvPr id="177219" name="Line 29"/>
              <p:cNvSpPr/>
              <p:nvPr/>
            </p:nvSpPr>
            <p:spPr>
              <a:xfrm>
                <a:off x="851" y="1373"/>
                <a:ext cx="760" cy="0"/>
              </a:xfrm>
              <a:prstGeom prst="line">
                <a:avLst/>
              </a:prstGeom>
              <a:ln w="25400" cap="flat" cmpd="sng">
                <a:solidFill>
                  <a:srgbClr val="000000"/>
                </a:solidFill>
                <a:prstDash val="solid"/>
                <a:headEnd type="none" w="med" len="med"/>
                <a:tailEnd type="none" w="med" len="med"/>
              </a:ln>
            </p:spPr>
          </p:sp>
          <p:sp>
            <p:nvSpPr>
              <p:cNvPr id="177220" name="Line 30"/>
              <p:cNvSpPr>
                <a:spLocks noChangeAspect="1"/>
              </p:cNvSpPr>
              <p:nvPr/>
            </p:nvSpPr>
            <p:spPr>
              <a:xfrm>
                <a:off x="3218" y="1193"/>
                <a:ext cx="55" cy="178"/>
              </a:xfrm>
              <a:prstGeom prst="line">
                <a:avLst/>
              </a:prstGeom>
              <a:ln w="25400" cap="flat" cmpd="sng">
                <a:solidFill>
                  <a:srgbClr val="000000"/>
                </a:solidFill>
                <a:prstDash val="solid"/>
                <a:headEnd type="none" w="med" len="med"/>
                <a:tailEnd type="none" w="med" len="med"/>
              </a:ln>
            </p:spPr>
          </p:sp>
          <p:sp>
            <p:nvSpPr>
              <p:cNvPr id="177221" name="Line 31"/>
              <p:cNvSpPr>
                <a:spLocks noChangeAspect="1"/>
              </p:cNvSpPr>
              <p:nvPr/>
            </p:nvSpPr>
            <p:spPr>
              <a:xfrm>
                <a:off x="3273" y="1377"/>
                <a:ext cx="0" cy="0"/>
              </a:xfrm>
              <a:prstGeom prst="line">
                <a:avLst/>
              </a:prstGeom>
              <a:ln w="25400" cap="flat" cmpd="sng">
                <a:solidFill>
                  <a:srgbClr val="000000"/>
                </a:solidFill>
                <a:prstDash val="solid"/>
                <a:headEnd type="none" w="med" len="med"/>
                <a:tailEnd type="none" w="med" len="med"/>
              </a:ln>
            </p:spPr>
          </p:sp>
          <p:sp>
            <p:nvSpPr>
              <p:cNvPr id="177222" name="Line 32"/>
              <p:cNvSpPr>
                <a:spLocks noChangeAspect="1"/>
              </p:cNvSpPr>
              <p:nvPr/>
            </p:nvSpPr>
            <p:spPr>
              <a:xfrm flipV="1">
                <a:off x="1894" y="1544"/>
                <a:ext cx="54" cy="178"/>
              </a:xfrm>
              <a:prstGeom prst="line">
                <a:avLst/>
              </a:prstGeom>
              <a:ln w="25400" cap="flat" cmpd="sng">
                <a:solidFill>
                  <a:srgbClr val="000000"/>
                </a:solidFill>
                <a:prstDash val="solid"/>
                <a:headEnd type="none" w="med" len="med"/>
                <a:tailEnd type="none" w="med" len="med"/>
              </a:ln>
            </p:spPr>
          </p:sp>
          <p:sp>
            <p:nvSpPr>
              <p:cNvPr id="177223" name="Line 33"/>
              <p:cNvSpPr>
                <a:spLocks noChangeAspect="1"/>
              </p:cNvSpPr>
              <p:nvPr/>
            </p:nvSpPr>
            <p:spPr>
              <a:xfrm flipV="1">
                <a:off x="1948" y="1539"/>
                <a:ext cx="754" cy="0"/>
              </a:xfrm>
              <a:prstGeom prst="line">
                <a:avLst/>
              </a:prstGeom>
              <a:ln w="25400" cap="flat" cmpd="sng">
                <a:solidFill>
                  <a:srgbClr val="000000"/>
                </a:solidFill>
                <a:prstDash val="solid"/>
                <a:headEnd type="none" w="med" len="med"/>
                <a:tailEnd type="none" w="med" len="med"/>
              </a:ln>
            </p:spPr>
          </p:sp>
          <p:sp>
            <p:nvSpPr>
              <p:cNvPr id="177224" name="Line 34"/>
              <p:cNvSpPr>
                <a:spLocks noChangeAspect="1"/>
              </p:cNvSpPr>
              <p:nvPr/>
            </p:nvSpPr>
            <p:spPr>
              <a:xfrm>
                <a:off x="857" y="1732"/>
                <a:ext cx="1042" cy="0"/>
              </a:xfrm>
              <a:prstGeom prst="line">
                <a:avLst/>
              </a:prstGeom>
              <a:ln w="25400" cap="flat" cmpd="sng">
                <a:solidFill>
                  <a:srgbClr val="000000"/>
                </a:solidFill>
                <a:prstDash val="solid"/>
                <a:headEnd type="none" w="med" len="med"/>
                <a:tailEnd type="none" w="med" len="med"/>
              </a:ln>
            </p:spPr>
          </p:sp>
          <p:sp>
            <p:nvSpPr>
              <p:cNvPr id="177225" name="Line 35"/>
              <p:cNvSpPr>
                <a:spLocks noChangeAspect="1"/>
              </p:cNvSpPr>
              <p:nvPr/>
            </p:nvSpPr>
            <p:spPr>
              <a:xfrm>
                <a:off x="2697" y="1533"/>
                <a:ext cx="60" cy="194"/>
              </a:xfrm>
              <a:prstGeom prst="line">
                <a:avLst/>
              </a:prstGeom>
              <a:ln w="25400" cap="flat" cmpd="sng">
                <a:solidFill>
                  <a:srgbClr val="000000"/>
                </a:solidFill>
                <a:prstDash val="solid"/>
                <a:headEnd type="none" w="med" len="med"/>
                <a:tailEnd type="none" w="med" len="med"/>
              </a:ln>
            </p:spPr>
          </p:sp>
          <p:sp>
            <p:nvSpPr>
              <p:cNvPr id="177226" name="Line 36"/>
              <p:cNvSpPr>
                <a:spLocks noChangeAspect="1"/>
              </p:cNvSpPr>
              <p:nvPr/>
            </p:nvSpPr>
            <p:spPr>
              <a:xfrm>
                <a:off x="2762" y="1738"/>
                <a:ext cx="1001" cy="0"/>
              </a:xfrm>
              <a:prstGeom prst="line">
                <a:avLst/>
              </a:prstGeom>
              <a:ln w="25400" cap="flat" cmpd="sng">
                <a:solidFill>
                  <a:srgbClr val="000000"/>
                </a:solidFill>
                <a:prstDash val="solid"/>
                <a:headEnd type="none" w="med" len="med"/>
                <a:tailEnd type="none" w="med" len="med"/>
              </a:ln>
            </p:spPr>
          </p:sp>
          <p:sp>
            <p:nvSpPr>
              <p:cNvPr id="177227" name="Line 37"/>
              <p:cNvSpPr>
                <a:spLocks noChangeAspect="1"/>
              </p:cNvSpPr>
              <p:nvPr/>
            </p:nvSpPr>
            <p:spPr>
              <a:xfrm>
                <a:off x="851" y="1886"/>
                <a:ext cx="1592" cy="0"/>
              </a:xfrm>
              <a:prstGeom prst="line">
                <a:avLst/>
              </a:prstGeom>
              <a:ln w="25400" cap="flat" cmpd="sng">
                <a:solidFill>
                  <a:srgbClr val="000000"/>
                </a:solidFill>
                <a:prstDash val="solid"/>
                <a:headEnd type="none" w="med" len="med"/>
                <a:tailEnd type="none" w="med" len="med"/>
              </a:ln>
            </p:spPr>
          </p:sp>
          <p:sp>
            <p:nvSpPr>
              <p:cNvPr id="177228" name="Line 38"/>
              <p:cNvSpPr>
                <a:spLocks noChangeAspect="1"/>
              </p:cNvSpPr>
              <p:nvPr/>
            </p:nvSpPr>
            <p:spPr>
              <a:xfrm>
                <a:off x="2438" y="1891"/>
                <a:ext cx="55" cy="179"/>
              </a:xfrm>
              <a:prstGeom prst="line">
                <a:avLst/>
              </a:prstGeom>
              <a:ln w="25400" cap="flat" cmpd="sng">
                <a:solidFill>
                  <a:srgbClr val="000000"/>
                </a:solidFill>
                <a:prstDash val="solid"/>
                <a:headEnd type="none" w="med" len="med"/>
                <a:tailEnd type="none" w="med" len="med"/>
              </a:ln>
            </p:spPr>
          </p:sp>
          <p:sp>
            <p:nvSpPr>
              <p:cNvPr id="177229" name="Line 39"/>
              <p:cNvSpPr>
                <a:spLocks noChangeAspect="1"/>
              </p:cNvSpPr>
              <p:nvPr/>
            </p:nvSpPr>
            <p:spPr>
              <a:xfrm flipV="1">
                <a:off x="2873" y="1897"/>
                <a:ext cx="54" cy="178"/>
              </a:xfrm>
              <a:prstGeom prst="line">
                <a:avLst/>
              </a:prstGeom>
              <a:ln w="25400" cap="flat" cmpd="sng">
                <a:solidFill>
                  <a:srgbClr val="000000"/>
                </a:solidFill>
                <a:prstDash val="solid"/>
                <a:headEnd type="none" w="med" len="med"/>
                <a:tailEnd type="none" w="med" len="med"/>
              </a:ln>
            </p:spPr>
          </p:sp>
          <p:sp>
            <p:nvSpPr>
              <p:cNvPr id="177230" name="Line 40"/>
              <p:cNvSpPr>
                <a:spLocks noChangeAspect="1"/>
              </p:cNvSpPr>
              <p:nvPr/>
            </p:nvSpPr>
            <p:spPr>
              <a:xfrm flipV="1">
                <a:off x="2933" y="1900"/>
                <a:ext cx="835" cy="0"/>
              </a:xfrm>
              <a:prstGeom prst="line">
                <a:avLst/>
              </a:prstGeom>
              <a:ln w="25400" cap="flat" cmpd="sng">
                <a:solidFill>
                  <a:srgbClr val="000000"/>
                </a:solidFill>
                <a:prstDash val="solid"/>
                <a:headEnd type="none" w="med" len="med"/>
                <a:tailEnd type="none" w="med" len="med"/>
              </a:ln>
            </p:spPr>
          </p:sp>
          <p:sp>
            <p:nvSpPr>
              <p:cNvPr id="177231" name="Text Box 41"/>
              <p:cNvSpPr txBox="1"/>
              <p:nvPr/>
            </p:nvSpPr>
            <p:spPr>
              <a:xfrm>
                <a:off x="1241" y="865"/>
                <a:ext cx="228" cy="20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00FF"/>
                    </a:solidFill>
                    <a:latin typeface="宋体" panose="02010600030101010101" pitchFamily="2" charset="-122"/>
                  </a:rPr>
                  <a:t>②</a:t>
                </a:r>
                <a:endParaRPr lang="en-US" altLang="zh-CN" sz="2200" dirty="0">
                  <a:solidFill>
                    <a:srgbClr val="FF00FF"/>
                  </a:solidFill>
                  <a:latin typeface="宋体" panose="02010600030101010101" pitchFamily="2" charset="-122"/>
                </a:endParaRPr>
              </a:p>
            </p:txBody>
          </p:sp>
          <p:sp>
            <p:nvSpPr>
              <p:cNvPr id="177232" name="Text Box 42"/>
              <p:cNvSpPr txBox="1"/>
              <p:nvPr/>
            </p:nvSpPr>
            <p:spPr>
              <a:xfrm>
                <a:off x="1798" y="1344"/>
                <a:ext cx="1243" cy="242"/>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000" dirty="0">
                    <a:solidFill>
                      <a:srgbClr val="FF3300"/>
                    </a:solidFill>
                    <a:latin typeface="楷体_GB2312" pitchFamily="1" charset="-122"/>
                  </a:rPr>
                  <a:t>当</a:t>
                </a:r>
                <a:r>
                  <a:rPr lang="en-US" altLang="zh-CN" sz="2000" dirty="0">
                    <a:solidFill>
                      <a:srgbClr val="FF3300"/>
                    </a:solidFill>
                    <a:latin typeface="Arial" panose="020B0604020202020204" pitchFamily="34" charset="0"/>
                  </a:rPr>
                  <a:t>INTE=1</a:t>
                </a:r>
                <a:r>
                  <a:rPr lang="zh-CN" altLang="en-US" sz="2000" dirty="0">
                    <a:solidFill>
                      <a:srgbClr val="FF3300"/>
                    </a:solidFill>
                    <a:latin typeface="Arial" panose="020B0604020202020204" pitchFamily="34" charset="0"/>
                  </a:rPr>
                  <a:t>时</a:t>
                </a:r>
                <a:r>
                  <a:rPr lang="zh-CN" altLang="en-US" sz="2200" dirty="0">
                    <a:solidFill>
                      <a:srgbClr val="0000FF"/>
                    </a:solidFill>
                    <a:latin typeface="宋体" panose="02010600030101010101" pitchFamily="2" charset="-122"/>
                  </a:rPr>
                  <a:t> </a:t>
                </a:r>
                <a:endParaRPr lang="zh-CN" altLang="en-US" sz="2200" dirty="0">
                  <a:solidFill>
                    <a:srgbClr val="0000FF"/>
                  </a:solidFill>
                  <a:latin typeface="宋体" panose="02010600030101010101" pitchFamily="2" charset="-122"/>
                </a:endParaRPr>
              </a:p>
            </p:txBody>
          </p:sp>
          <p:sp>
            <p:nvSpPr>
              <p:cNvPr id="177233" name="Text Box 43"/>
              <p:cNvSpPr txBox="1"/>
              <p:nvPr/>
            </p:nvSpPr>
            <p:spPr>
              <a:xfrm>
                <a:off x="2243" y="1883"/>
                <a:ext cx="229" cy="20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200" dirty="0">
                    <a:solidFill>
                      <a:srgbClr val="FF00FF"/>
                    </a:solidFill>
                    <a:latin typeface="宋体" panose="02010600030101010101" pitchFamily="2" charset="-122"/>
                  </a:rPr>
                  <a:t>③</a:t>
                </a:r>
                <a:endParaRPr lang="en-US" altLang="zh-CN" sz="2200" dirty="0">
                  <a:solidFill>
                    <a:srgbClr val="FF00FF"/>
                  </a:solidFill>
                  <a:latin typeface="宋体" panose="02010600030101010101" pitchFamily="2" charset="-122"/>
                </a:endParaRPr>
              </a:p>
              <a:p>
                <a:pPr marL="0" lvl="0" indent="0">
                  <a:lnSpc>
                    <a:spcPct val="100000"/>
                  </a:lnSpc>
                  <a:spcBef>
                    <a:spcPct val="0"/>
                  </a:spcBef>
                  <a:spcAft>
                    <a:spcPct val="0"/>
                  </a:spcAft>
                  <a:buClrTx/>
                  <a:buSzTx/>
                  <a:buNone/>
                </a:pPr>
                <a:endParaRPr lang="en-US" altLang="zh-CN" sz="2200" dirty="0">
                  <a:solidFill>
                    <a:srgbClr val="0000FF"/>
                  </a:solidFill>
                  <a:latin typeface="宋体" panose="02010600030101010101" pitchFamily="2" charset="-122"/>
                </a:endParaRPr>
              </a:p>
            </p:txBody>
          </p:sp>
          <p:sp>
            <p:nvSpPr>
              <p:cNvPr id="177234" name="Arc 44"/>
              <p:cNvSpPr/>
              <p:nvPr/>
            </p:nvSpPr>
            <p:spPr>
              <a:xfrm flipV="1">
                <a:off x="2464" y="1662"/>
                <a:ext cx="257" cy="301"/>
              </a:xfrm>
              <a:custGeom>
                <a:avLst/>
                <a:gdLst/>
                <a:ahLst/>
                <a:cxnLst>
                  <a:cxn ang="0">
                    <a:pos x="0" y="0"/>
                  </a:cxn>
                  <a:cxn ang="0">
                    <a:pos x="0" y="0"/>
                  </a:cxn>
                  <a:cxn ang="0">
                    <a:pos x="0" y="0"/>
                  </a:cxn>
                  <a:cxn ang="0">
                    <a:pos x="0" y="0"/>
                  </a:cxn>
                  <a:cxn ang="0">
                    <a:pos x="0" y="0"/>
                  </a:cxn>
                  <a:cxn ang="0">
                    <a:pos x="0" y="0"/>
                  </a:cxn>
                </a:cxnLst>
                <a:pathLst>
                  <a:path w="21592" h="21600" fill="none">
                    <a:moveTo>
                      <a:pt x="0" y="0"/>
                    </a:moveTo>
                    <a:cubicBezTo>
                      <a:pt x="11703" y="0"/>
                      <a:pt x="21278" y="9321"/>
                      <a:pt x="21592" y="21020"/>
                    </a:cubicBezTo>
                  </a:path>
                  <a:path w="21592" h="21600" stroke="0">
                    <a:moveTo>
                      <a:pt x="0" y="0"/>
                    </a:moveTo>
                    <a:cubicBezTo>
                      <a:pt x="11703" y="0"/>
                      <a:pt x="21278" y="9321"/>
                      <a:pt x="21592" y="21020"/>
                    </a:cubicBezTo>
                    <a:lnTo>
                      <a:pt x="0" y="21600"/>
                    </a:lnTo>
                    <a:lnTo>
                      <a:pt x="0" y="0"/>
                    </a:lnTo>
                    <a:close/>
                  </a:path>
                </a:pathLst>
              </a:custGeom>
              <a:noFill/>
              <a:ln w="38100" cap="flat" cmpd="sng">
                <a:solidFill>
                  <a:srgbClr val="000000">
                    <a:alpha val="100000"/>
                  </a:srgbClr>
                </a:solidFill>
                <a:prstDash val="solid"/>
                <a:round/>
                <a:headEnd type="none" w="med" len="med"/>
                <a:tailEnd type="triangle" w="sm" len="med"/>
              </a:ln>
            </p:spPr>
            <p:txBody>
              <a:bodyPr/>
              <a:p>
                <a:endParaRPr lang="zh-CN" altLang="en-US"/>
              </a:p>
            </p:txBody>
          </p:sp>
          <p:sp>
            <p:nvSpPr>
              <p:cNvPr id="177235" name="Arc 45"/>
              <p:cNvSpPr/>
              <p:nvPr/>
            </p:nvSpPr>
            <p:spPr>
              <a:xfrm rot="-10800000" flipV="1">
                <a:off x="2882" y="1334"/>
                <a:ext cx="363" cy="681"/>
              </a:xfrm>
              <a:custGeom>
                <a:avLst/>
                <a:gdLst/>
                <a:ahLst/>
                <a:cxnLst>
                  <a:cxn ang="0">
                    <a:pos x="0" y="0"/>
                  </a:cxn>
                  <a:cxn ang="0">
                    <a:pos x="0" y="0"/>
                  </a:cxn>
                  <a:cxn ang="0">
                    <a:pos x="0" y="0"/>
                  </a:cxn>
                  <a:cxn ang="0">
                    <a:pos x="0" y="0"/>
                  </a:cxn>
                  <a:cxn ang="0">
                    <a:pos x="0" y="0"/>
                  </a:cxn>
                  <a:cxn ang="0">
                    <a:pos x="0" y="0"/>
                  </a:cxn>
                </a:cxnLst>
                <a:pathLst>
                  <a:path w="21600" h="21600" fill="none">
                    <a:moveTo>
                      <a:pt x="0" y="0"/>
                    </a:moveTo>
                    <a:cubicBezTo>
                      <a:pt x="11929" y="0"/>
                      <a:pt x="21600" y="9670"/>
                      <a:pt x="21600" y="21600"/>
                    </a:cubicBezTo>
                  </a:path>
                  <a:path w="21600" h="21600" stroke="0">
                    <a:moveTo>
                      <a:pt x="0" y="0"/>
                    </a:moveTo>
                    <a:cubicBezTo>
                      <a:pt x="11929" y="0"/>
                      <a:pt x="21600" y="9670"/>
                      <a:pt x="21600" y="21600"/>
                    </a:cubicBezTo>
                    <a:lnTo>
                      <a:pt x="0" y="21600"/>
                    </a:lnTo>
                    <a:lnTo>
                      <a:pt x="0" y="0"/>
                    </a:lnTo>
                    <a:close/>
                  </a:path>
                </a:pathLst>
              </a:custGeom>
              <a:noFill/>
              <a:ln w="38100" cap="flat" cmpd="sng">
                <a:solidFill>
                  <a:srgbClr val="000000">
                    <a:alpha val="100000"/>
                  </a:srgbClr>
                </a:solidFill>
                <a:prstDash val="solid"/>
                <a:round/>
                <a:headEnd type="triangle" w="sm" len="med"/>
                <a:tailEnd type="none" w="sm" len="med"/>
              </a:ln>
            </p:spPr>
            <p:txBody>
              <a:bodyPr/>
              <a:p>
                <a:endParaRPr lang="zh-CN" altLang="en-US"/>
              </a:p>
            </p:txBody>
          </p:sp>
          <p:sp>
            <p:nvSpPr>
              <p:cNvPr id="177236" name="Arc 46"/>
              <p:cNvSpPr/>
              <p:nvPr/>
            </p:nvSpPr>
            <p:spPr>
              <a:xfrm rot="10800000">
                <a:off x="1786" y="935"/>
                <a:ext cx="195" cy="650"/>
              </a:xfrm>
              <a:custGeom>
                <a:avLst/>
                <a:gdLst/>
                <a:ahLst/>
                <a:cxnLst>
                  <a:cxn ang="0">
                    <a:pos x="0" y="0"/>
                  </a:cxn>
                  <a:cxn ang="0">
                    <a:pos x="0" y="0"/>
                  </a:cxn>
                  <a:cxn ang="0">
                    <a:pos x="0" y="0"/>
                  </a:cxn>
                  <a:cxn ang="0">
                    <a:pos x="0" y="0"/>
                  </a:cxn>
                  <a:cxn ang="0">
                    <a:pos x="0" y="0"/>
                  </a:cxn>
                  <a:cxn ang="0">
                    <a:pos x="0" y="0"/>
                  </a:cxn>
                </a:cxnLst>
                <a:pathLst>
                  <a:path w="21600" h="20436" fill="none">
                    <a:moveTo>
                      <a:pt x="6994" y="0"/>
                    </a:moveTo>
                    <a:cubicBezTo>
                      <a:pt x="15730" y="2990"/>
                      <a:pt x="21600" y="11202"/>
                      <a:pt x="21600" y="20436"/>
                    </a:cubicBezTo>
                  </a:path>
                  <a:path w="21600" h="20436" stroke="0">
                    <a:moveTo>
                      <a:pt x="6994" y="0"/>
                    </a:moveTo>
                    <a:cubicBezTo>
                      <a:pt x="15730" y="2990"/>
                      <a:pt x="21600" y="11202"/>
                      <a:pt x="21600" y="20436"/>
                    </a:cubicBezTo>
                    <a:lnTo>
                      <a:pt x="0" y="20436"/>
                    </a:lnTo>
                    <a:lnTo>
                      <a:pt x="6994" y="0"/>
                    </a:lnTo>
                    <a:close/>
                  </a:path>
                </a:pathLst>
              </a:custGeom>
              <a:noFill/>
              <a:ln w="38100" cap="flat" cmpd="sng">
                <a:solidFill>
                  <a:srgbClr val="000000">
                    <a:alpha val="100000"/>
                  </a:srgbClr>
                </a:solidFill>
                <a:prstDash val="solid"/>
                <a:round/>
                <a:headEnd type="triangle" w="sm" len="med"/>
                <a:tailEnd type="none" w="sm" len="med"/>
              </a:ln>
            </p:spPr>
            <p:txBody>
              <a:bodyPr/>
              <a:p>
                <a:endParaRPr lang="zh-CN" altLang="en-US"/>
              </a:p>
            </p:txBody>
          </p:sp>
          <p:sp>
            <p:nvSpPr>
              <p:cNvPr id="177237" name="Arc 47"/>
              <p:cNvSpPr/>
              <p:nvPr/>
            </p:nvSpPr>
            <p:spPr>
              <a:xfrm rot="10800000">
                <a:off x="1550" y="1045"/>
                <a:ext cx="88" cy="238"/>
              </a:xfrm>
              <a:custGeom>
                <a:avLst/>
                <a:gdLst/>
                <a:ahLst/>
                <a:cxnLst>
                  <a:cxn ang="0">
                    <a:pos x="0" y="0"/>
                  </a:cxn>
                  <a:cxn ang="0">
                    <a:pos x="0" y="0"/>
                  </a:cxn>
                  <a:cxn ang="0">
                    <a:pos x="0" y="0"/>
                  </a:cxn>
                  <a:cxn ang="0">
                    <a:pos x="0" y="0"/>
                  </a:cxn>
                  <a:cxn ang="0">
                    <a:pos x="0" y="0"/>
                  </a:cxn>
                  <a:cxn ang="0">
                    <a:pos x="0" y="0"/>
                  </a:cxn>
                </a:cxnLst>
                <a:pathLst>
                  <a:path w="21600" h="21600" fill="none">
                    <a:moveTo>
                      <a:pt x="0" y="0"/>
                    </a:moveTo>
                    <a:cubicBezTo>
                      <a:pt x="11929" y="0"/>
                      <a:pt x="21600" y="9670"/>
                      <a:pt x="21600" y="21600"/>
                    </a:cubicBezTo>
                  </a:path>
                  <a:path w="21600" h="21600" stroke="0">
                    <a:moveTo>
                      <a:pt x="0" y="0"/>
                    </a:moveTo>
                    <a:cubicBezTo>
                      <a:pt x="11929" y="0"/>
                      <a:pt x="21600" y="9670"/>
                      <a:pt x="21600" y="21600"/>
                    </a:cubicBezTo>
                    <a:lnTo>
                      <a:pt x="0" y="21600"/>
                    </a:lnTo>
                    <a:lnTo>
                      <a:pt x="0" y="0"/>
                    </a:lnTo>
                    <a:close/>
                  </a:path>
                </a:pathLst>
              </a:custGeom>
              <a:noFill/>
              <a:ln w="38100" cap="flat" cmpd="sng">
                <a:solidFill>
                  <a:srgbClr val="000000">
                    <a:alpha val="100000"/>
                  </a:srgbClr>
                </a:solidFill>
                <a:prstDash val="solid"/>
                <a:round/>
                <a:headEnd type="triangle" w="sm" len="med"/>
                <a:tailEnd type="none" w="med" len="med"/>
              </a:ln>
            </p:spPr>
            <p:txBody>
              <a:bodyPr/>
              <a:p>
                <a:endParaRPr lang="zh-CN" altLang="en-US"/>
              </a:p>
            </p:txBody>
          </p:sp>
          <p:sp>
            <p:nvSpPr>
              <p:cNvPr id="177238" name="Line 48"/>
              <p:cNvSpPr/>
              <p:nvPr/>
            </p:nvSpPr>
            <p:spPr>
              <a:xfrm>
                <a:off x="3277" y="1381"/>
                <a:ext cx="491" cy="0"/>
              </a:xfrm>
              <a:prstGeom prst="line">
                <a:avLst/>
              </a:prstGeom>
              <a:ln w="25400" cap="flat" cmpd="sng">
                <a:solidFill>
                  <a:srgbClr val="000E3A"/>
                </a:solidFill>
                <a:prstDash val="solid"/>
                <a:headEnd type="none" w="med" len="med"/>
                <a:tailEnd type="none" w="med" len="med"/>
              </a:ln>
            </p:spPr>
          </p:sp>
          <p:sp>
            <p:nvSpPr>
              <p:cNvPr id="177239" name="Rectangle 49"/>
              <p:cNvSpPr/>
              <p:nvPr/>
            </p:nvSpPr>
            <p:spPr>
              <a:xfrm>
                <a:off x="876" y="607"/>
                <a:ext cx="293" cy="269"/>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200" dirty="0">
                    <a:solidFill>
                      <a:srgbClr val="FF00FF"/>
                    </a:solidFill>
                    <a:latin typeface="宋体" panose="02010600030101010101" pitchFamily="2" charset="-122"/>
                  </a:rPr>
                  <a:t>①</a:t>
                </a:r>
                <a:endParaRPr lang="en-US" altLang="zh-CN" sz="2200" dirty="0">
                  <a:solidFill>
                    <a:srgbClr val="FF33CC"/>
                  </a:solidFill>
                  <a:latin typeface="宋体" panose="02010600030101010101" pitchFamily="2" charset="-122"/>
                </a:endParaRPr>
              </a:p>
            </p:txBody>
          </p:sp>
        </p:grpSp>
        <p:grpSp>
          <p:nvGrpSpPr>
            <p:cNvPr id="177163" name="Group 50"/>
            <p:cNvGrpSpPr/>
            <p:nvPr/>
          </p:nvGrpSpPr>
          <p:grpSpPr>
            <a:xfrm>
              <a:off x="3792" y="395"/>
              <a:ext cx="1928" cy="1783"/>
              <a:chOff x="3656" y="48"/>
              <a:chExt cx="1928" cy="1783"/>
            </a:xfrm>
          </p:grpSpPr>
          <p:sp>
            <p:nvSpPr>
              <p:cNvPr id="177164" name="Line 51"/>
              <p:cNvSpPr/>
              <p:nvPr/>
            </p:nvSpPr>
            <p:spPr>
              <a:xfrm>
                <a:off x="3920" y="1356"/>
                <a:ext cx="240" cy="0"/>
              </a:xfrm>
              <a:prstGeom prst="line">
                <a:avLst/>
              </a:prstGeom>
              <a:ln w="25400" cap="flat" cmpd="sng">
                <a:solidFill>
                  <a:srgbClr val="000000"/>
                </a:solidFill>
                <a:prstDash val="solid"/>
                <a:headEnd type="none" w="med" len="med"/>
                <a:tailEnd type="triangle" w="med" len="med"/>
              </a:ln>
            </p:spPr>
          </p:sp>
          <p:grpSp>
            <p:nvGrpSpPr>
              <p:cNvPr id="177165" name="Group 52"/>
              <p:cNvGrpSpPr/>
              <p:nvPr/>
            </p:nvGrpSpPr>
            <p:grpSpPr>
              <a:xfrm>
                <a:off x="3896" y="1129"/>
                <a:ext cx="232" cy="215"/>
                <a:chOff x="3680" y="1248"/>
                <a:chExt cx="232" cy="215"/>
              </a:xfrm>
            </p:grpSpPr>
            <p:sp>
              <p:nvSpPr>
                <p:cNvPr id="177192" name="Text Box 53"/>
                <p:cNvSpPr txBox="1"/>
                <p:nvPr/>
              </p:nvSpPr>
              <p:spPr>
                <a:xfrm>
                  <a:off x="3680" y="1248"/>
                  <a:ext cx="232" cy="21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RD</a:t>
                  </a:r>
                  <a:endParaRPr lang="en-US" altLang="zh-CN" sz="2200" dirty="0">
                    <a:solidFill>
                      <a:schemeClr val="bg2"/>
                    </a:solidFill>
                    <a:latin typeface="宋体" panose="02010600030101010101" pitchFamily="2" charset="-122"/>
                  </a:endParaRPr>
                </a:p>
              </p:txBody>
            </p:sp>
            <p:sp>
              <p:nvSpPr>
                <p:cNvPr id="177193" name="Line 54"/>
                <p:cNvSpPr/>
                <p:nvPr/>
              </p:nvSpPr>
              <p:spPr>
                <a:xfrm>
                  <a:off x="3704" y="1282"/>
                  <a:ext cx="152" cy="0"/>
                </a:xfrm>
                <a:prstGeom prst="line">
                  <a:avLst/>
                </a:prstGeom>
                <a:ln w="25400" cap="flat" cmpd="sng">
                  <a:solidFill>
                    <a:srgbClr val="000000"/>
                  </a:solidFill>
                  <a:prstDash val="solid"/>
                  <a:headEnd type="none" w="med" len="med"/>
                  <a:tailEnd type="none" w="med" len="med"/>
                </a:ln>
              </p:spPr>
            </p:sp>
          </p:grpSp>
          <p:sp>
            <p:nvSpPr>
              <p:cNvPr id="177166" name="AutoShape 55"/>
              <p:cNvSpPr/>
              <p:nvPr/>
            </p:nvSpPr>
            <p:spPr>
              <a:xfrm>
                <a:off x="3840" y="231"/>
                <a:ext cx="344" cy="153"/>
              </a:xfrm>
              <a:prstGeom prst="leftArrow">
                <a:avLst>
                  <a:gd name="adj1" fmla="val 50000"/>
                  <a:gd name="adj2" fmla="val 56136"/>
                </a:avLst>
              </a:prstGeom>
              <a:solidFill>
                <a:srgbClr val="00CCFF"/>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77167" name="Text Box 56"/>
              <p:cNvSpPr txBox="1"/>
              <p:nvPr/>
            </p:nvSpPr>
            <p:spPr>
              <a:xfrm>
                <a:off x="3656" y="48"/>
                <a:ext cx="504" cy="21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tx1"/>
                  </a:solidFill>
                  <a:latin typeface="宋体" panose="02010600030101010101" pitchFamily="2" charset="-122"/>
                </a:endParaRPr>
              </a:p>
            </p:txBody>
          </p:sp>
          <p:sp>
            <p:nvSpPr>
              <p:cNvPr id="177168" name="Text Box 57"/>
              <p:cNvSpPr txBox="1"/>
              <p:nvPr/>
            </p:nvSpPr>
            <p:spPr>
              <a:xfrm>
                <a:off x="4184" y="96"/>
                <a:ext cx="912" cy="1735"/>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chemeClr val="bg2"/>
                  </a:solidFill>
                  <a:latin typeface="Arial" panose="020B0604020202020204" pitchFamily="34" charset="0"/>
                </a:endParaRPr>
              </a:p>
            </p:txBody>
          </p:sp>
          <p:sp>
            <p:nvSpPr>
              <p:cNvPr id="177169" name="Text Box 58"/>
              <p:cNvSpPr txBox="1"/>
              <p:nvPr/>
            </p:nvSpPr>
            <p:spPr>
              <a:xfrm>
                <a:off x="4352" y="170"/>
                <a:ext cx="720" cy="215"/>
              </a:xfrm>
              <a:prstGeom prst="rect">
                <a:avLst/>
              </a:prstGeom>
              <a:solidFill>
                <a:srgbClr val="CCCCFF"/>
              </a:solid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PA7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PA0</a:t>
                </a:r>
                <a:endParaRPr lang="en-US" altLang="zh-CN" sz="2200" dirty="0">
                  <a:solidFill>
                    <a:schemeClr val="tx1"/>
                  </a:solidFill>
                  <a:latin typeface="Arial" panose="020B0604020202020204" pitchFamily="34" charset="0"/>
                </a:endParaRPr>
              </a:p>
            </p:txBody>
          </p:sp>
          <p:sp>
            <p:nvSpPr>
              <p:cNvPr id="177170" name="Text Box 59"/>
              <p:cNvSpPr txBox="1"/>
              <p:nvPr/>
            </p:nvSpPr>
            <p:spPr>
              <a:xfrm>
                <a:off x="4688" y="923"/>
                <a:ext cx="376" cy="215"/>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PC4</a:t>
                </a:r>
                <a:endParaRPr lang="en-US" altLang="zh-CN" sz="2200" dirty="0">
                  <a:solidFill>
                    <a:schemeClr val="accent1"/>
                  </a:solidFill>
                  <a:latin typeface="宋体" panose="02010600030101010101" pitchFamily="2" charset="-122"/>
                </a:endParaRPr>
              </a:p>
            </p:txBody>
          </p:sp>
          <p:sp>
            <p:nvSpPr>
              <p:cNvPr id="177171" name="Text Box 60"/>
              <p:cNvSpPr txBox="1"/>
              <p:nvPr/>
            </p:nvSpPr>
            <p:spPr>
              <a:xfrm>
                <a:off x="4688" y="1138"/>
                <a:ext cx="376" cy="215"/>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PC5</a:t>
                </a:r>
                <a:endParaRPr lang="en-US" altLang="zh-CN" sz="2200" dirty="0">
                  <a:solidFill>
                    <a:schemeClr val="accent1"/>
                  </a:solidFill>
                  <a:latin typeface="宋体" panose="02010600030101010101" pitchFamily="2" charset="-122"/>
                </a:endParaRPr>
              </a:p>
            </p:txBody>
          </p:sp>
          <p:sp>
            <p:nvSpPr>
              <p:cNvPr id="177172" name="Text Box 61"/>
              <p:cNvSpPr txBox="1"/>
              <p:nvPr/>
            </p:nvSpPr>
            <p:spPr>
              <a:xfrm>
                <a:off x="4688" y="1581"/>
                <a:ext cx="376" cy="21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PC3</a:t>
                </a:r>
                <a:endParaRPr lang="en-US" altLang="zh-CN" sz="2200" dirty="0">
                  <a:solidFill>
                    <a:schemeClr val="accent1"/>
                  </a:solidFill>
                  <a:latin typeface="宋体" panose="02010600030101010101" pitchFamily="2" charset="-122"/>
                </a:endParaRPr>
              </a:p>
            </p:txBody>
          </p:sp>
          <p:sp>
            <p:nvSpPr>
              <p:cNvPr id="177173" name="Line 62"/>
              <p:cNvSpPr/>
              <p:nvPr/>
            </p:nvSpPr>
            <p:spPr>
              <a:xfrm>
                <a:off x="4896" y="391"/>
                <a:ext cx="0" cy="525"/>
              </a:xfrm>
              <a:prstGeom prst="line">
                <a:avLst/>
              </a:prstGeom>
              <a:ln w="25400" cap="flat" cmpd="sng">
                <a:solidFill>
                  <a:srgbClr val="000000"/>
                </a:solidFill>
                <a:prstDash val="solid"/>
                <a:headEnd type="triangle" w="med" len="med"/>
                <a:tailEnd type="triangle" w="med" len="med"/>
              </a:ln>
            </p:spPr>
          </p:sp>
          <p:sp>
            <p:nvSpPr>
              <p:cNvPr id="177174" name="Text Box 63"/>
              <p:cNvSpPr txBox="1"/>
              <p:nvPr/>
            </p:nvSpPr>
            <p:spPr>
              <a:xfrm>
                <a:off x="4224" y="465"/>
                <a:ext cx="488" cy="377"/>
              </a:xfrm>
              <a:prstGeom prst="rect">
                <a:avLst/>
              </a:prstGeom>
              <a:solidFill>
                <a:srgbClr val="00FFFF"/>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80000"/>
                  </a:lnSpc>
                  <a:spcBef>
                    <a:spcPct val="0"/>
                  </a:spcBef>
                  <a:spcAft>
                    <a:spcPct val="0"/>
                  </a:spcAft>
                  <a:buClrTx/>
                  <a:buSzTx/>
                  <a:buNone/>
                </a:pPr>
                <a:r>
                  <a:rPr lang="en-US" altLang="zh-CN" sz="2200" dirty="0">
                    <a:solidFill>
                      <a:schemeClr val="tx1"/>
                    </a:solidFill>
                    <a:latin typeface="宋体" panose="02010600030101010101" pitchFamily="2" charset="-122"/>
                  </a:rPr>
                  <a:t>INTEA</a:t>
                </a:r>
                <a:endParaRPr lang="en-US" altLang="zh-CN" sz="2200" dirty="0">
                  <a:solidFill>
                    <a:schemeClr val="tx1"/>
                  </a:solidFill>
                  <a:latin typeface="宋体" panose="02010600030101010101" pitchFamily="2" charset="-122"/>
                </a:endParaRPr>
              </a:p>
              <a:p>
                <a:pPr marL="0" lvl="0" indent="0" algn="ctr">
                  <a:lnSpc>
                    <a:spcPct val="80000"/>
                  </a:lnSpc>
                  <a:spcBef>
                    <a:spcPct val="0"/>
                  </a:spcBef>
                  <a:spcAft>
                    <a:spcPct val="0"/>
                  </a:spcAft>
                  <a:buClrTx/>
                  <a:buSzTx/>
                  <a:buNone/>
                </a:pPr>
                <a:r>
                  <a:rPr lang="en-US" altLang="zh-CN" sz="2200" dirty="0">
                    <a:solidFill>
                      <a:schemeClr val="tx1"/>
                    </a:solidFill>
                    <a:latin typeface="宋体" panose="02010600030101010101" pitchFamily="2" charset="-122"/>
                  </a:rPr>
                  <a:t>PC4</a:t>
                </a:r>
                <a:endParaRPr lang="en-US" altLang="zh-CN" sz="2200" dirty="0">
                  <a:solidFill>
                    <a:schemeClr val="tx1"/>
                  </a:solidFill>
                  <a:latin typeface="宋体" panose="02010600030101010101" pitchFamily="2" charset="-122"/>
                </a:endParaRPr>
              </a:p>
            </p:txBody>
          </p:sp>
          <p:sp>
            <p:nvSpPr>
              <p:cNvPr id="177175" name="Line 64"/>
              <p:cNvSpPr/>
              <p:nvPr/>
            </p:nvSpPr>
            <p:spPr>
              <a:xfrm>
                <a:off x="4280" y="842"/>
                <a:ext cx="0" cy="571"/>
              </a:xfrm>
              <a:prstGeom prst="line">
                <a:avLst/>
              </a:prstGeom>
              <a:ln w="25400" cap="flat" cmpd="sng">
                <a:solidFill>
                  <a:srgbClr val="FF0000"/>
                </a:solidFill>
                <a:prstDash val="solid"/>
                <a:headEnd type="none" w="med" len="med"/>
                <a:tailEnd type="triangle" w="med" len="med"/>
              </a:ln>
            </p:spPr>
          </p:sp>
          <p:sp>
            <p:nvSpPr>
              <p:cNvPr id="177176" name="Text Box 65"/>
              <p:cNvSpPr txBox="1"/>
              <p:nvPr/>
            </p:nvSpPr>
            <p:spPr>
              <a:xfrm>
                <a:off x="4232" y="1413"/>
                <a:ext cx="376" cy="215"/>
              </a:xfrm>
              <a:prstGeom prst="rect">
                <a:avLst/>
              </a:prstGeom>
              <a:solidFill>
                <a:srgbClr val="FF99CC"/>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楷体_GB2312" pitchFamily="1" charset="-122"/>
                  </a:rPr>
                  <a:t>与门</a:t>
                </a:r>
                <a:endParaRPr lang="zh-CN" altLang="en-US" sz="2200" dirty="0">
                  <a:solidFill>
                    <a:schemeClr val="tx1"/>
                  </a:solidFill>
                  <a:latin typeface="宋体" panose="02010600030101010101" pitchFamily="2" charset="-122"/>
                </a:endParaRPr>
              </a:p>
            </p:txBody>
          </p:sp>
          <p:sp>
            <p:nvSpPr>
              <p:cNvPr id="177177" name="Line 66"/>
              <p:cNvSpPr/>
              <p:nvPr/>
            </p:nvSpPr>
            <p:spPr>
              <a:xfrm>
                <a:off x="4408" y="1030"/>
                <a:ext cx="272" cy="0"/>
              </a:xfrm>
              <a:prstGeom prst="line">
                <a:avLst/>
              </a:prstGeom>
              <a:ln w="25400" cap="flat" cmpd="sng">
                <a:solidFill>
                  <a:srgbClr val="000000"/>
                </a:solidFill>
                <a:prstDash val="solid"/>
                <a:headEnd type="none" w="med" len="med"/>
                <a:tailEnd type="none" w="med" len="med"/>
              </a:ln>
            </p:spPr>
          </p:sp>
          <p:sp>
            <p:nvSpPr>
              <p:cNvPr id="177178" name="Line 67"/>
              <p:cNvSpPr/>
              <p:nvPr/>
            </p:nvSpPr>
            <p:spPr>
              <a:xfrm>
                <a:off x="4408" y="855"/>
                <a:ext cx="0" cy="179"/>
              </a:xfrm>
              <a:prstGeom prst="line">
                <a:avLst/>
              </a:prstGeom>
              <a:ln w="25400" cap="flat" cmpd="sng">
                <a:solidFill>
                  <a:srgbClr val="000000"/>
                </a:solidFill>
                <a:prstDash val="solid"/>
                <a:headEnd type="triangle" w="med" len="med"/>
                <a:tailEnd type="none" w="med" len="med"/>
              </a:ln>
            </p:spPr>
          </p:sp>
          <p:sp>
            <p:nvSpPr>
              <p:cNvPr id="177179" name="Line 68"/>
              <p:cNvSpPr/>
              <p:nvPr/>
            </p:nvSpPr>
            <p:spPr>
              <a:xfrm>
                <a:off x="4544" y="1212"/>
                <a:ext cx="144" cy="0"/>
              </a:xfrm>
              <a:prstGeom prst="line">
                <a:avLst/>
              </a:prstGeom>
              <a:ln w="25400" cap="flat" cmpd="sng">
                <a:solidFill>
                  <a:srgbClr val="000000"/>
                </a:solidFill>
                <a:prstDash val="solid"/>
                <a:headEnd type="none" w="med" len="med"/>
                <a:tailEnd type="none" w="med" len="med"/>
              </a:ln>
            </p:spPr>
          </p:sp>
          <p:sp>
            <p:nvSpPr>
              <p:cNvPr id="177180" name="Line 69"/>
              <p:cNvSpPr/>
              <p:nvPr/>
            </p:nvSpPr>
            <p:spPr>
              <a:xfrm>
                <a:off x="4544" y="1218"/>
                <a:ext cx="0" cy="189"/>
              </a:xfrm>
              <a:prstGeom prst="line">
                <a:avLst/>
              </a:prstGeom>
              <a:ln w="25400" cap="flat" cmpd="sng">
                <a:solidFill>
                  <a:srgbClr val="000000"/>
                </a:solidFill>
                <a:prstDash val="solid"/>
                <a:headEnd type="none" w="med" len="med"/>
                <a:tailEnd type="triangle" w="med" len="med"/>
              </a:ln>
            </p:spPr>
          </p:sp>
          <p:sp>
            <p:nvSpPr>
              <p:cNvPr id="177181" name="Line 70"/>
              <p:cNvSpPr/>
              <p:nvPr/>
            </p:nvSpPr>
            <p:spPr>
              <a:xfrm>
                <a:off x="4408" y="1628"/>
                <a:ext cx="0" cy="68"/>
              </a:xfrm>
              <a:prstGeom prst="line">
                <a:avLst/>
              </a:prstGeom>
              <a:ln w="25400" cap="flat" cmpd="sng">
                <a:solidFill>
                  <a:srgbClr val="000000"/>
                </a:solidFill>
                <a:prstDash val="solid"/>
                <a:headEnd type="none" w="med" len="med"/>
                <a:tailEnd type="none" w="med" len="med"/>
              </a:ln>
            </p:spPr>
          </p:sp>
          <p:sp>
            <p:nvSpPr>
              <p:cNvPr id="177182" name="Line 71"/>
              <p:cNvSpPr/>
              <p:nvPr/>
            </p:nvSpPr>
            <p:spPr>
              <a:xfrm>
                <a:off x="4408" y="1689"/>
                <a:ext cx="280" cy="0"/>
              </a:xfrm>
              <a:prstGeom prst="line">
                <a:avLst/>
              </a:prstGeom>
              <a:ln w="25400" cap="flat" cmpd="sng">
                <a:solidFill>
                  <a:srgbClr val="000000"/>
                </a:solidFill>
                <a:prstDash val="solid"/>
                <a:headEnd type="none" w="med" len="med"/>
                <a:tailEnd type="triangle" w="med" len="med"/>
              </a:ln>
            </p:spPr>
          </p:sp>
          <p:sp>
            <p:nvSpPr>
              <p:cNvPr id="177183" name="Line 72"/>
              <p:cNvSpPr/>
              <p:nvPr/>
            </p:nvSpPr>
            <p:spPr>
              <a:xfrm flipH="1">
                <a:off x="5056" y="1008"/>
                <a:ext cx="280" cy="0"/>
              </a:xfrm>
              <a:prstGeom prst="line">
                <a:avLst/>
              </a:prstGeom>
              <a:ln w="25400" cap="flat" cmpd="sng">
                <a:solidFill>
                  <a:srgbClr val="0000FF"/>
                </a:solidFill>
                <a:prstDash val="solid"/>
                <a:headEnd type="none" w="med" len="med"/>
                <a:tailEnd type="triangle" w="med" len="med"/>
              </a:ln>
            </p:spPr>
          </p:sp>
          <p:sp>
            <p:nvSpPr>
              <p:cNvPr id="177184" name="Line 73"/>
              <p:cNvSpPr/>
              <p:nvPr/>
            </p:nvSpPr>
            <p:spPr>
              <a:xfrm rot="-10800000" flipH="1">
                <a:off x="5055" y="1296"/>
                <a:ext cx="328" cy="0"/>
              </a:xfrm>
              <a:prstGeom prst="line">
                <a:avLst/>
              </a:prstGeom>
              <a:ln w="25400" cap="flat" cmpd="sng">
                <a:solidFill>
                  <a:srgbClr val="0000FF"/>
                </a:solidFill>
                <a:prstDash val="solid"/>
                <a:headEnd type="none" w="med" len="med"/>
                <a:tailEnd type="triangle" w="med" len="med"/>
              </a:ln>
            </p:spPr>
          </p:sp>
          <p:sp>
            <p:nvSpPr>
              <p:cNvPr id="177185" name="Line 74"/>
              <p:cNvSpPr/>
              <p:nvPr/>
            </p:nvSpPr>
            <p:spPr>
              <a:xfrm rot="-10800000" flipH="1">
                <a:off x="5063" y="1728"/>
                <a:ext cx="320" cy="0"/>
              </a:xfrm>
              <a:prstGeom prst="line">
                <a:avLst/>
              </a:prstGeom>
              <a:ln w="25400" cap="flat" cmpd="sng">
                <a:solidFill>
                  <a:srgbClr val="0000FF"/>
                </a:solidFill>
                <a:prstDash val="solid"/>
                <a:headEnd type="none" w="med" len="med"/>
                <a:tailEnd type="triangle" w="med" len="med"/>
              </a:ln>
            </p:spPr>
          </p:sp>
          <p:sp>
            <p:nvSpPr>
              <p:cNvPr id="177186" name="Text Box 75"/>
              <p:cNvSpPr txBox="1"/>
              <p:nvPr/>
            </p:nvSpPr>
            <p:spPr>
              <a:xfrm>
                <a:off x="5088" y="1081"/>
                <a:ext cx="463" cy="21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IBF</a:t>
                </a:r>
                <a:endParaRPr lang="en-US" altLang="zh-CN" sz="2200" dirty="0">
                  <a:solidFill>
                    <a:schemeClr val="bg2"/>
                  </a:solidFill>
                  <a:latin typeface="宋体" panose="02010600030101010101" pitchFamily="2" charset="-122"/>
                </a:endParaRPr>
              </a:p>
            </p:txBody>
          </p:sp>
          <p:grpSp>
            <p:nvGrpSpPr>
              <p:cNvPr id="177187" name="Group 76"/>
              <p:cNvGrpSpPr/>
              <p:nvPr/>
            </p:nvGrpSpPr>
            <p:grpSpPr>
              <a:xfrm>
                <a:off x="5088" y="768"/>
                <a:ext cx="463" cy="215"/>
                <a:chOff x="5264" y="936"/>
                <a:chExt cx="463" cy="215"/>
              </a:xfrm>
            </p:grpSpPr>
            <p:sp>
              <p:nvSpPr>
                <p:cNvPr id="177190" name="Text Box 77"/>
                <p:cNvSpPr txBox="1"/>
                <p:nvPr/>
              </p:nvSpPr>
              <p:spPr>
                <a:xfrm>
                  <a:off x="5264" y="936"/>
                  <a:ext cx="463" cy="21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STB</a:t>
                  </a:r>
                  <a:endParaRPr lang="en-US" altLang="zh-CN" sz="2200" dirty="0">
                    <a:solidFill>
                      <a:schemeClr val="bg2"/>
                    </a:solidFill>
                    <a:latin typeface="宋体" panose="02010600030101010101" pitchFamily="2" charset="-122"/>
                  </a:endParaRPr>
                </a:p>
              </p:txBody>
            </p:sp>
            <p:sp>
              <p:nvSpPr>
                <p:cNvPr id="177191" name="Line 78"/>
                <p:cNvSpPr/>
                <p:nvPr/>
              </p:nvSpPr>
              <p:spPr>
                <a:xfrm>
                  <a:off x="5359" y="963"/>
                  <a:ext cx="265" cy="4"/>
                </a:xfrm>
                <a:prstGeom prst="line">
                  <a:avLst/>
                </a:prstGeom>
                <a:ln w="25400" cap="flat" cmpd="sng">
                  <a:solidFill>
                    <a:srgbClr val="000000"/>
                  </a:solidFill>
                  <a:prstDash val="solid"/>
                  <a:headEnd type="none" w="med" len="med"/>
                  <a:tailEnd type="none" w="med" len="med"/>
                </a:ln>
              </p:spPr>
            </p:sp>
          </p:grpSp>
          <p:sp>
            <p:nvSpPr>
              <p:cNvPr id="177188" name="Text Box 79"/>
              <p:cNvSpPr txBox="1"/>
              <p:nvPr/>
            </p:nvSpPr>
            <p:spPr>
              <a:xfrm>
                <a:off x="5040" y="1488"/>
                <a:ext cx="544" cy="21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a:t>
                </a:r>
                <a:endParaRPr lang="en-US" altLang="zh-CN" sz="2200" dirty="0">
                  <a:solidFill>
                    <a:schemeClr val="tx1"/>
                  </a:solidFill>
                  <a:latin typeface="宋体" panose="02010600030101010101" pitchFamily="2" charset="-122"/>
                </a:endParaRPr>
              </a:p>
            </p:txBody>
          </p:sp>
          <p:sp>
            <p:nvSpPr>
              <p:cNvPr id="177189" name="AutoShape 80"/>
              <p:cNvSpPr/>
              <p:nvPr/>
            </p:nvSpPr>
            <p:spPr>
              <a:xfrm>
                <a:off x="5080" y="176"/>
                <a:ext cx="392" cy="208"/>
              </a:xfrm>
              <a:prstGeom prst="leftArrow">
                <a:avLst>
                  <a:gd name="adj1" fmla="val 50000"/>
                  <a:gd name="adj2" fmla="val 47054"/>
                </a:avLst>
              </a:prstGeom>
              <a:solidFill>
                <a:schemeClr val="accent1"/>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grpSp>
      </p:grpSp>
      <p:grpSp>
        <p:nvGrpSpPr>
          <p:cNvPr id="177155" name="Group 81"/>
          <p:cNvGrpSpPr/>
          <p:nvPr/>
        </p:nvGrpSpPr>
        <p:grpSpPr>
          <a:xfrm>
            <a:off x="228600" y="3305175"/>
            <a:ext cx="8763000" cy="3286125"/>
            <a:chOff x="144" y="2160"/>
            <a:chExt cx="5520" cy="2070"/>
          </a:xfrm>
        </p:grpSpPr>
        <p:sp>
          <p:nvSpPr>
            <p:cNvPr id="177157" name="Text Box 82"/>
            <p:cNvSpPr txBox="1"/>
            <p:nvPr/>
          </p:nvSpPr>
          <p:spPr>
            <a:xfrm>
              <a:off x="144" y="2400"/>
              <a:ext cx="5520" cy="1830"/>
            </a:xfrm>
            <a:prstGeom prst="rect">
              <a:avLst/>
            </a:prstGeom>
            <a:noFill/>
            <a:ln w="9525">
              <a:noFill/>
            </a:ln>
          </p:spPr>
          <p:txBody>
            <a:bodyPr lIns="90000" tIns="46800" rIns="90000" bIns="4680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
                </a:spcBef>
                <a:spcAft>
                  <a:spcPct val="0"/>
                </a:spcAft>
                <a:buClrTx/>
                <a:buSzTx/>
                <a:buFont typeface="Arial" panose="020B0604020202020204" pitchFamily="34" charset="0"/>
                <a:buNone/>
              </a:pPr>
              <a:r>
                <a:rPr lang="en-US" altLang="zh-CN" sz="2200" dirty="0">
                  <a:solidFill>
                    <a:srgbClr val="FF00FF"/>
                  </a:solidFill>
                  <a:latin typeface="宋体" panose="02010600030101010101" pitchFamily="2" charset="-122"/>
                </a:rPr>
                <a:t>  ① </a:t>
              </a:r>
              <a:r>
                <a:rPr lang="zh-CN" altLang="en-US" sz="2200" dirty="0">
                  <a:solidFill>
                    <a:srgbClr val="00B0F0"/>
                  </a:solidFill>
                  <a:latin typeface="楷体_GB2312" pitchFamily="1" charset="-122"/>
                </a:rPr>
                <a:t>当外设数据准备好，将数据送至端口线</a:t>
              </a:r>
              <a:r>
                <a:rPr lang="en-US" altLang="zh-CN" sz="2200" dirty="0">
                  <a:solidFill>
                    <a:srgbClr val="00B0F0"/>
                  </a:solidFill>
                  <a:latin typeface="楷体_GB2312" pitchFamily="1" charset="-122"/>
                </a:rPr>
                <a:t>PA7~PA0</a:t>
              </a:r>
              <a:r>
                <a:rPr lang="zh-CN" altLang="en-US" sz="2200" dirty="0">
                  <a:solidFill>
                    <a:srgbClr val="00B0F0"/>
                  </a:solidFill>
                  <a:latin typeface="楷体_GB2312" pitchFamily="1" charset="-122"/>
                </a:rPr>
                <a:t>或</a:t>
              </a:r>
              <a:r>
                <a:rPr lang="en-US" altLang="zh-CN" sz="2200" dirty="0">
                  <a:solidFill>
                    <a:srgbClr val="00B0F0"/>
                  </a:solidFill>
                  <a:latin typeface="楷体_GB2312" pitchFamily="1" charset="-122"/>
                </a:rPr>
                <a:t>PB7~PB0</a:t>
              </a:r>
              <a:endParaRPr lang="en-US" altLang="zh-CN" sz="2200" dirty="0">
                <a:solidFill>
                  <a:srgbClr val="00B0F0"/>
                </a:solidFill>
                <a:latin typeface="楷体_GB2312" pitchFamily="1" charset="-122"/>
              </a:endParaRPr>
            </a:p>
            <a:p>
              <a:pPr marL="0" lvl="0" indent="0">
                <a:lnSpc>
                  <a:spcPct val="100000"/>
                </a:lnSpc>
                <a:spcBef>
                  <a:spcPct val="5000"/>
                </a:spcBef>
                <a:spcAft>
                  <a:spcPct val="0"/>
                </a:spcAft>
                <a:buClrTx/>
                <a:buSzTx/>
                <a:buFont typeface="Arial" panose="020B0604020202020204" pitchFamily="34" charset="0"/>
                <a:buNone/>
              </a:pPr>
              <a:r>
                <a:rPr lang="en-US" altLang="zh-CN" sz="2200" dirty="0">
                  <a:solidFill>
                    <a:schemeClr val="accent2"/>
                  </a:solidFill>
                  <a:latin typeface="楷体_GB2312" pitchFamily="1" charset="-122"/>
                </a:rPr>
                <a:t>  </a:t>
              </a:r>
              <a:r>
                <a:rPr lang="en-US" altLang="zh-CN" sz="2200" dirty="0">
                  <a:solidFill>
                    <a:srgbClr val="00B0F0"/>
                  </a:solidFill>
                  <a:latin typeface="楷体_GB2312" pitchFamily="1" charset="-122"/>
                </a:rPr>
                <a:t>② </a:t>
              </a:r>
              <a:r>
                <a:rPr lang="zh-CN" altLang="en-US" sz="2200" dirty="0">
                  <a:solidFill>
                    <a:srgbClr val="00B0F0"/>
                  </a:solidFill>
                  <a:latin typeface="楷体_GB2312" pitchFamily="1" charset="-122"/>
                </a:rPr>
                <a:t>外设向</a:t>
              </a:r>
              <a:r>
                <a:rPr lang="en-US" altLang="zh-CN" sz="2200" dirty="0">
                  <a:solidFill>
                    <a:srgbClr val="00B0F0"/>
                  </a:solidFill>
                  <a:latin typeface="楷体_GB2312" pitchFamily="1" charset="-122"/>
                </a:rPr>
                <a:t>8255</a:t>
              </a:r>
              <a:r>
                <a:rPr lang="zh-CN" altLang="en-US" sz="2200" dirty="0">
                  <a:solidFill>
                    <a:srgbClr val="00B0F0"/>
                  </a:solidFill>
                  <a:latin typeface="楷体_GB2312" pitchFamily="1" charset="-122"/>
                </a:rPr>
                <a:t>发出选通信号</a:t>
              </a:r>
              <a:r>
                <a:rPr lang="en-US" altLang="zh-CN" sz="2200" dirty="0">
                  <a:solidFill>
                    <a:srgbClr val="00B0F0"/>
                  </a:solidFill>
                  <a:latin typeface="楷体_GB2312" pitchFamily="1" charset="-122"/>
                </a:rPr>
                <a:t>STB:</a:t>
              </a:r>
              <a:endParaRPr lang="en-US" altLang="zh-CN" sz="2200" dirty="0">
                <a:solidFill>
                  <a:srgbClr val="00B0F0"/>
                </a:solidFill>
                <a:latin typeface="楷体_GB2312" pitchFamily="1" charset="-122"/>
              </a:endParaRPr>
            </a:p>
            <a:p>
              <a:pPr marL="0" lvl="0" indent="0">
                <a:lnSpc>
                  <a:spcPct val="100000"/>
                </a:lnSpc>
                <a:spcBef>
                  <a:spcPct val="5000"/>
                </a:spcBef>
                <a:spcAft>
                  <a:spcPct val="0"/>
                </a:spcAft>
                <a:buClrTx/>
                <a:buSzTx/>
                <a:buFont typeface="Arial" panose="020B0604020202020204" pitchFamily="34" charset="0"/>
                <a:buNone/>
              </a:pPr>
              <a:r>
                <a:rPr lang="en-US" altLang="zh-CN" sz="2200" dirty="0">
                  <a:solidFill>
                    <a:schemeClr val="tx1"/>
                  </a:solidFill>
                  <a:latin typeface="楷体_GB2312" pitchFamily="1" charset="-122"/>
                </a:rPr>
                <a:t>    (1) </a:t>
              </a:r>
              <a:r>
                <a:rPr lang="zh-CN" altLang="en-US" sz="2200" dirty="0">
                  <a:solidFill>
                    <a:schemeClr val="tx1"/>
                  </a:solidFill>
                  <a:latin typeface="楷体_GB2312" pitchFamily="1" charset="-122"/>
                </a:rPr>
                <a:t>将数据锁存在输入端口内。</a:t>
              </a:r>
              <a:endParaRPr lang="zh-CN" altLang="en-US" sz="2200" dirty="0">
                <a:solidFill>
                  <a:schemeClr val="tx1"/>
                </a:solidFill>
                <a:latin typeface="楷体_GB2312" pitchFamily="1" charset="-122"/>
              </a:endParaRPr>
            </a:p>
            <a:p>
              <a:pPr marL="0" lvl="0" indent="0">
                <a:lnSpc>
                  <a:spcPct val="100000"/>
                </a:lnSpc>
                <a:spcBef>
                  <a:spcPct val="5000"/>
                </a:spcBef>
                <a:spcAft>
                  <a:spcPct val="0"/>
                </a:spcAft>
                <a:buClrTx/>
                <a:buSzTx/>
                <a:buFont typeface="Arial" panose="020B0604020202020204" pitchFamily="34" charset="0"/>
                <a:buNone/>
              </a:pPr>
              <a:r>
                <a:rPr lang="zh-CN" altLang="en-US" sz="2200" dirty="0">
                  <a:solidFill>
                    <a:schemeClr val="tx1"/>
                  </a:solidFill>
                  <a:latin typeface="楷体_GB2312" pitchFamily="1" charset="-122"/>
                </a:rPr>
                <a:t>    </a:t>
              </a:r>
              <a:r>
                <a:rPr lang="en-US" altLang="zh-CN" sz="2200" dirty="0">
                  <a:solidFill>
                    <a:schemeClr val="tx1"/>
                  </a:solidFill>
                  <a:latin typeface="楷体_GB2312" pitchFamily="1" charset="-122"/>
                </a:rPr>
                <a:t>(2) </a:t>
              </a:r>
              <a:r>
                <a:rPr lang="zh-CN" altLang="en-US" sz="2200" dirty="0">
                  <a:solidFill>
                    <a:schemeClr val="tx1"/>
                  </a:solidFill>
                  <a:latin typeface="楷体_GB2312" pitchFamily="1" charset="-122"/>
                </a:rPr>
                <a:t>使</a:t>
              </a:r>
              <a:r>
                <a:rPr lang="en-US" altLang="zh-CN" sz="2200" dirty="0">
                  <a:latin typeface="楷体_GB2312" pitchFamily="1" charset="-122"/>
                </a:rPr>
                <a:t>IBF</a:t>
              </a:r>
              <a:r>
                <a:rPr lang="zh-CN" altLang="en-US" sz="2200" dirty="0">
                  <a:latin typeface="楷体_GB2312" pitchFamily="1" charset="-122"/>
                </a:rPr>
                <a:t>变高</a:t>
              </a:r>
              <a:r>
                <a:rPr lang="zh-CN" altLang="en-US" sz="2200" dirty="0">
                  <a:solidFill>
                    <a:schemeClr val="tx1"/>
                  </a:solidFill>
                  <a:latin typeface="楷体_GB2312" pitchFamily="1" charset="-122"/>
                </a:rPr>
                <a:t>，表示输入端口满，可用于阻止外设输入新数据</a:t>
              </a:r>
              <a:endParaRPr lang="zh-CN" altLang="en-US" sz="2200" dirty="0">
                <a:solidFill>
                  <a:schemeClr val="tx1"/>
                </a:solidFill>
                <a:latin typeface="楷体_GB2312" pitchFamily="1" charset="-122"/>
              </a:endParaRPr>
            </a:p>
            <a:p>
              <a:pPr marL="0" lvl="0" indent="0">
                <a:lnSpc>
                  <a:spcPct val="100000"/>
                </a:lnSpc>
                <a:spcBef>
                  <a:spcPct val="5000"/>
                </a:spcBef>
                <a:spcAft>
                  <a:spcPct val="0"/>
                </a:spcAft>
                <a:buClrTx/>
                <a:buSzTx/>
                <a:buFont typeface="Arial" panose="020B0604020202020204" pitchFamily="34" charset="0"/>
                <a:buNone/>
              </a:pPr>
              <a:r>
                <a:rPr lang="zh-CN" altLang="en-US" sz="2200" dirty="0">
                  <a:solidFill>
                    <a:srgbClr val="FF00FF"/>
                  </a:solidFill>
                  <a:latin typeface="楷体_GB2312" pitchFamily="1" charset="-122"/>
                </a:rPr>
                <a:t>  ③ </a:t>
              </a:r>
              <a:r>
                <a:rPr lang="zh-CN" altLang="en-US" sz="2200" dirty="0">
                  <a:solidFill>
                    <a:schemeClr val="tx1"/>
                  </a:solidFill>
                  <a:latin typeface="楷体_GB2312" pitchFamily="1" charset="-122"/>
                </a:rPr>
                <a:t>在主程序中</a:t>
              </a:r>
              <a:r>
                <a:rPr lang="en-US" altLang="zh-CN" sz="2200" dirty="0">
                  <a:solidFill>
                    <a:srgbClr val="FF0000"/>
                  </a:solidFill>
                  <a:latin typeface="楷体_GB2312" pitchFamily="1" charset="-122"/>
                </a:rPr>
                <a:t>CPU </a:t>
              </a:r>
              <a:r>
                <a:rPr lang="zh-CN" altLang="en-US" sz="2200" dirty="0">
                  <a:solidFill>
                    <a:srgbClr val="FF0000"/>
                  </a:solidFill>
                  <a:latin typeface="楷体_GB2312" pitchFamily="1" charset="-122"/>
                </a:rPr>
                <a:t>查询</a:t>
              </a:r>
              <a:r>
                <a:rPr lang="en-US" altLang="zh-CN" sz="2200" dirty="0">
                  <a:solidFill>
                    <a:srgbClr val="FF0000"/>
                  </a:solidFill>
                  <a:latin typeface="楷体_GB2312" pitchFamily="1" charset="-122"/>
                </a:rPr>
                <a:t>IBF</a:t>
              </a:r>
              <a:r>
                <a:rPr lang="zh-CN" altLang="en-US" sz="2200" dirty="0">
                  <a:solidFill>
                    <a:srgbClr val="FF0000"/>
                  </a:solidFill>
                  <a:latin typeface="楷体_GB2312" pitchFamily="1" charset="-122"/>
                </a:rPr>
                <a:t>，若其为高电平，读取数据，发出</a:t>
              </a:r>
              <a:r>
                <a:rPr lang="en-US" altLang="zh-CN" sz="2200" dirty="0">
                  <a:solidFill>
                    <a:srgbClr val="FF0000"/>
                  </a:solidFill>
                  <a:latin typeface="楷体_GB2312" pitchFamily="1" charset="-122"/>
                </a:rPr>
                <a:t>RD</a:t>
              </a:r>
              <a:r>
                <a:rPr lang="zh-CN" altLang="en-US" sz="2200" dirty="0">
                  <a:solidFill>
                    <a:srgbClr val="FF0000"/>
                  </a:solidFill>
                  <a:latin typeface="楷体_GB2312" pitchFamily="1" charset="-122"/>
                </a:rPr>
                <a:t>信号</a:t>
              </a:r>
              <a:r>
                <a:rPr lang="en-US" altLang="zh-CN" sz="2200" dirty="0">
                  <a:solidFill>
                    <a:srgbClr val="FF0000"/>
                  </a:solidFill>
                  <a:latin typeface="楷体_GB2312" pitchFamily="1" charset="-122"/>
                </a:rPr>
                <a:t>:</a:t>
              </a:r>
              <a:endParaRPr lang="en-US" altLang="zh-CN" sz="2200" dirty="0">
                <a:solidFill>
                  <a:srgbClr val="FF0000"/>
                </a:solidFill>
                <a:latin typeface="楷体_GB2312" pitchFamily="1" charset="-122"/>
              </a:endParaRPr>
            </a:p>
            <a:p>
              <a:pPr marL="0" lvl="0" indent="0">
                <a:lnSpc>
                  <a:spcPct val="100000"/>
                </a:lnSpc>
                <a:spcBef>
                  <a:spcPct val="5000"/>
                </a:spcBef>
                <a:spcAft>
                  <a:spcPct val="0"/>
                </a:spcAft>
                <a:buClrTx/>
                <a:buSzTx/>
                <a:buFont typeface="Arial" panose="020B0604020202020204" pitchFamily="34" charset="0"/>
                <a:buNone/>
              </a:pPr>
              <a:r>
                <a:rPr lang="en-US" altLang="zh-CN" sz="2200" dirty="0">
                  <a:solidFill>
                    <a:schemeClr val="tx1"/>
                  </a:solidFill>
                  <a:latin typeface="楷体_GB2312" pitchFamily="1" charset="-122"/>
                </a:rPr>
                <a:t>    (1) RD </a:t>
              </a:r>
              <a:r>
                <a:rPr lang="zh-CN" altLang="en-US" sz="2200" dirty="0">
                  <a:solidFill>
                    <a:schemeClr val="tx1"/>
                  </a:solidFill>
                  <a:latin typeface="楷体_GB2312" pitchFamily="1" charset="-122"/>
                </a:rPr>
                <a:t>的上升沿清除</a:t>
              </a:r>
              <a:r>
                <a:rPr lang="en-US" altLang="zh-CN" sz="2200" dirty="0">
                  <a:solidFill>
                    <a:schemeClr val="tx1"/>
                  </a:solidFill>
                  <a:latin typeface="楷体_GB2312" pitchFamily="1" charset="-122"/>
                </a:rPr>
                <a:t>IBF</a:t>
              </a:r>
              <a:endParaRPr lang="en-US" altLang="zh-CN" sz="2200" dirty="0">
                <a:solidFill>
                  <a:schemeClr val="tx1"/>
                </a:solidFill>
                <a:latin typeface="楷体_GB2312" pitchFamily="1" charset="-122"/>
              </a:endParaRPr>
            </a:p>
            <a:p>
              <a:pPr marL="0" lvl="0" indent="0">
                <a:lnSpc>
                  <a:spcPct val="100000"/>
                </a:lnSpc>
                <a:spcBef>
                  <a:spcPct val="5000"/>
                </a:spcBef>
                <a:spcAft>
                  <a:spcPct val="0"/>
                </a:spcAft>
                <a:buClrTx/>
                <a:buSzTx/>
                <a:buFont typeface="Arial" panose="020B0604020202020204" pitchFamily="34" charset="0"/>
                <a:buNone/>
              </a:pPr>
              <a:r>
                <a:rPr lang="en-US" altLang="zh-CN" sz="2200" dirty="0">
                  <a:solidFill>
                    <a:schemeClr val="tx1"/>
                  </a:solidFill>
                  <a:latin typeface="楷体_GB2312" pitchFamily="1" charset="-122"/>
                </a:rPr>
                <a:t>    (2) </a:t>
              </a:r>
              <a:r>
                <a:rPr lang="zh-CN" altLang="en-US" sz="2200" dirty="0">
                  <a:solidFill>
                    <a:schemeClr val="tx1"/>
                  </a:solidFill>
                  <a:latin typeface="楷体_GB2312" pitchFamily="1" charset="-122"/>
                </a:rPr>
                <a:t>端口内的数据进入</a:t>
              </a:r>
              <a:r>
                <a:rPr lang="en-US" altLang="zh-CN" sz="2200" dirty="0">
                  <a:solidFill>
                    <a:schemeClr val="tx1"/>
                  </a:solidFill>
                  <a:latin typeface="楷体_GB2312" pitchFamily="1" charset="-122"/>
                </a:rPr>
                <a:t>CPU</a:t>
              </a:r>
              <a:endParaRPr lang="en-US" altLang="zh-CN" sz="2200" dirty="0">
                <a:solidFill>
                  <a:schemeClr val="tx1"/>
                </a:solidFill>
                <a:latin typeface="楷体_GB2312" pitchFamily="1" charset="-122"/>
              </a:endParaRPr>
            </a:p>
          </p:txBody>
        </p:sp>
        <p:sp>
          <p:nvSpPr>
            <p:cNvPr id="177158" name="Line 83"/>
            <p:cNvSpPr/>
            <p:nvPr/>
          </p:nvSpPr>
          <p:spPr>
            <a:xfrm>
              <a:off x="2064" y="2667"/>
              <a:ext cx="288" cy="0"/>
            </a:xfrm>
            <a:prstGeom prst="line">
              <a:avLst/>
            </a:prstGeom>
            <a:ln w="25400" cap="flat" cmpd="sng">
              <a:solidFill>
                <a:srgbClr val="00B0F0"/>
              </a:solidFill>
              <a:prstDash val="solid"/>
              <a:headEnd type="none" w="med" len="med"/>
              <a:tailEnd type="none" w="med" len="med"/>
            </a:ln>
          </p:spPr>
        </p:sp>
        <p:sp>
          <p:nvSpPr>
            <p:cNvPr id="177159" name="Line 84"/>
            <p:cNvSpPr/>
            <p:nvPr/>
          </p:nvSpPr>
          <p:spPr>
            <a:xfrm>
              <a:off x="5148" y="3339"/>
              <a:ext cx="240" cy="0"/>
            </a:xfrm>
            <a:prstGeom prst="line">
              <a:avLst/>
            </a:prstGeom>
            <a:ln w="25400" cap="flat" cmpd="sng">
              <a:solidFill>
                <a:srgbClr val="FF0000"/>
              </a:solidFill>
              <a:prstDash val="solid"/>
              <a:headEnd type="none" w="med" len="med"/>
              <a:tailEnd type="none" w="med" len="med"/>
            </a:ln>
          </p:spPr>
        </p:sp>
        <p:sp>
          <p:nvSpPr>
            <p:cNvPr id="177160" name="Rectangle 85"/>
            <p:cNvSpPr/>
            <p:nvPr/>
          </p:nvSpPr>
          <p:spPr>
            <a:xfrm>
              <a:off x="192" y="2160"/>
              <a:ext cx="1796" cy="269"/>
            </a:xfrm>
            <a:prstGeom prst="rect">
              <a:avLst/>
            </a:prstGeom>
            <a:solidFill>
              <a:schemeClr val="bg2"/>
            </a:solidFill>
            <a:ln w="9525">
              <a:noFill/>
            </a:ln>
          </p:spPr>
          <p:txBody>
            <a:bodyPr wrap="none" lIns="90000" tIns="46800" rIns="90000" bIns="4680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
                </a:spcBef>
                <a:spcAft>
                  <a:spcPct val="0"/>
                </a:spcAft>
                <a:buClrTx/>
                <a:buSzTx/>
                <a:buNone/>
              </a:pPr>
              <a:r>
                <a:rPr lang="zh-CN" altLang="en-US" sz="2200" dirty="0">
                  <a:solidFill>
                    <a:schemeClr val="accent2"/>
                  </a:solidFill>
                  <a:latin typeface="宋体" panose="02010600030101010101" pitchFamily="2" charset="-122"/>
                </a:rPr>
                <a:t>以查询方式输入数据</a:t>
              </a:r>
              <a:r>
                <a:rPr lang="en-US" altLang="zh-CN" sz="2200" dirty="0">
                  <a:solidFill>
                    <a:schemeClr val="accent2"/>
                  </a:solidFill>
                  <a:latin typeface="宋体" panose="02010600030101010101" pitchFamily="2" charset="-122"/>
                </a:rPr>
                <a:t>:</a:t>
              </a:r>
              <a:endParaRPr lang="en-US" altLang="zh-CN" sz="2200" dirty="0">
                <a:solidFill>
                  <a:schemeClr val="accent2"/>
                </a:solidFill>
                <a:latin typeface="宋体" panose="02010600030101010101" pitchFamily="2" charset="-122"/>
              </a:endParaRPr>
            </a:p>
          </p:txBody>
        </p:sp>
        <p:sp>
          <p:nvSpPr>
            <p:cNvPr id="177161" name="Line 86"/>
            <p:cNvSpPr/>
            <p:nvPr/>
          </p:nvSpPr>
          <p:spPr>
            <a:xfrm>
              <a:off x="871" y="3771"/>
              <a:ext cx="240" cy="0"/>
            </a:xfrm>
            <a:prstGeom prst="line">
              <a:avLst/>
            </a:prstGeom>
            <a:ln w="25400" cap="flat" cmpd="sng">
              <a:solidFill>
                <a:schemeClr val="tx1"/>
              </a:solidFill>
              <a:prstDash val="solid"/>
              <a:headEnd type="none" w="med" len="med"/>
              <a:tailEnd type="none" w="med" len="med"/>
            </a:ln>
          </p:spPr>
        </p:sp>
      </p:grpSp>
      <p:sp>
        <p:nvSpPr>
          <p:cNvPr id="177156" name="Line 89"/>
          <p:cNvSpPr/>
          <p:nvPr/>
        </p:nvSpPr>
        <p:spPr>
          <a:xfrm>
            <a:off x="0" y="-100012"/>
            <a:ext cx="9144000" cy="0"/>
          </a:xfrm>
          <a:prstGeom prst="line">
            <a:avLst/>
          </a:prstGeom>
          <a:ln w="57150" cap="flat" cmpd="thinThick">
            <a:solidFill>
              <a:srgbClr val="800000"/>
            </a:solidFill>
            <a:prstDash val="solid"/>
            <a:headEnd type="none" w="med" len="med"/>
            <a:tailEnd type="none" w="med" len="med"/>
          </a:ln>
        </p:spPr>
      </p:sp>
    </p:spTree>
  </p:cSld>
  <p:clrMapOvr>
    <a:masterClrMapping/>
  </p:clrMapOvr>
  <p:transition>
    <p:checker dir="vert"/>
  </p:transition>
</p:sld>
</file>

<file path=ppt/slides/slide1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178178" name="Rectangle 2"/>
          <p:cNvSpPr/>
          <p:nvPr/>
        </p:nvSpPr>
        <p:spPr>
          <a:xfrm>
            <a:off x="152400" y="3155950"/>
            <a:ext cx="8839200" cy="23241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10000"/>
              </a:spcBef>
              <a:spcAft>
                <a:spcPct val="0"/>
              </a:spcAft>
              <a:buClrTx/>
              <a:buSzTx/>
              <a:buFont typeface="Arial" panose="020B0604020202020204" pitchFamily="34" charset="0"/>
              <a:buNone/>
            </a:pPr>
            <a:r>
              <a:rPr lang="en-US" altLang="zh-CN" sz="2400" b="0" dirty="0">
                <a:solidFill>
                  <a:schemeClr val="tx1"/>
                </a:solidFill>
                <a:latin typeface="楷体_GB2312" pitchFamily="1" charset="-122"/>
              </a:rPr>
              <a:t>  </a:t>
            </a:r>
            <a:r>
              <a:rPr lang="zh-CN" altLang="en-US" sz="2200" b="0" dirty="0">
                <a:solidFill>
                  <a:schemeClr val="tx1"/>
                </a:solidFill>
                <a:latin typeface="Arial" panose="020B0604020202020204" pitchFamily="34" charset="0"/>
              </a:rPr>
              <a:t>查询方法从</a:t>
            </a:r>
            <a:r>
              <a:rPr lang="en-US" altLang="zh-CN" sz="2200" b="0" dirty="0">
                <a:solidFill>
                  <a:schemeClr val="tx1"/>
                </a:solidFill>
                <a:latin typeface="Arial" panose="020B0604020202020204" pitchFamily="34" charset="0"/>
              </a:rPr>
              <a:t>8255</a:t>
            </a:r>
            <a:r>
              <a:rPr lang="zh-CN" altLang="en-US" sz="2200" b="0" dirty="0">
                <a:solidFill>
                  <a:schemeClr val="tx1"/>
                </a:solidFill>
                <a:latin typeface="Arial" panose="020B0604020202020204" pitchFamily="34" charset="0"/>
              </a:rPr>
              <a:t>的</a:t>
            </a:r>
            <a:r>
              <a:rPr lang="en-US" altLang="zh-CN" sz="2200" b="0" dirty="0">
                <a:solidFill>
                  <a:schemeClr val="tx1"/>
                </a:solidFill>
                <a:latin typeface="Arial" panose="020B0604020202020204" pitchFamily="34" charset="0"/>
              </a:rPr>
              <a:t>A</a:t>
            </a:r>
            <a:r>
              <a:rPr lang="zh-CN" altLang="en-US" sz="2200" b="0" dirty="0">
                <a:solidFill>
                  <a:schemeClr val="tx1"/>
                </a:solidFill>
                <a:latin typeface="Arial" panose="020B0604020202020204" pitchFamily="34" charset="0"/>
              </a:rPr>
              <a:t>口向</a:t>
            </a:r>
            <a:r>
              <a:rPr lang="en-US" altLang="zh-CN" sz="2200" b="0" dirty="0">
                <a:solidFill>
                  <a:schemeClr val="tx1"/>
                </a:solidFill>
                <a:latin typeface="Arial" panose="020B0604020202020204" pitchFamily="34" charset="0"/>
              </a:rPr>
              <a:t>CPU</a:t>
            </a:r>
            <a:r>
              <a:rPr lang="zh-CN" altLang="en-US" sz="2200" b="0" dirty="0">
                <a:solidFill>
                  <a:schemeClr val="tx1"/>
                </a:solidFill>
                <a:latin typeface="Arial" panose="020B0604020202020204" pitchFamily="34" charset="0"/>
              </a:rPr>
              <a:t>输入数据：</a:t>
            </a:r>
            <a:endParaRPr lang="zh-CN" altLang="en-US" sz="2200" b="0" dirty="0">
              <a:solidFill>
                <a:schemeClr val="tx1"/>
              </a:solidFill>
              <a:latin typeface="Arial" panose="020B0604020202020204" pitchFamily="34" charset="0"/>
            </a:endParaRPr>
          </a:p>
          <a:p>
            <a:pPr marL="0" lvl="0" indent="0">
              <a:lnSpc>
                <a:spcPct val="100000"/>
              </a:lnSpc>
              <a:spcBef>
                <a:spcPct val="10000"/>
              </a:spcBef>
              <a:spcAft>
                <a:spcPct val="0"/>
              </a:spcAft>
              <a:buClrTx/>
              <a:buSzTx/>
              <a:buFont typeface="Arial" panose="020B0604020202020204" pitchFamily="34" charset="0"/>
              <a:buNone/>
            </a:pPr>
            <a:r>
              <a:rPr lang="zh-CN" altLang="en-US" sz="2200" b="0" dirty="0">
                <a:solidFill>
                  <a:schemeClr val="tx1"/>
                </a:solidFill>
                <a:latin typeface="Arial" panose="020B0604020202020204" pitchFamily="34" charset="0"/>
              </a:rPr>
              <a:t>               </a:t>
            </a:r>
            <a:r>
              <a:rPr lang="zh-CN" altLang="en-US" sz="2200" dirty="0">
                <a:solidFill>
                  <a:srgbClr val="00B0F0"/>
                </a:solidFill>
                <a:latin typeface="楷体_GB2312" pitchFamily="1" charset="-122"/>
              </a:rPr>
              <a:t>方式</a:t>
            </a:r>
            <a:r>
              <a:rPr lang="en-US" altLang="zh-CN" sz="2200" dirty="0">
                <a:solidFill>
                  <a:srgbClr val="00B0F0"/>
                </a:solidFill>
                <a:latin typeface="楷体_GB2312" pitchFamily="1" charset="-122"/>
              </a:rPr>
              <a:t>1</a:t>
            </a:r>
            <a:r>
              <a:rPr lang="zh-CN" altLang="en-US" sz="2200" dirty="0">
                <a:solidFill>
                  <a:srgbClr val="00B0F0"/>
                </a:solidFill>
                <a:latin typeface="楷体_GB2312" pitchFamily="1" charset="-122"/>
              </a:rPr>
              <a:t>的状态信号可通过读取端口</a:t>
            </a:r>
            <a:r>
              <a:rPr lang="en-US" altLang="zh-CN" sz="2200" dirty="0">
                <a:solidFill>
                  <a:srgbClr val="00B0F0"/>
                </a:solidFill>
                <a:latin typeface="楷体_GB2312" pitchFamily="1" charset="-122"/>
              </a:rPr>
              <a:t>C</a:t>
            </a:r>
            <a:r>
              <a:rPr lang="zh-CN" altLang="en-US" sz="2200" dirty="0">
                <a:solidFill>
                  <a:srgbClr val="00B0F0"/>
                </a:solidFill>
                <a:latin typeface="楷体_GB2312" pitchFamily="1" charset="-122"/>
              </a:rPr>
              <a:t>得到</a:t>
            </a:r>
            <a:r>
              <a:rPr lang="zh-CN" altLang="en-US" sz="2200" b="0" dirty="0">
                <a:solidFill>
                  <a:schemeClr val="tx1"/>
                </a:solidFill>
                <a:latin typeface="Arial" panose="020B0604020202020204" pitchFamily="34" charset="0"/>
              </a:rPr>
              <a:t>	</a:t>
            </a:r>
            <a:endParaRPr lang="zh-CN" altLang="en-US" sz="2200" b="0" dirty="0">
              <a:solidFill>
                <a:schemeClr val="tx1"/>
              </a:solidFill>
              <a:latin typeface="Arial" panose="020B0604020202020204" pitchFamily="34" charset="0"/>
            </a:endParaRPr>
          </a:p>
          <a:p>
            <a:pPr marL="0" lvl="0" indent="0">
              <a:lnSpc>
                <a:spcPct val="100000"/>
              </a:lnSpc>
              <a:spcBef>
                <a:spcPct val="10000"/>
              </a:spcBef>
              <a:spcAft>
                <a:spcPct val="0"/>
              </a:spcAft>
              <a:buClrTx/>
              <a:buSzTx/>
              <a:buFont typeface="Arial" panose="020B0604020202020204" pitchFamily="34" charset="0"/>
              <a:buNone/>
            </a:pPr>
            <a:r>
              <a:rPr lang="zh-CN" altLang="en-US" sz="2200" b="0" dirty="0">
                <a:solidFill>
                  <a:schemeClr val="tx1"/>
                </a:solidFill>
                <a:latin typeface="Arial" panose="020B0604020202020204" pitchFamily="34" charset="0"/>
              </a:rPr>
              <a:t>     </a:t>
            </a:r>
            <a:r>
              <a:rPr lang="en-US" altLang="zh-CN" sz="2200" b="0" dirty="0">
                <a:solidFill>
                  <a:schemeClr val="tx1"/>
                </a:solidFill>
                <a:latin typeface="Arial" panose="020B0604020202020204" pitchFamily="34" charset="0"/>
              </a:rPr>
              <a:t>INPUT</a:t>
            </a:r>
            <a:r>
              <a:rPr lang="zh-CN" altLang="en-US" sz="2200" b="0" dirty="0">
                <a:solidFill>
                  <a:schemeClr val="tx1"/>
                </a:solidFill>
                <a:latin typeface="Arial" panose="020B0604020202020204" pitchFamily="34" charset="0"/>
              </a:rPr>
              <a:t>：	</a:t>
            </a:r>
            <a:r>
              <a:rPr lang="en-US" altLang="zh-CN" sz="2200" b="0" dirty="0">
                <a:solidFill>
                  <a:schemeClr val="tx1"/>
                </a:solidFill>
                <a:latin typeface="Arial" panose="020B0604020202020204" pitchFamily="34" charset="0"/>
              </a:rPr>
              <a:t>IN   	 AL</a:t>
            </a:r>
            <a:r>
              <a:rPr lang="zh-CN" altLang="en-US" sz="2200" b="0" dirty="0">
                <a:solidFill>
                  <a:schemeClr val="tx1"/>
                </a:solidFill>
                <a:latin typeface="Arial" panose="020B0604020202020204" pitchFamily="34" charset="0"/>
              </a:rPr>
              <a:t>，</a:t>
            </a:r>
            <a:r>
              <a:rPr lang="en-US" altLang="zh-CN" sz="2200" b="0" dirty="0">
                <a:solidFill>
                  <a:schemeClr val="tx1"/>
                </a:solidFill>
                <a:latin typeface="Arial" panose="020B0604020202020204" pitchFamily="34" charset="0"/>
              </a:rPr>
              <a:t>PortC	</a:t>
            </a:r>
            <a:r>
              <a:rPr lang="zh-CN" altLang="en-US" sz="2200" b="0" dirty="0">
                <a:solidFill>
                  <a:schemeClr val="tx1"/>
                </a:solidFill>
                <a:latin typeface="Arial" panose="020B0604020202020204" pitchFamily="34" charset="0"/>
              </a:rPr>
              <a:t>；读方式</a:t>
            </a:r>
            <a:r>
              <a:rPr lang="en-US" altLang="zh-CN" sz="2200" b="0" dirty="0">
                <a:solidFill>
                  <a:schemeClr val="tx1"/>
                </a:solidFill>
                <a:latin typeface="Arial" panose="020B0604020202020204" pitchFamily="34" charset="0"/>
              </a:rPr>
              <a:t>1</a:t>
            </a:r>
            <a:r>
              <a:rPr lang="zh-CN" altLang="en-US" sz="2200" b="0" dirty="0">
                <a:solidFill>
                  <a:schemeClr val="tx1"/>
                </a:solidFill>
                <a:latin typeface="Arial" panose="020B0604020202020204" pitchFamily="34" charset="0"/>
              </a:rPr>
              <a:t>状态信号		</a:t>
            </a:r>
            <a:endParaRPr lang="zh-CN" altLang="en-US" sz="2200" b="0" dirty="0">
              <a:solidFill>
                <a:schemeClr val="tx1"/>
              </a:solidFill>
              <a:latin typeface="Arial" panose="020B0604020202020204" pitchFamily="34" charset="0"/>
            </a:endParaRPr>
          </a:p>
          <a:p>
            <a:pPr marL="0" lvl="0" indent="0">
              <a:lnSpc>
                <a:spcPct val="100000"/>
              </a:lnSpc>
              <a:spcBef>
                <a:spcPct val="10000"/>
              </a:spcBef>
              <a:spcAft>
                <a:spcPct val="0"/>
              </a:spcAft>
              <a:buClrTx/>
              <a:buSzTx/>
              <a:buFont typeface="Arial" panose="020B0604020202020204" pitchFamily="34" charset="0"/>
              <a:buNone/>
            </a:pPr>
            <a:r>
              <a:rPr lang="zh-CN" altLang="en-US" sz="2200" b="0" dirty="0">
                <a:solidFill>
                  <a:schemeClr val="tx1"/>
                </a:solidFill>
                <a:latin typeface="Arial" panose="020B0604020202020204" pitchFamily="34" charset="0"/>
              </a:rPr>
              <a:t>		</a:t>
            </a:r>
            <a:r>
              <a:rPr lang="en-US" altLang="zh-CN" sz="2200" b="0" dirty="0">
                <a:solidFill>
                  <a:schemeClr val="tx1"/>
                </a:solidFill>
                <a:latin typeface="Arial" panose="020B0604020202020204" pitchFamily="34" charset="0"/>
              </a:rPr>
              <a:t>TEST 	 AL</a:t>
            </a:r>
            <a:r>
              <a:rPr lang="zh-CN" altLang="en-US" sz="2200" b="0" dirty="0">
                <a:solidFill>
                  <a:schemeClr val="tx1"/>
                </a:solidFill>
                <a:latin typeface="Arial" panose="020B0604020202020204" pitchFamily="34" charset="0"/>
              </a:rPr>
              <a:t>，</a:t>
            </a:r>
            <a:r>
              <a:rPr lang="en-US" altLang="zh-CN" sz="2200" b="0" dirty="0">
                <a:solidFill>
                  <a:schemeClr val="tx1"/>
                </a:solidFill>
                <a:latin typeface="Arial" panose="020B0604020202020204" pitchFamily="34" charset="0"/>
              </a:rPr>
              <a:t>20H   	</a:t>
            </a:r>
            <a:r>
              <a:rPr lang="zh-CN" altLang="en-US" sz="2200" b="0" dirty="0">
                <a:solidFill>
                  <a:schemeClr val="accent2"/>
                </a:solidFill>
                <a:latin typeface="Arial" panose="020B0604020202020204" pitchFamily="34" charset="0"/>
              </a:rPr>
              <a:t>；</a:t>
            </a:r>
            <a:r>
              <a:rPr lang="zh-CN" altLang="en-US" sz="2200" b="0" dirty="0">
                <a:solidFill>
                  <a:srgbClr val="FF0000"/>
                </a:solidFill>
                <a:latin typeface="Arial" panose="020B0604020202020204" pitchFamily="34" charset="0"/>
              </a:rPr>
              <a:t>查</a:t>
            </a:r>
            <a:r>
              <a:rPr lang="en-US" altLang="zh-CN" sz="2200" b="0" dirty="0">
                <a:solidFill>
                  <a:srgbClr val="FF0000"/>
                </a:solidFill>
                <a:latin typeface="Arial" panose="020B0604020202020204" pitchFamily="34" charset="0"/>
              </a:rPr>
              <a:t>A</a:t>
            </a:r>
            <a:r>
              <a:rPr lang="zh-CN" altLang="en-US" sz="2200" b="0" dirty="0">
                <a:solidFill>
                  <a:srgbClr val="FF0000"/>
                </a:solidFill>
                <a:latin typeface="Arial" panose="020B0604020202020204" pitchFamily="34" charset="0"/>
              </a:rPr>
              <a:t>口的</a:t>
            </a:r>
            <a:r>
              <a:rPr lang="en-US" altLang="zh-CN" sz="2200" b="0" dirty="0">
                <a:solidFill>
                  <a:srgbClr val="FF0000"/>
                </a:solidFill>
                <a:latin typeface="Arial" panose="020B0604020202020204" pitchFamily="34" charset="0"/>
              </a:rPr>
              <a:t>IBF</a:t>
            </a:r>
            <a:endParaRPr lang="en-US" altLang="zh-CN" sz="2200" b="0" dirty="0">
              <a:solidFill>
                <a:srgbClr val="FF0000"/>
              </a:solidFill>
              <a:latin typeface="Arial" panose="020B0604020202020204" pitchFamily="34" charset="0"/>
            </a:endParaRPr>
          </a:p>
          <a:p>
            <a:pPr marL="0" lvl="0" indent="0">
              <a:lnSpc>
                <a:spcPct val="100000"/>
              </a:lnSpc>
              <a:spcBef>
                <a:spcPct val="10000"/>
              </a:spcBef>
              <a:spcAft>
                <a:spcPct val="0"/>
              </a:spcAft>
              <a:buClrTx/>
              <a:buSzTx/>
              <a:buFont typeface="Arial" panose="020B0604020202020204" pitchFamily="34" charset="0"/>
              <a:buNone/>
            </a:pPr>
            <a:r>
              <a:rPr lang="en-US" altLang="zh-CN" sz="2200" b="0" dirty="0">
                <a:solidFill>
                  <a:schemeClr val="tx1"/>
                </a:solidFill>
                <a:latin typeface="Arial" panose="020B0604020202020204" pitchFamily="34" charset="0"/>
              </a:rPr>
              <a:t>		JE   	 INPUT     	</a:t>
            </a:r>
            <a:r>
              <a:rPr lang="zh-CN" altLang="en-US" sz="2200" b="0" dirty="0">
                <a:solidFill>
                  <a:schemeClr val="tx1"/>
                </a:solidFill>
                <a:latin typeface="Arial" panose="020B0604020202020204" pitchFamily="34" charset="0"/>
              </a:rPr>
              <a:t>；</a:t>
            </a:r>
            <a:r>
              <a:rPr lang="en-US" altLang="zh-CN" sz="2200" b="0" dirty="0">
                <a:solidFill>
                  <a:schemeClr val="tx1"/>
                </a:solidFill>
                <a:latin typeface="Arial" panose="020B0604020202020204" pitchFamily="34" charset="0"/>
              </a:rPr>
              <a:t>IBF=0</a:t>
            </a:r>
            <a:r>
              <a:rPr lang="zh-CN" altLang="en-US" sz="2200" b="0" dirty="0">
                <a:solidFill>
                  <a:schemeClr val="tx1"/>
                </a:solidFill>
                <a:latin typeface="Arial" panose="020B0604020202020204" pitchFamily="34" charset="0"/>
              </a:rPr>
              <a:t>，数据未准备好。</a:t>
            </a:r>
            <a:endParaRPr lang="zh-CN" altLang="en-US" sz="2200" b="0" dirty="0">
              <a:solidFill>
                <a:schemeClr val="tx1"/>
              </a:solidFill>
              <a:latin typeface="Arial" panose="020B0604020202020204" pitchFamily="34" charset="0"/>
            </a:endParaRPr>
          </a:p>
          <a:p>
            <a:pPr marL="0" lvl="0" indent="0">
              <a:lnSpc>
                <a:spcPct val="100000"/>
              </a:lnSpc>
              <a:spcBef>
                <a:spcPct val="10000"/>
              </a:spcBef>
              <a:spcAft>
                <a:spcPct val="0"/>
              </a:spcAft>
              <a:buClrTx/>
              <a:buSzTx/>
              <a:buFont typeface="Arial" panose="020B0604020202020204" pitchFamily="34" charset="0"/>
              <a:buNone/>
            </a:pPr>
            <a:r>
              <a:rPr lang="zh-CN" altLang="en-US" sz="2200" b="0" dirty="0">
                <a:solidFill>
                  <a:schemeClr val="tx1"/>
                </a:solidFill>
                <a:latin typeface="Arial" panose="020B0604020202020204" pitchFamily="34" charset="0"/>
              </a:rPr>
              <a:t>		</a:t>
            </a:r>
            <a:r>
              <a:rPr lang="en-US" altLang="zh-CN" sz="2200" b="0" dirty="0">
                <a:solidFill>
                  <a:schemeClr val="tx1"/>
                </a:solidFill>
                <a:latin typeface="Arial" panose="020B0604020202020204" pitchFamily="34" charset="0"/>
              </a:rPr>
              <a:t>IN	 AL</a:t>
            </a:r>
            <a:r>
              <a:rPr lang="zh-CN" altLang="en-US" sz="2200" b="0" dirty="0">
                <a:solidFill>
                  <a:schemeClr val="tx1"/>
                </a:solidFill>
                <a:latin typeface="Arial" panose="020B0604020202020204" pitchFamily="34" charset="0"/>
              </a:rPr>
              <a:t>，</a:t>
            </a:r>
            <a:r>
              <a:rPr lang="en-US" altLang="zh-CN" sz="2200" b="0" dirty="0">
                <a:solidFill>
                  <a:schemeClr val="tx1"/>
                </a:solidFill>
                <a:latin typeface="Arial" panose="020B0604020202020204" pitchFamily="34" charset="0"/>
              </a:rPr>
              <a:t>PortA 	</a:t>
            </a:r>
            <a:r>
              <a:rPr lang="zh-CN" altLang="en-US" sz="2200" b="0" dirty="0">
                <a:solidFill>
                  <a:schemeClr val="tx1"/>
                </a:solidFill>
                <a:latin typeface="Arial" panose="020B0604020202020204" pitchFamily="34" charset="0"/>
              </a:rPr>
              <a:t>；</a:t>
            </a:r>
            <a:r>
              <a:rPr lang="en-US" altLang="zh-CN" sz="2200" b="0" dirty="0">
                <a:solidFill>
                  <a:schemeClr val="tx1"/>
                </a:solidFill>
                <a:latin typeface="Arial" panose="020B0604020202020204" pitchFamily="34" charset="0"/>
              </a:rPr>
              <a:t>IBF≠0</a:t>
            </a:r>
            <a:r>
              <a:rPr lang="zh-CN" altLang="en-US" sz="2200" b="0" dirty="0">
                <a:solidFill>
                  <a:schemeClr val="tx1"/>
                </a:solidFill>
                <a:latin typeface="Arial" panose="020B0604020202020204" pitchFamily="34" charset="0"/>
              </a:rPr>
              <a:t>，</a:t>
            </a:r>
            <a:r>
              <a:rPr lang="en-US" altLang="zh-CN" sz="2200" b="0" dirty="0">
                <a:solidFill>
                  <a:schemeClr val="tx1"/>
                </a:solidFill>
                <a:latin typeface="Arial" panose="020B0604020202020204" pitchFamily="34" charset="0"/>
              </a:rPr>
              <a:t>CPU</a:t>
            </a:r>
            <a:r>
              <a:rPr lang="zh-CN" altLang="en-US" sz="2200" b="0" dirty="0">
                <a:solidFill>
                  <a:schemeClr val="tx1"/>
                </a:solidFill>
                <a:latin typeface="Arial" panose="020B0604020202020204" pitchFamily="34" charset="0"/>
              </a:rPr>
              <a:t>读入数据。</a:t>
            </a:r>
            <a:endParaRPr lang="zh-CN" altLang="en-US" sz="2200" b="0" dirty="0">
              <a:solidFill>
                <a:schemeClr val="tx1"/>
              </a:solidFill>
              <a:latin typeface="Arial" panose="020B0604020202020204" pitchFamily="34" charset="0"/>
            </a:endParaRPr>
          </a:p>
        </p:txBody>
      </p:sp>
      <p:grpSp>
        <p:nvGrpSpPr>
          <p:cNvPr id="178179" name="Group 3"/>
          <p:cNvGrpSpPr/>
          <p:nvPr/>
        </p:nvGrpSpPr>
        <p:grpSpPr>
          <a:xfrm>
            <a:off x="0" y="260350"/>
            <a:ext cx="9080500" cy="2830513"/>
            <a:chOff x="0" y="395"/>
            <a:chExt cx="5720" cy="1783"/>
          </a:xfrm>
        </p:grpSpPr>
        <p:grpSp>
          <p:nvGrpSpPr>
            <p:cNvPr id="178181" name="Group 4"/>
            <p:cNvGrpSpPr/>
            <p:nvPr/>
          </p:nvGrpSpPr>
          <p:grpSpPr>
            <a:xfrm>
              <a:off x="0" y="395"/>
              <a:ext cx="3768" cy="1728"/>
              <a:chOff x="0" y="395"/>
              <a:chExt cx="3768" cy="1728"/>
            </a:xfrm>
          </p:grpSpPr>
          <p:sp>
            <p:nvSpPr>
              <p:cNvPr id="178213" name="Text Box 5"/>
              <p:cNvSpPr txBox="1"/>
              <p:nvPr/>
            </p:nvSpPr>
            <p:spPr>
              <a:xfrm>
                <a:off x="0" y="395"/>
                <a:ext cx="1029" cy="222"/>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PA7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PA0</a:t>
                </a:r>
                <a:endParaRPr lang="en-US" altLang="zh-CN" sz="2200" dirty="0">
                  <a:solidFill>
                    <a:schemeClr val="tx1"/>
                  </a:solidFill>
                  <a:latin typeface="宋体" panose="02010600030101010101" pitchFamily="2" charset="-122"/>
                </a:endParaRPr>
              </a:p>
            </p:txBody>
          </p:sp>
          <p:sp>
            <p:nvSpPr>
              <p:cNvPr id="178214" name="Text Box 6"/>
              <p:cNvSpPr txBox="1"/>
              <p:nvPr/>
            </p:nvSpPr>
            <p:spPr>
              <a:xfrm>
                <a:off x="21" y="569"/>
                <a:ext cx="963" cy="21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PB7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PB0</a:t>
                </a:r>
                <a:endParaRPr lang="en-US" altLang="zh-CN" sz="2200" dirty="0">
                  <a:solidFill>
                    <a:schemeClr val="tx1"/>
                  </a:solidFill>
                  <a:latin typeface="宋体" panose="02010600030101010101" pitchFamily="2" charset="-122"/>
                </a:endParaRPr>
              </a:p>
            </p:txBody>
          </p:sp>
          <p:sp>
            <p:nvSpPr>
              <p:cNvPr id="178215" name="Text Box 7"/>
              <p:cNvSpPr txBox="1"/>
              <p:nvPr/>
            </p:nvSpPr>
            <p:spPr>
              <a:xfrm>
                <a:off x="378" y="833"/>
                <a:ext cx="414" cy="20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STB</a:t>
                </a:r>
                <a:endParaRPr lang="en-US" altLang="zh-CN" sz="2200" dirty="0">
                  <a:solidFill>
                    <a:schemeClr val="tx1"/>
                  </a:solidFill>
                  <a:latin typeface="Arial" panose="020B0604020202020204" pitchFamily="34" charset="0"/>
                </a:endParaRPr>
              </a:p>
            </p:txBody>
          </p:sp>
          <p:sp>
            <p:nvSpPr>
              <p:cNvPr id="178216" name="Line 8"/>
              <p:cNvSpPr/>
              <p:nvPr/>
            </p:nvSpPr>
            <p:spPr>
              <a:xfrm>
                <a:off x="451" y="841"/>
                <a:ext cx="267" cy="0"/>
              </a:xfrm>
              <a:prstGeom prst="line">
                <a:avLst/>
              </a:prstGeom>
              <a:ln w="25400" cap="flat" cmpd="sng">
                <a:solidFill>
                  <a:srgbClr val="0000FF"/>
                </a:solidFill>
                <a:prstDash val="solid"/>
                <a:headEnd type="none" w="med" len="med"/>
                <a:tailEnd type="none" w="med" len="med"/>
              </a:ln>
            </p:spPr>
          </p:sp>
          <p:sp>
            <p:nvSpPr>
              <p:cNvPr id="178217" name="Text Box 9"/>
              <p:cNvSpPr txBox="1"/>
              <p:nvPr/>
            </p:nvSpPr>
            <p:spPr>
              <a:xfrm>
                <a:off x="365" y="1245"/>
                <a:ext cx="475" cy="20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IBF</a:t>
                </a:r>
                <a:endParaRPr lang="en-US" altLang="zh-CN" sz="2200" dirty="0">
                  <a:solidFill>
                    <a:schemeClr val="tx1"/>
                  </a:solidFill>
                  <a:latin typeface="Arial" panose="020B0604020202020204" pitchFamily="34" charset="0"/>
                </a:endParaRPr>
              </a:p>
            </p:txBody>
          </p:sp>
          <p:sp>
            <p:nvSpPr>
              <p:cNvPr id="178218" name="Text Box 10"/>
              <p:cNvSpPr txBox="1"/>
              <p:nvPr/>
            </p:nvSpPr>
            <p:spPr>
              <a:xfrm>
                <a:off x="260" y="1508"/>
                <a:ext cx="523" cy="23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INTR</a:t>
                </a:r>
                <a:endParaRPr lang="en-US" altLang="zh-CN" sz="2200" dirty="0">
                  <a:solidFill>
                    <a:schemeClr val="tx1"/>
                  </a:solidFill>
                  <a:latin typeface="Arial" panose="020B0604020202020204" pitchFamily="34" charset="0"/>
                </a:endParaRPr>
              </a:p>
            </p:txBody>
          </p:sp>
          <p:sp>
            <p:nvSpPr>
              <p:cNvPr id="178219" name="Text Box 11"/>
              <p:cNvSpPr txBox="1"/>
              <p:nvPr/>
            </p:nvSpPr>
            <p:spPr>
              <a:xfrm>
                <a:off x="408" y="1917"/>
                <a:ext cx="414" cy="20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RD</a:t>
                </a:r>
                <a:endParaRPr lang="en-US" altLang="zh-CN" sz="2200" dirty="0">
                  <a:solidFill>
                    <a:schemeClr val="tx1"/>
                  </a:solidFill>
                  <a:latin typeface="Arial" panose="020B0604020202020204" pitchFamily="34" charset="0"/>
                </a:endParaRPr>
              </a:p>
            </p:txBody>
          </p:sp>
          <p:sp>
            <p:nvSpPr>
              <p:cNvPr id="178220" name="Line 12"/>
              <p:cNvSpPr/>
              <p:nvPr/>
            </p:nvSpPr>
            <p:spPr>
              <a:xfrm>
                <a:off x="518" y="1925"/>
                <a:ext cx="192" cy="0"/>
              </a:xfrm>
              <a:prstGeom prst="line">
                <a:avLst/>
              </a:prstGeom>
              <a:ln w="25400" cap="flat" cmpd="sng">
                <a:solidFill>
                  <a:srgbClr val="0000FF"/>
                </a:solidFill>
                <a:prstDash val="solid"/>
                <a:headEnd type="none" w="med" len="med"/>
                <a:tailEnd type="none" w="med" len="med"/>
              </a:ln>
            </p:spPr>
          </p:sp>
          <p:sp>
            <p:nvSpPr>
              <p:cNvPr id="178221" name="Line 13"/>
              <p:cNvSpPr>
                <a:spLocks noChangeAspect="1"/>
              </p:cNvSpPr>
              <p:nvPr/>
            </p:nvSpPr>
            <p:spPr>
              <a:xfrm>
                <a:off x="2492" y="2075"/>
                <a:ext cx="379" cy="0"/>
              </a:xfrm>
              <a:prstGeom prst="line">
                <a:avLst/>
              </a:prstGeom>
              <a:ln w="25400" cap="flat" cmpd="sng">
                <a:solidFill>
                  <a:srgbClr val="000000"/>
                </a:solidFill>
                <a:prstDash val="solid"/>
                <a:headEnd type="none" w="med" len="med"/>
                <a:tailEnd type="none" w="med" len="med"/>
              </a:ln>
            </p:spPr>
          </p:sp>
          <p:sp>
            <p:nvSpPr>
              <p:cNvPr id="178222" name="Line 14"/>
              <p:cNvSpPr>
                <a:spLocks noChangeAspect="1"/>
              </p:cNvSpPr>
              <p:nvPr/>
            </p:nvSpPr>
            <p:spPr>
              <a:xfrm>
                <a:off x="1069" y="616"/>
                <a:ext cx="53" cy="91"/>
              </a:xfrm>
              <a:prstGeom prst="line">
                <a:avLst/>
              </a:prstGeom>
              <a:ln w="25400" cap="flat" cmpd="sng">
                <a:solidFill>
                  <a:srgbClr val="000000"/>
                </a:solidFill>
                <a:prstDash val="solid"/>
                <a:headEnd type="none" w="med" len="med"/>
                <a:tailEnd type="none" w="med" len="med"/>
              </a:ln>
            </p:spPr>
          </p:sp>
          <p:sp>
            <p:nvSpPr>
              <p:cNvPr id="178223" name="Line 15"/>
              <p:cNvSpPr>
                <a:spLocks noChangeAspect="1"/>
              </p:cNvSpPr>
              <p:nvPr/>
            </p:nvSpPr>
            <p:spPr>
              <a:xfrm flipV="1">
                <a:off x="1065" y="521"/>
                <a:ext cx="57" cy="101"/>
              </a:xfrm>
              <a:prstGeom prst="line">
                <a:avLst/>
              </a:prstGeom>
              <a:ln w="25400" cap="flat" cmpd="sng">
                <a:solidFill>
                  <a:srgbClr val="000000"/>
                </a:solidFill>
                <a:prstDash val="solid"/>
                <a:headEnd type="none" w="med" len="med"/>
                <a:tailEnd type="none" w="med" len="med"/>
              </a:ln>
            </p:spPr>
          </p:sp>
          <p:sp>
            <p:nvSpPr>
              <p:cNvPr id="178224" name="Line 16"/>
              <p:cNvSpPr>
                <a:spLocks noChangeAspect="1"/>
              </p:cNvSpPr>
              <p:nvPr/>
            </p:nvSpPr>
            <p:spPr>
              <a:xfrm>
                <a:off x="1117" y="523"/>
                <a:ext cx="926" cy="0"/>
              </a:xfrm>
              <a:prstGeom prst="line">
                <a:avLst/>
              </a:prstGeom>
              <a:ln w="25400" cap="flat" cmpd="sng">
                <a:solidFill>
                  <a:srgbClr val="000000"/>
                </a:solidFill>
                <a:prstDash val="solid"/>
                <a:headEnd type="none" w="med" len="med"/>
                <a:tailEnd type="none" w="med" len="med"/>
              </a:ln>
            </p:spPr>
          </p:sp>
          <p:sp>
            <p:nvSpPr>
              <p:cNvPr id="178225" name="Line 17"/>
              <p:cNvSpPr>
                <a:spLocks noChangeAspect="1"/>
              </p:cNvSpPr>
              <p:nvPr/>
            </p:nvSpPr>
            <p:spPr>
              <a:xfrm>
                <a:off x="1127" y="707"/>
                <a:ext cx="926" cy="0"/>
              </a:xfrm>
              <a:prstGeom prst="line">
                <a:avLst/>
              </a:prstGeom>
              <a:ln w="25400" cap="flat" cmpd="sng">
                <a:solidFill>
                  <a:srgbClr val="000000"/>
                </a:solidFill>
                <a:prstDash val="solid"/>
                <a:headEnd type="none" w="med" len="med"/>
                <a:tailEnd type="none" w="med" len="med"/>
              </a:ln>
            </p:spPr>
          </p:sp>
          <p:sp>
            <p:nvSpPr>
              <p:cNvPr id="178226" name="Line 18"/>
              <p:cNvSpPr>
                <a:spLocks noChangeAspect="1"/>
              </p:cNvSpPr>
              <p:nvPr/>
            </p:nvSpPr>
            <p:spPr>
              <a:xfrm>
                <a:off x="2053" y="523"/>
                <a:ext cx="59" cy="106"/>
              </a:xfrm>
              <a:prstGeom prst="line">
                <a:avLst/>
              </a:prstGeom>
              <a:ln w="25400" cap="flat" cmpd="sng">
                <a:solidFill>
                  <a:srgbClr val="000000"/>
                </a:solidFill>
                <a:prstDash val="solid"/>
                <a:headEnd type="none" w="med" len="med"/>
                <a:tailEnd type="none" w="med" len="med"/>
              </a:ln>
            </p:spPr>
          </p:sp>
          <p:sp>
            <p:nvSpPr>
              <p:cNvPr id="178227" name="Line 19"/>
              <p:cNvSpPr>
                <a:spLocks noChangeAspect="1"/>
              </p:cNvSpPr>
              <p:nvPr/>
            </p:nvSpPr>
            <p:spPr>
              <a:xfrm flipV="1">
                <a:off x="2054" y="622"/>
                <a:ext cx="49" cy="88"/>
              </a:xfrm>
              <a:prstGeom prst="line">
                <a:avLst/>
              </a:prstGeom>
              <a:ln w="25400" cap="flat" cmpd="sng">
                <a:solidFill>
                  <a:srgbClr val="000000"/>
                </a:solidFill>
                <a:prstDash val="solid"/>
                <a:headEnd type="none" w="med" len="med"/>
                <a:tailEnd type="none" w="med" len="med"/>
              </a:ln>
            </p:spPr>
          </p:sp>
          <p:sp>
            <p:nvSpPr>
              <p:cNvPr id="178228" name="Line 20"/>
              <p:cNvSpPr>
                <a:spLocks noChangeAspect="1"/>
              </p:cNvSpPr>
              <p:nvPr/>
            </p:nvSpPr>
            <p:spPr>
              <a:xfrm>
                <a:off x="844" y="610"/>
                <a:ext cx="221" cy="0"/>
              </a:xfrm>
              <a:prstGeom prst="line">
                <a:avLst/>
              </a:prstGeom>
              <a:ln w="25400" cap="flat" cmpd="sng">
                <a:solidFill>
                  <a:srgbClr val="000000"/>
                </a:solidFill>
                <a:prstDash val="solid"/>
                <a:headEnd type="none" w="med" len="med"/>
                <a:tailEnd type="none" w="med" len="med"/>
              </a:ln>
            </p:spPr>
          </p:sp>
          <p:sp>
            <p:nvSpPr>
              <p:cNvPr id="178229" name="Line 21"/>
              <p:cNvSpPr/>
              <p:nvPr/>
            </p:nvSpPr>
            <p:spPr>
              <a:xfrm flipV="1">
                <a:off x="2096" y="611"/>
                <a:ext cx="1672" cy="5"/>
              </a:xfrm>
              <a:prstGeom prst="line">
                <a:avLst/>
              </a:prstGeom>
              <a:ln w="25400" cap="flat" cmpd="sng">
                <a:solidFill>
                  <a:srgbClr val="000000"/>
                </a:solidFill>
                <a:prstDash val="solid"/>
                <a:headEnd type="none" w="med" len="med"/>
                <a:tailEnd type="none" w="med" len="med"/>
              </a:ln>
            </p:spPr>
          </p:sp>
          <p:sp>
            <p:nvSpPr>
              <p:cNvPr id="178230" name="Text Box 22"/>
              <p:cNvSpPr txBox="1"/>
              <p:nvPr/>
            </p:nvSpPr>
            <p:spPr>
              <a:xfrm>
                <a:off x="1122" y="486"/>
                <a:ext cx="918" cy="120"/>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dirty="0">
                    <a:solidFill>
                      <a:srgbClr val="FF3300"/>
                    </a:solidFill>
                    <a:latin typeface="楷体_GB2312" pitchFamily="1" charset="-122"/>
                  </a:rPr>
                  <a:t>外设送来数据</a:t>
                </a:r>
                <a:endParaRPr lang="zh-CN" altLang="en-US" sz="2200" dirty="0">
                  <a:solidFill>
                    <a:srgbClr val="FF00FF"/>
                  </a:solidFill>
                  <a:latin typeface="宋体" panose="02010600030101010101" pitchFamily="2" charset="-122"/>
                </a:endParaRPr>
              </a:p>
            </p:txBody>
          </p:sp>
          <p:sp>
            <p:nvSpPr>
              <p:cNvPr id="178231" name="Line 23"/>
              <p:cNvSpPr>
                <a:spLocks noChangeAspect="1"/>
              </p:cNvSpPr>
              <p:nvPr/>
            </p:nvSpPr>
            <p:spPr>
              <a:xfrm>
                <a:off x="844" y="859"/>
                <a:ext cx="596" cy="0"/>
              </a:xfrm>
              <a:prstGeom prst="line">
                <a:avLst/>
              </a:prstGeom>
              <a:ln w="25400" cap="flat" cmpd="sng">
                <a:solidFill>
                  <a:srgbClr val="000000"/>
                </a:solidFill>
                <a:prstDash val="solid"/>
                <a:headEnd type="none" w="med" len="med"/>
                <a:tailEnd type="none" w="med" len="med"/>
              </a:ln>
            </p:spPr>
          </p:sp>
          <p:sp>
            <p:nvSpPr>
              <p:cNvPr id="178232" name="Line 24"/>
              <p:cNvSpPr>
                <a:spLocks noChangeAspect="1"/>
              </p:cNvSpPr>
              <p:nvPr/>
            </p:nvSpPr>
            <p:spPr>
              <a:xfrm>
                <a:off x="1444" y="857"/>
                <a:ext cx="54" cy="178"/>
              </a:xfrm>
              <a:prstGeom prst="line">
                <a:avLst/>
              </a:prstGeom>
              <a:ln w="25400" cap="flat" cmpd="sng">
                <a:solidFill>
                  <a:srgbClr val="000000"/>
                </a:solidFill>
                <a:prstDash val="solid"/>
                <a:headEnd type="none" w="med" len="med"/>
                <a:tailEnd type="none" w="med" len="med"/>
              </a:ln>
            </p:spPr>
          </p:sp>
          <p:sp>
            <p:nvSpPr>
              <p:cNvPr id="178233" name="Line 25"/>
              <p:cNvSpPr>
                <a:spLocks noChangeAspect="1"/>
              </p:cNvSpPr>
              <p:nvPr/>
            </p:nvSpPr>
            <p:spPr>
              <a:xfrm>
                <a:off x="1503" y="1045"/>
                <a:ext cx="243" cy="0"/>
              </a:xfrm>
              <a:prstGeom prst="line">
                <a:avLst/>
              </a:prstGeom>
              <a:ln w="25400" cap="flat" cmpd="sng">
                <a:solidFill>
                  <a:srgbClr val="000000"/>
                </a:solidFill>
                <a:prstDash val="solid"/>
                <a:headEnd type="none" w="med" len="med"/>
                <a:tailEnd type="none" w="med" len="med"/>
              </a:ln>
            </p:spPr>
          </p:sp>
          <p:sp>
            <p:nvSpPr>
              <p:cNvPr id="178234" name="Line 26"/>
              <p:cNvSpPr>
                <a:spLocks noChangeAspect="1"/>
              </p:cNvSpPr>
              <p:nvPr/>
            </p:nvSpPr>
            <p:spPr>
              <a:xfrm flipV="1">
                <a:off x="1752" y="862"/>
                <a:ext cx="54" cy="178"/>
              </a:xfrm>
              <a:prstGeom prst="line">
                <a:avLst/>
              </a:prstGeom>
              <a:ln w="25400" cap="flat" cmpd="sng">
                <a:solidFill>
                  <a:srgbClr val="000000"/>
                </a:solidFill>
                <a:prstDash val="solid"/>
                <a:headEnd type="none" w="med" len="med"/>
                <a:tailEnd type="none" w="med" len="med"/>
              </a:ln>
            </p:spPr>
          </p:sp>
          <p:sp>
            <p:nvSpPr>
              <p:cNvPr id="178235" name="Line 27"/>
              <p:cNvSpPr>
                <a:spLocks noChangeAspect="1"/>
              </p:cNvSpPr>
              <p:nvPr/>
            </p:nvSpPr>
            <p:spPr>
              <a:xfrm flipV="1">
                <a:off x="1806" y="861"/>
                <a:ext cx="1951" cy="0"/>
              </a:xfrm>
              <a:prstGeom prst="line">
                <a:avLst/>
              </a:prstGeom>
              <a:ln w="25400" cap="flat" cmpd="sng">
                <a:solidFill>
                  <a:srgbClr val="000000"/>
                </a:solidFill>
                <a:prstDash val="solid"/>
                <a:headEnd type="none" w="med" len="med"/>
                <a:tailEnd type="none" w="med" len="med"/>
              </a:ln>
            </p:spPr>
          </p:sp>
          <p:sp>
            <p:nvSpPr>
              <p:cNvPr id="178236" name="Line 28"/>
              <p:cNvSpPr>
                <a:spLocks noChangeAspect="1"/>
              </p:cNvSpPr>
              <p:nvPr/>
            </p:nvSpPr>
            <p:spPr>
              <a:xfrm flipV="1">
                <a:off x="1611" y="1193"/>
                <a:ext cx="54" cy="178"/>
              </a:xfrm>
              <a:prstGeom prst="line">
                <a:avLst/>
              </a:prstGeom>
              <a:ln w="25400" cap="flat" cmpd="sng">
                <a:solidFill>
                  <a:srgbClr val="000000"/>
                </a:solidFill>
                <a:prstDash val="solid"/>
                <a:headEnd type="none" w="med" len="med"/>
                <a:tailEnd type="none" w="med" len="med"/>
              </a:ln>
            </p:spPr>
          </p:sp>
          <p:sp>
            <p:nvSpPr>
              <p:cNvPr id="178237" name="Line 29"/>
              <p:cNvSpPr>
                <a:spLocks noChangeAspect="1"/>
              </p:cNvSpPr>
              <p:nvPr/>
            </p:nvSpPr>
            <p:spPr>
              <a:xfrm flipV="1">
                <a:off x="1658" y="1193"/>
                <a:ext cx="1566" cy="0"/>
              </a:xfrm>
              <a:prstGeom prst="line">
                <a:avLst/>
              </a:prstGeom>
              <a:ln w="25400" cap="flat" cmpd="sng">
                <a:solidFill>
                  <a:srgbClr val="000000"/>
                </a:solidFill>
                <a:prstDash val="solid"/>
                <a:headEnd type="none" w="med" len="med"/>
                <a:tailEnd type="none" w="med" len="med"/>
              </a:ln>
            </p:spPr>
          </p:sp>
          <p:sp>
            <p:nvSpPr>
              <p:cNvPr id="178238" name="Line 30"/>
              <p:cNvSpPr/>
              <p:nvPr/>
            </p:nvSpPr>
            <p:spPr>
              <a:xfrm>
                <a:off x="851" y="1373"/>
                <a:ext cx="760" cy="0"/>
              </a:xfrm>
              <a:prstGeom prst="line">
                <a:avLst/>
              </a:prstGeom>
              <a:ln w="25400" cap="flat" cmpd="sng">
                <a:solidFill>
                  <a:srgbClr val="000000"/>
                </a:solidFill>
                <a:prstDash val="solid"/>
                <a:headEnd type="none" w="med" len="med"/>
                <a:tailEnd type="none" w="med" len="med"/>
              </a:ln>
            </p:spPr>
          </p:sp>
          <p:sp>
            <p:nvSpPr>
              <p:cNvPr id="178239" name="Line 31"/>
              <p:cNvSpPr>
                <a:spLocks noChangeAspect="1"/>
              </p:cNvSpPr>
              <p:nvPr/>
            </p:nvSpPr>
            <p:spPr>
              <a:xfrm>
                <a:off x="3218" y="1193"/>
                <a:ext cx="55" cy="178"/>
              </a:xfrm>
              <a:prstGeom prst="line">
                <a:avLst/>
              </a:prstGeom>
              <a:ln w="25400" cap="flat" cmpd="sng">
                <a:solidFill>
                  <a:srgbClr val="000000"/>
                </a:solidFill>
                <a:prstDash val="solid"/>
                <a:headEnd type="none" w="med" len="med"/>
                <a:tailEnd type="none" w="med" len="med"/>
              </a:ln>
            </p:spPr>
          </p:sp>
          <p:sp>
            <p:nvSpPr>
              <p:cNvPr id="178240" name="Line 32"/>
              <p:cNvSpPr>
                <a:spLocks noChangeAspect="1"/>
              </p:cNvSpPr>
              <p:nvPr/>
            </p:nvSpPr>
            <p:spPr>
              <a:xfrm>
                <a:off x="3273" y="1377"/>
                <a:ext cx="0" cy="0"/>
              </a:xfrm>
              <a:prstGeom prst="line">
                <a:avLst/>
              </a:prstGeom>
              <a:ln w="25400" cap="flat" cmpd="sng">
                <a:solidFill>
                  <a:srgbClr val="000000"/>
                </a:solidFill>
                <a:prstDash val="solid"/>
                <a:headEnd type="none" w="med" len="med"/>
                <a:tailEnd type="none" w="med" len="med"/>
              </a:ln>
            </p:spPr>
          </p:sp>
          <p:sp>
            <p:nvSpPr>
              <p:cNvPr id="178241" name="Line 33"/>
              <p:cNvSpPr>
                <a:spLocks noChangeAspect="1"/>
              </p:cNvSpPr>
              <p:nvPr/>
            </p:nvSpPr>
            <p:spPr>
              <a:xfrm flipV="1">
                <a:off x="1894" y="1544"/>
                <a:ext cx="54" cy="178"/>
              </a:xfrm>
              <a:prstGeom prst="line">
                <a:avLst/>
              </a:prstGeom>
              <a:ln w="25400" cap="flat" cmpd="sng">
                <a:solidFill>
                  <a:srgbClr val="000000"/>
                </a:solidFill>
                <a:prstDash val="solid"/>
                <a:headEnd type="none" w="med" len="med"/>
                <a:tailEnd type="none" w="med" len="med"/>
              </a:ln>
            </p:spPr>
          </p:sp>
          <p:sp>
            <p:nvSpPr>
              <p:cNvPr id="178242" name="Line 34"/>
              <p:cNvSpPr>
                <a:spLocks noChangeAspect="1"/>
              </p:cNvSpPr>
              <p:nvPr/>
            </p:nvSpPr>
            <p:spPr>
              <a:xfrm flipV="1">
                <a:off x="1948" y="1539"/>
                <a:ext cx="754" cy="0"/>
              </a:xfrm>
              <a:prstGeom prst="line">
                <a:avLst/>
              </a:prstGeom>
              <a:ln w="25400" cap="flat" cmpd="sng">
                <a:solidFill>
                  <a:srgbClr val="000000"/>
                </a:solidFill>
                <a:prstDash val="solid"/>
                <a:headEnd type="none" w="med" len="med"/>
                <a:tailEnd type="none" w="med" len="med"/>
              </a:ln>
            </p:spPr>
          </p:sp>
          <p:sp>
            <p:nvSpPr>
              <p:cNvPr id="178243" name="Line 35"/>
              <p:cNvSpPr>
                <a:spLocks noChangeAspect="1"/>
              </p:cNvSpPr>
              <p:nvPr/>
            </p:nvSpPr>
            <p:spPr>
              <a:xfrm>
                <a:off x="857" y="1732"/>
                <a:ext cx="1042" cy="0"/>
              </a:xfrm>
              <a:prstGeom prst="line">
                <a:avLst/>
              </a:prstGeom>
              <a:ln w="25400" cap="flat" cmpd="sng">
                <a:solidFill>
                  <a:srgbClr val="000000"/>
                </a:solidFill>
                <a:prstDash val="solid"/>
                <a:headEnd type="none" w="med" len="med"/>
                <a:tailEnd type="none" w="med" len="med"/>
              </a:ln>
            </p:spPr>
          </p:sp>
          <p:sp>
            <p:nvSpPr>
              <p:cNvPr id="178244" name="Line 36"/>
              <p:cNvSpPr>
                <a:spLocks noChangeAspect="1"/>
              </p:cNvSpPr>
              <p:nvPr/>
            </p:nvSpPr>
            <p:spPr>
              <a:xfrm>
                <a:off x="2697" y="1533"/>
                <a:ext cx="60" cy="194"/>
              </a:xfrm>
              <a:prstGeom prst="line">
                <a:avLst/>
              </a:prstGeom>
              <a:ln w="25400" cap="flat" cmpd="sng">
                <a:solidFill>
                  <a:srgbClr val="000000"/>
                </a:solidFill>
                <a:prstDash val="solid"/>
                <a:headEnd type="none" w="med" len="med"/>
                <a:tailEnd type="none" w="med" len="med"/>
              </a:ln>
            </p:spPr>
          </p:sp>
          <p:sp>
            <p:nvSpPr>
              <p:cNvPr id="178245" name="Line 37"/>
              <p:cNvSpPr>
                <a:spLocks noChangeAspect="1"/>
              </p:cNvSpPr>
              <p:nvPr/>
            </p:nvSpPr>
            <p:spPr>
              <a:xfrm>
                <a:off x="2762" y="1738"/>
                <a:ext cx="1001" cy="0"/>
              </a:xfrm>
              <a:prstGeom prst="line">
                <a:avLst/>
              </a:prstGeom>
              <a:ln w="25400" cap="flat" cmpd="sng">
                <a:solidFill>
                  <a:srgbClr val="000000"/>
                </a:solidFill>
                <a:prstDash val="solid"/>
                <a:headEnd type="none" w="med" len="med"/>
                <a:tailEnd type="none" w="med" len="med"/>
              </a:ln>
            </p:spPr>
          </p:sp>
          <p:sp>
            <p:nvSpPr>
              <p:cNvPr id="178246" name="Line 38"/>
              <p:cNvSpPr>
                <a:spLocks noChangeAspect="1"/>
              </p:cNvSpPr>
              <p:nvPr/>
            </p:nvSpPr>
            <p:spPr>
              <a:xfrm>
                <a:off x="851" y="1886"/>
                <a:ext cx="1592" cy="0"/>
              </a:xfrm>
              <a:prstGeom prst="line">
                <a:avLst/>
              </a:prstGeom>
              <a:ln w="25400" cap="flat" cmpd="sng">
                <a:solidFill>
                  <a:srgbClr val="000000"/>
                </a:solidFill>
                <a:prstDash val="solid"/>
                <a:headEnd type="none" w="med" len="med"/>
                <a:tailEnd type="none" w="med" len="med"/>
              </a:ln>
            </p:spPr>
          </p:sp>
          <p:sp>
            <p:nvSpPr>
              <p:cNvPr id="178247" name="Line 39"/>
              <p:cNvSpPr>
                <a:spLocks noChangeAspect="1"/>
              </p:cNvSpPr>
              <p:nvPr/>
            </p:nvSpPr>
            <p:spPr>
              <a:xfrm>
                <a:off x="2438" y="1891"/>
                <a:ext cx="55" cy="179"/>
              </a:xfrm>
              <a:prstGeom prst="line">
                <a:avLst/>
              </a:prstGeom>
              <a:ln w="25400" cap="flat" cmpd="sng">
                <a:solidFill>
                  <a:srgbClr val="000000"/>
                </a:solidFill>
                <a:prstDash val="solid"/>
                <a:headEnd type="none" w="med" len="med"/>
                <a:tailEnd type="none" w="med" len="med"/>
              </a:ln>
            </p:spPr>
          </p:sp>
          <p:sp>
            <p:nvSpPr>
              <p:cNvPr id="178248" name="Line 40"/>
              <p:cNvSpPr>
                <a:spLocks noChangeAspect="1"/>
              </p:cNvSpPr>
              <p:nvPr/>
            </p:nvSpPr>
            <p:spPr>
              <a:xfrm flipV="1">
                <a:off x="2873" y="1897"/>
                <a:ext cx="54" cy="178"/>
              </a:xfrm>
              <a:prstGeom prst="line">
                <a:avLst/>
              </a:prstGeom>
              <a:ln w="25400" cap="flat" cmpd="sng">
                <a:solidFill>
                  <a:srgbClr val="000000"/>
                </a:solidFill>
                <a:prstDash val="solid"/>
                <a:headEnd type="none" w="med" len="med"/>
                <a:tailEnd type="none" w="med" len="med"/>
              </a:ln>
            </p:spPr>
          </p:sp>
          <p:sp>
            <p:nvSpPr>
              <p:cNvPr id="178249" name="Line 41"/>
              <p:cNvSpPr>
                <a:spLocks noChangeAspect="1"/>
              </p:cNvSpPr>
              <p:nvPr/>
            </p:nvSpPr>
            <p:spPr>
              <a:xfrm flipV="1">
                <a:off x="2933" y="1900"/>
                <a:ext cx="835" cy="0"/>
              </a:xfrm>
              <a:prstGeom prst="line">
                <a:avLst/>
              </a:prstGeom>
              <a:ln w="25400" cap="flat" cmpd="sng">
                <a:solidFill>
                  <a:srgbClr val="000000"/>
                </a:solidFill>
                <a:prstDash val="solid"/>
                <a:headEnd type="none" w="med" len="med"/>
                <a:tailEnd type="none" w="med" len="med"/>
              </a:ln>
            </p:spPr>
          </p:sp>
          <p:sp>
            <p:nvSpPr>
              <p:cNvPr id="178250" name="Text Box 42"/>
              <p:cNvSpPr txBox="1"/>
              <p:nvPr/>
            </p:nvSpPr>
            <p:spPr>
              <a:xfrm>
                <a:off x="1241" y="865"/>
                <a:ext cx="228" cy="20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00FF"/>
                    </a:solidFill>
                    <a:latin typeface="宋体" panose="02010600030101010101" pitchFamily="2" charset="-122"/>
                  </a:rPr>
                  <a:t>②</a:t>
                </a:r>
                <a:endParaRPr lang="en-US" altLang="zh-CN" sz="2200" dirty="0">
                  <a:solidFill>
                    <a:srgbClr val="FF00FF"/>
                  </a:solidFill>
                  <a:latin typeface="宋体" panose="02010600030101010101" pitchFamily="2" charset="-122"/>
                </a:endParaRPr>
              </a:p>
            </p:txBody>
          </p:sp>
          <p:sp>
            <p:nvSpPr>
              <p:cNvPr id="178251" name="Text Box 43"/>
              <p:cNvSpPr txBox="1"/>
              <p:nvPr/>
            </p:nvSpPr>
            <p:spPr>
              <a:xfrm>
                <a:off x="1798" y="1344"/>
                <a:ext cx="1243" cy="242"/>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000" dirty="0">
                    <a:solidFill>
                      <a:srgbClr val="FF3300"/>
                    </a:solidFill>
                    <a:latin typeface="楷体_GB2312" pitchFamily="1" charset="-122"/>
                  </a:rPr>
                  <a:t>当</a:t>
                </a:r>
                <a:r>
                  <a:rPr lang="en-US" altLang="zh-CN" sz="2000" dirty="0">
                    <a:solidFill>
                      <a:srgbClr val="FF3300"/>
                    </a:solidFill>
                    <a:latin typeface="Arial" panose="020B0604020202020204" pitchFamily="34" charset="0"/>
                  </a:rPr>
                  <a:t>INTE=1</a:t>
                </a:r>
                <a:r>
                  <a:rPr lang="zh-CN" altLang="en-US" sz="2000" dirty="0">
                    <a:solidFill>
                      <a:srgbClr val="FF3300"/>
                    </a:solidFill>
                    <a:latin typeface="Arial" panose="020B0604020202020204" pitchFamily="34" charset="0"/>
                  </a:rPr>
                  <a:t>时</a:t>
                </a:r>
                <a:r>
                  <a:rPr lang="zh-CN" altLang="en-US" sz="2200" dirty="0">
                    <a:solidFill>
                      <a:srgbClr val="0000FF"/>
                    </a:solidFill>
                    <a:latin typeface="宋体" panose="02010600030101010101" pitchFamily="2" charset="-122"/>
                  </a:rPr>
                  <a:t> </a:t>
                </a:r>
                <a:endParaRPr lang="zh-CN" altLang="en-US" sz="2200" dirty="0">
                  <a:solidFill>
                    <a:srgbClr val="0000FF"/>
                  </a:solidFill>
                  <a:latin typeface="宋体" panose="02010600030101010101" pitchFamily="2" charset="-122"/>
                </a:endParaRPr>
              </a:p>
            </p:txBody>
          </p:sp>
          <p:sp>
            <p:nvSpPr>
              <p:cNvPr id="178252" name="Text Box 44"/>
              <p:cNvSpPr txBox="1"/>
              <p:nvPr/>
            </p:nvSpPr>
            <p:spPr>
              <a:xfrm>
                <a:off x="2243" y="1883"/>
                <a:ext cx="229" cy="20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200" dirty="0">
                    <a:solidFill>
                      <a:srgbClr val="FF00FF"/>
                    </a:solidFill>
                    <a:latin typeface="宋体" panose="02010600030101010101" pitchFamily="2" charset="-122"/>
                  </a:rPr>
                  <a:t>③</a:t>
                </a:r>
                <a:endParaRPr lang="en-US" altLang="zh-CN" sz="2200" dirty="0">
                  <a:solidFill>
                    <a:srgbClr val="FF00FF"/>
                  </a:solidFill>
                  <a:latin typeface="宋体" panose="02010600030101010101" pitchFamily="2" charset="-122"/>
                </a:endParaRPr>
              </a:p>
              <a:p>
                <a:pPr marL="0" lvl="0" indent="0">
                  <a:lnSpc>
                    <a:spcPct val="100000"/>
                  </a:lnSpc>
                  <a:spcBef>
                    <a:spcPct val="0"/>
                  </a:spcBef>
                  <a:spcAft>
                    <a:spcPct val="0"/>
                  </a:spcAft>
                  <a:buClrTx/>
                  <a:buSzTx/>
                  <a:buNone/>
                </a:pPr>
                <a:endParaRPr lang="en-US" altLang="zh-CN" sz="2200" dirty="0">
                  <a:solidFill>
                    <a:srgbClr val="0000FF"/>
                  </a:solidFill>
                  <a:latin typeface="宋体" panose="02010600030101010101" pitchFamily="2" charset="-122"/>
                </a:endParaRPr>
              </a:p>
            </p:txBody>
          </p:sp>
          <p:sp>
            <p:nvSpPr>
              <p:cNvPr id="178253" name="Arc 45"/>
              <p:cNvSpPr/>
              <p:nvPr/>
            </p:nvSpPr>
            <p:spPr>
              <a:xfrm flipV="1">
                <a:off x="2464" y="1662"/>
                <a:ext cx="257" cy="301"/>
              </a:xfrm>
              <a:custGeom>
                <a:avLst/>
                <a:gdLst/>
                <a:ahLst/>
                <a:cxnLst>
                  <a:cxn ang="0">
                    <a:pos x="0" y="0"/>
                  </a:cxn>
                  <a:cxn ang="0">
                    <a:pos x="0" y="0"/>
                  </a:cxn>
                  <a:cxn ang="0">
                    <a:pos x="0" y="0"/>
                  </a:cxn>
                  <a:cxn ang="0">
                    <a:pos x="0" y="0"/>
                  </a:cxn>
                  <a:cxn ang="0">
                    <a:pos x="0" y="0"/>
                  </a:cxn>
                  <a:cxn ang="0">
                    <a:pos x="0" y="0"/>
                  </a:cxn>
                </a:cxnLst>
                <a:pathLst>
                  <a:path w="21592" h="21600" fill="none">
                    <a:moveTo>
                      <a:pt x="0" y="0"/>
                    </a:moveTo>
                    <a:cubicBezTo>
                      <a:pt x="11703" y="0"/>
                      <a:pt x="21278" y="9321"/>
                      <a:pt x="21592" y="21020"/>
                    </a:cubicBezTo>
                  </a:path>
                  <a:path w="21592" h="21600" stroke="0">
                    <a:moveTo>
                      <a:pt x="0" y="0"/>
                    </a:moveTo>
                    <a:cubicBezTo>
                      <a:pt x="11703" y="0"/>
                      <a:pt x="21278" y="9321"/>
                      <a:pt x="21592" y="21020"/>
                    </a:cubicBezTo>
                    <a:lnTo>
                      <a:pt x="0" y="21600"/>
                    </a:lnTo>
                    <a:lnTo>
                      <a:pt x="0" y="0"/>
                    </a:lnTo>
                    <a:close/>
                  </a:path>
                </a:pathLst>
              </a:custGeom>
              <a:noFill/>
              <a:ln w="38100" cap="flat" cmpd="sng">
                <a:solidFill>
                  <a:srgbClr val="000000">
                    <a:alpha val="100000"/>
                  </a:srgbClr>
                </a:solidFill>
                <a:prstDash val="solid"/>
                <a:round/>
                <a:headEnd type="none" w="med" len="med"/>
                <a:tailEnd type="triangle" w="sm" len="med"/>
              </a:ln>
            </p:spPr>
            <p:txBody>
              <a:bodyPr/>
              <a:p>
                <a:endParaRPr lang="zh-CN" altLang="en-US"/>
              </a:p>
            </p:txBody>
          </p:sp>
          <p:sp>
            <p:nvSpPr>
              <p:cNvPr id="178254" name="Arc 46"/>
              <p:cNvSpPr/>
              <p:nvPr/>
            </p:nvSpPr>
            <p:spPr>
              <a:xfrm rot="-10800000" flipV="1">
                <a:off x="2882" y="1334"/>
                <a:ext cx="363" cy="681"/>
              </a:xfrm>
              <a:custGeom>
                <a:avLst/>
                <a:gdLst/>
                <a:ahLst/>
                <a:cxnLst>
                  <a:cxn ang="0">
                    <a:pos x="0" y="0"/>
                  </a:cxn>
                  <a:cxn ang="0">
                    <a:pos x="0" y="0"/>
                  </a:cxn>
                  <a:cxn ang="0">
                    <a:pos x="0" y="0"/>
                  </a:cxn>
                  <a:cxn ang="0">
                    <a:pos x="0" y="0"/>
                  </a:cxn>
                  <a:cxn ang="0">
                    <a:pos x="0" y="0"/>
                  </a:cxn>
                  <a:cxn ang="0">
                    <a:pos x="0" y="0"/>
                  </a:cxn>
                </a:cxnLst>
                <a:pathLst>
                  <a:path w="21600" h="21600" fill="none">
                    <a:moveTo>
                      <a:pt x="0" y="0"/>
                    </a:moveTo>
                    <a:cubicBezTo>
                      <a:pt x="11929" y="0"/>
                      <a:pt x="21600" y="9670"/>
                      <a:pt x="21600" y="21600"/>
                    </a:cubicBezTo>
                  </a:path>
                  <a:path w="21600" h="21600" stroke="0">
                    <a:moveTo>
                      <a:pt x="0" y="0"/>
                    </a:moveTo>
                    <a:cubicBezTo>
                      <a:pt x="11929" y="0"/>
                      <a:pt x="21600" y="9670"/>
                      <a:pt x="21600" y="21600"/>
                    </a:cubicBezTo>
                    <a:lnTo>
                      <a:pt x="0" y="21600"/>
                    </a:lnTo>
                    <a:lnTo>
                      <a:pt x="0" y="0"/>
                    </a:lnTo>
                    <a:close/>
                  </a:path>
                </a:pathLst>
              </a:custGeom>
              <a:noFill/>
              <a:ln w="38100" cap="flat" cmpd="sng">
                <a:solidFill>
                  <a:srgbClr val="000000">
                    <a:alpha val="100000"/>
                  </a:srgbClr>
                </a:solidFill>
                <a:prstDash val="solid"/>
                <a:round/>
                <a:headEnd type="triangle" w="sm" len="med"/>
                <a:tailEnd type="none" w="sm" len="med"/>
              </a:ln>
            </p:spPr>
            <p:txBody>
              <a:bodyPr/>
              <a:p>
                <a:endParaRPr lang="zh-CN" altLang="en-US"/>
              </a:p>
            </p:txBody>
          </p:sp>
          <p:sp>
            <p:nvSpPr>
              <p:cNvPr id="178255" name="Arc 47"/>
              <p:cNvSpPr/>
              <p:nvPr/>
            </p:nvSpPr>
            <p:spPr>
              <a:xfrm rot="10800000">
                <a:off x="1786" y="935"/>
                <a:ext cx="195" cy="650"/>
              </a:xfrm>
              <a:custGeom>
                <a:avLst/>
                <a:gdLst/>
                <a:ahLst/>
                <a:cxnLst>
                  <a:cxn ang="0">
                    <a:pos x="0" y="0"/>
                  </a:cxn>
                  <a:cxn ang="0">
                    <a:pos x="0" y="0"/>
                  </a:cxn>
                  <a:cxn ang="0">
                    <a:pos x="0" y="0"/>
                  </a:cxn>
                  <a:cxn ang="0">
                    <a:pos x="0" y="0"/>
                  </a:cxn>
                  <a:cxn ang="0">
                    <a:pos x="0" y="0"/>
                  </a:cxn>
                  <a:cxn ang="0">
                    <a:pos x="0" y="0"/>
                  </a:cxn>
                </a:cxnLst>
                <a:pathLst>
                  <a:path w="21600" h="20436" fill="none">
                    <a:moveTo>
                      <a:pt x="6994" y="0"/>
                    </a:moveTo>
                    <a:cubicBezTo>
                      <a:pt x="15730" y="2990"/>
                      <a:pt x="21600" y="11202"/>
                      <a:pt x="21600" y="20436"/>
                    </a:cubicBezTo>
                  </a:path>
                  <a:path w="21600" h="20436" stroke="0">
                    <a:moveTo>
                      <a:pt x="6994" y="0"/>
                    </a:moveTo>
                    <a:cubicBezTo>
                      <a:pt x="15730" y="2990"/>
                      <a:pt x="21600" y="11202"/>
                      <a:pt x="21600" y="20436"/>
                    </a:cubicBezTo>
                    <a:lnTo>
                      <a:pt x="0" y="20436"/>
                    </a:lnTo>
                    <a:lnTo>
                      <a:pt x="6994" y="0"/>
                    </a:lnTo>
                    <a:close/>
                  </a:path>
                </a:pathLst>
              </a:custGeom>
              <a:noFill/>
              <a:ln w="38100" cap="flat" cmpd="sng">
                <a:solidFill>
                  <a:srgbClr val="000000">
                    <a:alpha val="100000"/>
                  </a:srgbClr>
                </a:solidFill>
                <a:prstDash val="solid"/>
                <a:round/>
                <a:headEnd type="triangle" w="sm" len="med"/>
                <a:tailEnd type="none" w="sm" len="med"/>
              </a:ln>
            </p:spPr>
            <p:txBody>
              <a:bodyPr/>
              <a:p>
                <a:endParaRPr lang="zh-CN" altLang="en-US"/>
              </a:p>
            </p:txBody>
          </p:sp>
          <p:sp>
            <p:nvSpPr>
              <p:cNvPr id="178256" name="Arc 48"/>
              <p:cNvSpPr/>
              <p:nvPr/>
            </p:nvSpPr>
            <p:spPr>
              <a:xfrm rot="10800000">
                <a:off x="1550" y="1045"/>
                <a:ext cx="88" cy="238"/>
              </a:xfrm>
              <a:custGeom>
                <a:avLst/>
                <a:gdLst/>
                <a:ahLst/>
                <a:cxnLst>
                  <a:cxn ang="0">
                    <a:pos x="0" y="0"/>
                  </a:cxn>
                  <a:cxn ang="0">
                    <a:pos x="0" y="0"/>
                  </a:cxn>
                  <a:cxn ang="0">
                    <a:pos x="0" y="0"/>
                  </a:cxn>
                  <a:cxn ang="0">
                    <a:pos x="0" y="0"/>
                  </a:cxn>
                  <a:cxn ang="0">
                    <a:pos x="0" y="0"/>
                  </a:cxn>
                  <a:cxn ang="0">
                    <a:pos x="0" y="0"/>
                  </a:cxn>
                </a:cxnLst>
                <a:pathLst>
                  <a:path w="21600" h="21600" fill="none">
                    <a:moveTo>
                      <a:pt x="0" y="0"/>
                    </a:moveTo>
                    <a:cubicBezTo>
                      <a:pt x="11929" y="0"/>
                      <a:pt x="21600" y="9670"/>
                      <a:pt x="21600" y="21600"/>
                    </a:cubicBezTo>
                  </a:path>
                  <a:path w="21600" h="21600" stroke="0">
                    <a:moveTo>
                      <a:pt x="0" y="0"/>
                    </a:moveTo>
                    <a:cubicBezTo>
                      <a:pt x="11929" y="0"/>
                      <a:pt x="21600" y="9670"/>
                      <a:pt x="21600" y="21600"/>
                    </a:cubicBezTo>
                    <a:lnTo>
                      <a:pt x="0" y="21600"/>
                    </a:lnTo>
                    <a:lnTo>
                      <a:pt x="0" y="0"/>
                    </a:lnTo>
                    <a:close/>
                  </a:path>
                </a:pathLst>
              </a:custGeom>
              <a:noFill/>
              <a:ln w="38100" cap="flat" cmpd="sng">
                <a:solidFill>
                  <a:srgbClr val="000000">
                    <a:alpha val="100000"/>
                  </a:srgbClr>
                </a:solidFill>
                <a:prstDash val="solid"/>
                <a:round/>
                <a:headEnd type="triangle" w="sm" len="med"/>
                <a:tailEnd type="none" w="med" len="med"/>
              </a:ln>
            </p:spPr>
            <p:txBody>
              <a:bodyPr/>
              <a:p>
                <a:endParaRPr lang="zh-CN" altLang="en-US"/>
              </a:p>
            </p:txBody>
          </p:sp>
          <p:sp>
            <p:nvSpPr>
              <p:cNvPr id="178257" name="Line 49"/>
              <p:cNvSpPr/>
              <p:nvPr/>
            </p:nvSpPr>
            <p:spPr>
              <a:xfrm>
                <a:off x="3277" y="1381"/>
                <a:ext cx="491" cy="0"/>
              </a:xfrm>
              <a:prstGeom prst="line">
                <a:avLst/>
              </a:prstGeom>
              <a:ln w="25400" cap="flat" cmpd="sng">
                <a:solidFill>
                  <a:srgbClr val="000E3A"/>
                </a:solidFill>
                <a:prstDash val="solid"/>
                <a:headEnd type="none" w="med" len="med"/>
                <a:tailEnd type="none" w="med" len="med"/>
              </a:ln>
            </p:spPr>
          </p:sp>
          <p:sp>
            <p:nvSpPr>
              <p:cNvPr id="178258" name="Rectangle 50"/>
              <p:cNvSpPr/>
              <p:nvPr/>
            </p:nvSpPr>
            <p:spPr>
              <a:xfrm>
                <a:off x="876" y="607"/>
                <a:ext cx="293" cy="269"/>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200" dirty="0">
                    <a:solidFill>
                      <a:srgbClr val="FF00FF"/>
                    </a:solidFill>
                    <a:latin typeface="宋体" panose="02010600030101010101" pitchFamily="2" charset="-122"/>
                  </a:rPr>
                  <a:t>①</a:t>
                </a:r>
                <a:endParaRPr lang="en-US" altLang="zh-CN" sz="2200" dirty="0">
                  <a:solidFill>
                    <a:srgbClr val="FF33CC"/>
                  </a:solidFill>
                  <a:latin typeface="宋体" panose="02010600030101010101" pitchFamily="2" charset="-122"/>
                </a:endParaRPr>
              </a:p>
            </p:txBody>
          </p:sp>
        </p:grpSp>
        <p:grpSp>
          <p:nvGrpSpPr>
            <p:cNvPr id="178182" name="Group 51"/>
            <p:cNvGrpSpPr/>
            <p:nvPr/>
          </p:nvGrpSpPr>
          <p:grpSpPr>
            <a:xfrm>
              <a:off x="3792" y="395"/>
              <a:ext cx="1928" cy="1783"/>
              <a:chOff x="3656" y="48"/>
              <a:chExt cx="1928" cy="1783"/>
            </a:xfrm>
          </p:grpSpPr>
          <p:sp>
            <p:nvSpPr>
              <p:cNvPr id="178183" name="Line 52"/>
              <p:cNvSpPr/>
              <p:nvPr/>
            </p:nvSpPr>
            <p:spPr>
              <a:xfrm>
                <a:off x="3920" y="1356"/>
                <a:ext cx="240" cy="0"/>
              </a:xfrm>
              <a:prstGeom prst="line">
                <a:avLst/>
              </a:prstGeom>
              <a:ln w="25400" cap="flat" cmpd="sng">
                <a:solidFill>
                  <a:srgbClr val="000000"/>
                </a:solidFill>
                <a:prstDash val="solid"/>
                <a:headEnd type="none" w="med" len="med"/>
                <a:tailEnd type="triangle" w="med" len="med"/>
              </a:ln>
            </p:spPr>
          </p:sp>
          <p:grpSp>
            <p:nvGrpSpPr>
              <p:cNvPr id="178184" name="Group 53"/>
              <p:cNvGrpSpPr/>
              <p:nvPr/>
            </p:nvGrpSpPr>
            <p:grpSpPr>
              <a:xfrm>
                <a:off x="3896" y="1129"/>
                <a:ext cx="232" cy="215"/>
                <a:chOff x="3680" y="1248"/>
                <a:chExt cx="232" cy="215"/>
              </a:xfrm>
            </p:grpSpPr>
            <p:sp>
              <p:nvSpPr>
                <p:cNvPr id="178211" name="Text Box 54"/>
                <p:cNvSpPr txBox="1"/>
                <p:nvPr/>
              </p:nvSpPr>
              <p:spPr>
                <a:xfrm>
                  <a:off x="3680" y="1248"/>
                  <a:ext cx="232" cy="21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RD</a:t>
                  </a:r>
                  <a:endParaRPr lang="en-US" altLang="zh-CN" sz="2200" dirty="0">
                    <a:solidFill>
                      <a:schemeClr val="bg2"/>
                    </a:solidFill>
                    <a:latin typeface="宋体" panose="02010600030101010101" pitchFamily="2" charset="-122"/>
                  </a:endParaRPr>
                </a:p>
              </p:txBody>
            </p:sp>
            <p:sp>
              <p:nvSpPr>
                <p:cNvPr id="178212" name="Line 55"/>
                <p:cNvSpPr/>
                <p:nvPr/>
              </p:nvSpPr>
              <p:spPr>
                <a:xfrm>
                  <a:off x="3704" y="1282"/>
                  <a:ext cx="152" cy="0"/>
                </a:xfrm>
                <a:prstGeom prst="line">
                  <a:avLst/>
                </a:prstGeom>
                <a:ln w="25400" cap="flat" cmpd="sng">
                  <a:solidFill>
                    <a:srgbClr val="000000"/>
                  </a:solidFill>
                  <a:prstDash val="solid"/>
                  <a:headEnd type="none" w="med" len="med"/>
                  <a:tailEnd type="none" w="med" len="med"/>
                </a:ln>
              </p:spPr>
            </p:sp>
          </p:grpSp>
          <p:sp>
            <p:nvSpPr>
              <p:cNvPr id="178185" name="AutoShape 56"/>
              <p:cNvSpPr/>
              <p:nvPr/>
            </p:nvSpPr>
            <p:spPr>
              <a:xfrm>
                <a:off x="3840" y="231"/>
                <a:ext cx="344" cy="153"/>
              </a:xfrm>
              <a:prstGeom prst="leftArrow">
                <a:avLst>
                  <a:gd name="adj1" fmla="val 50000"/>
                  <a:gd name="adj2" fmla="val 56136"/>
                </a:avLst>
              </a:prstGeom>
              <a:solidFill>
                <a:srgbClr val="00CCFF"/>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78186" name="Text Box 57"/>
              <p:cNvSpPr txBox="1"/>
              <p:nvPr/>
            </p:nvSpPr>
            <p:spPr>
              <a:xfrm>
                <a:off x="3656" y="48"/>
                <a:ext cx="504" cy="21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tx1"/>
                  </a:solidFill>
                  <a:latin typeface="宋体" panose="02010600030101010101" pitchFamily="2" charset="-122"/>
                </a:endParaRPr>
              </a:p>
            </p:txBody>
          </p:sp>
          <p:sp>
            <p:nvSpPr>
              <p:cNvPr id="178187" name="Text Box 58"/>
              <p:cNvSpPr txBox="1"/>
              <p:nvPr/>
            </p:nvSpPr>
            <p:spPr>
              <a:xfrm>
                <a:off x="4184" y="96"/>
                <a:ext cx="912" cy="1735"/>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chemeClr val="bg2"/>
                  </a:solidFill>
                  <a:latin typeface="Arial" panose="020B0604020202020204" pitchFamily="34" charset="0"/>
                </a:endParaRPr>
              </a:p>
            </p:txBody>
          </p:sp>
          <p:sp>
            <p:nvSpPr>
              <p:cNvPr id="178188" name="Text Box 59"/>
              <p:cNvSpPr txBox="1"/>
              <p:nvPr/>
            </p:nvSpPr>
            <p:spPr>
              <a:xfrm>
                <a:off x="4352" y="170"/>
                <a:ext cx="720" cy="215"/>
              </a:xfrm>
              <a:prstGeom prst="rect">
                <a:avLst/>
              </a:prstGeom>
              <a:solidFill>
                <a:srgbClr val="CCCCFF"/>
              </a:solid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PA7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PA0</a:t>
                </a:r>
                <a:endParaRPr lang="en-US" altLang="zh-CN" sz="2200" dirty="0">
                  <a:solidFill>
                    <a:schemeClr val="tx1"/>
                  </a:solidFill>
                  <a:latin typeface="Arial" panose="020B0604020202020204" pitchFamily="34" charset="0"/>
                </a:endParaRPr>
              </a:p>
            </p:txBody>
          </p:sp>
          <p:sp>
            <p:nvSpPr>
              <p:cNvPr id="178189" name="Text Box 60"/>
              <p:cNvSpPr txBox="1"/>
              <p:nvPr/>
            </p:nvSpPr>
            <p:spPr>
              <a:xfrm>
                <a:off x="4688" y="923"/>
                <a:ext cx="376" cy="215"/>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PC4</a:t>
                </a:r>
                <a:endParaRPr lang="en-US" altLang="zh-CN" sz="2200" dirty="0">
                  <a:solidFill>
                    <a:schemeClr val="accent1"/>
                  </a:solidFill>
                  <a:latin typeface="宋体" panose="02010600030101010101" pitchFamily="2" charset="-122"/>
                </a:endParaRPr>
              </a:p>
            </p:txBody>
          </p:sp>
          <p:sp>
            <p:nvSpPr>
              <p:cNvPr id="178190" name="Text Box 61"/>
              <p:cNvSpPr txBox="1"/>
              <p:nvPr/>
            </p:nvSpPr>
            <p:spPr>
              <a:xfrm>
                <a:off x="4688" y="1138"/>
                <a:ext cx="376" cy="215"/>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PC5</a:t>
                </a:r>
                <a:endParaRPr lang="en-US" altLang="zh-CN" sz="2200" dirty="0">
                  <a:solidFill>
                    <a:schemeClr val="accent1"/>
                  </a:solidFill>
                  <a:latin typeface="宋体" panose="02010600030101010101" pitchFamily="2" charset="-122"/>
                </a:endParaRPr>
              </a:p>
            </p:txBody>
          </p:sp>
          <p:sp>
            <p:nvSpPr>
              <p:cNvPr id="178191" name="Text Box 62"/>
              <p:cNvSpPr txBox="1"/>
              <p:nvPr/>
            </p:nvSpPr>
            <p:spPr>
              <a:xfrm>
                <a:off x="4688" y="1581"/>
                <a:ext cx="376" cy="21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PC3</a:t>
                </a:r>
                <a:endParaRPr lang="en-US" altLang="zh-CN" sz="2200" dirty="0">
                  <a:solidFill>
                    <a:schemeClr val="accent1"/>
                  </a:solidFill>
                  <a:latin typeface="宋体" panose="02010600030101010101" pitchFamily="2" charset="-122"/>
                </a:endParaRPr>
              </a:p>
            </p:txBody>
          </p:sp>
          <p:sp>
            <p:nvSpPr>
              <p:cNvPr id="178192" name="Line 63"/>
              <p:cNvSpPr/>
              <p:nvPr/>
            </p:nvSpPr>
            <p:spPr>
              <a:xfrm>
                <a:off x="4896" y="391"/>
                <a:ext cx="0" cy="525"/>
              </a:xfrm>
              <a:prstGeom prst="line">
                <a:avLst/>
              </a:prstGeom>
              <a:ln w="25400" cap="flat" cmpd="sng">
                <a:solidFill>
                  <a:srgbClr val="000000"/>
                </a:solidFill>
                <a:prstDash val="solid"/>
                <a:headEnd type="triangle" w="med" len="med"/>
                <a:tailEnd type="triangle" w="med" len="med"/>
              </a:ln>
            </p:spPr>
          </p:sp>
          <p:sp>
            <p:nvSpPr>
              <p:cNvPr id="178193" name="Text Box 64"/>
              <p:cNvSpPr txBox="1"/>
              <p:nvPr/>
            </p:nvSpPr>
            <p:spPr>
              <a:xfrm>
                <a:off x="4224" y="465"/>
                <a:ext cx="488" cy="377"/>
              </a:xfrm>
              <a:prstGeom prst="rect">
                <a:avLst/>
              </a:prstGeom>
              <a:solidFill>
                <a:srgbClr val="00FFFF"/>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80000"/>
                  </a:lnSpc>
                  <a:spcBef>
                    <a:spcPct val="0"/>
                  </a:spcBef>
                  <a:spcAft>
                    <a:spcPct val="0"/>
                  </a:spcAft>
                  <a:buClrTx/>
                  <a:buSzTx/>
                  <a:buNone/>
                </a:pPr>
                <a:r>
                  <a:rPr lang="en-US" altLang="zh-CN" sz="2200" dirty="0">
                    <a:solidFill>
                      <a:schemeClr val="tx1"/>
                    </a:solidFill>
                    <a:latin typeface="宋体" panose="02010600030101010101" pitchFamily="2" charset="-122"/>
                  </a:rPr>
                  <a:t>INTEA</a:t>
                </a:r>
                <a:endParaRPr lang="en-US" altLang="zh-CN" sz="2200" dirty="0">
                  <a:solidFill>
                    <a:schemeClr val="tx1"/>
                  </a:solidFill>
                  <a:latin typeface="宋体" panose="02010600030101010101" pitchFamily="2" charset="-122"/>
                </a:endParaRPr>
              </a:p>
              <a:p>
                <a:pPr marL="0" lvl="0" indent="0" algn="ctr">
                  <a:lnSpc>
                    <a:spcPct val="80000"/>
                  </a:lnSpc>
                  <a:spcBef>
                    <a:spcPct val="0"/>
                  </a:spcBef>
                  <a:spcAft>
                    <a:spcPct val="0"/>
                  </a:spcAft>
                  <a:buClrTx/>
                  <a:buSzTx/>
                  <a:buNone/>
                </a:pPr>
                <a:r>
                  <a:rPr lang="en-US" altLang="zh-CN" sz="2200" dirty="0">
                    <a:solidFill>
                      <a:schemeClr val="tx1"/>
                    </a:solidFill>
                    <a:latin typeface="宋体" panose="02010600030101010101" pitchFamily="2" charset="-122"/>
                  </a:rPr>
                  <a:t>PC4</a:t>
                </a:r>
                <a:endParaRPr lang="en-US" altLang="zh-CN" sz="2200" dirty="0">
                  <a:solidFill>
                    <a:schemeClr val="tx1"/>
                  </a:solidFill>
                  <a:latin typeface="宋体" panose="02010600030101010101" pitchFamily="2" charset="-122"/>
                </a:endParaRPr>
              </a:p>
            </p:txBody>
          </p:sp>
          <p:sp>
            <p:nvSpPr>
              <p:cNvPr id="178194" name="Line 65"/>
              <p:cNvSpPr/>
              <p:nvPr/>
            </p:nvSpPr>
            <p:spPr>
              <a:xfrm>
                <a:off x="4280" y="842"/>
                <a:ext cx="0" cy="571"/>
              </a:xfrm>
              <a:prstGeom prst="line">
                <a:avLst/>
              </a:prstGeom>
              <a:ln w="25400" cap="flat" cmpd="sng">
                <a:solidFill>
                  <a:srgbClr val="FF0000"/>
                </a:solidFill>
                <a:prstDash val="solid"/>
                <a:headEnd type="none" w="med" len="med"/>
                <a:tailEnd type="triangle" w="med" len="med"/>
              </a:ln>
            </p:spPr>
          </p:sp>
          <p:sp>
            <p:nvSpPr>
              <p:cNvPr id="178195" name="Text Box 66"/>
              <p:cNvSpPr txBox="1"/>
              <p:nvPr/>
            </p:nvSpPr>
            <p:spPr>
              <a:xfrm>
                <a:off x="4232" y="1413"/>
                <a:ext cx="376" cy="215"/>
              </a:xfrm>
              <a:prstGeom prst="rect">
                <a:avLst/>
              </a:prstGeom>
              <a:solidFill>
                <a:srgbClr val="FF99CC"/>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楷体_GB2312" pitchFamily="1" charset="-122"/>
                  </a:rPr>
                  <a:t>与门</a:t>
                </a:r>
                <a:endParaRPr lang="zh-CN" altLang="en-US" sz="2200" dirty="0">
                  <a:solidFill>
                    <a:schemeClr val="tx1"/>
                  </a:solidFill>
                  <a:latin typeface="宋体" panose="02010600030101010101" pitchFamily="2" charset="-122"/>
                </a:endParaRPr>
              </a:p>
            </p:txBody>
          </p:sp>
          <p:sp>
            <p:nvSpPr>
              <p:cNvPr id="178196" name="Line 67"/>
              <p:cNvSpPr/>
              <p:nvPr/>
            </p:nvSpPr>
            <p:spPr>
              <a:xfrm>
                <a:off x="4408" y="1030"/>
                <a:ext cx="272" cy="0"/>
              </a:xfrm>
              <a:prstGeom prst="line">
                <a:avLst/>
              </a:prstGeom>
              <a:ln w="25400" cap="flat" cmpd="sng">
                <a:solidFill>
                  <a:srgbClr val="000000"/>
                </a:solidFill>
                <a:prstDash val="solid"/>
                <a:headEnd type="none" w="med" len="med"/>
                <a:tailEnd type="none" w="med" len="med"/>
              </a:ln>
            </p:spPr>
          </p:sp>
          <p:sp>
            <p:nvSpPr>
              <p:cNvPr id="178197" name="Line 68"/>
              <p:cNvSpPr/>
              <p:nvPr/>
            </p:nvSpPr>
            <p:spPr>
              <a:xfrm>
                <a:off x="4408" y="842"/>
                <a:ext cx="0" cy="192"/>
              </a:xfrm>
              <a:prstGeom prst="line">
                <a:avLst/>
              </a:prstGeom>
              <a:ln w="25400" cap="flat" cmpd="sng">
                <a:solidFill>
                  <a:srgbClr val="000000"/>
                </a:solidFill>
                <a:prstDash val="solid"/>
                <a:headEnd type="triangle" w="med" len="med"/>
                <a:tailEnd type="none" w="med" len="med"/>
              </a:ln>
            </p:spPr>
          </p:sp>
          <p:sp>
            <p:nvSpPr>
              <p:cNvPr id="178198" name="Line 69"/>
              <p:cNvSpPr/>
              <p:nvPr/>
            </p:nvSpPr>
            <p:spPr>
              <a:xfrm>
                <a:off x="4544" y="1212"/>
                <a:ext cx="144" cy="0"/>
              </a:xfrm>
              <a:prstGeom prst="line">
                <a:avLst/>
              </a:prstGeom>
              <a:ln w="25400" cap="flat" cmpd="sng">
                <a:solidFill>
                  <a:srgbClr val="000000"/>
                </a:solidFill>
                <a:prstDash val="solid"/>
                <a:headEnd type="none" w="med" len="med"/>
                <a:tailEnd type="none" w="med" len="med"/>
              </a:ln>
            </p:spPr>
          </p:sp>
          <p:sp>
            <p:nvSpPr>
              <p:cNvPr id="178199" name="Line 70"/>
              <p:cNvSpPr/>
              <p:nvPr/>
            </p:nvSpPr>
            <p:spPr>
              <a:xfrm>
                <a:off x="4544" y="1218"/>
                <a:ext cx="0" cy="189"/>
              </a:xfrm>
              <a:prstGeom prst="line">
                <a:avLst/>
              </a:prstGeom>
              <a:ln w="25400" cap="flat" cmpd="sng">
                <a:solidFill>
                  <a:srgbClr val="000000"/>
                </a:solidFill>
                <a:prstDash val="solid"/>
                <a:headEnd type="none" w="med" len="med"/>
                <a:tailEnd type="triangle" w="med" len="med"/>
              </a:ln>
            </p:spPr>
          </p:sp>
          <p:sp>
            <p:nvSpPr>
              <p:cNvPr id="178200" name="Line 71"/>
              <p:cNvSpPr/>
              <p:nvPr/>
            </p:nvSpPr>
            <p:spPr>
              <a:xfrm>
                <a:off x="4408" y="1628"/>
                <a:ext cx="0" cy="68"/>
              </a:xfrm>
              <a:prstGeom prst="line">
                <a:avLst/>
              </a:prstGeom>
              <a:ln w="25400" cap="flat" cmpd="sng">
                <a:solidFill>
                  <a:srgbClr val="000000"/>
                </a:solidFill>
                <a:prstDash val="solid"/>
                <a:headEnd type="none" w="med" len="med"/>
                <a:tailEnd type="none" w="med" len="med"/>
              </a:ln>
            </p:spPr>
          </p:sp>
          <p:sp>
            <p:nvSpPr>
              <p:cNvPr id="178201" name="Line 72"/>
              <p:cNvSpPr/>
              <p:nvPr/>
            </p:nvSpPr>
            <p:spPr>
              <a:xfrm>
                <a:off x="4408" y="1689"/>
                <a:ext cx="280" cy="0"/>
              </a:xfrm>
              <a:prstGeom prst="line">
                <a:avLst/>
              </a:prstGeom>
              <a:ln w="25400" cap="flat" cmpd="sng">
                <a:solidFill>
                  <a:srgbClr val="000000"/>
                </a:solidFill>
                <a:prstDash val="solid"/>
                <a:headEnd type="none" w="med" len="med"/>
                <a:tailEnd type="triangle" w="med" len="med"/>
              </a:ln>
            </p:spPr>
          </p:sp>
          <p:sp>
            <p:nvSpPr>
              <p:cNvPr id="178202" name="Line 73"/>
              <p:cNvSpPr/>
              <p:nvPr/>
            </p:nvSpPr>
            <p:spPr>
              <a:xfrm flipH="1">
                <a:off x="5056" y="1008"/>
                <a:ext cx="280" cy="0"/>
              </a:xfrm>
              <a:prstGeom prst="line">
                <a:avLst/>
              </a:prstGeom>
              <a:ln w="25400" cap="flat" cmpd="sng">
                <a:solidFill>
                  <a:srgbClr val="0000FF"/>
                </a:solidFill>
                <a:prstDash val="solid"/>
                <a:headEnd type="none" w="med" len="med"/>
                <a:tailEnd type="triangle" w="med" len="med"/>
              </a:ln>
            </p:spPr>
          </p:sp>
          <p:sp>
            <p:nvSpPr>
              <p:cNvPr id="178203" name="Line 74"/>
              <p:cNvSpPr/>
              <p:nvPr/>
            </p:nvSpPr>
            <p:spPr>
              <a:xfrm rot="-10800000" flipH="1">
                <a:off x="5055" y="1296"/>
                <a:ext cx="328" cy="0"/>
              </a:xfrm>
              <a:prstGeom prst="line">
                <a:avLst/>
              </a:prstGeom>
              <a:ln w="25400" cap="flat" cmpd="sng">
                <a:solidFill>
                  <a:srgbClr val="0000FF"/>
                </a:solidFill>
                <a:prstDash val="solid"/>
                <a:headEnd type="none" w="med" len="med"/>
                <a:tailEnd type="triangle" w="med" len="med"/>
              </a:ln>
            </p:spPr>
          </p:sp>
          <p:sp>
            <p:nvSpPr>
              <p:cNvPr id="178204" name="Line 75"/>
              <p:cNvSpPr/>
              <p:nvPr/>
            </p:nvSpPr>
            <p:spPr>
              <a:xfrm rot="-10800000" flipH="1">
                <a:off x="5063" y="1728"/>
                <a:ext cx="320" cy="0"/>
              </a:xfrm>
              <a:prstGeom prst="line">
                <a:avLst/>
              </a:prstGeom>
              <a:ln w="25400" cap="flat" cmpd="sng">
                <a:solidFill>
                  <a:srgbClr val="0000FF"/>
                </a:solidFill>
                <a:prstDash val="solid"/>
                <a:headEnd type="none" w="med" len="med"/>
                <a:tailEnd type="triangle" w="med" len="med"/>
              </a:ln>
            </p:spPr>
          </p:sp>
          <p:sp>
            <p:nvSpPr>
              <p:cNvPr id="178205" name="Text Box 76"/>
              <p:cNvSpPr txBox="1"/>
              <p:nvPr/>
            </p:nvSpPr>
            <p:spPr>
              <a:xfrm>
                <a:off x="5088" y="1081"/>
                <a:ext cx="463" cy="21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IBF</a:t>
                </a:r>
                <a:endParaRPr lang="en-US" altLang="zh-CN" sz="2200" dirty="0">
                  <a:solidFill>
                    <a:schemeClr val="bg2"/>
                  </a:solidFill>
                  <a:latin typeface="宋体" panose="02010600030101010101" pitchFamily="2" charset="-122"/>
                </a:endParaRPr>
              </a:p>
            </p:txBody>
          </p:sp>
          <p:grpSp>
            <p:nvGrpSpPr>
              <p:cNvPr id="178206" name="Group 77"/>
              <p:cNvGrpSpPr/>
              <p:nvPr/>
            </p:nvGrpSpPr>
            <p:grpSpPr>
              <a:xfrm>
                <a:off x="5088" y="768"/>
                <a:ext cx="463" cy="215"/>
                <a:chOff x="5264" y="936"/>
                <a:chExt cx="463" cy="215"/>
              </a:xfrm>
            </p:grpSpPr>
            <p:sp>
              <p:nvSpPr>
                <p:cNvPr id="178209" name="Text Box 78"/>
                <p:cNvSpPr txBox="1"/>
                <p:nvPr/>
              </p:nvSpPr>
              <p:spPr>
                <a:xfrm>
                  <a:off x="5264" y="936"/>
                  <a:ext cx="463" cy="21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STB</a:t>
                  </a:r>
                  <a:endParaRPr lang="en-US" altLang="zh-CN" sz="2200" dirty="0">
                    <a:solidFill>
                      <a:schemeClr val="bg2"/>
                    </a:solidFill>
                    <a:latin typeface="宋体" panose="02010600030101010101" pitchFamily="2" charset="-122"/>
                  </a:endParaRPr>
                </a:p>
              </p:txBody>
            </p:sp>
            <p:sp>
              <p:nvSpPr>
                <p:cNvPr id="178210" name="Line 79"/>
                <p:cNvSpPr/>
                <p:nvPr/>
              </p:nvSpPr>
              <p:spPr>
                <a:xfrm>
                  <a:off x="5359" y="963"/>
                  <a:ext cx="265" cy="4"/>
                </a:xfrm>
                <a:prstGeom prst="line">
                  <a:avLst/>
                </a:prstGeom>
                <a:ln w="25400" cap="flat" cmpd="sng">
                  <a:solidFill>
                    <a:srgbClr val="000000"/>
                  </a:solidFill>
                  <a:prstDash val="solid"/>
                  <a:headEnd type="none" w="med" len="med"/>
                  <a:tailEnd type="none" w="med" len="med"/>
                </a:ln>
              </p:spPr>
            </p:sp>
          </p:grpSp>
          <p:sp>
            <p:nvSpPr>
              <p:cNvPr id="178207" name="Text Box 80"/>
              <p:cNvSpPr txBox="1"/>
              <p:nvPr/>
            </p:nvSpPr>
            <p:spPr>
              <a:xfrm>
                <a:off x="5040" y="1488"/>
                <a:ext cx="544" cy="21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a:t>
                </a:r>
                <a:endParaRPr lang="en-US" altLang="zh-CN" sz="2200" dirty="0">
                  <a:solidFill>
                    <a:schemeClr val="tx1"/>
                  </a:solidFill>
                  <a:latin typeface="宋体" panose="02010600030101010101" pitchFamily="2" charset="-122"/>
                </a:endParaRPr>
              </a:p>
            </p:txBody>
          </p:sp>
          <p:sp>
            <p:nvSpPr>
              <p:cNvPr id="178208" name="AutoShape 81"/>
              <p:cNvSpPr/>
              <p:nvPr/>
            </p:nvSpPr>
            <p:spPr>
              <a:xfrm>
                <a:off x="5080" y="176"/>
                <a:ext cx="392" cy="208"/>
              </a:xfrm>
              <a:prstGeom prst="leftArrow">
                <a:avLst>
                  <a:gd name="adj1" fmla="val 50000"/>
                  <a:gd name="adj2" fmla="val 47054"/>
                </a:avLst>
              </a:prstGeom>
              <a:solidFill>
                <a:schemeClr val="accent1"/>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grpSp>
      </p:grpSp>
      <p:sp>
        <p:nvSpPr>
          <p:cNvPr id="272466" name="Text Box 82"/>
          <p:cNvSpPr txBox="1"/>
          <p:nvPr/>
        </p:nvSpPr>
        <p:spPr>
          <a:xfrm>
            <a:off x="152400" y="5437188"/>
            <a:ext cx="8839200" cy="1222375"/>
          </a:xfrm>
          <a:prstGeom prst="rect">
            <a:avLst/>
          </a:prstGeom>
          <a:noFill/>
          <a:ln w="28575" cap="flat" cmpd="sng">
            <a:solidFill>
              <a:srgbClr val="CC99FF"/>
            </a:solidFill>
            <a:prstDash val="solid"/>
            <a:miter/>
            <a:headEnd type="none" w="med" len="med"/>
            <a:tailEnd type="none" w="med" len="med"/>
          </a:ln>
        </p:spPr>
        <p:txBody>
          <a:bodyPr lIns="90000" tIns="46800" rIns="90000" bIns="4680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10000"/>
              </a:spcBef>
              <a:spcAft>
                <a:spcPct val="0"/>
              </a:spcAft>
              <a:buClrTx/>
              <a:buSzTx/>
              <a:buFont typeface="Arial" panose="020B0604020202020204" pitchFamily="34" charset="0"/>
              <a:buNone/>
            </a:pPr>
            <a:r>
              <a:rPr lang="zh-CN" altLang="en-US" sz="2400" dirty="0">
                <a:latin typeface="宋体" panose="02010600030101010101" pitchFamily="2" charset="-122"/>
              </a:rPr>
              <a:t>注意：</a:t>
            </a:r>
            <a:endParaRPr lang="zh-CN" altLang="en-US" sz="2400" dirty="0">
              <a:latin typeface="宋体" panose="02010600030101010101" pitchFamily="2" charset="-122"/>
            </a:endParaRPr>
          </a:p>
          <a:p>
            <a:pPr marL="0" lvl="0" indent="0">
              <a:lnSpc>
                <a:spcPct val="100000"/>
              </a:lnSpc>
              <a:spcBef>
                <a:spcPct val="10000"/>
              </a:spcBef>
              <a:spcAft>
                <a:spcPct val="0"/>
              </a:spcAft>
              <a:buClrTx/>
              <a:buSzTx/>
              <a:buFont typeface="Arial" panose="020B0604020202020204" pitchFamily="34" charset="0"/>
              <a:buNone/>
            </a:pPr>
            <a:r>
              <a:rPr lang="zh-CN" altLang="en-US" sz="2200" dirty="0">
                <a:solidFill>
                  <a:schemeClr val="tx1"/>
                </a:solidFill>
                <a:latin typeface="宋体" panose="02010600030101010101" pitchFamily="2" charset="-122"/>
              </a:rPr>
              <a:t>  方式</a:t>
            </a:r>
            <a:r>
              <a:rPr lang="en-US" altLang="zh-CN" sz="2200" dirty="0">
                <a:solidFill>
                  <a:schemeClr val="tx1"/>
                </a:solidFill>
                <a:latin typeface="宋体" panose="02010600030101010101" pitchFamily="2" charset="-122"/>
              </a:rPr>
              <a:t>1</a:t>
            </a:r>
            <a:r>
              <a:rPr lang="zh-CN" altLang="en-US" sz="2200" dirty="0">
                <a:solidFill>
                  <a:schemeClr val="tx1"/>
                </a:solidFill>
                <a:latin typeface="宋体" panose="02010600030101010101" pitchFamily="2" charset="-122"/>
              </a:rPr>
              <a:t>输入时共用到</a:t>
            </a:r>
            <a:r>
              <a:rPr lang="en-US" altLang="zh-CN" sz="2200" dirty="0">
                <a:solidFill>
                  <a:schemeClr val="tx1"/>
                </a:solidFill>
                <a:latin typeface="宋体" panose="02010600030101010101" pitchFamily="2" charset="-122"/>
              </a:rPr>
              <a:t>C</a:t>
            </a:r>
            <a:r>
              <a:rPr lang="zh-CN" altLang="en-US" sz="2200" dirty="0">
                <a:solidFill>
                  <a:schemeClr val="tx1"/>
                </a:solidFill>
                <a:latin typeface="宋体" panose="02010600030101010101" pitchFamily="2" charset="-122"/>
              </a:rPr>
              <a:t>口</a:t>
            </a:r>
            <a:r>
              <a:rPr lang="en-US" altLang="zh-CN" sz="2200" dirty="0">
                <a:solidFill>
                  <a:schemeClr val="tx1"/>
                </a:solidFill>
                <a:latin typeface="宋体" panose="02010600030101010101" pitchFamily="2" charset="-122"/>
              </a:rPr>
              <a:t>6</a:t>
            </a:r>
            <a:r>
              <a:rPr lang="zh-CN" altLang="en-US" sz="2200" dirty="0">
                <a:solidFill>
                  <a:schemeClr val="tx1"/>
                </a:solidFill>
                <a:latin typeface="宋体" panose="02010600030101010101" pitchFamily="2" charset="-122"/>
              </a:rPr>
              <a:t>个引脚，剩余</a:t>
            </a:r>
            <a:r>
              <a:rPr lang="en-US" altLang="zh-CN" sz="2200" dirty="0">
                <a:solidFill>
                  <a:schemeClr val="tx1"/>
                </a:solidFill>
                <a:latin typeface="宋体" panose="02010600030101010101" pitchFamily="2" charset="-122"/>
              </a:rPr>
              <a:t>2</a:t>
            </a:r>
            <a:r>
              <a:rPr lang="zh-CN" altLang="en-US" sz="2200" dirty="0">
                <a:solidFill>
                  <a:schemeClr val="tx1"/>
                </a:solidFill>
                <a:latin typeface="宋体" panose="02010600030101010101" pitchFamily="2" charset="-122"/>
              </a:rPr>
              <a:t>个引脚</a:t>
            </a:r>
            <a:r>
              <a:rPr lang="en-US" altLang="zh-CN" sz="2200" dirty="0">
                <a:solidFill>
                  <a:schemeClr val="tx1"/>
                </a:solidFill>
                <a:latin typeface="宋体" panose="02010600030101010101" pitchFamily="2" charset="-122"/>
              </a:rPr>
              <a:t>PC6</a:t>
            </a:r>
            <a:r>
              <a:rPr lang="zh-CN" altLang="en-US" sz="2200" dirty="0">
                <a:solidFill>
                  <a:schemeClr val="tx1"/>
                </a:solidFill>
                <a:latin typeface="宋体" panose="02010600030101010101" pitchFamily="2" charset="-122"/>
              </a:rPr>
              <a:t>、</a:t>
            </a:r>
            <a:r>
              <a:rPr lang="en-US" altLang="zh-CN" sz="2200" dirty="0">
                <a:solidFill>
                  <a:schemeClr val="tx1"/>
                </a:solidFill>
                <a:latin typeface="宋体" panose="02010600030101010101" pitchFamily="2" charset="-122"/>
              </a:rPr>
              <a:t>PC7</a:t>
            </a:r>
            <a:r>
              <a:rPr lang="zh-CN" altLang="en-US" sz="2200" dirty="0">
                <a:solidFill>
                  <a:schemeClr val="tx1"/>
                </a:solidFill>
                <a:latin typeface="宋体" panose="02010600030101010101" pitchFamily="2" charset="-122"/>
              </a:rPr>
              <a:t>可做</a:t>
            </a:r>
            <a:r>
              <a:rPr lang="en-US" altLang="zh-CN" sz="2200" dirty="0">
                <a:solidFill>
                  <a:schemeClr val="tx1"/>
                </a:solidFill>
                <a:latin typeface="宋体" panose="02010600030101010101" pitchFamily="2" charset="-122"/>
              </a:rPr>
              <a:t>I/O</a:t>
            </a:r>
            <a:r>
              <a:rPr lang="zh-CN" altLang="en-US" sz="2200" dirty="0">
                <a:solidFill>
                  <a:schemeClr val="tx1"/>
                </a:solidFill>
                <a:latin typeface="宋体" panose="02010600030101010101" pitchFamily="2" charset="-122"/>
              </a:rPr>
              <a:t>位，</a:t>
            </a:r>
            <a:endParaRPr lang="zh-CN" altLang="en-US" sz="2200" dirty="0">
              <a:solidFill>
                <a:schemeClr val="tx1"/>
              </a:solidFill>
              <a:latin typeface="宋体" panose="02010600030101010101" pitchFamily="2" charset="-122"/>
            </a:endParaRPr>
          </a:p>
          <a:p>
            <a:pPr marL="0" lvl="0" indent="0">
              <a:lnSpc>
                <a:spcPct val="100000"/>
              </a:lnSpc>
              <a:spcBef>
                <a:spcPct val="10000"/>
              </a:spcBef>
              <a:spcAft>
                <a:spcPct val="0"/>
              </a:spcAft>
              <a:buClrTx/>
              <a:buSzTx/>
              <a:buFont typeface="Arial" panose="020B0604020202020204" pitchFamily="34" charset="0"/>
              <a:buNone/>
            </a:pPr>
            <a:r>
              <a:rPr lang="zh-CN" altLang="en-US" sz="2200" dirty="0">
                <a:solidFill>
                  <a:srgbClr val="00B0F0"/>
                </a:solidFill>
                <a:latin typeface="楷体_GB2312" pitchFamily="1" charset="-122"/>
              </a:rPr>
              <a:t>或由</a:t>
            </a:r>
            <a:r>
              <a:rPr lang="en-US" altLang="zh-CN" sz="2200" dirty="0">
                <a:solidFill>
                  <a:srgbClr val="00B0F0"/>
                </a:solidFill>
                <a:latin typeface="楷体_GB2312" pitchFamily="1" charset="-122"/>
              </a:rPr>
              <a:t>C</a:t>
            </a:r>
            <a:r>
              <a:rPr lang="zh-CN" altLang="en-US" sz="2200" dirty="0">
                <a:solidFill>
                  <a:srgbClr val="00B0F0"/>
                </a:solidFill>
                <a:latin typeface="楷体_GB2312" pitchFamily="1" charset="-122"/>
              </a:rPr>
              <a:t>口置 </a:t>
            </a:r>
            <a:r>
              <a:rPr lang="en-US" altLang="zh-CN" sz="2200" dirty="0">
                <a:solidFill>
                  <a:srgbClr val="00B0F0"/>
                </a:solidFill>
                <a:latin typeface="楷体_GB2312" pitchFamily="1" charset="-122"/>
              </a:rPr>
              <a:t>/</a:t>
            </a:r>
            <a:r>
              <a:rPr lang="zh-CN" altLang="en-US" sz="2200" dirty="0">
                <a:solidFill>
                  <a:srgbClr val="00B0F0"/>
                </a:solidFill>
                <a:latin typeface="楷体_GB2312" pitchFamily="1" charset="-122"/>
              </a:rPr>
              <a:t>复位控制字决定其输出</a:t>
            </a:r>
            <a:r>
              <a:rPr lang="zh-CN" altLang="en-US" sz="2200" dirty="0">
                <a:solidFill>
                  <a:srgbClr val="00B0F0"/>
                </a:solidFill>
                <a:latin typeface="Arial" panose="020B0604020202020204" pitchFamily="34" charset="0"/>
              </a:rPr>
              <a:t>。</a:t>
            </a:r>
            <a:endParaRPr lang="zh-CN" altLang="en-US" sz="2200" dirty="0">
              <a:solidFill>
                <a:srgbClr val="00B0F0"/>
              </a:solidFill>
              <a:latin typeface="Arial" panose="020B0604020202020204" pitchFamily="34" charset="0"/>
            </a:endParaRPr>
          </a:p>
        </p:txBody>
      </p:sp>
    </p:spTree>
  </p:cSld>
  <p:clrMapOvr>
    <a:masterClrMapping/>
  </p:clrMapOvr>
  <p:transition>
    <p:split orient="vert" dir="in"/>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72466"/>
                                        </p:tgtEl>
                                        <p:attrNameLst>
                                          <p:attrName>style.visibility</p:attrName>
                                        </p:attrNameLst>
                                      </p:cBhvr>
                                      <p:to>
                                        <p:strVal val="visible"/>
                                      </p:to>
                                    </p:set>
                                    <p:anim calcmode="lin" valueType="num">
                                      <p:cBhvr additive="base">
                                        <p:cTn id="7" dur="500" fill="hold"/>
                                        <p:tgtEl>
                                          <p:spTgt spid="272466"/>
                                        </p:tgtEl>
                                        <p:attrNameLst>
                                          <p:attrName>ppt_x</p:attrName>
                                        </p:attrNameLst>
                                      </p:cBhvr>
                                      <p:tavLst>
                                        <p:tav tm="0">
                                          <p:val>
                                            <p:strVal val="#ppt_x"/>
                                          </p:val>
                                        </p:tav>
                                        <p:tav tm="100000">
                                          <p:val>
                                            <p:strVal val="#ppt_x"/>
                                          </p:val>
                                        </p:tav>
                                      </p:tavLst>
                                    </p:anim>
                                    <p:anim calcmode="lin" valueType="num">
                                      <p:cBhvr additive="base">
                                        <p:cTn id="8" dur="500" fill="hold"/>
                                        <p:tgtEl>
                                          <p:spTgt spid="27246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2466" grpId="0" animBg="1"/>
    </p:bldLst>
  </p:timing>
</p:sld>
</file>

<file path=ppt/slides/slide1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grpSp>
        <p:nvGrpSpPr>
          <p:cNvPr id="273410" name="Group 2"/>
          <p:cNvGrpSpPr/>
          <p:nvPr/>
        </p:nvGrpSpPr>
        <p:grpSpPr>
          <a:xfrm>
            <a:off x="228600" y="2474913"/>
            <a:ext cx="8915400" cy="4013200"/>
            <a:chOff x="144" y="1792"/>
            <a:chExt cx="5616" cy="2528"/>
          </a:xfrm>
        </p:grpSpPr>
        <p:sp>
          <p:nvSpPr>
            <p:cNvPr id="179209" name="Text Box 3"/>
            <p:cNvSpPr txBox="1"/>
            <p:nvPr/>
          </p:nvSpPr>
          <p:spPr>
            <a:xfrm>
              <a:off x="144" y="4035"/>
              <a:ext cx="2640" cy="28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en-US" altLang="zh-CN" sz="2200" dirty="0">
                  <a:solidFill>
                    <a:srgbClr val="00B0F0"/>
                  </a:solidFill>
                  <a:latin typeface="楷体_GB2312" pitchFamily="1" charset="-122"/>
                </a:rPr>
                <a:t>A</a:t>
              </a:r>
              <a:r>
                <a:rPr lang="zh-CN" altLang="en-US" sz="2200" dirty="0">
                  <a:solidFill>
                    <a:srgbClr val="00B0F0"/>
                  </a:solidFill>
                  <a:latin typeface="楷体_GB2312" pitchFamily="1" charset="-122"/>
                </a:rPr>
                <a:t>口方式</a:t>
              </a:r>
              <a:r>
                <a:rPr lang="en-US" altLang="zh-CN" sz="2200" dirty="0">
                  <a:solidFill>
                    <a:srgbClr val="00B0F0"/>
                  </a:solidFill>
                  <a:latin typeface="楷体_GB2312" pitchFamily="1" charset="-122"/>
                </a:rPr>
                <a:t>1</a:t>
              </a:r>
              <a:r>
                <a:rPr lang="zh-CN" altLang="en-US" sz="2200" dirty="0">
                  <a:solidFill>
                    <a:srgbClr val="00B0F0"/>
                  </a:solidFill>
                  <a:latin typeface="楷体_GB2312" pitchFamily="1" charset="-122"/>
                </a:rPr>
                <a:t>输出时相应的联络信号</a:t>
              </a:r>
              <a:endParaRPr lang="zh-CN" altLang="en-US" sz="2200" dirty="0">
                <a:solidFill>
                  <a:srgbClr val="00B0F0"/>
                </a:solidFill>
                <a:latin typeface="楷体_GB2312" pitchFamily="1" charset="-122"/>
              </a:endParaRPr>
            </a:p>
          </p:txBody>
        </p:sp>
        <p:sp>
          <p:nvSpPr>
            <p:cNvPr id="179210" name="Freeform 4"/>
            <p:cNvSpPr/>
            <p:nvPr/>
          </p:nvSpPr>
          <p:spPr>
            <a:xfrm>
              <a:off x="2988" y="1920"/>
              <a:ext cx="2" cy="2258"/>
            </a:xfrm>
            <a:custGeom>
              <a:avLst/>
              <a:gdLst/>
              <a:ahLst/>
              <a:cxnLst>
                <a:cxn ang="0">
                  <a:pos x="0" y="0"/>
                </a:cxn>
                <a:cxn ang="0">
                  <a:pos x="2" y="2258"/>
                </a:cxn>
              </a:cxnLst>
              <a:pathLst>
                <a:path w="2" h="2258">
                  <a:moveTo>
                    <a:pt x="0" y="0"/>
                  </a:moveTo>
                  <a:lnTo>
                    <a:pt x="2" y="2258"/>
                  </a:lnTo>
                </a:path>
              </a:pathLst>
            </a:custGeom>
            <a:noFill/>
            <a:ln w="38100" cap="flat" cmpd="sng">
              <a:solidFill>
                <a:srgbClr val="000000">
                  <a:alpha val="100000"/>
                </a:srgbClr>
              </a:solidFill>
              <a:prstDash val="solid"/>
              <a:round/>
              <a:headEnd type="none" w="med" len="med"/>
              <a:tailEnd type="none" w="med" len="med"/>
            </a:ln>
          </p:spPr>
          <p:txBody>
            <a:bodyPr/>
            <a:p>
              <a:endParaRPr lang="zh-CN" altLang="en-US"/>
            </a:p>
          </p:txBody>
        </p:sp>
        <p:grpSp>
          <p:nvGrpSpPr>
            <p:cNvPr id="179211" name="Group 5"/>
            <p:cNvGrpSpPr/>
            <p:nvPr/>
          </p:nvGrpSpPr>
          <p:grpSpPr>
            <a:xfrm>
              <a:off x="336" y="1792"/>
              <a:ext cx="5128" cy="512"/>
              <a:chOff x="336" y="720"/>
              <a:chExt cx="5128" cy="512"/>
            </a:xfrm>
          </p:grpSpPr>
          <p:grpSp>
            <p:nvGrpSpPr>
              <p:cNvPr id="179277" name="Group 6"/>
              <p:cNvGrpSpPr/>
              <p:nvPr/>
            </p:nvGrpSpPr>
            <p:grpSpPr>
              <a:xfrm>
                <a:off x="420" y="952"/>
                <a:ext cx="1692" cy="248"/>
                <a:chOff x="722" y="1037"/>
                <a:chExt cx="4230" cy="620"/>
              </a:xfrm>
            </p:grpSpPr>
            <p:sp>
              <p:nvSpPr>
                <p:cNvPr id="179289" name="Text Box 7"/>
                <p:cNvSpPr txBox="1"/>
                <p:nvPr/>
              </p:nvSpPr>
              <p:spPr>
                <a:xfrm>
                  <a:off x="722"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1</a:t>
                  </a:r>
                  <a:endParaRPr lang="en-US" altLang="zh-CN" sz="2200" dirty="0">
                    <a:solidFill>
                      <a:schemeClr val="tx1"/>
                    </a:solidFill>
                    <a:latin typeface="Arial" panose="020B0604020202020204" pitchFamily="34" charset="0"/>
                  </a:endParaRPr>
                </a:p>
              </p:txBody>
            </p:sp>
            <p:sp>
              <p:nvSpPr>
                <p:cNvPr id="179290" name="Text Box 8"/>
                <p:cNvSpPr txBox="1"/>
                <p:nvPr/>
              </p:nvSpPr>
              <p:spPr>
                <a:xfrm>
                  <a:off x="1254" y="1037"/>
                  <a:ext cx="531"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3300"/>
                      </a:solidFill>
                      <a:latin typeface="Arial" panose="020B0604020202020204" pitchFamily="34" charset="0"/>
                    </a:rPr>
                    <a:t>0</a:t>
                  </a:r>
                  <a:endParaRPr lang="en-US" altLang="zh-CN" sz="2200" dirty="0">
                    <a:solidFill>
                      <a:srgbClr val="0000FF"/>
                    </a:solidFill>
                    <a:latin typeface="Arial" panose="020B0604020202020204" pitchFamily="34" charset="0"/>
                  </a:endParaRPr>
                </a:p>
              </p:txBody>
            </p:sp>
            <p:sp>
              <p:nvSpPr>
                <p:cNvPr id="179291" name="Text Box 9"/>
                <p:cNvSpPr txBox="1"/>
                <p:nvPr/>
              </p:nvSpPr>
              <p:spPr>
                <a:xfrm>
                  <a:off x="1777"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3300"/>
                      </a:solidFill>
                      <a:latin typeface="Arial" panose="020B0604020202020204" pitchFamily="34" charset="0"/>
                    </a:rPr>
                    <a:t>1</a:t>
                  </a:r>
                  <a:endParaRPr lang="en-US" altLang="zh-CN" sz="2200" dirty="0">
                    <a:solidFill>
                      <a:srgbClr val="0000FF"/>
                    </a:solidFill>
                    <a:latin typeface="Arial" panose="020B0604020202020204" pitchFamily="34" charset="0"/>
                  </a:endParaRPr>
                </a:p>
              </p:txBody>
            </p:sp>
            <p:sp>
              <p:nvSpPr>
                <p:cNvPr id="179292" name="Text Box 10"/>
                <p:cNvSpPr txBox="1"/>
                <p:nvPr/>
              </p:nvSpPr>
              <p:spPr>
                <a:xfrm>
                  <a:off x="2311" y="1037"/>
                  <a:ext cx="531"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0</a:t>
                  </a:r>
                  <a:endParaRPr lang="en-US" altLang="zh-CN" sz="2200" dirty="0">
                    <a:solidFill>
                      <a:schemeClr val="tx1"/>
                    </a:solidFill>
                    <a:latin typeface="Arial" panose="020B0604020202020204" pitchFamily="34" charset="0"/>
                  </a:endParaRPr>
                </a:p>
              </p:txBody>
            </p:sp>
            <p:sp>
              <p:nvSpPr>
                <p:cNvPr id="179293" name="Text Box 11"/>
                <p:cNvSpPr txBox="1"/>
                <p:nvPr/>
              </p:nvSpPr>
              <p:spPr>
                <a:xfrm>
                  <a:off x="2837"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9294" name="Text Box 12"/>
                <p:cNvSpPr txBox="1"/>
                <p:nvPr/>
              </p:nvSpPr>
              <p:spPr>
                <a:xfrm>
                  <a:off x="3364"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9295" name="Text Box 13"/>
                <p:cNvSpPr txBox="1"/>
                <p:nvPr/>
              </p:nvSpPr>
              <p:spPr>
                <a:xfrm>
                  <a:off x="3896" y="1037"/>
                  <a:ext cx="531"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9296" name="Text Box 14"/>
                <p:cNvSpPr txBox="1"/>
                <p:nvPr/>
              </p:nvSpPr>
              <p:spPr>
                <a:xfrm>
                  <a:off x="4422"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grpSp>
          <p:sp>
            <p:nvSpPr>
              <p:cNvPr id="179278" name="Text Box 15"/>
              <p:cNvSpPr txBox="1"/>
              <p:nvPr/>
            </p:nvSpPr>
            <p:spPr>
              <a:xfrm>
                <a:off x="336" y="720"/>
                <a:ext cx="1856"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latin typeface="Arial" panose="020B0604020202020204" pitchFamily="34" charset="0"/>
                  </a:rPr>
                  <a:t>A</a:t>
                </a:r>
                <a:r>
                  <a:rPr lang="zh-CN" altLang="en-US" sz="2200" dirty="0">
                    <a:latin typeface="Arial" panose="020B0604020202020204" pitchFamily="34" charset="0"/>
                  </a:rPr>
                  <a:t>口方式</a:t>
                </a:r>
                <a:r>
                  <a:rPr lang="en-US" altLang="zh-CN" sz="2200" dirty="0">
                    <a:latin typeface="Arial" panose="020B0604020202020204" pitchFamily="34" charset="0"/>
                  </a:rPr>
                  <a:t>1</a:t>
                </a:r>
                <a:r>
                  <a:rPr lang="zh-CN" altLang="en-US" sz="2200" dirty="0">
                    <a:latin typeface="Arial" panose="020B0604020202020204" pitchFamily="34" charset="0"/>
                  </a:rPr>
                  <a:t>输出控制字</a:t>
                </a:r>
                <a:endParaRPr lang="zh-CN" altLang="en-US" sz="2200" dirty="0">
                  <a:latin typeface="Arial" panose="020B0604020202020204" pitchFamily="34" charset="0"/>
                </a:endParaRPr>
              </a:p>
            </p:txBody>
          </p:sp>
          <p:grpSp>
            <p:nvGrpSpPr>
              <p:cNvPr id="179279" name="Group 16"/>
              <p:cNvGrpSpPr/>
              <p:nvPr/>
            </p:nvGrpSpPr>
            <p:grpSpPr>
              <a:xfrm>
                <a:off x="3692" y="984"/>
                <a:ext cx="1692" cy="248"/>
                <a:chOff x="722" y="1197"/>
                <a:chExt cx="4230" cy="540"/>
              </a:xfrm>
            </p:grpSpPr>
            <p:sp>
              <p:nvSpPr>
                <p:cNvPr id="179281" name="Text Box 17"/>
                <p:cNvSpPr txBox="1"/>
                <p:nvPr/>
              </p:nvSpPr>
              <p:spPr>
                <a:xfrm>
                  <a:off x="722"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1</a:t>
                  </a:r>
                  <a:endParaRPr lang="en-US" altLang="zh-CN" sz="2200" dirty="0">
                    <a:solidFill>
                      <a:schemeClr val="tx1"/>
                    </a:solidFill>
                    <a:latin typeface="Arial" panose="020B0604020202020204" pitchFamily="34" charset="0"/>
                  </a:endParaRPr>
                </a:p>
              </p:txBody>
            </p:sp>
            <p:sp>
              <p:nvSpPr>
                <p:cNvPr id="179282" name="Text Box 18"/>
                <p:cNvSpPr txBox="1"/>
                <p:nvPr/>
              </p:nvSpPr>
              <p:spPr>
                <a:xfrm>
                  <a:off x="1254" y="1197"/>
                  <a:ext cx="531"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9283" name="Text Box 19"/>
                <p:cNvSpPr txBox="1"/>
                <p:nvPr/>
              </p:nvSpPr>
              <p:spPr>
                <a:xfrm>
                  <a:off x="1777"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9284" name="Text Box 20"/>
                <p:cNvSpPr txBox="1"/>
                <p:nvPr/>
              </p:nvSpPr>
              <p:spPr>
                <a:xfrm>
                  <a:off x="2311" y="1197"/>
                  <a:ext cx="531"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9285" name="Text Box 21"/>
                <p:cNvSpPr txBox="1"/>
                <p:nvPr/>
              </p:nvSpPr>
              <p:spPr>
                <a:xfrm>
                  <a:off x="2837"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79286" name="Text Box 22"/>
                <p:cNvSpPr txBox="1"/>
                <p:nvPr/>
              </p:nvSpPr>
              <p:spPr>
                <a:xfrm>
                  <a:off x="3364"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3300"/>
                      </a:solidFill>
                      <a:latin typeface="Arial" panose="020B0604020202020204" pitchFamily="34" charset="0"/>
                    </a:rPr>
                    <a:t>1</a:t>
                  </a:r>
                  <a:endParaRPr lang="en-US" altLang="zh-CN" sz="2200" dirty="0">
                    <a:solidFill>
                      <a:srgbClr val="0000FF"/>
                    </a:solidFill>
                    <a:latin typeface="Arial" panose="020B0604020202020204" pitchFamily="34" charset="0"/>
                  </a:endParaRPr>
                </a:p>
              </p:txBody>
            </p:sp>
            <p:sp>
              <p:nvSpPr>
                <p:cNvPr id="179287" name="Text Box 23"/>
                <p:cNvSpPr txBox="1"/>
                <p:nvPr/>
              </p:nvSpPr>
              <p:spPr>
                <a:xfrm>
                  <a:off x="3896" y="1197"/>
                  <a:ext cx="531"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0</a:t>
                  </a:r>
                  <a:endParaRPr lang="en-US" altLang="zh-CN" sz="2200" dirty="0">
                    <a:solidFill>
                      <a:schemeClr val="tx1"/>
                    </a:solidFill>
                    <a:latin typeface="Arial" panose="020B0604020202020204" pitchFamily="34" charset="0"/>
                  </a:endParaRPr>
                </a:p>
              </p:txBody>
            </p:sp>
            <p:sp>
              <p:nvSpPr>
                <p:cNvPr id="179288" name="Text Box 24"/>
                <p:cNvSpPr txBox="1"/>
                <p:nvPr/>
              </p:nvSpPr>
              <p:spPr>
                <a:xfrm>
                  <a:off x="4422"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grpSp>
          <p:sp>
            <p:nvSpPr>
              <p:cNvPr id="179280" name="Text Box 25"/>
              <p:cNvSpPr txBox="1"/>
              <p:nvPr/>
            </p:nvSpPr>
            <p:spPr>
              <a:xfrm>
                <a:off x="3608" y="752"/>
                <a:ext cx="1856"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latin typeface="Arial" panose="020B0604020202020204" pitchFamily="34" charset="0"/>
                  </a:rPr>
                  <a:t>B</a:t>
                </a:r>
                <a:r>
                  <a:rPr lang="zh-CN" altLang="en-US" sz="2200" dirty="0">
                    <a:latin typeface="Arial" panose="020B0604020202020204" pitchFamily="34" charset="0"/>
                  </a:rPr>
                  <a:t>口方式</a:t>
                </a:r>
                <a:r>
                  <a:rPr lang="en-US" altLang="zh-CN" sz="2200" dirty="0">
                    <a:latin typeface="Arial" panose="020B0604020202020204" pitchFamily="34" charset="0"/>
                  </a:rPr>
                  <a:t>1</a:t>
                </a:r>
                <a:r>
                  <a:rPr lang="zh-CN" altLang="en-US" sz="2200" dirty="0">
                    <a:latin typeface="Arial" panose="020B0604020202020204" pitchFamily="34" charset="0"/>
                  </a:rPr>
                  <a:t>输出控制字</a:t>
                </a:r>
                <a:endParaRPr lang="zh-CN" altLang="en-US" sz="2200" dirty="0">
                  <a:latin typeface="Arial" panose="020B0604020202020204" pitchFamily="34" charset="0"/>
                </a:endParaRPr>
              </a:p>
            </p:txBody>
          </p:sp>
        </p:grpSp>
        <p:grpSp>
          <p:nvGrpSpPr>
            <p:cNvPr id="179212" name="Group 26"/>
            <p:cNvGrpSpPr/>
            <p:nvPr/>
          </p:nvGrpSpPr>
          <p:grpSpPr>
            <a:xfrm>
              <a:off x="192" y="2304"/>
              <a:ext cx="2328" cy="1673"/>
              <a:chOff x="144" y="2416"/>
              <a:chExt cx="2328" cy="2105"/>
            </a:xfrm>
          </p:grpSpPr>
          <p:sp>
            <p:nvSpPr>
              <p:cNvPr id="179245" name="Text Box 27"/>
              <p:cNvSpPr txBox="1"/>
              <p:nvPr/>
            </p:nvSpPr>
            <p:spPr>
              <a:xfrm>
                <a:off x="744" y="2457"/>
                <a:ext cx="912" cy="2064"/>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chemeClr val="bg2"/>
                  </a:solidFill>
                  <a:latin typeface="Arial" panose="020B0604020202020204" pitchFamily="34" charset="0"/>
                </a:endParaRPr>
              </a:p>
            </p:txBody>
          </p:sp>
          <p:sp>
            <p:nvSpPr>
              <p:cNvPr id="179246" name="Text Box 28"/>
              <p:cNvSpPr txBox="1"/>
              <p:nvPr/>
            </p:nvSpPr>
            <p:spPr>
              <a:xfrm>
                <a:off x="912" y="2544"/>
                <a:ext cx="720" cy="256"/>
              </a:xfrm>
              <a:prstGeom prst="rect">
                <a:avLst/>
              </a:prstGeom>
              <a:solidFill>
                <a:srgbClr val="CCCCFF"/>
              </a:solid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PA7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PA0</a:t>
                </a:r>
                <a:endParaRPr lang="en-US" altLang="zh-CN" sz="2200" b="0" dirty="0">
                  <a:solidFill>
                    <a:schemeClr val="bg2"/>
                  </a:solidFill>
                  <a:latin typeface="Arial" panose="020B0604020202020204" pitchFamily="34" charset="0"/>
                </a:endParaRPr>
              </a:p>
            </p:txBody>
          </p:sp>
          <p:sp>
            <p:nvSpPr>
              <p:cNvPr id="179247" name="Text Box 29"/>
              <p:cNvSpPr txBox="1"/>
              <p:nvPr/>
            </p:nvSpPr>
            <p:spPr>
              <a:xfrm>
                <a:off x="1248" y="3440"/>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PC6</a:t>
                </a:r>
                <a:endParaRPr lang="en-US" altLang="zh-CN" sz="2200" dirty="0">
                  <a:solidFill>
                    <a:schemeClr val="accent1"/>
                  </a:solidFill>
                  <a:latin typeface="宋体" panose="02010600030101010101" pitchFamily="2" charset="-122"/>
                </a:endParaRPr>
              </a:p>
            </p:txBody>
          </p:sp>
          <p:sp>
            <p:nvSpPr>
              <p:cNvPr id="179248" name="Text Box 30"/>
              <p:cNvSpPr txBox="1"/>
              <p:nvPr/>
            </p:nvSpPr>
            <p:spPr>
              <a:xfrm>
                <a:off x="1248" y="3696"/>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PC7</a:t>
                </a:r>
                <a:endParaRPr lang="en-US" altLang="zh-CN" sz="2200" dirty="0">
                  <a:solidFill>
                    <a:schemeClr val="accent1"/>
                  </a:solidFill>
                  <a:latin typeface="宋体" panose="02010600030101010101" pitchFamily="2" charset="-122"/>
                </a:endParaRPr>
              </a:p>
            </p:txBody>
          </p:sp>
          <p:sp>
            <p:nvSpPr>
              <p:cNvPr id="179249" name="Text Box 31"/>
              <p:cNvSpPr txBox="1"/>
              <p:nvPr/>
            </p:nvSpPr>
            <p:spPr>
              <a:xfrm>
                <a:off x="1248" y="4224"/>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PC3</a:t>
                </a:r>
                <a:endParaRPr lang="en-US" altLang="zh-CN" sz="2200" dirty="0">
                  <a:solidFill>
                    <a:schemeClr val="accent1"/>
                  </a:solidFill>
                  <a:latin typeface="宋体" panose="02010600030101010101" pitchFamily="2" charset="-122"/>
                </a:endParaRPr>
              </a:p>
            </p:txBody>
          </p:sp>
          <p:sp>
            <p:nvSpPr>
              <p:cNvPr id="179250" name="Line 32"/>
              <p:cNvSpPr/>
              <p:nvPr/>
            </p:nvSpPr>
            <p:spPr>
              <a:xfrm>
                <a:off x="1456" y="2808"/>
                <a:ext cx="0" cy="624"/>
              </a:xfrm>
              <a:prstGeom prst="line">
                <a:avLst/>
              </a:prstGeom>
              <a:ln w="25400" cap="flat" cmpd="sng">
                <a:solidFill>
                  <a:srgbClr val="000000"/>
                </a:solidFill>
                <a:prstDash val="solid"/>
                <a:headEnd type="triangle" w="med" len="med"/>
                <a:tailEnd type="triangle" w="med" len="med"/>
              </a:ln>
            </p:spPr>
          </p:sp>
          <p:sp>
            <p:nvSpPr>
              <p:cNvPr id="179251" name="Text Box 33"/>
              <p:cNvSpPr txBox="1"/>
              <p:nvPr/>
            </p:nvSpPr>
            <p:spPr>
              <a:xfrm>
                <a:off x="784" y="2896"/>
                <a:ext cx="488" cy="448"/>
              </a:xfrm>
              <a:prstGeom prst="rect">
                <a:avLst/>
              </a:prstGeom>
              <a:solidFill>
                <a:srgbClr val="00FFFF"/>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INTEA</a:t>
                </a:r>
                <a:endParaRPr lang="en-US" altLang="zh-CN" sz="2200" dirty="0">
                  <a:solidFill>
                    <a:schemeClr val="tx1"/>
                  </a:solidFill>
                  <a:latin typeface="宋体" panose="02010600030101010101" pitchFamily="2" charset="-122"/>
                </a:endParaRPr>
              </a:p>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PC6</a:t>
                </a:r>
                <a:endParaRPr lang="en-US" altLang="zh-CN" sz="2200" dirty="0">
                  <a:solidFill>
                    <a:schemeClr val="tx1"/>
                  </a:solidFill>
                  <a:latin typeface="宋体" panose="02010600030101010101" pitchFamily="2" charset="-122"/>
                </a:endParaRPr>
              </a:p>
            </p:txBody>
          </p:sp>
          <p:sp>
            <p:nvSpPr>
              <p:cNvPr id="179252" name="Line 34"/>
              <p:cNvSpPr/>
              <p:nvPr/>
            </p:nvSpPr>
            <p:spPr>
              <a:xfrm>
                <a:off x="840" y="3344"/>
                <a:ext cx="0" cy="680"/>
              </a:xfrm>
              <a:prstGeom prst="line">
                <a:avLst/>
              </a:prstGeom>
              <a:ln w="25400" cap="flat" cmpd="sng">
                <a:solidFill>
                  <a:srgbClr val="FF0000"/>
                </a:solidFill>
                <a:prstDash val="solid"/>
                <a:headEnd type="none" w="med" len="med"/>
                <a:tailEnd type="triangle" w="med" len="med"/>
              </a:ln>
            </p:spPr>
          </p:sp>
          <p:sp>
            <p:nvSpPr>
              <p:cNvPr id="179253" name="Text Box 35"/>
              <p:cNvSpPr txBox="1"/>
              <p:nvPr/>
            </p:nvSpPr>
            <p:spPr>
              <a:xfrm>
                <a:off x="792" y="4024"/>
                <a:ext cx="376" cy="256"/>
              </a:xfrm>
              <a:prstGeom prst="rect">
                <a:avLst/>
              </a:prstGeom>
              <a:solidFill>
                <a:srgbClr val="FF99CC"/>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楷体_GB2312" pitchFamily="1" charset="-122"/>
                  </a:rPr>
                  <a:t>与门</a:t>
                </a:r>
                <a:endParaRPr lang="zh-CN" altLang="en-US" sz="2200" dirty="0">
                  <a:solidFill>
                    <a:schemeClr val="tx1"/>
                  </a:solidFill>
                  <a:latin typeface="楷体_GB2312" pitchFamily="1" charset="-122"/>
                </a:endParaRPr>
              </a:p>
            </p:txBody>
          </p:sp>
          <p:sp>
            <p:nvSpPr>
              <p:cNvPr id="179254" name="Line 36"/>
              <p:cNvSpPr/>
              <p:nvPr/>
            </p:nvSpPr>
            <p:spPr>
              <a:xfrm>
                <a:off x="968" y="3568"/>
                <a:ext cx="272" cy="0"/>
              </a:xfrm>
              <a:prstGeom prst="line">
                <a:avLst/>
              </a:prstGeom>
              <a:ln w="25400" cap="flat" cmpd="sng">
                <a:solidFill>
                  <a:srgbClr val="000000"/>
                </a:solidFill>
                <a:prstDash val="solid"/>
                <a:headEnd type="none" w="med" len="med"/>
                <a:tailEnd type="none" w="med" len="med"/>
              </a:ln>
            </p:spPr>
          </p:sp>
          <p:sp>
            <p:nvSpPr>
              <p:cNvPr id="179255" name="Line 37"/>
              <p:cNvSpPr/>
              <p:nvPr/>
            </p:nvSpPr>
            <p:spPr>
              <a:xfrm>
                <a:off x="968" y="3357"/>
                <a:ext cx="0" cy="236"/>
              </a:xfrm>
              <a:prstGeom prst="line">
                <a:avLst/>
              </a:prstGeom>
              <a:ln w="25400" cap="flat" cmpd="sng">
                <a:solidFill>
                  <a:srgbClr val="000000"/>
                </a:solidFill>
                <a:prstDash val="solid"/>
                <a:headEnd type="triangle" w="med" len="med"/>
                <a:tailEnd type="none" w="med" len="med"/>
              </a:ln>
            </p:spPr>
          </p:sp>
          <p:sp>
            <p:nvSpPr>
              <p:cNvPr id="179256" name="Line 38"/>
              <p:cNvSpPr/>
              <p:nvPr/>
            </p:nvSpPr>
            <p:spPr>
              <a:xfrm>
                <a:off x="1104" y="3784"/>
                <a:ext cx="144" cy="8"/>
              </a:xfrm>
              <a:prstGeom prst="line">
                <a:avLst/>
              </a:prstGeom>
              <a:ln w="25400" cap="flat" cmpd="sng">
                <a:solidFill>
                  <a:srgbClr val="000000"/>
                </a:solidFill>
                <a:prstDash val="solid"/>
                <a:headEnd type="none" w="med" len="med"/>
                <a:tailEnd type="none" w="med" len="med"/>
              </a:ln>
            </p:spPr>
          </p:sp>
          <p:sp>
            <p:nvSpPr>
              <p:cNvPr id="179257" name="Line 39"/>
              <p:cNvSpPr/>
              <p:nvPr/>
            </p:nvSpPr>
            <p:spPr>
              <a:xfrm>
                <a:off x="1104" y="3792"/>
                <a:ext cx="0" cy="224"/>
              </a:xfrm>
              <a:prstGeom prst="line">
                <a:avLst/>
              </a:prstGeom>
              <a:ln w="25400" cap="flat" cmpd="sng">
                <a:solidFill>
                  <a:srgbClr val="000000"/>
                </a:solidFill>
                <a:prstDash val="solid"/>
                <a:headEnd type="none" w="med" len="med"/>
                <a:tailEnd type="triangle" w="med" len="med"/>
              </a:ln>
            </p:spPr>
          </p:sp>
          <p:sp>
            <p:nvSpPr>
              <p:cNvPr id="179258" name="Line 40"/>
              <p:cNvSpPr/>
              <p:nvPr/>
            </p:nvSpPr>
            <p:spPr>
              <a:xfrm>
                <a:off x="968" y="4280"/>
                <a:ext cx="0" cy="80"/>
              </a:xfrm>
              <a:prstGeom prst="line">
                <a:avLst/>
              </a:prstGeom>
              <a:ln w="25400" cap="flat" cmpd="sng">
                <a:solidFill>
                  <a:srgbClr val="000000"/>
                </a:solidFill>
                <a:prstDash val="solid"/>
                <a:headEnd type="none" w="med" len="med"/>
                <a:tailEnd type="none" w="med" len="med"/>
              </a:ln>
            </p:spPr>
          </p:sp>
          <p:sp>
            <p:nvSpPr>
              <p:cNvPr id="179259" name="Line 41"/>
              <p:cNvSpPr/>
              <p:nvPr/>
            </p:nvSpPr>
            <p:spPr>
              <a:xfrm>
                <a:off x="968" y="4352"/>
                <a:ext cx="280" cy="0"/>
              </a:xfrm>
              <a:prstGeom prst="line">
                <a:avLst/>
              </a:prstGeom>
              <a:ln w="25400" cap="flat" cmpd="sng">
                <a:solidFill>
                  <a:srgbClr val="000000"/>
                </a:solidFill>
                <a:prstDash val="solid"/>
                <a:headEnd type="none" w="med" len="med"/>
                <a:tailEnd type="triangle" w="med" len="med"/>
              </a:ln>
            </p:spPr>
          </p:sp>
          <p:sp>
            <p:nvSpPr>
              <p:cNvPr id="179260" name="Line 42"/>
              <p:cNvSpPr/>
              <p:nvPr/>
            </p:nvSpPr>
            <p:spPr>
              <a:xfrm flipH="1">
                <a:off x="1616" y="3576"/>
                <a:ext cx="408" cy="0"/>
              </a:xfrm>
              <a:prstGeom prst="line">
                <a:avLst/>
              </a:prstGeom>
              <a:ln w="25400" cap="flat" cmpd="sng">
                <a:solidFill>
                  <a:srgbClr val="0000FF"/>
                </a:solidFill>
                <a:prstDash val="solid"/>
                <a:headEnd type="none" w="med" len="med"/>
                <a:tailEnd type="triangle" w="med" len="med"/>
              </a:ln>
            </p:spPr>
          </p:sp>
          <p:sp>
            <p:nvSpPr>
              <p:cNvPr id="179261" name="Line 43"/>
              <p:cNvSpPr/>
              <p:nvPr/>
            </p:nvSpPr>
            <p:spPr>
              <a:xfrm rot="-10800000" flipH="1">
                <a:off x="1616" y="3832"/>
                <a:ext cx="408" cy="0"/>
              </a:xfrm>
              <a:prstGeom prst="line">
                <a:avLst/>
              </a:prstGeom>
              <a:ln w="25400" cap="flat" cmpd="sng">
                <a:solidFill>
                  <a:srgbClr val="0000FF"/>
                </a:solidFill>
                <a:prstDash val="solid"/>
                <a:headEnd type="none" w="med" len="med"/>
                <a:tailEnd type="triangle" w="med" len="med"/>
              </a:ln>
            </p:spPr>
          </p:sp>
          <p:sp>
            <p:nvSpPr>
              <p:cNvPr id="179262" name="Line 44"/>
              <p:cNvSpPr/>
              <p:nvPr/>
            </p:nvSpPr>
            <p:spPr>
              <a:xfrm rot="10800000" flipH="1" flipV="1">
                <a:off x="1624" y="4344"/>
                <a:ext cx="336" cy="0"/>
              </a:xfrm>
              <a:prstGeom prst="line">
                <a:avLst/>
              </a:prstGeom>
              <a:ln w="25400" cap="flat" cmpd="sng">
                <a:solidFill>
                  <a:srgbClr val="0000FF"/>
                </a:solidFill>
                <a:prstDash val="solid"/>
                <a:headEnd type="none" w="med" len="med"/>
                <a:tailEnd type="triangle" w="med" len="med"/>
              </a:ln>
            </p:spPr>
          </p:sp>
          <p:grpSp>
            <p:nvGrpSpPr>
              <p:cNvPr id="179263" name="Group 45"/>
              <p:cNvGrpSpPr/>
              <p:nvPr/>
            </p:nvGrpSpPr>
            <p:grpSpPr>
              <a:xfrm>
                <a:off x="1928" y="3456"/>
                <a:ext cx="544" cy="1024"/>
                <a:chOff x="1928" y="2416"/>
                <a:chExt cx="544" cy="1024"/>
              </a:xfrm>
            </p:grpSpPr>
            <p:sp>
              <p:nvSpPr>
                <p:cNvPr id="179272" name="Text Box 46"/>
                <p:cNvSpPr txBox="1"/>
                <p:nvPr/>
              </p:nvSpPr>
              <p:spPr>
                <a:xfrm>
                  <a:off x="1984" y="2672"/>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OBFA</a:t>
                  </a:r>
                  <a:endParaRPr lang="en-US" altLang="zh-CN" sz="2200" dirty="0">
                    <a:solidFill>
                      <a:schemeClr val="bg2"/>
                    </a:solidFill>
                    <a:latin typeface="宋体" panose="02010600030101010101" pitchFamily="2" charset="-122"/>
                  </a:endParaRPr>
                </a:p>
              </p:txBody>
            </p:sp>
            <p:grpSp>
              <p:nvGrpSpPr>
                <p:cNvPr id="179273" name="Group 47"/>
                <p:cNvGrpSpPr/>
                <p:nvPr/>
              </p:nvGrpSpPr>
              <p:grpSpPr>
                <a:xfrm>
                  <a:off x="1928" y="2416"/>
                  <a:ext cx="544" cy="1024"/>
                  <a:chOff x="1928" y="2416"/>
                  <a:chExt cx="544" cy="1024"/>
                </a:xfrm>
              </p:grpSpPr>
              <p:sp>
                <p:nvSpPr>
                  <p:cNvPr id="179274" name="Text Box 48"/>
                  <p:cNvSpPr txBox="1"/>
                  <p:nvPr/>
                </p:nvSpPr>
                <p:spPr>
                  <a:xfrm>
                    <a:off x="2009" y="2416"/>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ACKA</a:t>
                    </a:r>
                    <a:endParaRPr lang="en-US" altLang="zh-CN" sz="2200" dirty="0">
                      <a:solidFill>
                        <a:schemeClr val="bg2"/>
                      </a:solidFill>
                      <a:latin typeface="宋体" panose="02010600030101010101" pitchFamily="2" charset="-122"/>
                    </a:endParaRPr>
                  </a:p>
                </p:txBody>
              </p:sp>
              <p:sp>
                <p:nvSpPr>
                  <p:cNvPr id="179275" name="Line 49"/>
                  <p:cNvSpPr/>
                  <p:nvPr/>
                </p:nvSpPr>
                <p:spPr>
                  <a:xfrm flipV="1">
                    <a:off x="2056" y="2448"/>
                    <a:ext cx="344" cy="0"/>
                  </a:xfrm>
                  <a:prstGeom prst="line">
                    <a:avLst/>
                  </a:prstGeom>
                  <a:ln w="25400" cap="flat" cmpd="sng">
                    <a:solidFill>
                      <a:srgbClr val="000000"/>
                    </a:solidFill>
                    <a:prstDash val="solid"/>
                    <a:headEnd type="none" w="med" len="med"/>
                    <a:tailEnd type="none" w="med" len="med"/>
                  </a:ln>
                </p:spPr>
              </p:sp>
              <p:sp>
                <p:nvSpPr>
                  <p:cNvPr id="179276" name="Text Box 50"/>
                  <p:cNvSpPr txBox="1"/>
                  <p:nvPr/>
                </p:nvSpPr>
                <p:spPr>
                  <a:xfrm>
                    <a:off x="1928" y="3184"/>
                    <a:ext cx="54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INTRA</a:t>
                    </a:r>
                    <a:endParaRPr lang="en-US" altLang="zh-CN" sz="2200" dirty="0">
                      <a:solidFill>
                        <a:schemeClr val="tx1"/>
                      </a:solidFill>
                      <a:latin typeface="宋体" panose="02010600030101010101" pitchFamily="2" charset="-122"/>
                    </a:endParaRPr>
                  </a:p>
                </p:txBody>
              </p:sp>
            </p:grpSp>
          </p:grpSp>
          <p:sp>
            <p:nvSpPr>
              <p:cNvPr id="179264" name="Line 51"/>
              <p:cNvSpPr/>
              <p:nvPr/>
            </p:nvSpPr>
            <p:spPr>
              <a:xfrm>
                <a:off x="504" y="4368"/>
                <a:ext cx="240" cy="0"/>
              </a:xfrm>
              <a:prstGeom prst="line">
                <a:avLst/>
              </a:prstGeom>
              <a:ln w="25400" cap="flat" cmpd="sng">
                <a:solidFill>
                  <a:srgbClr val="000000"/>
                </a:solidFill>
                <a:prstDash val="solid"/>
                <a:headEnd type="none" w="med" len="med"/>
                <a:tailEnd type="triangle" w="med" len="med"/>
              </a:ln>
            </p:spPr>
          </p:sp>
          <p:grpSp>
            <p:nvGrpSpPr>
              <p:cNvPr id="179265" name="Group 52"/>
              <p:cNvGrpSpPr/>
              <p:nvPr/>
            </p:nvGrpSpPr>
            <p:grpSpPr>
              <a:xfrm>
                <a:off x="264" y="4240"/>
                <a:ext cx="232" cy="256"/>
                <a:chOff x="372" y="6657"/>
                <a:chExt cx="580" cy="640"/>
              </a:xfrm>
            </p:grpSpPr>
            <p:sp>
              <p:nvSpPr>
                <p:cNvPr id="179270" name="Text Box 53"/>
                <p:cNvSpPr txBox="1"/>
                <p:nvPr/>
              </p:nvSpPr>
              <p:spPr>
                <a:xfrm>
                  <a:off x="372" y="6657"/>
                  <a:ext cx="580" cy="640"/>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WR</a:t>
                  </a:r>
                  <a:endParaRPr lang="en-US" altLang="zh-CN" sz="2200" dirty="0">
                    <a:solidFill>
                      <a:schemeClr val="bg2"/>
                    </a:solidFill>
                    <a:latin typeface="宋体" panose="02010600030101010101" pitchFamily="2" charset="-122"/>
                  </a:endParaRPr>
                </a:p>
              </p:txBody>
            </p:sp>
            <p:sp>
              <p:nvSpPr>
                <p:cNvPr id="179271" name="Line 54"/>
                <p:cNvSpPr/>
                <p:nvPr/>
              </p:nvSpPr>
              <p:spPr>
                <a:xfrm>
                  <a:off x="432" y="6757"/>
                  <a:ext cx="380" cy="0"/>
                </a:xfrm>
                <a:prstGeom prst="line">
                  <a:avLst/>
                </a:prstGeom>
                <a:ln w="25400" cap="flat" cmpd="sng">
                  <a:solidFill>
                    <a:srgbClr val="000000"/>
                  </a:solidFill>
                  <a:prstDash val="solid"/>
                  <a:headEnd type="none" w="med" len="med"/>
                  <a:tailEnd type="none" w="med" len="med"/>
                </a:ln>
              </p:spPr>
            </p:sp>
          </p:grpSp>
          <p:sp>
            <p:nvSpPr>
              <p:cNvPr id="179266" name="AutoShape 55"/>
              <p:cNvSpPr/>
              <p:nvPr/>
            </p:nvSpPr>
            <p:spPr>
              <a:xfrm rot="10800000">
                <a:off x="144" y="2568"/>
                <a:ext cx="600" cy="200"/>
              </a:xfrm>
              <a:prstGeom prst="leftArrow">
                <a:avLst>
                  <a:gd name="adj1" fmla="val 50000"/>
                  <a:gd name="adj2" fmla="val 75000"/>
                </a:avLst>
              </a:prstGeom>
              <a:solidFill>
                <a:srgbClr val="00CCFF"/>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79267" name="Text Box 56"/>
              <p:cNvSpPr txBox="1"/>
              <p:nvPr/>
            </p:nvSpPr>
            <p:spPr>
              <a:xfrm>
                <a:off x="240" y="2416"/>
                <a:ext cx="50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tx1"/>
                  </a:solidFill>
                  <a:latin typeface="宋体" panose="02010600030101010101" pitchFamily="2" charset="-122"/>
                </a:endParaRPr>
              </a:p>
            </p:txBody>
          </p:sp>
          <p:sp>
            <p:nvSpPr>
              <p:cNvPr id="179268" name="AutoShape 57"/>
              <p:cNvSpPr/>
              <p:nvPr/>
            </p:nvSpPr>
            <p:spPr>
              <a:xfrm rot="10800000">
                <a:off x="1640" y="2552"/>
                <a:ext cx="504" cy="232"/>
              </a:xfrm>
              <a:prstGeom prst="leftArrow">
                <a:avLst>
                  <a:gd name="adj1" fmla="val 50000"/>
                  <a:gd name="adj2" fmla="val 54250"/>
                </a:avLst>
              </a:prstGeom>
              <a:solidFill>
                <a:schemeClr val="accent1"/>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79269" name="Line 58"/>
              <p:cNvSpPr/>
              <p:nvPr/>
            </p:nvSpPr>
            <p:spPr>
              <a:xfrm>
                <a:off x="2016" y="3749"/>
                <a:ext cx="336" cy="0"/>
              </a:xfrm>
              <a:prstGeom prst="line">
                <a:avLst/>
              </a:prstGeom>
              <a:ln w="9525" cap="flat" cmpd="sng">
                <a:solidFill>
                  <a:schemeClr val="tx1"/>
                </a:solidFill>
                <a:prstDash val="solid"/>
                <a:headEnd type="none" w="med" len="med"/>
                <a:tailEnd type="none" w="med" len="med"/>
              </a:ln>
            </p:spPr>
          </p:sp>
        </p:grpSp>
        <p:grpSp>
          <p:nvGrpSpPr>
            <p:cNvPr id="179213" name="Group 59"/>
            <p:cNvGrpSpPr/>
            <p:nvPr/>
          </p:nvGrpSpPr>
          <p:grpSpPr>
            <a:xfrm>
              <a:off x="3264" y="2343"/>
              <a:ext cx="2400" cy="1632"/>
              <a:chOff x="3360" y="2432"/>
              <a:chExt cx="2400" cy="2097"/>
            </a:xfrm>
          </p:grpSpPr>
          <p:sp>
            <p:nvSpPr>
              <p:cNvPr id="179215" name="Text Box 60"/>
              <p:cNvSpPr txBox="1"/>
              <p:nvPr/>
            </p:nvSpPr>
            <p:spPr>
              <a:xfrm>
                <a:off x="4032" y="2465"/>
                <a:ext cx="912" cy="2064"/>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chemeClr val="bg2"/>
                  </a:solidFill>
                  <a:latin typeface="Arial" panose="020B0604020202020204" pitchFamily="34" charset="0"/>
                </a:endParaRPr>
              </a:p>
            </p:txBody>
          </p:sp>
          <p:sp>
            <p:nvSpPr>
              <p:cNvPr id="179216" name="Text Box 61"/>
              <p:cNvSpPr txBox="1"/>
              <p:nvPr/>
            </p:nvSpPr>
            <p:spPr>
              <a:xfrm>
                <a:off x="4224" y="2552"/>
                <a:ext cx="696" cy="264"/>
              </a:xfrm>
              <a:prstGeom prst="rect">
                <a:avLst/>
              </a:prstGeom>
              <a:solidFill>
                <a:srgbClr val="FFCC99"/>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PB7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PB0</a:t>
                </a:r>
                <a:endParaRPr lang="en-US" altLang="zh-CN" sz="2200" dirty="0">
                  <a:solidFill>
                    <a:schemeClr val="bg2"/>
                  </a:solidFill>
                  <a:latin typeface="宋体" panose="02010600030101010101" pitchFamily="2" charset="-122"/>
                </a:endParaRPr>
              </a:p>
            </p:txBody>
          </p:sp>
          <p:sp>
            <p:nvSpPr>
              <p:cNvPr id="179217" name="Text Box 62"/>
              <p:cNvSpPr txBox="1"/>
              <p:nvPr/>
            </p:nvSpPr>
            <p:spPr>
              <a:xfrm>
                <a:off x="4536" y="3448"/>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PC2</a:t>
                </a:r>
                <a:endParaRPr lang="en-US" altLang="zh-CN" sz="2200" dirty="0">
                  <a:solidFill>
                    <a:schemeClr val="accent1"/>
                  </a:solidFill>
                  <a:latin typeface="宋体" panose="02010600030101010101" pitchFamily="2" charset="-122"/>
                </a:endParaRPr>
              </a:p>
            </p:txBody>
          </p:sp>
          <p:sp>
            <p:nvSpPr>
              <p:cNvPr id="179218" name="Text Box 63"/>
              <p:cNvSpPr txBox="1"/>
              <p:nvPr/>
            </p:nvSpPr>
            <p:spPr>
              <a:xfrm>
                <a:off x="4536" y="3704"/>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PC1</a:t>
                </a:r>
                <a:endParaRPr lang="en-US" altLang="zh-CN" sz="2200" dirty="0">
                  <a:solidFill>
                    <a:schemeClr val="accent1"/>
                  </a:solidFill>
                  <a:latin typeface="宋体" panose="02010600030101010101" pitchFamily="2" charset="-122"/>
                </a:endParaRPr>
              </a:p>
            </p:txBody>
          </p:sp>
          <p:sp>
            <p:nvSpPr>
              <p:cNvPr id="179219" name="Text Box 64"/>
              <p:cNvSpPr txBox="1"/>
              <p:nvPr/>
            </p:nvSpPr>
            <p:spPr>
              <a:xfrm>
                <a:off x="4536" y="4232"/>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PC0</a:t>
                </a:r>
                <a:endParaRPr lang="en-US" altLang="zh-CN" sz="2200" dirty="0">
                  <a:solidFill>
                    <a:schemeClr val="accent1"/>
                  </a:solidFill>
                  <a:latin typeface="宋体" panose="02010600030101010101" pitchFamily="2" charset="-122"/>
                </a:endParaRPr>
              </a:p>
            </p:txBody>
          </p:sp>
          <p:sp>
            <p:nvSpPr>
              <p:cNvPr id="179220" name="Line 65"/>
              <p:cNvSpPr/>
              <p:nvPr/>
            </p:nvSpPr>
            <p:spPr>
              <a:xfrm>
                <a:off x="4744" y="2816"/>
                <a:ext cx="0" cy="624"/>
              </a:xfrm>
              <a:prstGeom prst="line">
                <a:avLst/>
              </a:prstGeom>
              <a:ln w="25400" cap="flat" cmpd="sng">
                <a:solidFill>
                  <a:srgbClr val="000000"/>
                </a:solidFill>
                <a:prstDash val="solid"/>
                <a:headEnd type="triangle" w="med" len="med"/>
                <a:tailEnd type="triangle" w="med" len="med"/>
              </a:ln>
            </p:spPr>
          </p:sp>
          <p:sp>
            <p:nvSpPr>
              <p:cNvPr id="179221" name="Text Box 66"/>
              <p:cNvSpPr txBox="1"/>
              <p:nvPr/>
            </p:nvSpPr>
            <p:spPr>
              <a:xfrm>
                <a:off x="4072" y="2904"/>
                <a:ext cx="488" cy="448"/>
              </a:xfrm>
              <a:prstGeom prst="rect">
                <a:avLst/>
              </a:prstGeom>
              <a:solidFill>
                <a:srgbClr val="00FFFF"/>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INTEB</a:t>
                </a:r>
                <a:endParaRPr lang="en-US" altLang="zh-CN" sz="2200" dirty="0">
                  <a:solidFill>
                    <a:schemeClr val="tx1"/>
                  </a:solidFill>
                  <a:latin typeface="宋体" panose="02010600030101010101" pitchFamily="2" charset="-122"/>
                </a:endParaRPr>
              </a:p>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PC2</a:t>
                </a:r>
                <a:endParaRPr lang="en-US" altLang="zh-CN" sz="2200" dirty="0">
                  <a:solidFill>
                    <a:schemeClr val="tx1"/>
                  </a:solidFill>
                  <a:latin typeface="宋体" panose="02010600030101010101" pitchFamily="2" charset="-122"/>
                </a:endParaRPr>
              </a:p>
            </p:txBody>
          </p:sp>
          <p:sp>
            <p:nvSpPr>
              <p:cNvPr id="179222" name="Line 67"/>
              <p:cNvSpPr/>
              <p:nvPr/>
            </p:nvSpPr>
            <p:spPr>
              <a:xfrm>
                <a:off x="4128" y="3352"/>
                <a:ext cx="0" cy="680"/>
              </a:xfrm>
              <a:prstGeom prst="line">
                <a:avLst/>
              </a:prstGeom>
              <a:ln w="25400" cap="flat" cmpd="sng">
                <a:solidFill>
                  <a:srgbClr val="FF0000"/>
                </a:solidFill>
                <a:prstDash val="solid"/>
                <a:headEnd type="none" w="med" len="med"/>
                <a:tailEnd type="triangle" w="med" len="med"/>
              </a:ln>
            </p:spPr>
          </p:sp>
          <p:sp>
            <p:nvSpPr>
              <p:cNvPr id="179223" name="Text Box 68"/>
              <p:cNvSpPr txBox="1"/>
              <p:nvPr/>
            </p:nvSpPr>
            <p:spPr>
              <a:xfrm>
                <a:off x="4080" y="4032"/>
                <a:ext cx="376" cy="256"/>
              </a:xfrm>
              <a:prstGeom prst="rect">
                <a:avLst/>
              </a:prstGeom>
              <a:solidFill>
                <a:srgbClr val="FF99CC"/>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楷体_GB2312" pitchFamily="1" charset="-122"/>
                  </a:rPr>
                  <a:t>与门</a:t>
                </a:r>
                <a:endParaRPr lang="zh-CN" altLang="en-US" sz="2200" dirty="0">
                  <a:solidFill>
                    <a:schemeClr val="tx1"/>
                  </a:solidFill>
                  <a:latin typeface="楷体_GB2312" pitchFamily="1" charset="-122"/>
                </a:endParaRPr>
              </a:p>
            </p:txBody>
          </p:sp>
          <p:sp>
            <p:nvSpPr>
              <p:cNvPr id="179224" name="Line 69"/>
              <p:cNvSpPr/>
              <p:nvPr/>
            </p:nvSpPr>
            <p:spPr>
              <a:xfrm>
                <a:off x="4256" y="3576"/>
                <a:ext cx="272" cy="0"/>
              </a:xfrm>
              <a:prstGeom prst="line">
                <a:avLst/>
              </a:prstGeom>
              <a:ln w="25400" cap="flat" cmpd="sng">
                <a:solidFill>
                  <a:srgbClr val="000000"/>
                </a:solidFill>
                <a:prstDash val="solid"/>
                <a:headEnd type="none" w="med" len="med"/>
                <a:tailEnd type="none" w="med" len="med"/>
              </a:ln>
            </p:spPr>
          </p:sp>
          <p:sp>
            <p:nvSpPr>
              <p:cNvPr id="179225" name="Line 70"/>
              <p:cNvSpPr/>
              <p:nvPr/>
            </p:nvSpPr>
            <p:spPr>
              <a:xfrm>
                <a:off x="4256" y="3356"/>
                <a:ext cx="0" cy="228"/>
              </a:xfrm>
              <a:prstGeom prst="line">
                <a:avLst/>
              </a:prstGeom>
              <a:ln w="25400" cap="flat" cmpd="sng">
                <a:solidFill>
                  <a:srgbClr val="000000"/>
                </a:solidFill>
                <a:prstDash val="solid"/>
                <a:headEnd type="triangle" w="med" len="med"/>
                <a:tailEnd type="none" w="med" len="med"/>
              </a:ln>
            </p:spPr>
          </p:sp>
          <p:sp>
            <p:nvSpPr>
              <p:cNvPr id="179226" name="Line 71"/>
              <p:cNvSpPr/>
              <p:nvPr/>
            </p:nvSpPr>
            <p:spPr>
              <a:xfrm>
                <a:off x="4392" y="3792"/>
                <a:ext cx="144" cy="0"/>
              </a:xfrm>
              <a:prstGeom prst="line">
                <a:avLst/>
              </a:prstGeom>
              <a:ln w="25400" cap="flat" cmpd="sng">
                <a:solidFill>
                  <a:srgbClr val="000000"/>
                </a:solidFill>
                <a:prstDash val="solid"/>
                <a:headEnd type="none" w="med" len="med"/>
                <a:tailEnd type="none" w="med" len="med"/>
              </a:ln>
            </p:spPr>
          </p:sp>
          <p:sp>
            <p:nvSpPr>
              <p:cNvPr id="179227" name="Line 72"/>
              <p:cNvSpPr/>
              <p:nvPr/>
            </p:nvSpPr>
            <p:spPr>
              <a:xfrm>
                <a:off x="4392" y="3800"/>
                <a:ext cx="0" cy="224"/>
              </a:xfrm>
              <a:prstGeom prst="line">
                <a:avLst/>
              </a:prstGeom>
              <a:ln w="25400" cap="flat" cmpd="sng">
                <a:solidFill>
                  <a:srgbClr val="000000"/>
                </a:solidFill>
                <a:prstDash val="solid"/>
                <a:headEnd type="none" w="med" len="med"/>
                <a:tailEnd type="triangle" w="med" len="med"/>
              </a:ln>
            </p:spPr>
          </p:sp>
          <p:sp>
            <p:nvSpPr>
              <p:cNvPr id="179228" name="Line 73"/>
              <p:cNvSpPr/>
              <p:nvPr/>
            </p:nvSpPr>
            <p:spPr>
              <a:xfrm>
                <a:off x="4256" y="4288"/>
                <a:ext cx="0" cy="80"/>
              </a:xfrm>
              <a:prstGeom prst="line">
                <a:avLst/>
              </a:prstGeom>
              <a:ln w="25400" cap="flat" cmpd="sng">
                <a:solidFill>
                  <a:srgbClr val="000000"/>
                </a:solidFill>
                <a:prstDash val="solid"/>
                <a:headEnd type="none" w="med" len="med"/>
                <a:tailEnd type="none" w="med" len="med"/>
              </a:ln>
            </p:spPr>
          </p:sp>
          <p:sp>
            <p:nvSpPr>
              <p:cNvPr id="179229" name="Line 74"/>
              <p:cNvSpPr/>
              <p:nvPr/>
            </p:nvSpPr>
            <p:spPr>
              <a:xfrm>
                <a:off x="4256" y="4360"/>
                <a:ext cx="280" cy="0"/>
              </a:xfrm>
              <a:prstGeom prst="line">
                <a:avLst/>
              </a:prstGeom>
              <a:ln w="25400" cap="flat" cmpd="sng">
                <a:solidFill>
                  <a:srgbClr val="000000"/>
                </a:solidFill>
                <a:prstDash val="solid"/>
                <a:headEnd type="none" w="med" len="med"/>
                <a:tailEnd type="triangle" w="med" len="med"/>
              </a:ln>
            </p:spPr>
          </p:sp>
          <p:sp>
            <p:nvSpPr>
              <p:cNvPr id="179230" name="Line 75"/>
              <p:cNvSpPr/>
              <p:nvPr/>
            </p:nvSpPr>
            <p:spPr>
              <a:xfrm flipH="1">
                <a:off x="4904" y="3584"/>
                <a:ext cx="408" cy="0"/>
              </a:xfrm>
              <a:prstGeom prst="line">
                <a:avLst/>
              </a:prstGeom>
              <a:ln w="25400" cap="flat" cmpd="sng">
                <a:solidFill>
                  <a:srgbClr val="0000FF"/>
                </a:solidFill>
                <a:prstDash val="solid"/>
                <a:headEnd type="none" w="med" len="med"/>
                <a:tailEnd type="triangle" w="med" len="med"/>
              </a:ln>
            </p:spPr>
          </p:sp>
          <p:sp>
            <p:nvSpPr>
              <p:cNvPr id="179231" name="Line 76"/>
              <p:cNvSpPr/>
              <p:nvPr/>
            </p:nvSpPr>
            <p:spPr>
              <a:xfrm rot="-10800000" flipH="1">
                <a:off x="4904" y="3840"/>
                <a:ext cx="408" cy="0"/>
              </a:xfrm>
              <a:prstGeom prst="line">
                <a:avLst/>
              </a:prstGeom>
              <a:ln w="25400" cap="flat" cmpd="sng">
                <a:solidFill>
                  <a:srgbClr val="0000FF"/>
                </a:solidFill>
                <a:prstDash val="solid"/>
                <a:headEnd type="none" w="med" len="med"/>
                <a:tailEnd type="triangle" w="med" len="med"/>
              </a:ln>
            </p:spPr>
          </p:sp>
          <p:sp>
            <p:nvSpPr>
              <p:cNvPr id="179232" name="Line 77"/>
              <p:cNvSpPr/>
              <p:nvPr/>
            </p:nvSpPr>
            <p:spPr>
              <a:xfrm rot="-10800000" flipH="1">
                <a:off x="4912" y="4352"/>
                <a:ext cx="328" cy="0"/>
              </a:xfrm>
              <a:prstGeom prst="line">
                <a:avLst/>
              </a:prstGeom>
              <a:ln w="25400" cap="flat" cmpd="sng">
                <a:solidFill>
                  <a:srgbClr val="0000FF"/>
                </a:solidFill>
                <a:prstDash val="solid"/>
                <a:headEnd type="none" w="med" len="med"/>
                <a:tailEnd type="triangle" w="med" len="med"/>
              </a:ln>
            </p:spPr>
          </p:sp>
          <p:sp>
            <p:nvSpPr>
              <p:cNvPr id="179233" name="Line 78"/>
              <p:cNvSpPr/>
              <p:nvPr/>
            </p:nvSpPr>
            <p:spPr>
              <a:xfrm>
                <a:off x="3792" y="4376"/>
                <a:ext cx="240" cy="0"/>
              </a:xfrm>
              <a:prstGeom prst="line">
                <a:avLst/>
              </a:prstGeom>
              <a:ln w="25400" cap="flat" cmpd="sng">
                <a:solidFill>
                  <a:srgbClr val="000000"/>
                </a:solidFill>
                <a:prstDash val="solid"/>
                <a:headEnd type="none" w="med" len="med"/>
                <a:tailEnd type="triangle" w="med" len="med"/>
              </a:ln>
            </p:spPr>
          </p:sp>
          <p:sp>
            <p:nvSpPr>
              <p:cNvPr id="179234" name="Text Box 79"/>
              <p:cNvSpPr txBox="1"/>
              <p:nvPr/>
            </p:nvSpPr>
            <p:spPr>
              <a:xfrm>
                <a:off x="3552" y="4248"/>
                <a:ext cx="232"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WR</a:t>
                </a:r>
                <a:endParaRPr lang="en-US" altLang="zh-CN" sz="2200" dirty="0">
                  <a:solidFill>
                    <a:schemeClr val="bg2"/>
                  </a:solidFill>
                  <a:latin typeface="宋体" panose="02010600030101010101" pitchFamily="2" charset="-122"/>
                </a:endParaRPr>
              </a:p>
            </p:txBody>
          </p:sp>
          <p:sp>
            <p:nvSpPr>
              <p:cNvPr id="179235" name="Line 80"/>
              <p:cNvSpPr/>
              <p:nvPr/>
            </p:nvSpPr>
            <p:spPr>
              <a:xfrm>
                <a:off x="3576" y="4288"/>
                <a:ext cx="152" cy="0"/>
              </a:xfrm>
              <a:prstGeom prst="line">
                <a:avLst/>
              </a:prstGeom>
              <a:ln w="25400" cap="flat" cmpd="sng">
                <a:solidFill>
                  <a:srgbClr val="000000"/>
                </a:solidFill>
                <a:prstDash val="solid"/>
                <a:headEnd type="none" w="med" len="med"/>
                <a:tailEnd type="none" w="med" len="med"/>
              </a:ln>
            </p:spPr>
          </p:sp>
          <p:sp>
            <p:nvSpPr>
              <p:cNvPr id="179236" name="AutoShape 81"/>
              <p:cNvSpPr/>
              <p:nvPr/>
            </p:nvSpPr>
            <p:spPr>
              <a:xfrm rot="10800000">
                <a:off x="3360" y="2576"/>
                <a:ext cx="672" cy="240"/>
              </a:xfrm>
              <a:prstGeom prst="leftArrow">
                <a:avLst>
                  <a:gd name="adj1" fmla="val 50000"/>
                  <a:gd name="adj2" fmla="val 70000"/>
                </a:avLst>
              </a:prstGeom>
              <a:solidFill>
                <a:srgbClr val="00CCFF"/>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79237" name="AutoShape 82"/>
              <p:cNvSpPr/>
              <p:nvPr/>
            </p:nvSpPr>
            <p:spPr>
              <a:xfrm rot="10800000">
                <a:off x="4928" y="2560"/>
                <a:ext cx="504" cy="232"/>
              </a:xfrm>
              <a:prstGeom prst="leftArrow">
                <a:avLst>
                  <a:gd name="adj1" fmla="val 50000"/>
                  <a:gd name="adj2" fmla="val 54250"/>
                </a:avLst>
              </a:prstGeom>
              <a:solidFill>
                <a:schemeClr val="accent1"/>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79238" name="Text Box 83"/>
              <p:cNvSpPr txBox="1"/>
              <p:nvPr/>
            </p:nvSpPr>
            <p:spPr>
              <a:xfrm>
                <a:off x="3504" y="2432"/>
                <a:ext cx="50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tx1"/>
                  </a:solidFill>
                  <a:latin typeface="宋体" panose="02010600030101010101" pitchFamily="2" charset="-122"/>
                </a:endParaRPr>
              </a:p>
            </p:txBody>
          </p:sp>
          <p:sp>
            <p:nvSpPr>
              <p:cNvPr id="179239" name="Text Box 84"/>
              <p:cNvSpPr txBox="1"/>
              <p:nvPr/>
            </p:nvSpPr>
            <p:spPr>
              <a:xfrm>
                <a:off x="5272" y="3728"/>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OBFB</a:t>
                </a:r>
                <a:endParaRPr lang="en-US" altLang="zh-CN" sz="2200" dirty="0">
                  <a:solidFill>
                    <a:schemeClr val="bg2"/>
                  </a:solidFill>
                  <a:latin typeface="宋体" panose="02010600030101010101" pitchFamily="2" charset="-122"/>
                </a:endParaRPr>
              </a:p>
            </p:txBody>
          </p:sp>
          <p:grpSp>
            <p:nvGrpSpPr>
              <p:cNvPr id="179240" name="Group 85"/>
              <p:cNvGrpSpPr/>
              <p:nvPr/>
            </p:nvGrpSpPr>
            <p:grpSpPr>
              <a:xfrm>
                <a:off x="5216" y="3472"/>
                <a:ext cx="544" cy="1024"/>
                <a:chOff x="1928" y="2416"/>
                <a:chExt cx="544" cy="1024"/>
              </a:xfrm>
            </p:grpSpPr>
            <p:sp>
              <p:nvSpPr>
                <p:cNvPr id="179242" name="Text Box 86"/>
                <p:cNvSpPr txBox="1"/>
                <p:nvPr/>
              </p:nvSpPr>
              <p:spPr>
                <a:xfrm>
                  <a:off x="2009" y="2416"/>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ACKB</a:t>
                  </a:r>
                  <a:endParaRPr lang="en-US" altLang="zh-CN" sz="2200" dirty="0">
                    <a:solidFill>
                      <a:schemeClr val="bg2"/>
                    </a:solidFill>
                    <a:latin typeface="宋体" panose="02010600030101010101" pitchFamily="2" charset="-122"/>
                  </a:endParaRPr>
                </a:p>
              </p:txBody>
            </p:sp>
            <p:sp>
              <p:nvSpPr>
                <p:cNvPr id="179243" name="Line 87"/>
                <p:cNvSpPr/>
                <p:nvPr/>
              </p:nvSpPr>
              <p:spPr>
                <a:xfrm flipV="1">
                  <a:off x="2056" y="2448"/>
                  <a:ext cx="344" cy="0"/>
                </a:xfrm>
                <a:prstGeom prst="line">
                  <a:avLst/>
                </a:prstGeom>
                <a:ln w="25400" cap="flat" cmpd="sng">
                  <a:solidFill>
                    <a:srgbClr val="000000"/>
                  </a:solidFill>
                  <a:prstDash val="solid"/>
                  <a:headEnd type="none" w="med" len="med"/>
                  <a:tailEnd type="none" w="med" len="med"/>
                </a:ln>
              </p:spPr>
            </p:sp>
            <p:sp>
              <p:nvSpPr>
                <p:cNvPr id="179244" name="Text Box 88"/>
                <p:cNvSpPr txBox="1"/>
                <p:nvPr/>
              </p:nvSpPr>
              <p:spPr>
                <a:xfrm>
                  <a:off x="1928" y="3184"/>
                  <a:ext cx="54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INTRB</a:t>
                  </a:r>
                  <a:endParaRPr lang="en-US" altLang="zh-CN" sz="2200" dirty="0">
                    <a:solidFill>
                      <a:schemeClr val="tx1"/>
                    </a:solidFill>
                    <a:latin typeface="宋体" panose="02010600030101010101" pitchFamily="2" charset="-122"/>
                  </a:endParaRPr>
                </a:p>
              </p:txBody>
            </p:sp>
          </p:grpSp>
          <p:sp>
            <p:nvSpPr>
              <p:cNvPr id="179241" name="Line 89"/>
              <p:cNvSpPr/>
              <p:nvPr/>
            </p:nvSpPr>
            <p:spPr>
              <a:xfrm>
                <a:off x="5328" y="3749"/>
                <a:ext cx="336" cy="0"/>
              </a:xfrm>
              <a:prstGeom prst="line">
                <a:avLst/>
              </a:prstGeom>
              <a:ln w="9525" cap="flat" cmpd="sng">
                <a:solidFill>
                  <a:schemeClr val="tx1"/>
                </a:solidFill>
                <a:prstDash val="solid"/>
                <a:headEnd type="none" w="med" len="med"/>
                <a:tailEnd type="none" w="med" len="med"/>
              </a:ln>
            </p:spPr>
          </p:sp>
        </p:grpSp>
        <p:sp>
          <p:nvSpPr>
            <p:cNvPr id="179214" name="Text Box 90"/>
            <p:cNvSpPr txBox="1"/>
            <p:nvPr/>
          </p:nvSpPr>
          <p:spPr>
            <a:xfrm>
              <a:off x="3120" y="4035"/>
              <a:ext cx="2640" cy="28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en-US" altLang="zh-CN" sz="2200" dirty="0">
                  <a:solidFill>
                    <a:srgbClr val="00B0F0"/>
                  </a:solidFill>
                  <a:latin typeface="楷体_GB2312" pitchFamily="1" charset="-122"/>
                </a:rPr>
                <a:t>B</a:t>
              </a:r>
              <a:r>
                <a:rPr lang="zh-CN" altLang="en-US" sz="2200" dirty="0">
                  <a:solidFill>
                    <a:srgbClr val="00B0F0"/>
                  </a:solidFill>
                  <a:latin typeface="楷体_GB2312" pitchFamily="1" charset="-122"/>
                </a:rPr>
                <a:t>口方式</a:t>
              </a:r>
              <a:r>
                <a:rPr lang="en-US" altLang="zh-CN" sz="2200" dirty="0">
                  <a:solidFill>
                    <a:srgbClr val="00B0F0"/>
                  </a:solidFill>
                  <a:latin typeface="楷体_GB2312" pitchFamily="1" charset="-122"/>
                </a:rPr>
                <a:t>1</a:t>
              </a:r>
              <a:r>
                <a:rPr lang="zh-CN" altLang="en-US" sz="2200" dirty="0">
                  <a:solidFill>
                    <a:srgbClr val="00B0F0"/>
                  </a:solidFill>
                  <a:latin typeface="楷体_GB2312" pitchFamily="1" charset="-122"/>
                </a:rPr>
                <a:t>输出时相应的联络信号</a:t>
              </a:r>
              <a:endParaRPr lang="zh-CN" altLang="en-US" sz="2200" dirty="0">
                <a:solidFill>
                  <a:srgbClr val="00B0F0"/>
                </a:solidFill>
                <a:latin typeface="楷体_GB2312" pitchFamily="1" charset="-122"/>
              </a:endParaRPr>
            </a:p>
          </p:txBody>
        </p:sp>
      </p:grpSp>
      <p:grpSp>
        <p:nvGrpSpPr>
          <p:cNvPr id="179203" name="Group 91"/>
          <p:cNvGrpSpPr/>
          <p:nvPr/>
        </p:nvGrpSpPr>
        <p:grpSpPr>
          <a:xfrm>
            <a:off x="228600" y="188913"/>
            <a:ext cx="8915400" cy="2309812"/>
            <a:chOff x="144" y="336"/>
            <a:chExt cx="5616" cy="1455"/>
          </a:xfrm>
        </p:grpSpPr>
        <p:sp>
          <p:nvSpPr>
            <p:cNvPr id="179205" name="Rectangle 92"/>
            <p:cNvSpPr/>
            <p:nvPr/>
          </p:nvSpPr>
          <p:spPr>
            <a:xfrm>
              <a:off x="144" y="336"/>
              <a:ext cx="5616" cy="1455"/>
            </a:xfrm>
            <a:prstGeom prst="rect">
              <a:avLst/>
            </a:prstGeom>
            <a:noFill/>
            <a:ln w="9525">
              <a:noFill/>
            </a:ln>
          </p:spPr>
          <p:txBody>
            <a:bodyPr lIns="90000" tIns="46800" rIns="90000" bIns="4680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
                  <a:schemeClr val="accent2"/>
                </a:buClr>
                <a:buSzPct val="70000"/>
                <a:buFont typeface="Arial" panose="020B0604020202020204" pitchFamily="34" charset="0"/>
                <a:buNone/>
              </a:pPr>
              <a:r>
                <a:rPr lang="zh-CN" altLang="zh-CN" dirty="0">
                  <a:solidFill>
                    <a:srgbClr val="FF0000"/>
                  </a:solidFill>
                  <a:latin typeface="楷体_GB2312" pitchFamily="1" charset="-122"/>
                </a:rPr>
                <a:t>（</a:t>
              </a:r>
              <a:r>
                <a:rPr lang="en-US" altLang="zh-CN" dirty="0">
                  <a:solidFill>
                    <a:srgbClr val="FF0000"/>
                  </a:solidFill>
                  <a:latin typeface="楷体_GB2312" pitchFamily="1" charset="-122"/>
                </a:rPr>
                <a:t>2</a:t>
              </a:r>
              <a:r>
                <a:rPr lang="zh-CN" altLang="zh-CN" dirty="0">
                  <a:solidFill>
                    <a:srgbClr val="FF0000"/>
                  </a:solidFill>
                  <a:latin typeface="楷体_GB2312" pitchFamily="1" charset="-122"/>
                </a:rPr>
                <a:t>）选通输出方式</a:t>
              </a:r>
              <a:endParaRPr lang="zh-CN" altLang="en-US" dirty="0">
                <a:solidFill>
                  <a:srgbClr val="FF0000"/>
                </a:solidFill>
                <a:latin typeface="楷体_GB2312" pitchFamily="1" charset="-122"/>
              </a:endParaRPr>
            </a:p>
            <a:p>
              <a:pPr marL="0" lvl="0" indent="0">
                <a:lnSpc>
                  <a:spcPct val="100000"/>
                </a:lnSpc>
                <a:spcAft>
                  <a:spcPct val="0"/>
                </a:spcAft>
                <a:buClr>
                  <a:schemeClr val="accent2"/>
                </a:buClr>
                <a:buSzPct val="70000"/>
                <a:buFont typeface="Wingdings" panose="05000000000000000000" pitchFamily="2" charset="2"/>
                <a:buChar char="u"/>
              </a:pPr>
              <a:r>
                <a:rPr lang="zh-CN" altLang="en-US" sz="2000" dirty="0">
                  <a:solidFill>
                    <a:schemeClr val="tx1"/>
                  </a:solidFill>
                  <a:latin typeface="Arial" panose="020B0604020202020204" pitchFamily="34" charset="0"/>
                </a:rPr>
                <a:t>信号说明：</a:t>
              </a:r>
              <a:endParaRPr lang="zh-CN" altLang="en-US" sz="2000" dirty="0">
                <a:solidFill>
                  <a:schemeClr val="tx1"/>
                </a:solidFill>
                <a:latin typeface="Arial" panose="020B0604020202020204" pitchFamily="34" charset="0"/>
              </a:endParaRPr>
            </a:p>
            <a:p>
              <a:pPr marL="0" lvl="0" indent="0">
                <a:lnSpc>
                  <a:spcPct val="100000"/>
                </a:lnSpc>
                <a:spcAft>
                  <a:spcPct val="0"/>
                </a:spcAft>
                <a:buClr>
                  <a:schemeClr val="accent2"/>
                </a:buClr>
                <a:buSzPct val="70000"/>
                <a:buNone/>
              </a:pPr>
              <a:r>
                <a:rPr lang="zh-CN" altLang="en-US" sz="2000" dirty="0">
                  <a:solidFill>
                    <a:schemeClr val="tx1"/>
                  </a:solidFill>
                  <a:latin typeface="Arial" panose="020B0604020202020204" pitchFamily="34" charset="0"/>
                </a:rPr>
                <a:t>   </a:t>
              </a:r>
              <a:r>
                <a:rPr lang="en-US" altLang="en-US" sz="2000" dirty="0">
                  <a:solidFill>
                    <a:schemeClr val="tx1"/>
                  </a:solidFill>
                  <a:latin typeface="Arial" panose="020B0604020202020204" pitchFamily="34" charset="0"/>
                </a:rPr>
                <a:t>a.  OBF  </a:t>
              </a:r>
              <a:r>
                <a:rPr lang="zh-CN" altLang="en-US" sz="2000" dirty="0">
                  <a:solidFill>
                    <a:schemeClr val="tx1"/>
                  </a:solidFill>
                  <a:latin typeface="Arial" panose="020B0604020202020204" pitchFamily="34" charset="0"/>
                </a:rPr>
                <a:t>输出缓冲器满，输出，低电平有效，通知外设端口已有可用数据。</a:t>
              </a:r>
              <a:endParaRPr lang="zh-CN" altLang="en-US" sz="2000" dirty="0">
                <a:solidFill>
                  <a:schemeClr val="tx1"/>
                </a:solidFill>
                <a:latin typeface="Arial" panose="020B0604020202020204" pitchFamily="34" charset="0"/>
              </a:endParaRPr>
            </a:p>
            <a:p>
              <a:pPr marL="0" lvl="0" indent="0">
                <a:lnSpc>
                  <a:spcPct val="100000"/>
                </a:lnSpc>
                <a:spcAft>
                  <a:spcPct val="0"/>
                </a:spcAft>
                <a:buClr>
                  <a:schemeClr val="accent2"/>
                </a:buClr>
                <a:buSzPct val="70000"/>
                <a:buNone/>
              </a:pPr>
              <a:r>
                <a:rPr lang="zh-CN" altLang="en-US" sz="2000" dirty="0">
                  <a:solidFill>
                    <a:schemeClr val="tx1"/>
                  </a:solidFill>
                  <a:latin typeface="Arial" panose="020B0604020202020204" pitchFamily="34" charset="0"/>
                </a:rPr>
                <a:t>   </a:t>
              </a:r>
              <a:r>
                <a:rPr lang="en-US" altLang="zh-CN" sz="2000" dirty="0">
                  <a:solidFill>
                    <a:schemeClr val="tx1"/>
                  </a:solidFill>
                  <a:latin typeface="Arial" panose="020B0604020202020204" pitchFamily="34" charset="0"/>
                </a:rPr>
                <a:t>b.  ACK  </a:t>
              </a:r>
              <a:r>
                <a:rPr lang="zh-CN" altLang="en-US" sz="2000" dirty="0">
                  <a:solidFill>
                    <a:schemeClr val="tx1"/>
                  </a:solidFill>
                  <a:latin typeface="Arial" panose="020B0604020202020204" pitchFamily="34" charset="0"/>
                </a:rPr>
                <a:t>收到信号，输入，低电平有效。外设通知</a:t>
              </a:r>
              <a:r>
                <a:rPr lang="en-US" altLang="zh-CN" sz="2000" dirty="0">
                  <a:solidFill>
                    <a:schemeClr val="tx1"/>
                  </a:solidFill>
                  <a:latin typeface="Arial" panose="020B0604020202020204" pitchFamily="34" charset="0"/>
                </a:rPr>
                <a:t>8255</a:t>
              </a:r>
              <a:r>
                <a:rPr lang="zh-CN" altLang="en-US" sz="2000" dirty="0">
                  <a:solidFill>
                    <a:schemeClr val="tx1"/>
                  </a:solidFill>
                  <a:latin typeface="Arial" panose="020B0604020202020204" pitchFamily="34" charset="0"/>
                </a:rPr>
                <a:t>已取走数据，由其清除</a:t>
              </a:r>
              <a:r>
                <a:rPr lang="en-US" altLang="en-US" sz="2000" dirty="0">
                  <a:solidFill>
                    <a:schemeClr val="tx1"/>
                  </a:solidFill>
                  <a:latin typeface="Arial" panose="020B0604020202020204" pitchFamily="34" charset="0"/>
                </a:rPr>
                <a:t>OBF</a:t>
              </a:r>
              <a:r>
                <a:rPr lang="zh-CN" altLang="en-US" sz="2000" dirty="0">
                  <a:solidFill>
                    <a:schemeClr val="tx1"/>
                  </a:solidFill>
                  <a:latin typeface="Arial" panose="020B0604020202020204" pitchFamily="34" charset="0"/>
                </a:rPr>
                <a:t>，并置“</a:t>
              </a:r>
              <a:r>
                <a:rPr lang="en-US" altLang="zh-CN" sz="2000" dirty="0">
                  <a:solidFill>
                    <a:schemeClr val="tx1"/>
                  </a:solidFill>
                  <a:latin typeface="Arial" panose="020B0604020202020204" pitchFamily="34" charset="0"/>
                </a:rPr>
                <a:t>1”</a:t>
              </a:r>
              <a:r>
                <a:rPr lang="en-US" altLang="en-US" sz="2000" dirty="0">
                  <a:solidFill>
                    <a:schemeClr val="tx1"/>
                  </a:solidFill>
                  <a:latin typeface="Arial" panose="020B0604020202020204" pitchFamily="34" charset="0"/>
                </a:rPr>
                <a:t>INTR</a:t>
              </a:r>
              <a:r>
                <a:rPr lang="zh-CN" altLang="en-US" sz="2000" dirty="0">
                  <a:solidFill>
                    <a:schemeClr val="tx1"/>
                  </a:solidFill>
                  <a:latin typeface="Arial" panose="020B0604020202020204" pitchFamily="34" charset="0"/>
                </a:rPr>
                <a:t>。</a:t>
              </a:r>
              <a:endParaRPr lang="zh-CN" altLang="en-US" sz="2000" dirty="0">
                <a:solidFill>
                  <a:schemeClr val="tx1"/>
                </a:solidFill>
                <a:latin typeface="Arial" panose="020B0604020202020204" pitchFamily="34" charset="0"/>
              </a:endParaRPr>
            </a:p>
            <a:p>
              <a:pPr marL="0" lvl="0" indent="0">
                <a:lnSpc>
                  <a:spcPct val="100000"/>
                </a:lnSpc>
                <a:spcAft>
                  <a:spcPct val="0"/>
                </a:spcAft>
                <a:buClr>
                  <a:schemeClr val="accent2"/>
                </a:buClr>
                <a:buSzPct val="70000"/>
                <a:buNone/>
              </a:pPr>
              <a:r>
                <a:rPr lang="zh-CN" altLang="en-US" sz="2000" dirty="0">
                  <a:solidFill>
                    <a:schemeClr val="tx1"/>
                  </a:solidFill>
                  <a:latin typeface="Arial" panose="020B0604020202020204" pitchFamily="34" charset="0"/>
                </a:rPr>
                <a:t>   </a:t>
              </a:r>
              <a:r>
                <a:rPr lang="en-US" altLang="zh-CN" sz="2000" dirty="0">
                  <a:solidFill>
                    <a:schemeClr val="tx1"/>
                  </a:solidFill>
                  <a:latin typeface="Arial" panose="020B0604020202020204" pitchFamily="34" charset="0"/>
                </a:rPr>
                <a:t>c.  INTR  </a:t>
              </a:r>
              <a:r>
                <a:rPr lang="zh-CN" altLang="zh-CN" sz="2000" dirty="0">
                  <a:solidFill>
                    <a:schemeClr val="tx1"/>
                  </a:solidFill>
                  <a:latin typeface="Arial" panose="020B0604020202020204" pitchFamily="34" charset="0"/>
                </a:rPr>
                <a:t>中断请求信号，</a:t>
              </a:r>
              <a:r>
                <a:rPr lang="zh-CN" altLang="en-US" sz="2000" dirty="0">
                  <a:solidFill>
                    <a:schemeClr val="tx1"/>
                  </a:solidFill>
                  <a:latin typeface="Arial" panose="020B0604020202020204" pitchFamily="34" charset="0"/>
                </a:rPr>
                <a:t>输出，高电平有效，可向</a:t>
              </a:r>
              <a:r>
                <a:rPr lang="en-US" altLang="en-US" sz="2000" dirty="0">
                  <a:solidFill>
                    <a:schemeClr val="tx1"/>
                  </a:solidFill>
                  <a:latin typeface="Arial" panose="020B0604020202020204" pitchFamily="34" charset="0"/>
                </a:rPr>
                <a:t>CPU</a:t>
              </a:r>
              <a:r>
                <a:rPr lang="zh-CN" altLang="en-US" sz="2000" dirty="0">
                  <a:solidFill>
                    <a:schemeClr val="tx1"/>
                  </a:solidFill>
                  <a:latin typeface="Arial" panose="020B0604020202020204" pitchFamily="34" charset="0"/>
                </a:rPr>
                <a:t>申请中断。</a:t>
              </a:r>
              <a:endParaRPr lang="zh-CN" altLang="en-US" sz="2000" dirty="0">
                <a:solidFill>
                  <a:schemeClr val="tx1"/>
                </a:solidFill>
                <a:latin typeface="Arial" panose="020B0604020202020204" pitchFamily="34" charset="0"/>
              </a:endParaRPr>
            </a:p>
          </p:txBody>
        </p:sp>
        <p:sp>
          <p:nvSpPr>
            <p:cNvPr id="179206" name="Line 93"/>
            <p:cNvSpPr/>
            <p:nvPr/>
          </p:nvSpPr>
          <p:spPr>
            <a:xfrm>
              <a:off x="576" y="880"/>
              <a:ext cx="288" cy="0"/>
            </a:xfrm>
            <a:prstGeom prst="line">
              <a:avLst/>
            </a:prstGeom>
            <a:ln w="9525" cap="flat" cmpd="sng">
              <a:solidFill>
                <a:schemeClr val="tx1"/>
              </a:solidFill>
              <a:prstDash val="solid"/>
              <a:headEnd type="none" w="med" len="med"/>
              <a:tailEnd type="none" w="med" len="med"/>
            </a:ln>
          </p:spPr>
        </p:sp>
        <p:sp>
          <p:nvSpPr>
            <p:cNvPr id="179207" name="Line 94"/>
            <p:cNvSpPr/>
            <p:nvPr/>
          </p:nvSpPr>
          <p:spPr>
            <a:xfrm>
              <a:off x="576" y="1056"/>
              <a:ext cx="288" cy="0"/>
            </a:xfrm>
            <a:prstGeom prst="line">
              <a:avLst/>
            </a:prstGeom>
            <a:ln w="9525" cap="flat" cmpd="sng">
              <a:solidFill>
                <a:schemeClr val="tx1"/>
              </a:solidFill>
              <a:prstDash val="solid"/>
              <a:headEnd type="none" w="med" len="med"/>
              <a:tailEnd type="none" w="med" len="med"/>
            </a:ln>
          </p:spPr>
        </p:sp>
        <p:sp>
          <p:nvSpPr>
            <p:cNvPr id="179208" name="Line 95"/>
            <p:cNvSpPr/>
            <p:nvPr/>
          </p:nvSpPr>
          <p:spPr>
            <a:xfrm>
              <a:off x="551" y="1152"/>
              <a:ext cx="288" cy="0"/>
            </a:xfrm>
            <a:prstGeom prst="line">
              <a:avLst/>
            </a:prstGeom>
            <a:ln w="9525" cap="flat" cmpd="sng">
              <a:solidFill>
                <a:schemeClr val="tx1"/>
              </a:solidFill>
              <a:prstDash val="solid"/>
              <a:headEnd type="none" w="med" len="med"/>
              <a:tailEnd type="none" w="med" len="med"/>
            </a:ln>
          </p:spPr>
        </p:sp>
      </p:grpSp>
      <p:sp>
        <p:nvSpPr>
          <p:cNvPr id="179204" name="Line 93"/>
          <p:cNvSpPr/>
          <p:nvPr/>
        </p:nvSpPr>
        <p:spPr>
          <a:xfrm>
            <a:off x="611188" y="1773238"/>
            <a:ext cx="457200" cy="0"/>
          </a:xfrm>
          <a:prstGeom prst="line">
            <a:avLst/>
          </a:prstGeom>
          <a:ln w="9525" cap="flat" cmpd="sng">
            <a:solidFill>
              <a:schemeClr val="tx1"/>
            </a:solidFill>
            <a:prstDash val="solid"/>
            <a:headEnd type="none" w="med" len="med"/>
            <a:tailEnd type="none" w="med" len="med"/>
          </a:ln>
        </p:spPr>
      </p:sp>
    </p:spTree>
  </p:cSld>
  <p:clrMapOvr>
    <a:masterClrMapping/>
  </p:clrMapOvr>
  <p:transition>
    <p:split orient="vert" dir="in"/>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6" fill="hold" nodeType="afterEffect">
                                  <p:stCondLst>
                                    <p:cond delay="0"/>
                                  </p:stCondLst>
                                  <p:childTnLst>
                                    <p:set>
                                      <p:cBhvr>
                                        <p:cTn id="6" dur="1" fill="hold">
                                          <p:stCondLst>
                                            <p:cond delay="0"/>
                                          </p:stCondLst>
                                        </p:cTn>
                                        <p:tgtEl>
                                          <p:spTgt spid="273410"/>
                                        </p:tgtEl>
                                        <p:attrNameLst>
                                          <p:attrName>style.visibility</p:attrName>
                                        </p:attrNameLst>
                                      </p:cBhvr>
                                      <p:to>
                                        <p:strVal val="visible"/>
                                      </p:to>
                                    </p:set>
                                    <p:animEffect transition="in" filter="barn(inHorizontal)">
                                      <p:cBhvr>
                                        <p:cTn id="7" dur="500"/>
                                        <p:tgtEl>
                                          <p:spTgt spid="2734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grpSp>
        <p:nvGrpSpPr>
          <p:cNvPr id="180226" name="Group 2"/>
          <p:cNvGrpSpPr/>
          <p:nvPr/>
        </p:nvGrpSpPr>
        <p:grpSpPr>
          <a:xfrm>
            <a:off x="107950" y="2538413"/>
            <a:ext cx="8915400" cy="4013200"/>
            <a:chOff x="144" y="1680"/>
            <a:chExt cx="5616" cy="2528"/>
          </a:xfrm>
        </p:grpSpPr>
        <p:sp>
          <p:nvSpPr>
            <p:cNvPr id="180231" name="Text Box 3"/>
            <p:cNvSpPr txBox="1"/>
            <p:nvPr/>
          </p:nvSpPr>
          <p:spPr>
            <a:xfrm>
              <a:off x="144" y="3923"/>
              <a:ext cx="2640" cy="28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en-US" altLang="zh-CN" sz="2200" dirty="0">
                  <a:solidFill>
                    <a:srgbClr val="00B0F0"/>
                  </a:solidFill>
                  <a:latin typeface="楷体_GB2312" pitchFamily="1" charset="-122"/>
                </a:rPr>
                <a:t>A</a:t>
              </a:r>
              <a:r>
                <a:rPr lang="zh-CN" altLang="en-US" sz="2200" dirty="0">
                  <a:solidFill>
                    <a:srgbClr val="00B0F0"/>
                  </a:solidFill>
                  <a:latin typeface="楷体_GB2312" pitchFamily="1" charset="-122"/>
                </a:rPr>
                <a:t>口方式</a:t>
              </a:r>
              <a:r>
                <a:rPr lang="en-US" altLang="zh-CN" sz="2200" dirty="0">
                  <a:solidFill>
                    <a:srgbClr val="00B0F0"/>
                  </a:solidFill>
                  <a:latin typeface="楷体_GB2312" pitchFamily="1" charset="-122"/>
                </a:rPr>
                <a:t>1</a:t>
              </a:r>
              <a:r>
                <a:rPr lang="zh-CN" altLang="en-US" sz="2200" dirty="0">
                  <a:solidFill>
                    <a:srgbClr val="00B0F0"/>
                  </a:solidFill>
                  <a:latin typeface="楷体_GB2312" pitchFamily="1" charset="-122"/>
                </a:rPr>
                <a:t>输出时相应的联络信号</a:t>
              </a:r>
              <a:endParaRPr lang="zh-CN" altLang="en-US" sz="2200" dirty="0">
                <a:solidFill>
                  <a:srgbClr val="00B0F0"/>
                </a:solidFill>
                <a:latin typeface="楷体_GB2312" pitchFamily="1" charset="-122"/>
              </a:endParaRPr>
            </a:p>
          </p:txBody>
        </p:sp>
        <p:sp>
          <p:nvSpPr>
            <p:cNvPr id="180232" name="Freeform 4"/>
            <p:cNvSpPr/>
            <p:nvPr/>
          </p:nvSpPr>
          <p:spPr>
            <a:xfrm>
              <a:off x="2988" y="1808"/>
              <a:ext cx="2" cy="2258"/>
            </a:xfrm>
            <a:custGeom>
              <a:avLst/>
              <a:gdLst/>
              <a:ahLst/>
              <a:cxnLst>
                <a:cxn ang="0">
                  <a:pos x="0" y="0"/>
                </a:cxn>
                <a:cxn ang="0">
                  <a:pos x="2" y="2258"/>
                </a:cxn>
              </a:cxnLst>
              <a:pathLst>
                <a:path w="2" h="2258">
                  <a:moveTo>
                    <a:pt x="0" y="0"/>
                  </a:moveTo>
                  <a:lnTo>
                    <a:pt x="2" y="2258"/>
                  </a:lnTo>
                </a:path>
              </a:pathLst>
            </a:custGeom>
            <a:noFill/>
            <a:ln w="38100" cap="flat" cmpd="sng">
              <a:solidFill>
                <a:srgbClr val="000000">
                  <a:alpha val="100000"/>
                </a:srgbClr>
              </a:solidFill>
              <a:prstDash val="solid"/>
              <a:round/>
              <a:headEnd type="none" w="med" len="med"/>
              <a:tailEnd type="none" w="med" len="med"/>
            </a:ln>
          </p:spPr>
          <p:txBody>
            <a:bodyPr/>
            <a:p>
              <a:endParaRPr lang="zh-CN" altLang="en-US"/>
            </a:p>
          </p:txBody>
        </p:sp>
        <p:grpSp>
          <p:nvGrpSpPr>
            <p:cNvPr id="180233" name="Group 5"/>
            <p:cNvGrpSpPr/>
            <p:nvPr/>
          </p:nvGrpSpPr>
          <p:grpSpPr>
            <a:xfrm>
              <a:off x="336" y="1680"/>
              <a:ext cx="5128" cy="512"/>
              <a:chOff x="336" y="720"/>
              <a:chExt cx="5128" cy="512"/>
            </a:xfrm>
          </p:grpSpPr>
          <p:grpSp>
            <p:nvGrpSpPr>
              <p:cNvPr id="180299" name="Group 6"/>
              <p:cNvGrpSpPr/>
              <p:nvPr/>
            </p:nvGrpSpPr>
            <p:grpSpPr>
              <a:xfrm>
                <a:off x="420" y="952"/>
                <a:ext cx="1692" cy="248"/>
                <a:chOff x="722" y="1037"/>
                <a:chExt cx="4230" cy="620"/>
              </a:xfrm>
            </p:grpSpPr>
            <p:sp>
              <p:nvSpPr>
                <p:cNvPr id="180311" name="Text Box 7"/>
                <p:cNvSpPr txBox="1"/>
                <p:nvPr/>
              </p:nvSpPr>
              <p:spPr>
                <a:xfrm>
                  <a:off x="722"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1</a:t>
                  </a:r>
                  <a:endParaRPr lang="en-US" altLang="zh-CN" sz="2200" dirty="0">
                    <a:solidFill>
                      <a:schemeClr val="tx1"/>
                    </a:solidFill>
                    <a:latin typeface="Arial" panose="020B0604020202020204" pitchFamily="34" charset="0"/>
                  </a:endParaRPr>
                </a:p>
              </p:txBody>
            </p:sp>
            <p:sp>
              <p:nvSpPr>
                <p:cNvPr id="180312" name="Text Box 8"/>
                <p:cNvSpPr txBox="1"/>
                <p:nvPr/>
              </p:nvSpPr>
              <p:spPr>
                <a:xfrm>
                  <a:off x="1254" y="1037"/>
                  <a:ext cx="531"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3300"/>
                      </a:solidFill>
                      <a:latin typeface="Arial" panose="020B0604020202020204" pitchFamily="34" charset="0"/>
                    </a:rPr>
                    <a:t>0</a:t>
                  </a:r>
                  <a:endParaRPr lang="en-US" altLang="zh-CN" sz="2200" dirty="0">
                    <a:solidFill>
                      <a:srgbClr val="0000FF"/>
                    </a:solidFill>
                    <a:latin typeface="Arial" panose="020B0604020202020204" pitchFamily="34" charset="0"/>
                  </a:endParaRPr>
                </a:p>
              </p:txBody>
            </p:sp>
            <p:sp>
              <p:nvSpPr>
                <p:cNvPr id="180313" name="Text Box 9"/>
                <p:cNvSpPr txBox="1"/>
                <p:nvPr/>
              </p:nvSpPr>
              <p:spPr>
                <a:xfrm>
                  <a:off x="1777"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3300"/>
                      </a:solidFill>
                      <a:latin typeface="Arial" panose="020B0604020202020204" pitchFamily="34" charset="0"/>
                    </a:rPr>
                    <a:t>1</a:t>
                  </a:r>
                  <a:endParaRPr lang="en-US" altLang="zh-CN" sz="2200" dirty="0">
                    <a:solidFill>
                      <a:srgbClr val="0000FF"/>
                    </a:solidFill>
                    <a:latin typeface="Arial" panose="020B0604020202020204" pitchFamily="34" charset="0"/>
                  </a:endParaRPr>
                </a:p>
              </p:txBody>
            </p:sp>
            <p:sp>
              <p:nvSpPr>
                <p:cNvPr id="180314" name="Text Box 10"/>
                <p:cNvSpPr txBox="1"/>
                <p:nvPr/>
              </p:nvSpPr>
              <p:spPr>
                <a:xfrm>
                  <a:off x="2311" y="1037"/>
                  <a:ext cx="531"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0</a:t>
                  </a:r>
                  <a:endParaRPr lang="en-US" altLang="zh-CN" sz="2200" dirty="0">
                    <a:solidFill>
                      <a:schemeClr val="tx1"/>
                    </a:solidFill>
                    <a:latin typeface="Arial" panose="020B0604020202020204" pitchFamily="34" charset="0"/>
                  </a:endParaRPr>
                </a:p>
              </p:txBody>
            </p:sp>
            <p:sp>
              <p:nvSpPr>
                <p:cNvPr id="180315" name="Text Box 11"/>
                <p:cNvSpPr txBox="1"/>
                <p:nvPr/>
              </p:nvSpPr>
              <p:spPr>
                <a:xfrm>
                  <a:off x="2837"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80316" name="Text Box 12"/>
                <p:cNvSpPr txBox="1"/>
                <p:nvPr/>
              </p:nvSpPr>
              <p:spPr>
                <a:xfrm>
                  <a:off x="3364"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80317" name="Text Box 13"/>
                <p:cNvSpPr txBox="1"/>
                <p:nvPr/>
              </p:nvSpPr>
              <p:spPr>
                <a:xfrm>
                  <a:off x="3896" y="1037"/>
                  <a:ext cx="531"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80318" name="Text Box 14"/>
                <p:cNvSpPr txBox="1"/>
                <p:nvPr/>
              </p:nvSpPr>
              <p:spPr>
                <a:xfrm>
                  <a:off x="4422"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grpSp>
          <p:sp>
            <p:nvSpPr>
              <p:cNvPr id="180300" name="Text Box 15"/>
              <p:cNvSpPr txBox="1"/>
              <p:nvPr/>
            </p:nvSpPr>
            <p:spPr>
              <a:xfrm>
                <a:off x="336" y="720"/>
                <a:ext cx="1856"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latin typeface="Arial" panose="020B0604020202020204" pitchFamily="34" charset="0"/>
                  </a:rPr>
                  <a:t>A</a:t>
                </a:r>
                <a:r>
                  <a:rPr lang="zh-CN" altLang="en-US" sz="2200" dirty="0">
                    <a:latin typeface="Arial" panose="020B0604020202020204" pitchFamily="34" charset="0"/>
                  </a:rPr>
                  <a:t>口方式</a:t>
                </a:r>
                <a:r>
                  <a:rPr lang="en-US" altLang="zh-CN" sz="2200" dirty="0">
                    <a:latin typeface="Arial" panose="020B0604020202020204" pitchFamily="34" charset="0"/>
                  </a:rPr>
                  <a:t>1</a:t>
                </a:r>
                <a:r>
                  <a:rPr lang="zh-CN" altLang="en-US" sz="2200" dirty="0">
                    <a:latin typeface="Arial" panose="020B0604020202020204" pitchFamily="34" charset="0"/>
                  </a:rPr>
                  <a:t>输出控制字</a:t>
                </a:r>
                <a:endParaRPr lang="zh-CN" altLang="en-US" sz="2200" dirty="0">
                  <a:latin typeface="Arial" panose="020B0604020202020204" pitchFamily="34" charset="0"/>
                </a:endParaRPr>
              </a:p>
            </p:txBody>
          </p:sp>
          <p:grpSp>
            <p:nvGrpSpPr>
              <p:cNvPr id="180301" name="Group 16"/>
              <p:cNvGrpSpPr/>
              <p:nvPr/>
            </p:nvGrpSpPr>
            <p:grpSpPr>
              <a:xfrm>
                <a:off x="3692" y="984"/>
                <a:ext cx="1692" cy="248"/>
                <a:chOff x="722" y="1197"/>
                <a:chExt cx="4230" cy="540"/>
              </a:xfrm>
            </p:grpSpPr>
            <p:sp>
              <p:nvSpPr>
                <p:cNvPr id="180303" name="Text Box 17"/>
                <p:cNvSpPr txBox="1"/>
                <p:nvPr/>
              </p:nvSpPr>
              <p:spPr>
                <a:xfrm>
                  <a:off x="722"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1</a:t>
                  </a:r>
                  <a:endParaRPr lang="en-US" altLang="zh-CN" sz="2200" dirty="0">
                    <a:solidFill>
                      <a:schemeClr val="tx1"/>
                    </a:solidFill>
                    <a:latin typeface="Arial" panose="020B0604020202020204" pitchFamily="34" charset="0"/>
                  </a:endParaRPr>
                </a:p>
              </p:txBody>
            </p:sp>
            <p:sp>
              <p:nvSpPr>
                <p:cNvPr id="180304" name="Text Box 18"/>
                <p:cNvSpPr txBox="1"/>
                <p:nvPr/>
              </p:nvSpPr>
              <p:spPr>
                <a:xfrm>
                  <a:off x="1254" y="1197"/>
                  <a:ext cx="531"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80305" name="Text Box 19"/>
                <p:cNvSpPr txBox="1"/>
                <p:nvPr/>
              </p:nvSpPr>
              <p:spPr>
                <a:xfrm>
                  <a:off x="1777"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80306" name="Text Box 20"/>
                <p:cNvSpPr txBox="1"/>
                <p:nvPr/>
              </p:nvSpPr>
              <p:spPr>
                <a:xfrm>
                  <a:off x="2311" y="1197"/>
                  <a:ext cx="531"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80307" name="Text Box 21"/>
                <p:cNvSpPr txBox="1"/>
                <p:nvPr/>
              </p:nvSpPr>
              <p:spPr>
                <a:xfrm>
                  <a:off x="2837"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80308" name="Text Box 22"/>
                <p:cNvSpPr txBox="1"/>
                <p:nvPr/>
              </p:nvSpPr>
              <p:spPr>
                <a:xfrm>
                  <a:off x="3364"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3300"/>
                      </a:solidFill>
                      <a:latin typeface="Arial" panose="020B0604020202020204" pitchFamily="34" charset="0"/>
                    </a:rPr>
                    <a:t>1</a:t>
                  </a:r>
                  <a:endParaRPr lang="en-US" altLang="zh-CN" sz="2200" dirty="0">
                    <a:solidFill>
                      <a:srgbClr val="0000FF"/>
                    </a:solidFill>
                    <a:latin typeface="Arial" panose="020B0604020202020204" pitchFamily="34" charset="0"/>
                  </a:endParaRPr>
                </a:p>
              </p:txBody>
            </p:sp>
            <p:sp>
              <p:nvSpPr>
                <p:cNvPr id="180309" name="Text Box 23"/>
                <p:cNvSpPr txBox="1"/>
                <p:nvPr/>
              </p:nvSpPr>
              <p:spPr>
                <a:xfrm>
                  <a:off x="3896" y="1197"/>
                  <a:ext cx="531"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0</a:t>
                  </a:r>
                  <a:endParaRPr lang="en-US" altLang="zh-CN" sz="2200" dirty="0">
                    <a:solidFill>
                      <a:schemeClr val="tx1"/>
                    </a:solidFill>
                    <a:latin typeface="Arial" panose="020B0604020202020204" pitchFamily="34" charset="0"/>
                  </a:endParaRPr>
                </a:p>
              </p:txBody>
            </p:sp>
            <p:sp>
              <p:nvSpPr>
                <p:cNvPr id="180310" name="Text Box 24"/>
                <p:cNvSpPr txBox="1"/>
                <p:nvPr/>
              </p:nvSpPr>
              <p:spPr>
                <a:xfrm>
                  <a:off x="4422"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grpSp>
          <p:sp>
            <p:nvSpPr>
              <p:cNvPr id="180302" name="Text Box 25"/>
              <p:cNvSpPr txBox="1"/>
              <p:nvPr/>
            </p:nvSpPr>
            <p:spPr>
              <a:xfrm>
                <a:off x="3608" y="752"/>
                <a:ext cx="1856"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latin typeface="Arial" panose="020B0604020202020204" pitchFamily="34" charset="0"/>
                  </a:rPr>
                  <a:t>B</a:t>
                </a:r>
                <a:r>
                  <a:rPr lang="zh-CN" altLang="en-US" sz="2200" dirty="0">
                    <a:latin typeface="Arial" panose="020B0604020202020204" pitchFamily="34" charset="0"/>
                  </a:rPr>
                  <a:t>口方式</a:t>
                </a:r>
                <a:r>
                  <a:rPr lang="en-US" altLang="zh-CN" sz="2200" dirty="0">
                    <a:latin typeface="Arial" panose="020B0604020202020204" pitchFamily="34" charset="0"/>
                  </a:rPr>
                  <a:t>1</a:t>
                </a:r>
                <a:r>
                  <a:rPr lang="zh-CN" altLang="en-US" sz="2200" dirty="0">
                    <a:latin typeface="Arial" panose="020B0604020202020204" pitchFamily="34" charset="0"/>
                  </a:rPr>
                  <a:t>输出控制字</a:t>
                </a:r>
                <a:endParaRPr lang="zh-CN" altLang="en-US" sz="2200" dirty="0">
                  <a:latin typeface="Arial" panose="020B0604020202020204" pitchFamily="34" charset="0"/>
                </a:endParaRPr>
              </a:p>
            </p:txBody>
          </p:sp>
        </p:grpSp>
        <p:grpSp>
          <p:nvGrpSpPr>
            <p:cNvPr id="180234" name="Group 26"/>
            <p:cNvGrpSpPr/>
            <p:nvPr/>
          </p:nvGrpSpPr>
          <p:grpSpPr>
            <a:xfrm>
              <a:off x="192" y="2192"/>
              <a:ext cx="2328" cy="1673"/>
              <a:chOff x="144" y="2416"/>
              <a:chExt cx="2328" cy="2105"/>
            </a:xfrm>
          </p:grpSpPr>
          <p:sp>
            <p:nvSpPr>
              <p:cNvPr id="180267" name="Text Box 27"/>
              <p:cNvSpPr txBox="1"/>
              <p:nvPr/>
            </p:nvSpPr>
            <p:spPr>
              <a:xfrm>
                <a:off x="744" y="2457"/>
                <a:ext cx="912" cy="2064"/>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chemeClr val="bg2"/>
                  </a:solidFill>
                  <a:latin typeface="Arial" panose="020B0604020202020204" pitchFamily="34" charset="0"/>
                </a:endParaRPr>
              </a:p>
            </p:txBody>
          </p:sp>
          <p:sp>
            <p:nvSpPr>
              <p:cNvPr id="180268" name="Text Box 28"/>
              <p:cNvSpPr txBox="1"/>
              <p:nvPr/>
            </p:nvSpPr>
            <p:spPr>
              <a:xfrm>
                <a:off x="912" y="2544"/>
                <a:ext cx="720" cy="256"/>
              </a:xfrm>
              <a:prstGeom prst="rect">
                <a:avLst/>
              </a:prstGeom>
              <a:solidFill>
                <a:srgbClr val="CCCCFF"/>
              </a:solid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PA7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PA0</a:t>
                </a:r>
                <a:endParaRPr lang="en-US" altLang="zh-CN" sz="2200" b="0" dirty="0">
                  <a:solidFill>
                    <a:schemeClr val="bg2"/>
                  </a:solidFill>
                  <a:latin typeface="Arial" panose="020B0604020202020204" pitchFamily="34" charset="0"/>
                </a:endParaRPr>
              </a:p>
            </p:txBody>
          </p:sp>
          <p:sp>
            <p:nvSpPr>
              <p:cNvPr id="180269" name="Text Box 29"/>
              <p:cNvSpPr txBox="1"/>
              <p:nvPr/>
            </p:nvSpPr>
            <p:spPr>
              <a:xfrm>
                <a:off x="1248" y="3440"/>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PC6</a:t>
                </a:r>
                <a:endParaRPr lang="en-US" altLang="zh-CN" sz="2200" dirty="0">
                  <a:solidFill>
                    <a:schemeClr val="accent1"/>
                  </a:solidFill>
                  <a:latin typeface="宋体" panose="02010600030101010101" pitchFamily="2" charset="-122"/>
                </a:endParaRPr>
              </a:p>
            </p:txBody>
          </p:sp>
          <p:sp>
            <p:nvSpPr>
              <p:cNvPr id="180270" name="Text Box 30"/>
              <p:cNvSpPr txBox="1"/>
              <p:nvPr/>
            </p:nvSpPr>
            <p:spPr>
              <a:xfrm>
                <a:off x="1248" y="3696"/>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PC7</a:t>
                </a:r>
                <a:endParaRPr lang="en-US" altLang="zh-CN" sz="2200" dirty="0">
                  <a:solidFill>
                    <a:schemeClr val="accent1"/>
                  </a:solidFill>
                  <a:latin typeface="宋体" panose="02010600030101010101" pitchFamily="2" charset="-122"/>
                </a:endParaRPr>
              </a:p>
            </p:txBody>
          </p:sp>
          <p:sp>
            <p:nvSpPr>
              <p:cNvPr id="180271" name="Text Box 31"/>
              <p:cNvSpPr txBox="1"/>
              <p:nvPr/>
            </p:nvSpPr>
            <p:spPr>
              <a:xfrm>
                <a:off x="1248" y="4224"/>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PC3</a:t>
                </a:r>
                <a:endParaRPr lang="en-US" altLang="zh-CN" sz="2200" dirty="0">
                  <a:solidFill>
                    <a:schemeClr val="accent1"/>
                  </a:solidFill>
                  <a:latin typeface="宋体" panose="02010600030101010101" pitchFamily="2" charset="-122"/>
                </a:endParaRPr>
              </a:p>
            </p:txBody>
          </p:sp>
          <p:sp>
            <p:nvSpPr>
              <p:cNvPr id="180272" name="Line 32"/>
              <p:cNvSpPr/>
              <p:nvPr/>
            </p:nvSpPr>
            <p:spPr>
              <a:xfrm>
                <a:off x="1456" y="2808"/>
                <a:ext cx="0" cy="624"/>
              </a:xfrm>
              <a:prstGeom prst="line">
                <a:avLst/>
              </a:prstGeom>
              <a:ln w="25400" cap="flat" cmpd="sng">
                <a:solidFill>
                  <a:srgbClr val="000000"/>
                </a:solidFill>
                <a:prstDash val="solid"/>
                <a:headEnd type="triangle" w="med" len="med"/>
                <a:tailEnd type="triangle" w="med" len="med"/>
              </a:ln>
            </p:spPr>
          </p:sp>
          <p:sp>
            <p:nvSpPr>
              <p:cNvPr id="180273" name="Text Box 33"/>
              <p:cNvSpPr txBox="1"/>
              <p:nvPr/>
            </p:nvSpPr>
            <p:spPr>
              <a:xfrm>
                <a:off x="784" y="2896"/>
                <a:ext cx="488" cy="448"/>
              </a:xfrm>
              <a:prstGeom prst="rect">
                <a:avLst/>
              </a:prstGeom>
              <a:solidFill>
                <a:srgbClr val="00FFFF"/>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INTEA</a:t>
                </a:r>
                <a:endParaRPr lang="en-US" altLang="zh-CN" sz="2200" dirty="0">
                  <a:solidFill>
                    <a:schemeClr val="tx1"/>
                  </a:solidFill>
                  <a:latin typeface="宋体" panose="02010600030101010101" pitchFamily="2" charset="-122"/>
                </a:endParaRPr>
              </a:p>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PC6</a:t>
                </a:r>
                <a:endParaRPr lang="en-US" altLang="zh-CN" sz="2200" dirty="0">
                  <a:solidFill>
                    <a:schemeClr val="tx1"/>
                  </a:solidFill>
                  <a:latin typeface="宋体" panose="02010600030101010101" pitchFamily="2" charset="-122"/>
                </a:endParaRPr>
              </a:p>
            </p:txBody>
          </p:sp>
          <p:sp>
            <p:nvSpPr>
              <p:cNvPr id="180274" name="Line 34"/>
              <p:cNvSpPr/>
              <p:nvPr/>
            </p:nvSpPr>
            <p:spPr>
              <a:xfrm>
                <a:off x="840" y="3344"/>
                <a:ext cx="0" cy="680"/>
              </a:xfrm>
              <a:prstGeom prst="line">
                <a:avLst/>
              </a:prstGeom>
              <a:ln w="25400" cap="flat" cmpd="sng">
                <a:solidFill>
                  <a:srgbClr val="FF0000"/>
                </a:solidFill>
                <a:prstDash val="solid"/>
                <a:headEnd type="none" w="med" len="med"/>
                <a:tailEnd type="triangle" w="med" len="med"/>
              </a:ln>
            </p:spPr>
          </p:sp>
          <p:sp>
            <p:nvSpPr>
              <p:cNvPr id="180275" name="Text Box 35"/>
              <p:cNvSpPr txBox="1"/>
              <p:nvPr/>
            </p:nvSpPr>
            <p:spPr>
              <a:xfrm>
                <a:off x="792" y="4024"/>
                <a:ext cx="376" cy="256"/>
              </a:xfrm>
              <a:prstGeom prst="rect">
                <a:avLst/>
              </a:prstGeom>
              <a:solidFill>
                <a:srgbClr val="FF99CC"/>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楷体_GB2312" pitchFamily="1" charset="-122"/>
                  </a:rPr>
                  <a:t>与门</a:t>
                </a:r>
                <a:endParaRPr lang="zh-CN" altLang="en-US" sz="2200" dirty="0">
                  <a:solidFill>
                    <a:schemeClr val="tx1"/>
                  </a:solidFill>
                  <a:latin typeface="楷体_GB2312" pitchFamily="1" charset="-122"/>
                </a:endParaRPr>
              </a:p>
            </p:txBody>
          </p:sp>
          <p:sp>
            <p:nvSpPr>
              <p:cNvPr id="180276" name="Line 36"/>
              <p:cNvSpPr/>
              <p:nvPr/>
            </p:nvSpPr>
            <p:spPr>
              <a:xfrm>
                <a:off x="968" y="3568"/>
                <a:ext cx="272" cy="0"/>
              </a:xfrm>
              <a:prstGeom prst="line">
                <a:avLst/>
              </a:prstGeom>
              <a:ln w="25400" cap="flat" cmpd="sng">
                <a:solidFill>
                  <a:srgbClr val="000000"/>
                </a:solidFill>
                <a:prstDash val="solid"/>
                <a:headEnd type="none" w="med" len="med"/>
                <a:tailEnd type="none" w="med" len="med"/>
              </a:ln>
            </p:spPr>
          </p:sp>
          <p:sp>
            <p:nvSpPr>
              <p:cNvPr id="180277" name="Line 37"/>
              <p:cNvSpPr/>
              <p:nvPr/>
            </p:nvSpPr>
            <p:spPr>
              <a:xfrm>
                <a:off x="968" y="3357"/>
                <a:ext cx="0" cy="236"/>
              </a:xfrm>
              <a:prstGeom prst="line">
                <a:avLst/>
              </a:prstGeom>
              <a:ln w="25400" cap="flat" cmpd="sng">
                <a:solidFill>
                  <a:srgbClr val="000000"/>
                </a:solidFill>
                <a:prstDash val="solid"/>
                <a:headEnd type="triangle" w="med" len="med"/>
                <a:tailEnd type="none" w="med" len="med"/>
              </a:ln>
            </p:spPr>
          </p:sp>
          <p:sp>
            <p:nvSpPr>
              <p:cNvPr id="180278" name="Line 38"/>
              <p:cNvSpPr/>
              <p:nvPr/>
            </p:nvSpPr>
            <p:spPr>
              <a:xfrm>
                <a:off x="1104" y="3784"/>
                <a:ext cx="144" cy="8"/>
              </a:xfrm>
              <a:prstGeom prst="line">
                <a:avLst/>
              </a:prstGeom>
              <a:ln w="25400" cap="flat" cmpd="sng">
                <a:solidFill>
                  <a:srgbClr val="000000"/>
                </a:solidFill>
                <a:prstDash val="solid"/>
                <a:headEnd type="none" w="med" len="med"/>
                <a:tailEnd type="none" w="med" len="med"/>
              </a:ln>
            </p:spPr>
          </p:sp>
          <p:sp>
            <p:nvSpPr>
              <p:cNvPr id="180279" name="Line 39"/>
              <p:cNvSpPr/>
              <p:nvPr/>
            </p:nvSpPr>
            <p:spPr>
              <a:xfrm>
                <a:off x="1104" y="3792"/>
                <a:ext cx="0" cy="224"/>
              </a:xfrm>
              <a:prstGeom prst="line">
                <a:avLst/>
              </a:prstGeom>
              <a:ln w="25400" cap="flat" cmpd="sng">
                <a:solidFill>
                  <a:srgbClr val="000000"/>
                </a:solidFill>
                <a:prstDash val="solid"/>
                <a:headEnd type="none" w="med" len="med"/>
                <a:tailEnd type="triangle" w="med" len="med"/>
              </a:ln>
            </p:spPr>
          </p:sp>
          <p:sp>
            <p:nvSpPr>
              <p:cNvPr id="180280" name="Line 40"/>
              <p:cNvSpPr/>
              <p:nvPr/>
            </p:nvSpPr>
            <p:spPr>
              <a:xfrm>
                <a:off x="968" y="4280"/>
                <a:ext cx="0" cy="80"/>
              </a:xfrm>
              <a:prstGeom prst="line">
                <a:avLst/>
              </a:prstGeom>
              <a:ln w="25400" cap="flat" cmpd="sng">
                <a:solidFill>
                  <a:srgbClr val="000000"/>
                </a:solidFill>
                <a:prstDash val="solid"/>
                <a:headEnd type="none" w="med" len="med"/>
                <a:tailEnd type="none" w="med" len="med"/>
              </a:ln>
            </p:spPr>
          </p:sp>
          <p:sp>
            <p:nvSpPr>
              <p:cNvPr id="180281" name="Line 41"/>
              <p:cNvSpPr/>
              <p:nvPr/>
            </p:nvSpPr>
            <p:spPr>
              <a:xfrm>
                <a:off x="968" y="4352"/>
                <a:ext cx="280" cy="0"/>
              </a:xfrm>
              <a:prstGeom prst="line">
                <a:avLst/>
              </a:prstGeom>
              <a:ln w="25400" cap="flat" cmpd="sng">
                <a:solidFill>
                  <a:srgbClr val="000000"/>
                </a:solidFill>
                <a:prstDash val="solid"/>
                <a:headEnd type="none" w="med" len="med"/>
                <a:tailEnd type="triangle" w="med" len="med"/>
              </a:ln>
            </p:spPr>
          </p:sp>
          <p:sp>
            <p:nvSpPr>
              <p:cNvPr id="180282" name="Line 42"/>
              <p:cNvSpPr/>
              <p:nvPr/>
            </p:nvSpPr>
            <p:spPr>
              <a:xfrm flipH="1">
                <a:off x="1616" y="3576"/>
                <a:ext cx="408" cy="0"/>
              </a:xfrm>
              <a:prstGeom prst="line">
                <a:avLst/>
              </a:prstGeom>
              <a:ln w="25400" cap="flat" cmpd="sng">
                <a:solidFill>
                  <a:srgbClr val="0000FF"/>
                </a:solidFill>
                <a:prstDash val="solid"/>
                <a:headEnd type="none" w="med" len="med"/>
                <a:tailEnd type="triangle" w="med" len="med"/>
              </a:ln>
            </p:spPr>
          </p:sp>
          <p:sp>
            <p:nvSpPr>
              <p:cNvPr id="180283" name="Line 43"/>
              <p:cNvSpPr/>
              <p:nvPr/>
            </p:nvSpPr>
            <p:spPr>
              <a:xfrm rot="-10800000" flipH="1">
                <a:off x="1616" y="3832"/>
                <a:ext cx="408" cy="0"/>
              </a:xfrm>
              <a:prstGeom prst="line">
                <a:avLst/>
              </a:prstGeom>
              <a:ln w="25400" cap="flat" cmpd="sng">
                <a:solidFill>
                  <a:srgbClr val="0000FF"/>
                </a:solidFill>
                <a:prstDash val="solid"/>
                <a:headEnd type="none" w="med" len="med"/>
                <a:tailEnd type="triangle" w="med" len="med"/>
              </a:ln>
            </p:spPr>
          </p:sp>
          <p:sp>
            <p:nvSpPr>
              <p:cNvPr id="180284" name="Line 44"/>
              <p:cNvSpPr/>
              <p:nvPr/>
            </p:nvSpPr>
            <p:spPr>
              <a:xfrm rot="10800000" flipH="1" flipV="1">
                <a:off x="1624" y="4344"/>
                <a:ext cx="336" cy="0"/>
              </a:xfrm>
              <a:prstGeom prst="line">
                <a:avLst/>
              </a:prstGeom>
              <a:ln w="25400" cap="flat" cmpd="sng">
                <a:solidFill>
                  <a:srgbClr val="0000FF"/>
                </a:solidFill>
                <a:prstDash val="solid"/>
                <a:headEnd type="none" w="med" len="med"/>
                <a:tailEnd type="triangle" w="med" len="med"/>
              </a:ln>
            </p:spPr>
          </p:sp>
          <p:grpSp>
            <p:nvGrpSpPr>
              <p:cNvPr id="180285" name="Group 45"/>
              <p:cNvGrpSpPr/>
              <p:nvPr/>
            </p:nvGrpSpPr>
            <p:grpSpPr>
              <a:xfrm>
                <a:off x="1928" y="3456"/>
                <a:ext cx="544" cy="1024"/>
                <a:chOff x="1928" y="2416"/>
                <a:chExt cx="544" cy="1024"/>
              </a:xfrm>
            </p:grpSpPr>
            <p:sp>
              <p:nvSpPr>
                <p:cNvPr id="180294" name="Text Box 46"/>
                <p:cNvSpPr txBox="1"/>
                <p:nvPr/>
              </p:nvSpPr>
              <p:spPr>
                <a:xfrm>
                  <a:off x="1984" y="2672"/>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OBFA</a:t>
                  </a:r>
                  <a:endParaRPr lang="en-US" altLang="zh-CN" sz="2200" dirty="0">
                    <a:solidFill>
                      <a:schemeClr val="bg2"/>
                    </a:solidFill>
                    <a:latin typeface="宋体" panose="02010600030101010101" pitchFamily="2" charset="-122"/>
                  </a:endParaRPr>
                </a:p>
              </p:txBody>
            </p:sp>
            <p:grpSp>
              <p:nvGrpSpPr>
                <p:cNvPr id="180295" name="Group 47"/>
                <p:cNvGrpSpPr/>
                <p:nvPr/>
              </p:nvGrpSpPr>
              <p:grpSpPr>
                <a:xfrm>
                  <a:off x="1928" y="2416"/>
                  <a:ext cx="544" cy="1024"/>
                  <a:chOff x="1928" y="2416"/>
                  <a:chExt cx="544" cy="1024"/>
                </a:xfrm>
              </p:grpSpPr>
              <p:sp>
                <p:nvSpPr>
                  <p:cNvPr id="180296" name="Text Box 48"/>
                  <p:cNvSpPr txBox="1"/>
                  <p:nvPr/>
                </p:nvSpPr>
                <p:spPr>
                  <a:xfrm>
                    <a:off x="2009" y="2416"/>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ACKA</a:t>
                    </a:r>
                    <a:endParaRPr lang="en-US" altLang="zh-CN" sz="2200" dirty="0">
                      <a:solidFill>
                        <a:schemeClr val="bg2"/>
                      </a:solidFill>
                      <a:latin typeface="宋体" panose="02010600030101010101" pitchFamily="2" charset="-122"/>
                    </a:endParaRPr>
                  </a:p>
                </p:txBody>
              </p:sp>
              <p:sp>
                <p:nvSpPr>
                  <p:cNvPr id="180297" name="Line 49"/>
                  <p:cNvSpPr/>
                  <p:nvPr/>
                </p:nvSpPr>
                <p:spPr>
                  <a:xfrm flipV="1">
                    <a:off x="2056" y="2448"/>
                    <a:ext cx="344" cy="0"/>
                  </a:xfrm>
                  <a:prstGeom prst="line">
                    <a:avLst/>
                  </a:prstGeom>
                  <a:ln w="25400" cap="flat" cmpd="sng">
                    <a:solidFill>
                      <a:srgbClr val="000000"/>
                    </a:solidFill>
                    <a:prstDash val="solid"/>
                    <a:headEnd type="none" w="med" len="med"/>
                    <a:tailEnd type="none" w="med" len="med"/>
                  </a:ln>
                </p:spPr>
              </p:sp>
              <p:sp>
                <p:nvSpPr>
                  <p:cNvPr id="180298" name="Text Box 50"/>
                  <p:cNvSpPr txBox="1"/>
                  <p:nvPr/>
                </p:nvSpPr>
                <p:spPr>
                  <a:xfrm>
                    <a:off x="1928" y="3184"/>
                    <a:ext cx="54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INTRA</a:t>
                    </a:r>
                    <a:endParaRPr lang="en-US" altLang="zh-CN" sz="2200" dirty="0">
                      <a:solidFill>
                        <a:schemeClr val="tx1"/>
                      </a:solidFill>
                      <a:latin typeface="宋体" panose="02010600030101010101" pitchFamily="2" charset="-122"/>
                    </a:endParaRPr>
                  </a:p>
                </p:txBody>
              </p:sp>
            </p:grpSp>
          </p:grpSp>
          <p:sp>
            <p:nvSpPr>
              <p:cNvPr id="180286" name="Line 51"/>
              <p:cNvSpPr/>
              <p:nvPr/>
            </p:nvSpPr>
            <p:spPr>
              <a:xfrm>
                <a:off x="504" y="4368"/>
                <a:ext cx="240" cy="0"/>
              </a:xfrm>
              <a:prstGeom prst="line">
                <a:avLst/>
              </a:prstGeom>
              <a:ln w="25400" cap="flat" cmpd="sng">
                <a:solidFill>
                  <a:srgbClr val="000000"/>
                </a:solidFill>
                <a:prstDash val="solid"/>
                <a:headEnd type="none" w="med" len="med"/>
                <a:tailEnd type="triangle" w="med" len="med"/>
              </a:ln>
            </p:spPr>
          </p:sp>
          <p:grpSp>
            <p:nvGrpSpPr>
              <p:cNvPr id="180287" name="Group 52"/>
              <p:cNvGrpSpPr/>
              <p:nvPr/>
            </p:nvGrpSpPr>
            <p:grpSpPr>
              <a:xfrm>
                <a:off x="264" y="4240"/>
                <a:ext cx="232" cy="256"/>
                <a:chOff x="372" y="6657"/>
                <a:chExt cx="580" cy="640"/>
              </a:xfrm>
            </p:grpSpPr>
            <p:sp>
              <p:nvSpPr>
                <p:cNvPr id="180292" name="Text Box 53"/>
                <p:cNvSpPr txBox="1"/>
                <p:nvPr/>
              </p:nvSpPr>
              <p:spPr>
                <a:xfrm>
                  <a:off x="372" y="6657"/>
                  <a:ext cx="580" cy="640"/>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WR</a:t>
                  </a:r>
                  <a:endParaRPr lang="en-US" altLang="zh-CN" sz="2200" dirty="0">
                    <a:solidFill>
                      <a:schemeClr val="bg2"/>
                    </a:solidFill>
                    <a:latin typeface="宋体" panose="02010600030101010101" pitchFamily="2" charset="-122"/>
                  </a:endParaRPr>
                </a:p>
              </p:txBody>
            </p:sp>
            <p:sp>
              <p:nvSpPr>
                <p:cNvPr id="180293" name="Line 54"/>
                <p:cNvSpPr/>
                <p:nvPr/>
              </p:nvSpPr>
              <p:spPr>
                <a:xfrm>
                  <a:off x="432" y="6757"/>
                  <a:ext cx="380" cy="0"/>
                </a:xfrm>
                <a:prstGeom prst="line">
                  <a:avLst/>
                </a:prstGeom>
                <a:ln w="25400" cap="flat" cmpd="sng">
                  <a:solidFill>
                    <a:srgbClr val="000000"/>
                  </a:solidFill>
                  <a:prstDash val="solid"/>
                  <a:headEnd type="none" w="med" len="med"/>
                  <a:tailEnd type="none" w="med" len="med"/>
                </a:ln>
              </p:spPr>
            </p:sp>
          </p:grpSp>
          <p:sp>
            <p:nvSpPr>
              <p:cNvPr id="180288" name="AutoShape 55"/>
              <p:cNvSpPr/>
              <p:nvPr/>
            </p:nvSpPr>
            <p:spPr>
              <a:xfrm rot="10800000">
                <a:off x="144" y="2568"/>
                <a:ext cx="600" cy="200"/>
              </a:xfrm>
              <a:prstGeom prst="leftArrow">
                <a:avLst>
                  <a:gd name="adj1" fmla="val 50000"/>
                  <a:gd name="adj2" fmla="val 75000"/>
                </a:avLst>
              </a:prstGeom>
              <a:solidFill>
                <a:srgbClr val="00CCFF"/>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80289" name="Text Box 56"/>
              <p:cNvSpPr txBox="1"/>
              <p:nvPr/>
            </p:nvSpPr>
            <p:spPr>
              <a:xfrm>
                <a:off x="240" y="2416"/>
                <a:ext cx="50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tx1"/>
                  </a:solidFill>
                  <a:latin typeface="宋体" panose="02010600030101010101" pitchFamily="2" charset="-122"/>
                </a:endParaRPr>
              </a:p>
            </p:txBody>
          </p:sp>
          <p:sp>
            <p:nvSpPr>
              <p:cNvPr id="180290" name="AutoShape 57"/>
              <p:cNvSpPr/>
              <p:nvPr/>
            </p:nvSpPr>
            <p:spPr>
              <a:xfrm rot="10800000">
                <a:off x="1640" y="2552"/>
                <a:ext cx="504" cy="232"/>
              </a:xfrm>
              <a:prstGeom prst="leftArrow">
                <a:avLst>
                  <a:gd name="adj1" fmla="val 50000"/>
                  <a:gd name="adj2" fmla="val 54250"/>
                </a:avLst>
              </a:prstGeom>
              <a:solidFill>
                <a:schemeClr val="accent1"/>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80291" name="Line 58"/>
              <p:cNvSpPr/>
              <p:nvPr/>
            </p:nvSpPr>
            <p:spPr>
              <a:xfrm>
                <a:off x="2016" y="3749"/>
                <a:ext cx="336" cy="0"/>
              </a:xfrm>
              <a:prstGeom prst="line">
                <a:avLst/>
              </a:prstGeom>
              <a:ln w="9525" cap="flat" cmpd="sng">
                <a:solidFill>
                  <a:schemeClr val="tx1"/>
                </a:solidFill>
                <a:prstDash val="solid"/>
                <a:headEnd type="none" w="med" len="med"/>
                <a:tailEnd type="none" w="med" len="med"/>
              </a:ln>
            </p:spPr>
          </p:sp>
        </p:grpSp>
        <p:grpSp>
          <p:nvGrpSpPr>
            <p:cNvPr id="180235" name="Group 59"/>
            <p:cNvGrpSpPr/>
            <p:nvPr/>
          </p:nvGrpSpPr>
          <p:grpSpPr>
            <a:xfrm>
              <a:off x="3264" y="2231"/>
              <a:ext cx="2400" cy="1632"/>
              <a:chOff x="3360" y="2432"/>
              <a:chExt cx="2400" cy="2097"/>
            </a:xfrm>
          </p:grpSpPr>
          <p:sp>
            <p:nvSpPr>
              <p:cNvPr id="180237" name="Text Box 60"/>
              <p:cNvSpPr txBox="1"/>
              <p:nvPr/>
            </p:nvSpPr>
            <p:spPr>
              <a:xfrm>
                <a:off x="4032" y="2465"/>
                <a:ext cx="912" cy="2064"/>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chemeClr val="bg2"/>
                  </a:solidFill>
                  <a:latin typeface="Arial" panose="020B0604020202020204" pitchFamily="34" charset="0"/>
                </a:endParaRPr>
              </a:p>
            </p:txBody>
          </p:sp>
          <p:sp>
            <p:nvSpPr>
              <p:cNvPr id="180238" name="Text Box 61"/>
              <p:cNvSpPr txBox="1"/>
              <p:nvPr/>
            </p:nvSpPr>
            <p:spPr>
              <a:xfrm>
                <a:off x="4224" y="2552"/>
                <a:ext cx="696" cy="264"/>
              </a:xfrm>
              <a:prstGeom prst="rect">
                <a:avLst/>
              </a:prstGeom>
              <a:solidFill>
                <a:srgbClr val="FFCC99"/>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PB7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PB0</a:t>
                </a:r>
                <a:endParaRPr lang="en-US" altLang="zh-CN" sz="2200" dirty="0">
                  <a:solidFill>
                    <a:schemeClr val="bg2"/>
                  </a:solidFill>
                  <a:latin typeface="宋体" panose="02010600030101010101" pitchFamily="2" charset="-122"/>
                </a:endParaRPr>
              </a:p>
            </p:txBody>
          </p:sp>
          <p:sp>
            <p:nvSpPr>
              <p:cNvPr id="180239" name="Text Box 62"/>
              <p:cNvSpPr txBox="1"/>
              <p:nvPr/>
            </p:nvSpPr>
            <p:spPr>
              <a:xfrm>
                <a:off x="4536" y="3448"/>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PC2</a:t>
                </a:r>
                <a:endParaRPr lang="en-US" altLang="zh-CN" sz="2200" dirty="0">
                  <a:solidFill>
                    <a:schemeClr val="accent1"/>
                  </a:solidFill>
                  <a:latin typeface="宋体" panose="02010600030101010101" pitchFamily="2" charset="-122"/>
                </a:endParaRPr>
              </a:p>
            </p:txBody>
          </p:sp>
          <p:sp>
            <p:nvSpPr>
              <p:cNvPr id="180240" name="Text Box 63"/>
              <p:cNvSpPr txBox="1"/>
              <p:nvPr/>
            </p:nvSpPr>
            <p:spPr>
              <a:xfrm>
                <a:off x="4536" y="3704"/>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PC1</a:t>
                </a:r>
                <a:endParaRPr lang="en-US" altLang="zh-CN" sz="2200" dirty="0">
                  <a:solidFill>
                    <a:schemeClr val="accent1"/>
                  </a:solidFill>
                  <a:latin typeface="宋体" panose="02010600030101010101" pitchFamily="2" charset="-122"/>
                </a:endParaRPr>
              </a:p>
            </p:txBody>
          </p:sp>
          <p:sp>
            <p:nvSpPr>
              <p:cNvPr id="180241" name="Text Box 64"/>
              <p:cNvSpPr txBox="1"/>
              <p:nvPr/>
            </p:nvSpPr>
            <p:spPr>
              <a:xfrm>
                <a:off x="4536" y="4232"/>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PC0</a:t>
                </a:r>
                <a:endParaRPr lang="en-US" altLang="zh-CN" sz="2200" dirty="0">
                  <a:solidFill>
                    <a:schemeClr val="accent1"/>
                  </a:solidFill>
                  <a:latin typeface="宋体" panose="02010600030101010101" pitchFamily="2" charset="-122"/>
                </a:endParaRPr>
              </a:p>
            </p:txBody>
          </p:sp>
          <p:sp>
            <p:nvSpPr>
              <p:cNvPr id="180242" name="Line 65"/>
              <p:cNvSpPr/>
              <p:nvPr/>
            </p:nvSpPr>
            <p:spPr>
              <a:xfrm>
                <a:off x="4744" y="2816"/>
                <a:ext cx="0" cy="624"/>
              </a:xfrm>
              <a:prstGeom prst="line">
                <a:avLst/>
              </a:prstGeom>
              <a:ln w="25400" cap="flat" cmpd="sng">
                <a:solidFill>
                  <a:srgbClr val="000000"/>
                </a:solidFill>
                <a:prstDash val="solid"/>
                <a:headEnd type="triangle" w="med" len="med"/>
                <a:tailEnd type="triangle" w="med" len="med"/>
              </a:ln>
            </p:spPr>
          </p:sp>
          <p:sp>
            <p:nvSpPr>
              <p:cNvPr id="180243" name="Text Box 66"/>
              <p:cNvSpPr txBox="1"/>
              <p:nvPr/>
            </p:nvSpPr>
            <p:spPr>
              <a:xfrm>
                <a:off x="4072" y="2904"/>
                <a:ext cx="488" cy="448"/>
              </a:xfrm>
              <a:prstGeom prst="rect">
                <a:avLst/>
              </a:prstGeom>
              <a:solidFill>
                <a:srgbClr val="00FFFF"/>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INTEB</a:t>
                </a:r>
                <a:endParaRPr lang="en-US" altLang="zh-CN" sz="2200" dirty="0">
                  <a:solidFill>
                    <a:schemeClr val="tx1"/>
                  </a:solidFill>
                  <a:latin typeface="宋体" panose="02010600030101010101" pitchFamily="2" charset="-122"/>
                </a:endParaRPr>
              </a:p>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PC2</a:t>
                </a:r>
                <a:endParaRPr lang="en-US" altLang="zh-CN" sz="2200" dirty="0">
                  <a:solidFill>
                    <a:schemeClr val="tx1"/>
                  </a:solidFill>
                  <a:latin typeface="宋体" panose="02010600030101010101" pitchFamily="2" charset="-122"/>
                </a:endParaRPr>
              </a:p>
            </p:txBody>
          </p:sp>
          <p:sp>
            <p:nvSpPr>
              <p:cNvPr id="180244" name="Line 67"/>
              <p:cNvSpPr/>
              <p:nvPr/>
            </p:nvSpPr>
            <p:spPr>
              <a:xfrm>
                <a:off x="4128" y="3352"/>
                <a:ext cx="0" cy="680"/>
              </a:xfrm>
              <a:prstGeom prst="line">
                <a:avLst/>
              </a:prstGeom>
              <a:ln w="25400" cap="flat" cmpd="sng">
                <a:solidFill>
                  <a:srgbClr val="FF0000"/>
                </a:solidFill>
                <a:prstDash val="solid"/>
                <a:headEnd type="none" w="med" len="med"/>
                <a:tailEnd type="triangle" w="med" len="med"/>
              </a:ln>
            </p:spPr>
          </p:sp>
          <p:sp>
            <p:nvSpPr>
              <p:cNvPr id="180245" name="Text Box 68"/>
              <p:cNvSpPr txBox="1"/>
              <p:nvPr/>
            </p:nvSpPr>
            <p:spPr>
              <a:xfrm>
                <a:off x="4080" y="4032"/>
                <a:ext cx="376" cy="256"/>
              </a:xfrm>
              <a:prstGeom prst="rect">
                <a:avLst/>
              </a:prstGeom>
              <a:solidFill>
                <a:srgbClr val="FF99CC"/>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楷体_GB2312" pitchFamily="1" charset="-122"/>
                  </a:rPr>
                  <a:t>与门</a:t>
                </a:r>
                <a:endParaRPr lang="zh-CN" altLang="en-US" sz="2200" dirty="0">
                  <a:solidFill>
                    <a:schemeClr val="tx1"/>
                  </a:solidFill>
                  <a:latin typeface="楷体_GB2312" pitchFamily="1" charset="-122"/>
                </a:endParaRPr>
              </a:p>
            </p:txBody>
          </p:sp>
          <p:sp>
            <p:nvSpPr>
              <p:cNvPr id="180246" name="Line 69"/>
              <p:cNvSpPr/>
              <p:nvPr/>
            </p:nvSpPr>
            <p:spPr>
              <a:xfrm>
                <a:off x="4256" y="3576"/>
                <a:ext cx="272" cy="0"/>
              </a:xfrm>
              <a:prstGeom prst="line">
                <a:avLst/>
              </a:prstGeom>
              <a:ln w="25400" cap="flat" cmpd="sng">
                <a:solidFill>
                  <a:srgbClr val="000000"/>
                </a:solidFill>
                <a:prstDash val="solid"/>
                <a:headEnd type="none" w="med" len="med"/>
                <a:tailEnd type="none" w="med" len="med"/>
              </a:ln>
            </p:spPr>
          </p:sp>
          <p:sp>
            <p:nvSpPr>
              <p:cNvPr id="180247" name="Line 70"/>
              <p:cNvSpPr/>
              <p:nvPr/>
            </p:nvSpPr>
            <p:spPr>
              <a:xfrm>
                <a:off x="4264" y="3360"/>
                <a:ext cx="0" cy="216"/>
              </a:xfrm>
              <a:prstGeom prst="line">
                <a:avLst/>
              </a:prstGeom>
              <a:ln w="25400" cap="flat" cmpd="sng">
                <a:solidFill>
                  <a:srgbClr val="000000"/>
                </a:solidFill>
                <a:prstDash val="solid"/>
                <a:headEnd type="triangle" w="med" len="med"/>
                <a:tailEnd type="none" w="med" len="med"/>
              </a:ln>
            </p:spPr>
          </p:sp>
          <p:sp>
            <p:nvSpPr>
              <p:cNvPr id="180248" name="Line 71"/>
              <p:cNvSpPr/>
              <p:nvPr/>
            </p:nvSpPr>
            <p:spPr>
              <a:xfrm>
                <a:off x="4392" y="3792"/>
                <a:ext cx="144" cy="0"/>
              </a:xfrm>
              <a:prstGeom prst="line">
                <a:avLst/>
              </a:prstGeom>
              <a:ln w="25400" cap="flat" cmpd="sng">
                <a:solidFill>
                  <a:srgbClr val="000000"/>
                </a:solidFill>
                <a:prstDash val="solid"/>
                <a:headEnd type="none" w="med" len="med"/>
                <a:tailEnd type="none" w="med" len="med"/>
              </a:ln>
            </p:spPr>
          </p:sp>
          <p:sp>
            <p:nvSpPr>
              <p:cNvPr id="180249" name="Line 72"/>
              <p:cNvSpPr/>
              <p:nvPr/>
            </p:nvSpPr>
            <p:spPr>
              <a:xfrm>
                <a:off x="4392" y="3800"/>
                <a:ext cx="0" cy="224"/>
              </a:xfrm>
              <a:prstGeom prst="line">
                <a:avLst/>
              </a:prstGeom>
              <a:ln w="25400" cap="flat" cmpd="sng">
                <a:solidFill>
                  <a:srgbClr val="000000"/>
                </a:solidFill>
                <a:prstDash val="solid"/>
                <a:headEnd type="none" w="med" len="med"/>
                <a:tailEnd type="triangle" w="med" len="med"/>
              </a:ln>
            </p:spPr>
          </p:sp>
          <p:sp>
            <p:nvSpPr>
              <p:cNvPr id="180250" name="Line 73"/>
              <p:cNvSpPr/>
              <p:nvPr/>
            </p:nvSpPr>
            <p:spPr>
              <a:xfrm>
                <a:off x="4256" y="4288"/>
                <a:ext cx="0" cy="80"/>
              </a:xfrm>
              <a:prstGeom prst="line">
                <a:avLst/>
              </a:prstGeom>
              <a:ln w="25400" cap="flat" cmpd="sng">
                <a:solidFill>
                  <a:srgbClr val="000000"/>
                </a:solidFill>
                <a:prstDash val="solid"/>
                <a:headEnd type="none" w="med" len="med"/>
                <a:tailEnd type="none" w="med" len="med"/>
              </a:ln>
            </p:spPr>
          </p:sp>
          <p:sp>
            <p:nvSpPr>
              <p:cNvPr id="180251" name="Line 74"/>
              <p:cNvSpPr/>
              <p:nvPr/>
            </p:nvSpPr>
            <p:spPr>
              <a:xfrm>
                <a:off x="4256" y="4360"/>
                <a:ext cx="280" cy="0"/>
              </a:xfrm>
              <a:prstGeom prst="line">
                <a:avLst/>
              </a:prstGeom>
              <a:ln w="25400" cap="flat" cmpd="sng">
                <a:solidFill>
                  <a:srgbClr val="000000"/>
                </a:solidFill>
                <a:prstDash val="solid"/>
                <a:headEnd type="none" w="med" len="med"/>
                <a:tailEnd type="triangle" w="med" len="med"/>
              </a:ln>
            </p:spPr>
          </p:sp>
          <p:sp>
            <p:nvSpPr>
              <p:cNvPr id="180252" name="Line 75"/>
              <p:cNvSpPr/>
              <p:nvPr/>
            </p:nvSpPr>
            <p:spPr>
              <a:xfrm flipH="1">
                <a:off x="4904" y="3584"/>
                <a:ext cx="408" cy="0"/>
              </a:xfrm>
              <a:prstGeom prst="line">
                <a:avLst/>
              </a:prstGeom>
              <a:ln w="25400" cap="flat" cmpd="sng">
                <a:solidFill>
                  <a:srgbClr val="0000FF"/>
                </a:solidFill>
                <a:prstDash val="solid"/>
                <a:headEnd type="none" w="med" len="med"/>
                <a:tailEnd type="triangle" w="med" len="med"/>
              </a:ln>
            </p:spPr>
          </p:sp>
          <p:sp>
            <p:nvSpPr>
              <p:cNvPr id="180253" name="Line 76"/>
              <p:cNvSpPr/>
              <p:nvPr/>
            </p:nvSpPr>
            <p:spPr>
              <a:xfrm rot="-10800000" flipH="1">
                <a:off x="4904" y="3840"/>
                <a:ext cx="408" cy="0"/>
              </a:xfrm>
              <a:prstGeom prst="line">
                <a:avLst/>
              </a:prstGeom>
              <a:ln w="25400" cap="flat" cmpd="sng">
                <a:solidFill>
                  <a:srgbClr val="0000FF"/>
                </a:solidFill>
                <a:prstDash val="solid"/>
                <a:headEnd type="none" w="med" len="med"/>
                <a:tailEnd type="triangle" w="med" len="med"/>
              </a:ln>
            </p:spPr>
          </p:sp>
          <p:sp>
            <p:nvSpPr>
              <p:cNvPr id="180254" name="Line 77"/>
              <p:cNvSpPr/>
              <p:nvPr/>
            </p:nvSpPr>
            <p:spPr>
              <a:xfrm rot="-10800000" flipH="1">
                <a:off x="4912" y="4352"/>
                <a:ext cx="328" cy="0"/>
              </a:xfrm>
              <a:prstGeom prst="line">
                <a:avLst/>
              </a:prstGeom>
              <a:ln w="25400" cap="flat" cmpd="sng">
                <a:solidFill>
                  <a:srgbClr val="0000FF"/>
                </a:solidFill>
                <a:prstDash val="solid"/>
                <a:headEnd type="none" w="med" len="med"/>
                <a:tailEnd type="triangle" w="med" len="med"/>
              </a:ln>
            </p:spPr>
          </p:sp>
          <p:sp>
            <p:nvSpPr>
              <p:cNvPr id="180255" name="Line 78"/>
              <p:cNvSpPr/>
              <p:nvPr/>
            </p:nvSpPr>
            <p:spPr>
              <a:xfrm>
                <a:off x="3792" y="4376"/>
                <a:ext cx="240" cy="0"/>
              </a:xfrm>
              <a:prstGeom prst="line">
                <a:avLst/>
              </a:prstGeom>
              <a:ln w="25400" cap="flat" cmpd="sng">
                <a:solidFill>
                  <a:srgbClr val="000000"/>
                </a:solidFill>
                <a:prstDash val="solid"/>
                <a:headEnd type="none" w="med" len="med"/>
                <a:tailEnd type="triangle" w="med" len="med"/>
              </a:ln>
            </p:spPr>
          </p:sp>
          <p:sp>
            <p:nvSpPr>
              <p:cNvPr id="180256" name="Text Box 79"/>
              <p:cNvSpPr txBox="1"/>
              <p:nvPr/>
            </p:nvSpPr>
            <p:spPr>
              <a:xfrm>
                <a:off x="3552" y="4248"/>
                <a:ext cx="232"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WR</a:t>
                </a:r>
                <a:endParaRPr lang="en-US" altLang="zh-CN" sz="2200" dirty="0">
                  <a:solidFill>
                    <a:schemeClr val="bg2"/>
                  </a:solidFill>
                  <a:latin typeface="宋体" panose="02010600030101010101" pitchFamily="2" charset="-122"/>
                </a:endParaRPr>
              </a:p>
            </p:txBody>
          </p:sp>
          <p:sp>
            <p:nvSpPr>
              <p:cNvPr id="180257" name="Line 80"/>
              <p:cNvSpPr/>
              <p:nvPr/>
            </p:nvSpPr>
            <p:spPr>
              <a:xfrm>
                <a:off x="3576" y="4288"/>
                <a:ext cx="152" cy="0"/>
              </a:xfrm>
              <a:prstGeom prst="line">
                <a:avLst/>
              </a:prstGeom>
              <a:ln w="25400" cap="flat" cmpd="sng">
                <a:solidFill>
                  <a:srgbClr val="000000"/>
                </a:solidFill>
                <a:prstDash val="solid"/>
                <a:headEnd type="none" w="med" len="med"/>
                <a:tailEnd type="none" w="med" len="med"/>
              </a:ln>
            </p:spPr>
          </p:sp>
          <p:sp>
            <p:nvSpPr>
              <p:cNvPr id="180258" name="AutoShape 81"/>
              <p:cNvSpPr/>
              <p:nvPr/>
            </p:nvSpPr>
            <p:spPr>
              <a:xfrm rot="10800000">
                <a:off x="3360" y="2576"/>
                <a:ext cx="672" cy="240"/>
              </a:xfrm>
              <a:prstGeom prst="leftArrow">
                <a:avLst>
                  <a:gd name="adj1" fmla="val 50000"/>
                  <a:gd name="adj2" fmla="val 70000"/>
                </a:avLst>
              </a:prstGeom>
              <a:solidFill>
                <a:srgbClr val="00CCFF"/>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80259" name="AutoShape 82"/>
              <p:cNvSpPr/>
              <p:nvPr/>
            </p:nvSpPr>
            <p:spPr>
              <a:xfrm rot="10800000">
                <a:off x="4928" y="2560"/>
                <a:ext cx="504" cy="232"/>
              </a:xfrm>
              <a:prstGeom prst="leftArrow">
                <a:avLst>
                  <a:gd name="adj1" fmla="val 50000"/>
                  <a:gd name="adj2" fmla="val 54250"/>
                </a:avLst>
              </a:prstGeom>
              <a:solidFill>
                <a:schemeClr val="accent1"/>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80260" name="Text Box 83"/>
              <p:cNvSpPr txBox="1"/>
              <p:nvPr/>
            </p:nvSpPr>
            <p:spPr>
              <a:xfrm>
                <a:off x="3504" y="2432"/>
                <a:ext cx="50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tx1"/>
                  </a:solidFill>
                  <a:latin typeface="宋体" panose="02010600030101010101" pitchFamily="2" charset="-122"/>
                </a:endParaRPr>
              </a:p>
            </p:txBody>
          </p:sp>
          <p:sp>
            <p:nvSpPr>
              <p:cNvPr id="180261" name="Text Box 84"/>
              <p:cNvSpPr txBox="1"/>
              <p:nvPr/>
            </p:nvSpPr>
            <p:spPr>
              <a:xfrm>
                <a:off x="5272" y="3728"/>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OBFB</a:t>
                </a:r>
                <a:endParaRPr lang="en-US" altLang="zh-CN" sz="2200" dirty="0">
                  <a:solidFill>
                    <a:schemeClr val="bg2"/>
                  </a:solidFill>
                  <a:latin typeface="宋体" panose="02010600030101010101" pitchFamily="2" charset="-122"/>
                </a:endParaRPr>
              </a:p>
            </p:txBody>
          </p:sp>
          <p:grpSp>
            <p:nvGrpSpPr>
              <p:cNvPr id="180262" name="Group 85"/>
              <p:cNvGrpSpPr/>
              <p:nvPr/>
            </p:nvGrpSpPr>
            <p:grpSpPr>
              <a:xfrm>
                <a:off x="5216" y="3472"/>
                <a:ext cx="544" cy="1024"/>
                <a:chOff x="1928" y="2416"/>
                <a:chExt cx="544" cy="1024"/>
              </a:xfrm>
            </p:grpSpPr>
            <p:sp>
              <p:nvSpPr>
                <p:cNvPr id="180264" name="Text Box 86"/>
                <p:cNvSpPr txBox="1"/>
                <p:nvPr/>
              </p:nvSpPr>
              <p:spPr>
                <a:xfrm>
                  <a:off x="2009" y="2416"/>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ACKB</a:t>
                  </a:r>
                  <a:endParaRPr lang="en-US" altLang="zh-CN" sz="2200" dirty="0">
                    <a:solidFill>
                      <a:schemeClr val="bg2"/>
                    </a:solidFill>
                    <a:latin typeface="宋体" panose="02010600030101010101" pitchFamily="2" charset="-122"/>
                  </a:endParaRPr>
                </a:p>
              </p:txBody>
            </p:sp>
            <p:sp>
              <p:nvSpPr>
                <p:cNvPr id="180265" name="Line 87"/>
                <p:cNvSpPr/>
                <p:nvPr/>
              </p:nvSpPr>
              <p:spPr>
                <a:xfrm flipV="1">
                  <a:off x="2056" y="2448"/>
                  <a:ext cx="344" cy="0"/>
                </a:xfrm>
                <a:prstGeom prst="line">
                  <a:avLst/>
                </a:prstGeom>
                <a:ln w="25400" cap="flat" cmpd="sng">
                  <a:solidFill>
                    <a:srgbClr val="000000"/>
                  </a:solidFill>
                  <a:prstDash val="solid"/>
                  <a:headEnd type="none" w="med" len="med"/>
                  <a:tailEnd type="none" w="med" len="med"/>
                </a:ln>
              </p:spPr>
            </p:sp>
            <p:sp>
              <p:nvSpPr>
                <p:cNvPr id="180266" name="Text Box 88"/>
                <p:cNvSpPr txBox="1"/>
                <p:nvPr/>
              </p:nvSpPr>
              <p:spPr>
                <a:xfrm>
                  <a:off x="1928" y="3184"/>
                  <a:ext cx="54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INTRB</a:t>
                  </a:r>
                  <a:endParaRPr lang="en-US" altLang="zh-CN" sz="2200" dirty="0">
                    <a:solidFill>
                      <a:schemeClr val="tx1"/>
                    </a:solidFill>
                    <a:latin typeface="宋体" panose="02010600030101010101" pitchFamily="2" charset="-122"/>
                  </a:endParaRPr>
                </a:p>
              </p:txBody>
            </p:sp>
          </p:grpSp>
          <p:sp>
            <p:nvSpPr>
              <p:cNvPr id="180263" name="Line 89"/>
              <p:cNvSpPr/>
              <p:nvPr/>
            </p:nvSpPr>
            <p:spPr>
              <a:xfrm>
                <a:off x="5328" y="3749"/>
                <a:ext cx="336" cy="0"/>
              </a:xfrm>
              <a:prstGeom prst="line">
                <a:avLst/>
              </a:prstGeom>
              <a:ln w="9525" cap="flat" cmpd="sng">
                <a:solidFill>
                  <a:schemeClr val="tx1"/>
                </a:solidFill>
                <a:prstDash val="solid"/>
                <a:headEnd type="none" w="med" len="med"/>
                <a:tailEnd type="none" w="med" len="med"/>
              </a:ln>
            </p:spPr>
          </p:sp>
        </p:grpSp>
        <p:sp>
          <p:nvSpPr>
            <p:cNvPr id="180236" name="Text Box 90"/>
            <p:cNvSpPr txBox="1"/>
            <p:nvPr/>
          </p:nvSpPr>
          <p:spPr>
            <a:xfrm>
              <a:off x="3120" y="3923"/>
              <a:ext cx="2640" cy="28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en-US" altLang="zh-CN" sz="2200" dirty="0">
                  <a:solidFill>
                    <a:srgbClr val="00B0F0"/>
                  </a:solidFill>
                  <a:latin typeface="楷体_GB2312" pitchFamily="1" charset="-122"/>
                </a:rPr>
                <a:t>B</a:t>
              </a:r>
              <a:r>
                <a:rPr lang="zh-CN" altLang="en-US" sz="2200" dirty="0">
                  <a:solidFill>
                    <a:srgbClr val="00B0F0"/>
                  </a:solidFill>
                  <a:latin typeface="楷体_GB2312" pitchFamily="1" charset="-122"/>
                </a:rPr>
                <a:t>口方式</a:t>
              </a:r>
              <a:r>
                <a:rPr lang="en-US" altLang="zh-CN" sz="2200" dirty="0">
                  <a:solidFill>
                    <a:srgbClr val="00B0F0"/>
                  </a:solidFill>
                  <a:latin typeface="楷体_GB2312" pitchFamily="1" charset="-122"/>
                </a:rPr>
                <a:t>1</a:t>
              </a:r>
              <a:r>
                <a:rPr lang="zh-CN" altLang="en-US" sz="2200" dirty="0">
                  <a:solidFill>
                    <a:srgbClr val="00B0F0"/>
                  </a:solidFill>
                  <a:latin typeface="楷体_GB2312" pitchFamily="1" charset="-122"/>
                </a:rPr>
                <a:t>输出时相应的联络信号</a:t>
              </a:r>
              <a:endParaRPr lang="zh-CN" altLang="en-US" sz="2200" dirty="0">
                <a:solidFill>
                  <a:srgbClr val="00B0F0"/>
                </a:solidFill>
                <a:latin typeface="楷体_GB2312" pitchFamily="1" charset="-122"/>
              </a:endParaRPr>
            </a:p>
          </p:txBody>
        </p:sp>
      </p:grpSp>
      <p:grpSp>
        <p:nvGrpSpPr>
          <p:cNvPr id="180227" name="Group 91"/>
          <p:cNvGrpSpPr/>
          <p:nvPr/>
        </p:nvGrpSpPr>
        <p:grpSpPr>
          <a:xfrm>
            <a:off x="107950" y="404813"/>
            <a:ext cx="8915400" cy="1879600"/>
            <a:chOff x="144" y="336"/>
            <a:chExt cx="5616" cy="1184"/>
          </a:xfrm>
        </p:grpSpPr>
        <p:sp>
          <p:nvSpPr>
            <p:cNvPr id="180228" name="Rectangle 92"/>
            <p:cNvSpPr/>
            <p:nvPr/>
          </p:nvSpPr>
          <p:spPr>
            <a:xfrm>
              <a:off x="144" y="336"/>
              <a:ext cx="5616" cy="1184"/>
            </a:xfrm>
            <a:prstGeom prst="rect">
              <a:avLst/>
            </a:prstGeom>
            <a:noFill/>
            <a:ln w="9525" cap="flat" cmpd="sng">
              <a:solidFill>
                <a:srgbClr val="FF0000"/>
              </a:solidFill>
              <a:prstDash val="solid"/>
              <a:miter/>
              <a:headEnd type="none" w="med" len="med"/>
              <a:tailEnd type="none" w="med" len="med"/>
            </a:ln>
          </p:spPr>
          <p:txBody>
            <a:bodyPr lIns="90000" tIns="46800" rIns="90000" bIns="4680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Font typeface="Arial" panose="020B0604020202020204" pitchFamily="34" charset="0"/>
                <a:buNone/>
              </a:pPr>
              <a:r>
                <a:rPr lang="en-US" altLang="zh-CN" sz="2400" dirty="0">
                  <a:solidFill>
                    <a:schemeClr val="accent2"/>
                  </a:solidFill>
                  <a:latin typeface="Arial" panose="020B0604020202020204" pitchFamily="34" charset="0"/>
                </a:rPr>
                <a:t>       </a:t>
              </a:r>
              <a:r>
                <a:rPr lang="en-US" altLang="zh-CN" sz="2400" dirty="0">
                  <a:solidFill>
                    <a:srgbClr val="00B0F0"/>
                  </a:solidFill>
                  <a:latin typeface="楷体_GB2312" pitchFamily="1" charset="-122"/>
                </a:rPr>
                <a:t>OBF</a:t>
              </a:r>
              <a:r>
                <a:rPr lang="zh-CN" altLang="en-US" sz="2400" dirty="0">
                  <a:solidFill>
                    <a:srgbClr val="00B0F0"/>
                  </a:solidFill>
                  <a:latin typeface="楷体_GB2312" pitchFamily="1" charset="-122"/>
                </a:rPr>
                <a:t>、</a:t>
              </a:r>
              <a:r>
                <a:rPr lang="en-US" altLang="zh-CN" sz="2400" dirty="0">
                  <a:solidFill>
                    <a:srgbClr val="00B0F0"/>
                  </a:solidFill>
                  <a:latin typeface="楷体_GB2312" pitchFamily="1" charset="-122"/>
                </a:rPr>
                <a:t>ACK</a:t>
              </a:r>
              <a:r>
                <a:rPr lang="zh-CN" altLang="en-US" sz="2400" dirty="0">
                  <a:solidFill>
                    <a:srgbClr val="00B0F0"/>
                  </a:solidFill>
                  <a:latin typeface="楷体_GB2312" pitchFamily="1" charset="-122"/>
                </a:rPr>
                <a:t>、</a:t>
              </a:r>
              <a:r>
                <a:rPr lang="en-US" altLang="zh-CN" sz="2400" dirty="0">
                  <a:solidFill>
                    <a:srgbClr val="00B0F0"/>
                  </a:solidFill>
                  <a:latin typeface="楷体_GB2312" pitchFamily="1" charset="-122"/>
                </a:rPr>
                <a:t>INTE</a:t>
              </a:r>
              <a:r>
                <a:rPr lang="zh-CN" altLang="en-US" sz="2400" dirty="0">
                  <a:solidFill>
                    <a:srgbClr val="00B0F0"/>
                  </a:solidFill>
                  <a:latin typeface="楷体_GB2312" pitchFamily="1" charset="-122"/>
                </a:rPr>
                <a:t>均为１时，</a:t>
              </a:r>
              <a:r>
                <a:rPr lang="en-US" altLang="zh-CN" sz="2400" dirty="0">
                  <a:solidFill>
                    <a:srgbClr val="00B0F0"/>
                  </a:solidFill>
                  <a:latin typeface="楷体_GB2312" pitchFamily="1" charset="-122"/>
                </a:rPr>
                <a:t>8255A</a:t>
              </a:r>
              <a:r>
                <a:rPr lang="zh-CN" altLang="en-US" sz="2400" dirty="0">
                  <a:solidFill>
                    <a:srgbClr val="00B0F0"/>
                  </a:solidFill>
                  <a:latin typeface="楷体_GB2312" pitchFamily="1" charset="-122"/>
                </a:rPr>
                <a:t>自动发出</a:t>
              </a:r>
              <a:r>
                <a:rPr lang="en-US" altLang="zh-CN" sz="2400" dirty="0">
                  <a:solidFill>
                    <a:srgbClr val="00B0F0"/>
                  </a:solidFill>
                  <a:latin typeface="楷体_GB2312" pitchFamily="1" charset="-122"/>
                </a:rPr>
                <a:t>INTR</a:t>
              </a:r>
              <a:r>
                <a:rPr lang="zh-CN" altLang="en-US" sz="2400" dirty="0">
                  <a:solidFill>
                    <a:srgbClr val="00B0F0"/>
                  </a:solidFill>
                  <a:latin typeface="楷体_GB2312" pitchFamily="1" charset="-122"/>
                </a:rPr>
                <a:t>。</a:t>
              </a:r>
              <a:endParaRPr lang="zh-CN" altLang="en-US" sz="2400" dirty="0">
                <a:solidFill>
                  <a:srgbClr val="00B0F0"/>
                </a:solidFill>
                <a:latin typeface="楷体_GB2312" pitchFamily="1" charset="-122"/>
              </a:endParaRPr>
            </a:p>
            <a:p>
              <a:pPr marL="0" lvl="0" indent="0">
                <a:lnSpc>
                  <a:spcPct val="100000"/>
                </a:lnSpc>
                <a:spcAft>
                  <a:spcPct val="0"/>
                </a:spcAft>
                <a:buClr>
                  <a:schemeClr val="accent2"/>
                </a:buClr>
                <a:buSzPct val="70000"/>
                <a:buNone/>
              </a:pPr>
              <a:r>
                <a:rPr lang="zh-CN" altLang="en-US" sz="2000" b="0" dirty="0">
                  <a:solidFill>
                    <a:schemeClr val="tx1"/>
                  </a:solidFill>
                  <a:latin typeface="Arial" panose="020B0604020202020204" pitchFamily="34" charset="0"/>
                </a:rPr>
                <a:t>   </a:t>
              </a:r>
              <a:r>
                <a:rPr lang="en-US" altLang="zh-CN" sz="2000" b="0" dirty="0">
                  <a:solidFill>
                    <a:schemeClr val="tx1"/>
                  </a:solidFill>
                  <a:latin typeface="Arial" panose="020B0604020202020204" pitchFamily="34" charset="0"/>
                </a:rPr>
                <a:t>d.  </a:t>
              </a:r>
              <a:r>
                <a:rPr lang="en-US" altLang="zh-CN" sz="2000" dirty="0">
                  <a:solidFill>
                    <a:schemeClr val="tx1"/>
                  </a:solidFill>
                  <a:latin typeface="Arial" panose="020B0604020202020204" pitchFamily="34" charset="0"/>
                </a:rPr>
                <a:t>INTE  </a:t>
              </a:r>
              <a:r>
                <a:rPr lang="zh-CN" altLang="en-US" sz="2000" dirty="0">
                  <a:solidFill>
                    <a:schemeClr val="tx1"/>
                  </a:solidFill>
                  <a:latin typeface="Arial" panose="020B0604020202020204" pitchFamily="34" charset="0"/>
                </a:rPr>
                <a:t>中断允许信号：</a:t>
              </a:r>
              <a:r>
                <a:rPr lang="en-US" altLang="en-US" sz="2000" dirty="0">
                  <a:solidFill>
                    <a:schemeClr val="tx1"/>
                  </a:solidFill>
                  <a:latin typeface="Arial" panose="020B0604020202020204" pitchFamily="34" charset="0"/>
                </a:rPr>
                <a:t>INTEA</a:t>
              </a:r>
              <a:r>
                <a:rPr lang="zh-CN" altLang="zh-CN" sz="2000" dirty="0">
                  <a:solidFill>
                    <a:schemeClr val="tx1"/>
                  </a:solidFill>
                  <a:latin typeface="Arial" panose="020B0604020202020204" pitchFamily="34" charset="0"/>
                </a:rPr>
                <a:t>为</a:t>
              </a:r>
              <a:r>
                <a:rPr lang="en-US" altLang="en-US" sz="2000" dirty="0">
                  <a:solidFill>
                    <a:schemeClr val="tx1"/>
                  </a:solidFill>
                  <a:latin typeface="Arial" panose="020B0604020202020204" pitchFamily="34" charset="0"/>
                </a:rPr>
                <a:t>C</a:t>
              </a:r>
              <a:r>
                <a:rPr lang="zh-CN" altLang="en-US" sz="2000" dirty="0">
                  <a:solidFill>
                    <a:schemeClr val="tx1"/>
                  </a:solidFill>
                  <a:latin typeface="Arial" panose="020B0604020202020204" pitchFamily="34" charset="0"/>
                </a:rPr>
                <a:t>口输出锁存器的</a:t>
              </a:r>
              <a:r>
                <a:rPr lang="en-US" altLang="en-US" sz="2000" dirty="0">
                  <a:solidFill>
                    <a:schemeClr val="tx1"/>
                  </a:solidFill>
                  <a:latin typeface="Arial" panose="020B0604020202020204" pitchFamily="34" charset="0"/>
                </a:rPr>
                <a:t>PC6</a:t>
              </a:r>
              <a:r>
                <a:rPr lang="zh-CN" altLang="zh-CN" sz="2000" dirty="0">
                  <a:solidFill>
                    <a:schemeClr val="tx1"/>
                  </a:solidFill>
                  <a:latin typeface="Arial" panose="020B0604020202020204" pitchFamily="34" charset="0"/>
                </a:rPr>
                <a:t>，</a:t>
              </a:r>
              <a:r>
                <a:rPr lang="en-US" altLang="zh-CN" sz="2000" dirty="0">
                  <a:solidFill>
                    <a:schemeClr val="tx1"/>
                  </a:solidFill>
                  <a:latin typeface="Arial" panose="020B0604020202020204" pitchFamily="34" charset="0"/>
                </a:rPr>
                <a:t>INTEB</a:t>
              </a:r>
              <a:r>
                <a:rPr lang="zh-CN" altLang="en-US" sz="2000" dirty="0">
                  <a:solidFill>
                    <a:schemeClr val="tx1"/>
                  </a:solidFill>
                  <a:latin typeface="Arial" panose="020B0604020202020204" pitchFamily="34" charset="0"/>
                </a:rPr>
                <a:t>为</a:t>
              </a:r>
              <a:r>
                <a:rPr lang="en-US" altLang="en-US" sz="2000" dirty="0">
                  <a:solidFill>
                    <a:schemeClr val="tx1"/>
                  </a:solidFill>
                  <a:latin typeface="Arial" panose="020B0604020202020204" pitchFamily="34" charset="0"/>
                </a:rPr>
                <a:t>C</a:t>
              </a:r>
              <a:r>
                <a:rPr lang="zh-CN" altLang="en-US" sz="2000" dirty="0">
                  <a:solidFill>
                    <a:schemeClr val="tx1"/>
                  </a:solidFill>
                  <a:latin typeface="Arial" panose="020B0604020202020204" pitchFamily="34" charset="0"/>
                </a:rPr>
                <a:t>口输出锁存器的</a:t>
              </a:r>
              <a:r>
                <a:rPr lang="en-US" altLang="en-US" sz="2000" dirty="0">
                  <a:solidFill>
                    <a:schemeClr val="tx1"/>
                  </a:solidFill>
                  <a:latin typeface="Arial" panose="020B0604020202020204" pitchFamily="34" charset="0"/>
                </a:rPr>
                <a:t>PC2</a:t>
              </a:r>
              <a:r>
                <a:rPr lang="zh-CN" altLang="en-US" sz="2000" dirty="0">
                  <a:solidFill>
                    <a:schemeClr val="tx1"/>
                  </a:solidFill>
                  <a:latin typeface="Arial" panose="020B0604020202020204" pitchFamily="34" charset="0"/>
                </a:rPr>
                <a:t>。由它们分别控制</a:t>
              </a:r>
              <a:r>
                <a:rPr lang="en-US" altLang="en-US" sz="2000" dirty="0">
                  <a:solidFill>
                    <a:schemeClr val="tx1"/>
                  </a:solidFill>
                  <a:latin typeface="Arial" panose="020B0604020202020204" pitchFamily="34" charset="0"/>
                </a:rPr>
                <a:t>A</a:t>
              </a:r>
              <a:r>
                <a:rPr lang="zh-CN" altLang="en-US" sz="2000" dirty="0">
                  <a:solidFill>
                    <a:schemeClr val="tx1"/>
                  </a:solidFill>
                  <a:latin typeface="Arial" panose="020B0604020202020204" pitchFamily="34" charset="0"/>
                </a:rPr>
                <a:t>口和</a:t>
              </a:r>
              <a:r>
                <a:rPr lang="en-US" altLang="en-US" sz="2000" dirty="0">
                  <a:solidFill>
                    <a:schemeClr val="tx1"/>
                  </a:solidFill>
                  <a:latin typeface="Arial" panose="020B0604020202020204" pitchFamily="34" charset="0"/>
                </a:rPr>
                <a:t>B</a:t>
              </a:r>
              <a:r>
                <a:rPr lang="zh-CN" altLang="zh-CN" sz="2000" dirty="0">
                  <a:solidFill>
                    <a:schemeClr val="tx1"/>
                  </a:solidFill>
                  <a:latin typeface="Arial" panose="020B0604020202020204" pitchFamily="34" charset="0"/>
                </a:rPr>
                <a:t>口</a:t>
              </a:r>
              <a:r>
                <a:rPr lang="zh-CN" altLang="en-US" sz="2000" dirty="0">
                  <a:solidFill>
                    <a:schemeClr val="tx1"/>
                  </a:solidFill>
                  <a:latin typeface="Arial" panose="020B0604020202020204" pitchFamily="34" charset="0"/>
                </a:rPr>
                <a:t>的中断申请。</a:t>
              </a:r>
              <a:endParaRPr lang="en-US" altLang="en-US" sz="2000" dirty="0">
                <a:solidFill>
                  <a:schemeClr val="tx1"/>
                </a:solidFill>
                <a:latin typeface="Arial" panose="020B0604020202020204" pitchFamily="34" charset="0"/>
              </a:endParaRPr>
            </a:p>
            <a:p>
              <a:pPr marL="457200" lvl="1" indent="0">
                <a:lnSpc>
                  <a:spcPct val="100000"/>
                </a:lnSpc>
                <a:spcAft>
                  <a:spcPct val="0"/>
                </a:spcAft>
                <a:buClr>
                  <a:schemeClr val="accent2"/>
                </a:buClr>
                <a:buSzPct val="70000"/>
                <a:buFont typeface="Arial" panose="020B0604020202020204" pitchFamily="34" charset="0"/>
                <a:buNone/>
              </a:pPr>
              <a:r>
                <a:rPr lang="en-US" altLang="zh-CN" sz="2000" dirty="0">
                  <a:latin typeface="Arial" panose="020B0604020202020204" pitchFamily="34" charset="0"/>
                </a:rPr>
                <a:t>INTE=1  </a:t>
              </a:r>
              <a:r>
                <a:rPr lang="zh-CN" altLang="en-US" sz="2000" dirty="0">
                  <a:latin typeface="Arial" panose="020B0604020202020204" pitchFamily="34" charset="0"/>
                </a:rPr>
                <a:t>中断允许，</a:t>
              </a:r>
              <a:endParaRPr lang="zh-CN" altLang="en-US" sz="2000" dirty="0">
                <a:latin typeface="Arial" panose="020B0604020202020204" pitchFamily="34" charset="0"/>
              </a:endParaRPr>
            </a:p>
            <a:p>
              <a:pPr marL="457200" lvl="1" indent="0">
                <a:lnSpc>
                  <a:spcPct val="100000"/>
                </a:lnSpc>
                <a:spcAft>
                  <a:spcPct val="0"/>
                </a:spcAft>
                <a:buClr>
                  <a:schemeClr val="accent2"/>
                </a:buClr>
                <a:buSzPct val="70000"/>
                <a:buFont typeface="Arial" panose="020B0604020202020204" pitchFamily="34" charset="0"/>
                <a:buNone/>
              </a:pPr>
              <a:r>
                <a:rPr lang="en-US" altLang="zh-CN" sz="2000" dirty="0">
                  <a:latin typeface="Arial" panose="020B0604020202020204" pitchFamily="34" charset="0"/>
                </a:rPr>
                <a:t>INTE=0  </a:t>
              </a:r>
              <a:r>
                <a:rPr lang="zh-CN" altLang="en-US" sz="2000" dirty="0">
                  <a:latin typeface="Arial" panose="020B0604020202020204" pitchFamily="34" charset="0"/>
                </a:rPr>
                <a:t>禁止中断。（</a:t>
              </a:r>
              <a:r>
                <a:rPr lang="zh-CN" altLang="en-US" sz="2000" dirty="0">
                  <a:solidFill>
                    <a:srgbClr val="00B0F0"/>
                  </a:solidFill>
                  <a:latin typeface="楷体_GB2312" pitchFamily="1" charset="-122"/>
                </a:rPr>
                <a:t>可</a:t>
              </a:r>
              <a:r>
                <a:rPr lang="zh-CN" altLang="en-US" sz="2000" b="0" dirty="0">
                  <a:solidFill>
                    <a:srgbClr val="00B0F0"/>
                  </a:solidFill>
                  <a:latin typeface="楷体_GB2312" pitchFamily="1" charset="-122"/>
                </a:rPr>
                <a:t>由</a:t>
              </a:r>
              <a:r>
                <a:rPr lang="en-US" altLang="zh-CN" sz="2000" b="0" dirty="0">
                  <a:solidFill>
                    <a:srgbClr val="00B0F0"/>
                  </a:solidFill>
                  <a:latin typeface="楷体_GB2312" pitchFamily="1" charset="-122"/>
                </a:rPr>
                <a:t>C</a:t>
              </a:r>
              <a:r>
                <a:rPr lang="zh-CN" altLang="en-US" sz="2000" b="0" dirty="0">
                  <a:solidFill>
                    <a:srgbClr val="00B0F0"/>
                  </a:solidFill>
                  <a:latin typeface="楷体_GB2312" pitchFamily="1" charset="-122"/>
                </a:rPr>
                <a:t>口置</a:t>
              </a:r>
              <a:r>
                <a:rPr lang="en-US" altLang="zh-CN" sz="2000" b="0" dirty="0">
                  <a:solidFill>
                    <a:srgbClr val="00B0F0"/>
                  </a:solidFill>
                  <a:latin typeface="楷体_GB2312" pitchFamily="1" charset="-122"/>
                </a:rPr>
                <a:t>/</a:t>
              </a:r>
              <a:r>
                <a:rPr lang="zh-CN" altLang="en-US" sz="2000" b="0" dirty="0">
                  <a:solidFill>
                    <a:srgbClr val="00B0F0"/>
                  </a:solidFill>
                  <a:latin typeface="楷体_GB2312" pitchFamily="1" charset="-122"/>
                </a:rPr>
                <a:t>复位控制字将</a:t>
              </a:r>
              <a:r>
                <a:rPr lang="en-US" altLang="zh-CN" sz="2000" b="0" dirty="0">
                  <a:solidFill>
                    <a:srgbClr val="00B0F0"/>
                  </a:solidFill>
                  <a:latin typeface="楷体_GB2312" pitchFamily="1" charset="-122"/>
                </a:rPr>
                <a:t>INTE</a:t>
              </a:r>
              <a:r>
                <a:rPr lang="zh-CN" altLang="en-US" sz="2000" b="0" dirty="0">
                  <a:solidFill>
                    <a:srgbClr val="00B0F0"/>
                  </a:solidFill>
                  <a:latin typeface="楷体_GB2312" pitchFamily="1" charset="-122"/>
                </a:rPr>
                <a:t>置</a:t>
              </a:r>
              <a:r>
                <a:rPr lang="en-US" altLang="zh-CN" sz="2000" b="0" dirty="0">
                  <a:solidFill>
                    <a:srgbClr val="00B0F0"/>
                  </a:solidFill>
                  <a:latin typeface="楷体_GB2312" pitchFamily="1" charset="-122"/>
                </a:rPr>
                <a:t>1</a:t>
              </a:r>
              <a:r>
                <a:rPr lang="zh-CN" altLang="en-US" sz="2000" b="0" dirty="0">
                  <a:solidFill>
                    <a:srgbClr val="00B0F0"/>
                  </a:solidFill>
                  <a:latin typeface="楷体_GB2312" pitchFamily="1" charset="-122"/>
                </a:rPr>
                <a:t>或复位为</a:t>
              </a:r>
              <a:r>
                <a:rPr lang="en-US" altLang="zh-CN" sz="2000" b="0" dirty="0">
                  <a:solidFill>
                    <a:srgbClr val="00B0F0"/>
                  </a:solidFill>
                  <a:latin typeface="楷体_GB2312" pitchFamily="1" charset="-122"/>
                </a:rPr>
                <a:t>0</a:t>
              </a:r>
              <a:r>
                <a:rPr lang="zh-CN" altLang="en-US" sz="2000" b="0" dirty="0">
                  <a:latin typeface="Arial" panose="020B0604020202020204" pitchFamily="34" charset="0"/>
                </a:rPr>
                <a:t>）</a:t>
              </a:r>
              <a:endParaRPr lang="zh-CN" altLang="en-US" sz="2000" b="0" dirty="0">
                <a:latin typeface="Arial" panose="020B0604020202020204" pitchFamily="34" charset="0"/>
              </a:endParaRPr>
            </a:p>
          </p:txBody>
        </p:sp>
        <p:sp>
          <p:nvSpPr>
            <p:cNvPr id="180229" name="Line 93"/>
            <p:cNvSpPr/>
            <p:nvPr/>
          </p:nvSpPr>
          <p:spPr>
            <a:xfrm>
              <a:off x="576" y="384"/>
              <a:ext cx="288" cy="0"/>
            </a:xfrm>
            <a:prstGeom prst="line">
              <a:avLst/>
            </a:prstGeom>
            <a:ln w="9525" cap="flat" cmpd="sng">
              <a:solidFill>
                <a:srgbClr val="00B0F0"/>
              </a:solidFill>
              <a:prstDash val="solid"/>
              <a:headEnd type="none" w="med" len="med"/>
              <a:tailEnd type="none" w="med" len="med"/>
            </a:ln>
          </p:spPr>
        </p:sp>
        <p:sp>
          <p:nvSpPr>
            <p:cNvPr id="180230" name="Line 94"/>
            <p:cNvSpPr/>
            <p:nvPr/>
          </p:nvSpPr>
          <p:spPr>
            <a:xfrm>
              <a:off x="1066" y="384"/>
              <a:ext cx="288" cy="0"/>
            </a:xfrm>
            <a:prstGeom prst="line">
              <a:avLst/>
            </a:prstGeom>
            <a:ln w="9525" cap="flat" cmpd="sng">
              <a:solidFill>
                <a:srgbClr val="00B0F0"/>
              </a:solidFill>
              <a:prstDash val="solid"/>
              <a:headEnd type="none" w="med" len="med"/>
              <a:tailEnd type="none" w="med" len="med"/>
            </a:ln>
          </p:spPr>
        </p:sp>
      </p:grpSp>
    </p:spTree>
  </p:cSld>
  <p:clrMapOvr>
    <a:masterClrMapping/>
  </p:clrMapOvr>
  <p:transition>
    <p:split orient="vert" dir="in"/>
  </p:transition>
</p:sld>
</file>

<file path=ppt/slides/slide1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181250" name="Text Box 2"/>
          <p:cNvSpPr txBox="1"/>
          <p:nvPr/>
        </p:nvSpPr>
        <p:spPr>
          <a:xfrm>
            <a:off x="381000" y="3773488"/>
            <a:ext cx="838200" cy="1836737"/>
          </a:xfrm>
          <a:prstGeom prst="rect">
            <a:avLst/>
          </a:prstGeom>
          <a:solidFill>
            <a:schemeClr val="bg2"/>
          </a:solidFill>
          <a:ln w="9525">
            <a:noFill/>
          </a:ln>
        </p:spPr>
        <p:txBody>
          <a:bodyPr lIns="90000" tIns="46800" rIns="90000" bIns="4680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
              </a:spcBef>
              <a:spcAft>
                <a:spcPct val="0"/>
              </a:spcAft>
              <a:buClrTx/>
              <a:buSzTx/>
              <a:buNone/>
            </a:pPr>
            <a:r>
              <a:rPr lang="zh-CN" altLang="en-US" sz="2200" dirty="0">
                <a:solidFill>
                  <a:schemeClr val="accent2"/>
                </a:solidFill>
                <a:latin typeface="宋体" panose="02010600030101010101" pitchFamily="2" charset="-122"/>
              </a:rPr>
              <a:t>以中</a:t>
            </a:r>
            <a:endParaRPr lang="zh-CN" altLang="en-US" sz="2200" dirty="0">
              <a:solidFill>
                <a:schemeClr val="accent2"/>
              </a:solidFill>
              <a:latin typeface="宋体" panose="02010600030101010101" pitchFamily="2" charset="-122"/>
            </a:endParaRPr>
          </a:p>
          <a:p>
            <a:pPr marL="0" lvl="0" indent="0">
              <a:lnSpc>
                <a:spcPct val="100000"/>
              </a:lnSpc>
              <a:spcBef>
                <a:spcPct val="5000"/>
              </a:spcBef>
              <a:spcAft>
                <a:spcPct val="0"/>
              </a:spcAft>
              <a:buClrTx/>
              <a:buSzTx/>
              <a:buNone/>
            </a:pPr>
            <a:r>
              <a:rPr lang="zh-CN" altLang="en-US" sz="2200" dirty="0">
                <a:solidFill>
                  <a:schemeClr val="accent2"/>
                </a:solidFill>
                <a:latin typeface="宋体" panose="02010600030101010101" pitchFamily="2" charset="-122"/>
              </a:rPr>
              <a:t>断方</a:t>
            </a:r>
            <a:endParaRPr lang="zh-CN" altLang="en-US" sz="2200" dirty="0">
              <a:solidFill>
                <a:schemeClr val="accent2"/>
              </a:solidFill>
              <a:latin typeface="宋体" panose="02010600030101010101" pitchFamily="2" charset="-122"/>
            </a:endParaRPr>
          </a:p>
          <a:p>
            <a:pPr marL="0" lvl="0" indent="0">
              <a:lnSpc>
                <a:spcPct val="100000"/>
              </a:lnSpc>
              <a:spcBef>
                <a:spcPct val="5000"/>
              </a:spcBef>
              <a:spcAft>
                <a:spcPct val="0"/>
              </a:spcAft>
              <a:buClrTx/>
              <a:buSzTx/>
              <a:buNone/>
            </a:pPr>
            <a:r>
              <a:rPr lang="zh-CN" altLang="en-US" sz="2200" dirty="0">
                <a:solidFill>
                  <a:schemeClr val="accent2"/>
                </a:solidFill>
                <a:latin typeface="宋体" panose="02010600030101010101" pitchFamily="2" charset="-122"/>
              </a:rPr>
              <a:t>式输</a:t>
            </a:r>
            <a:endParaRPr lang="zh-CN" altLang="en-US" sz="2200" dirty="0">
              <a:solidFill>
                <a:schemeClr val="accent2"/>
              </a:solidFill>
              <a:latin typeface="宋体" panose="02010600030101010101" pitchFamily="2" charset="-122"/>
            </a:endParaRPr>
          </a:p>
          <a:p>
            <a:pPr marL="0" lvl="0" indent="0">
              <a:lnSpc>
                <a:spcPct val="100000"/>
              </a:lnSpc>
              <a:spcBef>
                <a:spcPct val="5000"/>
              </a:spcBef>
              <a:spcAft>
                <a:spcPct val="0"/>
              </a:spcAft>
              <a:buClrTx/>
              <a:buSzTx/>
              <a:buNone/>
            </a:pPr>
            <a:r>
              <a:rPr lang="zh-CN" altLang="en-US" sz="2200" dirty="0">
                <a:solidFill>
                  <a:schemeClr val="accent2"/>
                </a:solidFill>
                <a:latin typeface="宋体" panose="02010600030101010101" pitchFamily="2" charset="-122"/>
              </a:rPr>
              <a:t>出数</a:t>
            </a:r>
            <a:endParaRPr lang="zh-CN" altLang="en-US" sz="2200" dirty="0">
              <a:solidFill>
                <a:schemeClr val="accent2"/>
              </a:solidFill>
              <a:latin typeface="宋体" panose="02010600030101010101" pitchFamily="2" charset="-122"/>
            </a:endParaRPr>
          </a:p>
          <a:p>
            <a:pPr marL="0" lvl="0" indent="0">
              <a:lnSpc>
                <a:spcPct val="100000"/>
              </a:lnSpc>
              <a:spcBef>
                <a:spcPct val="5000"/>
              </a:spcBef>
              <a:spcAft>
                <a:spcPct val="0"/>
              </a:spcAft>
              <a:buClrTx/>
              <a:buSzTx/>
              <a:buNone/>
            </a:pPr>
            <a:r>
              <a:rPr lang="zh-CN" altLang="en-US" sz="2200" dirty="0">
                <a:solidFill>
                  <a:schemeClr val="accent2"/>
                </a:solidFill>
                <a:latin typeface="宋体" panose="02010600030101010101" pitchFamily="2" charset="-122"/>
              </a:rPr>
              <a:t>据</a:t>
            </a:r>
            <a:r>
              <a:rPr lang="en-US" altLang="zh-CN" sz="2200" dirty="0">
                <a:solidFill>
                  <a:schemeClr val="accent2"/>
                </a:solidFill>
                <a:latin typeface="宋体" panose="02010600030101010101" pitchFamily="2" charset="-122"/>
              </a:rPr>
              <a:t>:</a:t>
            </a:r>
            <a:endParaRPr lang="en-US" altLang="zh-CN" sz="2200" dirty="0">
              <a:solidFill>
                <a:schemeClr val="accent2"/>
              </a:solidFill>
              <a:latin typeface="宋体" panose="02010600030101010101" pitchFamily="2" charset="-122"/>
            </a:endParaRPr>
          </a:p>
        </p:txBody>
      </p:sp>
      <p:grpSp>
        <p:nvGrpSpPr>
          <p:cNvPr id="181251" name="Group 3"/>
          <p:cNvGrpSpPr/>
          <p:nvPr/>
        </p:nvGrpSpPr>
        <p:grpSpPr>
          <a:xfrm>
            <a:off x="1524000" y="3633788"/>
            <a:ext cx="7620000" cy="3308350"/>
            <a:chOff x="960" y="2289"/>
            <a:chExt cx="4800" cy="2084"/>
          </a:xfrm>
        </p:grpSpPr>
        <p:sp>
          <p:nvSpPr>
            <p:cNvPr id="181340" name="Text Box 4"/>
            <p:cNvSpPr txBox="1"/>
            <p:nvPr/>
          </p:nvSpPr>
          <p:spPr>
            <a:xfrm>
              <a:off x="960" y="2289"/>
              <a:ext cx="4800" cy="2084"/>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95000"/>
                </a:lnSpc>
                <a:spcBef>
                  <a:spcPct val="0"/>
                </a:spcBef>
                <a:spcAft>
                  <a:spcPct val="0"/>
                </a:spcAft>
                <a:buClrTx/>
                <a:buSzTx/>
                <a:buFont typeface="Arial" panose="020B0604020202020204" pitchFamily="34" charset="0"/>
                <a:buNone/>
              </a:pPr>
              <a:r>
                <a:rPr lang="en-US" altLang="zh-CN" sz="2200" dirty="0">
                  <a:solidFill>
                    <a:srgbClr val="FF00FF"/>
                  </a:solidFill>
                  <a:latin typeface="Arial" panose="020B0604020202020204" pitchFamily="34" charset="0"/>
                </a:rPr>
                <a:t>①  </a:t>
              </a:r>
              <a:r>
                <a:rPr lang="en-US" altLang="zh-CN" sz="2200" dirty="0">
                  <a:solidFill>
                    <a:srgbClr val="FF3300"/>
                  </a:solidFill>
                  <a:latin typeface="楷体_GB2312" pitchFamily="1" charset="-122"/>
                </a:rPr>
                <a:t>CPU</a:t>
              </a:r>
              <a:r>
                <a:rPr lang="zh-CN" altLang="en-US" sz="2200" dirty="0">
                  <a:solidFill>
                    <a:srgbClr val="FF3300"/>
                  </a:solidFill>
                  <a:latin typeface="楷体_GB2312" pitchFamily="1" charset="-122"/>
                </a:rPr>
                <a:t>输出数据</a:t>
              </a:r>
              <a:endParaRPr lang="zh-CN" altLang="en-US" sz="2200" dirty="0">
                <a:solidFill>
                  <a:srgbClr val="FF33CC"/>
                </a:solidFill>
                <a:latin typeface="楷体_GB2312" pitchFamily="1" charset="-122"/>
              </a:endParaRPr>
            </a:p>
            <a:p>
              <a:pPr marL="0" lvl="0" indent="0">
                <a:lnSpc>
                  <a:spcPct val="95000"/>
                </a:lnSpc>
                <a:spcBef>
                  <a:spcPct val="0"/>
                </a:spcBef>
                <a:spcAft>
                  <a:spcPct val="0"/>
                </a:spcAft>
                <a:buClrTx/>
                <a:buSzTx/>
                <a:buFont typeface="Arial" panose="020B0604020202020204" pitchFamily="34" charset="0"/>
                <a:buNone/>
              </a:pPr>
              <a:r>
                <a:rPr lang="zh-CN" altLang="en-US" sz="2200" dirty="0">
                  <a:solidFill>
                    <a:srgbClr val="FF00FF"/>
                  </a:solidFill>
                  <a:latin typeface="楷体_GB2312" pitchFamily="1" charset="-122"/>
                </a:rPr>
                <a:t>② </a:t>
              </a:r>
              <a:r>
                <a:rPr lang="en-US" altLang="zh-CN" sz="2200" dirty="0">
                  <a:solidFill>
                    <a:srgbClr val="FF3300"/>
                  </a:solidFill>
                  <a:latin typeface="楷体_GB2312" pitchFamily="1" charset="-122"/>
                </a:rPr>
                <a:t>CPU</a:t>
              </a:r>
              <a:r>
                <a:rPr lang="zh-CN" altLang="en-US" sz="2200" dirty="0">
                  <a:solidFill>
                    <a:srgbClr val="FF3300"/>
                  </a:solidFill>
                  <a:latin typeface="楷体_GB2312" pitchFamily="1" charset="-122"/>
                </a:rPr>
                <a:t>发出</a:t>
              </a:r>
              <a:r>
                <a:rPr lang="en-US" altLang="zh-CN" sz="2200" dirty="0">
                  <a:solidFill>
                    <a:srgbClr val="FF3300"/>
                  </a:solidFill>
                  <a:latin typeface="楷体_GB2312" pitchFamily="1" charset="-122"/>
                </a:rPr>
                <a:t>WR</a:t>
              </a:r>
              <a:r>
                <a:rPr lang="zh-CN" altLang="en-US" sz="2200" dirty="0">
                  <a:solidFill>
                    <a:schemeClr val="tx1"/>
                  </a:solidFill>
                  <a:latin typeface="楷体_GB2312" pitchFamily="1" charset="-122"/>
                </a:rPr>
                <a:t>：</a:t>
              </a:r>
              <a:endParaRPr lang="zh-CN" altLang="en-US" sz="2200" dirty="0">
                <a:solidFill>
                  <a:schemeClr val="tx1"/>
                </a:solidFill>
                <a:latin typeface="楷体_GB2312" pitchFamily="1" charset="-122"/>
              </a:endParaRPr>
            </a:p>
            <a:p>
              <a:pPr marL="0" lvl="0" indent="0">
                <a:lnSpc>
                  <a:spcPct val="95000"/>
                </a:lnSpc>
                <a:spcBef>
                  <a:spcPct val="0"/>
                </a:spcBef>
                <a:spcAft>
                  <a:spcPct val="0"/>
                </a:spcAft>
                <a:buClrTx/>
                <a:buSzTx/>
                <a:buFont typeface="Arial" panose="020B0604020202020204" pitchFamily="34" charset="0"/>
                <a:buNone/>
              </a:pPr>
              <a:r>
                <a:rPr lang="zh-CN" altLang="en-US" sz="2200" dirty="0">
                  <a:solidFill>
                    <a:schemeClr val="tx1"/>
                  </a:solidFill>
                  <a:latin typeface="楷体_GB2312" pitchFamily="1" charset="-122"/>
                </a:rPr>
                <a:t>   </a:t>
              </a:r>
              <a:r>
                <a:rPr lang="en-US" altLang="zh-CN" sz="2200" dirty="0">
                  <a:solidFill>
                    <a:srgbClr val="000E3A"/>
                  </a:solidFill>
                  <a:latin typeface="楷体_GB2312" pitchFamily="1" charset="-122"/>
                </a:rPr>
                <a:t>(1) </a:t>
              </a:r>
              <a:r>
                <a:rPr lang="zh-CN" altLang="zh-CN" sz="2200" dirty="0">
                  <a:solidFill>
                    <a:srgbClr val="000E3A"/>
                  </a:solidFill>
                  <a:latin typeface="楷体_GB2312" pitchFamily="1" charset="-122"/>
                </a:rPr>
                <a:t>数据写到8255</a:t>
              </a:r>
              <a:r>
                <a:rPr lang="en-US" altLang="zh-CN" sz="2200" dirty="0">
                  <a:solidFill>
                    <a:srgbClr val="000E3A"/>
                  </a:solidFill>
                  <a:latin typeface="楷体_GB2312" pitchFamily="1" charset="-122"/>
                </a:rPr>
                <a:t>A</a:t>
              </a:r>
              <a:r>
                <a:rPr lang="zh-CN" altLang="zh-CN" sz="2200" dirty="0">
                  <a:solidFill>
                    <a:srgbClr val="000E3A"/>
                  </a:solidFill>
                  <a:latin typeface="楷体_GB2312" pitchFamily="1" charset="-122"/>
                </a:rPr>
                <a:t>的端口</a:t>
              </a:r>
              <a:endParaRPr lang="zh-CN" altLang="zh-CN" sz="2200" dirty="0">
                <a:solidFill>
                  <a:srgbClr val="000E3A"/>
                </a:solidFill>
                <a:latin typeface="楷体_GB2312" pitchFamily="1" charset="-122"/>
              </a:endParaRPr>
            </a:p>
            <a:p>
              <a:pPr marL="0" lvl="0" indent="0">
                <a:lnSpc>
                  <a:spcPct val="95000"/>
                </a:lnSpc>
                <a:spcBef>
                  <a:spcPct val="0"/>
                </a:spcBef>
                <a:spcAft>
                  <a:spcPct val="0"/>
                </a:spcAft>
                <a:buClrTx/>
                <a:buSzTx/>
                <a:buFont typeface="Arial" panose="020B0604020202020204" pitchFamily="34" charset="0"/>
                <a:buNone/>
              </a:pPr>
              <a:r>
                <a:rPr lang="zh-CN" altLang="zh-CN" sz="2200" dirty="0">
                  <a:solidFill>
                    <a:srgbClr val="000E3A"/>
                  </a:solidFill>
                  <a:latin typeface="楷体_GB2312" pitchFamily="1" charset="-122"/>
                </a:rPr>
                <a:t>   (2) 使</a:t>
              </a:r>
              <a:r>
                <a:rPr lang="en-US" altLang="zh-CN" sz="2200" dirty="0">
                  <a:solidFill>
                    <a:srgbClr val="000E3A"/>
                  </a:solidFill>
                  <a:latin typeface="楷体_GB2312" pitchFamily="1" charset="-122"/>
                </a:rPr>
                <a:t>OBF</a:t>
              </a:r>
              <a:r>
                <a:rPr lang="zh-CN" altLang="zh-CN" sz="2200" dirty="0">
                  <a:solidFill>
                    <a:srgbClr val="000E3A"/>
                  </a:solidFill>
                  <a:latin typeface="楷体_GB2312" pitchFamily="1" charset="-122"/>
                </a:rPr>
                <a:t>有效，表示输出端口满</a:t>
              </a:r>
              <a:r>
                <a:rPr lang="en-US" altLang="zh-CN" sz="2200" dirty="0">
                  <a:solidFill>
                    <a:srgbClr val="000E3A"/>
                  </a:solidFill>
                  <a:latin typeface="楷体_GB2312" pitchFamily="1" charset="-122"/>
                </a:rPr>
                <a:t>,</a:t>
              </a:r>
              <a:r>
                <a:rPr lang="zh-CN" altLang="zh-CN" sz="2200" dirty="0">
                  <a:solidFill>
                    <a:srgbClr val="000E3A"/>
                  </a:solidFill>
                  <a:latin typeface="楷体_GB2312" pitchFamily="1" charset="-122"/>
                </a:rPr>
                <a:t> 可作为外设的选通信号,通知外设取数据。</a:t>
              </a:r>
              <a:endParaRPr lang="zh-CN" altLang="zh-CN" sz="2200" dirty="0">
                <a:solidFill>
                  <a:srgbClr val="000E3A"/>
                </a:solidFill>
                <a:latin typeface="楷体_GB2312" pitchFamily="1" charset="-122"/>
              </a:endParaRPr>
            </a:p>
            <a:p>
              <a:pPr marL="0" lvl="0" indent="0">
                <a:lnSpc>
                  <a:spcPct val="95000"/>
                </a:lnSpc>
                <a:spcBef>
                  <a:spcPct val="0"/>
                </a:spcBef>
                <a:spcAft>
                  <a:spcPct val="0"/>
                </a:spcAft>
                <a:buClrTx/>
                <a:buSzTx/>
                <a:buFont typeface="Arial" panose="020B0604020202020204" pitchFamily="34" charset="0"/>
                <a:buNone/>
              </a:pPr>
              <a:r>
                <a:rPr lang="zh-CN" altLang="zh-CN" sz="2200" dirty="0">
                  <a:solidFill>
                    <a:srgbClr val="000E3A"/>
                  </a:solidFill>
                  <a:latin typeface="楷体_GB2312" pitchFamily="1" charset="-122"/>
                </a:rPr>
                <a:t>   (3)清除中断请求信号</a:t>
              </a:r>
              <a:r>
                <a:rPr lang="en-US" altLang="zh-CN" sz="2200" dirty="0">
                  <a:solidFill>
                    <a:srgbClr val="000E3A"/>
                  </a:solidFill>
                  <a:latin typeface="楷体_GB2312" pitchFamily="1" charset="-122"/>
                </a:rPr>
                <a:t>INTR</a:t>
              </a:r>
              <a:r>
                <a:rPr lang="zh-CN" altLang="en-US" sz="2200" dirty="0">
                  <a:solidFill>
                    <a:srgbClr val="000E3A"/>
                  </a:solidFill>
                  <a:latin typeface="楷体_GB2312" pitchFamily="1" charset="-122"/>
                </a:rPr>
                <a:t>。</a:t>
              </a:r>
              <a:endParaRPr lang="en-US" altLang="zh-CN" sz="2200" dirty="0">
                <a:solidFill>
                  <a:srgbClr val="000E3A"/>
                </a:solidFill>
                <a:latin typeface="楷体_GB2312" pitchFamily="1" charset="-122"/>
              </a:endParaRPr>
            </a:p>
            <a:p>
              <a:pPr marL="0" lvl="0" indent="0">
                <a:lnSpc>
                  <a:spcPct val="95000"/>
                </a:lnSpc>
                <a:spcBef>
                  <a:spcPct val="0"/>
                </a:spcBef>
                <a:spcAft>
                  <a:spcPct val="0"/>
                </a:spcAft>
                <a:buClrTx/>
                <a:buSzTx/>
                <a:buFont typeface="Arial" panose="020B0604020202020204" pitchFamily="34" charset="0"/>
                <a:buNone/>
              </a:pPr>
              <a:r>
                <a:rPr lang="en-US" altLang="zh-CN" sz="2200" dirty="0">
                  <a:solidFill>
                    <a:srgbClr val="FF00FF"/>
                  </a:solidFill>
                  <a:latin typeface="楷体_GB2312" pitchFamily="1" charset="-122"/>
                </a:rPr>
                <a:t>③</a:t>
              </a:r>
              <a:r>
                <a:rPr lang="en-US" altLang="zh-CN" sz="2200" dirty="0">
                  <a:solidFill>
                    <a:srgbClr val="FF33CC"/>
                  </a:solidFill>
                  <a:latin typeface="楷体_GB2312" pitchFamily="1" charset="-122"/>
                </a:rPr>
                <a:t> </a:t>
              </a:r>
              <a:r>
                <a:rPr lang="zh-CN" altLang="en-US" sz="2200" dirty="0">
                  <a:solidFill>
                    <a:srgbClr val="FF3300"/>
                  </a:solidFill>
                  <a:latin typeface="楷体_GB2312" pitchFamily="1" charset="-122"/>
                </a:rPr>
                <a:t>外设接收到数据后，向</a:t>
              </a:r>
              <a:r>
                <a:rPr lang="en-US" altLang="zh-CN" sz="2200" dirty="0">
                  <a:solidFill>
                    <a:srgbClr val="FF3300"/>
                  </a:solidFill>
                  <a:latin typeface="楷体_GB2312" pitchFamily="1" charset="-122"/>
                </a:rPr>
                <a:t>8255</a:t>
              </a:r>
              <a:r>
                <a:rPr lang="zh-CN" altLang="en-US" sz="2200" dirty="0">
                  <a:solidFill>
                    <a:srgbClr val="FF3300"/>
                  </a:solidFill>
                  <a:latin typeface="楷体_GB2312" pitchFamily="1" charset="-122"/>
                </a:rPr>
                <a:t>发出</a:t>
              </a:r>
              <a:r>
                <a:rPr lang="en-US" altLang="zh-CN" sz="2200" dirty="0">
                  <a:solidFill>
                    <a:srgbClr val="FF3300"/>
                  </a:solidFill>
                  <a:latin typeface="楷体_GB2312" pitchFamily="1" charset="-122"/>
                </a:rPr>
                <a:t>ACK</a:t>
              </a:r>
              <a:r>
                <a:rPr lang="zh-CN" altLang="en-US" sz="2200" dirty="0">
                  <a:solidFill>
                    <a:srgbClr val="FF3300"/>
                  </a:solidFill>
                  <a:latin typeface="楷体_GB2312" pitchFamily="1" charset="-122"/>
                </a:rPr>
                <a:t>信号</a:t>
              </a:r>
              <a:r>
                <a:rPr lang="zh-CN" altLang="en-US" sz="2200" dirty="0">
                  <a:solidFill>
                    <a:schemeClr val="tx1"/>
                  </a:solidFill>
                  <a:latin typeface="楷体_GB2312" pitchFamily="1" charset="-122"/>
                </a:rPr>
                <a:t>：</a:t>
              </a:r>
              <a:endParaRPr lang="zh-CN" altLang="en-US" sz="2200" dirty="0">
                <a:solidFill>
                  <a:schemeClr val="tx1"/>
                </a:solidFill>
                <a:latin typeface="楷体_GB2312" pitchFamily="1" charset="-122"/>
              </a:endParaRPr>
            </a:p>
            <a:p>
              <a:pPr marL="0" lvl="0" indent="0">
                <a:lnSpc>
                  <a:spcPct val="95000"/>
                </a:lnSpc>
                <a:spcBef>
                  <a:spcPct val="0"/>
                </a:spcBef>
                <a:spcAft>
                  <a:spcPct val="0"/>
                </a:spcAft>
                <a:buClrTx/>
                <a:buSzTx/>
                <a:buFont typeface="Arial" panose="020B0604020202020204" pitchFamily="34" charset="0"/>
                <a:buNone/>
              </a:pPr>
              <a:r>
                <a:rPr lang="zh-CN" altLang="en-US" sz="2200" dirty="0">
                  <a:solidFill>
                    <a:schemeClr val="tx1"/>
                  </a:solidFill>
                  <a:latin typeface="楷体_GB2312" pitchFamily="1" charset="-122"/>
                </a:rPr>
                <a:t>   </a:t>
              </a:r>
              <a:r>
                <a:rPr lang="en-US" altLang="zh-CN" sz="2200" dirty="0">
                  <a:solidFill>
                    <a:srgbClr val="000E3A"/>
                  </a:solidFill>
                  <a:latin typeface="楷体_GB2312" pitchFamily="1" charset="-122"/>
                </a:rPr>
                <a:t>(1) ACK</a:t>
              </a:r>
              <a:r>
                <a:rPr lang="zh-CN" altLang="en-US" sz="2200" dirty="0">
                  <a:solidFill>
                    <a:srgbClr val="000E3A"/>
                  </a:solidFill>
                  <a:latin typeface="楷体_GB2312" pitchFamily="1" charset="-122"/>
                </a:rPr>
                <a:t>的下降沿使</a:t>
              </a:r>
              <a:r>
                <a:rPr lang="en-US" altLang="zh-CN" sz="2200" dirty="0">
                  <a:solidFill>
                    <a:srgbClr val="000E3A"/>
                  </a:solidFill>
                  <a:latin typeface="楷体_GB2312" pitchFamily="1" charset="-122"/>
                </a:rPr>
                <a:t>OBF</a:t>
              </a:r>
              <a:r>
                <a:rPr lang="zh-CN" altLang="en-US" sz="2200" dirty="0">
                  <a:solidFill>
                    <a:srgbClr val="000E3A"/>
                  </a:solidFill>
                  <a:latin typeface="楷体_GB2312" pitchFamily="1" charset="-122"/>
                </a:rPr>
                <a:t>变高，</a:t>
              </a:r>
              <a:endParaRPr lang="zh-CN" altLang="en-US" sz="2200" dirty="0">
                <a:solidFill>
                  <a:srgbClr val="000E3A"/>
                </a:solidFill>
                <a:latin typeface="楷体_GB2312" pitchFamily="1" charset="-122"/>
              </a:endParaRPr>
            </a:p>
            <a:p>
              <a:pPr marL="0" lvl="0" indent="0">
                <a:lnSpc>
                  <a:spcPct val="95000"/>
                </a:lnSpc>
                <a:spcBef>
                  <a:spcPct val="0"/>
                </a:spcBef>
                <a:spcAft>
                  <a:spcPct val="0"/>
                </a:spcAft>
                <a:buClrTx/>
                <a:buSzTx/>
                <a:buFont typeface="Arial" panose="020B0604020202020204" pitchFamily="34" charset="0"/>
                <a:buNone/>
              </a:pPr>
              <a:r>
                <a:rPr lang="zh-CN" altLang="en-US" sz="2200" dirty="0">
                  <a:solidFill>
                    <a:srgbClr val="000E3A"/>
                  </a:solidFill>
                  <a:latin typeface="楷体_GB2312" pitchFamily="1" charset="-122"/>
                </a:rPr>
                <a:t>   </a:t>
              </a:r>
              <a:r>
                <a:rPr lang="en-US" altLang="zh-CN" sz="2200" dirty="0">
                  <a:solidFill>
                    <a:srgbClr val="000E3A"/>
                  </a:solidFill>
                  <a:latin typeface="楷体_GB2312" pitchFamily="1" charset="-122"/>
                </a:rPr>
                <a:t>(2) </a:t>
              </a:r>
              <a:r>
                <a:rPr lang="zh-CN" altLang="en-US" sz="2200" dirty="0">
                  <a:solidFill>
                    <a:srgbClr val="000E3A"/>
                  </a:solidFill>
                  <a:latin typeface="楷体_GB2312" pitchFamily="1" charset="-122"/>
                </a:rPr>
                <a:t>当</a:t>
              </a:r>
              <a:r>
                <a:rPr lang="en-US" altLang="zh-CN" sz="2200" dirty="0">
                  <a:solidFill>
                    <a:srgbClr val="000E3A"/>
                  </a:solidFill>
                  <a:latin typeface="楷体_GB2312" pitchFamily="1" charset="-122"/>
                </a:rPr>
                <a:t>INTE=1, ACK</a:t>
              </a:r>
              <a:r>
                <a:rPr lang="zh-CN" altLang="en-US" sz="2200" dirty="0">
                  <a:solidFill>
                    <a:srgbClr val="000E3A"/>
                  </a:solidFill>
                  <a:latin typeface="楷体_GB2312" pitchFamily="1" charset="-122"/>
                </a:rPr>
                <a:t>的上升沿使</a:t>
              </a:r>
              <a:r>
                <a:rPr lang="en-US" altLang="zh-CN" sz="2200" dirty="0">
                  <a:solidFill>
                    <a:srgbClr val="000E3A"/>
                  </a:solidFill>
                  <a:latin typeface="楷体_GB2312" pitchFamily="1" charset="-122"/>
                </a:rPr>
                <a:t>INTR</a:t>
              </a:r>
              <a:r>
                <a:rPr lang="zh-CN" altLang="en-US" sz="2200" dirty="0">
                  <a:solidFill>
                    <a:srgbClr val="000E3A"/>
                  </a:solidFill>
                  <a:latin typeface="楷体_GB2312" pitchFamily="1" charset="-122"/>
                </a:rPr>
                <a:t>变高，发出中断请求，请求</a:t>
              </a:r>
              <a:r>
                <a:rPr lang="en-US" altLang="zh-CN" sz="2200" dirty="0">
                  <a:solidFill>
                    <a:srgbClr val="000E3A"/>
                  </a:solidFill>
                  <a:latin typeface="楷体_GB2312" pitchFamily="1" charset="-122"/>
                </a:rPr>
                <a:t>CPU</a:t>
              </a:r>
              <a:r>
                <a:rPr lang="zh-CN" altLang="en-US" sz="2200" dirty="0">
                  <a:solidFill>
                    <a:srgbClr val="000E3A"/>
                  </a:solidFill>
                  <a:latin typeface="楷体_GB2312" pitchFamily="1" charset="-122"/>
                </a:rPr>
                <a:t>输出新的数据。</a:t>
              </a:r>
              <a:endParaRPr lang="zh-CN" altLang="en-US" sz="2200" dirty="0">
                <a:solidFill>
                  <a:srgbClr val="000E3A"/>
                </a:solidFill>
                <a:latin typeface="楷体_GB2312" pitchFamily="1" charset="-122"/>
              </a:endParaRPr>
            </a:p>
          </p:txBody>
        </p:sp>
        <p:sp>
          <p:nvSpPr>
            <p:cNvPr id="181341" name="Line 5"/>
            <p:cNvSpPr/>
            <p:nvPr/>
          </p:nvSpPr>
          <p:spPr>
            <a:xfrm>
              <a:off x="1622" y="3733"/>
              <a:ext cx="272" cy="0"/>
            </a:xfrm>
            <a:prstGeom prst="line">
              <a:avLst/>
            </a:prstGeom>
            <a:ln w="25400" cap="flat" cmpd="sng">
              <a:solidFill>
                <a:srgbClr val="000000"/>
              </a:solidFill>
              <a:prstDash val="solid"/>
              <a:headEnd type="none" w="med" len="med"/>
              <a:tailEnd type="none" w="med" len="med"/>
            </a:ln>
          </p:spPr>
        </p:sp>
        <p:sp>
          <p:nvSpPr>
            <p:cNvPr id="181342" name="Line 6"/>
            <p:cNvSpPr/>
            <p:nvPr/>
          </p:nvSpPr>
          <p:spPr>
            <a:xfrm flipV="1">
              <a:off x="3793" y="3534"/>
              <a:ext cx="221" cy="0"/>
            </a:xfrm>
            <a:prstGeom prst="line">
              <a:avLst/>
            </a:prstGeom>
            <a:ln w="25400" cap="flat" cmpd="sng">
              <a:solidFill>
                <a:srgbClr val="FF0000"/>
              </a:solidFill>
              <a:prstDash val="solid"/>
              <a:headEnd type="none" w="med" len="med"/>
              <a:tailEnd type="none" w="med" len="med"/>
            </a:ln>
          </p:spPr>
        </p:sp>
        <p:sp>
          <p:nvSpPr>
            <p:cNvPr id="181343" name="Line 7"/>
            <p:cNvSpPr/>
            <p:nvPr/>
          </p:nvSpPr>
          <p:spPr>
            <a:xfrm>
              <a:off x="2789" y="3733"/>
              <a:ext cx="227" cy="0"/>
            </a:xfrm>
            <a:prstGeom prst="line">
              <a:avLst/>
            </a:prstGeom>
            <a:ln w="25400" cap="flat" cmpd="sng">
              <a:solidFill>
                <a:srgbClr val="000000"/>
              </a:solidFill>
              <a:prstDash val="solid"/>
              <a:headEnd type="none" w="med" len="med"/>
              <a:tailEnd type="none" w="med" len="med"/>
            </a:ln>
          </p:spPr>
        </p:sp>
        <p:sp>
          <p:nvSpPr>
            <p:cNvPr id="181344" name="Line 8"/>
            <p:cNvSpPr/>
            <p:nvPr/>
          </p:nvSpPr>
          <p:spPr>
            <a:xfrm>
              <a:off x="2531" y="3929"/>
              <a:ext cx="281" cy="0"/>
            </a:xfrm>
            <a:prstGeom prst="line">
              <a:avLst/>
            </a:prstGeom>
            <a:ln w="25400" cap="flat" cmpd="sng">
              <a:solidFill>
                <a:srgbClr val="000000"/>
              </a:solidFill>
              <a:prstDash val="solid"/>
              <a:headEnd type="none" w="med" len="med"/>
              <a:tailEnd type="none" w="med" len="med"/>
            </a:ln>
          </p:spPr>
        </p:sp>
        <p:sp>
          <p:nvSpPr>
            <p:cNvPr id="181345" name="Line 9"/>
            <p:cNvSpPr/>
            <p:nvPr/>
          </p:nvSpPr>
          <p:spPr>
            <a:xfrm flipV="1">
              <a:off x="1815" y="2928"/>
              <a:ext cx="220" cy="0"/>
            </a:xfrm>
            <a:prstGeom prst="line">
              <a:avLst/>
            </a:prstGeom>
            <a:ln w="25400" cap="flat" cmpd="sng">
              <a:solidFill>
                <a:srgbClr val="000000"/>
              </a:solidFill>
              <a:prstDash val="solid"/>
              <a:headEnd type="none" w="med" len="med"/>
              <a:tailEnd type="none" w="med" len="med"/>
            </a:ln>
          </p:spPr>
        </p:sp>
        <p:sp>
          <p:nvSpPr>
            <p:cNvPr id="181346" name="Line 10"/>
            <p:cNvSpPr/>
            <p:nvPr/>
          </p:nvSpPr>
          <p:spPr>
            <a:xfrm>
              <a:off x="1837" y="2523"/>
              <a:ext cx="288" cy="0"/>
            </a:xfrm>
            <a:prstGeom prst="line">
              <a:avLst/>
            </a:prstGeom>
            <a:ln w="25400" cap="flat" cmpd="sng">
              <a:solidFill>
                <a:srgbClr val="FF0000"/>
              </a:solidFill>
              <a:prstDash val="solid"/>
              <a:headEnd type="none" w="med" len="med"/>
              <a:tailEnd type="none" w="med" len="med"/>
            </a:ln>
          </p:spPr>
        </p:sp>
      </p:grpSp>
      <p:grpSp>
        <p:nvGrpSpPr>
          <p:cNvPr id="181252" name="Group 11"/>
          <p:cNvGrpSpPr/>
          <p:nvPr/>
        </p:nvGrpSpPr>
        <p:grpSpPr>
          <a:xfrm>
            <a:off x="123825" y="381000"/>
            <a:ext cx="9020175" cy="3033713"/>
            <a:chOff x="78" y="240"/>
            <a:chExt cx="5682" cy="1911"/>
          </a:xfrm>
        </p:grpSpPr>
        <p:grpSp>
          <p:nvGrpSpPr>
            <p:cNvPr id="181254" name="Group 12"/>
            <p:cNvGrpSpPr/>
            <p:nvPr/>
          </p:nvGrpSpPr>
          <p:grpSpPr>
            <a:xfrm>
              <a:off x="3405" y="240"/>
              <a:ext cx="2355" cy="1776"/>
              <a:chOff x="3360" y="96"/>
              <a:chExt cx="2400" cy="1785"/>
            </a:xfrm>
          </p:grpSpPr>
          <p:sp>
            <p:nvSpPr>
              <p:cNvPr id="181308" name="Text Box 13"/>
              <p:cNvSpPr txBox="1"/>
              <p:nvPr/>
            </p:nvSpPr>
            <p:spPr>
              <a:xfrm>
                <a:off x="4032" y="178"/>
                <a:ext cx="912" cy="1703"/>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chemeClr val="bg2"/>
                  </a:solidFill>
                  <a:latin typeface="Arial" panose="020B0604020202020204" pitchFamily="34" charset="0"/>
                </a:endParaRPr>
              </a:p>
            </p:txBody>
          </p:sp>
          <p:sp>
            <p:nvSpPr>
              <p:cNvPr id="181309" name="Text Box 14"/>
              <p:cNvSpPr txBox="1"/>
              <p:nvPr/>
            </p:nvSpPr>
            <p:spPr>
              <a:xfrm>
                <a:off x="4200" y="250"/>
                <a:ext cx="720" cy="211"/>
              </a:xfrm>
              <a:prstGeom prst="rect">
                <a:avLst/>
              </a:prstGeom>
              <a:solidFill>
                <a:srgbClr val="CCCCFF"/>
              </a:solid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PA7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PA0</a:t>
                </a:r>
                <a:endParaRPr lang="en-US" altLang="zh-CN" sz="2200" b="0" dirty="0">
                  <a:solidFill>
                    <a:schemeClr val="bg2"/>
                  </a:solidFill>
                  <a:latin typeface="Arial" panose="020B0604020202020204" pitchFamily="34" charset="0"/>
                </a:endParaRPr>
              </a:p>
            </p:txBody>
          </p:sp>
          <p:sp>
            <p:nvSpPr>
              <p:cNvPr id="181310" name="Text Box 15"/>
              <p:cNvSpPr txBox="1"/>
              <p:nvPr/>
            </p:nvSpPr>
            <p:spPr>
              <a:xfrm>
                <a:off x="4536" y="989"/>
                <a:ext cx="376" cy="211"/>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PC6</a:t>
                </a:r>
                <a:endParaRPr lang="en-US" altLang="zh-CN" sz="2200" dirty="0">
                  <a:solidFill>
                    <a:schemeClr val="accent1"/>
                  </a:solidFill>
                  <a:latin typeface="宋体" panose="02010600030101010101" pitchFamily="2" charset="-122"/>
                </a:endParaRPr>
              </a:p>
            </p:txBody>
          </p:sp>
          <p:sp>
            <p:nvSpPr>
              <p:cNvPr id="181311" name="Text Box 16"/>
              <p:cNvSpPr txBox="1"/>
              <p:nvPr/>
            </p:nvSpPr>
            <p:spPr>
              <a:xfrm>
                <a:off x="4536" y="1200"/>
                <a:ext cx="376" cy="212"/>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PC7</a:t>
                </a:r>
                <a:endParaRPr lang="en-US" altLang="zh-CN" sz="2200" dirty="0">
                  <a:solidFill>
                    <a:schemeClr val="accent1"/>
                  </a:solidFill>
                  <a:latin typeface="宋体" panose="02010600030101010101" pitchFamily="2" charset="-122"/>
                </a:endParaRPr>
              </a:p>
            </p:txBody>
          </p:sp>
          <p:sp>
            <p:nvSpPr>
              <p:cNvPr id="181312" name="Text Box 17"/>
              <p:cNvSpPr txBox="1"/>
              <p:nvPr/>
            </p:nvSpPr>
            <p:spPr>
              <a:xfrm>
                <a:off x="4536" y="1636"/>
                <a:ext cx="376" cy="212"/>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PC3</a:t>
                </a:r>
                <a:endParaRPr lang="en-US" altLang="zh-CN" sz="2200" dirty="0">
                  <a:solidFill>
                    <a:schemeClr val="accent1"/>
                  </a:solidFill>
                  <a:latin typeface="宋体" panose="02010600030101010101" pitchFamily="2" charset="-122"/>
                </a:endParaRPr>
              </a:p>
            </p:txBody>
          </p:sp>
          <p:sp>
            <p:nvSpPr>
              <p:cNvPr id="181313" name="Line 18"/>
              <p:cNvSpPr/>
              <p:nvPr/>
            </p:nvSpPr>
            <p:spPr>
              <a:xfrm>
                <a:off x="4744" y="468"/>
                <a:ext cx="0" cy="515"/>
              </a:xfrm>
              <a:prstGeom prst="line">
                <a:avLst/>
              </a:prstGeom>
              <a:ln w="25400" cap="flat" cmpd="sng">
                <a:solidFill>
                  <a:srgbClr val="000000"/>
                </a:solidFill>
                <a:prstDash val="solid"/>
                <a:headEnd type="triangle" w="med" len="med"/>
                <a:tailEnd type="triangle" w="med" len="med"/>
              </a:ln>
            </p:spPr>
          </p:sp>
          <p:sp>
            <p:nvSpPr>
              <p:cNvPr id="181314" name="Text Box 19"/>
              <p:cNvSpPr txBox="1"/>
              <p:nvPr/>
            </p:nvSpPr>
            <p:spPr>
              <a:xfrm>
                <a:off x="4072" y="540"/>
                <a:ext cx="488" cy="370"/>
              </a:xfrm>
              <a:prstGeom prst="rect">
                <a:avLst/>
              </a:prstGeom>
              <a:solidFill>
                <a:srgbClr val="00FFFF"/>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80000"/>
                  </a:lnSpc>
                  <a:spcAft>
                    <a:spcPct val="0"/>
                  </a:spcAft>
                  <a:buClrTx/>
                  <a:buSzTx/>
                  <a:buNone/>
                </a:pPr>
                <a:r>
                  <a:rPr lang="en-US" altLang="zh-CN" sz="2200" dirty="0">
                    <a:solidFill>
                      <a:schemeClr val="tx1"/>
                    </a:solidFill>
                    <a:latin typeface="宋体" panose="02010600030101010101" pitchFamily="2" charset="-122"/>
                  </a:rPr>
                  <a:t>INTEA</a:t>
                </a:r>
                <a:endParaRPr lang="en-US" altLang="zh-CN" sz="2200" dirty="0">
                  <a:solidFill>
                    <a:schemeClr val="tx1"/>
                  </a:solidFill>
                  <a:latin typeface="宋体" panose="02010600030101010101" pitchFamily="2" charset="-122"/>
                </a:endParaRPr>
              </a:p>
              <a:p>
                <a:pPr marL="0" lvl="0" indent="0" algn="ctr">
                  <a:lnSpc>
                    <a:spcPct val="80000"/>
                  </a:lnSpc>
                  <a:spcBef>
                    <a:spcPct val="0"/>
                  </a:spcBef>
                  <a:spcAft>
                    <a:spcPct val="0"/>
                  </a:spcAft>
                  <a:buClrTx/>
                  <a:buSzTx/>
                  <a:buNone/>
                </a:pPr>
                <a:r>
                  <a:rPr lang="en-US" altLang="zh-CN" sz="2200" dirty="0">
                    <a:solidFill>
                      <a:schemeClr val="tx1"/>
                    </a:solidFill>
                    <a:latin typeface="宋体" panose="02010600030101010101" pitchFamily="2" charset="-122"/>
                  </a:rPr>
                  <a:t>PC6</a:t>
                </a:r>
                <a:endParaRPr lang="en-US" altLang="zh-CN" sz="2200" dirty="0">
                  <a:solidFill>
                    <a:schemeClr val="tx1"/>
                  </a:solidFill>
                  <a:latin typeface="宋体" panose="02010600030101010101" pitchFamily="2" charset="-122"/>
                </a:endParaRPr>
              </a:p>
            </p:txBody>
          </p:sp>
          <p:sp>
            <p:nvSpPr>
              <p:cNvPr id="181315" name="Line 20"/>
              <p:cNvSpPr/>
              <p:nvPr/>
            </p:nvSpPr>
            <p:spPr>
              <a:xfrm>
                <a:off x="4128" y="910"/>
                <a:ext cx="0" cy="561"/>
              </a:xfrm>
              <a:prstGeom prst="line">
                <a:avLst/>
              </a:prstGeom>
              <a:ln w="25400" cap="flat" cmpd="sng">
                <a:solidFill>
                  <a:srgbClr val="FF0000"/>
                </a:solidFill>
                <a:prstDash val="solid"/>
                <a:headEnd type="none" w="med" len="med"/>
                <a:tailEnd type="triangle" w="med" len="med"/>
              </a:ln>
            </p:spPr>
          </p:sp>
          <p:sp>
            <p:nvSpPr>
              <p:cNvPr id="181316" name="Text Box 21"/>
              <p:cNvSpPr txBox="1"/>
              <p:nvPr/>
            </p:nvSpPr>
            <p:spPr>
              <a:xfrm>
                <a:off x="4080" y="1471"/>
                <a:ext cx="376" cy="211"/>
              </a:xfrm>
              <a:prstGeom prst="rect">
                <a:avLst/>
              </a:prstGeom>
              <a:solidFill>
                <a:srgbClr val="FF99CC"/>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楷体_GB2312" pitchFamily="1" charset="-122"/>
                  </a:rPr>
                  <a:t>与门</a:t>
                </a:r>
                <a:endParaRPr lang="zh-CN" altLang="en-US" sz="2200" dirty="0">
                  <a:solidFill>
                    <a:schemeClr val="tx1"/>
                  </a:solidFill>
                  <a:latin typeface="宋体" panose="02010600030101010101" pitchFamily="2" charset="-122"/>
                </a:endParaRPr>
              </a:p>
            </p:txBody>
          </p:sp>
          <p:sp>
            <p:nvSpPr>
              <p:cNvPr id="181317" name="Line 22"/>
              <p:cNvSpPr/>
              <p:nvPr/>
            </p:nvSpPr>
            <p:spPr>
              <a:xfrm>
                <a:off x="4256" y="1095"/>
                <a:ext cx="272" cy="0"/>
              </a:xfrm>
              <a:prstGeom prst="line">
                <a:avLst/>
              </a:prstGeom>
              <a:ln w="25400" cap="flat" cmpd="sng">
                <a:solidFill>
                  <a:srgbClr val="000000"/>
                </a:solidFill>
                <a:prstDash val="solid"/>
                <a:headEnd type="none" w="med" len="med"/>
                <a:tailEnd type="none" w="med" len="med"/>
              </a:ln>
            </p:spPr>
          </p:sp>
          <p:sp>
            <p:nvSpPr>
              <p:cNvPr id="181318" name="Line 23"/>
              <p:cNvSpPr/>
              <p:nvPr/>
            </p:nvSpPr>
            <p:spPr>
              <a:xfrm>
                <a:off x="4256" y="913"/>
                <a:ext cx="0" cy="188"/>
              </a:xfrm>
              <a:prstGeom prst="line">
                <a:avLst/>
              </a:prstGeom>
              <a:ln w="25400" cap="flat" cmpd="sng">
                <a:solidFill>
                  <a:srgbClr val="000000"/>
                </a:solidFill>
                <a:prstDash val="solid"/>
                <a:headEnd type="triangle" w="med" len="med"/>
                <a:tailEnd type="none" w="med" len="med"/>
              </a:ln>
            </p:spPr>
          </p:sp>
          <p:sp>
            <p:nvSpPr>
              <p:cNvPr id="181319" name="Line 24"/>
              <p:cNvSpPr/>
              <p:nvPr/>
            </p:nvSpPr>
            <p:spPr>
              <a:xfrm>
                <a:off x="4392" y="1273"/>
                <a:ext cx="144" cy="7"/>
              </a:xfrm>
              <a:prstGeom prst="line">
                <a:avLst/>
              </a:prstGeom>
              <a:ln w="25400" cap="flat" cmpd="sng">
                <a:solidFill>
                  <a:srgbClr val="000000"/>
                </a:solidFill>
                <a:prstDash val="solid"/>
                <a:headEnd type="none" w="med" len="med"/>
                <a:tailEnd type="none" w="med" len="med"/>
              </a:ln>
            </p:spPr>
          </p:sp>
          <p:sp>
            <p:nvSpPr>
              <p:cNvPr id="181320" name="Line 25"/>
              <p:cNvSpPr/>
              <p:nvPr/>
            </p:nvSpPr>
            <p:spPr>
              <a:xfrm>
                <a:off x="4392" y="1280"/>
                <a:ext cx="0" cy="185"/>
              </a:xfrm>
              <a:prstGeom prst="line">
                <a:avLst/>
              </a:prstGeom>
              <a:ln w="25400" cap="flat" cmpd="sng">
                <a:solidFill>
                  <a:srgbClr val="000000"/>
                </a:solidFill>
                <a:prstDash val="solid"/>
                <a:headEnd type="none" w="med" len="med"/>
                <a:tailEnd type="triangle" w="med" len="med"/>
              </a:ln>
            </p:spPr>
          </p:sp>
          <p:sp>
            <p:nvSpPr>
              <p:cNvPr id="181321" name="Line 26"/>
              <p:cNvSpPr/>
              <p:nvPr/>
            </p:nvSpPr>
            <p:spPr>
              <a:xfrm>
                <a:off x="4256" y="1682"/>
                <a:ext cx="0" cy="67"/>
              </a:xfrm>
              <a:prstGeom prst="line">
                <a:avLst/>
              </a:prstGeom>
              <a:ln w="25400" cap="flat" cmpd="sng">
                <a:solidFill>
                  <a:srgbClr val="000000"/>
                </a:solidFill>
                <a:prstDash val="solid"/>
                <a:headEnd type="none" w="med" len="med"/>
                <a:tailEnd type="none" w="med" len="med"/>
              </a:ln>
            </p:spPr>
          </p:sp>
          <p:sp>
            <p:nvSpPr>
              <p:cNvPr id="181322" name="Line 27"/>
              <p:cNvSpPr/>
              <p:nvPr/>
            </p:nvSpPr>
            <p:spPr>
              <a:xfrm>
                <a:off x="4256" y="1742"/>
                <a:ext cx="280" cy="0"/>
              </a:xfrm>
              <a:prstGeom prst="line">
                <a:avLst/>
              </a:prstGeom>
              <a:ln w="25400" cap="flat" cmpd="sng">
                <a:solidFill>
                  <a:srgbClr val="000000"/>
                </a:solidFill>
                <a:prstDash val="solid"/>
                <a:headEnd type="none" w="med" len="med"/>
                <a:tailEnd type="triangle" w="med" len="med"/>
              </a:ln>
            </p:spPr>
          </p:sp>
          <p:sp>
            <p:nvSpPr>
              <p:cNvPr id="181323" name="Line 28"/>
              <p:cNvSpPr/>
              <p:nvPr/>
            </p:nvSpPr>
            <p:spPr>
              <a:xfrm flipH="1">
                <a:off x="4904" y="1101"/>
                <a:ext cx="408" cy="0"/>
              </a:xfrm>
              <a:prstGeom prst="line">
                <a:avLst/>
              </a:prstGeom>
              <a:ln w="25400" cap="flat" cmpd="sng">
                <a:solidFill>
                  <a:srgbClr val="0000FF"/>
                </a:solidFill>
                <a:prstDash val="solid"/>
                <a:headEnd type="none" w="med" len="med"/>
                <a:tailEnd type="triangle" w="med" len="med"/>
              </a:ln>
            </p:spPr>
          </p:sp>
          <p:sp>
            <p:nvSpPr>
              <p:cNvPr id="181324" name="Line 29"/>
              <p:cNvSpPr/>
              <p:nvPr/>
            </p:nvSpPr>
            <p:spPr>
              <a:xfrm rot="-10800000" flipH="1">
                <a:off x="4904" y="1313"/>
                <a:ext cx="408" cy="0"/>
              </a:xfrm>
              <a:prstGeom prst="line">
                <a:avLst/>
              </a:prstGeom>
              <a:ln w="25400" cap="flat" cmpd="sng">
                <a:solidFill>
                  <a:srgbClr val="0000FF"/>
                </a:solidFill>
                <a:prstDash val="solid"/>
                <a:headEnd type="none" w="med" len="med"/>
                <a:tailEnd type="triangle" w="med" len="med"/>
              </a:ln>
            </p:spPr>
          </p:sp>
          <p:sp>
            <p:nvSpPr>
              <p:cNvPr id="181325" name="Line 30"/>
              <p:cNvSpPr/>
              <p:nvPr/>
            </p:nvSpPr>
            <p:spPr>
              <a:xfrm rot="10800000" flipH="1" flipV="1">
                <a:off x="4912" y="1735"/>
                <a:ext cx="336" cy="0"/>
              </a:xfrm>
              <a:prstGeom prst="line">
                <a:avLst/>
              </a:prstGeom>
              <a:ln w="25400" cap="flat" cmpd="sng">
                <a:solidFill>
                  <a:srgbClr val="0000FF"/>
                </a:solidFill>
                <a:prstDash val="solid"/>
                <a:headEnd type="none" w="med" len="med"/>
                <a:tailEnd type="triangle" w="med" len="med"/>
              </a:ln>
            </p:spPr>
          </p:sp>
          <p:grpSp>
            <p:nvGrpSpPr>
              <p:cNvPr id="181326" name="Group 31"/>
              <p:cNvGrpSpPr/>
              <p:nvPr/>
            </p:nvGrpSpPr>
            <p:grpSpPr>
              <a:xfrm>
                <a:off x="5216" y="1002"/>
                <a:ext cx="544" cy="846"/>
                <a:chOff x="1928" y="2416"/>
                <a:chExt cx="544" cy="1024"/>
              </a:xfrm>
            </p:grpSpPr>
            <p:sp>
              <p:nvSpPr>
                <p:cNvPr id="181335" name="Text Box 32"/>
                <p:cNvSpPr txBox="1"/>
                <p:nvPr/>
              </p:nvSpPr>
              <p:spPr>
                <a:xfrm>
                  <a:off x="1984" y="2672"/>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OBFA</a:t>
                  </a:r>
                  <a:endParaRPr lang="en-US" altLang="zh-CN" sz="2200" dirty="0">
                    <a:solidFill>
                      <a:schemeClr val="bg2"/>
                    </a:solidFill>
                    <a:latin typeface="宋体" panose="02010600030101010101" pitchFamily="2" charset="-122"/>
                  </a:endParaRPr>
                </a:p>
              </p:txBody>
            </p:sp>
            <p:grpSp>
              <p:nvGrpSpPr>
                <p:cNvPr id="181336" name="Group 33"/>
                <p:cNvGrpSpPr/>
                <p:nvPr/>
              </p:nvGrpSpPr>
              <p:grpSpPr>
                <a:xfrm>
                  <a:off x="1928" y="2416"/>
                  <a:ext cx="544" cy="1024"/>
                  <a:chOff x="1928" y="2416"/>
                  <a:chExt cx="544" cy="1024"/>
                </a:xfrm>
              </p:grpSpPr>
              <p:sp>
                <p:nvSpPr>
                  <p:cNvPr id="181337" name="Text Box 34"/>
                  <p:cNvSpPr txBox="1"/>
                  <p:nvPr/>
                </p:nvSpPr>
                <p:spPr>
                  <a:xfrm>
                    <a:off x="2009" y="2416"/>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ACKA</a:t>
                    </a:r>
                    <a:endParaRPr lang="en-US" altLang="zh-CN" sz="2200" dirty="0">
                      <a:solidFill>
                        <a:schemeClr val="bg2"/>
                      </a:solidFill>
                      <a:latin typeface="宋体" panose="02010600030101010101" pitchFamily="2" charset="-122"/>
                    </a:endParaRPr>
                  </a:p>
                </p:txBody>
              </p:sp>
              <p:sp>
                <p:nvSpPr>
                  <p:cNvPr id="181338" name="Line 35"/>
                  <p:cNvSpPr/>
                  <p:nvPr/>
                </p:nvSpPr>
                <p:spPr>
                  <a:xfrm flipV="1">
                    <a:off x="2056" y="2448"/>
                    <a:ext cx="344" cy="0"/>
                  </a:xfrm>
                  <a:prstGeom prst="line">
                    <a:avLst/>
                  </a:prstGeom>
                  <a:ln w="25400" cap="flat" cmpd="sng">
                    <a:solidFill>
                      <a:srgbClr val="000000"/>
                    </a:solidFill>
                    <a:prstDash val="solid"/>
                    <a:headEnd type="none" w="med" len="med"/>
                    <a:tailEnd type="none" w="med" len="med"/>
                  </a:ln>
                </p:spPr>
              </p:sp>
              <p:sp>
                <p:nvSpPr>
                  <p:cNvPr id="181339" name="Text Box 36"/>
                  <p:cNvSpPr txBox="1"/>
                  <p:nvPr/>
                </p:nvSpPr>
                <p:spPr>
                  <a:xfrm>
                    <a:off x="1928" y="3184"/>
                    <a:ext cx="54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INTRA</a:t>
                    </a:r>
                    <a:endParaRPr lang="en-US" altLang="zh-CN" sz="2200" dirty="0">
                      <a:solidFill>
                        <a:schemeClr val="tx1"/>
                      </a:solidFill>
                      <a:latin typeface="宋体" panose="02010600030101010101" pitchFamily="2" charset="-122"/>
                    </a:endParaRPr>
                  </a:p>
                </p:txBody>
              </p:sp>
            </p:grpSp>
          </p:grpSp>
          <p:sp>
            <p:nvSpPr>
              <p:cNvPr id="181327" name="Line 37"/>
              <p:cNvSpPr/>
              <p:nvPr/>
            </p:nvSpPr>
            <p:spPr>
              <a:xfrm>
                <a:off x="3792" y="1402"/>
                <a:ext cx="240" cy="0"/>
              </a:xfrm>
              <a:prstGeom prst="line">
                <a:avLst/>
              </a:prstGeom>
              <a:ln w="25400" cap="flat" cmpd="sng">
                <a:solidFill>
                  <a:srgbClr val="000000"/>
                </a:solidFill>
                <a:prstDash val="solid"/>
                <a:headEnd type="none" w="med" len="med"/>
                <a:tailEnd type="triangle" w="med" len="med"/>
              </a:ln>
            </p:spPr>
          </p:sp>
          <p:grpSp>
            <p:nvGrpSpPr>
              <p:cNvPr id="181328" name="Group 38"/>
              <p:cNvGrpSpPr/>
              <p:nvPr/>
            </p:nvGrpSpPr>
            <p:grpSpPr>
              <a:xfrm>
                <a:off x="3552" y="1296"/>
                <a:ext cx="232" cy="212"/>
                <a:chOff x="372" y="6657"/>
                <a:chExt cx="580" cy="640"/>
              </a:xfrm>
            </p:grpSpPr>
            <p:sp>
              <p:nvSpPr>
                <p:cNvPr id="181333" name="Text Box 39"/>
                <p:cNvSpPr txBox="1"/>
                <p:nvPr/>
              </p:nvSpPr>
              <p:spPr>
                <a:xfrm>
                  <a:off x="372" y="6657"/>
                  <a:ext cx="580" cy="640"/>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WR</a:t>
                  </a:r>
                  <a:endParaRPr lang="en-US" altLang="zh-CN" sz="2200" dirty="0">
                    <a:solidFill>
                      <a:schemeClr val="bg2"/>
                    </a:solidFill>
                    <a:latin typeface="宋体" panose="02010600030101010101" pitchFamily="2" charset="-122"/>
                  </a:endParaRPr>
                </a:p>
              </p:txBody>
            </p:sp>
            <p:sp>
              <p:nvSpPr>
                <p:cNvPr id="181334" name="Line 40"/>
                <p:cNvSpPr/>
                <p:nvPr/>
              </p:nvSpPr>
              <p:spPr>
                <a:xfrm>
                  <a:off x="432" y="6757"/>
                  <a:ext cx="380" cy="0"/>
                </a:xfrm>
                <a:prstGeom prst="line">
                  <a:avLst/>
                </a:prstGeom>
                <a:ln w="25400" cap="flat" cmpd="sng">
                  <a:solidFill>
                    <a:srgbClr val="000000"/>
                  </a:solidFill>
                  <a:prstDash val="solid"/>
                  <a:headEnd type="none" w="med" len="med"/>
                  <a:tailEnd type="none" w="med" len="med"/>
                </a:ln>
              </p:spPr>
            </p:sp>
          </p:grpSp>
          <p:sp>
            <p:nvSpPr>
              <p:cNvPr id="181329" name="AutoShape 41"/>
              <p:cNvSpPr/>
              <p:nvPr/>
            </p:nvSpPr>
            <p:spPr>
              <a:xfrm rot="10800000">
                <a:off x="3432" y="269"/>
                <a:ext cx="600" cy="166"/>
              </a:xfrm>
              <a:prstGeom prst="leftArrow">
                <a:avLst>
                  <a:gd name="adj1" fmla="val 50000"/>
                  <a:gd name="adj2" fmla="val 90244"/>
                </a:avLst>
              </a:prstGeom>
              <a:solidFill>
                <a:srgbClr val="00CCFF"/>
              </a:solidFill>
              <a:ln w="127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81330" name="Text Box 42"/>
              <p:cNvSpPr txBox="1"/>
              <p:nvPr/>
            </p:nvSpPr>
            <p:spPr>
              <a:xfrm>
                <a:off x="3360" y="96"/>
                <a:ext cx="504" cy="211"/>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tx1"/>
                  </a:solidFill>
                  <a:latin typeface="宋体" panose="02010600030101010101" pitchFamily="2" charset="-122"/>
                </a:endParaRPr>
              </a:p>
            </p:txBody>
          </p:sp>
          <p:sp>
            <p:nvSpPr>
              <p:cNvPr id="181331" name="AutoShape 43"/>
              <p:cNvSpPr/>
              <p:nvPr/>
            </p:nvSpPr>
            <p:spPr>
              <a:xfrm rot="10800000">
                <a:off x="4928" y="256"/>
                <a:ext cx="504" cy="192"/>
              </a:xfrm>
              <a:prstGeom prst="leftArrow">
                <a:avLst>
                  <a:gd name="adj1" fmla="val 50000"/>
                  <a:gd name="adj2" fmla="val 65625"/>
                </a:avLst>
              </a:prstGeom>
              <a:solidFill>
                <a:schemeClr val="accent1"/>
              </a:solidFill>
              <a:ln w="127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81332" name="Line 44"/>
              <p:cNvSpPr/>
              <p:nvPr/>
            </p:nvSpPr>
            <p:spPr>
              <a:xfrm>
                <a:off x="5304" y="1244"/>
                <a:ext cx="336" cy="0"/>
              </a:xfrm>
              <a:prstGeom prst="line">
                <a:avLst/>
              </a:prstGeom>
              <a:ln w="9525" cap="flat" cmpd="sng">
                <a:solidFill>
                  <a:schemeClr val="tx1"/>
                </a:solidFill>
                <a:prstDash val="solid"/>
                <a:headEnd type="none" w="med" len="med"/>
                <a:tailEnd type="none" w="med" len="med"/>
              </a:ln>
            </p:spPr>
          </p:sp>
        </p:grpSp>
        <p:grpSp>
          <p:nvGrpSpPr>
            <p:cNvPr id="181255" name="Group 45"/>
            <p:cNvGrpSpPr/>
            <p:nvPr/>
          </p:nvGrpSpPr>
          <p:grpSpPr>
            <a:xfrm>
              <a:off x="78" y="356"/>
              <a:ext cx="3474" cy="1795"/>
              <a:chOff x="78" y="356"/>
              <a:chExt cx="3474" cy="1795"/>
            </a:xfrm>
          </p:grpSpPr>
          <p:sp>
            <p:nvSpPr>
              <p:cNvPr id="181256" name="Text Box 46"/>
              <p:cNvSpPr txBox="1"/>
              <p:nvPr/>
            </p:nvSpPr>
            <p:spPr>
              <a:xfrm>
                <a:off x="151" y="733"/>
                <a:ext cx="471" cy="26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WR</a:t>
                </a:r>
                <a:endParaRPr lang="en-US" altLang="zh-CN" sz="2200" dirty="0">
                  <a:solidFill>
                    <a:schemeClr val="tx1"/>
                  </a:solidFill>
                  <a:latin typeface="宋体" panose="02010600030101010101" pitchFamily="2" charset="-122"/>
                </a:endParaRPr>
              </a:p>
            </p:txBody>
          </p:sp>
          <p:sp>
            <p:nvSpPr>
              <p:cNvPr id="181257" name="Line 47"/>
              <p:cNvSpPr/>
              <p:nvPr/>
            </p:nvSpPr>
            <p:spPr>
              <a:xfrm>
                <a:off x="240" y="763"/>
                <a:ext cx="203" cy="1"/>
              </a:xfrm>
              <a:prstGeom prst="line">
                <a:avLst/>
              </a:prstGeom>
              <a:ln w="25400" cap="flat" cmpd="sng">
                <a:solidFill>
                  <a:schemeClr val="tx1"/>
                </a:solidFill>
                <a:prstDash val="solid"/>
                <a:headEnd type="none" w="med" len="med"/>
                <a:tailEnd type="none" w="med" len="med"/>
              </a:ln>
            </p:spPr>
          </p:sp>
          <p:sp>
            <p:nvSpPr>
              <p:cNvPr id="181258" name="Text Box 48"/>
              <p:cNvSpPr txBox="1"/>
              <p:nvPr/>
            </p:nvSpPr>
            <p:spPr>
              <a:xfrm>
                <a:off x="145" y="1122"/>
                <a:ext cx="385" cy="228"/>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OBF</a:t>
                </a:r>
                <a:endParaRPr lang="en-US" altLang="zh-CN" sz="2200" dirty="0">
                  <a:solidFill>
                    <a:schemeClr val="tx1"/>
                  </a:solidFill>
                  <a:latin typeface="Arial" panose="020B0604020202020204" pitchFamily="34" charset="0"/>
                </a:endParaRPr>
              </a:p>
            </p:txBody>
          </p:sp>
          <p:sp>
            <p:nvSpPr>
              <p:cNvPr id="181259" name="Text Box 49"/>
              <p:cNvSpPr txBox="1"/>
              <p:nvPr/>
            </p:nvSpPr>
            <p:spPr>
              <a:xfrm>
                <a:off x="78" y="1866"/>
                <a:ext cx="452" cy="228"/>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ACK</a:t>
                </a:r>
                <a:endParaRPr lang="en-US" altLang="zh-CN" sz="2200" dirty="0">
                  <a:solidFill>
                    <a:schemeClr val="tx1"/>
                  </a:solidFill>
                  <a:latin typeface="Arial" panose="020B0604020202020204" pitchFamily="34" charset="0"/>
                </a:endParaRPr>
              </a:p>
            </p:txBody>
          </p:sp>
          <p:sp>
            <p:nvSpPr>
              <p:cNvPr id="181260" name="Line 50"/>
              <p:cNvSpPr/>
              <p:nvPr/>
            </p:nvSpPr>
            <p:spPr>
              <a:xfrm>
                <a:off x="178" y="1879"/>
                <a:ext cx="236" cy="1"/>
              </a:xfrm>
              <a:prstGeom prst="line">
                <a:avLst/>
              </a:prstGeom>
              <a:ln w="25400" cap="flat" cmpd="sng">
                <a:solidFill>
                  <a:schemeClr val="tx1"/>
                </a:solidFill>
                <a:prstDash val="solid"/>
                <a:headEnd type="none" w="med" len="med"/>
                <a:tailEnd type="none" w="med" len="med"/>
              </a:ln>
            </p:spPr>
          </p:sp>
          <p:sp>
            <p:nvSpPr>
              <p:cNvPr id="181261" name="Text Box 51"/>
              <p:cNvSpPr txBox="1"/>
              <p:nvPr/>
            </p:nvSpPr>
            <p:spPr>
              <a:xfrm>
                <a:off x="2433" y="1298"/>
                <a:ext cx="1119" cy="25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1800" dirty="0">
                    <a:solidFill>
                      <a:srgbClr val="FF3300"/>
                    </a:solidFill>
                    <a:latin typeface="Arial" panose="020B0604020202020204" pitchFamily="34" charset="0"/>
                  </a:rPr>
                  <a:t>当</a:t>
                </a:r>
                <a:r>
                  <a:rPr lang="en-US" altLang="zh-CN" sz="1800" dirty="0">
                    <a:solidFill>
                      <a:srgbClr val="FF3300"/>
                    </a:solidFill>
                    <a:latin typeface="Arial" panose="020B0604020202020204" pitchFamily="34" charset="0"/>
                  </a:rPr>
                  <a:t>INTE=1</a:t>
                </a:r>
                <a:r>
                  <a:rPr lang="zh-CN" altLang="en-US" sz="1800" dirty="0">
                    <a:solidFill>
                      <a:srgbClr val="FF3300"/>
                    </a:solidFill>
                    <a:latin typeface="Arial" panose="020B0604020202020204" pitchFamily="34" charset="0"/>
                  </a:rPr>
                  <a:t>时</a:t>
                </a:r>
                <a:r>
                  <a:rPr lang="zh-CN" altLang="en-US" sz="2200" dirty="0">
                    <a:solidFill>
                      <a:srgbClr val="0000FF"/>
                    </a:solidFill>
                    <a:latin typeface="宋体" panose="02010600030101010101" pitchFamily="2" charset="-122"/>
                  </a:rPr>
                  <a:t> </a:t>
                </a:r>
                <a:endParaRPr lang="zh-CN" altLang="en-US" sz="2200" dirty="0">
                  <a:solidFill>
                    <a:srgbClr val="0000FF"/>
                  </a:solidFill>
                  <a:latin typeface="宋体" panose="02010600030101010101" pitchFamily="2" charset="-122"/>
                </a:endParaRPr>
              </a:p>
            </p:txBody>
          </p:sp>
          <p:sp>
            <p:nvSpPr>
              <p:cNvPr id="181262" name="Line 52"/>
              <p:cNvSpPr/>
              <p:nvPr/>
            </p:nvSpPr>
            <p:spPr>
              <a:xfrm>
                <a:off x="212" y="1117"/>
                <a:ext cx="237" cy="1"/>
              </a:xfrm>
              <a:prstGeom prst="line">
                <a:avLst/>
              </a:prstGeom>
              <a:ln w="25400" cap="flat" cmpd="sng">
                <a:solidFill>
                  <a:schemeClr val="tx1"/>
                </a:solidFill>
                <a:prstDash val="solid"/>
                <a:headEnd type="none" w="med" len="med"/>
                <a:tailEnd type="none" w="med" len="med"/>
              </a:ln>
            </p:spPr>
          </p:sp>
          <p:sp>
            <p:nvSpPr>
              <p:cNvPr id="181263" name="Line 53"/>
              <p:cNvSpPr>
                <a:spLocks noChangeAspect="1"/>
              </p:cNvSpPr>
              <p:nvPr/>
            </p:nvSpPr>
            <p:spPr>
              <a:xfrm>
                <a:off x="2302" y="2123"/>
                <a:ext cx="282" cy="1"/>
              </a:xfrm>
              <a:prstGeom prst="line">
                <a:avLst/>
              </a:prstGeom>
              <a:ln w="25400" cap="flat" cmpd="sng">
                <a:solidFill>
                  <a:srgbClr val="000000"/>
                </a:solidFill>
                <a:prstDash val="solid"/>
                <a:headEnd type="none" w="med" len="med"/>
                <a:tailEnd type="none" w="med" len="med"/>
              </a:ln>
            </p:spPr>
          </p:sp>
          <p:grpSp>
            <p:nvGrpSpPr>
              <p:cNvPr id="181264" name="Group 54"/>
              <p:cNvGrpSpPr>
                <a:grpSpLocks noChangeAspect="1"/>
              </p:cNvGrpSpPr>
              <p:nvPr/>
            </p:nvGrpSpPr>
            <p:grpSpPr>
              <a:xfrm>
                <a:off x="751" y="356"/>
                <a:ext cx="789" cy="209"/>
                <a:chOff x="8290" y="5791"/>
                <a:chExt cx="2081" cy="574"/>
              </a:xfrm>
            </p:grpSpPr>
            <p:sp>
              <p:nvSpPr>
                <p:cNvPr id="181301" name="Line 55"/>
                <p:cNvSpPr>
                  <a:spLocks noChangeAspect="1"/>
                </p:cNvSpPr>
                <p:nvPr/>
              </p:nvSpPr>
              <p:spPr>
                <a:xfrm>
                  <a:off x="8298" y="6078"/>
                  <a:ext cx="104" cy="280"/>
                </a:xfrm>
                <a:prstGeom prst="line">
                  <a:avLst/>
                </a:prstGeom>
                <a:ln w="25400" cap="flat" cmpd="sng">
                  <a:solidFill>
                    <a:srgbClr val="000000"/>
                  </a:solidFill>
                  <a:prstDash val="solid"/>
                  <a:headEnd type="none" w="med" len="med"/>
                  <a:tailEnd type="none" w="med" len="med"/>
                </a:ln>
              </p:spPr>
            </p:sp>
            <p:sp>
              <p:nvSpPr>
                <p:cNvPr id="181302" name="Line 56"/>
                <p:cNvSpPr>
                  <a:spLocks noChangeAspect="1"/>
                </p:cNvSpPr>
                <p:nvPr/>
              </p:nvSpPr>
              <p:spPr>
                <a:xfrm flipV="1">
                  <a:off x="8290" y="5791"/>
                  <a:ext cx="114" cy="307"/>
                </a:xfrm>
                <a:prstGeom prst="line">
                  <a:avLst/>
                </a:prstGeom>
                <a:ln w="25400" cap="flat" cmpd="sng">
                  <a:solidFill>
                    <a:srgbClr val="000000"/>
                  </a:solidFill>
                  <a:prstDash val="solid"/>
                  <a:headEnd type="none" w="med" len="med"/>
                  <a:tailEnd type="none" w="med" len="med"/>
                </a:ln>
              </p:spPr>
            </p:sp>
            <p:sp>
              <p:nvSpPr>
                <p:cNvPr id="181303" name="Line 57"/>
                <p:cNvSpPr>
                  <a:spLocks noChangeAspect="1"/>
                </p:cNvSpPr>
                <p:nvPr/>
              </p:nvSpPr>
              <p:spPr>
                <a:xfrm>
                  <a:off x="8392" y="5798"/>
                  <a:ext cx="1840" cy="0"/>
                </a:xfrm>
                <a:prstGeom prst="line">
                  <a:avLst/>
                </a:prstGeom>
                <a:ln w="25400" cap="flat" cmpd="sng">
                  <a:solidFill>
                    <a:srgbClr val="000000"/>
                  </a:solidFill>
                  <a:prstDash val="solid"/>
                  <a:headEnd type="none" w="med" len="med"/>
                  <a:tailEnd type="none" w="med" len="med"/>
                </a:ln>
              </p:spPr>
            </p:sp>
            <p:sp>
              <p:nvSpPr>
                <p:cNvPr id="181304" name="Line 58"/>
                <p:cNvSpPr>
                  <a:spLocks noChangeAspect="1"/>
                </p:cNvSpPr>
                <p:nvPr/>
              </p:nvSpPr>
              <p:spPr>
                <a:xfrm>
                  <a:off x="8412" y="6358"/>
                  <a:ext cx="1840" cy="0"/>
                </a:xfrm>
                <a:prstGeom prst="line">
                  <a:avLst/>
                </a:prstGeom>
                <a:ln w="25400" cap="flat" cmpd="sng">
                  <a:solidFill>
                    <a:srgbClr val="000000"/>
                  </a:solidFill>
                  <a:prstDash val="solid"/>
                  <a:headEnd type="none" w="med" len="med"/>
                  <a:tailEnd type="none" w="med" len="med"/>
                </a:ln>
              </p:spPr>
            </p:sp>
            <p:grpSp>
              <p:nvGrpSpPr>
                <p:cNvPr id="181305" name="Group 59"/>
                <p:cNvGrpSpPr>
                  <a:grpSpLocks noChangeAspect="1"/>
                </p:cNvGrpSpPr>
                <p:nvPr/>
              </p:nvGrpSpPr>
              <p:grpSpPr>
                <a:xfrm>
                  <a:off x="10252" y="5798"/>
                  <a:ext cx="119" cy="567"/>
                  <a:chOff x="5412" y="8857"/>
                  <a:chExt cx="119" cy="567"/>
                </a:xfrm>
              </p:grpSpPr>
              <p:sp>
                <p:nvSpPr>
                  <p:cNvPr id="181306" name="Line 60"/>
                  <p:cNvSpPr>
                    <a:spLocks noChangeAspect="1"/>
                  </p:cNvSpPr>
                  <p:nvPr/>
                </p:nvSpPr>
                <p:spPr>
                  <a:xfrm>
                    <a:off x="5412" y="8857"/>
                    <a:ext cx="119" cy="320"/>
                  </a:xfrm>
                  <a:prstGeom prst="line">
                    <a:avLst/>
                  </a:prstGeom>
                  <a:ln w="25400" cap="flat" cmpd="sng">
                    <a:solidFill>
                      <a:srgbClr val="000000"/>
                    </a:solidFill>
                    <a:prstDash val="solid"/>
                    <a:headEnd type="none" w="med" len="med"/>
                    <a:tailEnd type="none" w="med" len="med"/>
                  </a:ln>
                </p:spPr>
              </p:sp>
              <p:sp>
                <p:nvSpPr>
                  <p:cNvPr id="181307" name="Line 61"/>
                  <p:cNvSpPr>
                    <a:spLocks noChangeAspect="1"/>
                  </p:cNvSpPr>
                  <p:nvPr/>
                </p:nvSpPr>
                <p:spPr>
                  <a:xfrm flipV="1">
                    <a:off x="5414" y="9157"/>
                    <a:ext cx="99" cy="267"/>
                  </a:xfrm>
                  <a:prstGeom prst="line">
                    <a:avLst/>
                  </a:prstGeom>
                  <a:ln w="25400" cap="flat" cmpd="sng">
                    <a:solidFill>
                      <a:srgbClr val="000000"/>
                    </a:solidFill>
                    <a:prstDash val="solid"/>
                    <a:headEnd type="none" w="med" len="med"/>
                    <a:tailEnd type="none" w="med" len="med"/>
                  </a:ln>
                </p:spPr>
              </p:sp>
            </p:grpSp>
          </p:grpSp>
          <p:sp>
            <p:nvSpPr>
              <p:cNvPr id="181265" name="Line 62"/>
              <p:cNvSpPr>
                <a:spLocks noChangeAspect="1"/>
              </p:cNvSpPr>
              <p:nvPr/>
            </p:nvSpPr>
            <p:spPr>
              <a:xfrm>
                <a:off x="567" y="455"/>
                <a:ext cx="180" cy="1"/>
              </a:xfrm>
              <a:prstGeom prst="line">
                <a:avLst/>
              </a:prstGeom>
              <a:ln w="25400" cap="flat" cmpd="sng">
                <a:solidFill>
                  <a:srgbClr val="000000"/>
                </a:solidFill>
                <a:prstDash val="solid"/>
                <a:headEnd type="none" w="med" len="med"/>
                <a:tailEnd type="none" w="med" len="med"/>
              </a:ln>
            </p:spPr>
          </p:sp>
          <p:sp>
            <p:nvSpPr>
              <p:cNvPr id="181266" name="Line 63"/>
              <p:cNvSpPr>
                <a:spLocks noChangeAspect="1"/>
              </p:cNvSpPr>
              <p:nvPr/>
            </p:nvSpPr>
            <p:spPr>
              <a:xfrm>
                <a:off x="1531" y="462"/>
                <a:ext cx="39" cy="101"/>
              </a:xfrm>
              <a:prstGeom prst="line">
                <a:avLst/>
              </a:prstGeom>
              <a:ln w="25400" cap="flat" cmpd="sng">
                <a:solidFill>
                  <a:srgbClr val="000000"/>
                </a:solidFill>
                <a:prstDash val="solid"/>
                <a:headEnd type="none" w="med" len="med"/>
                <a:tailEnd type="none" w="med" len="med"/>
              </a:ln>
            </p:spPr>
          </p:sp>
          <p:sp>
            <p:nvSpPr>
              <p:cNvPr id="181267" name="Line 64"/>
              <p:cNvSpPr>
                <a:spLocks noChangeAspect="1"/>
              </p:cNvSpPr>
              <p:nvPr/>
            </p:nvSpPr>
            <p:spPr>
              <a:xfrm flipV="1">
                <a:off x="1527" y="356"/>
                <a:ext cx="44" cy="112"/>
              </a:xfrm>
              <a:prstGeom prst="line">
                <a:avLst/>
              </a:prstGeom>
              <a:ln w="25400" cap="flat" cmpd="sng">
                <a:solidFill>
                  <a:srgbClr val="000000"/>
                </a:solidFill>
                <a:prstDash val="solid"/>
                <a:headEnd type="none" w="med" len="med"/>
                <a:tailEnd type="none" w="med" len="med"/>
              </a:ln>
            </p:spPr>
          </p:sp>
          <p:sp>
            <p:nvSpPr>
              <p:cNvPr id="181268" name="Line 65"/>
              <p:cNvSpPr>
                <a:spLocks noChangeAspect="1"/>
              </p:cNvSpPr>
              <p:nvPr/>
            </p:nvSpPr>
            <p:spPr>
              <a:xfrm>
                <a:off x="1589" y="358"/>
                <a:ext cx="1223" cy="1"/>
              </a:xfrm>
              <a:prstGeom prst="line">
                <a:avLst/>
              </a:prstGeom>
              <a:ln w="25400" cap="flat" cmpd="sng">
                <a:solidFill>
                  <a:srgbClr val="000000"/>
                </a:solidFill>
                <a:prstDash val="solid"/>
                <a:headEnd type="none" w="med" len="med"/>
                <a:tailEnd type="none" w="med" len="med"/>
              </a:ln>
            </p:spPr>
          </p:sp>
          <p:sp>
            <p:nvSpPr>
              <p:cNvPr id="181269" name="Line 66"/>
              <p:cNvSpPr>
                <a:spLocks noChangeAspect="1"/>
              </p:cNvSpPr>
              <p:nvPr/>
            </p:nvSpPr>
            <p:spPr>
              <a:xfrm>
                <a:off x="1597" y="563"/>
                <a:ext cx="1209" cy="1"/>
              </a:xfrm>
              <a:prstGeom prst="line">
                <a:avLst/>
              </a:prstGeom>
              <a:ln w="25400" cap="flat" cmpd="sng">
                <a:solidFill>
                  <a:srgbClr val="000000"/>
                </a:solidFill>
                <a:prstDash val="solid"/>
                <a:headEnd type="none" w="med" len="med"/>
                <a:tailEnd type="none" w="med" len="med"/>
              </a:ln>
            </p:spPr>
          </p:sp>
          <p:sp>
            <p:nvSpPr>
              <p:cNvPr id="181270" name="Text Box 67"/>
              <p:cNvSpPr txBox="1"/>
              <p:nvPr/>
            </p:nvSpPr>
            <p:spPr>
              <a:xfrm>
                <a:off x="717" y="377"/>
                <a:ext cx="905" cy="382"/>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1600" dirty="0">
                    <a:solidFill>
                      <a:srgbClr val="FF3300"/>
                    </a:solidFill>
                    <a:latin typeface="楷体_GB2312" pitchFamily="1" charset="-122"/>
                  </a:rPr>
                  <a:t>送往外设数据</a:t>
                </a:r>
                <a:endParaRPr lang="zh-CN" altLang="en-US" sz="1600" dirty="0">
                  <a:solidFill>
                    <a:srgbClr val="FF3300"/>
                  </a:solidFill>
                  <a:latin typeface="楷体_GB2312" pitchFamily="1" charset="-122"/>
                </a:endParaRPr>
              </a:p>
            </p:txBody>
          </p:sp>
          <p:sp>
            <p:nvSpPr>
              <p:cNvPr id="181271" name="Text Box 68"/>
              <p:cNvSpPr txBox="1"/>
              <p:nvPr/>
            </p:nvSpPr>
            <p:spPr>
              <a:xfrm>
                <a:off x="1527" y="376"/>
                <a:ext cx="999" cy="239"/>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1800" dirty="0">
                    <a:solidFill>
                      <a:srgbClr val="FF3300"/>
                    </a:solidFill>
                    <a:latin typeface="楷体_GB2312" pitchFamily="1" charset="-122"/>
                  </a:rPr>
                  <a:t>数据写入端口</a:t>
                </a:r>
                <a:endParaRPr lang="zh-CN" altLang="en-US" sz="1800" dirty="0">
                  <a:solidFill>
                    <a:srgbClr val="0000FF"/>
                  </a:solidFill>
                  <a:latin typeface="宋体" panose="02010600030101010101" pitchFamily="2" charset="-122"/>
                </a:endParaRPr>
              </a:p>
            </p:txBody>
          </p:sp>
          <p:sp>
            <p:nvSpPr>
              <p:cNvPr id="181272" name="Line 69"/>
              <p:cNvSpPr>
                <a:spLocks noChangeAspect="1"/>
              </p:cNvSpPr>
              <p:nvPr/>
            </p:nvSpPr>
            <p:spPr>
              <a:xfrm>
                <a:off x="573" y="756"/>
                <a:ext cx="481" cy="1"/>
              </a:xfrm>
              <a:prstGeom prst="line">
                <a:avLst/>
              </a:prstGeom>
              <a:ln w="25400" cap="flat" cmpd="sng">
                <a:solidFill>
                  <a:srgbClr val="000000"/>
                </a:solidFill>
                <a:prstDash val="solid"/>
                <a:headEnd type="none" w="med" len="med"/>
                <a:tailEnd type="none" w="med" len="med"/>
              </a:ln>
            </p:spPr>
          </p:sp>
          <p:sp>
            <p:nvSpPr>
              <p:cNvPr id="181273" name="Line 70"/>
              <p:cNvSpPr>
                <a:spLocks noChangeAspect="1"/>
              </p:cNvSpPr>
              <p:nvPr/>
            </p:nvSpPr>
            <p:spPr>
              <a:xfrm>
                <a:off x="1054" y="754"/>
                <a:ext cx="41" cy="198"/>
              </a:xfrm>
              <a:prstGeom prst="line">
                <a:avLst/>
              </a:prstGeom>
              <a:ln w="25400" cap="flat" cmpd="sng">
                <a:solidFill>
                  <a:srgbClr val="000000"/>
                </a:solidFill>
                <a:prstDash val="solid"/>
                <a:headEnd type="none" w="med" len="med"/>
                <a:tailEnd type="none" w="med" len="med"/>
              </a:ln>
            </p:spPr>
          </p:sp>
          <p:sp>
            <p:nvSpPr>
              <p:cNvPr id="181274" name="Line 71"/>
              <p:cNvSpPr>
                <a:spLocks noChangeAspect="1"/>
              </p:cNvSpPr>
              <p:nvPr/>
            </p:nvSpPr>
            <p:spPr>
              <a:xfrm>
                <a:off x="1090" y="963"/>
                <a:ext cx="320" cy="1"/>
              </a:xfrm>
              <a:prstGeom prst="line">
                <a:avLst/>
              </a:prstGeom>
              <a:ln w="25400" cap="flat" cmpd="sng">
                <a:solidFill>
                  <a:srgbClr val="000000"/>
                </a:solidFill>
                <a:prstDash val="solid"/>
                <a:headEnd type="none" w="med" len="med"/>
                <a:tailEnd type="none" w="med" len="med"/>
              </a:ln>
            </p:spPr>
          </p:sp>
          <p:grpSp>
            <p:nvGrpSpPr>
              <p:cNvPr id="181275" name="Group 72"/>
              <p:cNvGrpSpPr>
                <a:grpSpLocks noChangeAspect="1"/>
              </p:cNvGrpSpPr>
              <p:nvPr/>
            </p:nvGrpSpPr>
            <p:grpSpPr>
              <a:xfrm>
                <a:off x="1422" y="754"/>
                <a:ext cx="1513" cy="204"/>
                <a:chOff x="3772" y="8357"/>
                <a:chExt cx="7300" cy="700"/>
              </a:xfrm>
            </p:grpSpPr>
            <p:sp>
              <p:nvSpPr>
                <p:cNvPr id="181299" name="Line 73"/>
                <p:cNvSpPr>
                  <a:spLocks noChangeAspect="1"/>
                </p:cNvSpPr>
                <p:nvPr/>
              </p:nvSpPr>
              <p:spPr>
                <a:xfrm flipV="1">
                  <a:off x="3772" y="8377"/>
                  <a:ext cx="198" cy="680"/>
                </a:xfrm>
                <a:prstGeom prst="line">
                  <a:avLst/>
                </a:prstGeom>
                <a:ln w="25400" cap="flat" cmpd="sng">
                  <a:solidFill>
                    <a:srgbClr val="000000"/>
                  </a:solidFill>
                  <a:prstDash val="solid"/>
                  <a:headEnd type="none" w="med" len="med"/>
                  <a:tailEnd type="none" w="med" len="med"/>
                </a:ln>
              </p:spPr>
            </p:sp>
            <p:sp>
              <p:nvSpPr>
                <p:cNvPr id="181300" name="Line 74"/>
                <p:cNvSpPr>
                  <a:spLocks noChangeAspect="1"/>
                </p:cNvSpPr>
                <p:nvPr/>
              </p:nvSpPr>
              <p:spPr>
                <a:xfrm flipV="1">
                  <a:off x="3972" y="8357"/>
                  <a:ext cx="7100" cy="0"/>
                </a:xfrm>
                <a:prstGeom prst="line">
                  <a:avLst/>
                </a:prstGeom>
                <a:ln w="25400" cap="flat" cmpd="sng">
                  <a:solidFill>
                    <a:srgbClr val="000000"/>
                  </a:solidFill>
                  <a:prstDash val="solid"/>
                  <a:headEnd type="none" w="med" len="med"/>
                  <a:tailEnd type="none" w="med" len="med"/>
                </a:ln>
              </p:spPr>
            </p:sp>
          </p:grpSp>
          <p:sp>
            <p:nvSpPr>
              <p:cNvPr id="181276" name="Line 75"/>
              <p:cNvSpPr>
                <a:spLocks noChangeAspect="1"/>
              </p:cNvSpPr>
              <p:nvPr/>
            </p:nvSpPr>
            <p:spPr>
              <a:xfrm flipV="1">
                <a:off x="2460" y="1102"/>
                <a:ext cx="42" cy="198"/>
              </a:xfrm>
              <a:prstGeom prst="line">
                <a:avLst/>
              </a:prstGeom>
              <a:ln w="25400" cap="flat" cmpd="sng">
                <a:solidFill>
                  <a:srgbClr val="000000"/>
                </a:solidFill>
                <a:prstDash val="solid"/>
                <a:headEnd type="none" w="med" len="med"/>
                <a:tailEnd type="none" w="med" len="med"/>
              </a:ln>
            </p:spPr>
          </p:sp>
          <p:sp>
            <p:nvSpPr>
              <p:cNvPr id="181277" name="Line 76"/>
              <p:cNvSpPr>
                <a:spLocks noChangeAspect="1"/>
              </p:cNvSpPr>
              <p:nvPr/>
            </p:nvSpPr>
            <p:spPr>
              <a:xfrm flipV="1">
                <a:off x="1869" y="1307"/>
                <a:ext cx="586" cy="1"/>
              </a:xfrm>
              <a:prstGeom prst="line">
                <a:avLst/>
              </a:prstGeom>
              <a:ln w="25400" cap="flat" cmpd="sng">
                <a:solidFill>
                  <a:srgbClr val="000000"/>
                </a:solidFill>
                <a:prstDash val="solid"/>
                <a:headEnd type="none" w="med" len="med"/>
                <a:tailEnd type="none" w="med" len="med"/>
              </a:ln>
            </p:spPr>
          </p:sp>
          <p:sp>
            <p:nvSpPr>
              <p:cNvPr id="181278" name="Line 77"/>
              <p:cNvSpPr/>
              <p:nvPr/>
            </p:nvSpPr>
            <p:spPr>
              <a:xfrm>
                <a:off x="587" y="1107"/>
                <a:ext cx="1226" cy="1"/>
              </a:xfrm>
              <a:prstGeom prst="line">
                <a:avLst/>
              </a:prstGeom>
              <a:ln w="25400" cap="flat" cmpd="sng">
                <a:solidFill>
                  <a:srgbClr val="000000"/>
                </a:solidFill>
                <a:prstDash val="solid"/>
                <a:headEnd type="none" w="med" len="med"/>
                <a:tailEnd type="none" w="med" len="med"/>
              </a:ln>
            </p:spPr>
          </p:sp>
          <p:sp>
            <p:nvSpPr>
              <p:cNvPr id="181279" name="Line 78"/>
              <p:cNvSpPr>
                <a:spLocks noChangeAspect="1"/>
              </p:cNvSpPr>
              <p:nvPr/>
            </p:nvSpPr>
            <p:spPr>
              <a:xfrm>
                <a:off x="1818" y="1108"/>
                <a:ext cx="40" cy="197"/>
              </a:xfrm>
              <a:prstGeom prst="line">
                <a:avLst/>
              </a:prstGeom>
              <a:ln w="25400" cap="flat" cmpd="sng">
                <a:solidFill>
                  <a:srgbClr val="000000"/>
                </a:solidFill>
                <a:prstDash val="solid"/>
                <a:headEnd type="none" w="med" len="med"/>
                <a:tailEnd type="none" w="med" len="med"/>
              </a:ln>
            </p:spPr>
          </p:sp>
          <p:sp>
            <p:nvSpPr>
              <p:cNvPr id="181280" name="Line 79"/>
              <p:cNvSpPr/>
              <p:nvPr/>
            </p:nvSpPr>
            <p:spPr>
              <a:xfrm>
                <a:off x="2510" y="1113"/>
                <a:ext cx="735" cy="1"/>
              </a:xfrm>
              <a:prstGeom prst="line">
                <a:avLst/>
              </a:prstGeom>
              <a:ln w="25400" cap="flat" cmpd="sng">
                <a:solidFill>
                  <a:srgbClr val="000000"/>
                </a:solidFill>
                <a:prstDash val="solid"/>
                <a:headEnd type="none" w="med" len="med"/>
                <a:tailEnd type="none" w="med" len="med"/>
              </a:ln>
            </p:spPr>
          </p:sp>
          <p:sp>
            <p:nvSpPr>
              <p:cNvPr id="181281" name="Line 80"/>
              <p:cNvSpPr>
                <a:spLocks noChangeAspect="1"/>
              </p:cNvSpPr>
              <p:nvPr/>
            </p:nvSpPr>
            <p:spPr>
              <a:xfrm flipV="1">
                <a:off x="2756" y="1525"/>
                <a:ext cx="41" cy="197"/>
              </a:xfrm>
              <a:prstGeom prst="line">
                <a:avLst/>
              </a:prstGeom>
              <a:ln w="25400" cap="flat" cmpd="sng">
                <a:solidFill>
                  <a:srgbClr val="000000"/>
                </a:solidFill>
                <a:prstDash val="solid"/>
                <a:headEnd type="none" w="med" len="med"/>
                <a:tailEnd type="none" w="med" len="med"/>
              </a:ln>
            </p:spPr>
          </p:sp>
          <p:sp>
            <p:nvSpPr>
              <p:cNvPr id="181282" name="Line 81"/>
              <p:cNvSpPr>
                <a:spLocks noChangeAspect="1"/>
              </p:cNvSpPr>
              <p:nvPr/>
            </p:nvSpPr>
            <p:spPr>
              <a:xfrm flipV="1">
                <a:off x="1911" y="1729"/>
                <a:ext cx="849" cy="1"/>
              </a:xfrm>
              <a:prstGeom prst="line">
                <a:avLst/>
              </a:prstGeom>
              <a:ln w="25400" cap="flat" cmpd="sng">
                <a:solidFill>
                  <a:srgbClr val="000000"/>
                </a:solidFill>
                <a:prstDash val="solid"/>
                <a:headEnd type="none" w="med" len="med"/>
                <a:tailEnd type="none" w="med" len="med"/>
              </a:ln>
            </p:spPr>
          </p:sp>
          <p:sp>
            <p:nvSpPr>
              <p:cNvPr id="181283" name="Line 82"/>
              <p:cNvSpPr>
                <a:spLocks noChangeAspect="1"/>
              </p:cNvSpPr>
              <p:nvPr/>
            </p:nvSpPr>
            <p:spPr>
              <a:xfrm>
                <a:off x="588" y="1528"/>
                <a:ext cx="1260" cy="1"/>
              </a:xfrm>
              <a:prstGeom prst="line">
                <a:avLst/>
              </a:prstGeom>
              <a:ln w="25400" cap="flat" cmpd="sng">
                <a:solidFill>
                  <a:srgbClr val="000000"/>
                </a:solidFill>
                <a:prstDash val="solid"/>
                <a:headEnd type="none" w="med" len="med"/>
                <a:tailEnd type="none" w="med" len="med"/>
              </a:ln>
            </p:spPr>
          </p:sp>
          <p:sp>
            <p:nvSpPr>
              <p:cNvPr id="181284" name="Line 83"/>
              <p:cNvSpPr>
                <a:spLocks noChangeAspect="1"/>
              </p:cNvSpPr>
              <p:nvPr/>
            </p:nvSpPr>
            <p:spPr>
              <a:xfrm>
                <a:off x="1848" y="1523"/>
                <a:ext cx="46" cy="215"/>
              </a:xfrm>
              <a:prstGeom prst="line">
                <a:avLst/>
              </a:prstGeom>
              <a:ln w="25400" cap="flat" cmpd="sng">
                <a:solidFill>
                  <a:srgbClr val="000000"/>
                </a:solidFill>
                <a:prstDash val="solid"/>
                <a:headEnd type="none" w="med" len="med"/>
                <a:tailEnd type="none" w="med" len="med"/>
              </a:ln>
            </p:spPr>
          </p:sp>
          <p:sp>
            <p:nvSpPr>
              <p:cNvPr id="181285" name="Line 84"/>
              <p:cNvSpPr>
                <a:spLocks noChangeAspect="1"/>
              </p:cNvSpPr>
              <p:nvPr/>
            </p:nvSpPr>
            <p:spPr>
              <a:xfrm>
                <a:off x="2800" y="1522"/>
                <a:ext cx="455" cy="1"/>
              </a:xfrm>
              <a:prstGeom prst="line">
                <a:avLst/>
              </a:prstGeom>
              <a:ln w="25400" cap="flat" cmpd="sng">
                <a:solidFill>
                  <a:srgbClr val="000000"/>
                </a:solidFill>
                <a:prstDash val="solid"/>
                <a:headEnd type="none" w="med" len="med"/>
                <a:tailEnd type="none" w="med" len="med"/>
              </a:ln>
            </p:spPr>
          </p:sp>
          <p:sp>
            <p:nvSpPr>
              <p:cNvPr id="181286" name="Line 85"/>
              <p:cNvSpPr>
                <a:spLocks noChangeAspect="1"/>
              </p:cNvSpPr>
              <p:nvPr/>
            </p:nvSpPr>
            <p:spPr>
              <a:xfrm>
                <a:off x="626" y="1901"/>
                <a:ext cx="1634" cy="1"/>
              </a:xfrm>
              <a:prstGeom prst="line">
                <a:avLst/>
              </a:prstGeom>
              <a:ln w="25400" cap="flat" cmpd="sng">
                <a:solidFill>
                  <a:srgbClr val="000000"/>
                </a:solidFill>
                <a:prstDash val="solid"/>
                <a:headEnd type="none" w="med" len="med"/>
                <a:tailEnd type="none" w="med" len="med"/>
              </a:ln>
            </p:spPr>
          </p:sp>
          <p:sp>
            <p:nvSpPr>
              <p:cNvPr id="181287" name="Line 86"/>
              <p:cNvSpPr>
                <a:spLocks noChangeAspect="1"/>
              </p:cNvSpPr>
              <p:nvPr/>
            </p:nvSpPr>
            <p:spPr>
              <a:xfrm>
                <a:off x="2256" y="1907"/>
                <a:ext cx="42" cy="199"/>
              </a:xfrm>
              <a:prstGeom prst="line">
                <a:avLst/>
              </a:prstGeom>
              <a:ln w="25400" cap="flat" cmpd="sng">
                <a:solidFill>
                  <a:srgbClr val="000000"/>
                </a:solidFill>
                <a:prstDash val="solid"/>
                <a:headEnd type="none" w="med" len="med"/>
                <a:tailEnd type="none" w="med" len="med"/>
              </a:ln>
            </p:spPr>
          </p:sp>
          <p:sp>
            <p:nvSpPr>
              <p:cNvPr id="181288" name="Line 87"/>
              <p:cNvSpPr>
                <a:spLocks noChangeAspect="1"/>
              </p:cNvSpPr>
              <p:nvPr/>
            </p:nvSpPr>
            <p:spPr>
              <a:xfrm flipV="1">
                <a:off x="2586" y="1913"/>
                <a:ext cx="41" cy="198"/>
              </a:xfrm>
              <a:prstGeom prst="line">
                <a:avLst/>
              </a:prstGeom>
              <a:ln w="25400" cap="flat" cmpd="sng">
                <a:solidFill>
                  <a:srgbClr val="000000"/>
                </a:solidFill>
                <a:prstDash val="solid"/>
                <a:headEnd type="none" w="med" len="med"/>
                <a:tailEnd type="none" w="med" len="med"/>
              </a:ln>
            </p:spPr>
          </p:sp>
          <p:sp>
            <p:nvSpPr>
              <p:cNvPr id="181289" name="Line 88"/>
              <p:cNvSpPr>
                <a:spLocks noChangeAspect="1"/>
              </p:cNvSpPr>
              <p:nvPr/>
            </p:nvSpPr>
            <p:spPr>
              <a:xfrm flipV="1">
                <a:off x="2643" y="1912"/>
                <a:ext cx="621" cy="1"/>
              </a:xfrm>
              <a:prstGeom prst="line">
                <a:avLst/>
              </a:prstGeom>
              <a:ln w="25400" cap="flat" cmpd="sng">
                <a:solidFill>
                  <a:srgbClr val="000000"/>
                </a:solidFill>
                <a:prstDash val="solid"/>
                <a:headEnd type="none" w="med" len="med"/>
                <a:tailEnd type="none" w="med" len="med"/>
              </a:ln>
            </p:spPr>
          </p:sp>
          <p:sp>
            <p:nvSpPr>
              <p:cNvPr id="181290" name="Text Box 89"/>
              <p:cNvSpPr txBox="1"/>
              <p:nvPr/>
            </p:nvSpPr>
            <p:spPr>
              <a:xfrm>
                <a:off x="811" y="764"/>
                <a:ext cx="171" cy="228"/>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400" dirty="0">
                    <a:solidFill>
                      <a:srgbClr val="FF00FF"/>
                    </a:solidFill>
                    <a:latin typeface="Arial" panose="020B0604020202020204" pitchFamily="34" charset="0"/>
                  </a:rPr>
                  <a:t>②</a:t>
                </a:r>
                <a:endParaRPr lang="en-US" altLang="zh-CN" sz="2200" dirty="0">
                  <a:solidFill>
                    <a:srgbClr val="0000FF"/>
                  </a:solidFill>
                  <a:latin typeface="宋体" panose="02010600030101010101" pitchFamily="2" charset="-122"/>
                </a:endParaRPr>
              </a:p>
            </p:txBody>
          </p:sp>
          <p:sp>
            <p:nvSpPr>
              <p:cNvPr id="181291" name="Text Box 90"/>
              <p:cNvSpPr txBox="1"/>
              <p:nvPr/>
            </p:nvSpPr>
            <p:spPr>
              <a:xfrm>
                <a:off x="2035" y="1908"/>
                <a:ext cx="170" cy="229"/>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400" dirty="0">
                    <a:solidFill>
                      <a:srgbClr val="FF00FF"/>
                    </a:solidFill>
                    <a:latin typeface="Arial" panose="020B0604020202020204" pitchFamily="34" charset="0"/>
                  </a:rPr>
                  <a:t>③</a:t>
                </a:r>
                <a:endParaRPr lang="en-US" altLang="zh-CN" sz="2200" dirty="0">
                  <a:solidFill>
                    <a:srgbClr val="0000FF"/>
                  </a:solidFill>
                  <a:latin typeface="宋体" panose="02010600030101010101" pitchFamily="2" charset="-122"/>
                </a:endParaRPr>
              </a:p>
            </p:txBody>
          </p:sp>
          <p:sp>
            <p:nvSpPr>
              <p:cNvPr id="181292" name="Arc 91"/>
              <p:cNvSpPr/>
              <p:nvPr/>
            </p:nvSpPr>
            <p:spPr>
              <a:xfrm flipV="1">
                <a:off x="2281" y="1196"/>
                <a:ext cx="250" cy="790"/>
              </a:xfrm>
              <a:custGeom>
                <a:avLst/>
                <a:gdLst/>
                <a:ahLst/>
                <a:cxnLst>
                  <a:cxn ang="0">
                    <a:pos x="0" y="0"/>
                  </a:cxn>
                  <a:cxn ang="0">
                    <a:pos x="0" y="0"/>
                  </a:cxn>
                  <a:cxn ang="0">
                    <a:pos x="0" y="0"/>
                  </a:cxn>
                  <a:cxn ang="0">
                    <a:pos x="0" y="0"/>
                  </a:cxn>
                  <a:cxn ang="0">
                    <a:pos x="0" y="0"/>
                  </a:cxn>
                  <a:cxn ang="0">
                    <a:pos x="0" y="0"/>
                  </a:cxn>
                  <a:cxn ang="0">
                    <a:pos x="0" y="0"/>
                  </a:cxn>
                  <a:cxn ang="0">
                    <a:pos x="0" y="0"/>
                  </a:cxn>
                </a:cxnLst>
                <a:pathLst>
                  <a:path w="21600" h="33239" fill="none">
                    <a:moveTo>
                      <a:pt x="0" y="0"/>
                    </a:moveTo>
                    <a:cubicBezTo>
                      <a:pt x="11929" y="0"/>
                      <a:pt x="21600" y="9670"/>
                      <a:pt x="21600" y="21600"/>
                    </a:cubicBezTo>
                    <a:cubicBezTo>
                      <a:pt x="21600" y="25725"/>
                      <a:pt x="20418" y="29763"/>
                      <a:pt x="18195" y="33238"/>
                    </a:cubicBezTo>
                  </a:path>
                  <a:path w="21600" h="33239" stroke="0">
                    <a:moveTo>
                      <a:pt x="0" y="0"/>
                    </a:moveTo>
                    <a:cubicBezTo>
                      <a:pt x="11929" y="0"/>
                      <a:pt x="21600" y="9670"/>
                      <a:pt x="21600" y="21600"/>
                    </a:cubicBezTo>
                    <a:cubicBezTo>
                      <a:pt x="21600" y="25725"/>
                      <a:pt x="20418" y="29763"/>
                      <a:pt x="18195" y="33238"/>
                    </a:cubicBezTo>
                    <a:lnTo>
                      <a:pt x="0" y="21600"/>
                    </a:lnTo>
                    <a:lnTo>
                      <a:pt x="0" y="0"/>
                    </a:lnTo>
                    <a:close/>
                  </a:path>
                </a:pathLst>
              </a:custGeom>
              <a:noFill/>
              <a:ln w="38100" cap="flat" cmpd="sng">
                <a:solidFill>
                  <a:srgbClr val="000000">
                    <a:alpha val="100000"/>
                  </a:srgbClr>
                </a:solidFill>
                <a:prstDash val="solid"/>
                <a:round/>
                <a:headEnd type="none" w="med" len="med"/>
                <a:tailEnd type="triangle" w="sm" len="med"/>
              </a:ln>
            </p:spPr>
            <p:txBody>
              <a:bodyPr/>
              <a:p>
                <a:endParaRPr lang="zh-CN" altLang="en-US"/>
              </a:p>
            </p:txBody>
          </p:sp>
          <p:sp>
            <p:nvSpPr>
              <p:cNvPr id="181293" name="Arc 92"/>
              <p:cNvSpPr/>
              <p:nvPr/>
            </p:nvSpPr>
            <p:spPr>
              <a:xfrm rot="-10800000" flipV="1">
                <a:off x="2592" y="1575"/>
                <a:ext cx="210" cy="576"/>
              </a:xfrm>
              <a:custGeom>
                <a:avLst/>
                <a:gdLst/>
                <a:ahLst/>
                <a:cxnLst>
                  <a:cxn ang="0">
                    <a:pos x="0" y="0"/>
                  </a:cxn>
                  <a:cxn ang="0">
                    <a:pos x="0" y="0"/>
                  </a:cxn>
                  <a:cxn ang="0">
                    <a:pos x="0" y="0"/>
                  </a:cxn>
                  <a:cxn ang="0">
                    <a:pos x="0" y="0"/>
                  </a:cxn>
                  <a:cxn ang="0">
                    <a:pos x="0" y="0"/>
                  </a:cxn>
                  <a:cxn ang="0">
                    <a:pos x="0" y="0"/>
                  </a:cxn>
                  <a:cxn ang="0">
                    <a:pos x="0" y="0"/>
                  </a:cxn>
                  <a:cxn ang="0">
                    <a:pos x="0" y="0"/>
                  </a:cxn>
                </a:cxnLst>
                <a:pathLst>
                  <a:path w="22141" h="21600" fill="none">
                    <a:moveTo>
                      <a:pt x="0" y="17"/>
                    </a:moveTo>
                    <a:cubicBezTo>
                      <a:pt x="286" y="5"/>
                      <a:pt x="573" y="-1"/>
                      <a:pt x="860" y="0"/>
                    </a:cubicBezTo>
                    <a:cubicBezTo>
                      <a:pt x="11362" y="0"/>
                      <a:pt x="20342" y="7553"/>
                      <a:pt x="22140" y="17901"/>
                    </a:cubicBezTo>
                  </a:path>
                  <a:path w="22141" h="21600" stroke="0">
                    <a:moveTo>
                      <a:pt x="0" y="17"/>
                    </a:moveTo>
                    <a:cubicBezTo>
                      <a:pt x="286" y="5"/>
                      <a:pt x="573" y="-1"/>
                      <a:pt x="860" y="0"/>
                    </a:cubicBezTo>
                    <a:cubicBezTo>
                      <a:pt x="11362" y="0"/>
                      <a:pt x="20342" y="7553"/>
                      <a:pt x="22140" y="17901"/>
                    </a:cubicBezTo>
                    <a:lnTo>
                      <a:pt x="860" y="21600"/>
                    </a:lnTo>
                    <a:lnTo>
                      <a:pt x="0" y="17"/>
                    </a:lnTo>
                    <a:close/>
                  </a:path>
                </a:pathLst>
              </a:custGeom>
              <a:noFill/>
              <a:ln w="38100" cap="flat" cmpd="sng">
                <a:solidFill>
                  <a:srgbClr val="000000">
                    <a:alpha val="100000"/>
                  </a:srgbClr>
                </a:solidFill>
                <a:prstDash val="solid"/>
                <a:round/>
                <a:headEnd type="triangle" w="sm" len="med"/>
                <a:tailEnd type="none" w="sm" len="med"/>
              </a:ln>
            </p:spPr>
            <p:txBody>
              <a:bodyPr/>
              <a:p>
                <a:endParaRPr lang="zh-CN" altLang="en-US"/>
              </a:p>
            </p:txBody>
          </p:sp>
          <p:sp>
            <p:nvSpPr>
              <p:cNvPr id="181294" name="Arc 93"/>
              <p:cNvSpPr/>
              <p:nvPr/>
            </p:nvSpPr>
            <p:spPr>
              <a:xfrm rot="10800000">
                <a:off x="1438" y="930"/>
                <a:ext cx="409" cy="649"/>
              </a:xfrm>
              <a:custGeom>
                <a:avLst/>
                <a:gdLst/>
                <a:ahLst/>
                <a:cxnLst>
                  <a:cxn ang="0">
                    <a:pos x="0" y="0"/>
                  </a:cxn>
                  <a:cxn ang="0">
                    <a:pos x="0" y="0"/>
                  </a:cxn>
                  <a:cxn ang="0">
                    <a:pos x="0" y="0"/>
                  </a:cxn>
                  <a:cxn ang="0">
                    <a:pos x="0" y="0"/>
                  </a:cxn>
                  <a:cxn ang="0">
                    <a:pos x="0" y="0"/>
                  </a:cxn>
                  <a:cxn ang="0">
                    <a:pos x="0" y="0"/>
                  </a:cxn>
                  <a:cxn ang="0">
                    <a:pos x="0" y="0"/>
                  </a:cxn>
                  <a:cxn ang="0">
                    <a:pos x="0" y="0"/>
                  </a:cxn>
                </a:cxnLst>
                <a:pathLst>
                  <a:path w="23223" h="21600" fill="none">
                    <a:moveTo>
                      <a:pt x="0" y="61"/>
                    </a:moveTo>
                    <a:cubicBezTo>
                      <a:pt x="540" y="20"/>
                      <a:pt x="1081" y="-1"/>
                      <a:pt x="1623" y="0"/>
                    </a:cubicBezTo>
                    <a:cubicBezTo>
                      <a:pt x="13552" y="0"/>
                      <a:pt x="23223" y="9670"/>
                      <a:pt x="23223" y="21600"/>
                    </a:cubicBezTo>
                  </a:path>
                  <a:path w="23223" h="21600" stroke="0">
                    <a:moveTo>
                      <a:pt x="0" y="61"/>
                    </a:moveTo>
                    <a:cubicBezTo>
                      <a:pt x="540" y="20"/>
                      <a:pt x="1081" y="-1"/>
                      <a:pt x="1623" y="0"/>
                    </a:cubicBezTo>
                    <a:cubicBezTo>
                      <a:pt x="13552" y="0"/>
                      <a:pt x="23223" y="9670"/>
                      <a:pt x="23223" y="21600"/>
                    </a:cubicBezTo>
                    <a:lnTo>
                      <a:pt x="1623" y="21600"/>
                    </a:lnTo>
                    <a:lnTo>
                      <a:pt x="0" y="61"/>
                    </a:lnTo>
                    <a:close/>
                  </a:path>
                </a:pathLst>
              </a:custGeom>
              <a:noFill/>
              <a:ln w="38100" cap="flat" cmpd="sng">
                <a:solidFill>
                  <a:srgbClr val="000000">
                    <a:alpha val="100000"/>
                  </a:srgbClr>
                </a:solidFill>
                <a:prstDash val="solid"/>
                <a:round/>
                <a:headEnd type="triangle" w="sm" len="med"/>
                <a:tailEnd type="none" w="med" len="med"/>
              </a:ln>
            </p:spPr>
            <p:txBody>
              <a:bodyPr/>
              <a:p>
                <a:endParaRPr lang="zh-CN" altLang="en-US"/>
              </a:p>
            </p:txBody>
          </p:sp>
          <p:sp>
            <p:nvSpPr>
              <p:cNvPr id="181295" name="Arc 94"/>
              <p:cNvSpPr/>
              <p:nvPr/>
            </p:nvSpPr>
            <p:spPr>
              <a:xfrm flipV="1">
                <a:off x="1468" y="508"/>
                <a:ext cx="257" cy="341"/>
              </a:xfrm>
              <a:custGeom>
                <a:avLst/>
                <a:gdLst/>
                <a:ahLst/>
                <a:cxnLst>
                  <a:cxn ang="0">
                    <a:pos x="0" y="0"/>
                  </a:cxn>
                  <a:cxn ang="0">
                    <a:pos x="0" y="0"/>
                  </a:cxn>
                  <a:cxn ang="0">
                    <a:pos x="0" y="0"/>
                  </a:cxn>
                  <a:cxn ang="0">
                    <a:pos x="0" y="0"/>
                  </a:cxn>
                  <a:cxn ang="0">
                    <a:pos x="0" y="0"/>
                  </a:cxn>
                  <a:cxn ang="0">
                    <a:pos x="0" y="0"/>
                  </a:cxn>
                  <a:cxn ang="0">
                    <a:pos x="0" y="0"/>
                  </a:cxn>
                  <a:cxn ang="0">
                    <a:pos x="0" y="0"/>
                  </a:cxn>
                </a:cxnLst>
                <a:pathLst>
                  <a:path w="33653" h="21600" fill="none">
                    <a:moveTo>
                      <a:pt x="0" y="3921"/>
                    </a:moveTo>
                    <a:cubicBezTo>
                      <a:pt x="3635" y="1369"/>
                      <a:pt x="7969" y="-1"/>
                      <a:pt x="12411" y="0"/>
                    </a:cubicBezTo>
                    <a:cubicBezTo>
                      <a:pt x="22829" y="0"/>
                      <a:pt x="31763" y="7437"/>
                      <a:pt x="33652" y="17683"/>
                    </a:cubicBezTo>
                  </a:path>
                  <a:path w="33653" h="21600" stroke="0">
                    <a:moveTo>
                      <a:pt x="0" y="3921"/>
                    </a:moveTo>
                    <a:cubicBezTo>
                      <a:pt x="3635" y="1369"/>
                      <a:pt x="7969" y="-1"/>
                      <a:pt x="12411" y="0"/>
                    </a:cubicBezTo>
                    <a:cubicBezTo>
                      <a:pt x="22829" y="0"/>
                      <a:pt x="31763" y="7437"/>
                      <a:pt x="33652" y="17683"/>
                    </a:cubicBezTo>
                    <a:lnTo>
                      <a:pt x="12411" y="21600"/>
                    </a:lnTo>
                    <a:lnTo>
                      <a:pt x="0" y="3921"/>
                    </a:lnTo>
                    <a:close/>
                  </a:path>
                </a:pathLst>
              </a:custGeom>
              <a:noFill/>
              <a:ln w="38100" cap="flat" cmpd="sng">
                <a:solidFill>
                  <a:srgbClr val="000000">
                    <a:alpha val="100000"/>
                  </a:srgbClr>
                </a:solidFill>
                <a:prstDash val="solid"/>
                <a:round/>
                <a:headEnd type="none" w="med" len="med"/>
                <a:tailEnd type="triangle" w="sm" len="med"/>
              </a:ln>
            </p:spPr>
            <p:txBody>
              <a:bodyPr/>
              <a:p>
                <a:endParaRPr lang="zh-CN" altLang="en-US"/>
              </a:p>
            </p:txBody>
          </p:sp>
          <p:sp>
            <p:nvSpPr>
              <p:cNvPr id="181296" name="Arc 95"/>
              <p:cNvSpPr/>
              <p:nvPr/>
            </p:nvSpPr>
            <p:spPr>
              <a:xfrm rot="10800000">
                <a:off x="1459" y="850"/>
                <a:ext cx="399" cy="385"/>
              </a:xfrm>
              <a:custGeom>
                <a:avLst/>
                <a:gdLst/>
                <a:ahLst/>
                <a:cxnLst>
                  <a:cxn ang="0">
                    <a:pos x="0" y="0"/>
                  </a:cxn>
                  <a:cxn ang="0">
                    <a:pos x="0" y="0"/>
                  </a:cxn>
                  <a:cxn ang="0">
                    <a:pos x="0" y="0"/>
                  </a:cxn>
                  <a:cxn ang="0">
                    <a:pos x="0" y="0"/>
                  </a:cxn>
                  <a:cxn ang="0">
                    <a:pos x="0" y="0"/>
                  </a:cxn>
                  <a:cxn ang="0">
                    <a:pos x="0" y="0"/>
                  </a:cxn>
                  <a:cxn ang="0">
                    <a:pos x="0" y="0"/>
                  </a:cxn>
                  <a:cxn ang="0">
                    <a:pos x="0" y="0"/>
                  </a:cxn>
                </a:cxnLst>
                <a:pathLst>
                  <a:path w="25818" h="21600" fill="none">
                    <a:moveTo>
                      <a:pt x="-1" y="415"/>
                    </a:moveTo>
                    <a:cubicBezTo>
                      <a:pt x="1388" y="139"/>
                      <a:pt x="2801" y="-1"/>
                      <a:pt x="4218" y="0"/>
                    </a:cubicBezTo>
                    <a:cubicBezTo>
                      <a:pt x="16147" y="0"/>
                      <a:pt x="25818" y="9670"/>
                      <a:pt x="25818" y="21600"/>
                    </a:cubicBezTo>
                  </a:path>
                  <a:path w="25818" h="21600" stroke="0">
                    <a:moveTo>
                      <a:pt x="-1" y="415"/>
                    </a:moveTo>
                    <a:cubicBezTo>
                      <a:pt x="1388" y="139"/>
                      <a:pt x="2801" y="-1"/>
                      <a:pt x="4218" y="0"/>
                    </a:cubicBezTo>
                    <a:cubicBezTo>
                      <a:pt x="16147" y="0"/>
                      <a:pt x="25818" y="9670"/>
                      <a:pt x="25818" y="21600"/>
                    </a:cubicBezTo>
                    <a:lnTo>
                      <a:pt x="4218" y="21600"/>
                    </a:lnTo>
                    <a:lnTo>
                      <a:pt x="-1" y="415"/>
                    </a:lnTo>
                    <a:close/>
                  </a:path>
                </a:pathLst>
              </a:custGeom>
              <a:noFill/>
              <a:ln w="38100" cap="flat" cmpd="sng">
                <a:solidFill>
                  <a:srgbClr val="000000">
                    <a:alpha val="100000"/>
                  </a:srgbClr>
                </a:solidFill>
                <a:prstDash val="solid"/>
                <a:round/>
                <a:headEnd type="triangle" w="sm" len="med"/>
                <a:tailEnd type="none" w="med" len="med"/>
              </a:ln>
            </p:spPr>
            <p:txBody>
              <a:bodyPr/>
              <a:p>
                <a:endParaRPr lang="zh-CN" altLang="en-US"/>
              </a:p>
            </p:txBody>
          </p:sp>
          <p:sp>
            <p:nvSpPr>
              <p:cNvPr id="181297" name="Text Box 96"/>
              <p:cNvSpPr txBox="1"/>
              <p:nvPr/>
            </p:nvSpPr>
            <p:spPr>
              <a:xfrm>
                <a:off x="598" y="418"/>
                <a:ext cx="170" cy="287"/>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None/>
                </a:pPr>
                <a:r>
                  <a:rPr lang="en-US" altLang="zh-CN" sz="2400" dirty="0">
                    <a:solidFill>
                      <a:srgbClr val="FF00FF"/>
                    </a:solidFill>
                    <a:latin typeface="Arial" panose="020B0604020202020204" pitchFamily="34" charset="0"/>
                  </a:rPr>
                  <a:t>①</a:t>
                </a:r>
                <a:endParaRPr lang="en-US" altLang="zh-CN" sz="2400" b="0" dirty="0">
                  <a:solidFill>
                    <a:srgbClr val="0000FF"/>
                  </a:solidFill>
                  <a:latin typeface="Arial" panose="020B0604020202020204" pitchFamily="34" charset="0"/>
                </a:endParaRPr>
              </a:p>
            </p:txBody>
          </p:sp>
          <p:sp>
            <p:nvSpPr>
              <p:cNvPr id="181298" name="Text Box 97"/>
              <p:cNvSpPr txBox="1"/>
              <p:nvPr/>
            </p:nvSpPr>
            <p:spPr>
              <a:xfrm>
                <a:off x="79" y="1478"/>
                <a:ext cx="593" cy="298"/>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INTR</a:t>
                </a:r>
                <a:endParaRPr lang="en-US" altLang="zh-CN" sz="2200" dirty="0">
                  <a:solidFill>
                    <a:schemeClr val="tx1"/>
                  </a:solidFill>
                  <a:latin typeface="宋体" panose="02010600030101010101" pitchFamily="2" charset="-122"/>
                </a:endParaRPr>
              </a:p>
            </p:txBody>
          </p:sp>
        </p:grpSp>
      </p:grpSp>
      <p:sp>
        <p:nvSpPr>
          <p:cNvPr id="181253" name="Text Box 49"/>
          <p:cNvSpPr txBox="1"/>
          <p:nvPr/>
        </p:nvSpPr>
        <p:spPr>
          <a:xfrm>
            <a:off x="-31750" y="573088"/>
            <a:ext cx="1054100" cy="385762"/>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D7~D0</a:t>
            </a:r>
            <a:endParaRPr lang="en-US" altLang="zh-CN" sz="2200" dirty="0">
              <a:solidFill>
                <a:schemeClr val="tx1"/>
              </a:solidFill>
              <a:latin typeface="Arial" panose="020B0604020202020204" pitchFamily="34" charset="0"/>
            </a:endParaRPr>
          </a:p>
        </p:txBody>
      </p:sp>
    </p:spTree>
  </p:cSld>
  <p:clrMapOvr>
    <a:masterClrMapping/>
  </p:clrMapOvr>
  <p:transition>
    <p:checker dir="vert"/>
  </p:transition>
</p:sld>
</file>

<file path=ppt/slides/slide1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183298" name="Rectangle 2"/>
          <p:cNvSpPr/>
          <p:nvPr/>
        </p:nvSpPr>
        <p:spPr>
          <a:xfrm>
            <a:off x="331788" y="260350"/>
            <a:ext cx="8458200" cy="1905000"/>
          </a:xfrm>
          <a:prstGeom prst="rect">
            <a:avLst/>
          </a:prstGeom>
          <a:no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342900" lvl="0" indent="-342900" algn="just">
              <a:spcBef>
                <a:spcPct val="10000"/>
              </a:spcBef>
              <a:spcAft>
                <a:spcPct val="0"/>
              </a:spcAft>
              <a:buClrTx/>
              <a:buFont typeface="Arial" panose="020B0604020202020204" pitchFamily="34" charset="0"/>
              <a:buNone/>
            </a:pPr>
            <a:r>
              <a:rPr lang="zh-CN" altLang="en-US" sz="2400" dirty="0">
                <a:solidFill>
                  <a:srgbClr val="FF0000"/>
                </a:solidFill>
                <a:latin typeface="Times New Roman" panose="02020603050405020304" pitchFamily="18" charset="0"/>
              </a:rPr>
              <a:t>注意：</a:t>
            </a:r>
            <a:endParaRPr lang="zh-CN" altLang="en-US" sz="2400" dirty="0">
              <a:solidFill>
                <a:srgbClr val="FF0000"/>
              </a:solidFill>
              <a:latin typeface="Times New Roman" panose="02020603050405020304" pitchFamily="18" charset="0"/>
              <a:ea typeface="宋体" panose="02010600030101010101" pitchFamily="2" charset="-122"/>
            </a:endParaRPr>
          </a:p>
          <a:p>
            <a:pPr marL="342900" lvl="0" indent="-342900" algn="just">
              <a:spcBef>
                <a:spcPct val="10000"/>
              </a:spcBef>
              <a:spcAft>
                <a:spcPct val="0"/>
              </a:spcAft>
              <a:buClrTx/>
              <a:buFont typeface="Arial" panose="020B0604020202020204" pitchFamily="34" charset="0"/>
              <a:buNone/>
            </a:pPr>
            <a:r>
              <a:rPr lang="zh-CN" altLang="en-US" sz="2400" dirty="0">
                <a:solidFill>
                  <a:schemeClr val="tx1"/>
                </a:solidFill>
                <a:latin typeface="Times New Roman" panose="02020603050405020304" pitchFamily="18" charset="0"/>
              </a:rPr>
              <a:t>    </a:t>
            </a:r>
            <a:r>
              <a:rPr lang="zh-CN" altLang="en-US" sz="2400" dirty="0">
                <a:solidFill>
                  <a:schemeClr val="tx1"/>
                </a:solidFill>
                <a:latin typeface="楷体_GB2312" pitchFamily="1" charset="-122"/>
              </a:rPr>
              <a:t>在方式</a:t>
            </a:r>
            <a:r>
              <a:rPr lang="en-US" altLang="zh-CN" sz="2400" dirty="0">
                <a:solidFill>
                  <a:schemeClr val="tx1"/>
                </a:solidFill>
                <a:latin typeface="楷体_GB2312" pitchFamily="1" charset="-122"/>
              </a:rPr>
              <a:t>1</a:t>
            </a:r>
            <a:r>
              <a:rPr lang="zh-CN" altLang="en-US" sz="2400" dirty="0">
                <a:solidFill>
                  <a:schemeClr val="tx1"/>
                </a:solidFill>
                <a:latin typeface="楷体_GB2312" pitchFamily="1" charset="-122"/>
              </a:rPr>
              <a:t>下，作为联络信号的</a:t>
            </a:r>
            <a:r>
              <a:rPr lang="zh-CN" altLang="en-US" sz="2400" dirty="0">
                <a:latin typeface="楷体_GB2312" pitchFamily="1" charset="-122"/>
              </a:rPr>
              <a:t>外部引脚</a:t>
            </a:r>
            <a:r>
              <a:rPr lang="en-US" altLang="zh-CN" sz="2400" dirty="0">
                <a:latin typeface="楷体_GB2312" pitchFamily="1" charset="-122"/>
              </a:rPr>
              <a:t>PC6</a:t>
            </a:r>
            <a:r>
              <a:rPr lang="zh-CN" altLang="en-US" sz="2400" dirty="0">
                <a:latin typeface="楷体_GB2312" pitchFamily="1" charset="-122"/>
              </a:rPr>
              <a:t>、</a:t>
            </a:r>
            <a:r>
              <a:rPr lang="en-US" altLang="zh-CN" sz="2400" dirty="0">
                <a:latin typeface="楷体_GB2312" pitchFamily="1" charset="-122"/>
              </a:rPr>
              <a:t>PC2</a:t>
            </a:r>
            <a:r>
              <a:rPr lang="zh-CN" altLang="en-US" sz="2400" dirty="0">
                <a:latin typeface="楷体_GB2312" pitchFamily="1" charset="-122"/>
              </a:rPr>
              <a:t>，不受</a:t>
            </a:r>
            <a:r>
              <a:rPr lang="en-US" altLang="zh-CN" sz="2400" dirty="0">
                <a:latin typeface="楷体_GB2312" pitchFamily="1" charset="-122"/>
              </a:rPr>
              <a:t>C</a:t>
            </a:r>
            <a:r>
              <a:rPr lang="zh-CN" altLang="en-US" sz="2400" dirty="0">
                <a:latin typeface="楷体_GB2312" pitchFamily="1" charset="-122"/>
              </a:rPr>
              <a:t>口按位置位</a:t>
            </a:r>
            <a:r>
              <a:rPr lang="en-US" altLang="zh-CN" sz="2400" dirty="0">
                <a:latin typeface="楷体_GB2312" pitchFamily="1" charset="-122"/>
              </a:rPr>
              <a:t>/</a:t>
            </a:r>
            <a:r>
              <a:rPr lang="zh-CN" altLang="en-US" sz="2400" dirty="0">
                <a:latin typeface="楷体_GB2312" pitchFamily="1" charset="-122"/>
              </a:rPr>
              <a:t>复位控制字控制，</a:t>
            </a:r>
            <a:r>
              <a:rPr lang="zh-CN" altLang="en-US" sz="2400" dirty="0">
                <a:solidFill>
                  <a:schemeClr val="tx1"/>
                </a:solidFill>
                <a:latin typeface="楷体_GB2312" pitchFamily="1" charset="-122"/>
              </a:rPr>
              <a:t>即对这些位的置位</a:t>
            </a:r>
            <a:r>
              <a:rPr lang="en-US" altLang="zh-CN" sz="2400" dirty="0">
                <a:solidFill>
                  <a:schemeClr val="tx1"/>
                </a:solidFill>
                <a:latin typeface="楷体_GB2312" pitchFamily="1" charset="-122"/>
              </a:rPr>
              <a:t>/</a:t>
            </a:r>
            <a:r>
              <a:rPr lang="zh-CN" altLang="en-US" sz="2400" dirty="0">
                <a:solidFill>
                  <a:schemeClr val="tx1"/>
                </a:solidFill>
                <a:latin typeface="楷体_GB2312" pitchFamily="1" charset="-122"/>
              </a:rPr>
              <a:t>复位不影响这些引脚信号的输入</a:t>
            </a:r>
            <a:r>
              <a:rPr lang="en-US" altLang="zh-CN" sz="2400" dirty="0">
                <a:solidFill>
                  <a:schemeClr val="tx1"/>
                </a:solidFill>
                <a:latin typeface="楷体_GB2312" pitchFamily="1" charset="-122"/>
              </a:rPr>
              <a:t>/</a:t>
            </a:r>
            <a:r>
              <a:rPr lang="zh-CN" altLang="en-US" sz="2400" dirty="0">
                <a:solidFill>
                  <a:schemeClr val="tx1"/>
                </a:solidFill>
                <a:latin typeface="楷体_GB2312" pitchFamily="1" charset="-122"/>
              </a:rPr>
              <a:t>输出，</a:t>
            </a:r>
            <a:r>
              <a:rPr lang="zh-CN" altLang="en-US" sz="2400" dirty="0">
                <a:solidFill>
                  <a:srgbClr val="00B0F0"/>
                </a:solidFill>
                <a:latin typeface="楷体_GB2312" pitchFamily="1" charset="-122"/>
              </a:rPr>
              <a:t>而只在</a:t>
            </a:r>
            <a:r>
              <a:rPr lang="en-US" altLang="zh-CN" sz="2400" dirty="0">
                <a:solidFill>
                  <a:srgbClr val="00B0F0"/>
                </a:solidFill>
                <a:latin typeface="楷体_GB2312" pitchFamily="1" charset="-122"/>
              </a:rPr>
              <a:t>8255A</a:t>
            </a:r>
            <a:r>
              <a:rPr lang="zh-CN" altLang="en-US" sz="2400" dirty="0">
                <a:solidFill>
                  <a:srgbClr val="00B0F0"/>
                </a:solidFill>
                <a:latin typeface="楷体_GB2312" pitchFamily="1" charset="-122"/>
              </a:rPr>
              <a:t>内部对</a:t>
            </a:r>
            <a:r>
              <a:rPr lang="en-US" altLang="zh-CN" sz="2400" dirty="0">
                <a:solidFill>
                  <a:srgbClr val="00B0F0"/>
                </a:solidFill>
                <a:latin typeface="楷体_GB2312" pitchFamily="1" charset="-122"/>
              </a:rPr>
              <a:t>INTE</a:t>
            </a:r>
            <a:r>
              <a:rPr lang="zh-CN" altLang="en-US" sz="2400" dirty="0">
                <a:solidFill>
                  <a:srgbClr val="00B0F0"/>
                </a:solidFill>
                <a:latin typeface="楷体_GB2312" pitchFamily="1" charset="-122"/>
              </a:rPr>
              <a:t>信号起作用</a:t>
            </a:r>
            <a:r>
              <a:rPr lang="zh-CN" altLang="en-US" sz="2400" dirty="0">
                <a:solidFill>
                  <a:schemeClr val="accent2"/>
                </a:solidFill>
                <a:latin typeface="Times New Roman" panose="02020603050405020304" pitchFamily="18" charset="0"/>
              </a:rPr>
              <a:t>。</a:t>
            </a:r>
            <a:endParaRPr lang="zh-CN" altLang="en-US" sz="2400" dirty="0">
              <a:solidFill>
                <a:schemeClr val="accent2"/>
              </a:solidFill>
              <a:latin typeface="Times New Roman" panose="02020603050405020304" pitchFamily="18" charset="0"/>
            </a:endParaRPr>
          </a:p>
        </p:txBody>
      </p:sp>
      <p:grpSp>
        <p:nvGrpSpPr>
          <p:cNvPr id="183299" name="Group 3"/>
          <p:cNvGrpSpPr/>
          <p:nvPr/>
        </p:nvGrpSpPr>
        <p:grpSpPr>
          <a:xfrm>
            <a:off x="179388" y="2393950"/>
            <a:ext cx="8915400" cy="4013200"/>
            <a:chOff x="144" y="1680"/>
            <a:chExt cx="5616" cy="2528"/>
          </a:xfrm>
        </p:grpSpPr>
        <p:sp>
          <p:nvSpPr>
            <p:cNvPr id="183300" name="Text Box 4"/>
            <p:cNvSpPr txBox="1"/>
            <p:nvPr/>
          </p:nvSpPr>
          <p:spPr>
            <a:xfrm>
              <a:off x="144" y="3923"/>
              <a:ext cx="2640" cy="28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en-US" altLang="zh-CN" sz="2200" dirty="0">
                  <a:solidFill>
                    <a:srgbClr val="00B0F0"/>
                  </a:solidFill>
                  <a:latin typeface="楷体_GB2312" pitchFamily="1" charset="-122"/>
                </a:rPr>
                <a:t>A</a:t>
              </a:r>
              <a:r>
                <a:rPr lang="zh-CN" altLang="en-US" sz="2200" dirty="0">
                  <a:solidFill>
                    <a:srgbClr val="00B0F0"/>
                  </a:solidFill>
                  <a:latin typeface="楷体_GB2312" pitchFamily="1" charset="-122"/>
                </a:rPr>
                <a:t>口方式</a:t>
              </a:r>
              <a:r>
                <a:rPr lang="en-US" altLang="zh-CN" sz="2200" dirty="0">
                  <a:solidFill>
                    <a:srgbClr val="00B0F0"/>
                  </a:solidFill>
                  <a:latin typeface="楷体_GB2312" pitchFamily="1" charset="-122"/>
                </a:rPr>
                <a:t>1</a:t>
              </a:r>
              <a:r>
                <a:rPr lang="zh-CN" altLang="en-US" sz="2200" dirty="0">
                  <a:solidFill>
                    <a:srgbClr val="00B0F0"/>
                  </a:solidFill>
                  <a:latin typeface="楷体_GB2312" pitchFamily="1" charset="-122"/>
                </a:rPr>
                <a:t>输出时相应的联络信号</a:t>
              </a:r>
              <a:endParaRPr lang="zh-CN" altLang="en-US" sz="2200" dirty="0">
                <a:solidFill>
                  <a:srgbClr val="00B0F0"/>
                </a:solidFill>
                <a:latin typeface="楷体_GB2312" pitchFamily="1" charset="-122"/>
              </a:endParaRPr>
            </a:p>
          </p:txBody>
        </p:sp>
        <p:sp>
          <p:nvSpPr>
            <p:cNvPr id="183301" name="Freeform 5"/>
            <p:cNvSpPr/>
            <p:nvPr/>
          </p:nvSpPr>
          <p:spPr>
            <a:xfrm>
              <a:off x="2988" y="1808"/>
              <a:ext cx="2" cy="2258"/>
            </a:xfrm>
            <a:custGeom>
              <a:avLst/>
              <a:gdLst/>
              <a:ahLst/>
              <a:cxnLst>
                <a:cxn ang="0">
                  <a:pos x="0" y="0"/>
                </a:cxn>
                <a:cxn ang="0">
                  <a:pos x="2" y="2258"/>
                </a:cxn>
              </a:cxnLst>
              <a:pathLst>
                <a:path w="2" h="2258">
                  <a:moveTo>
                    <a:pt x="0" y="0"/>
                  </a:moveTo>
                  <a:lnTo>
                    <a:pt x="2" y="2258"/>
                  </a:lnTo>
                </a:path>
              </a:pathLst>
            </a:custGeom>
            <a:noFill/>
            <a:ln w="38100" cap="flat" cmpd="sng">
              <a:solidFill>
                <a:srgbClr val="000000">
                  <a:alpha val="100000"/>
                </a:srgbClr>
              </a:solidFill>
              <a:prstDash val="solid"/>
              <a:round/>
              <a:headEnd type="none" w="med" len="med"/>
              <a:tailEnd type="none" w="med" len="med"/>
            </a:ln>
          </p:spPr>
          <p:txBody>
            <a:bodyPr/>
            <a:p>
              <a:endParaRPr lang="zh-CN" altLang="en-US"/>
            </a:p>
          </p:txBody>
        </p:sp>
        <p:grpSp>
          <p:nvGrpSpPr>
            <p:cNvPr id="183302" name="Group 6"/>
            <p:cNvGrpSpPr/>
            <p:nvPr/>
          </p:nvGrpSpPr>
          <p:grpSpPr>
            <a:xfrm>
              <a:off x="336" y="1680"/>
              <a:ext cx="5128" cy="512"/>
              <a:chOff x="336" y="720"/>
              <a:chExt cx="5128" cy="512"/>
            </a:xfrm>
          </p:grpSpPr>
          <p:grpSp>
            <p:nvGrpSpPr>
              <p:cNvPr id="183368" name="Group 7"/>
              <p:cNvGrpSpPr/>
              <p:nvPr/>
            </p:nvGrpSpPr>
            <p:grpSpPr>
              <a:xfrm>
                <a:off x="420" y="952"/>
                <a:ext cx="1692" cy="248"/>
                <a:chOff x="722" y="1037"/>
                <a:chExt cx="4230" cy="620"/>
              </a:xfrm>
            </p:grpSpPr>
            <p:sp>
              <p:nvSpPr>
                <p:cNvPr id="183380" name="Text Box 8"/>
                <p:cNvSpPr txBox="1"/>
                <p:nvPr/>
              </p:nvSpPr>
              <p:spPr>
                <a:xfrm>
                  <a:off x="722"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1</a:t>
                  </a:r>
                  <a:endParaRPr lang="en-US" altLang="zh-CN" sz="2200" dirty="0">
                    <a:solidFill>
                      <a:schemeClr val="tx1"/>
                    </a:solidFill>
                    <a:latin typeface="Arial" panose="020B0604020202020204" pitchFamily="34" charset="0"/>
                  </a:endParaRPr>
                </a:p>
              </p:txBody>
            </p:sp>
            <p:sp>
              <p:nvSpPr>
                <p:cNvPr id="183381" name="Text Box 9"/>
                <p:cNvSpPr txBox="1"/>
                <p:nvPr/>
              </p:nvSpPr>
              <p:spPr>
                <a:xfrm>
                  <a:off x="1254" y="1037"/>
                  <a:ext cx="531"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3300"/>
                      </a:solidFill>
                      <a:latin typeface="Arial" panose="020B0604020202020204" pitchFamily="34" charset="0"/>
                    </a:rPr>
                    <a:t>0</a:t>
                  </a:r>
                  <a:endParaRPr lang="en-US" altLang="zh-CN" sz="2200" dirty="0">
                    <a:solidFill>
                      <a:srgbClr val="0000FF"/>
                    </a:solidFill>
                    <a:latin typeface="Arial" panose="020B0604020202020204" pitchFamily="34" charset="0"/>
                  </a:endParaRPr>
                </a:p>
              </p:txBody>
            </p:sp>
            <p:sp>
              <p:nvSpPr>
                <p:cNvPr id="183382" name="Text Box 10"/>
                <p:cNvSpPr txBox="1"/>
                <p:nvPr/>
              </p:nvSpPr>
              <p:spPr>
                <a:xfrm>
                  <a:off x="1777"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3300"/>
                      </a:solidFill>
                      <a:latin typeface="Arial" panose="020B0604020202020204" pitchFamily="34" charset="0"/>
                    </a:rPr>
                    <a:t>1</a:t>
                  </a:r>
                  <a:endParaRPr lang="en-US" altLang="zh-CN" sz="2200" dirty="0">
                    <a:solidFill>
                      <a:srgbClr val="0000FF"/>
                    </a:solidFill>
                    <a:latin typeface="Arial" panose="020B0604020202020204" pitchFamily="34" charset="0"/>
                  </a:endParaRPr>
                </a:p>
              </p:txBody>
            </p:sp>
            <p:sp>
              <p:nvSpPr>
                <p:cNvPr id="183383" name="Text Box 11"/>
                <p:cNvSpPr txBox="1"/>
                <p:nvPr/>
              </p:nvSpPr>
              <p:spPr>
                <a:xfrm>
                  <a:off x="2311" y="1037"/>
                  <a:ext cx="531"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0</a:t>
                  </a:r>
                  <a:endParaRPr lang="en-US" altLang="zh-CN" sz="2200" dirty="0">
                    <a:solidFill>
                      <a:schemeClr val="tx1"/>
                    </a:solidFill>
                    <a:latin typeface="Arial" panose="020B0604020202020204" pitchFamily="34" charset="0"/>
                  </a:endParaRPr>
                </a:p>
              </p:txBody>
            </p:sp>
            <p:sp>
              <p:nvSpPr>
                <p:cNvPr id="183384" name="Text Box 12"/>
                <p:cNvSpPr txBox="1"/>
                <p:nvPr/>
              </p:nvSpPr>
              <p:spPr>
                <a:xfrm>
                  <a:off x="2837"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83385" name="Text Box 13"/>
                <p:cNvSpPr txBox="1"/>
                <p:nvPr/>
              </p:nvSpPr>
              <p:spPr>
                <a:xfrm>
                  <a:off x="3364"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83386" name="Text Box 14"/>
                <p:cNvSpPr txBox="1"/>
                <p:nvPr/>
              </p:nvSpPr>
              <p:spPr>
                <a:xfrm>
                  <a:off x="3896" y="1037"/>
                  <a:ext cx="531"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83387" name="Text Box 15"/>
                <p:cNvSpPr txBox="1"/>
                <p:nvPr/>
              </p:nvSpPr>
              <p:spPr>
                <a:xfrm>
                  <a:off x="4422" y="1037"/>
                  <a:ext cx="530" cy="62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grpSp>
          <p:sp>
            <p:nvSpPr>
              <p:cNvPr id="183369" name="Text Box 16"/>
              <p:cNvSpPr txBox="1"/>
              <p:nvPr/>
            </p:nvSpPr>
            <p:spPr>
              <a:xfrm>
                <a:off x="336" y="720"/>
                <a:ext cx="1856"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latin typeface="Arial" panose="020B0604020202020204" pitchFamily="34" charset="0"/>
                  </a:rPr>
                  <a:t>A</a:t>
                </a:r>
                <a:r>
                  <a:rPr lang="zh-CN" altLang="en-US" sz="2200" dirty="0">
                    <a:latin typeface="Arial" panose="020B0604020202020204" pitchFamily="34" charset="0"/>
                  </a:rPr>
                  <a:t>口方式</a:t>
                </a:r>
                <a:r>
                  <a:rPr lang="en-US" altLang="zh-CN" sz="2200" dirty="0">
                    <a:latin typeface="Arial" panose="020B0604020202020204" pitchFamily="34" charset="0"/>
                  </a:rPr>
                  <a:t>1</a:t>
                </a:r>
                <a:r>
                  <a:rPr lang="zh-CN" altLang="en-US" sz="2200" dirty="0">
                    <a:latin typeface="Arial" panose="020B0604020202020204" pitchFamily="34" charset="0"/>
                  </a:rPr>
                  <a:t>输出控制字</a:t>
                </a:r>
                <a:endParaRPr lang="zh-CN" altLang="en-US" sz="2200" dirty="0">
                  <a:latin typeface="Arial" panose="020B0604020202020204" pitchFamily="34" charset="0"/>
                </a:endParaRPr>
              </a:p>
            </p:txBody>
          </p:sp>
          <p:grpSp>
            <p:nvGrpSpPr>
              <p:cNvPr id="183370" name="Group 17"/>
              <p:cNvGrpSpPr/>
              <p:nvPr/>
            </p:nvGrpSpPr>
            <p:grpSpPr>
              <a:xfrm>
                <a:off x="3692" y="984"/>
                <a:ext cx="1692" cy="248"/>
                <a:chOff x="722" y="1197"/>
                <a:chExt cx="4230" cy="540"/>
              </a:xfrm>
            </p:grpSpPr>
            <p:sp>
              <p:nvSpPr>
                <p:cNvPr id="183372" name="Text Box 18"/>
                <p:cNvSpPr txBox="1"/>
                <p:nvPr/>
              </p:nvSpPr>
              <p:spPr>
                <a:xfrm>
                  <a:off x="722"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1</a:t>
                  </a:r>
                  <a:endParaRPr lang="en-US" altLang="zh-CN" sz="2200" dirty="0">
                    <a:solidFill>
                      <a:schemeClr val="tx1"/>
                    </a:solidFill>
                    <a:latin typeface="Arial" panose="020B0604020202020204" pitchFamily="34" charset="0"/>
                  </a:endParaRPr>
                </a:p>
              </p:txBody>
            </p:sp>
            <p:sp>
              <p:nvSpPr>
                <p:cNvPr id="183373" name="Text Box 19"/>
                <p:cNvSpPr txBox="1"/>
                <p:nvPr/>
              </p:nvSpPr>
              <p:spPr>
                <a:xfrm>
                  <a:off x="1254" y="1197"/>
                  <a:ext cx="531"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83374" name="Text Box 20"/>
                <p:cNvSpPr txBox="1"/>
                <p:nvPr/>
              </p:nvSpPr>
              <p:spPr>
                <a:xfrm>
                  <a:off x="1777"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83375" name="Text Box 21"/>
                <p:cNvSpPr txBox="1"/>
                <p:nvPr/>
              </p:nvSpPr>
              <p:spPr>
                <a:xfrm>
                  <a:off x="2311" y="1197"/>
                  <a:ext cx="531"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83376" name="Text Box 22"/>
                <p:cNvSpPr txBox="1"/>
                <p:nvPr/>
              </p:nvSpPr>
              <p:spPr>
                <a:xfrm>
                  <a:off x="2837"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sp>
              <p:nvSpPr>
                <p:cNvPr id="183377" name="Text Box 23"/>
                <p:cNvSpPr txBox="1"/>
                <p:nvPr/>
              </p:nvSpPr>
              <p:spPr>
                <a:xfrm>
                  <a:off x="3364"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rgbClr val="FF3300"/>
                      </a:solidFill>
                      <a:latin typeface="Arial" panose="020B0604020202020204" pitchFamily="34" charset="0"/>
                    </a:rPr>
                    <a:t>1</a:t>
                  </a:r>
                  <a:endParaRPr lang="en-US" altLang="zh-CN" sz="2200" dirty="0">
                    <a:solidFill>
                      <a:srgbClr val="0000FF"/>
                    </a:solidFill>
                    <a:latin typeface="Arial" panose="020B0604020202020204" pitchFamily="34" charset="0"/>
                  </a:endParaRPr>
                </a:p>
              </p:txBody>
            </p:sp>
            <p:sp>
              <p:nvSpPr>
                <p:cNvPr id="183378" name="Text Box 24"/>
                <p:cNvSpPr txBox="1"/>
                <p:nvPr/>
              </p:nvSpPr>
              <p:spPr>
                <a:xfrm>
                  <a:off x="3896" y="1197"/>
                  <a:ext cx="531"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0</a:t>
                  </a:r>
                  <a:endParaRPr lang="en-US" altLang="zh-CN" sz="2200" dirty="0">
                    <a:solidFill>
                      <a:schemeClr val="tx1"/>
                    </a:solidFill>
                    <a:latin typeface="Arial" panose="020B0604020202020204" pitchFamily="34" charset="0"/>
                  </a:endParaRPr>
                </a:p>
              </p:txBody>
            </p:sp>
            <p:sp>
              <p:nvSpPr>
                <p:cNvPr id="183379" name="Text Box 25"/>
                <p:cNvSpPr txBox="1"/>
                <p:nvPr/>
              </p:nvSpPr>
              <p:spPr>
                <a:xfrm>
                  <a:off x="4422" y="1197"/>
                  <a:ext cx="530" cy="540"/>
                </a:xfrm>
                <a:prstGeom prst="rect">
                  <a:avLst/>
                </a:prstGeom>
                <a:no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2200" dirty="0">
                    <a:solidFill>
                      <a:srgbClr val="0000FF"/>
                    </a:solidFill>
                    <a:latin typeface="Arial" panose="020B0604020202020204" pitchFamily="34" charset="0"/>
                  </a:endParaRPr>
                </a:p>
              </p:txBody>
            </p:sp>
          </p:grpSp>
          <p:sp>
            <p:nvSpPr>
              <p:cNvPr id="183371" name="Text Box 26"/>
              <p:cNvSpPr txBox="1"/>
              <p:nvPr/>
            </p:nvSpPr>
            <p:spPr>
              <a:xfrm>
                <a:off x="3608" y="752"/>
                <a:ext cx="1856"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latin typeface="Arial" panose="020B0604020202020204" pitchFamily="34" charset="0"/>
                  </a:rPr>
                  <a:t>B</a:t>
                </a:r>
                <a:r>
                  <a:rPr lang="zh-CN" altLang="en-US" sz="2200" dirty="0">
                    <a:latin typeface="Arial" panose="020B0604020202020204" pitchFamily="34" charset="0"/>
                  </a:rPr>
                  <a:t>口方式</a:t>
                </a:r>
                <a:r>
                  <a:rPr lang="en-US" altLang="zh-CN" sz="2200" dirty="0">
                    <a:latin typeface="Arial" panose="020B0604020202020204" pitchFamily="34" charset="0"/>
                  </a:rPr>
                  <a:t>1</a:t>
                </a:r>
                <a:r>
                  <a:rPr lang="zh-CN" altLang="en-US" sz="2200" dirty="0">
                    <a:latin typeface="Arial" panose="020B0604020202020204" pitchFamily="34" charset="0"/>
                  </a:rPr>
                  <a:t>输出控制字</a:t>
                </a:r>
                <a:endParaRPr lang="zh-CN" altLang="en-US" sz="2200" dirty="0">
                  <a:latin typeface="Arial" panose="020B0604020202020204" pitchFamily="34" charset="0"/>
                </a:endParaRPr>
              </a:p>
            </p:txBody>
          </p:sp>
        </p:grpSp>
        <p:grpSp>
          <p:nvGrpSpPr>
            <p:cNvPr id="183303" name="Group 27"/>
            <p:cNvGrpSpPr/>
            <p:nvPr/>
          </p:nvGrpSpPr>
          <p:grpSpPr>
            <a:xfrm>
              <a:off x="192" y="2192"/>
              <a:ext cx="2328" cy="1673"/>
              <a:chOff x="144" y="2416"/>
              <a:chExt cx="2328" cy="2105"/>
            </a:xfrm>
          </p:grpSpPr>
          <p:sp>
            <p:nvSpPr>
              <p:cNvPr id="183336" name="Text Box 28"/>
              <p:cNvSpPr txBox="1"/>
              <p:nvPr/>
            </p:nvSpPr>
            <p:spPr>
              <a:xfrm>
                <a:off x="744" y="2457"/>
                <a:ext cx="912" cy="2064"/>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chemeClr val="bg2"/>
                  </a:solidFill>
                  <a:latin typeface="Arial" panose="020B0604020202020204" pitchFamily="34" charset="0"/>
                </a:endParaRPr>
              </a:p>
            </p:txBody>
          </p:sp>
          <p:sp>
            <p:nvSpPr>
              <p:cNvPr id="183337" name="Text Box 29"/>
              <p:cNvSpPr txBox="1"/>
              <p:nvPr/>
            </p:nvSpPr>
            <p:spPr>
              <a:xfrm>
                <a:off x="912" y="2544"/>
                <a:ext cx="720" cy="256"/>
              </a:xfrm>
              <a:prstGeom prst="rect">
                <a:avLst/>
              </a:prstGeom>
              <a:solidFill>
                <a:srgbClr val="CCCCFF"/>
              </a:solid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PA7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PA0</a:t>
                </a:r>
                <a:endParaRPr lang="en-US" altLang="zh-CN" sz="2200" b="0" dirty="0">
                  <a:solidFill>
                    <a:schemeClr val="bg2"/>
                  </a:solidFill>
                  <a:latin typeface="Arial" panose="020B0604020202020204" pitchFamily="34" charset="0"/>
                </a:endParaRPr>
              </a:p>
            </p:txBody>
          </p:sp>
          <p:sp>
            <p:nvSpPr>
              <p:cNvPr id="183338" name="Text Box 30"/>
              <p:cNvSpPr txBox="1"/>
              <p:nvPr/>
            </p:nvSpPr>
            <p:spPr>
              <a:xfrm>
                <a:off x="1248" y="3440"/>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PC6</a:t>
                </a:r>
                <a:endParaRPr lang="en-US" altLang="zh-CN" sz="2200" dirty="0">
                  <a:solidFill>
                    <a:schemeClr val="accent1"/>
                  </a:solidFill>
                  <a:latin typeface="宋体" panose="02010600030101010101" pitchFamily="2" charset="-122"/>
                </a:endParaRPr>
              </a:p>
            </p:txBody>
          </p:sp>
          <p:sp>
            <p:nvSpPr>
              <p:cNvPr id="183339" name="Text Box 31"/>
              <p:cNvSpPr txBox="1"/>
              <p:nvPr/>
            </p:nvSpPr>
            <p:spPr>
              <a:xfrm>
                <a:off x="1248" y="3696"/>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PC7</a:t>
                </a:r>
                <a:endParaRPr lang="en-US" altLang="zh-CN" sz="2200" dirty="0">
                  <a:solidFill>
                    <a:schemeClr val="accent1"/>
                  </a:solidFill>
                  <a:latin typeface="宋体" panose="02010600030101010101" pitchFamily="2" charset="-122"/>
                </a:endParaRPr>
              </a:p>
            </p:txBody>
          </p:sp>
          <p:sp>
            <p:nvSpPr>
              <p:cNvPr id="183340" name="Text Box 32"/>
              <p:cNvSpPr txBox="1"/>
              <p:nvPr/>
            </p:nvSpPr>
            <p:spPr>
              <a:xfrm>
                <a:off x="1248" y="4224"/>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PC3</a:t>
                </a:r>
                <a:endParaRPr lang="en-US" altLang="zh-CN" sz="2200" dirty="0">
                  <a:solidFill>
                    <a:schemeClr val="accent1"/>
                  </a:solidFill>
                  <a:latin typeface="宋体" panose="02010600030101010101" pitchFamily="2" charset="-122"/>
                </a:endParaRPr>
              </a:p>
            </p:txBody>
          </p:sp>
          <p:sp>
            <p:nvSpPr>
              <p:cNvPr id="183341" name="Line 33"/>
              <p:cNvSpPr/>
              <p:nvPr/>
            </p:nvSpPr>
            <p:spPr>
              <a:xfrm>
                <a:off x="1456" y="2808"/>
                <a:ext cx="0" cy="624"/>
              </a:xfrm>
              <a:prstGeom prst="line">
                <a:avLst/>
              </a:prstGeom>
              <a:ln w="25400" cap="flat" cmpd="sng">
                <a:solidFill>
                  <a:srgbClr val="000000"/>
                </a:solidFill>
                <a:prstDash val="solid"/>
                <a:headEnd type="triangle" w="med" len="med"/>
                <a:tailEnd type="triangle" w="med" len="med"/>
              </a:ln>
            </p:spPr>
          </p:sp>
          <p:sp>
            <p:nvSpPr>
              <p:cNvPr id="183342" name="Text Box 34"/>
              <p:cNvSpPr txBox="1"/>
              <p:nvPr/>
            </p:nvSpPr>
            <p:spPr>
              <a:xfrm>
                <a:off x="784" y="2896"/>
                <a:ext cx="488" cy="448"/>
              </a:xfrm>
              <a:prstGeom prst="rect">
                <a:avLst/>
              </a:prstGeom>
              <a:solidFill>
                <a:srgbClr val="00FFFF"/>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INTEA</a:t>
                </a:r>
                <a:endParaRPr lang="en-US" altLang="zh-CN" sz="2200" dirty="0">
                  <a:solidFill>
                    <a:schemeClr val="tx1"/>
                  </a:solidFill>
                  <a:latin typeface="宋体" panose="02010600030101010101" pitchFamily="2" charset="-122"/>
                </a:endParaRPr>
              </a:p>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PC6</a:t>
                </a:r>
                <a:endParaRPr lang="en-US" altLang="zh-CN" sz="2200" dirty="0">
                  <a:solidFill>
                    <a:schemeClr val="tx1"/>
                  </a:solidFill>
                  <a:latin typeface="宋体" panose="02010600030101010101" pitchFamily="2" charset="-122"/>
                </a:endParaRPr>
              </a:p>
            </p:txBody>
          </p:sp>
          <p:sp>
            <p:nvSpPr>
              <p:cNvPr id="183343" name="Line 35"/>
              <p:cNvSpPr/>
              <p:nvPr/>
            </p:nvSpPr>
            <p:spPr>
              <a:xfrm>
                <a:off x="840" y="3344"/>
                <a:ext cx="0" cy="680"/>
              </a:xfrm>
              <a:prstGeom prst="line">
                <a:avLst/>
              </a:prstGeom>
              <a:ln w="25400" cap="flat" cmpd="sng">
                <a:solidFill>
                  <a:srgbClr val="FF0000"/>
                </a:solidFill>
                <a:prstDash val="solid"/>
                <a:headEnd type="none" w="med" len="med"/>
                <a:tailEnd type="triangle" w="med" len="med"/>
              </a:ln>
            </p:spPr>
          </p:sp>
          <p:sp>
            <p:nvSpPr>
              <p:cNvPr id="183344" name="Text Box 36"/>
              <p:cNvSpPr txBox="1"/>
              <p:nvPr/>
            </p:nvSpPr>
            <p:spPr>
              <a:xfrm>
                <a:off x="792" y="4024"/>
                <a:ext cx="376" cy="256"/>
              </a:xfrm>
              <a:prstGeom prst="rect">
                <a:avLst/>
              </a:prstGeom>
              <a:solidFill>
                <a:srgbClr val="FF99CC"/>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楷体_GB2312" pitchFamily="1" charset="-122"/>
                  </a:rPr>
                  <a:t>与门</a:t>
                </a:r>
                <a:endParaRPr lang="zh-CN" altLang="en-US" sz="2200" dirty="0">
                  <a:solidFill>
                    <a:schemeClr val="tx1"/>
                  </a:solidFill>
                  <a:latin typeface="楷体_GB2312" pitchFamily="1" charset="-122"/>
                </a:endParaRPr>
              </a:p>
            </p:txBody>
          </p:sp>
          <p:sp>
            <p:nvSpPr>
              <p:cNvPr id="183345" name="Line 37"/>
              <p:cNvSpPr/>
              <p:nvPr/>
            </p:nvSpPr>
            <p:spPr>
              <a:xfrm>
                <a:off x="968" y="3568"/>
                <a:ext cx="272" cy="0"/>
              </a:xfrm>
              <a:prstGeom prst="line">
                <a:avLst/>
              </a:prstGeom>
              <a:ln w="25400" cap="flat" cmpd="sng">
                <a:solidFill>
                  <a:srgbClr val="000000"/>
                </a:solidFill>
                <a:prstDash val="solid"/>
                <a:headEnd type="none" w="med" len="med"/>
                <a:tailEnd type="none" w="med" len="med"/>
              </a:ln>
            </p:spPr>
          </p:sp>
          <p:sp>
            <p:nvSpPr>
              <p:cNvPr id="183346" name="Line 38"/>
              <p:cNvSpPr/>
              <p:nvPr/>
            </p:nvSpPr>
            <p:spPr>
              <a:xfrm flipH="1">
                <a:off x="968" y="3357"/>
                <a:ext cx="0" cy="243"/>
              </a:xfrm>
              <a:prstGeom prst="line">
                <a:avLst/>
              </a:prstGeom>
              <a:ln w="25400" cap="flat" cmpd="sng">
                <a:solidFill>
                  <a:srgbClr val="000000"/>
                </a:solidFill>
                <a:prstDash val="solid"/>
                <a:headEnd type="triangle" w="med" len="med"/>
                <a:tailEnd type="none" w="med" len="med"/>
              </a:ln>
            </p:spPr>
          </p:sp>
          <p:sp>
            <p:nvSpPr>
              <p:cNvPr id="183347" name="Line 39"/>
              <p:cNvSpPr/>
              <p:nvPr/>
            </p:nvSpPr>
            <p:spPr>
              <a:xfrm>
                <a:off x="1104" y="3784"/>
                <a:ext cx="144" cy="8"/>
              </a:xfrm>
              <a:prstGeom prst="line">
                <a:avLst/>
              </a:prstGeom>
              <a:ln w="25400" cap="flat" cmpd="sng">
                <a:solidFill>
                  <a:srgbClr val="000000"/>
                </a:solidFill>
                <a:prstDash val="solid"/>
                <a:headEnd type="none" w="med" len="med"/>
                <a:tailEnd type="none" w="med" len="med"/>
              </a:ln>
            </p:spPr>
          </p:sp>
          <p:sp>
            <p:nvSpPr>
              <p:cNvPr id="183348" name="Line 40"/>
              <p:cNvSpPr/>
              <p:nvPr/>
            </p:nvSpPr>
            <p:spPr>
              <a:xfrm>
                <a:off x="1104" y="3792"/>
                <a:ext cx="0" cy="224"/>
              </a:xfrm>
              <a:prstGeom prst="line">
                <a:avLst/>
              </a:prstGeom>
              <a:ln w="25400" cap="flat" cmpd="sng">
                <a:solidFill>
                  <a:srgbClr val="000000"/>
                </a:solidFill>
                <a:prstDash val="solid"/>
                <a:headEnd type="none" w="med" len="med"/>
                <a:tailEnd type="triangle" w="med" len="med"/>
              </a:ln>
            </p:spPr>
          </p:sp>
          <p:sp>
            <p:nvSpPr>
              <p:cNvPr id="183349" name="Line 41"/>
              <p:cNvSpPr/>
              <p:nvPr/>
            </p:nvSpPr>
            <p:spPr>
              <a:xfrm>
                <a:off x="968" y="4280"/>
                <a:ext cx="0" cy="80"/>
              </a:xfrm>
              <a:prstGeom prst="line">
                <a:avLst/>
              </a:prstGeom>
              <a:ln w="25400" cap="flat" cmpd="sng">
                <a:solidFill>
                  <a:srgbClr val="000000"/>
                </a:solidFill>
                <a:prstDash val="solid"/>
                <a:headEnd type="none" w="med" len="med"/>
                <a:tailEnd type="none" w="med" len="med"/>
              </a:ln>
            </p:spPr>
          </p:sp>
          <p:sp>
            <p:nvSpPr>
              <p:cNvPr id="183350" name="Line 42"/>
              <p:cNvSpPr/>
              <p:nvPr/>
            </p:nvSpPr>
            <p:spPr>
              <a:xfrm>
                <a:off x="968" y="4352"/>
                <a:ext cx="280" cy="0"/>
              </a:xfrm>
              <a:prstGeom prst="line">
                <a:avLst/>
              </a:prstGeom>
              <a:ln w="25400" cap="flat" cmpd="sng">
                <a:solidFill>
                  <a:srgbClr val="000000"/>
                </a:solidFill>
                <a:prstDash val="solid"/>
                <a:headEnd type="none" w="med" len="med"/>
                <a:tailEnd type="triangle" w="med" len="med"/>
              </a:ln>
            </p:spPr>
          </p:sp>
          <p:sp>
            <p:nvSpPr>
              <p:cNvPr id="183351" name="Line 43"/>
              <p:cNvSpPr/>
              <p:nvPr/>
            </p:nvSpPr>
            <p:spPr>
              <a:xfrm flipH="1">
                <a:off x="1616" y="3576"/>
                <a:ext cx="408" cy="0"/>
              </a:xfrm>
              <a:prstGeom prst="line">
                <a:avLst/>
              </a:prstGeom>
              <a:ln w="25400" cap="flat" cmpd="sng">
                <a:solidFill>
                  <a:srgbClr val="0000FF"/>
                </a:solidFill>
                <a:prstDash val="solid"/>
                <a:headEnd type="none" w="med" len="med"/>
                <a:tailEnd type="triangle" w="med" len="med"/>
              </a:ln>
            </p:spPr>
          </p:sp>
          <p:sp>
            <p:nvSpPr>
              <p:cNvPr id="183352" name="Line 44"/>
              <p:cNvSpPr/>
              <p:nvPr/>
            </p:nvSpPr>
            <p:spPr>
              <a:xfrm rot="-10800000" flipH="1">
                <a:off x="1616" y="3832"/>
                <a:ext cx="408" cy="0"/>
              </a:xfrm>
              <a:prstGeom prst="line">
                <a:avLst/>
              </a:prstGeom>
              <a:ln w="25400" cap="flat" cmpd="sng">
                <a:solidFill>
                  <a:srgbClr val="0000FF"/>
                </a:solidFill>
                <a:prstDash val="solid"/>
                <a:headEnd type="none" w="med" len="med"/>
                <a:tailEnd type="triangle" w="med" len="med"/>
              </a:ln>
            </p:spPr>
          </p:sp>
          <p:sp>
            <p:nvSpPr>
              <p:cNvPr id="183353" name="Line 45"/>
              <p:cNvSpPr/>
              <p:nvPr/>
            </p:nvSpPr>
            <p:spPr>
              <a:xfrm rot="10800000" flipH="1" flipV="1">
                <a:off x="1624" y="4344"/>
                <a:ext cx="336" cy="0"/>
              </a:xfrm>
              <a:prstGeom prst="line">
                <a:avLst/>
              </a:prstGeom>
              <a:ln w="25400" cap="flat" cmpd="sng">
                <a:solidFill>
                  <a:srgbClr val="0000FF"/>
                </a:solidFill>
                <a:prstDash val="solid"/>
                <a:headEnd type="none" w="med" len="med"/>
                <a:tailEnd type="triangle" w="med" len="med"/>
              </a:ln>
            </p:spPr>
          </p:sp>
          <p:grpSp>
            <p:nvGrpSpPr>
              <p:cNvPr id="183354" name="Group 46"/>
              <p:cNvGrpSpPr/>
              <p:nvPr/>
            </p:nvGrpSpPr>
            <p:grpSpPr>
              <a:xfrm>
                <a:off x="1928" y="3456"/>
                <a:ext cx="544" cy="1024"/>
                <a:chOff x="1928" y="2416"/>
                <a:chExt cx="544" cy="1024"/>
              </a:xfrm>
            </p:grpSpPr>
            <p:sp>
              <p:nvSpPr>
                <p:cNvPr id="183363" name="Text Box 47"/>
                <p:cNvSpPr txBox="1"/>
                <p:nvPr/>
              </p:nvSpPr>
              <p:spPr>
                <a:xfrm>
                  <a:off x="1984" y="2672"/>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OBFA</a:t>
                  </a:r>
                  <a:endParaRPr lang="en-US" altLang="zh-CN" sz="2200" dirty="0">
                    <a:solidFill>
                      <a:schemeClr val="bg2"/>
                    </a:solidFill>
                    <a:latin typeface="宋体" panose="02010600030101010101" pitchFamily="2" charset="-122"/>
                  </a:endParaRPr>
                </a:p>
              </p:txBody>
            </p:sp>
            <p:grpSp>
              <p:nvGrpSpPr>
                <p:cNvPr id="183364" name="Group 48"/>
                <p:cNvGrpSpPr/>
                <p:nvPr/>
              </p:nvGrpSpPr>
              <p:grpSpPr>
                <a:xfrm>
                  <a:off x="1928" y="2416"/>
                  <a:ext cx="544" cy="1024"/>
                  <a:chOff x="1928" y="2416"/>
                  <a:chExt cx="544" cy="1024"/>
                </a:xfrm>
              </p:grpSpPr>
              <p:sp>
                <p:nvSpPr>
                  <p:cNvPr id="183365" name="Text Box 49"/>
                  <p:cNvSpPr txBox="1"/>
                  <p:nvPr/>
                </p:nvSpPr>
                <p:spPr>
                  <a:xfrm>
                    <a:off x="2009" y="2416"/>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ACKA</a:t>
                    </a:r>
                    <a:endParaRPr lang="en-US" altLang="zh-CN" sz="2200" dirty="0">
                      <a:solidFill>
                        <a:schemeClr val="bg2"/>
                      </a:solidFill>
                      <a:latin typeface="宋体" panose="02010600030101010101" pitchFamily="2" charset="-122"/>
                    </a:endParaRPr>
                  </a:p>
                </p:txBody>
              </p:sp>
              <p:sp>
                <p:nvSpPr>
                  <p:cNvPr id="183366" name="Line 50"/>
                  <p:cNvSpPr/>
                  <p:nvPr/>
                </p:nvSpPr>
                <p:spPr>
                  <a:xfrm flipV="1">
                    <a:off x="2056" y="2448"/>
                    <a:ext cx="344" cy="0"/>
                  </a:xfrm>
                  <a:prstGeom prst="line">
                    <a:avLst/>
                  </a:prstGeom>
                  <a:ln w="25400" cap="flat" cmpd="sng">
                    <a:solidFill>
                      <a:srgbClr val="000000"/>
                    </a:solidFill>
                    <a:prstDash val="solid"/>
                    <a:headEnd type="none" w="med" len="med"/>
                    <a:tailEnd type="none" w="med" len="med"/>
                  </a:ln>
                </p:spPr>
              </p:sp>
              <p:sp>
                <p:nvSpPr>
                  <p:cNvPr id="183367" name="Text Box 51"/>
                  <p:cNvSpPr txBox="1"/>
                  <p:nvPr/>
                </p:nvSpPr>
                <p:spPr>
                  <a:xfrm>
                    <a:off x="1928" y="3184"/>
                    <a:ext cx="54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INTRA</a:t>
                    </a:r>
                    <a:endParaRPr lang="en-US" altLang="zh-CN" sz="2200" dirty="0">
                      <a:solidFill>
                        <a:schemeClr val="tx1"/>
                      </a:solidFill>
                      <a:latin typeface="宋体" panose="02010600030101010101" pitchFamily="2" charset="-122"/>
                    </a:endParaRPr>
                  </a:p>
                </p:txBody>
              </p:sp>
            </p:grpSp>
          </p:grpSp>
          <p:sp>
            <p:nvSpPr>
              <p:cNvPr id="183355" name="Line 52"/>
              <p:cNvSpPr/>
              <p:nvPr/>
            </p:nvSpPr>
            <p:spPr>
              <a:xfrm>
                <a:off x="504" y="4368"/>
                <a:ext cx="240" cy="0"/>
              </a:xfrm>
              <a:prstGeom prst="line">
                <a:avLst/>
              </a:prstGeom>
              <a:ln w="25400" cap="flat" cmpd="sng">
                <a:solidFill>
                  <a:srgbClr val="000000"/>
                </a:solidFill>
                <a:prstDash val="solid"/>
                <a:headEnd type="none" w="med" len="med"/>
                <a:tailEnd type="triangle" w="med" len="med"/>
              </a:ln>
            </p:spPr>
          </p:sp>
          <p:grpSp>
            <p:nvGrpSpPr>
              <p:cNvPr id="183356" name="Group 53"/>
              <p:cNvGrpSpPr/>
              <p:nvPr/>
            </p:nvGrpSpPr>
            <p:grpSpPr>
              <a:xfrm>
                <a:off x="264" y="4240"/>
                <a:ext cx="232" cy="256"/>
                <a:chOff x="372" y="6657"/>
                <a:chExt cx="580" cy="640"/>
              </a:xfrm>
            </p:grpSpPr>
            <p:sp>
              <p:nvSpPr>
                <p:cNvPr id="183361" name="Text Box 54"/>
                <p:cNvSpPr txBox="1"/>
                <p:nvPr/>
              </p:nvSpPr>
              <p:spPr>
                <a:xfrm>
                  <a:off x="372" y="6657"/>
                  <a:ext cx="580" cy="640"/>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WR</a:t>
                  </a:r>
                  <a:endParaRPr lang="en-US" altLang="zh-CN" sz="2200" dirty="0">
                    <a:solidFill>
                      <a:schemeClr val="bg2"/>
                    </a:solidFill>
                    <a:latin typeface="宋体" panose="02010600030101010101" pitchFamily="2" charset="-122"/>
                  </a:endParaRPr>
                </a:p>
              </p:txBody>
            </p:sp>
            <p:sp>
              <p:nvSpPr>
                <p:cNvPr id="183362" name="Line 55"/>
                <p:cNvSpPr/>
                <p:nvPr/>
              </p:nvSpPr>
              <p:spPr>
                <a:xfrm>
                  <a:off x="432" y="6757"/>
                  <a:ext cx="380" cy="0"/>
                </a:xfrm>
                <a:prstGeom prst="line">
                  <a:avLst/>
                </a:prstGeom>
                <a:ln w="25400" cap="flat" cmpd="sng">
                  <a:solidFill>
                    <a:srgbClr val="000000"/>
                  </a:solidFill>
                  <a:prstDash val="solid"/>
                  <a:headEnd type="none" w="med" len="med"/>
                  <a:tailEnd type="none" w="med" len="med"/>
                </a:ln>
              </p:spPr>
            </p:sp>
          </p:grpSp>
          <p:sp>
            <p:nvSpPr>
              <p:cNvPr id="183357" name="AutoShape 56"/>
              <p:cNvSpPr/>
              <p:nvPr/>
            </p:nvSpPr>
            <p:spPr>
              <a:xfrm rot="10800000">
                <a:off x="144" y="2568"/>
                <a:ext cx="600" cy="200"/>
              </a:xfrm>
              <a:prstGeom prst="leftArrow">
                <a:avLst>
                  <a:gd name="adj1" fmla="val 50000"/>
                  <a:gd name="adj2" fmla="val 75000"/>
                </a:avLst>
              </a:prstGeom>
              <a:solidFill>
                <a:srgbClr val="00CCFF"/>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83358" name="Text Box 57"/>
              <p:cNvSpPr txBox="1"/>
              <p:nvPr/>
            </p:nvSpPr>
            <p:spPr>
              <a:xfrm>
                <a:off x="240" y="2416"/>
                <a:ext cx="50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tx1"/>
                  </a:solidFill>
                  <a:latin typeface="宋体" panose="02010600030101010101" pitchFamily="2" charset="-122"/>
                </a:endParaRPr>
              </a:p>
            </p:txBody>
          </p:sp>
          <p:sp>
            <p:nvSpPr>
              <p:cNvPr id="183359" name="AutoShape 58"/>
              <p:cNvSpPr/>
              <p:nvPr/>
            </p:nvSpPr>
            <p:spPr>
              <a:xfrm rot="10800000">
                <a:off x="1640" y="2552"/>
                <a:ext cx="504" cy="232"/>
              </a:xfrm>
              <a:prstGeom prst="leftArrow">
                <a:avLst>
                  <a:gd name="adj1" fmla="val 50000"/>
                  <a:gd name="adj2" fmla="val 54250"/>
                </a:avLst>
              </a:prstGeom>
              <a:solidFill>
                <a:schemeClr val="accent1"/>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83360" name="Line 59"/>
              <p:cNvSpPr/>
              <p:nvPr/>
            </p:nvSpPr>
            <p:spPr>
              <a:xfrm>
                <a:off x="2016" y="3749"/>
                <a:ext cx="336" cy="0"/>
              </a:xfrm>
              <a:prstGeom prst="line">
                <a:avLst/>
              </a:prstGeom>
              <a:ln w="9525" cap="flat" cmpd="sng">
                <a:solidFill>
                  <a:schemeClr val="tx1"/>
                </a:solidFill>
                <a:prstDash val="solid"/>
                <a:headEnd type="none" w="med" len="med"/>
                <a:tailEnd type="none" w="med" len="med"/>
              </a:ln>
            </p:spPr>
          </p:sp>
        </p:grpSp>
        <p:grpSp>
          <p:nvGrpSpPr>
            <p:cNvPr id="183304" name="Group 60"/>
            <p:cNvGrpSpPr/>
            <p:nvPr/>
          </p:nvGrpSpPr>
          <p:grpSpPr>
            <a:xfrm>
              <a:off x="3264" y="2231"/>
              <a:ext cx="2400" cy="1632"/>
              <a:chOff x="3360" y="2432"/>
              <a:chExt cx="2400" cy="2097"/>
            </a:xfrm>
          </p:grpSpPr>
          <p:sp>
            <p:nvSpPr>
              <p:cNvPr id="183306" name="Text Box 61"/>
              <p:cNvSpPr txBox="1"/>
              <p:nvPr/>
            </p:nvSpPr>
            <p:spPr>
              <a:xfrm>
                <a:off x="4032" y="2465"/>
                <a:ext cx="912" cy="2064"/>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chemeClr val="bg2"/>
                  </a:solidFill>
                  <a:latin typeface="Arial" panose="020B0604020202020204" pitchFamily="34" charset="0"/>
                </a:endParaRPr>
              </a:p>
            </p:txBody>
          </p:sp>
          <p:sp>
            <p:nvSpPr>
              <p:cNvPr id="183307" name="Text Box 62"/>
              <p:cNvSpPr txBox="1"/>
              <p:nvPr/>
            </p:nvSpPr>
            <p:spPr>
              <a:xfrm>
                <a:off x="4224" y="2552"/>
                <a:ext cx="696" cy="264"/>
              </a:xfrm>
              <a:prstGeom prst="rect">
                <a:avLst/>
              </a:prstGeom>
              <a:solidFill>
                <a:srgbClr val="FFCC99"/>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PB7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PB0</a:t>
                </a:r>
                <a:endParaRPr lang="en-US" altLang="zh-CN" sz="2200" dirty="0">
                  <a:solidFill>
                    <a:schemeClr val="bg2"/>
                  </a:solidFill>
                  <a:latin typeface="宋体" panose="02010600030101010101" pitchFamily="2" charset="-122"/>
                </a:endParaRPr>
              </a:p>
            </p:txBody>
          </p:sp>
          <p:sp>
            <p:nvSpPr>
              <p:cNvPr id="183308" name="Text Box 63"/>
              <p:cNvSpPr txBox="1"/>
              <p:nvPr/>
            </p:nvSpPr>
            <p:spPr>
              <a:xfrm>
                <a:off x="4536" y="3448"/>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PC2</a:t>
                </a:r>
                <a:endParaRPr lang="en-US" altLang="zh-CN" sz="2200" dirty="0">
                  <a:solidFill>
                    <a:schemeClr val="accent1"/>
                  </a:solidFill>
                  <a:latin typeface="宋体" panose="02010600030101010101" pitchFamily="2" charset="-122"/>
                </a:endParaRPr>
              </a:p>
            </p:txBody>
          </p:sp>
          <p:sp>
            <p:nvSpPr>
              <p:cNvPr id="183309" name="Text Box 64"/>
              <p:cNvSpPr txBox="1"/>
              <p:nvPr/>
            </p:nvSpPr>
            <p:spPr>
              <a:xfrm>
                <a:off x="4536" y="3704"/>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PC1</a:t>
                </a:r>
                <a:endParaRPr lang="en-US" altLang="zh-CN" sz="2200" dirty="0">
                  <a:solidFill>
                    <a:schemeClr val="accent1"/>
                  </a:solidFill>
                  <a:latin typeface="宋体" panose="02010600030101010101" pitchFamily="2" charset="-122"/>
                </a:endParaRPr>
              </a:p>
            </p:txBody>
          </p:sp>
          <p:sp>
            <p:nvSpPr>
              <p:cNvPr id="183310" name="Text Box 65"/>
              <p:cNvSpPr txBox="1"/>
              <p:nvPr/>
            </p:nvSpPr>
            <p:spPr>
              <a:xfrm>
                <a:off x="4536" y="4232"/>
                <a:ext cx="376" cy="256"/>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PC0</a:t>
                </a:r>
                <a:endParaRPr lang="en-US" altLang="zh-CN" sz="2200" dirty="0">
                  <a:solidFill>
                    <a:schemeClr val="accent1"/>
                  </a:solidFill>
                  <a:latin typeface="宋体" panose="02010600030101010101" pitchFamily="2" charset="-122"/>
                </a:endParaRPr>
              </a:p>
            </p:txBody>
          </p:sp>
          <p:sp>
            <p:nvSpPr>
              <p:cNvPr id="183311" name="Line 66"/>
              <p:cNvSpPr/>
              <p:nvPr/>
            </p:nvSpPr>
            <p:spPr>
              <a:xfrm>
                <a:off x="4744" y="2816"/>
                <a:ext cx="0" cy="624"/>
              </a:xfrm>
              <a:prstGeom prst="line">
                <a:avLst/>
              </a:prstGeom>
              <a:ln w="25400" cap="flat" cmpd="sng">
                <a:solidFill>
                  <a:srgbClr val="000000"/>
                </a:solidFill>
                <a:prstDash val="solid"/>
                <a:headEnd type="triangle" w="med" len="med"/>
                <a:tailEnd type="triangle" w="med" len="med"/>
              </a:ln>
            </p:spPr>
          </p:sp>
          <p:sp>
            <p:nvSpPr>
              <p:cNvPr id="183312" name="Text Box 67"/>
              <p:cNvSpPr txBox="1"/>
              <p:nvPr/>
            </p:nvSpPr>
            <p:spPr>
              <a:xfrm>
                <a:off x="4072" y="2904"/>
                <a:ext cx="488" cy="448"/>
              </a:xfrm>
              <a:prstGeom prst="rect">
                <a:avLst/>
              </a:prstGeom>
              <a:solidFill>
                <a:srgbClr val="00FFFF"/>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INTEB</a:t>
                </a:r>
                <a:endParaRPr lang="en-US" altLang="zh-CN" sz="2200" dirty="0">
                  <a:solidFill>
                    <a:schemeClr val="tx1"/>
                  </a:solidFill>
                  <a:latin typeface="宋体" panose="02010600030101010101" pitchFamily="2" charset="-122"/>
                </a:endParaRPr>
              </a:p>
              <a:p>
                <a:pPr marL="0" lvl="0" indent="0" algn="ctr">
                  <a:lnSpc>
                    <a:spcPct val="90000"/>
                  </a:lnSpc>
                  <a:spcBef>
                    <a:spcPct val="0"/>
                  </a:spcBef>
                  <a:spcAft>
                    <a:spcPct val="0"/>
                  </a:spcAft>
                  <a:buClrTx/>
                  <a:buSzTx/>
                  <a:buNone/>
                </a:pPr>
                <a:r>
                  <a:rPr lang="en-US" altLang="zh-CN" sz="2200" dirty="0">
                    <a:solidFill>
                      <a:schemeClr val="tx1"/>
                    </a:solidFill>
                    <a:latin typeface="宋体" panose="02010600030101010101" pitchFamily="2" charset="-122"/>
                  </a:rPr>
                  <a:t>PC2</a:t>
                </a:r>
                <a:endParaRPr lang="en-US" altLang="zh-CN" sz="2200" dirty="0">
                  <a:solidFill>
                    <a:schemeClr val="tx1"/>
                  </a:solidFill>
                  <a:latin typeface="宋体" panose="02010600030101010101" pitchFamily="2" charset="-122"/>
                </a:endParaRPr>
              </a:p>
            </p:txBody>
          </p:sp>
          <p:sp>
            <p:nvSpPr>
              <p:cNvPr id="183313" name="Line 68"/>
              <p:cNvSpPr/>
              <p:nvPr/>
            </p:nvSpPr>
            <p:spPr>
              <a:xfrm>
                <a:off x="4128" y="3352"/>
                <a:ext cx="0" cy="680"/>
              </a:xfrm>
              <a:prstGeom prst="line">
                <a:avLst/>
              </a:prstGeom>
              <a:ln w="25400" cap="flat" cmpd="sng">
                <a:solidFill>
                  <a:srgbClr val="FF0000"/>
                </a:solidFill>
                <a:prstDash val="solid"/>
                <a:headEnd type="none" w="med" len="med"/>
                <a:tailEnd type="triangle" w="med" len="med"/>
              </a:ln>
            </p:spPr>
          </p:sp>
          <p:sp>
            <p:nvSpPr>
              <p:cNvPr id="183314" name="Text Box 69"/>
              <p:cNvSpPr txBox="1"/>
              <p:nvPr/>
            </p:nvSpPr>
            <p:spPr>
              <a:xfrm>
                <a:off x="4080" y="4032"/>
                <a:ext cx="376" cy="256"/>
              </a:xfrm>
              <a:prstGeom prst="rect">
                <a:avLst/>
              </a:prstGeom>
              <a:solidFill>
                <a:srgbClr val="FF99CC"/>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楷体_GB2312" pitchFamily="1" charset="-122"/>
                  </a:rPr>
                  <a:t>与门</a:t>
                </a:r>
                <a:endParaRPr lang="zh-CN" altLang="en-US" sz="2200" dirty="0">
                  <a:solidFill>
                    <a:schemeClr val="tx1"/>
                  </a:solidFill>
                  <a:latin typeface="楷体_GB2312" pitchFamily="1" charset="-122"/>
                </a:endParaRPr>
              </a:p>
            </p:txBody>
          </p:sp>
          <p:sp>
            <p:nvSpPr>
              <p:cNvPr id="183315" name="Line 70"/>
              <p:cNvSpPr/>
              <p:nvPr/>
            </p:nvSpPr>
            <p:spPr>
              <a:xfrm>
                <a:off x="4256" y="3576"/>
                <a:ext cx="272" cy="0"/>
              </a:xfrm>
              <a:prstGeom prst="line">
                <a:avLst/>
              </a:prstGeom>
              <a:ln w="25400" cap="flat" cmpd="sng">
                <a:solidFill>
                  <a:srgbClr val="000000"/>
                </a:solidFill>
                <a:prstDash val="solid"/>
                <a:headEnd type="none" w="med" len="med"/>
                <a:tailEnd type="none" w="med" len="med"/>
              </a:ln>
            </p:spPr>
          </p:sp>
          <p:sp>
            <p:nvSpPr>
              <p:cNvPr id="183316" name="Line 71"/>
              <p:cNvSpPr/>
              <p:nvPr/>
            </p:nvSpPr>
            <p:spPr>
              <a:xfrm>
                <a:off x="4256" y="3344"/>
                <a:ext cx="0" cy="262"/>
              </a:xfrm>
              <a:prstGeom prst="line">
                <a:avLst/>
              </a:prstGeom>
              <a:ln w="25400" cap="flat" cmpd="sng">
                <a:solidFill>
                  <a:srgbClr val="000000"/>
                </a:solidFill>
                <a:prstDash val="solid"/>
                <a:headEnd type="triangle" w="med" len="med"/>
                <a:tailEnd type="none" w="med" len="med"/>
              </a:ln>
            </p:spPr>
          </p:sp>
          <p:sp>
            <p:nvSpPr>
              <p:cNvPr id="183317" name="Line 72"/>
              <p:cNvSpPr/>
              <p:nvPr/>
            </p:nvSpPr>
            <p:spPr>
              <a:xfrm>
                <a:off x="4392" y="3792"/>
                <a:ext cx="144" cy="0"/>
              </a:xfrm>
              <a:prstGeom prst="line">
                <a:avLst/>
              </a:prstGeom>
              <a:ln w="25400" cap="flat" cmpd="sng">
                <a:solidFill>
                  <a:srgbClr val="000000"/>
                </a:solidFill>
                <a:prstDash val="solid"/>
                <a:headEnd type="none" w="med" len="med"/>
                <a:tailEnd type="none" w="med" len="med"/>
              </a:ln>
            </p:spPr>
          </p:sp>
          <p:sp>
            <p:nvSpPr>
              <p:cNvPr id="183318" name="Line 73"/>
              <p:cNvSpPr/>
              <p:nvPr/>
            </p:nvSpPr>
            <p:spPr>
              <a:xfrm>
                <a:off x="4392" y="3800"/>
                <a:ext cx="0" cy="224"/>
              </a:xfrm>
              <a:prstGeom prst="line">
                <a:avLst/>
              </a:prstGeom>
              <a:ln w="25400" cap="flat" cmpd="sng">
                <a:solidFill>
                  <a:srgbClr val="000000"/>
                </a:solidFill>
                <a:prstDash val="solid"/>
                <a:headEnd type="none" w="med" len="med"/>
                <a:tailEnd type="triangle" w="med" len="med"/>
              </a:ln>
            </p:spPr>
          </p:sp>
          <p:sp>
            <p:nvSpPr>
              <p:cNvPr id="183319" name="Line 74"/>
              <p:cNvSpPr/>
              <p:nvPr/>
            </p:nvSpPr>
            <p:spPr>
              <a:xfrm>
                <a:off x="4256" y="4288"/>
                <a:ext cx="0" cy="80"/>
              </a:xfrm>
              <a:prstGeom prst="line">
                <a:avLst/>
              </a:prstGeom>
              <a:ln w="25400" cap="flat" cmpd="sng">
                <a:solidFill>
                  <a:srgbClr val="000000"/>
                </a:solidFill>
                <a:prstDash val="solid"/>
                <a:headEnd type="none" w="med" len="med"/>
                <a:tailEnd type="none" w="med" len="med"/>
              </a:ln>
            </p:spPr>
          </p:sp>
          <p:sp>
            <p:nvSpPr>
              <p:cNvPr id="183320" name="Line 75"/>
              <p:cNvSpPr/>
              <p:nvPr/>
            </p:nvSpPr>
            <p:spPr>
              <a:xfrm>
                <a:off x="4256" y="4360"/>
                <a:ext cx="280" cy="0"/>
              </a:xfrm>
              <a:prstGeom prst="line">
                <a:avLst/>
              </a:prstGeom>
              <a:ln w="25400" cap="flat" cmpd="sng">
                <a:solidFill>
                  <a:srgbClr val="000000"/>
                </a:solidFill>
                <a:prstDash val="solid"/>
                <a:headEnd type="none" w="med" len="med"/>
                <a:tailEnd type="triangle" w="med" len="med"/>
              </a:ln>
            </p:spPr>
          </p:sp>
          <p:sp>
            <p:nvSpPr>
              <p:cNvPr id="183321" name="Line 76"/>
              <p:cNvSpPr/>
              <p:nvPr/>
            </p:nvSpPr>
            <p:spPr>
              <a:xfrm flipH="1">
                <a:off x="4904" y="3584"/>
                <a:ext cx="408" cy="0"/>
              </a:xfrm>
              <a:prstGeom prst="line">
                <a:avLst/>
              </a:prstGeom>
              <a:ln w="25400" cap="flat" cmpd="sng">
                <a:solidFill>
                  <a:srgbClr val="0000FF"/>
                </a:solidFill>
                <a:prstDash val="solid"/>
                <a:headEnd type="none" w="med" len="med"/>
                <a:tailEnd type="triangle" w="med" len="med"/>
              </a:ln>
            </p:spPr>
          </p:sp>
          <p:sp>
            <p:nvSpPr>
              <p:cNvPr id="183322" name="Line 77"/>
              <p:cNvSpPr/>
              <p:nvPr/>
            </p:nvSpPr>
            <p:spPr>
              <a:xfrm rot="-10800000" flipH="1">
                <a:off x="4904" y="3840"/>
                <a:ext cx="408" cy="0"/>
              </a:xfrm>
              <a:prstGeom prst="line">
                <a:avLst/>
              </a:prstGeom>
              <a:ln w="25400" cap="flat" cmpd="sng">
                <a:solidFill>
                  <a:srgbClr val="0000FF"/>
                </a:solidFill>
                <a:prstDash val="solid"/>
                <a:headEnd type="none" w="med" len="med"/>
                <a:tailEnd type="triangle" w="med" len="med"/>
              </a:ln>
            </p:spPr>
          </p:sp>
          <p:sp>
            <p:nvSpPr>
              <p:cNvPr id="183323" name="Line 78"/>
              <p:cNvSpPr/>
              <p:nvPr/>
            </p:nvSpPr>
            <p:spPr>
              <a:xfrm rot="-10800000" flipH="1">
                <a:off x="4912" y="4352"/>
                <a:ext cx="328" cy="0"/>
              </a:xfrm>
              <a:prstGeom prst="line">
                <a:avLst/>
              </a:prstGeom>
              <a:ln w="25400" cap="flat" cmpd="sng">
                <a:solidFill>
                  <a:srgbClr val="0000FF"/>
                </a:solidFill>
                <a:prstDash val="solid"/>
                <a:headEnd type="none" w="med" len="med"/>
                <a:tailEnd type="triangle" w="med" len="med"/>
              </a:ln>
            </p:spPr>
          </p:sp>
          <p:sp>
            <p:nvSpPr>
              <p:cNvPr id="183324" name="Line 79"/>
              <p:cNvSpPr/>
              <p:nvPr/>
            </p:nvSpPr>
            <p:spPr>
              <a:xfrm>
                <a:off x="3792" y="4376"/>
                <a:ext cx="240" cy="0"/>
              </a:xfrm>
              <a:prstGeom prst="line">
                <a:avLst/>
              </a:prstGeom>
              <a:ln w="25400" cap="flat" cmpd="sng">
                <a:solidFill>
                  <a:srgbClr val="000000"/>
                </a:solidFill>
                <a:prstDash val="solid"/>
                <a:headEnd type="none" w="med" len="med"/>
                <a:tailEnd type="triangle" w="med" len="med"/>
              </a:ln>
            </p:spPr>
          </p:sp>
          <p:sp>
            <p:nvSpPr>
              <p:cNvPr id="183325" name="Text Box 80"/>
              <p:cNvSpPr txBox="1"/>
              <p:nvPr/>
            </p:nvSpPr>
            <p:spPr>
              <a:xfrm>
                <a:off x="3552" y="4248"/>
                <a:ext cx="232"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WR</a:t>
                </a:r>
                <a:endParaRPr lang="en-US" altLang="zh-CN" sz="2200" dirty="0">
                  <a:solidFill>
                    <a:schemeClr val="bg2"/>
                  </a:solidFill>
                  <a:latin typeface="宋体" panose="02010600030101010101" pitchFamily="2" charset="-122"/>
                </a:endParaRPr>
              </a:p>
            </p:txBody>
          </p:sp>
          <p:sp>
            <p:nvSpPr>
              <p:cNvPr id="183326" name="Line 81"/>
              <p:cNvSpPr/>
              <p:nvPr/>
            </p:nvSpPr>
            <p:spPr>
              <a:xfrm>
                <a:off x="3576" y="4288"/>
                <a:ext cx="152" cy="0"/>
              </a:xfrm>
              <a:prstGeom prst="line">
                <a:avLst/>
              </a:prstGeom>
              <a:ln w="25400" cap="flat" cmpd="sng">
                <a:solidFill>
                  <a:srgbClr val="000000"/>
                </a:solidFill>
                <a:prstDash val="solid"/>
                <a:headEnd type="none" w="med" len="med"/>
                <a:tailEnd type="none" w="med" len="med"/>
              </a:ln>
            </p:spPr>
          </p:sp>
          <p:sp>
            <p:nvSpPr>
              <p:cNvPr id="183327" name="AutoShape 82"/>
              <p:cNvSpPr/>
              <p:nvPr/>
            </p:nvSpPr>
            <p:spPr>
              <a:xfrm rot="10800000">
                <a:off x="3360" y="2576"/>
                <a:ext cx="672" cy="240"/>
              </a:xfrm>
              <a:prstGeom prst="leftArrow">
                <a:avLst>
                  <a:gd name="adj1" fmla="val 50000"/>
                  <a:gd name="adj2" fmla="val 70000"/>
                </a:avLst>
              </a:prstGeom>
              <a:solidFill>
                <a:srgbClr val="00CCFF"/>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83328" name="AutoShape 83"/>
              <p:cNvSpPr/>
              <p:nvPr/>
            </p:nvSpPr>
            <p:spPr>
              <a:xfrm rot="10800000">
                <a:off x="4928" y="2560"/>
                <a:ext cx="504" cy="232"/>
              </a:xfrm>
              <a:prstGeom prst="leftArrow">
                <a:avLst>
                  <a:gd name="adj1" fmla="val 50000"/>
                  <a:gd name="adj2" fmla="val 54250"/>
                </a:avLst>
              </a:prstGeom>
              <a:solidFill>
                <a:schemeClr val="accent1"/>
              </a:solidFill>
              <a:ln w="254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83329" name="Text Box 84"/>
              <p:cNvSpPr txBox="1"/>
              <p:nvPr/>
            </p:nvSpPr>
            <p:spPr>
              <a:xfrm>
                <a:off x="3504" y="2432"/>
                <a:ext cx="50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tx1"/>
                  </a:solidFill>
                  <a:latin typeface="宋体" panose="02010600030101010101" pitchFamily="2" charset="-122"/>
                </a:endParaRPr>
              </a:p>
            </p:txBody>
          </p:sp>
          <p:sp>
            <p:nvSpPr>
              <p:cNvPr id="183330" name="Text Box 85"/>
              <p:cNvSpPr txBox="1"/>
              <p:nvPr/>
            </p:nvSpPr>
            <p:spPr>
              <a:xfrm>
                <a:off x="5272" y="3728"/>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OBFB</a:t>
                </a:r>
                <a:endParaRPr lang="en-US" altLang="zh-CN" sz="2200" dirty="0">
                  <a:solidFill>
                    <a:schemeClr val="bg2"/>
                  </a:solidFill>
                  <a:latin typeface="宋体" panose="02010600030101010101" pitchFamily="2" charset="-122"/>
                </a:endParaRPr>
              </a:p>
            </p:txBody>
          </p:sp>
          <p:grpSp>
            <p:nvGrpSpPr>
              <p:cNvPr id="183331" name="Group 86"/>
              <p:cNvGrpSpPr/>
              <p:nvPr/>
            </p:nvGrpSpPr>
            <p:grpSpPr>
              <a:xfrm>
                <a:off x="5216" y="3472"/>
                <a:ext cx="544" cy="1024"/>
                <a:chOff x="1928" y="2416"/>
                <a:chExt cx="544" cy="1024"/>
              </a:xfrm>
            </p:grpSpPr>
            <p:sp>
              <p:nvSpPr>
                <p:cNvPr id="183333" name="Text Box 87"/>
                <p:cNvSpPr txBox="1"/>
                <p:nvPr/>
              </p:nvSpPr>
              <p:spPr>
                <a:xfrm>
                  <a:off x="2009" y="2416"/>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ACKB</a:t>
                  </a:r>
                  <a:endParaRPr lang="en-US" altLang="zh-CN" sz="2200" dirty="0">
                    <a:solidFill>
                      <a:schemeClr val="bg2"/>
                    </a:solidFill>
                    <a:latin typeface="宋体" panose="02010600030101010101" pitchFamily="2" charset="-122"/>
                  </a:endParaRPr>
                </a:p>
              </p:txBody>
            </p:sp>
            <p:sp>
              <p:nvSpPr>
                <p:cNvPr id="183334" name="Line 88"/>
                <p:cNvSpPr/>
                <p:nvPr/>
              </p:nvSpPr>
              <p:spPr>
                <a:xfrm flipV="1">
                  <a:off x="2056" y="2448"/>
                  <a:ext cx="344" cy="0"/>
                </a:xfrm>
                <a:prstGeom prst="line">
                  <a:avLst/>
                </a:prstGeom>
                <a:ln w="25400" cap="flat" cmpd="sng">
                  <a:solidFill>
                    <a:srgbClr val="000000"/>
                  </a:solidFill>
                  <a:prstDash val="solid"/>
                  <a:headEnd type="none" w="med" len="med"/>
                  <a:tailEnd type="none" w="med" len="med"/>
                </a:ln>
              </p:spPr>
            </p:sp>
            <p:sp>
              <p:nvSpPr>
                <p:cNvPr id="183335" name="Text Box 89"/>
                <p:cNvSpPr txBox="1"/>
                <p:nvPr/>
              </p:nvSpPr>
              <p:spPr>
                <a:xfrm>
                  <a:off x="1928" y="3184"/>
                  <a:ext cx="54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INTRB</a:t>
                  </a:r>
                  <a:endParaRPr lang="en-US" altLang="zh-CN" sz="2200" dirty="0">
                    <a:solidFill>
                      <a:schemeClr val="tx1"/>
                    </a:solidFill>
                    <a:latin typeface="宋体" panose="02010600030101010101" pitchFamily="2" charset="-122"/>
                  </a:endParaRPr>
                </a:p>
              </p:txBody>
            </p:sp>
          </p:grpSp>
          <p:sp>
            <p:nvSpPr>
              <p:cNvPr id="183332" name="Line 90"/>
              <p:cNvSpPr/>
              <p:nvPr/>
            </p:nvSpPr>
            <p:spPr>
              <a:xfrm>
                <a:off x="5328" y="3749"/>
                <a:ext cx="336" cy="0"/>
              </a:xfrm>
              <a:prstGeom prst="line">
                <a:avLst/>
              </a:prstGeom>
              <a:ln w="9525" cap="flat" cmpd="sng">
                <a:solidFill>
                  <a:schemeClr val="tx1"/>
                </a:solidFill>
                <a:prstDash val="solid"/>
                <a:headEnd type="none" w="med" len="med"/>
                <a:tailEnd type="none" w="med" len="med"/>
              </a:ln>
            </p:spPr>
          </p:sp>
        </p:grpSp>
        <p:sp>
          <p:nvSpPr>
            <p:cNvPr id="183305" name="Text Box 91"/>
            <p:cNvSpPr txBox="1"/>
            <p:nvPr/>
          </p:nvSpPr>
          <p:spPr>
            <a:xfrm>
              <a:off x="3120" y="3923"/>
              <a:ext cx="2640" cy="28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Font typeface="Arial" panose="020B0604020202020204" pitchFamily="34" charset="0"/>
                <a:buNone/>
              </a:pPr>
              <a:r>
                <a:rPr lang="en-US" altLang="zh-CN" sz="2200" dirty="0">
                  <a:solidFill>
                    <a:srgbClr val="00B0F0"/>
                  </a:solidFill>
                  <a:latin typeface="楷体_GB2312" pitchFamily="1" charset="-122"/>
                </a:rPr>
                <a:t>B</a:t>
              </a:r>
              <a:r>
                <a:rPr lang="zh-CN" altLang="en-US" sz="2200" dirty="0">
                  <a:solidFill>
                    <a:srgbClr val="00B0F0"/>
                  </a:solidFill>
                  <a:latin typeface="楷体_GB2312" pitchFamily="1" charset="-122"/>
                </a:rPr>
                <a:t>口方式</a:t>
              </a:r>
              <a:r>
                <a:rPr lang="en-US" altLang="zh-CN" sz="2200" dirty="0">
                  <a:solidFill>
                    <a:srgbClr val="00B0F0"/>
                  </a:solidFill>
                  <a:latin typeface="楷体_GB2312" pitchFamily="1" charset="-122"/>
                </a:rPr>
                <a:t>1</a:t>
              </a:r>
              <a:r>
                <a:rPr lang="zh-CN" altLang="en-US" sz="2200" dirty="0">
                  <a:solidFill>
                    <a:srgbClr val="00B0F0"/>
                  </a:solidFill>
                  <a:latin typeface="楷体_GB2312" pitchFamily="1" charset="-122"/>
                </a:rPr>
                <a:t>输出时相应的联络信号</a:t>
              </a:r>
              <a:endParaRPr lang="zh-CN" altLang="en-US" sz="2200" dirty="0">
                <a:solidFill>
                  <a:srgbClr val="00B0F0"/>
                </a:solidFill>
                <a:latin typeface="楷体_GB2312" pitchFamily="1" charset="-122"/>
              </a:endParaRPr>
            </a:p>
          </p:txBody>
        </p:sp>
      </p:grpSp>
    </p:spTree>
  </p:cSld>
  <p:clrMapOvr>
    <a:masterClrMapping/>
  </p:clrMapOvr>
  <p:transition>
    <p:checker dir="vert"/>
  </p:transition>
</p:sld>
</file>

<file path=ppt/slides/slide1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grpSp>
        <p:nvGrpSpPr>
          <p:cNvPr id="184322" name="Group 2"/>
          <p:cNvGrpSpPr/>
          <p:nvPr/>
        </p:nvGrpSpPr>
        <p:grpSpPr>
          <a:xfrm>
            <a:off x="34925" y="58738"/>
            <a:ext cx="9020175" cy="3033712"/>
            <a:chOff x="78" y="240"/>
            <a:chExt cx="5682" cy="1911"/>
          </a:xfrm>
        </p:grpSpPr>
        <p:grpSp>
          <p:nvGrpSpPr>
            <p:cNvPr id="184332" name="Group 3"/>
            <p:cNvGrpSpPr/>
            <p:nvPr/>
          </p:nvGrpSpPr>
          <p:grpSpPr>
            <a:xfrm>
              <a:off x="3405" y="240"/>
              <a:ext cx="2355" cy="1776"/>
              <a:chOff x="3360" y="96"/>
              <a:chExt cx="2400" cy="1785"/>
            </a:xfrm>
          </p:grpSpPr>
          <p:sp>
            <p:nvSpPr>
              <p:cNvPr id="184386" name="Text Box 4"/>
              <p:cNvSpPr txBox="1"/>
              <p:nvPr/>
            </p:nvSpPr>
            <p:spPr>
              <a:xfrm>
                <a:off x="4032" y="178"/>
                <a:ext cx="912" cy="1703"/>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chemeClr val="bg2"/>
                  </a:solidFill>
                  <a:latin typeface="Arial" panose="020B0604020202020204" pitchFamily="34" charset="0"/>
                </a:endParaRPr>
              </a:p>
            </p:txBody>
          </p:sp>
          <p:sp>
            <p:nvSpPr>
              <p:cNvPr id="184387" name="Text Box 5"/>
              <p:cNvSpPr txBox="1"/>
              <p:nvPr/>
            </p:nvSpPr>
            <p:spPr>
              <a:xfrm>
                <a:off x="4200" y="250"/>
                <a:ext cx="720" cy="211"/>
              </a:xfrm>
              <a:prstGeom prst="rect">
                <a:avLst/>
              </a:prstGeom>
              <a:solidFill>
                <a:srgbClr val="CCCCFF"/>
              </a:solid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PA7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PA0</a:t>
                </a:r>
                <a:endParaRPr lang="en-US" altLang="zh-CN" sz="2200" b="0" dirty="0">
                  <a:solidFill>
                    <a:schemeClr val="bg2"/>
                  </a:solidFill>
                  <a:latin typeface="Arial" panose="020B0604020202020204" pitchFamily="34" charset="0"/>
                </a:endParaRPr>
              </a:p>
            </p:txBody>
          </p:sp>
          <p:sp>
            <p:nvSpPr>
              <p:cNvPr id="184388" name="Text Box 6"/>
              <p:cNvSpPr txBox="1"/>
              <p:nvPr/>
            </p:nvSpPr>
            <p:spPr>
              <a:xfrm>
                <a:off x="4536" y="989"/>
                <a:ext cx="376" cy="211"/>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PC6</a:t>
                </a:r>
                <a:endParaRPr lang="en-US" altLang="zh-CN" sz="2200" dirty="0">
                  <a:solidFill>
                    <a:schemeClr val="accent1"/>
                  </a:solidFill>
                  <a:latin typeface="宋体" panose="02010600030101010101" pitchFamily="2" charset="-122"/>
                </a:endParaRPr>
              </a:p>
            </p:txBody>
          </p:sp>
          <p:sp>
            <p:nvSpPr>
              <p:cNvPr id="184389" name="Text Box 7"/>
              <p:cNvSpPr txBox="1"/>
              <p:nvPr/>
            </p:nvSpPr>
            <p:spPr>
              <a:xfrm>
                <a:off x="4536" y="1200"/>
                <a:ext cx="376" cy="212"/>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PC7</a:t>
                </a:r>
                <a:endParaRPr lang="en-US" altLang="zh-CN" sz="2200" dirty="0">
                  <a:solidFill>
                    <a:schemeClr val="accent1"/>
                  </a:solidFill>
                  <a:latin typeface="宋体" panose="02010600030101010101" pitchFamily="2" charset="-122"/>
                </a:endParaRPr>
              </a:p>
            </p:txBody>
          </p:sp>
          <p:sp>
            <p:nvSpPr>
              <p:cNvPr id="184390" name="Text Box 8"/>
              <p:cNvSpPr txBox="1"/>
              <p:nvPr/>
            </p:nvSpPr>
            <p:spPr>
              <a:xfrm>
                <a:off x="4536" y="1636"/>
                <a:ext cx="376" cy="212"/>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PC3</a:t>
                </a:r>
                <a:endParaRPr lang="en-US" altLang="zh-CN" sz="2200" dirty="0">
                  <a:solidFill>
                    <a:schemeClr val="accent1"/>
                  </a:solidFill>
                  <a:latin typeface="宋体" panose="02010600030101010101" pitchFamily="2" charset="-122"/>
                </a:endParaRPr>
              </a:p>
            </p:txBody>
          </p:sp>
          <p:sp>
            <p:nvSpPr>
              <p:cNvPr id="184391" name="Line 9"/>
              <p:cNvSpPr/>
              <p:nvPr/>
            </p:nvSpPr>
            <p:spPr>
              <a:xfrm>
                <a:off x="4744" y="468"/>
                <a:ext cx="0" cy="515"/>
              </a:xfrm>
              <a:prstGeom prst="line">
                <a:avLst/>
              </a:prstGeom>
              <a:ln w="25400" cap="flat" cmpd="sng">
                <a:solidFill>
                  <a:srgbClr val="000000"/>
                </a:solidFill>
                <a:prstDash val="solid"/>
                <a:headEnd type="triangle" w="med" len="med"/>
                <a:tailEnd type="triangle" w="med" len="med"/>
              </a:ln>
            </p:spPr>
          </p:sp>
          <p:sp>
            <p:nvSpPr>
              <p:cNvPr id="184392" name="Text Box 10"/>
              <p:cNvSpPr txBox="1"/>
              <p:nvPr/>
            </p:nvSpPr>
            <p:spPr>
              <a:xfrm>
                <a:off x="4072" y="540"/>
                <a:ext cx="488" cy="370"/>
              </a:xfrm>
              <a:prstGeom prst="rect">
                <a:avLst/>
              </a:prstGeom>
              <a:solidFill>
                <a:srgbClr val="00FFFF"/>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80000"/>
                  </a:lnSpc>
                  <a:spcAft>
                    <a:spcPct val="0"/>
                  </a:spcAft>
                  <a:buClrTx/>
                  <a:buSzTx/>
                  <a:buNone/>
                </a:pPr>
                <a:r>
                  <a:rPr lang="en-US" altLang="zh-CN" sz="2200" dirty="0">
                    <a:solidFill>
                      <a:schemeClr val="tx1"/>
                    </a:solidFill>
                    <a:latin typeface="宋体" panose="02010600030101010101" pitchFamily="2" charset="-122"/>
                  </a:rPr>
                  <a:t>INTEA</a:t>
                </a:r>
                <a:endParaRPr lang="en-US" altLang="zh-CN" sz="2200" dirty="0">
                  <a:solidFill>
                    <a:schemeClr val="tx1"/>
                  </a:solidFill>
                  <a:latin typeface="宋体" panose="02010600030101010101" pitchFamily="2" charset="-122"/>
                </a:endParaRPr>
              </a:p>
              <a:p>
                <a:pPr marL="0" lvl="0" indent="0" algn="ctr">
                  <a:lnSpc>
                    <a:spcPct val="80000"/>
                  </a:lnSpc>
                  <a:spcBef>
                    <a:spcPct val="0"/>
                  </a:spcBef>
                  <a:spcAft>
                    <a:spcPct val="0"/>
                  </a:spcAft>
                  <a:buClrTx/>
                  <a:buSzTx/>
                  <a:buNone/>
                </a:pPr>
                <a:r>
                  <a:rPr lang="en-US" altLang="zh-CN" sz="2200" dirty="0">
                    <a:solidFill>
                      <a:schemeClr val="tx1"/>
                    </a:solidFill>
                    <a:latin typeface="宋体" panose="02010600030101010101" pitchFamily="2" charset="-122"/>
                  </a:rPr>
                  <a:t>PC6</a:t>
                </a:r>
                <a:endParaRPr lang="en-US" altLang="zh-CN" sz="2200" dirty="0">
                  <a:solidFill>
                    <a:schemeClr val="tx1"/>
                  </a:solidFill>
                  <a:latin typeface="宋体" panose="02010600030101010101" pitchFamily="2" charset="-122"/>
                </a:endParaRPr>
              </a:p>
            </p:txBody>
          </p:sp>
          <p:sp>
            <p:nvSpPr>
              <p:cNvPr id="184393" name="Line 11"/>
              <p:cNvSpPr/>
              <p:nvPr/>
            </p:nvSpPr>
            <p:spPr>
              <a:xfrm>
                <a:off x="4128" y="910"/>
                <a:ext cx="0" cy="561"/>
              </a:xfrm>
              <a:prstGeom prst="line">
                <a:avLst/>
              </a:prstGeom>
              <a:ln w="25400" cap="flat" cmpd="sng">
                <a:solidFill>
                  <a:srgbClr val="FF0000"/>
                </a:solidFill>
                <a:prstDash val="solid"/>
                <a:headEnd type="none" w="med" len="med"/>
                <a:tailEnd type="triangle" w="med" len="med"/>
              </a:ln>
            </p:spPr>
          </p:sp>
          <p:sp>
            <p:nvSpPr>
              <p:cNvPr id="184394" name="Text Box 12"/>
              <p:cNvSpPr txBox="1"/>
              <p:nvPr/>
            </p:nvSpPr>
            <p:spPr>
              <a:xfrm>
                <a:off x="4080" y="1471"/>
                <a:ext cx="376" cy="211"/>
              </a:xfrm>
              <a:prstGeom prst="rect">
                <a:avLst/>
              </a:prstGeom>
              <a:solidFill>
                <a:srgbClr val="FF99CC"/>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楷体_GB2312" pitchFamily="1" charset="-122"/>
                  </a:rPr>
                  <a:t>与门</a:t>
                </a:r>
                <a:endParaRPr lang="zh-CN" altLang="en-US" sz="2200" dirty="0">
                  <a:solidFill>
                    <a:schemeClr val="tx1"/>
                  </a:solidFill>
                  <a:latin typeface="宋体" panose="02010600030101010101" pitchFamily="2" charset="-122"/>
                </a:endParaRPr>
              </a:p>
            </p:txBody>
          </p:sp>
          <p:sp>
            <p:nvSpPr>
              <p:cNvPr id="184395" name="Line 13"/>
              <p:cNvSpPr/>
              <p:nvPr/>
            </p:nvSpPr>
            <p:spPr>
              <a:xfrm>
                <a:off x="4256" y="1095"/>
                <a:ext cx="272" cy="0"/>
              </a:xfrm>
              <a:prstGeom prst="line">
                <a:avLst/>
              </a:prstGeom>
              <a:ln w="25400" cap="flat" cmpd="sng">
                <a:solidFill>
                  <a:srgbClr val="000000"/>
                </a:solidFill>
                <a:prstDash val="solid"/>
                <a:headEnd type="none" w="med" len="med"/>
                <a:tailEnd type="none" w="med" len="med"/>
              </a:ln>
            </p:spPr>
          </p:sp>
          <p:sp>
            <p:nvSpPr>
              <p:cNvPr id="184396" name="Line 14"/>
              <p:cNvSpPr/>
              <p:nvPr/>
            </p:nvSpPr>
            <p:spPr>
              <a:xfrm>
                <a:off x="4256" y="920"/>
                <a:ext cx="0" cy="181"/>
              </a:xfrm>
              <a:prstGeom prst="line">
                <a:avLst/>
              </a:prstGeom>
              <a:ln w="25400" cap="flat" cmpd="sng">
                <a:solidFill>
                  <a:srgbClr val="000000"/>
                </a:solidFill>
                <a:prstDash val="solid"/>
                <a:headEnd type="triangle" w="med" len="med"/>
                <a:tailEnd type="none" w="med" len="med"/>
              </a:ln>
            </p:spPr>
          </p:sp>
          <p:sp>
            <p:nvSpPr>
              <p:cNvPr id="184397" name="Line 15"/>
              <p:cNvSpPr/>
              <p:nvPr/>
            </p:nvSpPr>
            <p:spPr>
              <a:xfrm>
                <a:off x="4392" y="1273"/>
                <a:ext cx="144" cy="7"/>
              </a:xfrm>
              <a:prstGeom prst="line">
                <a:avLst/>
              </a:prstGeom>
              <a:ln w="25400" cap="flat" cmpd="sng">
                <a:solidFill>
                  <a:srgbClr val="000000"/>
                </a:solidFill>
                <a:prstDash val="solid"/>
                <a:headEnd type="none" w="med" len="med"/>
                <a:tailEnd type="none" w="med" len="med"/>
              </a:ln>
            </p:spPr>
          </p:sp>
          <p:sp>
            <p:nvSpPr>
              <p:cNvPr id="184398" name="Line 16"/>
              <p:cNvSpPr/>
              <p:nvPr/>
            </p:nvSpPr>
            <p:spPr>
              <a:xfrm>
                <a:off x="4392" y="1280"/>
                <a:ext cx="0" cy="185"/>
              </a:xfrm>
              <a:prstGeom prst="line">
                <a:avLst/>
              </a:prstGeom>
              <a:ln w="25400" cap="flat" cmpd="sng">
                <a:solidFill>
                  <a:srgbClr val="000000"/>
                </a:solidFill>
                <a:prstDash val="solid"/>
                <a:headEnd type="none" w="med" len="med"/>
                <a:tailEnd type="triangle" w="med" len="med"/>
              </a:ln>
            </p:spPr>
          </p:sp>
          <p:sp>
            <p:nvSpPr>
              <p:cNvPr id="184399" name="Line 17"/>
              <p:cNvSpPr/>
              <p:nvPr/>
            </p:nvSpPr>
            <p:spPr>
              <a:xfrm>
                <a:off x="4256" y="1682"/>
                <a:ext cx="0" cy="67"/>
              </a:xfrm>
              <a:prstGeom prst="line">
                <a:avLst/>
              </a:prstGeom>
              <a:ln w="25400" cap="flat" cmpd="sng">
                <a:solidFill>
                  <a:srgbClr val="000000"/>
                </a:solidFill>
                <a:prstDash val="solid"/>
                <a:headEnd type="none" w="med" len="med"/>
                <a:tailEnd type="none" w="med" len="med"/>
              </a:ln>
            </p:spPr>
          </p:sp>
          <p:sp>
            <p:nvSpPr>
              <p:cNvPr id="184400" name="Line 18"/>
              <p:cNvSpPr/>
              <p:nvPr/>
            </p:nvSpPr>
            <p:spPr>
              <a:xfrm>
                <a:off x="4256" y="1742"/>
                <a:ext cx="280" cy="0"/>
              </a:xfrm>
              <a:prstGeom prst="line">
                <a:avLst/>
              </a:prstGeom>
              <a:ln w="25400" cap="flat" cmpd="sng">
                <a:solidFill>
                  <a:srgbClr val="000000"/>
                </a:solidFill>
                <a:prstDash val="solid"/>
                <a:headEnd type="none" w="med" len="med"/>
                <a:tailEnd type="triangle" w="med" len="med"/>
              </a:ln>
            </p:spPr>
          </p:sp>
          <p:sp>
            <p:nvSpPr>
              <p:cNvPr id="184401" name="Line 19"/>
              <p:cNvSpPr/>
              <p:nvPr/>
            </p:nvSpPr>
            <p:spPr>
              <a:xfrm flipH="1">
                <a:off x="4904" y="1101"/>
                <a:ext cx="408" cy="0"/>
              </a:xfrm>
              <a:prstGeom prst="line">
                <a:avLst/>
              </a:prstGeom>
              <a:ln w="25400" cap="flat" cmpd="sng">
                <a:solidFill>
                  <a:srgbClr val="0000FF"/>
                </a:solidFill>
                <a:prstDash val="solid"/>
                <a:headEnd type="none" w="med" len="med"/>
                <a:tailEnd type="triangle" w="med" len="med"/>
              </a:ln>
            </p:spPr>
          </p:sp>
          <p:sp>
            <p:nvSpPr>
              <p:cNvPr id="184402" name="Line 20"/>
              <p:cNvSpPr/>
              <p:nvPr/>
            </p:nvSpPr>
            <p:spPr>
              <a:xfrm rot="-10800000" flipH="1">
                <a:off x="4904" y="1313"/>
                <a:ext cx="408" cy="0"/>
              </a:xfrm>
              <a:prstGeom prst="line">
                <a:avLst/>
              </a:prstGeom>
              <a:ln w="25400" cap="flat" cmpd="sng">
                <a:solidFill>
                  <a:srgbClr val="0000FF"/>
                </a:solidFill>
                <a:prstDash val="solid"/>
                <a:headEnd type="none" w="med" len="med"/>
                <a:tailEnd type="triangle" w="med" len="med"/>
              </a:ln>
            </p:spPr>
          </p:sp>
          <p:sp>
            <p:nvSpPr>
              <p:cNvPr id="184403" name="Line 21"/>
              <p:cNvSpPr/>
              <p:nvPr/>
            </p:nvSpPr>
            <p:spPr>
              <a:xfrm rot="10800000" flipH="1" flipV="1">
                <a:off x="4912" y="1735"/>
                <a:ext cx="336" cy="0"/>
              </a:xfrm>
              <a:prstGeom prst="line">
                <a:avLst/>
              </a:prstGeom>
              <a:ln w="25400" cap="flat" cmpd="sng">
                <a:solidFill>
                  <a:srgbClr val="0000FF"/>
                </a:solidFill>
                <a:prstDash val="solid"/>
                <a:headEnd type="none" w="med" len="med"/>
                <a:tailEnd type="triangle" w="med" len="med"/>
              </a:ln>
            </p:spPr>
          </p:sp>
          <p:grpSp>
            <p:nvGrpSpPr>
              <p:cNvPr id="184404" name="Group 22"/>
              <p:cNvGrpSpPr/>
              <p:nvPr/>
            </p:nvGrpSpPr>
            <p:grpSpPr>
              <a:xfrm>
                <a:off x="5216" y="1002"/>
                <a:ext cx="544" cy="846"/>
                <a:chOff x="1928" y="2416"/>
                <a:chExt cx="544" cy="1024"/>
              </a:xfrm>
            </p:grpSpPr>
            <p:sp>
              <p:nvSpPr>
                <p:cNvPr id="184413" name="Text Box 23"/>
                <p:cNvSpPr txBox="1"/>
                <p:nvPr/>
              </p:nvSpPr>
              <p:spPr>
                <a:xfrm>
                  <a:off x="1984" y="2672"/>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OBFA</a:t>
                  </a:r>
                  <a:endParaRPr lang="en-US" altLang="zh-CN" sz="2200" dirty="0">
                    <a:solidFill>
                      <a:schemeClr val="bg2"/>
                    </a:solidFill>
                    <a:latin typeface="宋体" panose="02010600030101010101" pitchFamily="2" charset="-122"/>
                  </a:endParaRPr>
                </a:p>
              </p:txBody>
            </p:sp>
            <p:grpSp>
              <p:nvGrpSpPr>
                <p:cNvPr id="184414" name="Group 24"/>
                <p:cNvGrpSpPr/>
                <p:nvPr/>
              </p:nvGrpSpPr>
              <p:grpSpPr>
                <a:xfrm>
                  <a:off x="1928" y="2416"/>
                  <a:ext cx="544" cy="1024"/>
                  <a:chOff x="1928" y="2416"/>
                  <a:chExt cx="544" cy="1024"/>
                </a:xfrm>
              </p:grpSpPr>
              <p:sp>
                <p:nvSpPr>
                  <p:cNvPr id="184415" name="Text Box 25"/>
                  <p:cNvSpPr txBox="1"/>
                  <p:nvPr/>
                </p:nvSpPr>
                <p:spPr>
                  <a:xfrm>
                    <a:off x="2009" y="2416"/>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ACKA</a:t>
                    </a:r>
                    <a:endParaRPr lang="en-US" altLang="zh-CN" sz="2200" dirty="0">
                      <a:solidFill>
                        <a:schemeClr val="bg2"/>
                      </a:solidFill>
                      <a:latin typeface="宋体" panose="02010600030101010101" pitchFamily="2" charset="-122"/>
                    </a:endParaRPr>
                  </a:p>
                </p:txBody>
              </p:sp>
              <p:sp>
                <p:nvSpPr>
                  <p:cNvPr id="184416" name="Line 26"/>
                  <p:cNvSpPr/>
                  <p:nvPr/>
                </p:nvSpPr>
                <p:spPr>
                  <a:xfrm flipV="1">
                    <a:off x="2056" y="2448"/>
                    <a:ext cx="344" cy="0"/>
                  </a:xfrm>
                  <a:prstGeom prst="line">
                    <a:avLst/>
                  </a:prstGeom>
                  <a:ln w="25400" cap="flat" cmpd="sng">
                    <a:solidFill>
                      <a:srgbClr val="000000"/>
                    </a:solidFill>
                    <a:prstDash val="solid"/>
                    <a:headEnd type="none" w="med" len="med"/>
                    <a:tailEnd type="none" w="med" len="med"/>
                  </a:ln>
                </p:spPr>
              </p:sp>
              <p:sp>
                <p:nvSpPr>
                  <p:cNvPr id="184417" name="Text Box 27"/>
                  <p:cNvSpPr txBox="1"/>
                  <p:nvPr/>
                </p:nvSpPr>
                <p:spPr>
                  <a:xfrm>
                    <a:off x="1928" y="3184"/>
                    <a:ext cx="54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INTRA</a:t>
                    </a:r>
                    <a:endParaRPr lang="en-US" altLang="zh-CN" sz="2200" dirty="0">
                      <a:solidFill>
                        <a:schemeClr val="tx1"/>
                      </a:solidFill>
                      <a:latin typeface="宋体" panose="02010600030101010101" pitchFamily="2" charset="-122"/>
                    </a:endParaRPr>
                  </a:p>
                </p:txBody>
              </p:sp>
            </p:grpSp>
          </p:grpSp>
          <p:sp>
            <p:nvSpPr>
              <p:cNvPr id="184405" name="Line 28"/>
              <p:cNvSpPr/>
              <p:nvPr/>
            </p:nvSpPr>
            <p:spPr>
              <a:xfrm>
                <a:off x="3792" y="1402"/>
                <a:ext cx="240" cy="0"/>
              </a:xfrm>
              <a:prstGeom prst="line">
                <a:avLst/>
              </a:prstGeom>
              <a:ln w="25400" cap="flat" cmpd="sng">
                <a:solidFill>
                  <a:srgbClr val="000000"/>
                </a:solidFill>
                <a:prstDash val="solid"/>
                <a:headEnd type="none" w="med" len="med"/>
                <a:tailEnd type="triangle" w="med" len="med"/>
              </a:ln>
            </p:spPr>
          </p:sp>
          <p:grpSp>
            <p:nvGrpSpPr>
              <p:cNvPr id="184406" name="Group 29"/>
              <p:cNvGrpSpPr/>
              <p:nvPr/>
            </p:nvGrpSpPr>
            <p:grpSpPr>
              <a:xfrm>
                <a:off x="3552" y="1296"/>
                <a:ext cx="232" cy="212"/>
                <a:chOff x="372" y="6657"/>
                <a:chExt cx="580" cy="640"/>
              </a:xfrm>
            </p:grpSpPr>
            <p:sp>
              <p:nvSpPr>
                <p:cNvPr id="184411" name="Text Box 30"/>
                <p:cNvSpPr txBox="1"/>
                <p:nvPr/>
              </p:nvSpPr>
              <p:spPr>
                <a:xfrm>
                  <a:off x="372" y="6657"/>
                  <a:ext cx="580" cy="640"/>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WR</a:t>
                  </a:r>
                  <a:endParaRPr lang="en-US" altLang="zh-CN" sz="2200" dirty="0">
                    <a:solidFill>
                      <a:schemeClr val="bg2"/>
                    </a:solidFill>
                    <a:latin typeface="宋体" panose="02010600030101010101" pitchFamily="2" charset="-122"/>
                  </a:endParaRPr>
                </a:p>
              </p:txBody>
            </p:sp>
            <p:sp>
              <p:nvSpPr>
                <p:cNvPr id="184412" name="Line 31"/>
                <p:cNvSpPr/>
                <p:nvPr/>
              </p:nvSpPr>
              <p:spPr>
                <a:xfrm>
                  <a:off x="432" y="6757"/>
                  <a:ext cx="380" cy="0"/>
                </a:xfrm>
                <a:prstGeom prst="line">
                  <a:avLst/>
                </a:prstGeom>
                <a:ln w="25400" cap="flat" cmpd="sng">
                  <a:solidFill>
                    <a:srgbClr val="000000"/>
                  </a:solidFill>
                  <a:prstDash val="solid"/>
                  <a:headEnd type="none" w="med" len="med"/>
                  <a:tailEnd type="none" w="med" len="med"/>
                </a:ln>
              </p:spPr>
            </p:sp>
          </p:grpSp>
          <p:sp>
            <p:nvSpPr>
              <p:cNvPr id="184407" name="AutoShape 32"/>
              <p:cNvSpPr/>
              <p:nvPr/>
            </p:nvSpPr>
            <p:spPr>
              <a:xfrm rot="10800000">
                <a:off x="3432" y="269"/>
                <a:ext cx="600" cy="166"/>
              </a:xfrm>
              <a:prstGeom prst="leftArrow">
                <a:avLst>
                  <a:gd name="adj1" fmla="val 50000"/>
                  <a:gd name="adj2" fmla="val 90244"/>
                </a:avLst>
              </a:prstGeom>
              <a:solidFill>
                <a:srgbClr val="00CCFF"/>
              </a:solidFill>
              <a:ln w="127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84408" name="Text Box 33"/>
              <p:cNvSpPr txBox="1"/>
              <p:nvPr/>
            </p:nvSpPr>
            <p:spPr>
              <a:xfrm>
                <a:off x="3360" y="96"/>
                <a:ext cx="504" cy="211"/>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tx1"/>
                  </a:solidFill>
                  <a:latin typeface="宋体" panose="02010600030101010101" pitchFamily="2" charset="-122"/>
                </a:endParaRPr>
              </a:p>
            </p:txBody>
          </p:sp>
          <p:sp>
            <p:nvSpPr>
              <p:cNvPr id="184409" name="AutoShape 34"/>
              <p:cNvSpPr/>
              <p:nvPr/>
            </p:nvSpPr>
            <p:spPr>
              <a:xfrm rot="10800000">
                <a:off x="4928" y="256"/>
                <a:ext cx="504" cy="192"/>
              </a:xfrm>
              <a:prstGeom prst="leftArrow">
                <a:avLst>
                  <a:gd name="adj1" fmla="val 50000"/>
                  <a:gd name="adj2" fmla="val 65625"/>
                </a:avLst>
              </a:prstGeom>
              <a:solidFill>
                <a:schemeClr val="accent1"/>
              </a:solidFill>
              <a:ln w="127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84410" name="Line 35"/>
              <p:cNvSpPr/>
              <p:nvPr/>
            </p:nvSpPr>
            <p:spPr>
              <a:xfrm>
                <a:off x="5304" y="1244"/>
                <a:ext cx="336" cy="0"/>
              </a:xfrm>
              <a:prstGeom prst="line">
                <a:avLst/>
              </a:prstGeom>
              <a:ln w="9525" cap="flat" cmpd="sng">
                <a:solidFill>
                  <a:schemeClr val="tx1"/>
                </a:solidFill>
                <a:prstDash val="solid"/>
                <a:headEnd type="none" w="med" len="med"/>
                <a:tailEnd type="none" w="med" len="med"/>
              </a:ln>
            </p:spPr>
          </p:sp>
        </p:grpSp>
        <p:grpSp>
          <p:nvGrpSpPr>
            <p:cNvPr id="184333" name="Group 36"/>
            <p:cNvGrpSpPr/>
            <p:nvPr/>
          </p:nvGrpSpPr>
          <p:grpSpPr>
            <a:xfrm>
              <a:off x="78" y="356"/>
              <a:ext cx="3474" cy="1795"/>
              <a:chOff x="78" y="356"/>
              <a:chExt cx="3474" cy="1795"/>
            </a:xfrm>
          </p:grpSpPr>
          <p:sp>
            <p:nvSpPr>
              <p:cNvPr id="184334" name="Text Box 37"/>
              <p:cNvSpPr txBox="1"/>
              <p:nvPr/>
            </p:nvSpPr>
            <p:spPr>
              <a:xfrm>
                <a:off x="151" y="733"/>
                <a:ext cx="471" cy="26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WR</a:t>
                </a:r>
                <a:endParaRPr lang="en-US" altLang="zh-CN" sz="2200" dirty="0">
                  <a:solidFill>
                    <a:schemeClr val="tx1"/>
                  </a:solidFill>
                  <a:latin typeface="宋体" panose="02010600030101010101" pitchFamily="2" charset="-122"/>
                </a:endParaRPr>
              </a:p>
            </p:txBody>
          </p:sp>
          <p:sp>
            <p:nvSpPr>
              <p:cNvPr id="184335" name="Line 38"/>
              <p:cNvSpPr/>
              <p:nvPr/>
            </p:nvSpPr>
            <p:spPr>
              <a:xfrm>
                <a:off x="240" y="763"/>
                <a:ext cx="203" cy="1"/>
              </a:xfrm>
              <a:prstGeom prst="line">
                <a:avLst/>
              </a:prstGeom>
              <a:ln w="25400" cap="flat" cmpd="sng">
                <a:solidFill>
                  <a:srgbClr val="0000FF"/>
                </a:solidFill>
                <a:prstDash val="solid"/>
                <a:headEnd type="none" w="med" len="med"/>
                <a:tailEnd type="none" w="med" len="med"/>
              </a:ln>
            </p:spPr>
          </p:sp>
          <p:sp>
            <p:nvSpPr>
              <p:cNvPr id="184336" name="Text Box 39"/>
              <p:cNvSpPr txBox="1"/>
              <p:nvPr/>
            </p:nvSpPr>
            <p:spPr>
              <a:xfrm>
                <a:off x="145" y="1122"/>
                <a:ext cx="385" cy="228"/>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OBF</a:t>
                </a:r>
                <a:endParaRPr lang="en-US" altLang="zh-CN" sz="2200" dirty="0">
                  <a:solidFill>
                    <a:schemeClr val="tx1"/>
                  </a:solidFill>
                  <a:latin typeface="Arial" panose="020B0604020202020204" pitchFamily="34" charset="0"/>
                </a:endParaRPr>
              </a:p>
            </p:txBody>
          </p:sp>
          <p:sp>
            <p:nvSpPr>
              <p:cNvPr id="184337" name="Text Box 40"/>
              <p:cNvSpPr txBox="1"/>
              <p:nvPr/>
            </p:nvSpPr>
            <p:spPr>
              <a:xfrm>
                <a:off x="78" y="1866"/>
                <a:ext cx="452" cy="228"/>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ACK</a:t>
                </a:r>
                <a:endParaRPr lang="en-US" altLang="zh-CN" sz="2200" dirty="0">
                  <a:solidFill>
                    <a:schemeClr val="tx1"/>
                  </a:solidFill>
                  <a:latin typeface="Arial" panose="020B0604020202020204" pitchFamily="34" charset="0"/>
                </a:endParaRPr>
              </a:p>
            </p:txBody>
          </p:sp>
          <p:sp>
            <p:nvSpPr>
              <p:cNvPr id="184338" name="Line 41"/>
              <p:cNvSpPr/>
              <p:nvPr/>
            </p:nvSpPr>
            <p:spPr>
              <a:xfrm>
                <a:off x="178" y="1879"/>
                <a:ext cx="236" cy="1"/>
              </a:xfrm>
              <a:prstGeom prst="line">
                <a:avLst/>
              </a:prstGeom>
              <a:ln w="25400" cap="flat" cmpd="sng">
                <a:solidFill>
                  <a:schemeClr val="tx1"/>
                </a:solidFill>
                <a:prstDash val="solid"/>
                <a:headEnd type="none" w="med" len="med"/>
                <a:tailEnd type="none" w="med" len="med"/>
              </a:ln>
            </p:spPr>
          </p:sp>
          <p:sp>
            <p:nvSpPr>
              <p:cNvPr id="184339" name="Text Box 42"/>
              <p:cNvSpPr txBox="1"/>
              <p:nvPr/>
            </p:nvSpPr>
            <p:spPr>
              <a:xfrm>
                <a:off x="2433" y="1336"/>
                <a:ext cx="1119" cy="25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1800" dirty="0">
                    <a:solidFill>
                      <a:srgbClr val="FF3300"/>
                    </a:solidFill>
                    <a:latin typeface="Arial" panose="020B0604020202020204" pitchFamily="34" charset="0"/>
                  </a:rPr>
                  <a:t>当</a:t>
                </a:r>
                <a:r>
                  <a:rPr lang="en-US" altLang="zh-CN" sz="1800" dirty="0">
                    <a:solidFill>
                      <a:srgbClr val="FF3300"/>
                    </a:solidFill>
                    <a:latin typeface="Arial" panose="020B0604020202020204" pitchFamily="34" charset="0"/>
                  </a:rPr>
                  <a:t>INTE=1</a:t>
                </a:r>
                <a:r>
                  <a:rPr lang="zh-CN" altLang="en-US" sz="1800" dirty="0">
                    <a:solidFill>
                      <a:srgbClr val="FF3300"/>
                    </a:solidFill>
                    <a:latin typeface="Arial" panose="020B0604020202020204" pitchFamily="34" charset="0"/>
                  </a:rPr>
                  <a:t>时</a:t>
                </a:r>
                <a:r>
                  <a:rPr lang="zh-CN" altLang="en-US" sz="2200" dirty="0">
                    <a:solidFill>
                      <a:srgbClr val="0000FF"/>
                    </a:solidFill>
                    <a:latin typeface="宋体" panose="02010600030101010101" pitchFamily="2" charset="-122"/>
                  </a:rPr>
                  <a:t> </a:t>
                </a:r>
                <a:endParaRPr lang="zh-CN" altLang="en-US" sz="2200" dirty="0">
                  <a:solidFill>
                    <a:srgbClr val="0000FF"/>
                  </a:solidFill>
                  <a:latin typeface="宋体" panose="02010600030101010101" pitchFamily="2" charset="-122"/>
                </a:endParaRPr>
              </a:p>
            </p:txBody>
          </p:sp>
          <p:sp>
            <p:nvSpPr>
              <p:cNvPr id="184340" name="Line 43"/>
              <p:cNvSpPr/>
              <p:nvPr/>
            </p:nvSpPr>
            <p:spPr>
              <a:xfrm>
                <a:off x="212" y="1093"/>
                <a:ext cx="237" cy="1"/>
              </a:xfrm>
              <a:prstGeom prst="line">
                <a:avLst/>
              </a:prstGeom>
              <a:ln w="25400" cap="flat" cmpd="sng">
                <a:solidFill>
                  <a:schemeClr val="tx1"/>
                </a:solidFill>
                <a:prstDash val="solid"/>
                <a:headEnd type="none" w="med" len="med"/>
                <a:tailEnd type="none" w="med" len="med"/>
              </a:ln>
            </p:spPr>
          </p:sp>
          <p:sp>
            <p:nvSpPr>
              <p:cNvPr id="184341" name="Line 44"/>
              <p:cNvSpPr>
                <a:spLocks noChangeAspect="1"/>
              </p:cNvSpPr>
              <p:nvPr/>
            </p:nvSpPr>
            <p:spPr>
              <a:xfrm>
                <a:off x="2302" y="2123"/>
                <a:ext cx="282" cy="1"/>
              </a:xfrm>
              <a:prstGeom prst="line">
                <a:avLst/>
              </a:prstGeom>
              <a:ln w="25400" cap="flat" cmpd="sng">
                <a:solidFill>
                  <a:srgbClr val="000000"/>
                </a:solidFill>
                <a:prstDash val="solid"/>
                <a:headEnd type="none" w="med" len="med"/>
                <a:tailEnd type="none" w="med" len="med"/>
              </a:ln>
            </p:spPr>
          </p:sp>
          <p:grpSp>
            <p:nvGrpSpPr>
              <p:cNvPr id="184342" name="Group 45"/>
              <p:cNvGrpSpPr>
                <a:grpSpLocks noChangeAspect="1"/>
              </p:cNvGrpSpPr>
              <p:nvPr/>
            </p:nvGrpSpPr>
            <p:grpSpPr>
              <a:xfrm>
                <a:off x="751" y="356"/>
                <a:ext cx="789" cy="209"/>
                <a:chOff x="8290" y="5791"/>
                <a:chExt cx="2081" cy="574"/>
              </a:xfrm>
            </p:grpSpPr>
            <p:sp>
              <p:nvSpPr>
                <p:cNvPr id="184379" name="Line 46"/>
                <p:cNvSpPr>
                  <a:spLocks noChangeAspect="1"/>
                </p:cNvSpPr>
                <p:nvPr/>
              </p:nvSpPr>
              <p:spPr>
                <a:xfrm>
                  <a:off x="8298" y="6078"/>
                  <a:ext cx="104" cy="280"/>
                </a:xfrm>
                <a:prstGeom prst="line">
                  <a:avLst/>
                </a:prstGeom>
                <a:ln w="25400" cap="flat" cmpd="sng">
                  <a:solidFill>
                    <a:srgbClr val="000000"/>
                  </a:solidFill>
                  <a:prstDash val="solid"/>
                  <a:headEnd type="none" w="med" len="med"/>
                  <a:tailEnd type="none" w="med" len="med"/>
                </a:ln>
              </p:spPr>
            </p:sp>
            <p:sp>
              <p:nvSpPr>
                <p:cNvPr id="184380" name="Line 47"/>
                <p:cNvSpPr>
                  <a:spLocks noChangeAspect="1"/>
                </p:cNvSpPr>
                <p:nvPr/>
              </p:nvSpPr>
              <p:spPr>
                <a:xfrm flipV="1">
                  <a:off x="8290" y="5791"/>
                  <a:ext cx="114" cy="307"/>
                </a:xfrm>
                <a:prstGeom prst="line">
                  <a:avLst/>
                </a:prstGeom>
                <a:ln w="25400" cap="flat" cmpd="sng">
                  <a:solidFill>
                    <a:srgbClr val="000000"/>
                  </a:solidFill>
                  <a:prstDash val="solid"/>
                  <a:headEnd type="none" w="med" len="med"/>
                  <a:tailEnd type="none" w="med" len="med"/>
                </a:ln>
              </p:spPr>
            </p:sp>
            <p:sp>
              <p:nvSpPr>
                <p:cNvPr id="184381" name="Line 48"/>
                <p:cNvSpPr>
                  <a:spLocks noChangeAspect="1"/>
                </p:cNvSpPr>
                <p:nvPr/>
              </p:nvSpPr>
              <p:spPr>
                <a:xfrm>
                  <a:off x="8392" y="5798"/>
                  <a:ext cx="1840" cy="0"/>
                </a:xfrm>
                <a:prstGeom prst="line">
                  <a:avLst/>
                </a:prstGeom>
                <a:ln w="25400" cap="flat" cmpd="sng">
                  <a:solidFill>
                    <a:srgbClr val="000000"/>
                  </a:solidFill>
                  <a:prstDash val="solid"/>
                  <a:headEnd type="none" w="med" len="med"/>
                  <a:tailEnd type="none" w="med" len="med"/>
                </a:ln>
              </p:spPr>
            </p:sp>
            <p:sp>
              <p:nvSpPr>
                <p:cNvPr id="184382" name="Line 49"/>
                <p:cNvSpPr>
                  <a:spLocks noChangeAspect="1"/>
                </p:cNvSpPr>
                <p:nvPr/>
              </p:nvSpPr>
              <p:spPr>
                <a:xfrm>
                  <a:off x="8412" y="6358"/>
                  <a:ext cx="1840" cy="0"/>
                </a:xfrm>
                <a:prstGeom prst="line">
                  <a:avLst/>
                </a:prstGeom>
                <a:ln w="25400" cap="flat" cmpd="sng">
                  <a:solidFill>
                    <a:srgbClr val="000000"/>
                  </a:solidFill>
                  <a:prstDash val="solid"/>
                  <a:headEnd type="none" w="med" len="med"/>
                  <a:tailEnd type="none" w="med" len="med"/>
                </a:ln>
              </p:spPr>
            </p:sp>
            <p:grpSp>
              <p:nvGrpSpPr>
                <p:cNvPr id="184383" name="Group 50"/>
                <p:cNvGrpSpPr>
                  <a:grpSpLocks noChangeAspect="1"/>
                </p:cNvGrpSpPr>
                <p:nvPr/>
              </p:nvGrpSpPr>
              <p:grpSpPr>
                <a:xfrm>
                  <a:off x="10252" y="5798"/>
                  <a:ext cx="119" cy="567"/>
                  <a:chOff x="5412" y="8857"/>
                  <a:chExt cx="119" cy="567"/>
                </a:xfrm>
              </p:grpSpPr>
              <p:sp>
                <p:nvSpPr>
                  <p:cNvPr id="184384" name="Line 51"/>
                  <p:cNvSpPr>
                    <a:spLocks noChangeAspect="1"/>
                  </p:cNvSpPr>
                  <p:nvPr/>
                </p:nvSpPr>
                <p:spPr>
                  <a:xfrm>
                    <a:off x="5412" y="8857"/>
                    <a:ext cx="119" cy="320"/>
                  </a:xfrm>
                  <a:prstGeom prst="line">
                    <a:avLst/>
                  </a:prstGeom>
                  <a:ln w="25400" cap="flat" cmpd="sng">
                    <a:solidFill>
                      <a:srgbClr val="000000"/>
                    </a:solidFill>
                    <a:prstDash val="solid"/>
                    <a:headEnd type="none" w="med" len="med"/>
                    <a:tailEnd type="none" w="med" len="med"/>
                  </a:ln>
                </p:spPr>
              </p:sp>
              <p:sp>
                <p:nvSpPr>
                  <p:cNvPr id="184385" name="Line 52"/>
                  <p:cNvSpPr>
                    <a:spLocks noChangeAspect="1"/>
                  </p:cNvSpPr>
                  <p:nvPr/>
                </p:nvSpPr>
                <p:spPr>
                  <a:xfrm flipV="1">
                    <a:off x="5414" y="9157"/>
                    <a:ext cx="99" cy="267"/>
                  </a:xfrm>
                  <a:prstGeom prst="line">
                    <a:avLst/>
                  </a:prstGeom>
                  <a:ln w="25400" cap="flat" cmpd="sng">
                    <a:solidFill>
                      <a:srgbClr val="000000"/>
                    </a:solidFill>
                    <a:prstDash val="solid"/>
                    <a:headEnd type="none" w="med" len="med"/>
                    <a:tailEnd type="none" w="med" len="med"/>
                  </a:ln>
                </p:spPr>
              </p:sp>
            </p:grpSp>
          </p:grpSp>
          <p:sp>
            <p:nvSpPr>
              <p:cNvPr id="184343" name="Line 53"/>
              <p:cNvSpPr>
                <a:spLocks noChangeAspect="1"/>
              </p:cNvSpPr>
              <p:nvPr/>
            </p:nvSpPr>
            <p:spPr>
              <a:xfrm>
                <a:off x="567" y="455"/>
                <a:ext cx="180" cy="1"/>
              </a:xfrm>
              <a:prstGeom prst="line">
                <a:avLst/>
              </a:prstGeom>
              <a:ln w="25400" cap="flat" cmpd="sng">
                <a:solidFill>
                  <a:srgbClr val="000000"/>
                </a:solidFill>
                <a:prstDash val="solid"/>
                <a:headEnd type="none" w="med" len="med"/>
                <a:tailEnd type="none" w="med" len="med"/>
              </a:ln>
            </p:spPr>
          </p:sp>
          <p:sp>
            <p:nvSpPr>
              <p:cNvPr id="184344" name="Line 54"/>
              <p:cNvSpPr>
                <a:spLocks noChangeAspect="1"/>
              </p:cNvSpPr>
              <p:nvPr/>
            </p:nvSpPr>
            <p:spPr>
              <a:xfrm>
                <a:off x="1531" y="462"/>
                <a:ext cx="39" cy="101"/>
              </a:xfrm>
              <a:prstGeom prst="line">
                <a:avLst/>
              </a:prstGeom>
              <a:ln w="25400" cap="flat" cmpd="sng">
                <a:solidFill>
                  <a:srgbClr val="000000"/>
                </a:solidFill>
                <a:prstDash val="solid"/>
                <a:headEnd type="none" w="med" len="med"/>
                <a:tailEnd type="none" w="med" len="med"/>
              </a:ln>
            </p:spPr>
          </p:sp>
          <p:sp>
            <p:nvSpPr>
              <p:cNvPr id="184345" name="Line 55"/>
              <p:cNvSpPr>
                <a:spLocks noChangeAspect="1"/>
              </p:cNvSpPr>
              <p:nvPr/>
            </p:nvSpPr>
            <p:spPr>
              <a:xfrm flipV="1">
                <a:off x="1527" y="356"/>
                <a:ext cx="44" cy="112"/>
              </a:xfrm>
              <a:prstGeom prst="line">
                <a:avLst/>
              </a:prstGeom>
              <a:ln w="25400" cap="flat" cmpd="sng">
                <a:solidFill>
                  <a:srgbClr val="000000"/>
                </a:solidFill>
                <a:prstDash val="solid"/>
                <a:headEnd type="none" w="med" len="med"/>
                <a:tailEnd type="none" w="med" len="med"/>
              </a:ln>
            </p:spPr>
          </p:sp>
          <p:sp>
            <p:nvSpPr>
              <p:cNvPr id="184346" name="Line 56"/>
              <p:cNvSpPr>
                <a:spLocks noChangeAspect="1"/>
              </p:cNvSpPr>
              <p:nvPr/>
            </p:nvSpPr>
            <p:spPr>
              <a:xfrm>
                <a:off x="1589" y="358"/>
                <a:ext cx="1223" cy="1"/>
              </a:xfrm>
              <a:prstGeom prst="line">
                <a:avLst/>
              </a:prstGeom>
              <a:ln w="25400" cap="flat" cmpd="sng">
                <a:solidFill>
                  <a:srgbClr val="000000"/>
                </a:solidFill>
                <a:prstDash val="solid"/>
                <a:headEnd type="none" w="med" len="med"/>
                <a:tailEnd type="none" w="med" len="med"/>
              </a:ln>
            </p:spPr>
          </p:sp>
          <p:sp>
            <p:nvSpPr>
              <p:cNvPr id="184347" name="Line 57"/>
              <p:cNvSpPr>
                <a:spLocks noChangeAspect="1"/>
              </p:cNvSpPr>
              <p:nvPr/>
            </p:nvSpPr>
            <p:spPr>
              <a:xfrm>
                <a:off x="1597" y="563"/>
                <a:ext cx="1209" cy="1"/>
              </a:xfrm>
              <a:prstGeom prst="line">
                <a:avLst/>
              </a:prstGeom>
              <a:ln w="25400" cap="flat" cmpd="sng">
                <a:solidFill>
                  <a:srgbClr val="000000"/>
                </a:solidFill>
                <a:prstDash val="solid"/>
                <a:headEnd type="none" w="med" len="med"/>
                <a:tailEnd type="none" w="med" len="med"/>
              </a:ln>
            </p:spPr>
          </p:sp>
          <p:sp>
            <p:nvSpPr>
              <p:cNvPr id="184348" name="Text Box 58"/>
              <p:cNvSpPr txBox="1"/>
              <p:nvPr/>
            </p:nvSpPr>
            <p:spPr>
              <a:xfrm>
                <a:off x="717" y="377"/>
                <a:ext cx="905" cy="382"/>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1600" dirty="0">
                    <a:solidFill>
                      <a:srgbClr val="FF3300"/>
                    </a:solidFill>
                    <a:latin typeface="楷体_GB2312" pitchFamily="1" charset="-122"/>
                  </a:rPr>
                  <a:t>送往外设数据</a:t>
                </a:r>
                <a:endParaRPr lang="zh-CN" altLang="en-US" sz="1600" dirty="0">
                  <a:solidFill>
                    <a:srgbClr val="FF3300"/>
                  </a:solidFill>
                  <a:latin typeface="楷体_GB2312" pitchFamily="1" charset="-122"/>
                </a:endParaRPr>
              </a:p>
            </p:txBody>
          </p:sp>
          <p:sp>
            <p:nvSpPr>
              <p:cNvPr id="184349" name="Text Box 59"/>
              <p:cNvSpPr txBox="1"/>
              <p:nvPr/>
            </p:nvSpPr>
            <p:spPr>
              <a:xfrm>
                <a:off x="1527" y="376"/>
                <a:ext cx="999" cy="239"/>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1800" dirty="0">
                    <a:solidFill>
                      <a:srgbClr val="FF3300"/>
                    </a:solidFill>
                    <a:latin typeface="楷体_GB2312" pitchFamily="1" charset="-122"/>
                  </a:rPr>
                  <a:t>数据写入端口</a:t>
                </a:r>
                <a:endParaRPr lang="zh-CN" altLang="en-US" sz="1800" dirty="0">
                  <a:solidFill>
                    <a:srgbClr val="0000FF"/>
                  </a:solidFill>
                  <a:latin typeface="宋体" panose="02010600030101010101" pitchFamily="2" charset="-122"/>
                </a:endParaRPr>
              </a:p>
            </p:txBody>
          </p:sp>
          <p:sp>
            <p:nvSpPr>
              <p:cNvPr id="184350" name="Line 60"/>
              <p:cNvSpPr>
                <a:spLocks noChangeAspect="1"/>
              </p:cNvSpPr>
              <p:nvPr/>
            </p:nvSpPr>
            <p:spPr>
              <a:xfrm>
                <a:off x="573" y="756"/>
                <a:ext cx="481" cy="1"/>
              </a:xfrm>
              <a:prstGeom prst="line">
                <a:avLst/>
              </a:prstGeom>
              <a:ln w="25400" cap="flat" cmpd="sng">
                <a:solidFill>
                  <a:srgbClr val="000000"/>
                </a:solidFill>
                <a:prstDash val="solid"/>
                <a:headEnd type="none" w="med" len="med"/>
                <a:tailEnd type="none" w="med" len="med"/>
              </a:ln>
            </p:spPr>
          </p:sp>
          <p:sp>
            <p:nvSpPr>
              <p:cNvPr id="184351" name="Line 61"/>
              <p:cNvSpPr>
                <a:spLocks noChangeAspect="1"/>
              </p:cNvSpPr>
              <p:nvPr/>
            </p:nvSpPr>
            <p:spPr>
              <a:xfrm>
                <a:off x="1054" y="754"/>
                <a:ext cx="41" cy="198"/>
              </a:xfrm>
              <a:prstGeom prst="line">
                <a:avLst/>
              </a:prstGeom>
              <a:ln w="25400" cap="flat" cmpd="sng">
                <a:solidFill>
                  <a:srgbClr val="000000"/>
                </a:solidFill>
                <a:prstDash val="solid"/>
                <a:headEnd type="none" w="med" len="med"/>
                <a:tailEnd type="none" w="med" len="med"/>
              </a:ln>
            </p:spPr>
          </p:sp>
          <p:sp>
            <p:nvSpPr>
              <p:cNvPr id="184352" name="Line 62"/>
              <p:cNvSpPr>
                <a:spLocks noChangeAspect="1"/>
              </p:cNvSpPr>
              <p:nvPr/>
            </p:nvSpPr>
            <p:spPr>
              <a:xfrm>
                <a:off x="1090" y="963"/>
                <a:ext cx="320" cy="1"/>
              </a:xfrm>
              <a:prstGeom prst="line">
                <a:avLst/>
              </a:prstGeom>
              <a:ln w="25400" cap="flat" cmpd="sng">
                <a:solidFill>
                  <a:srgbClr val="000000"/>
                </a:solidFill>
                <a:prstDash val="solid"/>
                <a:headEnd type="none" w="med" len="med"/>
                <a:tailEnd type="none" w="med" len="med"/>
              </a:ln>
            </p:spPr>
          </p:sp>
          <p:grpSp>
            <p:nvGrpSpPr>
              <p:cNvPr id="184353" name="Group 63"/>
              <p:cNvGrpSpPr>
                <a:grpSpLocks noChangeAspect="1"/>
              </p:cNvGrpSpPr>
              <p:nvPr/>
            </p:nvGrpSpPr>
            <p:grpSpPr>
              <a:xfrm>
                <a:off x="1422" y="754"/>
                <a:ext cx="1513" cy="204"/>
                <a:chOff x="3772" y="8357"/>
                <a:chExt cx="7300" cy="700"/>
              </a:xfrm>
            </p:grpSpPr>
            <p:sp>
              <p:nvSpPr>
                <p:cNvPr id="184377" name="Line 64"/>
                <p:cNvSpPr>
                  <a:spLocks noChangeAspect="1"/>
                </p:cNvSpPr>
                <p:nvPr/>
              </p:nvSpPr>
              <p:spPr>
                <a:xfrm flipV="1">
                  <a:off x="3772" y="8377"/>
                  <a:ext cx="198" cy="680"/>
                </a:xfrm>
                <a:prstGeom prst="line">
                  <a:avLst/>
                </a:prstGeom>
                <a:ln w="25400" cap="flat" cmpd="sng">
                  <a:solidFill>
                    <a:srgbClr val="000000"/>
                  </a:solidFill>
                  <a:prstDash val="solid"/>
                  <a:headEnd type="none" w="med" len="med"/>
                  <a:tailEnd type="none" w="med" len="med"/>
                </a:ln>
              </p:spPr>
            </p:sp>
            <p:sp>
              <p:nvSpPr>
                <p:cNvPr id="184378" name="Line 65"/>
                <p:cNvSpPr>
                  <a:spLocks noChangeAspect="1"/>
                </p:cNvSpPr>
                <p:nvPr/>
              </p:nvSpPr>
              <p:spPr>
                <a:xfrm flipV="1">
                  <a:off x="3972" y="8357"/>
                  <a:ext cx="7100" cy="0"/>
                </a:xfrm>
                <a:prstGeom prst="line">
                  <a:avLst/>
                </a:prstGeom>
                <a:ln w="25400" cap="flat" cmpd="sng">
                  <a:solidFill>
                    <a:srgbClr val="000000"/>
                  </a:solidFill>
                  <a:prstDash val="solid"/>
                  <a:headEnd type="none" w="med" len="med"/>
                  <a:tailEnd type="none" w="med" len="med"/>
                </a:ln>
              </p:spPr>
            </p:sp>
          </p:grpSp>
          <p:sp>
            <p:nvSpPr>
              <p:cNvPr id="184354" name="Line 66"/>
              <p:cNvSpPr>
                <a:spLocks noChangeAspect="1"/>
              </p:cNvSpPr>
              <p:nvPr/>
            </p:nvSpPr>
            <p:spPr>
              <a:xfrm flipV="1">
                <a:off x="2460" y="1102"/>
                <a:ext cx="42" cy="198"/>
              </a:xfrm>
              <a:prstGeom prst="line">
                <a:avLst/>
              </a:prstGeom>
              <a:ln w="25400" cap="flat" cmpd="sng">
                <a:solidFill>
                  <a:srgbClr val="000000"/>
                </a:solidFill>
                <a:prstDash val="solid"/>
                <a:headEnd type="none" w="med" len="med"/>
                <a:tailEnd type="none" w="med" len="med"/>
              </a:ln>
            </p:spPr>
          </p:sp>
          <p:sp>
            <p:nvSpPr>
              <p:cNvPr id="184355" name="Line 67"/>
              <p:cNvSpPr>
                <a:spLocks noChangeAspect="1"/>
              </p:cNvSpPr>
              <p:nvPr/>
            </p:nvSpPr>
            <p:spPr>
              <a:xfrm flipV="1">
                <a:off x="1869" y="1307"/>
                <a:ext cx="586" cy="1"/>
              </a:xfrm>
              <a:prstGeom prst="line">
                <a:avLst/>
              </a:prstGeom>
              <a:ln w="25400" cap="flat" cmpd="sng">
                <a:solidFill>
                  <a:srgbClr val="000000"/>
                </a:solidFill>
                <a:prstDash val="solid"/>
                <a:headEnd type="none" w="med" len="med"/>
                <a:tailEnd type="none" w="med" len="med"/>
              </a:ln>
            </p:spPr>
          </p:sp>
          <p:sp>
            <p:nvSpPr>
              <p:cNvPr id="184356" name="Line 68"/>
              <p:cNvSpPr/>
              <p:nvPr/>
            </p:nvSpPr>
            <p:spPr>
              <a:xfrm>
                <a:off x="587" y="1107"/>
                <a:ext cx="1226" cy="1"/>
              </a:xfrm>
              <a:prstGeom prst="line">
                <a:avLst/>
              </a:prstGeom>
              <a:ln w="25400" cap="flat" cmpd="sng">
                <a:solidFill>
                  <a:srgbClr val="000000"/>
                </a:solidFill>
                <a:prstDash val="solid"/>
                <a:headEnd type="none" w="med" len="med"/>
                <a:tailEnd type="none" w="med" len="med"/>
              </a:ln>
            </p:spPr>
          </p:sp>
          <p:sp>
            <p:nvSpPr>
              <p:cNvPr id="184357" name="Line 69"/>
              <p:cNvSpPr>
                <a:spLocks noChangeAspect="1"/>
              </p:cNvSpPr>
              <p:nvPr/>
            </p:nvSpPr>
            <p:spPr>
              <a:xfrm>
                <a:off x="1818" y="1108"/>
                <a:ext cx="40" cy="197"/>
              </a:xfrm>
              <a:prstGeom prst="line">
                <a:avLst/>
              </a:prstGeom>
              <a:ln w="25400" cap="flat" cmpd="sng">
                <a:solidFill>
                  <a:srgbClr val="000000"/>
                </a:solidFill>
                <a:prstDash val="solid"/>
                <a:headEnd type="none" w="med" len="med"/>
                <a:tailEnd type="none" w="med" len="med"/>
              </a:ln>
            </p:spPr>
          </p:sp>
          <p:sp>
            <p:nvSpPr>
              <p:cNvPr id="184358" name="Line 70"/>
              <p:cNvSpPr/>
              <p:nvPr/>
            </p:nvSpPr>
            <p:spPr>
              <a:xfrm>
                <a:off x="2510" y="1113"/>
                <a:ext cx="735" cy="1"/>
              </a:xfrm>
              <a:prstGeom prst="line">
                <a:avLst/>
              </a:prstGeom>
              <a:ln w="25400" cap="flat" cmpd="sng">
                <a:solidFill>
                  <a:srgbClr val="000000"/>
                </a:solidFill>
                <a:prstDash val="solid"/>
                <a:headEnd type="none" w="med" len="med"/>
                <a:tailEnd type="none" w="med" len="med"/>
              </a:ln>
            </p:spPr>
          </p:sp>
          <p:sp>
            <p:nvSpPr>
              <p:cNvPr id="184359" name="Line 71"/>
              <p:cNvSpPr>
                <a:spLocks noChangeAspect="1"/>
              </p:cNvSpPr>
              <p:nvPr/>
            </p:nvSpPr>
            <p:spPr>
              <a:xfrm flipV="1">
                <a:off x="2756" y="1525"/>
                <a:ext cx="41" cy="197"/>
              </a:xfrm>
              <a:prstGeom prst="line">
                <a:avLst/>
              </a:prstGeom>
              <a:ln w="25400" cap="flat" cmpd="sng">
                <a:solidFill>
                  <a:srgbClr val="000000"/>
                </a:solidFill>
                <a:prstDash val="solid"/>
                <a:headEnd type="none" w="med" len="med"/>
                <a:tailEnd type="none" w="med" len="med"/>
              </a:ln>
            </p:spPr>
          </p:sp>
          <p:sp>
            <p:nvSpPr>
              <p:cNvPr id="184360" name="Line 72"/>
              <p:cNvSpPr>
                <a:spLocks noChangeAspect="1"/>
              </p:cNvSpPr>
              <p:nvPr/>
            </p:nvSpPr>
            <p:spPr>
              <a:xfrm flipV="1">
                <a:off x="1911" y="1729"/>
                <a:ext cx="849" cy="1"/>
              </a:xfrm>
              <a:prstGeom prst="line">
                <a:avLst/>
              </a:prstGeom>
              <a:ln w="25400" cap="flat" cmpd="sng">
                <a:solidFill>
                  <a:srgbClr val="000000"/>
                </a:solidFill>
                <a:prstDash val="solid"/>
                <a:headEnd type="none" w="med" len="med"/>
                <a:tailEnd type="none" w="med" len="med"/>
              </a:ln>
            </p:spPr>
          </p:sp>
          <p:sp>
            <p:nvSpPr>
              <p:cNvPr id="184361" name="Line 73"/>
              <p:cNvSpPr>
                <a:spLocks noChangeAspect="1"/>
              </p:cNvSpPr>
              <p:nvPr/>
            </p:nvSpPr>
            <p:spPr>
              <a:xfrm>
                <a:off x="588" y="1528"/>
                <a:ext cx="1260" cy="1"/>
              </a:xfrm>
              <a:prstGeom prst="line">
                <a:avLst/>
              </a:prstGeom>
              <a:ln w="25400" cap="flat" cmpd="sng">
                <a:solidFill>
                  <a:srgbClr val="000000"/>
                </a:solidFill>
                <a:prstDash val="solid"/>
                <a:headEnd type="none" w="med" len="med"/>
                <a:tailEnd type="none" w="med" len="med"/>
              </a:ln>
            </p:spPr>
          </p:sp>
          <p:sp>
            <p:nvSpPr>
              <p:cNvPr id="184362" name="Line 74"/>
              <p:cNvSpPr>
                <a:spLocks noChangeAspect="1"/>
              </p:cNvSpPr>
              <p:nvPr/>
            </p:nvSpPr>
            <p:spPr>
              <a:xfrm>
                <a:off x="1848" y="1523"/>
                <a:ext cx="46" cy="215"/>
              </a:xfrm>
              <a:prstGeom prst="line">
                <a:avLst/>
              </a:prstGeom>
              <a:ln w="25400" cap="flat" cmpd="sng">
                <a:solidFill>
                  <a:srgbClr val="000000"/>
                </a:solidFill>
                <a:prstDash val="solid"/>
                <a:headEnd type="none" w="med" len="med"/>
                <a:tailEnd type="none" w="med" len="med"/>
              </a:ln>
            </p:spPr>
          </p:sp>
          <p:sp>
            <p:nvSpPr>
              <p:cNvPr id="184363" name="Line 75"/>
              <p:cNvSpPr>
                <a:spLocks noChangeAspect="1"/>
              </p:cNvSpPr>
              <p:nvPr/>
            </p:nvSpPr>
            <p:spPr>
              <a:xfrm>
                <a:off x="2800" y="1522"/>
                <a:ext cx="455" cy="1"/>
              </a:xfrm>
              <a:prstGeom prst="line">
                <a:avLst/>
              </a:prstGeom>
              <a:ln w="25400" cap="flat" cmpd="sng">
                <a:solidFill>
                  <a:srgbClr val="000000"/>
                </a:solidFill>
                <a:prstDash val="solid"/>
                <a:headEnd type="none" w="med" len="med"/>
                <a:tailEnd type="none" w="med" len="med"/>
              </a:ln>
            </p:spPr>
          </p:sp>
          <p:sp>
            <p:nvSpPr>
              <p:cNvPr id="184364" name="Line 76"/>
              <p:cNvSpPr>
                <a:spLocks noChangeAspect="1"/>
              </p:cNvSpPr>
              <p:nvPr/>
            </p:nvSpPr>
            <p:spPr>
              <a:xfrm>
                <a:off x="626" y="1901"/>
                <a:ext cx="1634" cy="1"/>
              </a:xfrm>
              <a:prstGeom prst="line">
                <a:avLst/>
              </a:prstGeom>
              <a:ln w="25400" cap="flat" cmpd="sng">
                <a:solidFill>
                  <a:srgbClr val="000000"/>
                </a:solidFill>
                <a:prstDash val="solid"/>
                <a:headEnd type="none" w="med" len="med"/>
                <a:tailEnd type="none" w="med" len="med"/>
              </a:ln>
            </p:spPr>
          </p:sp>
          <p:sp>
            <p:nvSpPr>
              <p:cNvPr id="184365" name="Line 77"/>
              <p:cNvSpPr>
                <a:spLocks noChangeAspect="1"/>
              </p:cNvSpPr>
              <p:nvPr/>
            </p:nvSpPr>
            <p:spPr>
              <a:xfrm>
                <a:off x="2256" y="1907"/>
                <a:ext cx="42" cy="199"/>
              </a:xfrm>
              <a:prstGeom prst="line">
                <a:avLst/>
              </a:prstGeom>
              <a:ln w="25400" cap="flat" cmpd="sng">
                <a:solidFill>
                  <a:srgbClr val="000000"/>
                </a:solidFill>
                <a:prstDash val="solid"/>
                <a:headEnd type="none" w="med" len="med"/>
                <a:tailEnd type="none" w="med" len="med"/>
              </a:ln>
            </p:spPr>
          </p:sp>
          <p:sp>
            <p:nvSpPr>
              <p:cNvPr id="184366" name="Line 78"/>
              <p:cNvSpPr>
                <a:spLocks noChangeAspect="1"/>
              </p:cNvSpPr>
              <p:nvPr/>
            </p:nvSpPr>
            <p:spPr>
              <a:xfrm flipV="1">
                <a:off x="2586" y="1913"/>
                <a:ext cx="41" cy="198"/>
              </a:xfrm>
              <a:prstGeom prst="line">
                <a:avLst/>
              </a:prstGeom>
              <a:ln w="25400" cap="flat" cmpd="sng">
                <a:solidFill>
                  <a:srgbClr val="000000"/>
                </a:solidFill>
                <a:prstDash val="solid"/>
                <a:headEnd type="none" w="med" len="med"/>
                <a:tailEnd type="none" w="med" len="med"/>
              </a:ln>
            </p:spPr>
          </p:sp>
          <p:sp>
            <p:nvSpPr>
              <p:cNvPr id="184367" name="Line 79"/>
              <p:cNvSpPr>
                <a:spLocks noChangeAspect="1"/>
              </p:cNvSpPr>
              <p:nvPr/>
            </p:nvSpPr>
            <p:spPr>
              <a:xfrm flipV="1">
                <a:off x="2643" y="1912"/>
                <a:ext cx="621" cy="1"/>
              </a:xfrm>
              <a:prstGeom prst="line">
                <a:avLst/>
              </a:prstGeom>
              <a:ln w="25400" cap="flat" cmpd="sng">
                <a:solidFill>
                  <a:srgbClr val="000000"/>
                </a:solidFill>
                <a:prstDash val="solid"/>
                <a:headEnd type="none" w="med" len="med"/>
                <a:tailEnd type="none" w="med" len="med"/>
              </a:ln>
            </p:spPr>
          </p:sp>
          <p:sp>
            <p:nvSpPr>
              <p:cNvPr id="184368" name="Text Box 80"/>
              <p:cNvSpPr txBox="1"/>
              <p:nvPr/>
            </p:nvSpPr>
            <p:spPr>
              <a:xfrm>
                <a:off x="811" y="764"/>
                <a:ext cx="171" cy="228"/>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400" dirty="0">
                    <a:solidFill>
                      <a:srgbClr val="FF00FF"/>
                    </a:solidFill>
                    <a:latin typeface="Arial" panose="020B0604020202020204" pitchFamily="34" charset="0"/>
                  </a:rPr>
                  <a:t>②</a:t>
                </a:r>
                <a:endParaRPr lang="en-US" altLang="zh-CN" sz="2200" dirty="0">
                  <a:solidFill>
                    <a:srgbClr val="0000FF"/>
                  </a:solidFill>
                  <a:latin typeface="宋体" panose="02010600030101010101" pitchFamily="2" charset="-122"/>
                </a:endParaRPr>
              </a:p>
            </p:txBody>
          </p:sp>
          <p:sp>
            <p:nvSpPr>
              <p:cNvPr id="184369" name="Text Box 81"/>
              <p:cNvSpPr txBox="1"/>
              <p:nvPr/>
            </p:nvSpPr>
            <p:spPr>
              <a:xfrm>
                <a:off x="2035" y="1908"/>
                <a:ext cx="170" cy="229"/>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400" dirty="0">
                    <a:solidFill>
                      <a:srgbClr val="FF00FF"/>
                    </a:solidFill>
                    <a:latin typeface="Arial" panose="020B0604020202020204" pitchFamily="34" charset="0"/>
                  </a:rPr>
                  <a:t>③</a:t>
                </a:r>
                <a:endParaRPr lang="en-US" altLang="zh-CN" sz="2200" dirty="0">
                  <a:solidFill>
                    <a:srgbClr val="0000FF"/>
                  </a:solidFill>
                  <a:latin typeface="宋体" panose="02010600030101010101" pitchFamily="2" charset="-122"/>
                </a:endParaRPr>
              </a:p>
            </p:txBody>
          </p:sp>
          <p:sp>
            <p:nvSpPr>
              <p:cNvPr id="184370" name="Arc 82"/>
              <p:cNvSpPr/>
              <p:nvPr/>
            </p:nvSpPr>
            <p:spPr>
              <a:xfrm flipV="1">
                <a:off x="2281" y="1196"/>
                <a:ext cx="250" cy="790"/>
              </a:xfrm>
              <a:custGeom>
                <a:avLst/>
                <a:gdLst/>
                <a:ahLst/>
                <a:cxnLst>
                  <a:cxn ang="0">
                    <a:pos x="0" y="0"/>
                  </a:cxn>
                  <a:cxn ang="0">
                    <a:pos x="0" y="0"/>
                  </a:cxn>
                  <a:cxn ang="0">
                    <a:pos x="0" y="0"/>
                  </a:cxn>
                  <a:cxn ang="0">
                    <a:pos x="0" y="0"/>
                  </a:cxn>
                  <a:cxn ang="0">
                    <a:pos x="0" y="0"/>
                  </a:cxn>
                  <a:cxn ang="0">
                    <a:pos x="0" y="0"/>
                  </a:cxn>
                  <a:cxn ang="0">
                    <a:pos x="0" y="0"/>
                  </a:cxn>
                  <a:cxn ang="0">
                    <a:pos x="0" y="0"/>
                  </a:cxn>
                </a:cxnLst>
                <a:pathLst>
                  <a:path w="21600" h="33239" fill="none">
                    <a:moveTo>
                      <a:pt x="0" y="0"/>
                    </a:moveTo>
                    <a:cubicBezTo>
                      <a:pt x="11929" y="0"/>
                      <a:pt x="21600" y="9670"/>
                      <a:pt x="21600" y="21600"/>
                    </a:cubicBezTo>
                    <a:cubicBezTo>
                      <a:pt x="21600" y="25725"/>
                      <a:pt x="20418" y="29763"/>
                      <a:pt x="18195" y="33238"/>
                    </a:cubicBezTo>
                  </a:path>
                  <a:path w="21600" h="33239" stroke="0">
                    <a:moveTo>
                      <a:pt x="0" y="0"/>
                    </a:moveTo>
                    <a:cubicBezTo>
                      <a:pt x="11929" y="0"/>
                      <a:pt x="21600" y="9670"/>
                      <a:pt x="21600" y="21600"/>
                    </a:cubicBezTo>
                    <a:cubicBezTo>
                      <a:pt x="21600" y="25725"/>
                      <a:pt x="20418" y="29763"/>
                      <a:pt x="18195" y="33238"/>
                    </a:cubicBezTo>
                    <a:lnTo>
                      <a:pt x="0" y="21600"/>
                    </a:lnTo>
                    <a:lnTo>
                      <a:pt x="0" y="0"/>
                    </a:lnTo>
                    <a:close/>
                  </a:path>
                </a:pathLst>
              </a:custGeom>
              <a:noFill/>
              <a:ln w="38100" cap="flat" cmpd="sng">
                <a:solidFill>
                  <a:srgbClr val="000000">
                    <a:alpha val="100000"/>
                  </a:srgbClr>
                </a:solidFill>
                <a:prstDash val="solid"/>
                <a:round/>
                <a:headEnd type="none" w="med" len="med"/>
                <a:tailEnd type="triangle" w="sm" len="med"/>
              </a:ln>
            </p:spPr>
            <p:txBody>
              <a:bodyPr/>
              <a:p>
                <a:endParaRPr lang="zh-CN" altLang="en-US"/>
              </a:p>
            </p:txBody>
          </p:sp>
          <p:sp>
            <p:nvSpPr>
              <p:cNvPr id="184371" name="Arc 83"/>
              <p:cNvSpPr/>
              <p:nvPr/>
            </p:nvSpPr>
            <p:spPr>
              <a:xfrm rot="-10800000" flipV="1">
                <a:off x="2592" y="1575"/>
                <a:ext cx="210" cy="576"/>
              </a:xfrm>
              <a:custGeom>
                <a:avLst/>
                <a:gdLst/>
                <a:ahLst/>
                <a:cxnLst>
                  <a:cxn ang="0">
                    <a:pos x="0" y="0"/>
                  </a:cxn>
                  <a:cxn ang="0">
                    <a:pos x="0" y="0"/>
                  </a:cxn>
                  <a:cxn ang="0">
                    <a:pos x="0" y="0"/>
                  </a:cxn>
                  <a:cxn ang="0">
                    <a:pos x="0" y="0"/>
                  </a:cxn>
                  <a:cxn ang="0">
                    <a:pos x="0" y="0"/>
                  </a:cxn>
                  <a:cxn ang="0">
                    <a:pos x="0" y="0"/>
                  </a:cxn>
                  <a:cxn ang="0">
                    <a:pos x="0" y="0"/>
                  </a:cxn>
                  <a:cxn ang="0">
                    <a:pos x="0" y="0"/>
                  </a:cxn>
                </a:cxnLst>
                <a:pathLst>
                  <a:path w="22141" h="21600" fill="none">
                    <a:moveTo>
                      <a:pt x="0" y="17"/>
                    </a:moveTo>
                    <a:cubicBezTo>
                      <a:pt x="286" y="5"/>
                      <a:pt x="573" y="-1"/>
                      <a:pt x="860" y="0"/>
                    </a:cubicBezTo>
                    <a:cubicBezTo>
                      <a:pt x="11362" y="0"/>
                      <a:pt x="20342" y="7553"/>
                      <a:pt x="22140" y="17901"/>
                    </a:cubicBezTo>
                  </a:path>
                  <a:path w="22141" h="21600" stroke="0">
                    <a:moveTo>
                      <a:pt x="0" y="17"/>
                    </a:moveTo>
                    <a:cubicBezTo>
                      <a:pt x="286" y="5"/>
                      <a:pt x="573" y="-1"/>
                      <a:pt x="860" y="0"/>
                    </a:cubicBezTo>
                    <a:cubicBezTo>
                      <a:pt x="11362" y="0"/>
                      <a:pt x="20342" y="7553"/>
                      <a:pt x="22140" y="17901"/>
                    </a:cubicBezTo>
                    <a:lnTo>
                      <a:pt x="860" y="21600"/>
                    </a:lnTo>
                    <a:lnTo>
                      <a:pt x="0" y="17"/>
                    </a:lnTo>
                    <a:close/>
                  </a:path>
                </a:pathLst>
              </a:custGeom>
              <a:noFill/>
              <a:ln w="38100" cap="flat" cmpd="sng">
                <a:solidFill>
                  <a:srgbClr val="000000">
                    <a:alpha val="100000"/>
                  </a:srgbClr>
                </a:solidFill>
                <a:prstDash val="solid"/>
                <a:round/>
                <a:headEnd type="triangle" w="sm" len="med"/>
                <a:tailEnd type="none" w="sm" len="med"/>
              </a:ln>
            </p:spPr>
            <p:txBody>
              <a:bodyPr/>
              <a:p>
                <a:endParaRPr lang="zh-CN" altLang="en-US"/>
              </a:p>
            </p:txBody>
          </p:sp>
          <p:sp>
            <p:nvSpPr>
              <p:cNvPr id="184372" name="Arc 84"/>
              <p:cNvSpPr/>
              <p:nvPr/>
            </p:nvSpPr>
            <p:spPr>
              <a:xfrm rot="10800000">
                <a:off x="1438" y="930"/>
                <a:ext cx="409" cy="649"/>
              </a:xfrm>
              <a:custGeom>
                <a:avLst/>
                <a:gdLst/>
                <a:ahLst/>
                <a:cxnLst>
                  <a:cxn ang="0">
                    <a:pos x="0" y="0"/>
                  </a:cxn>
                  <a:cxn ang="0">
                    <a:pos x="0" y="0"/>
                  </a:cxn>
                  <a:cxn ang="0">
                    <a:pos x="0" y="0"/>
                  </a:cxn>
                  <a:cxn ang="0">
                    <a:pos x="0" y="0"/>
                  </a:cxn>
                  <a:cxn ang="0">
                    <a:pos x="0" y="0"/>
                  </a:cxn>
                  <a:cxn ang="0">
                    <a:pos x="0" y="0"/>
                  </a:cxn>
                  <a:cxn ang="0">
                    <a:pos x="0" y="0"/>
                  </a:cxn>
                  <a:cxn ang="0">
                    <a:pos x="0" y="0"/>
                  </a:cxn>
                </a:cxnLst>
                <a:pathLst>
                  <a:path w="23223" h="21600" fill="none">
                    <a:moveTo>
                      <a:pt x="0" y="61"/>
                    </a:moveTo>
                    <a:cubicBezTo>
                      <a:pt x="540" y="20"/>
                      <a:pt x="1081" y="-1"/>
                      <a:pt x="1623" y="0"/>
                    </a:cubicBezTo>
                    <a:cubicBezTo>
                      <a:pt x="13552" y="0"/>
                      <a:pt x="23223" y="9670"/>
                      <a:pt x="23223" y="21600"/>
                    </a:cubicBezTo>
                  </a:path>
                  <a:path w="23223" h="21600" stroke="0">
                    <a:moveTo>
                      <a:pt x="0" y="61"/>
                    </a:moveTo>
                    <a:cubicBezTo>
                      <a:pt x="540" y="20"/>
                      <a:pt x="1081" y="-1"/>
                      <a:pt x="1623" y="0"/>
                    </a:cubicBezTo>
                    <a:cubicBezTo>
                      <a:pt x="13552" y="0"/>
                      <a:pt x="23223" y="9670"/>
                      <a:pt x="23223" y="21600"/>
                    </a:cubicBezTo>
                    <a:lnTo>
                      <a:pt x="1623" y="21600"/>
                    </a:lnTo>
                    <a:lnTo>
                      <a:pt x="0" y="61"/>
                    </a:lnTo>
                    <a:close/>
                  </a:path>
                </a:pathLst>
              </a:custGeom>
              <a:noFill/>
              <a:ln w="38100" cap="flat" cmpd="sng">
                <a:solidFill>
                  <a:srgbClr val="000000">
                    <a:alpha val="100000"/>
                  </a:srgbClr>
                </a:solidFill>
                <a:prstDash val="solid"/>
                <a:round/>
                <a:headEnd type="triangle" w="sm" len="med"/>
                <a:tailEnd type="none" w="med" len="med"/>
              </a:ln>
            </p:spPr>
            <p:txBody>
              <a:bodyPr/>
              <a:p>
                <a:endParaRPr lang="zh-CN" altLang="en-US"/>
              </a:p>
            </p:txBody>
          </p:sp>
          <p:sp>
            <p:nvSpPr>
              <p:cNvPr id="184373" name="Arc 85"/>
              <p:cNvSpPr/>
              <p:nvPr/>
            </p:nvSpPr>
            <p:spPr>
              <a:xfrm flipV="1">
                <a:off x="1468" y="508"/>
                <a:ext cx="257" cy="341"/>
              </a:xfrm>
              <a:custGeom>
                <a:avLst/>
                <a:gdLst/>
                <a:ahLst/>
                <a:cxnLst>
                  <a:cxn ang="0">
                    <a:pos x="0" y="0"/>
                  </a:cxn>
                  <a:cxn ang="0">
                    <a:pos x="0" y="0"/>
                  </a:cxn>
                  <a:cxn ang="0">
                    <a:pos x="0" y="0"/>
                  </a:cxn>
                  <a:cxn ang="0">
                    <a:pos x="0" y="0"/>
                  </a:cxn>
                  <a:cxn ang="0">
                    <a:pos x="0" y="0"/>
                  </a:cxn>
                  <a:cxn ang="0">
                    <a:pos x="0" y="0"/>
                  </a:cxn>
                  <a:cxn ang="0">
                    <a:pos x="0" y="0"/>
                  </a:cxn>
                  <a:cxn ang="0">
                    <a:pos x="0" y="0"/>
                  </a:cxn>
                </a:cxnLst>
                <a:pathLst>
                  <a:path w="33653" h="21600" fill="none">
                    <a:moveTo>
                      <a:pt x="0" y="3921"/>
                    </a:moveTo>
                    <a:cubicBezTo>
                      <a:pt x="3635" y="1369"/>
                      <a:pt x="7969" y="-1"/>
                      <a:pt x="12411" y="0"/>
                    </a:cubicBezTo>
                    <a:cubicBezTo>
                      <a:pt x="22829" y="0"/>
                      <a:pt x="31763" y="7437"/>
                      <a:pt x="33652" y="17683"/>
                    </a:cubicBezTo>
                  </a:path>
                  <a:path w="33653" h="21600" stroke="0">
                    <a:moveTo>
                      <a:pt x="0" y="3921"/>
                    </a:moveTo>
                    <a:cubicBezTo>
                      <a:pt x="3635" y="1369"/>
                      <a:pt x="7969" y="-1"/>
                      <a:pt x="12411" y="0"/>
                    </a:cubicBezTo>
                    <a:cubicBezTo>
                      <a:pt x="22829" y="0"/>
                      <a:pt x="31763" y="7437"/>
                      <a:pt x="33652" y="17683"/>
                    </a:cubicBezTo>
                    <a:lnTo>
                      <a:pt x="12411" y="21600"/>
                    </a:lnTo>
                    <a:lnTo>
                      <a:pt x="0" y="3921"/>
                    </a:lnTo>
                    <a:close/>
                  </a:path>
                </a:pathLst>
              </a:custGeom>
              <a:noFill/>
              <a:ln w="38100" cap="flat" cmpd="sng">
                <a:solidFill>
                  <a:srgbClr val="000000">
                    <a:alpha val="100000"/>
                  </a:srgbClr>
                </a:solidFill>
                <a:prstDash val="solid"/>
                <a:round/>
                <a:headEnd type="none" w="med" len="med"/>
                <a:tailEnd type="triangle" w="sm" len="med"/>
              </a:ln>
            </p:spPr>
            <p:txBody>
              <a:bodyPr/>
              <a:p>
                <a:endParaRPr lang="zh-CN" altLang="en-US"/>
              </a:p>
            </p:txBody>
          </p:sp>
          <p:sp>
            <p:nvSpPr>
              <p:cNvPr id="184374" name="Arc 86"/>
              <p:cNvSpPr/>
              <p:nvPr/>
            </p:nvSpPr>
            <p:spPr>
              <a:xfrm rot="10800000">
                <a:off x="1459" y="850"/>
                <a:ext cx="399" cy="385"/>
              </a:xfrm>
              <a:custGeom>
                <a:avLst/>
                <a:gdLst/>
                <a:ahLst/>
                <a:cxnLst>
                  <a:cxn ang="0">
                    <a:pos x="0" y="0"/>
                  </a:cxn>
                  <a:cxn ang="0">
                    <a:pos x="0" y="0"/>
                  </a:cxn>
                  <a:cxn ang="0">
                    <a:pos x="0" y="0"/>
                  </a:cxn>
                  <a:cxn ang="0">
                    <a:pos x="0" y="0"/>
                  </a:cxn>
                  <a:cxn ang="0">
                    <a:pos x="0" y="0"/>
                  </a:cxn>
                  <a:cxn ang="0">
                    <a:pos x="0" y="0"/>
                  </a:cxn>
                  <a:cxn ang="0">
                    <a:pos x="0" y="0"/>
                  </a:cxn>
                  <a:cxn ang="0">
                    <a:pos x="0" y="0"/>
                  </a:cxn>
                </a:cxnLst>
                <a:pathLst>
                  <a:path w="25818" h="21600" fill="none">
                    <a:moveTo>
                      <a:pt x="-1" y="415"/>
                    </a:moveTo>
                    <a:cubicBezTo>
                      <a:pt x="1388" y="139"/>
                      <a:pt x="2801" y="-1"/>
                      <a:pt x="4218" y="0"/>
                    </a:cubicBezTo>
                    <a:cubicBezTo>
                      <a:pt x="16147" y="0"/>
                      <a:pt x="25818" y="9670"/>
                      <a:pt x="25818" y="21600"/>
                    </a:cubicBezTo>
                  </a:path>
                  <a:path w="25818" h="21600" stroke="0">
                    <a:moveTo>
                      <a:pt x="-1" y="415"/>
                    </a:moveTo>
                    <a:cubicBezTo>
                      <a:pt x="1388" y="139"/>
                      <a:pt x="2801" y="-1"/>
                      <a:pt x="4218" y="0"/>
                    </a:cubicBezTo>
                    <a:cubicBezTo>
                      <a:pt x="16147" y="0"/>
                      <a:pt x="25818" y="9670"/>
                      <a:pt x="25818" y="21600"/>
                    </a:cubicBezTo>
                    <a:lnTo>
                      <a:pt x="4218" y="21600"/>
                    </a:lnTo>
                    <a:lnTo>
                      <a:pt x="-1" y="415"/>
                    </a:lnTo>
                    <a:close/>
                  </a:path>
                </a:pathLst>
              </a:custGeom>
              <a:noFill/>
              <a:ln w="38100" cap="flat" cmpd="sng">
                <a:solidFill>
                  <a:srgbClr val="000000">
                    <a:alpha val="100000"/>
                  </a:srgbClr>
                </a:solidFill>
                <a:prstDash val="solid"/>
                <a:round/>
                <a:headEnd type="triangle" w="sm" len="med"/>
                <a:tailEnd type="none" w="med" len="med"/>
              </a:ln>
            </p:spPr>
            <p:txBody>
              <a:bodyPr/>
              <a:p>
                <a:endParaRPr lang="zh-CN" altLang="en-US"/>
              </a:p>
            </p:txBody>
          </p:sp>
          <p:sp>
            <p:nvSpPr>
              <p:cNvPr id="184375" name="Text Box 87"/>
              <p:cNvSpPr txBox="1"/>
              <p:nvPr/>
            </p:nvSpPr>
            <p:spPr>
              <a:xfrm>
                <a:off x="598" y="418"/>
                <a:ext cx="170" cy="287"/>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None/>
                </a:pPr>
                <a:r>
                  <a:rPr lang="en-US" altLang="zh-CN" sz="2400" dirty="0">
                    <a:solidFill>
                      <a:srgbClr val="FF00FF"/>
                    </a:solidFill>
                    <a:latin typeface="Arial" panose="020B0604020202020204" pitchFamily="34" charset="0"/>
                  </a:rPr>
                  <a:t>①</a:t>
                </a:r>
                <a:endParaRPr lang="en-US" altLang="zh-CN" sz="2400" b="0" dirty="0">
                  <a:solidFill>
                    <a:srgbClr val="0000FF"/>
                  </a:solidFill>
                  <a:latin typeface="Arial" panose="020B0604020202020204" pitchFamily="34" charset="0"/>
                </a:endParaRPr>
              </a:p>
            </p:txBody>
          </p:sp>
          <p:sp>
            <p:nvSpPr>
              <p:cNvPr id="184376" name="Text Box 88"/>
              <p:cNvSpPr txBox="1"/>
              <p:nvPr/>
            </p:nvSpPr>
            <p:spPr>
              <a:xfrm>
                <a:off x="79" y="1478"/>
                <a:ext cx="593" cy="298"/>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INTR</a:t>
                </a:r>
                <a:endParaRPr lang="en-US" altLang="zh-CN" sz="2200" dirty="0">
                  <a:solidFill>
                    <a:schemeClr val="tx1"/>
                  </a:solidFill>
                  <a:latin typeface="宋体" panose="02010600030101010101" pitchFamily="2" charset="-122"/>
                </a:endParaRPr>
              </a:p>
            </p:txBody>
          </p:sp>
        </p:grpSp>
      </p:grpSp>
      <p:grpSp>
        <p:nvGrpSpPr>
          <p:cNvPr id="184323" name="Group 89"/>
          <p:cNvGrpSpPr/>
          <p:nvPr/>
        </p:nvGrpSpPr>
        <p:grpSpPr>
          <a:xfrm>
            <a:off x="139700" y="3106738"/>
            <a:ext cx="8763000" cy="3454400"/>
            <a:chOff x="144" y="2160"/>
            <a:chExt cx="5520" cy="2176"/>
          </a:xfrm>
        </p:grpSpPr>
        <p:sp>
          <p:nvSpPr>
            <p:cNvPr id="184325" name="Text Box 90"/>
            <p:cNvSpPr txBox="1"/>
            <p:nvPr/>
          </p:nvSpPr>
          <p:spPr>
            <a:xfrm>
              <a:off x="144" y="2400"/>
              <a:ext cx="5520" cy="1936"/>
            </a:xfrm>
            <a:prstGeom prst="rect">
              <a:avLst/>
            </a:prstGeom>
            <a:noFill/>
            <a:ln w="9525">
              <a:noFill/>
            </a:ln>
          </p:spPr>
          <p:txBody>
            <a:bodyPr lIns="90000" tIns="46800" rIns="90000" bIns="4680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
                </a:spcBef>
                <a:spcAft>
                  <a:spcPct val="0"/>
                </a:spcAft>
                <a:buClrTx/>
                <a:buSzTx/>
                <a:buFont typeface="Arial" panose="020B0604020202020204" pitchFamily="34" charset="0"/>
                <a:buNone/>
              </a:pPr>
              <a:r>
                <a:rPr lang="en-US" altLang="zh-CN" sz="2200" dirty="0">
                  <a:solidFill>
                    <a:srgbClr val="FF00FF"/>
                  </a:solidFill>
                  <a:latin typeface="楷体_GB2312" pitchFamily="1" charset="-122"/>
                </a:rPr>
                <a:t>  ① </a:t>
              </a:r>
              <a:r>
                <a:rPr lang="en-US" altLang="zh-CN" sz="2200" dirty="0">
                  <a:solidFill>
                    <a:schemeClr val="tx1"/>
                  </a:solidFill>
                  <a:latin typeface="楷体_GB2312" pitchFamily="1" charset="-122"/>
                </a:rPr>
                <a:t>CPU</a:t>
              </a:r>
              <a:r>
                <a:rPr lang="zh-CN" altLang="en-US" sz="2200" dirty="0">
                  <a:solidFill>
                    <a:schemeClr val="tx1"/>
                  </a:solidFill>
                  <a:latin typeface="楷体_GB2312" pitchFamily="1" charset="-122"/>
                </a:rPr>
                <a:t>输出数据</a:t>
              </a:r>
              <a:endParaRPr lang="zh-CN" altLang="en-US" sz="2200" dirty="0">
                <a:solidFill>
                  <a:schemeClr val="tx1"/>
                </a:solidFill>
                <a:latin typeface="楷体_GB2312" pitchFamily="1" charset="-122"/>
              </a:endParaRPr>
            </a:p>
            <a:p>
              <a:pPr marL="0" lvl="0" indent="0">
                <a:lnSpc>
                  <a:spcPct val="100000"/>
                </a:lnSpc>
                <a:spcBef>
                  <a:spcPct val="5000"/>
                </a:spcBef>
                <a:spcAft>
                  <a:spcPct val="0"/>
                </a:spcAft>
                <a:buClrTx/>
                <a:buSzTx/>
                <a:buFont typeface="Arial" panose="020B0604020202020204" pitchFamily="34" charset="0"/>
                <a:buNone/>
              </a:pPr>
              <a:r>
                <a:rPr lang="zh-CN" altLang="en-US" sz="2200" dirty="0">
                  <a:solidFill>
                    <a:srgbClr val="FF3300"/>
                  </a:solidFill>
                  <a:latin typeface="楷体_GB2312" pitchFamily="1" charset="-122"/>
                </a:rPr>
                <a:t>  </a:t>
              </a:r>
              <a:r>
                <a:rPr lang="zh-CN" altLang="en-US" sz="2200" dirty="0">
                  <a:solidFill>
                    <a:srgbClr val="FF00FF"/>
                  </a:solidFill>
                  <a:latin typeface="楷体_GB2312" pitchFamily="1" charset="-122"/>
                </a:rPr>
                <a:t>②</a:t>
              </a:r>
              <a:r>
                <a:rPr lang="zh-CN" altLang="en-US" sz="2200" dirty="0">
                  <a:solidFill>
                    <a:srgbClr val="FF33CC"/>
                  </a:solidFill>
                  <a:latin typeface="楷体_GB2312" pitchFamily="1" charset="-122"/>
                </a:rPr>
                <a:t> </a:t>
              </a:r>
              <a:r>
                <a:rPr lang="en-US" altLang="zh-CN" sz="2200" dirty="0">
                  <a:solidFill>
                    <a:schemeClr val="tx1"/>
                  </a:solidFill>
                  <a:latin typeface="楷体_GB2312" pitchFamily="1" charset="-122"/>
                </a:rPr>
                <a:t>CPU</a:t>
              </a:r>
              <a:r>
                <a:rPr lang="zh-CN" altLang="en-US" sz="2200" dirty="0">
                  <a:solidFill>
                    <a:schemeClr val="tx1"/>
                  </a:solidFill>
                  <a:latin typeface="楷体_GB2312" pitchFamily="1" charset="-122"/>
                </a:rPr>
                <a:t>发出</a:t>
              </a:r>
              <a:r>
                <a:rPr lang="en-US" altLang="zh-CN" sz="2200" dirty="0">
                  <a:solidFill>
                    <a:schemeClr val="tx1"/>
                  </a:solidFill>
                  <a:latin typeface="楷体_GB2312" pitchFamily="1" charset="-122"/>
                </a:rPr>
                <a:t>WR</a:t>
              </a:r>
              <a:r>
                <a:rPr lang="zh-CN" altLang="en-US" sz="2200" dirty="0">
                  <a:solidFill>
                    <a:schemeClr val="tx1"/>
                  </a:solidFill>
                  <a:latin typeface="楷体_GB2312" pitchFamily="1" charset="-122"/>
                </a:rPr>
                <a:t>：</a:t>
              </a:r>
              <a:r>
                <a:rPr lang="zh-CN" altLang="en-US" sz="2200" dirty="0">
                  <a:solidFill>
                    <a:srgbClr val="FFFF00"/>
                  </a:solidFill>
                  <a:latin typeface="楷体_GB2312" pitchFamily="1" charset="-122"/>
                </a:rPr>
                <a:t> </a:t>
              </a:r>
              <a:endParaRPr lang="zh-CN" altLang="en-US" sz="2200" dirty="0">
                <a:solidFill>
                  <a:srgbClr val="FFFF00"/>
                </a:solidFill>
                <a:latin typeface="楷体_GB2312" pitchFamily="1" charset="-122"/>
              </a:endParaRPr>
            </a:p>
            <a:p>
              <a:pPr marL="0" lvl="0" indent="0">
                <a:lnSpc>
                  <a:spcPct val="100000"/>
                </a:lnSpc>
                <a:spcBef>
                  <a:spcPct val="5000"/>
                </a:spcBef>
                <a:spcAft>
                  <a:spcPct val="0"/>
                </a:spcAft>
                <a:buClrTx/>
                <a:buSzTx/>
                <a:buFont typeface="Arial" panose="020B0604020202020204" pitchFamily="34" charset="0"/>
                <a:buNone/>
              </a:pPr>
              <a:r>
                <a:rPr lang="zh-CN" altLang="en-US" sz="2200" dirty="0">
                  <a:solidFill>
                    <a:srgbClr val="FFFF00"/>
                  </a:solidFill>
                  <a:latin typeface="楷体_GB2312" pitchFamily="1" charset="-122"/>
                </a:rPr>
                <a:t>     </a:t>
              </a:r>
              <a:r>
                <a:rPr lang="en-US" altLang="zh-CN" sz="2200" dirty="0">
                  <a:solidFill>
                    <a:schemeClr val="tx1"/>
                  </a:solidFill>
                  <a:latin typeface="楷体_GB2312" pitchFamily="1" charset="-122"/>
                </a:rPr>
                <a:t>(1)</a:t>
              </a:r>
              <a:r>
                <a:rPr lang="zh-CN" altLang="zh-CN" sz="2200" dirty="0">
                  <a:solidFill>
                    <a:schemeClr val="tx1"/>
                  </a:solidFill>
                  <a:latin typeface="楷体_GB2312" pitchFamily="1" charset="-122"/>
                </a:rPr>
                <a:t>数据写到 8255</a:t>
              </a:r>
              <a:r>
                <a:rPr lang="en-US" altLang="zh-CN" sz="2200" dirty="0">
                  <a:solidFill>
                    <a:schemeClr val="tx1"/>
                  </a:solidFill>
                  <a:latin typeface="楷体_GB2312" pitchFamily="1" charset="-122"/>
                </a:rPr>
                <a:t>A</a:t>
              </a:r>
              <a:r>
                <a:rPr lang="zh-CN" altLang="zh-CN" sz="2200" dirty="0">
                  <a:solidFill>
                    <a:schemeClr val="tx1"/>
                  </a:solidFill>
                  <a:latin typeface="楷体_GB2312" pitchFamily="1" charset="-122"/>
                </a:rPr>
                <a:t>的端口</a:t>
              </a:r>
              <a:endParaRPr lang="zh-CN" altLang="zh-CN" sz="2200" dirty="0">
                <a:solidFill>
                  <a:schemeClr val="tx1"/>
                </a:solidFill>
                <a:latin typeface="楷体_GB2312" pitchFamily="1" charset="-122"/>
              </a:endParaRPr>
            </a:p>
            <a:p>
              <a:pPr marL="0" lvl="0" indent="0">
                <a:lnSpc>
                  <a:spcPct val="95000"/>
                </a:lnSpc>
                <a:spcBef>
                  <a:spcPct val="0"/>
                </a:spcBef>
                <a:spcAft>
                  <a:spcPct val="0"/>
                </a:spcAft>
                <a:buClrTx/>
                <a:buSzTx/>
                <a:buFont typeface="Arial" panose="020B0604020202020204" pitchFamily="34" charset="0"/>
                <a:buNone/>
              </a:pPr>
              <a:r>
                <a:rPr lang="zh-CN" altLang="zh-CN" sz="2200" dirty="0">
                  <a:solidFill>
                    <a:srgbClr val="000E3A"/>
                  </a:solidFill>
                  <a:latin typeface="楷体_GB2312" pitchFamily="1" charset="-122"/>
                </a:rPr>
                <a:t>    </a:t>
              </a:r>
              <a:r>
                <a:rPr lang="en-US" altLang="zh-CN" sz="2200" dirty="0">
                  <a:solidFill>
                    <a:srgbClr val="000E3A"/>
                  </a:solidFill>
                  <a:latin typeface="楷体_GB2312" pitchFamily="1" charset="-122"/>
                </a:rPr>
                <a:t> </a:t>
              </a:r>
              <a:r>
                <a:rPr lang="zh-CN" altLang="zh-CN" sz="2200" dirty="0">
                  <a:solidFill>
                    <a:schemeClr val="tx1"/>
                  </a:solidFill>
                  <a:latin typeface="楷体_GB2312" pitchFamily="1" charset="-122"/>
                </a:rPr>
                <a:t>(2)使</a:t>
              </a:r>
              <a:r>
                <a:rPr lang="en-US" altLang="zh-CN" sz="2200" dirty="0">
                  <a:solidFill>
                    <a:schemeClr val="tx1"/>
                  </a:solidFill>
                  <a:latin typeface="楷体_GB2312" pitchFamily="1" charset="-122"/>
                </a:rPr>
                <a:t>OBF</a:t>
              </a:r>
              <a:r>
                <a:rPr lang="zh-CN" altLang="zh-CN" sz="2200" dirty="0">
                  <a:solidFill>
                    <a:schemeClr val="tx1"/>
                  </a:solidFill>
                  <a:latin typeface="楷体_GB2312" pitchFamily="1" charset="-122"/>
                </a:rPr>
                <a:t>有效，表示输出端口满</a:t>
              </a:r>
              <a:r>
                <a:rPr lang="en-US" altLang="zh-CN" sz="2200" dirty="0">
                  <a:solidFill>
                    <a:schemeClr val="tx1"/>
                  </a:solidFill>
                  <a:latin typeface="楷体_GB2312" pitchFamily="1" charset="-122"/>
                </a:rPr>
                <a:t>,</a:t>
              </a:r>
              <a:r>
                <a:rPr lang="zh-CN" altLang="zh-CN" sz="2200" dirty="0">
                  <a:solidFill>
                    <a:schemeClr val="tx1"/>
                  </a:solidFill>
                  <a:latin typeface="楷体_GB2312" pitchFamily="1" charset="-122"/>
                </a:rPr>
                <a:t>可作为外设的选通信号,通知外设取数据。</a:t>
              </a:r>
              <a:endParaRPr lang="zh-CN" altLang="en-US" sz="2200" dirty="0">
                <a:solidFill>
                  <a:schemeClr val="tx1"/>
                </a:solidFill>
                <a:latin typeface="楷体_GB2312" pitchFamily="1" charset="-122"/>
              </a:endParaRPr>
            </a:p>
            <a:p>
              <a:pPr marL="0" lvl="0" indent="0">
                <a:lnSpc>
                  <a:spcPct val="95000"/>
                </a:lnSpc>
                <a:spcBef>
                  <a:spcPct val="0"/>
                </a:spcBef>
                <a:spcAft>
                  <a:spcPct val="0"/>
                </a:spcAft>
                <a:buClrTx/>
                <a:buSzTx/>
                <a:buFont typeface="Arial" panose="020B0604020202020204" pitchFamily="34" charset="0"/>
                <a:buNone/>
              </a:pPr>
              <a:r>
                <a:rPr lang="zh-CN" altLang="en-US" sz="2200" dirty="0">
                  <a:solidFill>
                    <a:srgbClr val="FF00FF"/>
                  </a:solidFill>
                  <a:latin typeface="楷体_GB2312" pitchFamily="1" charset="-122"/>
                </a:rPr>
                <a:t>  ③ </a:t>
              </a:r>
              <a:r>
                <a:rPr lang="zh-CN" altLang="en-US" sz="2200" dirty="0">
                  <a:solidFill>
                    <a:schemeClr val="tx1"/>
                  </a:solidFill>
                  <a:latin typeface="楷体_GB2312" pitchFamily="1" charset="-122"/>
                </a:rPr>
                <a:t>外设接受到数据后，发出</a:t>
              </a:r>
              <a:r>
                <a:rPr lang="en-US" altLang="zh-CN" sz="2200" dirty="0">
                  <a:solidFill>
                    <a:schemeClr val="tx1"/>
                  </a:solidFill>
                  <a:latin typeface="楷体_GB2312" pitchFamily="1" charset="-122"/>
                </a:rPr>
                <a:t>ACK</a:t>
              </a:r>
              <a:r>
                <a:rPr lang="zh-CN" altLang="en-US" sz="2200" dirty="0">
                  <a:solidFill>
                    <a:schemeClr val="tx1"/>
                  </a:solidFill>
                  <a:latin typeface="楷体_GB2312" pitchFamily="1" charset="-122"/>
                </a:rPr>
                <a:t>信号：</a:t>
              </a:r>
              <a:endParaRPr lang="zh-CN" altLang="en-US" sz="2200" dirty="0">
                <a:solidFill>
                  <a:schemeClr val="tx1"/>
                </a:solidFill>
                <a:latin typeface="楷体_GB2312" pitchFamily="1" charset="-122"/>
              </a:endParaRPr>
            </a:p>
            <a:p>
              <a:pPr marL="0" lvl="0" indent="0">
                <a:lnSpc>
                  <a:spcPct val="95000"/>
                </a:lnSpc>
                <a:spcBef>
                  <a:spcPct val="0"/>
                </a:spcBef>
                <a:spcAft>
                  <a:spcPct val="0"/>
                </a:spcAft>
                <a:buClrTx/>
                <a:buSzTx/>
                <a:buFont typeface="Arial" panose="020B0604020202020204" pitchFamily="34" charset="0"/>
                <a:buNone/>
              </a:pPr>
              <a:r>
                <a:rPr lang="zh-CN" altLang="en-US" sz="2200" dirty="0">
                  <a:solidFill>
                    <a:schemeClr val="tx1"/>
                  </a:solidFill>
                  <a:latin typeface="楷体_GB2312" pitchFamily="1" charset="-122"/>
                </a:rPr>
                <a:t>     </a:t>
              </a:r>
              <a:r>
                <a:rPr lang="en-US" altLang="zh-CN" sz="2200" dirty="0">
                  <a:solidFill>
                    <a:schemeClr val="tx1"/>
                  </a:solidFill>
                  <a:latin typeface="楷体_GB2312" pitchFamily="1" charset="-122"/>
                </a:rPr>
                <a:t>(1) ACK</a:t>
              </a:r>
              <a:r>
                <a:rPr lang="zh-CN" altLang="en-US" sz="2200" dirty="0">
                  <a:solidFill>
                    <a:schemeClr val="tx1"/>
                  </a:solidFill>
                  <a:latin typeface="楷体_GB2312" pitchFamily="1" charset="-122"/>
                </a:rPr>
                <a:t>的下降沿使</a:t>
              </a:r>
              <a:r>
                <a:rPr lang="en-US" altLang="zh-CN" sz="2200" dirty="0">
                  <a:latin typeface="楷体_GB2312" pitchFamily="1" charset="-122"/>
                </a:rPr>
                <a:t>OBF</a:t>
              </a:r>
              <a:r>
                <a:rPr lang="zh-CN" altLang="en-US" sz="2200" dirty="0">
                  <a:latin typeface="楷体_GB2312" pitchFamily="1" charset="-122"/>
                </a:rPr>
                <a:t>变高</a:t>
              </a:r>
              <a:r>
                <a:rPr lang="zh-CN" altLang="en-US" sz="2200" dirty="0">
                  <a:solidFill>
                    <a:schemeClr val="tx1"/>
                  </a:solidFill>
                  <a:latin typeface="楷体_GB2312" pitchFamily="1" charset="-122"/>
                </a:rPr>
                <a:t>，</a:t>
              </a:r>
              <a:endParaRPr lang="zh-CN" altLang="en-US" sz="2200" dirty="0">
                <a:solidFill>
                  <a:schemeClr val="tx1"/>
                </a:solidFill>
                <a:latin typeface="楷体_GB2312" pitchFamily="1" charset="-122"/>
              </a:endParaRPr>
            </a:p>
            <a:p>
              <a:pPr marL="0" lvl="0" indent="0">
                <a:lnSpc>
                  <a:spcPct val="95000"/>
                </a:lnSpc>
                <a:spcBef>
                  <a:spcPct val="0"/>
                </a:spcBef>
                <a:spcAft>
                  <a:spcPct val="0"/>
                </a:spcAft>
                <a:buClrTx/>
                <a:buSzTx/>
                <a:buFont typeface="Arial" panose="020B0604020202020204" pitchFamily="34" charset="0"/>
                <a:buNone/>
              </a:pPr>
              <a:r>
                <a:rPr lang="zh-CN" altLang="en-US" sz="2200" dirty="0">
                  <a:solidFill>
                    <a:schemeClr val="tx1"/>
                  </a:solidFill>
                  <a:latin typeface="楷体_GB2312" pitchFamily="1" charset="-122"/>
                </a:rPr>
                <a:t>     </a:t>
              </a:r>
              <a:r>
                <a:rPr lang="en-US" altLang="zh-CN" sz="2200" dirty="0">
                  <a:solidFill>
                    <a:schemeClr val="tx1"/>
                  </a:solidFill>
                  <a:latin typeface="楷体_GB2312" pitchFamily="1" charset="-122"/>
                </a:rPr>
                <a:t>(2)</a:t>
              </a:r>
              <a:r>
                <a:rPr lang="zh-CN" altLang="en-US" sz="2200" dirty="0">
                  <a:solidFill>
                    <a:schemeClr val="tx1"/>
                  </a:solidFill>
                  <a:latin typeface="楷体_GB2312" pitchFamily="1" charset="-122"/>
                </a:rPr>
                <a:t>在主程序中</a:t>
              </a:r>
              <a:r>
                <a:rPr lang="en-US" altLang="zh-CN" sz="2200" dirty="0">
                  <a:solidFill>
                    <a:srgbClr val="FF0066"/>
                  </a:solidFill>
                  <a:latin typeface="楷体_GB2312" pitchFamily="1" charset="-122"/>
                </a:rPr>
                <a:t>CPU</a:t>
              </a:r>
              <a:r>
                <a:rPr lang="zh-CN" altLang="en-US" sz="2200" dirty="0">
                  <a:solidFill>
                    <a:srgbClr val="FF0066"/>
                  </a:solidFill>
                  <a:latin typeface="楷体_GB2312" pitchFamily="1" charset="-122"/>
                </a:rPr>
                <a:t>查询</a:t>
              </a:r>
              <a:r>
                <a:rPr lang="en-US" altLang="zh-CN" sz="2200" dirty="0">
                  <a:solidFill>
                    <a:srgbClr val="FF0066"/>
                  </a:solidFill>
                  <a:latin typeface="楷体_GB2312" pitchFamily="1" charset="-122"/>
                </a:rPr>
                <a:t>OBF</a:t>
              </a:r>
              <a:r>
                <a:rPr lang="zh-CN" altLang="en-US" sz="2200" dirty="0">
                  <a:solidFill>
                    <a:srgbClr val="FF0066"/>
                  </a:solidFill>
                  <a:latin typeface="楷体_GB2312" pitchFamily="1" charset="-122"/>
                </a:rPr>
                <a:t>，若其为高电平，数据已取走，端口可接受新的数据。</a:t>
              </a:r>
              <a:endParaRPr lang="zh-CN" altLang="en-US" sz="2200" dirty="0">
                <a:solidFill>
                  <a:srgbClr val="FF0066"/>
                </a:solidFill>
                <a:latin typeface="楷体_GB2312" pitchFamily="1" charset="-122"/>
              </a:endParaRPr>
            </a:p>
          </p:txBody>
        </p:sp>
        <p:sp>
          <p:nvSpPr>
            <p:cNvPr id="184326" name="Line 91"/>
            <p:cNvSpPr/>
            <p:nvPr/>
          </p:nvSpPr>
          <p:spPr>
            <a:xfrm flipV="1">
              <a:off x="1257" y="2657"/>
              <a:ext cx="211" cy="10"/>
            </a:xfrm>
            <a:prstGeom prst="line">
              <a:avLst/>
            </a:prstGeom>
            <a:ln w="25400" cap="flat" cmpd="sng">
              <a:solidFill>
                <a:schemeClr val="tx1"/>
              </a:solidFill>
              <a:prstDash val="solid"/>
              <a:headEnd type="none" w="med" len="med"/>
              <a:tailEnd type="none" w="med" len="med"/>
            </a:ln>
          </p:spPr>
        </p:sp>
        <p:sp>
          <p:nvSpPr>
            <p:cNvPr id="184327" name="Line 92"/>
            <p:cNvSpPr/>
            <p:nvPr/>
          </p:nvSpPr>
          <p:spPr>
            <a:xfrm>
              <a:off x="2437" y="3915"/>
              <a:ext cx="240" cy="0"/>
            </a:xfrm>
            <a:prstGeom prst="line">
              <a:avLst/>
            </a:prstGeom>
            <a:ln w="25400" cap="flat" cmpd="sng">
              <a:solidFill>
                <a:srgbClr val="FF0000"/>
              </a:solidFill>
              <a:prstDash val="solid"/>
              <a:headEnd type="none" w="med" len="med"/>
              <a:tailEnd type="none" w="med" len="med"/>
            </a:ln>
          </p:spPr>
        </p:sp>
        <p:sp>
          <p:nvSpPr>
            <p:cNvPr id="184328" name="Rectangle 93"/>
            <p:cNvSpPr/>
            <p:nvPr/>
          </p:nvSpPr>
          <p:spPr>
            <a:xfrm>
              <a:off x="192" y="2160"/>
              <a:ext cx="1796" cy="269"/>
            </a:xfrm>
            <a:prstGeom prst="rect">
              <a:avLst/>
            </a:prstGeom>
            <a:solidFill>
              <a:schemeClr val="bg2"/>
            </a:solidFill>
            <a:ln w="9525">
              <a:noFill/>
            </a:ln>
          </p:spPr>
          <p:txBody>
            <a:bodyPr wrap="none" lIns="90000" tIns="46800" rIns="90000" bIns="4680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
                </a:spcBef>
                <a:spcAft>
                  <a:spcPct val="0"/>
                </a:spcAft>
                <a:buClrTx/>
                <a:buSzTx/>
                <a:buNone/>
              </a:pPr>
              <a:r>
                <a:rPr lang="zh-CN" altLang="en-US" sz="2200" dirty="0">
                  <a:solidFill>
                    <a:schemeClr val="accent2"/>
                  </a:solidFill>
                  <a:latin typeface="宋体" panose="02010600030101010101" pitchFamily="2" charset="-122"/>
                </a:rPr>
                <a:t>以查询方式输出数据</a:t>
              </a:r>
              <a:r>
                <a:rPr lang="en-US" altLang="zh-CN" sz="2200" dirty="0">
                  <a:solidFill>
                    <a:schemeClr val="accent2"/>
                  </a:solidFill>
                  <a:latin typeface="宋体" panose="02010600030101010101" pitchFamily="2" charset="-122"/>
                </a:rPr>
                <a:t>:</a:t>
              </a:r>
              <a:endParaRPr lang="en-US" altLang="zh-CN" sz="2200" dirty="0">
                <a:solidFill>
                  <a:schemeClr val="accent2"/>
                </a:solidFill>
                <a:latin typeface="宋体" panose="02010600030101010101" pitchFamily="2" charset="-122"/>
              </a:endParaRPr>
            </a:p>
          </p:txBody>
        </p:sp>
        <p:sp>
          <p:nvSpPr>
            <p:cNvPr id="184329" name="Line 94"/>
            <p:cNvSpPr/>
            <p:nvPr/>
          </p:nvSpPr>
          <p:spPr>
            <a:xfrm>
              <a:off x="1044" y="3708"/>
              <a:ext cx="240" cy="0"/>
            </a:xfrm>
            <a:prstGeom prst="line">
              <a:avLst/>
            </a:prstGeom>
            <a:ln w="25400" cap="flat" cmpd="sng">
              <a:solidFill>
                <a:schemeClr val="tx1"/>
              </a:solidFill>
              <a:prstDash val="solid"/>
              <a:headEnd type="none" w="med" len="med"/>
              <a:tailEnd type="none" w="med" len="med"/>
            </a:ln>
          </p:spPr>
        </p:sp>
        <p:sp>
          <p:nvSpPr>
            <p:cNvPr id="184330" name="Line 95"/>
            <p:cNvSpPr/>
            <p:nvPr/>
          </p:nvSpPr>
          <p:spPr>
            <a:xfrm>
              <a:off x="1076" y="3102"/>
              <a:ext cx="240" cy="0"/>
            </a:xfrm>
            <a:prstGeom prst="line">
              <a:avLst/>
            </a:prstGeom>
            <a:ln w="25400" cap="flat" cmpd="sng">
              <a:solidFill>
                <a:schemeClr val="tx1"/>
              </a:solidFill>
              <a:prstDash val="solid"/>
              <a:headEnd type="none" w="med" len="med"/>
              <a:tailEnd type="none" w="med" len="med"/>
            </a:ln>
          </p:spPr>
        </p:sp>
        <p:sp>
          <p:nvSpPr>
            <p:cNvPr id="184331" name="Line 96"/>
            <p:cNvSpPr/>
            <p:nvPr/>
          </p:nvSpPr>
          <p:spPr>
            <a:xfrm>
              <a:off x="2618" y="3504"/>
              <a:ext cx="240" cy="0"/>
            </a:xfrm>
            <a:prstGeom prst="line">
              <a:avLst/>
            </a:prstGeom>
            <a:ln w="25400" cap="flat" cmpd="sng">
              <a:solidFill>
                <a:schemeClr val="tx1"/>
              </a:solidFill>
              <a:prstDash val="solid"/>
              <a:headEnd type="none" w="med" len="med"/>
              <a:tailEnd type="none" w="med" len="med"/>
            </a:ln>
          </p:spPr>
        </p:sp>
      </p:grpSp>
      <p:sp>
        <p:nvSpPr>
          <p:cNvPr id="184324" name="Line 95"/>
          <p:cNvSpPr/>
          <p:nvPr/>
        </p:nvSpPr>
        <p:spPr>
          <a:xfrm>
            <a:off x="3348038" y="5516563"/>
            <a:ext cx="381000" cy="0"/>
          </a:xfrm>
          <a:prstGeom prst="line">
            <a:avLst/>
          </a:prstGeom>
          <a:ln w="25400" cap="flat" cmpd="sng">
            <a:solidFill>
              <a:srgbClr val="0070C0"/>
            </a:solidFill>
            <a:prstDash val="solid"/>
            <a:headEnd type="none" w="med" len="med"/>
            <a:tailEnd type="none" w="med" len="med"/>
          </a:ln>
        </p:spPr>
      </p:sp>
    </p:spTree>
  </p:cSld>
  <p:clrMapOvr>
    <a:masterClrMapping/>
  </p:clrMapOvr>
  <p:transition>
    <p:checker dir="vert"/>
  </p:transition>
</p:sld>
</file>

<file path=ppt/slides/slide1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grpSp>
        <p:nvGrpSpPr>
          <p:cNvPr id="186370" name="Group 2"/>
          <p:cNvGrpSpPr/>
          <p:nvPr/>
        </p:nvGrpSpPr>
        <p:grpSpPr>
          <a:xfrm>
            <a:off x="5405438" y="115888"/>
            <a:ext cx="3738562" cy="2819400"/>
            <a:chOff x="3360" y="96"/>
            <a:chExt cx="2400" cy="1785"/>
          </a:xfrm>
        </p:grpSpPr>
        <p:sp>
          <p:nvSpPr>
            <p:cNvPr id="186430" name="Text Box 3"/>
            <p:cNvSpPr txBox="1"/>
            <p:nvPr/>
          </p:nvSpPr>
          <p:spPr>
            <a:xfrm>
              <a:off x="4032" y="178"/>
              <a:ext cx="912" cy="1703"/>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chemeClr val="bg2"/>
                </a:solidFill>
                <a:latin typeface="Arial" panose="020B0604020202020204" pitchFamily="34" charset="0"/>
              </a:endParaRPr>
            </a:p>
          </p:txBody>
        </p:sp>
        <p:sp>
          <p:nvSpPr>
            <p:cNvPr id="186431" name="Text Box 4"/>
            <p:cNvSpPr txBox="1"/>
            <p:nvPr/>
          </p:nvSpPr>
          <p:spPr>
            <a:xfrm>
              <a:off x="4200" y="250"/>
              <a:ext cx="720" cy="211"/>
            </a:xfrm>
            <a:prstGeom prst="rect">
              <a:avLst/>
            </a:prstGeom>
            <a:solidFill>
              <a:srgbClr val="CCCCFF"/>
            </a:solidFill>
            <a:ln w="254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PA7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PA0</a:t>
              </a:r>
              <a:endParaRPr lang="en-US" altLang="zh-CN" sz="2200" b="0" dirty="0">
                <a:solidFill>
                  <a:schemeClr val="bg2"/>
                </a:solidFill>
                <a:latin typeface="Arial" panose="020B0604020202020204" pitchFamily="34" charset="0"/>
              </a:endParaRPr>
            </a:p>
          </p:txBody>
        </p:sp>
        <p:sp>
          <p:nvSpPr>
            <p:cNvPr id="186432" name="Text Box 5"/>
            <p:cNvSpPr txBox="1"/>
            <p:nvPr/>
          </p:nvSpPr>
          <p:spPr>
            <a:xfrm>
              <a:off x="4536" y="989"/>
              <a:ext cx="376" cy="211"/>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PC6</a:t>
              </a:r>
              <a:endParaRPr lang="en-US" altLang="zh-CN" sz="2200" dirty="0">
                <a:solidFill>
                  <a:schemeClr val="accent1"/>
                </a:solidFill>
                <a:latin typeface="宋体" panose="02010600030101010101" pitchFamily="2" charset="-122"/>
              </a:endParaRPr>
            </a:p>
          </p:txBody>
        </p:sp>
        <p:sp>
          <p:nvSpPr>
            <p:cNvPr id="186433" name="Text Box 6"/>
            <p:cNvSpPr txBox="1"/>
            <p:nvPr/>
          </p:nvSpPr>
          <p:spPr>
            <a:xfrm>
              <a:off x="4536" y="1200"/>
              <a:ext cx="376" cy="212"/>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PC7</a:t>
              </a:r>
              <a:endParaRPr lang="en-US" altLang="zh-CN" sz="2200" dirty="0">
                <a:solidFill>
                  <a:schemeClr val="accent1"/>
                </a:solidFill>
                <a:latin typeface="宋体" panose="02010600030101010101" pitchFamily="2" charset="-122"/>
              </a:endParaRPr>
            </a:p>
          </p:txBody>
        </p:sp>
        <p:sp>
          <p:nvSpPr>
            <p:cNvPr id="186434" name="Text Box 7"/>
            <p:cNvSpPr txBox="1"/>
            <p:nvPr/>
          </p:nvSpPr>
          <p:spPr>
            <a:xfrm>
              <a:off x="4536" y="1636"/>
              <a:ext cx="376" cy="212"/>
            </a:xfrm>
            <a:prstGeom prst="rect">
              <a:avLst/>
            </a:prstGeom>
            <a:solidFill>
              <a:srgbClr val="FFFF00"/>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PC3</a:t>
              </a:r>
              <a:endParaRPr lang="en-US" altLang="zh-CN" sz="2200" dirty="0">
                <a:solidFill>
                  <a:schemeClr val="accent1"/>
                </a:solidFill>
                <a:latin typeface="宋体" panose="02010600030101010101" pitchFamily="2" charset="-122"/>
              </a:endParaRPr>
            </a:p>
          </p:txBody>
        </p:sp>
        <p:sp>
          <p:nvSpPr>
            <p:cNvPr id="186435" name="Line 8"/>
            <p:cNvSpPr/>
            <p:nvPr/>
          </p:nvSpPr>
          <p:spPr>
            <a:xfrm>
              <a:off x="4744" y="468"/>
              <a:ext cx="0" cy="515"/>
            </a:xfrm>
            <a:prstGeom prst="line">
              <a:avLst/>
            </a:prstGeom>
            <a:ln w="25400" cap="flat" cmpd="sng">
              <a:solidFill>
                <a:srgbClr val="000000"/>
              </a:solidFill>
              <a:prstDash val="solid"/>
              <a:headEnd type="triangle" w="med" len="med"/>
              <a:tailEnd type="triangle" w="med" len="med"/>
            </a:ln>
          </p:spPr>
        </p:sp>
        <p:sp>
          <p:nvSpPr>
            <p:cNvPr id="186436" name="Text Box 9"/>
            <p:cNvSpPr txBox="1"/>
            <p:nvPr/>
          </p:nvSpPr>
          <p:spPr>
            <a:xfrm>
              <a:off x="4072" y="540"/>
              <a:ext cx="488" cy="370"/>
            </a:xfrm>
            <a:prstGeom prst="rect">
              <a:avLst/>
            </a:prstGeom>
            <a:solidFill>
              <a:srgbClr val="00FFFF"/>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80000"/>
                </a:lnSpc>
                <a:spcAft>
                  <a:spcPct val="0"/>
                </a:spcAft>
                <a:buClrTx/>
                <a:buSzTx/>
                <a:buNone/>
              </a:pPr>
              <a:r>
                <a:rPr lang="en-US" altLang="zh-CN" sz="2200" dirty="0">
                  <a:solidFill>
                    <a:schemeClr val="tx1"/>
                  </a:solidFill>
                  <a:latin typeface="宋体" panose="02010600030101010101" pitchFamily="2" charset="-122"/>
                </a:rPr>
                <a:t>INTEA</a:t>
              </a:r>
              <a:endParaRPr lang="en-US" altLang="zh-CN" sz="2200" dirty="0">
                <a:solidFill>
                  <a:schemeClr val="tx1"/>
                </a:solidFill>
                <a:latin typeface="宋体" panose="02010600030101010101" pitchFamily="2" charset="-122"/>
              </a:endParaRPr>
            </a:p>
            <a:p>
              <a:pPr marL="0" lvl="0" indent="0" algn="ctr">
                <a:lnSpc>
                  <a:spcPct val="80000"/>
                </a:lnSpc>
                <a:spcBef>
                  <a:spcPct val="0"/>
                </a:spcBef>
                <a:spcAft>
                  <a:spcPct val="0"/>
                </a:spcAft>
                <a:buClrTx/>
                <a:buSzTx/>
                <a:buNone/>
              </a:pPr>
              <a:r>
                <a:rPr lang="en-US" altLang="zh-CN" sz="2200" dirty="0">
                  <a:solidFill>
                    <a:schemeClr val="tx1"/>
                  </a:solidFill>
                  <a:latin typeface="宋体" panose="02010600030101010101" pitchFamily="2" charset="-122"/>
                </a:rPr>
                <a:t>PC6</a:t>
              </a:r>
              <a:endParaRPr lang="en-US" altLang="zh-CN" sz="2200" dirty="0">
                <a:solidFill>
                  <a:schemeClr val="tx1"/>
                </a:solidFill>
                <a:latin typeface="宋体" panose="02010600030101010101" pitchFamily="2" charset="-122"/>
              </a:endParaRPr>
            </a:p>
          </p:txBody>
        </p:sp>
        <p:sp>
          <p:nvSpPr>
            <p:cNvPr id="186437" name="Line 10"/>
            <p:cNvSpPr/>
            <p:nvPr/>
          </p:nvSpPr>
          <p:spPr>
            <a:xfrm>
              <a:off x="4128" y="910"/>
              <a:ext cx="0" cy="561"/>
            </a:xfrm>
            <a:prstGeom prst="line">
              <a:avLst/>
            </a:prstGeom>
            <a:ln w="25400" cap="flat" cmpd="sng">
              <a:solidFill>
                <a:srgbClr val="FF0000"/>
              </a:solidFill>
              <a:prstDash val="solid"/>
              <a:headEnd type="none" w="med" len="med"/>
              <a:tailEnd type="triangle" w="med" len="med"/>
            </a:ln>
          </p:spPr>
        </p:sp>
        <p:sp>
          <p:nvSpPr>
            <p:cNvPr id="186438" name="Text Box 11"/>
            <p:cNvSpPr txBox="1"/>
            <p:nvPr/>
          </p:nvSpPr>
          <p:spPr>
            <a:xfrm>
              <a:off x="4080" y="1471"/>
              <a:ext cx="376" cy="211"/>
            </a:xfrm>
            <a:prstGeom prst="rect">
              <a:avLst/>
            </a:prstGeom>
            <a:solidFill>
              <a:srgbClr val="FF99CC"/>
            </a:solidFill>
            <a:ln w="1905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楷体_GB2312" pitchFamily="1" charset="-122"/>
                </a:rPr>
                <a:t>与门</a:t>
              </a:r>
              <a:endParaRPr lang="zh-CN" altLang="en-US" sz="2200" dirty="0">
                <a:solidFill>
                  <a:schemeClr val="tx1"/>
                </a:solidFill>
                <a:latin typeface="宋体" panose="02010600030101010101" pitchFamily="2" charset="-122"/>
              </a:endParaRPr>
            </a:p>
          </p:txBody>
        </p:sp>
        <p:sp>
          <p:nvSpPr>
            <p:cNvPr id="186439" name="Line 12"/>
            <p:cNvSpPr/>
            <p:nvPr/>
          </p:nvSpPr>
          <p:spPr>
            <a:xfrm>
              <a:off x="4256" y="1095"/>
              <a:ext cx="272" cy="0"/>
            </a:xfrm>
            <a:prstGeom prst="line">
              <a:avLst/>
            </a:prstGeom>
            <a:ln w="25400" cap="flat" cmpd="sng">
              <a:solidFill>
                <a:srgbClr val="000000"/>
              </a:solidFill>
              <a:prstDash val="solid"/>
              <a:headEnd type="none" w="med" len="med"/>
              <a:tailEnd type="none" w="med" len="med"/>
            </a:ln>
          </p:spPr>
        </p:sp>
        <p:sp>
          <p:nvSpPr>
            <p:cNvPr id="186440" name="Line 13"/>
            <p:cNvSpPr/>
            <p:nvPr/>
          </p:nvSpPr>
          <p:spPr>
            <a:xfrm>
              <a:off x="4256" y="920"/>
              <a:ext cx="8" cy="181"/>
            </a:xfrm>
            <a:prstGeom prst="line">
              <a:avLst/>
            </a:prstGeom>
            <a:ln w="25400" cap="flat" cmpd="sng">
              <a:solidFill>
                <a:srgbClr val="000000"/>
              </a:solidFill>
              <a:prstDash val="solid"/>
              <a:headEnd type="triangle" w="med" len="med"/>
              <a:tailEnd type="none" w="med" len="med"/>
            </a:ln>
          </p:spPr>
        </p:sp>
        <p:sp>
          <p:nvSpPr>
            <p:cNvPr id="186441" name="Line 14"/>
            <p:cNvSpPr/>
            <p:nvPr/>
          </p:nvSpPr>
          <p:spPr>
            <a:xfrm>
              <a:off x="4392" y="1273"/>
              <a:ext cx="144" cy="7"/>
            </a:xfrm>
            <a:prstGeom prst="line">
              <a:avLst/>
            </a:prstGeom>
            <a:ln w="25400" cap="flat" cmpd="sng">
              <a:solidFill>
                <a:srgbClr val="000000"/>
              </a:solidFill>
              <a:prstDash val="solid"/>
              <a:headEnd type="none" w="med" len="med"/>
              <a:tailEnd type="none" w="med" len="med"/>
            </a:ln>
          </p:spPr>
        </p:sp>
        <p:sp>
          <p:nvSpPr>
            <p:cNvPr id="186442" name="Line 15"/>
            <p:cNvSpPr/>
            <p:nvPr/>
          </p:nvSpPr>
          <p:spPr>
            <a:xfrm>
              <a:off x="4392" y="1280"/>
              <a:ext cx="0" cy="185"/>
            </a:xfrm>
            <a:prstGeom prst="line">
              <a:avLst/>
            </a:prstGeom>
            <a:ln w="25400" cap="flat" cmpd="sng">
              <a:solidFill>
                <a:srgbClr val="000000"/>
              </a:solidFill>
              <a:prstDash val="solid"/>
              <a:headEnd type="none" w="med" len="med"/>
              <a:tailEnd type="triangle" w="med" len="med"/>
            </a:ln>
          </p:spPr>
        </p:sp>
        <p:sp>
          <p:nvSpPr>
            <p:cNvPr id="186443" name="Line 16"/>
            <p:cNvSpPr/>
            <p:nvPr/>
          </p:nvSpPr>
          <p:spPr>
            <a:xfrm>
              <a:off x="4256" y="1682"/>
              <a:ext cx="0" cy="67"/>
            </a:xfrm>
            <a:prstGeom prst="line">
              <a:avLst/>
            </a:prstGeom>
            <a:ln w="25400" cap="flat" cmpd="sng">
              <a:solidFill>
                <a:srgbClr val="000000"/>
              </a:solidFill>
              <a:prstDash val="solid"/>
              <a:headEnd type="none" w="med" len="med"/>
              <a:tailEnd type="none" w="med" len="med"/>
            </a:ln>
          </p:spPr>
        </p:sp>
        <p:sp>
          <p:nvSpPr>
            <p:cNvPr id="186444" name="Line 17"/>
            <p:cNvSpPr/>
            <p:nvPr/>
          </p:nvSpPr>
          <p:spPr>
            <a:xfrm>
              <a:off x="4256" y="1742"/>
              <a:ext cx="280" cy="0"/>
            </a:xfrm>
            <a:prstGeom prst="line">
              <a:avLst/>
            </a:prstGeom>
            <a:ln w="25400" cap="flat" cmpd="sng">
              <a:solidFill>
                <a:srgbClr val="000000"/>
              </a:solidFill>
              <a:prstDash val="solid"/>
              <a:headEnd type="none" w="med" len="med"/>
              <a:tailEnd type="triangle" w="med" len="med"/>
            </a:ln>
          </p:spPr>
        </p:sp>
        <p:sp>
          <p:nvSpPr>
            <p:cNvPr id="186445" name="Line 18"/>
            <p:cNvSpPr/>
            <p:nvPr/>
          </p:nvSpPr>
          <p:spPr>
            <a:xfrm flipH="1">
              <a:off x="4904" y="1101"/>
              <a:ext cx="408" cy="0"/>
            </a:xfrm>
            <a:prstGeom prst="line">
              <a:avLst/>
            </a:prstGeom>
            <a:ln w="25400" cap="flat" cmpd="sng">
              <a:solidFill>
                <a:srgbClr val="0000FF"/>
              </a:solidFill>
              <a:prstDash val="solid"/>
              <a:headEnd type="none" w="med" len="med"/>
              <a:tailEnd type="triangle" w="med" len="med"/>
            </a:ln>
          </p:spPr>
        </p:sp>
        <p:sp>
          <p:nvSpPr>
            <p:cNvPr id="186446" name="Line 19"/>
            <p:cNvSpPr/>
            <p:nvPr/>
          </p:nvSpPr>
          <p:spPr>
            <a:xfrm rot="-10800000" flipH="1">
              <a:off x="4904" y="1313"/>
              <a:ext cx="408" cy="0"/>
            </a:xfrm>
            <a:prstGeom prst="line">
              <a:avLst/>
            </a:prstGeom>
            <a:ln w="25400" cap="flat" cmpd="sng">
              <a:solidFill>
                <a:srgbClr val="0000FF"/>
              </a:solidFill>
              <a:prstDash val="solid"/>
              <a:headEnd type="none" w="med" len="med"/>
              <a:tailEnd type="triangle" w="med" len="med"/>
            </a:ln>
          </p:spPr>
        </p:sp>
        <p:sp>
          <p:nvSpPr>
            <p:cNvPr id="186447" name="Line 20"/>
            <p:cNvSpPr/>
            <p:nvPr/>
          </p:nvSpPr>
          <p:spPr>
            <a:xfrm rot="10800000" flipH="1" flipV="1">
              <a:off x="4912" y="1735"/>
              <a:ext cx="336" cy="0"/>
            </a:xfrm>
            <a:prstGeom prst="line">
              <a:avLst/>
            </a:prstGeom>
            <a:ln w="25400" cap="flat" cmpd="sng">
              <a:solidFill>
                <a:srgbClr val="0000FF"/>
              </a:solidFill>
              <a:prstDash val="solid"/>
              <a:headEnd type="none" w="med" len="med"/>
              <a:tailEnd type="triangle" w="med" len="med"/>
            </a:ln>
          </p:spPr>
        </p:sp>
        <p:grpSp>
          <p:nvGrpSpPr>
            <p:cNvPr id="186448" name="Group 21"/>
            <p:cNvGrpSpPr/>
            <p:nvPr/>
          </p:nvGrpSpPr>
          <p:grpSpPr>
            <a:xfrm>
              <a:off x="5216" y="1002"/>
              <a:ext cx="544" cy="846"/>
              <a:chOff x="1928" y="2416"/>
              <a:chExt cx="544" cy="1024"/>
            </a:xfrm>
          </p:grpSpPr>
          <p:sp>
            <p:nvSpPr>
              <p:cNvPr id="186457" name="Text Box 22"/>
              <p:cNvSpPr txBox="1"/>
              <p:nvPr/>
            </p:nvSpPr>
            <p:spPr>
              <a:xfrm>
                <a:off x="1984" y="2672"/>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OBFA</a:t>
                </a:r>
                <a:endParaRPr lang="en-US" altLang="zh-CN" sz="2200" dirty="0">
                  <a:solidFill>
                    <a:schemeClr val="bg2"/>
                  </a:solidFill>
                  <a:latin typeface="宋体" panose="02010600030101010101" pitchFamily="2" charset="-122"/>
                </a:endParaRPr>
              </a:p>
            </p:txBody>
          </p:sp>
          <p:grpSp>
            <p:nvGrpSpPr>
              <p:cNvPr id="186458" name="Group 23"/>
              <p:cNvGrpSpPr/>
              <p:nvPr/>
            </p:nvGrpSpPr>
            <p:grpSpPr>
              <a:xfrm>
                <a:off x="1928" y="2416"/>
                <a:ext cx="544" cy="1024"/>
                <a:chOff x="1928" y="2416"/>
                <a:chExt cx="544" cy="1024"/>
              </a:xfrm>
            </p:grpSpPr>
            <p:sp>
              <p:nvSpPr>
                <p:cNvPr id="186459" name="Text Box 24"/>
                <p:cNvSpPr txBox="1"/>
                <p:nvPr/>
              </p:nvSpPr>
              <p:spPr>
                <a:xfrm>
                  <a:off x="2009" y="2416"/>
                  <a:ext cx="463"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ACKA</a:t>
                  </a:r>
                  <a:endParaRPr lang="en-US" altLang="zh-CN" sz="2200" dirty="0">
                    <a:solidFill>
                      <a:schemeClr val="bg2"/>
                    </a:solidFill>
                    <a:latin typeface="宋体" panose="02010600030101010101" pitchFamily="2" charset="-122"/>
                  </a:endParaRPr>
                </a:p>
              </p:txBody>
            </p:sp>
            <p:sp>
              <p:nvSpPr>
                <p:cNvPr id="186460" name="Line 25"/>
                <p:cNvSpPr/>
                <p:nvPr/>
              </p:nvSpPr>
              <p:spPr>
                <a:xfrm flipV="1">
                  <a:off x="2056" y="2448"/>
                  <a:ext cx="344" cy="0"/>
                </a:xfrm>
                <a:prstGeom prst="line">
                  <a:avLst/>
                </a:prstGeom>
                <a:ln w="25400" cap="flat" cmpd="sng">
                  <a:solidFill>
                    <a:srgbClr val="000000"/>
                  </a:solidFill>
                  <a:prstDash val="solid"/>
                  <a:headEnd type="none" w="med" len="med"/>
                  <a:tailEnd type="none" w="med" len="med"/>
                </a:ln>
              </p:spPr>
            </p:sp>
            <p:sp>
              <p:nvSpPr>
                <p:cNvPr id="186461" name="Text Box 26"/>
                <p:cNvSpPr txBox="1"/>
                <p:nvPr/>
              </p:nvSpPr>
              <p:spPr>
                <a:xfrm>
                  <a:off x="1928" y="3184"/>
                  <a:ext cx="544" cy="25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INTRA</a:t>
                  </a:r>
                  <a:endParaRPr lang="en-US" altLang="zh-CN" sz="2200" dirty="0">
                    <a:solidFill>
                      <a:schemeClr val="tx1"/>
                    </a:solidFill>
                    <a:latin typeface="宋体" panose="02010600030101010101" pitchFamily="2" charset="-122"/>
                  </a:endParaRPr>
                </a:p>
              </p:txBody>
            </p:sp>
          </p:grpSp>
        </p:grpSp>
        <p:sp>
          <p:nvSpPr>
            <p:cNvPr id="186449" name="Line 27"/>
            <p:cNvSpPr/>
            <p:nvPr/>
          </p:nvSpPr>
          <p:spPr>
            <a:xfrm>
              <a:off x="3792" y="1402"/>
              <a:ext cx="240" cy="0"/>
            </a:xfrm>
            <a:prstGeom prst="line">
              <a:avLst/>
            </a:prstGeom>
            <a:ln w="25400" cap="flat" cmpd="sng">
              <a:solidFill>
                <a:srgbClr val="000000"/>
              </a:solidFill>
              <a:prstDash val="solid"/>
              <a:headEnd type="none" w="med" len="med"/>
              <a:tailEnd type="triangle" w="med" len="med"/>
            </a:ln>
          </p:spPr>
        </p:sp>
        <p:grpSp>
          <p:nvGrpSpPr>
            <p:cNvPr id="186450" name="Group 28"/>
            <p:cNvGrpSpPr/>
            <p:nvPr/>
          </p:nvGrpSpPr>
          <p:grpSpPr>
            <a:xfrm>
              <a:off x="3552" y="1296"/>
              <a:ext cx="232" cy="212"/>
              <a:chOff x="372" y="6657"/>
              <a:chExt cx="580" cy="640"/>
            </a:xfrm>
          </p:grpSpPr>
          <p:sp>
            <p:nvSpPr>
              <p:cNvPr id="186455" name="Text Box 29"/>
              <p:cNvSpPr txBox="1"/>
              <p:nvPr/>
            </p:nvSpPr>
            <p:spPr>
              <a:xfrm>
                <a:off x="372" y="6657"/>
                <a:ext cx="580" cy="640"/>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WR</a:t>
                </a:r>
                <a:endParaRPr lang="en-US" altLang="zh-CN" sz="2200" dirty="0">
                  <a:solidFill>
                    <a:schemeClr val="bg2"/>
                  </a:solidFill>
                  <a:latin typeface="宋体" panose="02010600030101010101" pitchFamily="2" charset="-122"/>
                </a:endParaRPr>
              </a:p>
            </p:txBody>
          </p:sp>
          <p:sp>
            <p:nvSpPr>
              <p:cNvPr id="186456" name="Line 30"/>
              <p:cNvSpPr/>
              <p:nvPr/>
            </p:nvSpPr>
            <p:spPr>
              <a:xfrm>
                <a:off x="432" y="6757"/>
                <a:ext cx="380" cy="0"/>
              </a:xfrm>
              <a:prstGeom prst="line">
                <a:avLst/>
              </a:prstGeom>
              <a:ln w="25400" cap="flat" cmpd="sng">
                <a:solidFill>
                  <a:srgbClr val="000000"/>
                </a:solidFill>
                <a:prstDash val="solid"/>
                <a:headEnd type="none" w="med" len="med"/>
                <a:tailEnd type="none" w="med" len="med"/>
              </a:ln>
            </p:spPr>
          </p:sp>
        </p:grpSp>
        <p:sp>
          <p:nvSpPr>
            <p:cNvPr id="186451" name="AutoShape 31"/>
            <p:cNvSpPr/>
            <p:nvPr/>
          </p:nvSpPr>
          <p:spPr>
            <a:xfrm rot="10800000">
              <a:off x="3432" y="269"/>
              <a:ext cx="600" cy="166"/>
            </a:xfrm>
            <a:prstGeom prst="leftArrow">
              <a:avLst>
                <a:gd name="adj1" fmla="val 50000"/>
                <a:gd name="adj2" fmla="val 90244"/>
              </a:avLst>
            </a:prstGeom>
            <a:solidFill>
              <a:srgbClr val="00CCFF"/>
            </a:solidFill>
            <a:ln w="127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86452" name="Text Box 32"/>
            <p:cNvSpPr txBox="1"/>
            <p:nvPr/>
          </p:nvSpPr>
          <p:spPr>
            <a:xfrm>
              <a:off x="3360" y="96"/>
              <a:ext cx="504" cy="211"/>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tx1"/>
                </a:solidFill>
                <a:latin typeface="宋体" panose="02010600030101010101" pitchFamily="2" charset="-122"/>
              </a:endParaRPr>
            </a:p>
          </p:txBody>
        </p:sp>
        <p:sp>
          <p:nvSpPr>
            <p:cNvPr id="186453" name="AutoShape 33"/>
            <p:cNvSpPr/>
            <p:nvPr/>
          </p:nvSpPr>
          <p:spPr>
            <a:xfrm rot="10800000">
              <a:off x="4928" y="256"/>
              <a:ext cx="504" cy="192"/>
            </a:xfrm>
            <a:prstGeom prst="leftArrow">
              <a:avLst>
                <a:gd name="adj1" fmla="val 50000"/>
                <a:gd name="adj2" fmla="val 65625"/>
              </a:avLst>
            </a:prstGeom>
            <a:solidFill>
              <a:schemeClr val="accent1"/>
            </a:solidFill>
            <a:ln w="127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86454" name="Line 34"/>
            <p:cNvSpPr/>
            <p:nvPr/>
          </p:nvSpPr>
          <p:spPr>
            <a:xfrm>
              <a:off x="5304" y="1244"/>
              <a:ext cx="336" cy="0"/>
            </a:xfrm>
            <a:prstGeom prst="line">
              <a:avLst/>
            </a:prstGeom>
            <a:ln w="9525" cap="flat" cmpd="sng">
              <a:solidFill>
                <a:schemeClr val="tx1"/>
              </a:solidFill>
              <a:prstDash val="solid"/>
              <a:headEnd type="none" w="med" len="med"/>
              <a:tailEnd type="none" w="med" len="med"/>
            </a:ln>
          </p:spPr>
        </p:sp>
      </p:grpSp>
      <p:grpSp>
        <p:nvGrpSpPr>
          <p:cNvPr id="186371" name="Group 35"/>
          <p:cNvGrpSpPr/>
          <p:nvPr/>
        </p:nvGrpSpPr>
        <p:grpSpPr>
          <a:xfrm>
            <a:off x="123825" y="300038"/>
            <a:ext cx="5514975" cy="2849562"/>
            <a:chOff x="78" y="356"/>
            <a:chExt cx="3474" cy="1795"/>
          </a:xfrm>
        </p:grpSpPr>
        <p:sp>
          <p:nvSpPr>
            <p:cNvPr id="186378" name="Text Box 36"/>
            <p:cNvSpPr txBox="1"/>
            <p:nvPr/>
          </p:nvSpPr>
          <p:spPr>
            <a:xfrm>
              <a:off x="151" y="733"/>
              <a:ext cx="471" cy="266"/>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WR</a:t>
              </a:r>
              <a:endParaRPr lang="en-US" altLang="zh-CN" sz="2200" dirty="0">
                <a:solidFill>
                  <a:schemeClr val="tx1"/>
                </a:solidFill>
                <a:latin typeface="宋体" panose="02010600030101010101" pitchFamily="2" charset="-122"/>
              </a:endParaRPr>
            </a:p>
          </p:txBody>
        </p:sp>
        <p:sp>
          <p:nvSpPr>
            <p:cNvPr id="186379" name="Line 37"/>
            <p:cNvSpPr/>
            <p:nvPr/>
          </p:nvSpPr>
          <p:spPr>
            <a:xfrm>
              <a:off x="240" y="763"/>
              <a:ext cx="203" cy="1"/>
            </a:xfrm>
            <a:prstGeom prst="line">
              <a:avLst/>
            </a:prstGeom>
            <a:ln w="25400" cap="flat" cmpd="sng">
              <a:solidFill>
                <a:schemeClr val="tx1"/>
              </a:solidFill>
              <a:prstDash val="solid"/>
              <a:headEnd type="none" w="med" len="med"/>
              <a:tailEnd type="none" w="med" len="med"/>
            </a:ln>
          </p:spPr>
        </p:sp>
        <p:sp>
          <p:nvSpPr>
            <p:cNvPr id="186380" name="Text Box 38"/>
            <p:cNvSpPr txBox="1"/>
            <p:nvPr/>
          </p:nvSpPr>
          <p:spPr>
            <a:xfrm>
              <a:off x="145" y="1122"/>
              <a:ext cx="385" cy="228"/>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OBF</a:t>
              </a:r>
              <a:endParaRPr lang="en-US" altLang="zh-CN" sz="2200" dirty="0">
                <a:solidFill>
                  <a:schemeClr val="tx1"/>
                </a:solidFill>
                <a:latin typeface="Arial" panose="020B0604020202020204" pitchFamily="34" charset="0"/>
              </a:endParaRPr>
            </a:p>
          </p:txBody>
        </p:sp>
        <p:sp>
          <p:nvSpPr>
            <p:cNvPr id="186381" name="Text Box 39"/>
            <p:cNvSpPr txBox="1"/>
            <p:nvPr/>
          </p:nvSpPr>
          <p:spPr>
            <a:xfrm>
              <a:off x="78" y="1866"/>
              <a:ext cx="452" cy="228"/>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ACK</a:t>
              </a:r>
              <a:endParaRPr lang="en-US" altLang="zh-CN" sz="2200" dirty="0">
                <a:solidFill>
                  <a:schemeClr val="tx1"/>
                </a:solidFill>
                <a:latin typeface="Arial" panose="020B0604020202020204" pitchFamily="34" charset="0"/>
              </a:endParaRPr>
            </a:p>
          </p:txBody>
        </p:sp>
        <p:sp>
          <p:nvSpPr>
            <p:cNvPr id="186382" name="Line 40"/>
            <p:cNvSpPr/>
            <p:nvPr/>
          </p:nvSpPr>
          <p:spPr>
            <a:xfrm>
              <a:off x="178" y="1879"/>
              <a:ext cx="236" cy="1"/>
            </a:xfrm>
            <a:prstGeom prst="line">
              <a:avLst/>
            </a:prstGeom>
            <a:ln w="25400" cap="flat" cmpd="sng">
              <a:solidFill>
                <a:schemeClr val="tx1"/>
              </a:solidFill>
              <a:prstDash val="solid"/>
              <a:headEnd type="none" w="med" len="med"/>
              <a:tailEnd type="none" w="med" len="med"/>
            </a:ln>
          </p:spPr>
        </p:sp>
        <p:sp>
          <p:nvSpPr>
            <p:cNvPr id="186383" name="Text Box 41"/>
            <p:cNvSpPr txBox="1"/>
            <p:nvPr/>
          </p:nvSpPr>
          <p:spPr>
            <a:xfrm>
              <a:off x="2433" y="1336"/>
              <a:ext cx="1119" cy="255"/>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1800" dirty="0">
                  <a:solidFill>
                    <a:srgbClr val="FF3300"/>
                  </a:solidFill>
                  <a:latin typeface="Arial" panose="020B0604020202020204" pitchFamily="34" charset="0"/>
                </a:rPr>
                <a:t>当</a:t>
              </a:r>
              <a:r>
                <a:rPr lang="en-US" altLang="zh-CN" sz="1800" dirty="0">
                  <a:solidFill>
                    <a:srgbClr val="FF3300"/>
                  </a:solidFill>
                  <a:latin typeface="Arial" panose="020B0604020202020204" pitchFamily="34" charset="0"/>
                </a:rPr>
                <a:t>INTE=1</a:t>
              </a:r>
              <a:r>
                <a:rPr lang="zh-CN" altLang="en-US" sz="1800" dirty="0">
                  <a:solidFill>
                    <a:srgbClr val="FF3300"/>
                  </a:solidFill>
                  <a:latin typeface="Arial" panose="020B0604020202020204" pitchFamily="34" charset="0"/>
                </a:rPr>
                <a:t>时</a:t>
              </a:r>
              <a:r>
                <a:rPr lang="zh-CN" altLang="en-US" sz="2200" dirty="0">
                  <a:solidFill>
                    <a:srgbClr val="0000FF"/>
                  </a:solidFill>
                  <a:latin typeface="宋体" panose="02010600030101010101" pitchFamily="2" charset="-122"/>
                </a:rPr>
                <a:t> </a:t>
              </a:r>
              <a:endParaRPr lang="zh-CN" altLang="en-US" sz="2200" dirty="0">
                <a:solidFill>
                  <a:srgbClr val="0000FF"/>
                </a:solidFill>
                <a:latin typeface="宋体" panose="02010600030101010101" pitchFamily="2" charset="-122"/>
              </a:endParaRPr>
            </a:p>
          </p:txBody>
        </p:sp>
        <p:sp>
          <p:nvSpPr>
            <p:cNvPr id="186384" name="Line 42"/>
            <p:cNvSpPr/>
            <p:nvPr/>
          </p:nvSpPr>
          <p:spPr>
            <a:xfrm>
              <a:off x="212" y="1102"/>
              <a:ext cx="237" cy="1"/>
            </a:xfrm>
            <a:prstGeom prst="line">
              <a:avLst/>
            </a:prstGeom>
            <a:ln w="25400" cap="flat" cmpd="sng">
              <a:solidFill>
                <a:schemeClr val="tx1"/>
              </a:solidFill>
              <a:prstDash val="solid"/>
              <a:headEnd type="none" w="med" len="med"/>
              <a:tailEnd type="none" w="med" len="med"/>
            </a:ln>
          </p:spPr>
        </p:sp>
        <p:sp>
          <p:nvSpPr>
            <p:cNvPr id="186385" name="Line 43"/>
            <p:cNvSpPr>
              <a:spLocks noChangeAspect="1"/>
            </p:cNvSpPr>
            <p:nvPr/>
          </p:nvSpPr>
          <p:spPr>
            <a:xfrm>
              <a:off x="2302" y="2123"/>
              <a:ext cx="282" cy="1"/>
            </a:xfrm>
            <a:prstGeom prst="line">
              <a:avLst/>
            </a:prstGeom>
            <a:ln w="25400" cap="flat" cmpd="sng">
              <a:solidFill>
                <a:srgbClr val="000000"/>
              </a:solidFill>
              <a:prstDash val="solid"/>
              <a:headEnd type="none" w="med" len="med"/>
              <a:tailEnd type="none" w="med" len="med"/>
            </a:ln>
          </p:spPr>
        </p:sp>
        <p:grpSp>
          <p:nvGrpSpPr>
            <p:cNvPr id="186386" name="Group 44"/>
            <p:cNvGrpSpPr>
              <a:grpSpLocks noChangeAspect="1"/>
            </p:cNvGrpSpPr>
            <p:nvPr/>
          </p:nvGrpSpPr>
          <p:grpSpPr>
            <a:xfrm>
              <a:off x="751" y="356"/>
              <a:ext cx="789" cy="209"/>
              <a:chOff x="8290" y="5791"/>
              <a:chExt cx="2081" cy="574"/>
            </a:xfrm>
          </p:grpSpPr>
          <p:sp>
            <p:nvSpPr>
              <p:cNvPr id="186423" name="Line 45"/>
              <p:cNvSpPr>
                <a:spLocks noChangeAspect="1"/>
              </p:cNvSpPr>
              <p:nvPr/>
            </p:nvSpPr>
            <p:spPr>
              <a:xfrm>
                <a:off x="8298" y="6078"/>
                <a:ext cx="104" cy="280"/>
              </a:xfrm>
              <a:prstGeom prst="line">
                <a:avLst/>
              </a:prstGeom>
              <a:ln w="25400" cap="flat" cmpd="sng">
                <a:solidFill>
                  <a:srgbClr val="000000"/>
                </a:solidFill>
                <a:prstDash val="solid"/>
                <a:headEnd type="none" w="med" len="med"/>
                <a:tailEnd type="none" w="med" len="med"/>
              </a:ln>
            </p:spPr>
          </p:sp>
          <p:sp>
            <p:nvSpPr>
              <p:cNvPr id="186424" name="Line 46"/>
              <p:cNvSpPr>
                <a:spLocks noChangeAspect="1"/>
              </p:cNvSpPr>
              <p:nvPr/>
            </p:nvSpPr>
            <p:spPr>
              <a:xfrm flipV="1">
                <a:off x="8290" y="5791"/>
                <a:ext cx="114" cy="307"/>
              </a:xfrm>
              <a:prstGeom prst="line">
                <a:avLst/>
              </a:prstGeom>
              <a:ln w="25400" cap="flat" cmpd="sng">
                <a:solidFill>
                  <a:srgbClr val="000000"/>
                </a:solidFill>
                <a:prstDash val="solid"/>
                <a:headEnd type="none" w="med" len="med"/>
                <a:tailEnd type="none" w="med" len="med"/>
              </a:ln>
            </p:spPr>
          </p:sp>
          <p:sp>
            <p:nvSpPr>
              <p:cNvPr id="186425" name="Line 47"/>
              <p:cNvSpPr>
                <a:spLocks noChangeAspect="1"/>
              </p:cNvSpPr>
              <p:nvPr/>
            </p:nvSpPr>
            <p:spPr>
              <a:xfrm>
                <a:off x="8392" y="5798"/>
                <a:ext cx="1840" cy="0"/>
              </a:xfrm>
              <a:prstGeom prst="line">
                <a:avLst/>
              </a:prstGeom>
              <a:ln w="25400" cap="flat" cmpd="sng">
                <a:solidFill>
                  <a:srgbClr val="000000"/>
                </a:solidFill>
                <a:prstDash val="solid"/>
                <a:headEnd type="none" w="med" len="med"/>
                <a:tailEnd type="none" w="med" len="med"/>
              </a:ln>
            </p:spPr>
          </p:sp>
          <p:sp>
            <p:nvSpPr>
              <p:cNvPr id="186426" name="Line 48"/>
              <p:cNvSpPr>
                <a:spLocks noChangeAspect="1"/>
              </p:cNvSpPr>
              <p:nvPr/>
            </p:nvSpPr>
            <p:spPr>
              <a:xfrm>
                <a:off x="8412" y="6358"/>
                <a:ext cx="1840" cy="0"/>
              </a:xfrm>
              <a:prstGeom prst="line">
                <a:avLst/>
              </a:prstGeom>
              <a:ln w="25400" cap="flat" cmpd="sng">
                <a:solidFill>
                  <a:srgbClr val="000000"/>
                </a:solidFill>
                <a:prstDash val="solid"/>
                <a:headEnd type="none" w="med" len="med"/>
                <a:tailEnd type="none" w="med" len="med"/>
              </a:ln>
            </p:spPr>
          </p:sp>
          <p:grpSp>
            <p:nvGrpSpPr>
              <p:cNvPr id="186427" name="Group 49"/>
              <p:cNvGrpSpPr>
                <a:grpSpLocks noChangeAspect="1"/>
              </p:cNvGrpSpPr>
              <p:nvPr/>
            </p:nvGrpSpPr>
            <p:grpSpPr>
              <a:xfrm>
                <a:off x="10252" y="5798"/>
                <a:ext cx="119" cy="567"/>
                <a:chOff x="5412" y="8857"/>
                <a:chExt cx="119" cy="567"/>
              </a:xfrm>
            </p:grpSpPr>
            <p:sp>
              <p:nvSpPr>
                <p:cNvPr id="186428" name="Line 50"/>
                <p:cNvSpPr>
                  <a:spLocks noChangeAspect="1"/>
                </p:cNvSpPr>
                <p:nvPr/>
              </p:nvSpPr>
              <p:spPr>
                <a:xfrm>
                  <a:off x="5412" y="8857"/>
                  <a:ext cx="119" cy="320"/>
                </a:xfrm>
                <a:prstGeom prst="line">
                  <a:avLst/>
                </a:prstGeom>
                <a:ln w="25400" cap="flat" cmpd="sng">
                  <a:solidFill>
                    <a:srgbClr val="000000"/>
                  </a:solidFill>
                  <a:prstDash val="solid"/>
                  <a:headEnd type="none" w="med" len="med"/>
                  <a:tailEnd type="none" w="med" len="med"/>
                </a:ln>
              </p:spPr>
            </p:sp>
            <p:sp>
              <p:nvSpPr>
                <p:cNvPr id="186429" name="Line 51"/>
                <p:cNvSpPr>
                  <a:spLocks noChangeAspect="1"/>
                </p:cNvSpPr>
                <p:nvPr/>
              </p:nvSpPr>
              <p:spPr>
                <a:xfrm flipV="1">
                  <a:off x="5414" y="9157"/>
                  <a:ext cx="99" cy="267"/>
                </a:xfrm>
                <a:prstGeom prst="line">
                  <a:avLst/>
                </a:prstGeom>
                <a:ln w="25400" cap="flat" cmpd="sng">
                  <a:solidFill>
                    <a:srgbClr val="000000"/>
                  </a:solidFill>
                  <a:prstDash val="solid"/>
                  <a:headEnd type="none" w="med" len="med"/>
                  <a:tailEnd type="none" w="med" len="med"/>
                </a:ln>
              </p:spPr>
            </p:sp>
          </p:grpSp>
        </p:grpSp>
        <p:sp>
          <p:nvSpPr>
            <p:cNvPr id="186387" name="Line 52"/>
            <p:cNvSpPr>
              <a:spLocks noChangeAspect="1"/>
            </p:cNvSpPr>
            <p:nvPr/>
          </p:nvSpPr>
          <p:spPr>
            <a:xfrm>
              <a:off x="567" y="455"/>
              <a:ext cx="180" cy="1"/>
            </a:xfrm>
            <a:prstGeom prst="line">
              <a:avLst/>
            </a:prstGeom>
            <a:ln w="25400" cap="flat" cmpd="sng">
              <a:solidFill>
                <a:srgbClr val="000000"/>
              </a:solidFill>
              <a:prstDash val="solid"/>
              <a:headEnd type="none" w="med" len="med"/>
              <a:tailEnd type="none" w="med" len="med"/>
            </a:ln>
          </p:spPr>
        </p:sp>
        <p:sp>
          <p:nvSpPr>
            <p:cNvPr id="186388" name="Line 53"/>
            <p:cNvSpPr>
              <a:spLocks noChangeAspect="1"/>
            </p:cNvSpPr>
            <p:nvPr/>
          </p:nvSpPr>
          <p:spPr>
            <a:xfrm>
              <a:off x="1531" y="462"/>
              <a:ext cx="39" cy="101"/>
            </a:xfrm>
            <a:prstGeom prst="line">
              <a:avLst/>
            </a:prstGeom>
            <a:ln w="25400" cap="flat" cmpd="sng">
              <a:solidFill>
                <a:srgbClr val="000000"/>
              </a:solidFill>
              <a:prstDash val="solid"/>
              <a:headEnd type="none" w="med" len="med"/>
              <a:tailEnd type="none" w="med" len="med"/>
            </a:ln>
          </p:spPr>
        </p:sp>
        <p:sp>
          <p:nvSpPr>
            <p:cNvPr id="186389" name="Line 54"/>
            <p:cNvSpPr>
              <a:spLocks noChangeAspect="1"/>
            </p:cNvSpPr>
            <p:nvPr/>
          </p:nvSpPr>
          <p:spPr>
            <a:xfrm flipV="1">
              <a:off x="1527" y="356"/>
              <a:ext cx="44" cy="112"/>
            </a:xfrm>
            <a:prstGeom prst="line">
              <a:avLst/>
            </a:prstGeom>
            <a:ln w="25400" cap="flat" cmpd="sng">
              <a:solidFill>
                <a:srgbClr val="000000"/>
              </a:solidFill>
              <a:prstDash val="solid"/>
              <a:headEnd type="none" w="med" len="med"/>
              <a:tailEnd type="none" w="med" len="med"/>
            </a:ln>
          </p:spPr>
        </p:sp>
        <p:sp>
          <p:nvSpPr>
            <p:cNvPr id="186390" name="Line 55"/>
            <p:cNvSpPr>
              <a:spLocks noChangeAspect="1"/>
            </p:cNvSpPr>
            <p:nvPr/>
          </p:nvSpPr>
          <p:spPr>
            <a:xfrm>
              <a:off x="1589" y="358"/>
              <a:ext cx="1223" cy="1"/>
            </a:xfrm>
            <a:prstGeom prst="line">
              <a:avLst/>
            </a:prstGeom>
            <a:ln w="25400" cap="flat" cmpd="sng">
              <a:solidFill>
                <a:srgbClr val="000000"/>
              </a:solidFill>
              <a:prstDash val="solid"/>
              <a:headEnd type="none" w="med" len="med"/>
              <a:tailEnd type="none" w="med" len="med"/>
            </a:ln>
          </p:spPr>
        </p:sp>
        <p:sp>
          <p:nvSpPr>
            <p:cNvPr id="186391" name="Line 56"/>
            <p:cNvSpPr>
              <a:spLocks noChangeAspect="1"/>
            </p:cNvSpPr>
            <p:nvPr/>
          </p:nvSpPr>
          <p:spPr>
            <a:xfrm>
              <a:off x="1597" y="563"/>
              <a:ext cx="1209" cy="1"/>
            </a:xfrm>
            <a:prstGeom prst="line">
              <a:avLst/>
            </a:prstGeom>
            <a:ln w="25400" cap="flat" cmpd="sng">
              <a:solidFill>
                <a:srgbClr val="000000"/>
              </a:solidFill>
              <a:prstDash val="solid"/>
              <a:headEnd type="none" w="med" len="med"/>
              <a:tailEnd type="none" w="med" len="med"/>
            </a:ln>
          </p:spPr>
        </p:sp>
        <p:sp>
          <p:nvSpPr>
            <p:cNvPr id="186392" name="Text Box 57"/>
            <p:cNvSpPr txBox="1"/>
            <p:nvPr/>
          </p:nvSpPr>
          <p:spPr>
            <a:xfrm>
              <a:off x="717" y="377"/>
              <a:ext cx="905" cy="382"/>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1600" dirty="0">
                  <a:solidFill>
                    <a:srgbClr val="FF3300"/>
                  </a:solidFill>
                  <a:latin typeface="楷体_GB2312" pitchFamily="1" charset="-122"/>
                </a:rPr>
                <a:t>送往外设数据</a:t>
              </a:r>
              <a:endParaRPr lang="zh-CN" altLang="en-US" sz="1600" dirty="0">
                <a:solidFill>
                  <a:srgbClr val="FF3300"/>
                </a:solidFill>
                <a:latin typeface="楷体_GB2312" pitchFamily="1" charset="-122"/>
              </a:endParaRPr>
            </a:p>
          </p:txBody>
        </p:sp>
        <p:sp>
          <p:nvSpPr>
            <p:cNvPr id="186393" name="Text Box 58"/>
            <p:cNvSpPr txBox="1"/>
            <p:nvPr/>
          </p:nvSpPr>
          <p:spPr>
            <a:xfrm>
              <a:off x="1527" y="376"/>
              <a:ext cx="999" cy="239"/>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1800" dirty="0">
                  <a:solidFill>
                    <a:srgbClr val="FF3300"/>
                  </a:solidFill>
                  <a:latin typeface="楷体_GB2312" pitchFamily="1" charset="-122"/>
                </a:rPr>
                <a:t>数据写入端口</a:t>
              </a:r>
              <a:endParaRPr lang="zh-CN" altLang="en-US" sz="1800" dirty="0">
                <a:solidFill>
                  <a:srgbClr val="0000FF"/>
                </a:solidFill>
                <a:latin typeface="宋体" panose="02010600030101010101" pitchFamily="2" charset="-122"/>
              </a:endParaRPr>
            </a:p>
          </p:txBody>
        </p:sp>
        <p:sp>
          <p:nvSpPr>
            <p:cNvPr id="186394" name="Line 59"/>
            <p:cNvSpPr>
              <a:spLocks noChangeAspect="1"/>
            </p:cNvSpPr>
            <p:nvPr/>
          </p:nvSpPr>
          <p:spPr>
            <a:xfrm>
              <a:off x="573" y="756"/>
              <a:ext cx="481" cy="1"/>
            </a:xfrm>
            <a:prstGeom prst="line">
              <a:avLst/>
            </a:prstGeom>
            <a:ln w="25400" cap="flat" cmpd="sng">
              <a:solidFill>
                <a:srgbClr val="000000"/>
              </a:solidFill>
              <a:prstDash val="solid"/>
              <a:headEnd type="none" w="med" len="med"/>
              <a:tailEnd type="none" w="med" len="med"/>
            </a:ln>
          </p:spPr>
        </p:sp>
        <p:sp>
          <p:nvSpPr>
            <p:cNvPr id="186395" name="Line 60"/>
            <p:cNvSpPr>
              <a:spLocks noChangeAspect="1"/>
            </p:cNvSpPr>
            <p:nvPr/>
          </p:nvSpPr>
          <p:spPr>
            <a:xfrm>
              <a:off x="1054" y="754"/>
              <a:ext cx="41" cy="198"/>
            </a:xfrm>
            <a:prstGeom prst="line">
              <a:avLst/>
            </a:prstGeom>
            <a:ln w="25400" cap="flat" cmpd="sng">
              <a:solidFill>
                <a:srgbClr val="000000"/>
              </a:solidFill>
              <a:prstDash val="solid"/>
              <a:headEnd type="none" w="med" len="med"/>
              <a:tailEnd type="none" w="med" len="med"/>
            </a:ln>
          </p:spPr>
        </p:sp>
        <p:sp>
          <p:nvSpPr>
            <p:cNvPr id="186396" name="Line 61"/>
            <p:cNvSpPr>
              <a:spLocks noChangeAspect="1"/>
            </p:cNvSpPr>
            <p:nvPr/>
          </p:nvSpPr>
          <p:spPr>
            <a:xfrm>
              <a:off x="1090" y="963"/>
              <a:ext cx="320" cy="1"/>
            </a:xfrm>
            <a:prstGeom prst="line">
              <a:avLst/>
            </a:prstGeom>
            <a:ln w="25400" cap="flat" cmpd="sng">
              <a:solidFill>
                <a:srgbClr val="000000"/>
              </a:solidFill>
              <a:prstDash val="solid"/>
              <a:headEnd type="none" w="med" len="med"/>
              <a:tailEnd type="none" w="med" len="med"/>
            </a:ln>
          </p:spPr>
        </p:sp>
        <p:grpSp>
          <p:nvGrpSpPr>
            <p:cNvPr id="186397" name="Group 62"/>
            <p:cNvGrpSpPr>
              <a:grpSpLocks noChangeAspect="1"/>
            </p:cNvGrpSpPr>
            <p:nvPr/>
          </p:nvGrpSpPr>
          <p:grpSpPr>
            <a:xfrm>
              <a:off x="1422" y="754"/>
              <a:ext cx="1513" cy="204"/>
              <a:chOff x="3772" y="8357"/>
              <a:chExt cx="7300" cy="700"/>
            </a:xfrm>
          </p:grpSpPr>
          <p:sp>
            <p:nvSpPr>
              <p:cNvPr id="186421" name="Line 63"/>
              <p:cNvSpPr>
                <a:spLocks noChangeAspect="1"/>
              </p:cNvSpPr>
              <p:nvPr/>
            </p:nvSpPr>
            <p:spPr>
              <a:xfrm flipV="1">
                <a:off x="3772" y="8377"/>
                <a:ext cx="198" cy="680"/>
              </a:xfrm>
              <a:prstGeom prst="line">
                <a:avLst/>
              </a:prstGeom>
              <a:ln w="25400" cap="flat" cmpd="sng">
                <a:solidFill>
                  <a:srgbClr val="000000"/>
                </a:solidFill>
                <a:prstDash val="solid"/>
                <a:headEnd type="none" w="med" len="med"/>
                <a:tailEnd type="none" w="med" len="med"/>
              </a:ln>
            </p:spPr>
          </p:sp>
          <p:sp>
            <p:nvSpPr>
              <p:cNvPr id="186422" name="Line 64"/>
              <p:cNvSpPr>
                <a:spLocks noChangeAspect="1"/>
              </p:cNvSpPr>
              <p:nvPr/>
            </p:nvSpPr>
            <p:spPr>
              <a:xfrm flipV="1">
                <a:off x="3972" y="8357"/>
                <a:ext cx="7100" cy="0"/>
              </a:xfrm>
              <a:prstGeom prst="line">
                <a:avLst/>
              </a:prstGeom>
              <a:ln w="25400" cap="flat" cmpd="sng">
                <a:solidFill>
                  <a:srgbClr val="000000"/>
                </a:solidFill>
                <a:prstDash val="solid"/>
                <a:headEnd type="none" w="med" len="med"/>
                <a:tailEnd type="none" w="med" len="med"/>
              </a:ln>
            </p:spPr>
          </p:sp>
        </p:grpSp>
        <p:sp>
          <p:nvSpPr>
            <p:cNvPr id="186398" name="Line 65"/>
            <p:cNvSpPr>
              <a:spLocks noChangeAspect="1"/>
            </p:cNvSpPr>
            <p:nvPr/>
          </p:nvSpPr>
          <p:spPr>
            <a:xfrm flipV="1">
              <a:off x="2460" y="1102"/>
              <a:ext cx="42" cy="198"/>
            </a:xfrm>
            <a:prstGeom prst="line">
              <a:avLst/>
            </a:prstGeom>
            <a:ln w="25400" cap="flat" cmpd="sng">
              <a:solidFill>
                <a:srgbClr val="000000"/>
              </a:solidFill>
              <a:prstDash val="solid"/>
              <a:headEnd type="none" w="med" len="med"/>
              <a:tailEnd type="none" w="med" len="med"/>
            </a:ln>
          </p:spPr>
        </p:sp>
        <p:sp>
          <p:nvSpPr>
            <p:cNvPr id="186399" name="Line 66"/>
            <p:cNvSpPr>
              <a:spLocks noChangeAspect="1"/>
            </p:cNvSpPr>
            <p:nvPr/>
          </p:nvSpPr>
          <p:spPr>
            <a:xfrm flipV="1">
              <a:off x="1869" y="1307"/>
              <a:ext cx="586" cy="1"/>
            </a:xfrm>
            <a:prstGeom prst="line">
              <a:avLst/>
            </a:prstGeom>
            <a:ln w="25400" cap="flat" cmpd="sng">
              <a:solidFill>
                <a:srgbClr val="000000"/>
              </a:solidFill>
              <a:prstDash val="solid"/>
              <a:headEnd type="none" w="med" len="med"/>
              <a:tailEnd type="none" w="med" len="med"/>
            </a:ln>
          </p:spPr>
        </p:sp>
        <p:sp>
          <p:nvSpPr>
            <p:cNvPr id="186400" name="Line 67"/>
            <p:cNvSpPr/>
            <p:nvPr/>
          </p:nvSpPr>
          <p:spPr>
            <a:xfrm>
              <a:off x="587" y="1107"/>
              <a:ext cx="1226" cy="1"/>
            </a:xfrm>
            <a:prstGeom prst="line">
              <a:avLst/>
            </a:prstGeom>
            <a:ln w="25400" cap="flat" cmpd="sng">
              <a:solidFill>
                <a:srgbClr val="000000"/>
              </a:solidFill>
              <a:prstDash val="solid"/>
              <a:headEnd type="none" w="med" len="med"/>
              <a:tailEnd type="none" w="med" len="med"/>
            </a:ln>
          </p:spPr>
        </p:sp>
        <p:sp>
          <p:nvSpPr>
            <p:cNvPr id="186401" name="Line 68"/>
            <p:cNvSpPr>
              <a:spLocks noChangeAspect="1"/>
            </p:cNvSpPr>
            <p:nvPr/>
          </p:nvSpPr>
          <p:spPr>
            <a:xfrm>
              <a:off x="1818" y="1108"/>
              <a:ext cx="40" cy="197"/>
            </a:xfrm>
            <a:prstGeom prst="line">
              <a:avLst/>
            </a:prstGeom>
            <a:ln w="25400" cap="flat" cmpd="sng">
              <a:solidFill>
                <a:srgbClr val="000000"/>
              </a:solidFill>
              <a:prstDash val="solid"/>
              <a:headEnd type="none" w="med" len="med"/>
              <a:tailEnd type="none" w="med" len="med"/>
            </a:ln>
          </p:spPr>
        </p:sp>
        <p:sp>
          <p:nvSpPr>
            <p:cNvPr id="186402" name="Line 69"/>
            <p:cNvSpPr/>
            <p:nvPr/>
          </p:nvSpPr>
          <p:spPr>
            <a:xfrm>
              <a:off x="2510" y="1113"/>
              <a:ext cx="735" cy="1"/>
            </a:xfrm>
            <a:prstGeom prst="line">
              <a:avLst/>
            </a:prstGeom>
            <a:ln w="25400" cap="flat" cmpd="sng">
              <a:solidFill>
                <a:srgbClr val="000000"/>
              </a:solidFill>
              <a:prstDash val="solid"/>
              <a:headEnd type="none" w="med" len="med"/>
              <a:tailEnd type="none" w="med" len="med"/>
            </a:ln>
          </p:spPr>
        </p:sp>
        <p:sp>
          <p:nvSpPr>
            <p:cNvPr id="186403" name="Line 70"/>
            <p:cNvSpPr>
              <a:spLocks noChangeAspect="1"/>
            </p:cNvSpPr>
            <p:nvPr/>
          </p:nvSpPr>
          <p:spPr>
            <a:xfrm flipV="1">
              <a:off x="2756" y="1525"/>
              <a:ext cx="41" cy="197"/>
            </a:xfrm>
            <a:prstGeom prst="line">
              <a:avLst/>
            </a:prstGeom>
            <a:ln w="25400" cap="flat" cmpd="sng">
              <a:solidFill>
                <a:srgbClr val="000000"/>
              </a:solidFill>
              <a:prstDash val="solid"/>
              <a:headEnd type="none" w="med" len="med"/>
              <a:tailEnd type="none" w="med" len="med"/>
            </a:ln>
          </p:spPr>
        </p:sp>
        <p:sp>
          <p:nvSpPr>
            <p:cNvPr id="186404" name="Line 71"/>
            <p:cNvSpPr>
              <a:spLocks noChangeAspect="1"/>
            </p:cNvSpPr>
            <p:nvPr/>
          </p:nvSpPr>
          <p:spPr>
            <a:xfrm flipV="1">
              <a:off x="1911" y="1729"/>
              <a:ext cx="849" cy="1"/>
            </a:xfrm>
            <a:prstGeom prst="line">
              <a:avLst/>
            </a:prstGeom>
            <a:ln w="25400" cap="flat" cmpd="sng">
              <a:solidFill>
                <a:srgbClr val="000000"/>
              </a:solidFill>
              <a:prstDash val="solid"/>
              <a:headEnd type="none" w="med" len="med"/>
              <a:tailEnd type="none" w="med" len="med"/>
            </a:ln>
          </p:spPr>
        </p:sp>
        <p:sp>
          <p:nvSpPr>
            <p:cNvPr id="186405" name="Line 72"/>
            <p:cNvSpPr>
              <a:spLocks noChangeAspect="1"/>
            </p:cNvSpPr>
            <p:nvPr/>
          </p:nvSpPr>
          <p:spPr>
            <a:xfrm>
              <a:off x="588" y="1528"/>
              <a:ext cx="1260" cy="1"/>
            </a:xfrm>
            <a:prstGeom prst="line">
              <a:avLst/>
            </a:prstGeom>
            <a:ln w="25400" cap="flat" cmpd="sng">
              <a:solidFill>
                <a:srgbClr val="000000"/>
              </a:solidFill>
              <a:prstDash val="solid"/>
              <a:headEnd type="none" w="med" len="med"/>
              <a:tailEnd type="none" w="med" len="med"/>
            </a:ln>
          </p:spPr>
        </p:sp>
        <p:sp>
          <p:nvSpPr>
            <p:cNvPr id="186406" name="Line 73"/>
            <p:cNvSpPr>
              <a:spLocks noChangeAspect="1"/>
            </p:cNvSpPr>
            <p:nvPr/>
          </p:nvSpPr>
          <p:spPr>
            <a:xfrm>
              <a:off x="1848" y="1523"/>
              <a:ext cx="46" cy="215"/>
            </a:xfrm>
            <a:prstGeom prst="line">
              <a:avLst/>
            </a:prstGeom>
            <a:ln w="25400" cap="flat" cmpd="sng">
              <a:solidFill>
                <a:srgbClr val="000000"/>
              </a:solidFill>
              <a:prstDash val="solid"/>
              <a:headEnd type="none" w="med" len="med"/>
              <a:tailEnd type="none" w="med" len="med"/>
            </a:ln>
          </p:spPr>
        </p:sp>
        <p:sp>
          <p:nvSpPr>
            <p:cNvPr id="186407" name="Line 74"/>
            <p:cNvSpPr>
              <a:spLocks noChangeAspect="1"/>
            </p:cNvSpPr>
            <p:nvPr/>
          </p:nvSpPr>
          <p:spPr>
            <a:xfrm>
              <a:off x="2800" y="1522"/>
              <a:ext cx="455" cy="1"/>
            </a:xfrm>
            <a:prstGeom prst="line">
              <a:avLst/>
            </a:prstGeom>
            <a:ln w="25400" cap="flat" cmpd="sng">
              <a:solidFill>
                <a:srgbClr val="000000"/>
              </a:solidFill>
              <a:prstDash val="solid"/>
              <a:headEnd type="none" w="med" len="med"/>
              <a:tailEnd type="none" w="med" len="med"/>
            </a:ln>
          </p:spPr>
        </p:sp>
        <p:sp>
          <p:nvSpPr>
            <p:cNvPr id="186408" name="Line 75"/>
            <p:cNvSpPr>
              <a:spLocks noChangeAspect="1"/>
            </p:cNvSpPr>
            <p:nvPr/>
          </p:nvSpPr>
          <p:spPr>
            <a:xfrm>
              <a:off x="626" y="1901"/>
              <a:ext cx="1634" cy="1"/>
            </a:xfrm>
            <a:prstGeom prst="line">
              <a:avLst/>
            </a:prstGeom>
            <a:ln w="25400" cap="flat" cmpd="sng">
              <a:solidFill>
                <a:srgbClr val="000000"/>
              </a:solidFill>
              <a:prstDash val="solid"/>
              <a:headEnd type="none" w="med" len="med"/>
              <a:tailEnd type="none" w="med" len="med"/>
            </a:ln>
          </p:spPr>
        </p:sp>
        <p:sp>
          <p:nvSpPr>
            <p:cNvPr id="186409" name="Line 76"/>
            <p:cNvSpPr>
              <a:spLocks noChangeAspect="1"/>
            </p:cNvSpPr>
            <p:nvPr/>
          </p:nvSpPr>
          <p:spPr>
            <a:xfrm>
              <a:off x="2256" y="1907"/>
              <a:ext cx="42" cy="199"/>
            </a:xfrm>
            <a:prstGeom prst="line">
              <a:avLst/>
            </a:prstGeom>
            <a:ln w="25400" cap="flat" cmpd="sng">
              <a:solidFill>
                <a:srgbClr val="000000"/>
              </a:solidFill>
              <a:prstDash val="solid"/>
              <a:headEnd type="none" w="med" len="med"/>
              <a:tailEnd type="none" w="med" len="med"/>
            </a:ln>
          </p:spPr>
        </p:sp>
        <p:sp>
          <p:nvSpPr>
            <p:cNvPr id="186410" name="Line 77"/>
            <p:cNvSpPr>
              <a:spLocks noChangeAspect="1"/>
            </p:cNvSpPr>
            <p:nvPr/>
          </p:nvSpPr>
          <p:spPr>
            <a:xfrm flipV="1">
              <a:off x="2586" y="1913"/>
              <a:ext cx="41" cy="198"/>
            </a:xfrm>
            <a:prstGeom prst="line">
              <a:avLst/>
            </a:prstGeom>
            <a:ln w="25400" cap="flat" cmpd="sng">
              <a:solidFill>
                <a:srgbClr val="000000"/>
              </a:solidFill>
              <a:prstDash val="solid"/>
              <a:headEnd type="none" w="med" len="med"/>
              <a:tailEnd type="none" w="med" len="med"/>
            </a:ln>
          </p:spPr>
        </p:sp>
        <p:sp>
          <p:nvSpPr>
            <p:cNvPr id="186411" name="Line 78"/>
            <p:cNvSpPr>
              <a:spLocks noChangeAspect="1"/>
            </p:cNvSpPr>
            <p:nvPr/>
          </p:nvSpPr>
          <p:spPr>
            <a:xfrm flipV="1">
              <a:off x="2643" y="1912"/>
              <a:ext cx="621" cy="1"/>
            </a:xfrm>
            <a:prstGeom prst="line">
              <a:avLst/>
            </a:prstGeom>
            <a:ln w="25400" cap="flat" cmpd="sng">
              <a:solidFill>
                <a:srgbClr val="000000"/>
              </a:solidFill>
              <a:prstDash val="solid"/>
              <a:headEnd type="none" w="med" len="med"/>
              <a:tailEnd type="none" w="med" len="med"/>
            </a:ln>
          </p:spPr>
        </p:sp>
        <p:sp>
          <p:nvSpPr>
            <p:cNvPr id="186412" name="Text Box 79"/>
            <p:cNvSpPr txBox="1"/>
            <p:nvPr/>
          </p:nvSpPr>
          <p:spPr>
            <a:xfrm>
              <a:off x="811" y="764"/>
              <a:ext cx="171" cy="228"/>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400" dirty="0">
                  <a:solidFill>
                    <a:srgbClr val="FF00FF"/>
                  </a:solidFill>
                  <a:latin typeface="Arial" panose="020B0604020202020204" pitchFamily="34" charset="0"/>
                </a:rPr>
                <a:t>②</a:t>
              </a:r>
              <a:endParaRPr lang="en-US" altLang="zh-CN" sz="2200" dirty="0">
                <a:solidFill>
                  <a:srgbClr val="0000FF"/>
                </a:solidFill>
                <a:latin typeface="宋体" panose="02010600030101010101" pitchFamily="2" charset="-122"/>
              </a:endParaRPr>
            </a:p>
          </p:txBody>
        </p:sp>
        <p:sp>
          <p:nvSpPr>
            <p:cNvPr id="186413" name="Text Box 80"/>
            <p:cNvSpPr txBox="1"/>
            <p:nvPr/>
          </p:nvSpPr>
          <p:spPr>
            <a:xfrm>
              <a:off x="2035" y="1908"/>
              <a:ext cx="170" cy="229"/>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400" dirty="0">
                  <a:solidFill>
                    <a:srgbClr val="FF00FF"/>
                  </a:solidFill>
                  <a:latin typeface="Arial" panose="020B0604020202020204" pitchFamily="34" charset="0"/>
                </a:rPr>
                <a:t>③</a:t>
              </a:r>
              <a:endParaRPr lang="en-US" altLang="zh-CN" sz="2200" dirty="0">
                <a:solidFill>
                  <a:srgbClr val="0000FF"/>
                </a:solidFill>
                <a:latin typeface="宋体" panose="02010600030101010101" pitchFamily="2" charset="-122"/>
              </a:endParaRPr>
            </a:p>
          </p:txBody>
        </p:sp>
        <p:sp>
          <p:nvSpPr>
            <p:cNvPr id="186414" name="Arc 81"/>
            <p:cNvSpPr/>
            <p:nvPr/>
          </p:nvSpPr>
          <p:spPr>
            <a:xfrm flipV="1">
              <a:off x="2281" y="1196"/>
              <a:ext cx="250" cy="790"/>
            </a:xfrm>
            <a:custGeom>
              <a:avLst/>
              <a:gdLst/>
              <a:ahLst/>
              <a:cxnLst>
                <a:cxn ang="0">
                  <a:pos x="0" y="0"/>
                </a:cxn>
                <a:cxn ang="0">
                  <a:pos x="0" y="0"/>
                </a:cxn>
                <a:cxn ang="0">
                  <a:pos x="0" y="0"/>
                </a:cxn>
                <a:cxn ang="0">
                  <a:pos x="0" y="0"/>
                </a:cxn>
                <a:cxn ang="0">
                  <a:pos x="0" y="0"/>
                </a:cxn>
                <a:cxn ang="0">
                  <a:pos x="0" y="0"/>
                </a:cxn>
                <a:cxn ang="0">
                  <a:pos x="0" y="0"/>
                </a:cxn>
                <a:cxn ang="0">
                  <a:pos x="0" y="0"/>
                </a:cxn>
              </a:cxnLst>
              <a:pathLst>
                <a:path w="21600" h="33239" fill="none">
                  <a:moveTo>
                    <a:pt x="0" y="0"/>
                  </a:moveTo>
                  <a:cubicBezTo>
                    <a:pt x="11929" y="0"/>
                    <a:pt x="21600" y="9670"/>
                    <a:pt x="21600" y="21600"/>
                  </a:cubicBezTo>
                  <a:cubicBezTo>
                    <a:pt x="21600" y="25725"/>
                    <a:pt x="20418" y="29763"/>
                    <a:pt x="18195" y="33238"/>
                  </a:cubicBezTo>
                </a:path>
                <a:path w="21600" h="33239" stroke="0">
                  <a:moveTo>
                    <a:pt x="0" y="0"/>
                  </a:moveTo>
                  <a:cubicBezTo>
                    <a:pt x="11929" y="0"/>
                    <a:pt x="21600" y="9670"/>
                    <a:pt x="21600" y="21600"/>
                  </a:cubicBezTo>
                  <a:cubicBezTo>
                    <a:pt x="21600" y="25725"/>
                    <a:pt x="20418" y="29763"/>
                    <a:pt x="18195" y="33238"/>
                  </a:cubicBezTo>
                  <a:lnTo>
                    <a:pt x="0" y="21600"/>
                  </a:lnTo>
                  <a:lnTo>
                    <a:pt x="0" y="0"/>
                  </a:lnTo>
                  <a:close/>
                </a:path>
              </a:pathLst>
            </a:custGeom>
            <a:noFill/>
            <a:ln w="38100" cap="flat" cmpd="sng">
              <a:solidFill>
                <a:srgbClr val="000000">
                  <a:alpha val="100000"/>
                </a:srgbClr>
              </a:solidFill>
              <a:prstDash val="solid"/>
              <a:round/>
              <a:headEnd type="none" w="med" len="med"/>
              <a:tailEnd type="triangle" w="sm" len="med"/>
            </a:ln>
          </p:spPr>
          <p:txBody>
            <a:bodyPr/>
            <a:p>
              <a:endParaRPr lang="zh-CN" altLang="en-US"/>
            </a:p>
          </p:txBody>
        </p:sp>
        <p:sp>
          <p:nvSpPr>
            <p:cNvPr id="186415" name="Arc 82"/>
            <p:cNvSpPr/>
            <p:nvPr/>
          </p:nvSpPr>
          <p:spPr>
            <a:xfrm rot="-10800000" flipV="1">
              <a:off x="2592" y="1575"/>
              <a:ext cx="210" cy="576"/>
            </a:xfrm>
            <a:custGeom>
              <a:avLst/>
              <a:gdLst/>
              <a:ahLst/>
              <a:cxnLst>
                <a:cxn ang="0">
                  <a:pos x="0" y="0"/>
                </a:cxn>
                <a:cxn ang="0">
                  <a:pos x="0" y="0"/>
                </a:cxn>
                <a:cxn ang="0">
                  <a:pos x="0" y="0"/>
                </a:cxn>
                <a:cxn ang="0">
                  <a:pos x="0" y="0"/>
                </a:cxn>
                <a:cxn ang="0">
                  <a:pos x="0" y="0"/>
                </a:cxn>
                <a:cxn ang="0">
                  <a:pos x="0" y="0"/>
                </a:cxn>
                <a:cxn ang="0">
                  <a:pos x="0" y="0"/>
                </a:cxn>
                <a:cxn ang="0">
                  <a:pos x="0" y="0"/>
                </a:cxn>
              </a:cxnLst>
              <a:pathLst>
                <a:path w="22141" h="21600" fill="none">
                  <a:moveTo>
                    <a:pt x="0" y="17"/>
                  </a:moveTo>
                  <a:cubicBezTo>
                    <a:pt x="286" y="5"/>
                    <a:pt x="573" y="-1"/>
                    <a:pt x="860" y="0"/>
                  </a:cubicBezTo>
                  <a:cubicBezTo>
                    <a:pt x="11362" y="0"/>
                    <a:pt x="20342" y="7553"/>
                    <a:pt x="22140" y="17901"/>
                  </a:cubicBezTo>
                </a:path>
                <a:path w="22141" h="21600" stroke="0">
                  <a:moveTo>
                    <a:pt x="0" y="17"/>
                  </a:moveTo>
                  <a:cubicBezTo>
                    <a:pt x="286" y="5"/>
                    <a:pt x="573" y="-1"/>
                    <a:pt x="860" y="0"/>
                  </a:cubicBezTo>
                  <a:cubicBezTo>
                    <a:pt x="11362" y="0"/>
                    <a:pt x="20342" y="7553"/>
                    <a:pt x="22140" y="17901"/>
                  </a:cubicBezTo>
                  <a:lnTo>
                    <a:pt x="860" y="21600"/>
                  </a:lnTo>
                  <a:lnTo>
                    <a:pt x="0" y="17"/>
                  </a:lnTo>
                  <a:close/>
                </a:path>
              </a:pathLst>
            </a:custGeom>
            <a:noFill/>
            <a:ln w="38100" cap="flat" cmpd="sng">
              <a:solidFill>
                <a:srgbClr val="000000">
                  <a:alpha val="100000"/>
                </a:srgbClr>
              </a:solidFill>
              <a:prstDash val="solid"/>
              <a:round/>
              <a:headEnd type="triangle" w="sm" len="med"/>
              <a:tailEnd type="none" w="sm" len="med"/>
            </a:ln>
          </p:spPr>
          <p:txBody>
            <a:bodyPr/>
            <a:p>
              <a:endParaRPr lang="zh-CN" altLang="en-US"/>
            </a:p>
          </p:txBody>
        </p:sp>
        <p:sp>
          <p:nvSpPr>
            <p:cNvPr id="186416" name="Arc 83"/>
            <p:cNvSpPr/>
            <p:nvPr/>
          </p:nvSpPr>
          <p:spPr>
            <a:xfrm rot="10800000">
              <a:off x="1438" y="930"/>
              <a:ext cx="409" cy="649"/>
            </a:xfrm>
            <a:custGeom>
              <a:avLst/>
              <a:gdLst/>
              <a:ahLst/>
              <a:cxnLst>
                <a:cxn ang="0">
                  <a:pos x="0" y="0"/>
                </a:cxn>
                <a:cxn ang="0">
                  <a:pos x="0" y="0"/>
                </a:cxn>
                <a:cxn ang="0">
                  <a:pos x="0" y="0"/>
                </a:cxn>
                <a:cxn ang="0">
                  <a:pos x="0" y="0"/>
                </a:cxn>
                <a:cxn ang="0">
                  <a:pos x="0" y="0"/>
                </a:cxn>
                <a:cxn ang="0">
                  <a:pos x="0" y="0"/>
                </a:cxn>
                <a:cxn ang="0">
                  <a:pos x="0" y="0"/>
                </a:cxn>
                <a:cxn ang="0">
                  <a:pos x="0" y="0"/>
                </a:cxn>
              </a:cxnLst>
              <a:pathLst>
                <a:path w="23223" h="21600" fill="none">
                  <a:moveTo>
                    <a:pt x="0" y="61"/>
                  </a:moveTo>
                  <a:cubicBezTo>
                    <a:pt x="540" y="20"/>
                    <a:pt x="1081" y="-1"/>
                    <a:pt x="1623" y="0"/>
                  </a:cubicBezTo>
                  <a:cubicBezTo>
                    <a:pt x="13552" y="0"/>
                    <a:pt x="23223" y="9670"/>
                    <a:pt x="23223" y="21600"/>
                  </a:cubicBezTo>
                </a:path>
                <a:path w="23223" h="21600" stroke="0">
                  <a:moveTo>
                    <a:pt x="0" y="61"/>
                  </a:moveTo>
                  <a:cubicBezTo>
                    <a:pt x="540" y="20"/>
                    <a:pt x="1081" y="-1"/>
                    <a:pt x="1623" y="0"/>
                  </a:cubicBezTo>
                  <a:cubicBezTo>
                    <a:pt x="13552" y="0"/>
                    <a:pt x="23223" y="9670"/>
                    <a:pt x="23223" y="21600"/>
                  </a:cubicBezTo>
                  <a:lnTo>
                    <a:pt x="1623" y="21600"/>
                  </a:lnTo>
                  <a:lnTo>
                    <a:pt x="0" y="61"/>
                  </a:lnTo>
                  <a:close/>
                </a:path>
              </a:pathLst>
            </a:custGeom>
            <a:noFill/>
            <a:ln w="38100" cap="flat" cmpd="sng">
              <a:solidFill>
                <a:srgbClr val="000000">
                  <a:alpha val="100000"/>
                </a:srgbClr>
              </a:solidFill>
              <a:prstDash val="solid"/>
              <a:round/>
              <a:headEnd type="triangle" w="sm" len="med"/>
              <a:tailEnd type="none" w="med" len="med"/>
            </a:ln>
          </p:spPr>
          <p:txBody>
            <a:bodyPr/>
            <a:p>
              <a:endParaRPr lang="zh-CN" altLang="en-US"/>
            </a:p>
          </p:txBody>
        </p:sp>
        <p:sp>
          <p:nvSpPr>
            <p:cNvPr id="186417" name="Arc 84"/>
            <p:cNvSpPr/>
            <p:nvPr/>
          </p:nvSpPr>
          <p:spPr>
            <a:xfrm flipV="1">
              <a:off x="1468" y="508"/>
              <a:ext cx="257" cy="341"/>
            </a:xfrm>
            <a:custGeom>
              <a:avLst/>
              <a:gdLst/>
              <a:ahLst/>
              <a:cxnLst>
                <a:cxn ang="0">
                  <a:pos x="0" y="0"/>
                </a:cxn>
                <a:cxn ang="0">
                  <a:pos x="0" y="0"/>
                </a:cxn>
                <a:cxn ang="0">
                  <a:pos x="0" y="0"/>
                </a:cxn>
                <a:cxn ang="0">
                  <a:pos x="0" y="0"/>
                </a:cxn>
                <a:cxn ang="0">
                  <a:pos x="0" y="0"/>
                </a:cxn>
                <a:cxn ang="0">
                  <a:pos x="0" y="0"/>
                </a:cxn>
                <a:cxn ang="0">
                  <a:pos x="0" y="0"/>
                </a:cxn>
                <a:cxn ang="0">
                  <a:pos x="0" y="0"/>
                </a:cxn>
              </a:cxnLst>
              <a:pathLst>
                <a:path w="33653" h="21600" fill="none">
                  <a:moveTo>
                    <a:pt x="0" y="3921"/>
                  </a:moveTo>
                  <a:cubicBezTo>
                    <a:pt x="3635" y="1369"/>
                    <a:pt x="7969" y="-1"/>
                    <a:pt x="12411" y="0"/>
                  </a:cubicBezTo>
                  <a:cubicBezTo>
                    <a:pt x="22829" y="0"/>
                    <a:pt x="31763" y="7437"/>
                    <a:pt x="33652" y="17683"/>
                  </a:cubicBezTo>
                </a:path>
                <a:path w="33653" h="21600" stroke="0">
                  <a:moveTo>
                    <a:pt x="0" y="3921"/>
                  </a:moveTo>
                  <a:cubicBezTo>
                    <a:pt x="3635" y="1369"/>
                    <a:pt x="7969" y="-1"/>
                    <a:pt x="12411" y="0"/>
                  </a:cubicBezTo>
                  <a:cubicBezTo>
                    <a:pt x="22829" y="0"/>
                    <a:pt x="31763" y="7437"/>
                    <a:pt x="33652" y="17683"/>
                  </a:cubicBezTo>
                  <a:lnTo>
                    <a:pt x="12411" y="21600"/>
                  </a:lnTo>
                  <a:lnTo>
                    <a:pt x="0" y="3921"/>
                  </a:lnTo>
                  <a:close/>
                </a:path>
              </a:pathLst>
            </a:custGeom>
            <a:noFill/>
            <a:ln w="38100" cap="flat" cmpd="sng">
              <a:solidFill>
                <a:srgbClr val="000000">
                  <a:alpha val="100000"/>
                </a:srgbClr>
              </a:solidFill>
              <a:prstDash val="solid"/>
              <a:round/>
              <a:headEnd type="none" w="med" len="med"/>
              <a:tailEnd type="triangle" w="sm" len="med"/>
            </a:ln>
          </p:spPr>
          <p:txBody>
            <a:bodyPr/>
            <a:p>
              <a:endParaRPr lang="zh-CN" altLang="en-US"/>
            </a:p>
          </p:txBody>
        </p:sp>
        <p:sp>
          <p:nvSpPr>
            <p:cNvPr id="186418" name="Arc 85"/>
            <p:cNvSpPr/>
            <p:nvPr/>
          </p:nvSpPr>
          <p:spPr>
            <a:xfrm rot="10800000">
              <a:off x="1459" y="850"/>
              <a:ext cx="399" cy="385"/>
            </a:xfrm>
            <a:custGeom>
              <a:avLst/>
              <a:gdLst/>
              <a:ahLst/>
              <a:cxnLst>
                <a:cxn ang="0">
                  <a:pos x="0" y="0"/>
                </a:cxn>
                <a:cxn ang="0">
                  <a:pos x="0" y="0"/>
                </a:cxn>
                <a:cxn ang="0">
                  <a:pos x="0" y="0"/>
                </a:cxn>
                <a:cxn ang="0">
                  <a:pos x="0" y="0"/>
                </a:cxn>
                <a:cxn ang="0">
                  <a:pos x="0" y="0"/>
                </a:cxn>
                <a:cxn ang="0">
                  <a:pos x="0" y="0"/>
                </a:cxn>
                <a:cxn ang="0">
                  <a:pos x="0" y="0"/>
                </a:cxn>
                <a:cxn ang="0">
                  <a:pos x="0" y="0"/>
                </a:cxn>
              </a:cxnLst>
              <a:pathLst>
                <a:path w="25818" h="21600" fill="none">
                  <a:moveTo>
                    <a:pt x="-1" y="415"/>
                  </a:moveTo>
                  <a:cubicBezTo>
                    <a:pt x="1388" y="139"/>
                    <a:pt x="2801" y="-1"/>
                    <a:pt x="4218" y="0"/>
                  </a:cubicBezTo>
                  <a:cubicBezTo>
                    <a:pt x="16147" y="0"/>
                    <a:pt x="25818" y="9670"/>
                    <a:pt x="25818" y="21600"/>
                  </a:cubicBezTo>
                </a:path>
                <a:path w="25818" h="21600" stroke="0">
                  <a:moveTo>
                    <a:pt x="-1" y="415"/>
                  </a:moveTo>
                  <a:cubicBezTo>
                    <a:pt x="1388" y="139"/>
                    <a:pt x="2801" y="-1"/>
                    <a:pt x="4218" y="0"/>
                  </a:cubicBezTo>
                  <a:cubicBezTo>
                    <a:pt x="16147" y="0"/>
                    <a:pt x="25818" y="9670"/>
                    <a:pt x="25818" y="21600"/>
                  </a:cubicBezTo>
                  <a:lnTo>
                    <a:pt x="4218" y="21600"/>
                  </a:lnTo>
                  <a:lnTo>
                    <a:pt x="-1" y="415"/>
                  </a:lnTo>
                  <a:close/>
                </a:path>
              </a:pathLst>
            </a:custGeom>
            <a:noFill/>
            <a:ln w="38100" cap="flat" cmpd="sng">
              <a:solidFill>
                <a:srgbClr val="000000">
                  <a:alpha val="100000"/>
                </a:srgbClr>
              </a:solidFill>
              <a:prstDash val="solid"/>
              <a:round/>
              <a:headEnd type="triangle" w="sm" len="med"/>
              <a:tailEnd type="none" w="med" len="med"/>
            </a:ln>
          </p:spPr>
          <p:txBody>
            <a:bodyPr/>
            <a:p>
              <a:endParaRPr lang="zh-CN" altLang="en-US"/>
            </a:p>
          </p:txBody>
        </p:sp>
        <p:sp>
          <p:nvSpPr>
            <p:cNvPr id="186419" name="Text Box 86"/>
            <p:cNvSpPr txBox="1"/>
            <p:nvPr/>
          </p:nvSpPr>
          <p:spPr>
            <a:xfrm>
              <a:off x="598" y="418"/>
              <a:ext cx="170" cy="287"/>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None/>
              </a:pPr>
              <a:r>
                <a:rPr lang="en-US" altLang="zh-CN" sz="2400" dirty="0">
                  <a:solidFill>
                    <a:srgbClr val="FF00FF"/>
                  </a:solidFill>
                  <a:latin typeface="Arial" panose="020B0604020202020204" pitchFamily="34" charset="0"/>
                </a:rPr>
                <a:t>①</a:t>
              </a:r>
              <a:endParaRPr lang="en-US" altLang="zh-CN" sz="2400" b="0" dirty="0">
                <a:solidFill>
                  <a:srgbClr val="0000FF"/>
                </a:solidFill>
                <a:latin typeface="Arial" panose="020B0604020202020204" pitchFamily="34" charset="0"/>
              </a:endParaRPr>
            </a:p>
          </p:txBody>
        </p:sp>
        <p:sp>
          <p:nvSpPr>
            <p:cNvPr id="186420" name="Text Box 87"/>
            <p:cNvSpPr txBox="1"/>
            <p:nvPr/>
          </p:nvSpPr>
          <p:spPr>
            <a:xfrm>
              <a:off x="79" y="1478"/>
              <a:ext cx="593" cy="298"/>
            </a:xfrm>
            <a:prstGeom prst="rect">
              <a:avLst/>
            </a:prstGeom>
            <a:noFill/>
            <a:ln w="254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Arial" panose="020B0604020202020204" pitchFamily="34" charset="0"/>
                </a:rPr>
                <a:t>INTR</a:t>
              </a:r>
              <a:endParaRPr lang="en-US" altLang="zh-CN" sz="2200" dirty="0">
                <a:solidFill>
                  <a:schemeClr val="tx1"/>
                </a:solidFill>
                <a:latin typeface="宋体" panose="02010600030101010101" pitchFamily="2" charset="-122"/>
              </a:endParaRPr>
            </a:p>
          </p:txBody>
        </p:sp>
      </p:grpSp>
      <p:sp>
        <p:nvSpPr>
          <p:cNvPr id="279640" name="Text Box 88"/>
          <p:cNvSpPr txBox="1"/>
          <p:nvPr/>
        </p:nvSpPr>
        <p:spPr>
          <a:xfrm>
            <a:off x="152400" y="5754688"/>
            <a:ext cx="8839200" cy="820737"/>
          </a:xfrm>
          <a:prstGeom prst="rect">
            <a:avLst/>
          </a:prstGeom>
          <a:noFill/>
          <a:ln w="28575" cap="flat" cmpd="sng">
            <a:solidFill>
              <a:srgbClr val="CC99FF"/>
            </a:solidFill>
            <a:prstDash val="solid"/>
            <a:miter/>
            <a:headEnd type="none" w="med" len="med"/>
            <a:tailEnd type="none" w="med" len="med"/>
          </a:ln>
        </p:spPr>
        <p:txBody>
          <a:bodyPr lIns="90000" tIns="46800" rIns="90000" bIns="4680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10000"/>
              </a:spcBef>
              <a:spcAft>
                <a:spcPct val="0"/>
              </a:spcAft>
              <a:buClrTx/>
              <a:buSzTx/>
              <a:buNone/>
            </a:pPr>
            <a:r>
              <a:rPr lang="zh-CN" altLang="en-US" sz="2400" dirty="0">
                <a:latin typeface="宋体" panose="02010600030101010101" pitchFamily="2" charset="-122"/>
              </a:rPr>
              <a:t>注意：</a:t>
            </a:r>
            <a:r>
              <a:rPr lang="zh-CN" altLang="en-US" sz="2200" b="0" dirty="0">
                <a:solidFill>
                  <a:schemeClr val="tx1"/>
                </a:solidFill>
                <a:latin typeface="宋体" panose="02010600030101010101" pitchFamily="2" charset="-122"/>
              </a:rPr>
              <a:t>方式</a:t>
            </a:r>
            <a:r>
              <a:rPr lang="en-US" altLang="zh-CN" sz="2200" b="0" dirty="0">
                <a:solidFill>
                  <a:schemeClr val="tx1"/>
                </a:solidFill>
                <a:latin typeface="宋体" panose="02010600030101010101" pitchFamily="2" charset="-122"/>
              </a:rPr>
              <a:t>1</a:t>
            </a:r>
            <a:r>
              <a:rPr lang="zh-CN" altLang="en-US" sz="2200" b="0" dirty="0">
                <a:solidFill>
                  <a:schemeClr val="tx1"/>
                </a:solidFill>
                <a:latin typeface="宋体" panose="02010600030101010101" pitchFamily="2" charset="-122"/>
              </a:rPr>
              <a:t>输出时共用到</a:t>
            </a:r>
            <a:r>
              <a:rPr lang="en-US" altLang="zh-CN" sz="2200" b="0" dirty="0">
                <a:solidFill>
                  <a:schemeClr val="tx1"/>
                </a:solidFill>
                <a:latin typeface="宋体" panose="02010600030101010101" pitchFamily="2" charset="-122"/>
              </a:rPr>
              <a:t>C</a:t>
            </a:r>
            <a:r>
              <a:rPr lang="zh-CN" altLang="en-US" sz="2200" b="0" dirty="0">
                <a:solidFill>
                  <a:schemeClr val="tx1"/>
                </a:solidFill>
                <a:latin typeface="宋体" panose="02010600030101010101" pitchFamily="2" charset="-122"/>
              </a:rPr>
              <a:t>口</a:t>
            </a:r>
            <a:r>
              <a:rPr lang="en-US" altLang="zh-CN" sz="2200" b="0" dirty="0">
                <a:solidFill>
                  <a:schemeClr val="tx1"/>
                </a:solidFill>
                <a:latin typeface="宋体" panose="02010600030101010101" pitchFamily="2" charset="-122"/>
              </a:rPr>
              <a:t>6</a:t>
            </a:r>
            <a:r>
              <a:rPr lang="zh-CN" altLang="en-US" sz="2200" b="0" dirty="0">
                <a:solidFill>
                  <a:schemeClr val="tx1"/>
                </a:solidFill>
                <a:latin typeface="宋体" panose="02010600030101010101" pitchFamily="2" charset="-122"/>
              </a:rPr>
              <a:t>个引脚，剩余</a:t>
            </a:r>
            <a:r>
              <a:rPr lang="en-US" altLang="zh-CN" sz="2200" b="0" dirty="0">
                <a:solidFill>
                  <a:schemeClr val="tx1"/>
                </a:solidFill>
                <a:latin typeface="宋体" panose="02010600030101010101" pitchFamily="2" charset="-122"/>
              </a:rPr>
              <a:t>2</a:t>
            </a:r>
            <a:r>
              <a:rPr lang="zh-CN" altLang="en-US" sz="2200" b="0" dirty="0">
                <a:solidFill>
                  <a:schemeClr val="tx1"/>
                </a:solidFill>
                <a:latin typeface="宋体" panose="02010600030101010101" pitchFamily="2" charset="-122"/>
              </a:rPr>
              <a:t>个引脚</a:t>
            </a:r>
            <a:r>
              <a:rPr lang="en-US" altLang="zh-CN" sz="2200" b="0" dirty="0">
                <a:solidFill>
                  <a:schemeClr val="tx1"/>
                </a:solidFill>
                <a:latin typeface="宋体" panose="02010600030101010101" pitchFamily="2" charset="-122"/>
              </a:rPr>
              <a:t>PC4</a:t>
            </a:r>
            <a:r>
              <a:rPr lang="zh-CN" altLang="en-US" sz="2200" b="0" dirty="0">
                <a:solidFill>
                  <a:schemeClr val="tx1"/>
                </a:solidFill>
                <a:latin typeface="宋体" panose="02010600030101010101" pitchFamily="2" charset="-122"/>
              </a:rPr>
              <a:t>、</a:t>
            </a:r>
            <a:r>
              <a:rPr lang="en-US" altLang="zh-CN" sz="2200" b="0" dirty="0">
                <a:solidFill>
                  <a:schemeClr val="tx1"/>
                </a:solidFill>
                <a:latin typeface="宋体" panose="02010600030101010101" pitchFamily="2" charset="-122"/>
              </a:rPr>
              <a:t>PC5</a:t>
            </a:r>
            <a:r>
              <a:rPr lang="zh-CN" altLang="en-US" sz="2200" b="0" dirty="0">
                <a:solidFill>
                  <a:schemeClr val="tx1"/>
                </a:solidFill>
                <a:latin typeface="宋体" panose="02010600030101010101" pitchFamily="2" charset="-122"/>
              </a:rPr>
              <a:t>可做</a:t>
            </a:r>
            <a:r>
              <a:rPr lang="en-US" altLang="zh-CN" sz="2200" b="0" dirty="0">
                <a:solidFill>
                  <a:schemeClr val="tx1"/>
                </a:solidFill>
                <a:latin typeface="宋体" panose="02010600030101010101" pitchFamily="2" charset="-122"/>
              </a:rPr>
              <a:t>I/O</a:t>
            </a:r>
            <a:r>
              <a:rPr lang="zh-CN" altLang="en-US" sz="2200" b="0" dirty="0">
                <a:solidFill>
                  <a:schemeClr val="tx1"/>
                </a:solidFill>
                <a:latin typeface="宋体" panose="02010600030101010101" pitchFamily="2" charset="-122"/>
              </a:rPr>
              <a:t>位，或</a:t>
            </a:r>
            <a:r>
              <a:rPr lang="zh-CN" altLang="en-US" sz="2200" dirty="0">
                <a:solidFill>
                  <a:srgbClr val="00B0F0"/>
                </a:solidFill>
                <a:latin typeface="Arial" panose="020B0604020202020204" pitchFamily="34" charset="0"/>
              </a:rPr>
              <a:t>由</a:t>
            </a:r>
            <a:r>
              <a:rPr lang="en-US" altLang="zh-CN" sz="2200" dirty="0">
                <a:solidFill>
                  <a:srgbClr val="00B0F0"/>
                </a:solidFill>
                <a:latin typeface="Arial" panose="020B0604020202020204" pitchFamily="34" charset="0"/>
              </a:rPr>
              <a:t>C</a:t>
            </a:r>
            <a:r>
              <a:rPr lang="zh-CN" altLang="en-US" sz="2200" dirty="0">
                <a:solidFill>
                  <a:srgbClr val="00B0F0"/>
                </a:solidFill>
                <a:latin typeface="Arial" panose="020B0604020202020204" pitchFamily="34" charset="0"/>
              </a:rPr>
              <a:t>口置 </a:t>
            </a:r>
            <a:r>
              <a:rPr lang="en-US" altLang="zh-CN" sz="2200" dirty="0">
                <a:solidFill>
                  <a:srgbClr val="00B0F0"/>
                </a:solidFill>
                <a:latin typeface="Arial" panose="020B0604020202020204" pitchFamily="34" charset="0"/>
              </a:rPr>
              <a:t>/</a:t>
            </a:r>
            <a:r>
              <a:rPr lang="zh-CN" altLang="en-US" sz="2200" dirty="0">
                <a:solidFill>
                  <a:srgbClr val="00B0F0"/>
                </a:solidFill>
                <a:latin typeface="Arial" panose="020B0604020202020204" pitchFamily="34" charset="0"/>
              </a:rPr>
              <a:t>复位控制字决定其输出。</a:t>
            </a:r>
            <a:endParaRPr lang="zh-CN" altLang="en-US" sz="2200" dirty="0">
              <a:solidFill>
                <a:srgbClr val="00B0F0"/>
              </a:solidFill>
              <a:latin typeface="Arial" panose="020B0604020202020204" pitchFamily="34" charset="0"/>
            </a:endParaRPr>
          </a:p>
        </p:txBody>
      </p:sp>
      <p:grpSp>
        <p:nvGrpSpPr>
          <p:cNvPr id="186373" name="Group 89"/>
          <p:cNvGrpSpPr/>
          <p:nvPr/>
        </p:nvGrpSpPr>
        <p:grpSpPr>
          <a:xfrm>
            <a:off x="152400" y="3087688"/>
            <a:ext cx="8839200" cy="2695575"/>
            <a:chOff x="96" y="2112"/>
            <a:chExt cx="5568" cy="1698"/>
          </a:xfrm>
        </p:grpSpPr>
        <p:sp>
          <p:nvSpPr>
            <p:cNvPr id="186374" name="Rectangle 90"/>
            <p:cNvSpPr/>
            <p:nvPr/>
          </p:nvSpPr>
          <p:spPr>
            <a:xfrm>
              <a:off x="96" y="2112"/>
              <a:ext cx="5568" cy="169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10000"/>
                </a:spcBef>
                <a:spcAft>
                  <a:spcPct val="0"/>
                </a:spcAft>
                <a:buClrTx/>
                <a:buSzTx/>
                <a:buNone/>
              </a:pPr>
              <a:r>
                <a:rPr lang="en-US" altLang="zh-CN" sz="2400" b="0" dirty="0">
                  <a:solidFill>
                    <a:schemeClr val="tx1"/>
                  </a:solidFill>
                  <a:latin typeface="楷体_GB2312" pitchFamily="1" charset="-122"/>
                </a:rPr>
                <a:t>  </a:t>
              </a:r>
              <a:r>
                <a:rPr lang="zh-CN" altLang="en-US" sz="2200" b="0" dirty="0">
                  <a:solidFill>
                    <a:schemeClr val="tx1"/>
                  </a:solidFill>
                  <a:latin typeface="Arial" panose="020B0604020202020204" pitchFamily="34" charset="0"/>
                </a:rPr>
                <a:t>查询方法向</a:t>
              </a:r>
              <a:r>
                <a:rPr lang="en-US" altLang="zh-CN" sz="2200" b="0" dirty="0">
                  <a:solidFill>
                    <a:schemeClr val="tx1"/>
                  </a:solidFill>
                  <a:latin typeface="Arial" panose="020B0604020202020204" pitchFamily="34" charset="0"/>
                </a:rPr>
                <a:t>8255</a:t>
              </a:r>
              <a:r>
                <a:rPr lang="zh-CN" altLang="en-US" sz="2200" b="0" dirty="0">
                  <a:solidFill>
                    <a:schemeClr val="tx1"/>
                  </a:solidFill>
                  <a:latin typeface="Arial" panose="020B0604020202020204" pitchFamily="34" charset="0"/>
                </a:rPr>
                <a:t>的</a:t>
              </a:r>
              <a:r>
                <a:rPr lang="en-US" altLang="zh-CN" sz="2200" b="0" dirty="0">
                  <a:solidFill>
                    <a:schemeClr val="tx1"/>
                  </a:solidFill>
                  <a:latin typeface="Arial" panose="020B0604020202020204" pitchFamily="34" charset="0"/>
                </a:rPr>
                <a:t>A</a:t>
              </a:r>
              <a:r>
                <a:rPr lang="zh-CN" altLang="en-US" sz="2200" b="0" dirty="0">
                  <a:solidFill>
                    <a:schemeClr val="tx1"/>
                  </a:solidFill>
                  <a:latin typeface="Arial" panose="020B0604020202020204" pitchFamily="34" charset="0"/>
                </a:rPr>
                <a:t>口输出数据：</a:t>
              </a:r>
              <a:endParaRPr lang="zh-CN" altLang="en-US" sz="2200" b="0" dirty="0">
                <a:solidFill>
                  <a:schemeClr val="tx1"/>
                </a:solidFill>
                <a:latin typeface="Arial" panose="020B0604020202020204" pitchFamily="34" charset="0"/>
              </a:endParaRPr>
            </a:p>
            <a:p>
              <a:pPr marL="0" lvl="0" indent="0">
                <a:lnSpc>
                  <a:spcPct val="100000"/>
                </a:lnSpc>
                <a:spcBef>
                  <a:spcPct val="10000"/>
                </a:spcBef>
                <a:spcAft>
                  <a:spcPct val="0"/>
                </a:spcAft>
                <a:buClrTx/>
                <a:buSzTx/>
                <a:buNone/>
              </a:pPr>
              <a:r>
                <a:rPr lang="zh-CN" altLang="en-US" sz="2200" b="0" dirty="0">
                  <a:solidFill>
                    <a:schemeClr val="tx1"/>
                  </a:solidFill>
                  <a:latin typeface="Arial" panose="020B0604020202020204" pitchFamily="34" charset="0"/>
                </a:rPr>
                <a:t>               </a:t>
              </a:r>
              <a:r>
                <a:rPr lang="zh-CN" altLang="en-US" sz="2200" dirty="0">
                  <a:solidFill>
                    <a:srgbClr val="00B0F0"/>
                  </a:solidFill>
                  <a:latin typeface="Arial" panose="020B0604020202020204" pitchFamily="34" charset="0"/>
                </a:rPr>
                <a:t>方式</a:t>
              </a:r>
              <a:r>
                <a:rPr lang="en-US" altLang="zh-CN" sz="2200" dirty="0">
                  <a:solidFill>
                    <a:srgbClr val="00B0F0"/>
                  </a:solidFill>
                  <a:latin typeface="Arial" panose="020B0604020202020204" pitchFamily="34" charset="0"/>
                </a:rPr>
                <a:t>1</a:t>
              </a:r>
              <a:r>
                <a:rPr lang="zh-CN" altLang="en-US" sz="2200" dirty="0">
                  <a:solidFill>
                    <a:srgbClr val="00B0F0"/>
                  </a:solidFill>
                  <a:latin typeface="Arial" panose="020B0604020202020204" pitchFamily="34" charset="0"/>
                </a:rPr>
                <a:t>的状态信号可通过读取端口</a:t>
              </a:r>
              <a:r>
                <a:rPr lang="en-US" altLang="zh-CN" sz="2200" dirty="0">
                  <a:solidFill>
                    <a:srgbClr val="00B0F0"/>
                  </a:solidFill>
                  <a:latin typeface="Arial" panose="020B0604020202020204" pitchFamily="34" charset="0"/>
                </a:rPr>
                <a:t>C</a:t>
              </a:r>
              <a:r>
                <a:rPr lang="zh-CN" altLang="en-US" sz="2200" dirty="0">
                  <a:solidFill>
                    <a:srgbClr val="00B0F0"/>
                  </a:solidFill>
                  <a:latin typeface="Arial" panose="020B0604020202020204" pitchFamily="34" charset="0"/>
                </a:rPr>
                <a:t>得到</a:t>
              </a:r>
              <a:r>
                <a:rPr lang="zh-CN" altLang="en-US" sz="2200" b="0" dirty="0">
                  <a:solidFill>
                    <a:schemeClr val="tx1"/>
                  </a:solidFill>
                  <a:latin typeface="Arial" panose="020B0604020202020204" pitchFamily="34" charset="0"/>
                </a:rPr>
                <a:t>	</a:t>
              </a:r>
              <a:endParaRPr lang="zh-CN" altLang="en-US" sz="2200" b="0" dirty="0">
                <a:solidFill>
                  <a:schemeClr val="tx1"/>
                </a:solidFill>
                <a:latin typeface="Arial" panose="020B0604020202020204" pitchFamily="34" charset="0"/>
              </a:endParaRPr>
            </a:p>
            <a:p>
              <a:pPr marL="0" lvl="0" indent="0">
                <a:lnSpc>
                  <a:spcPct val="100000"/>
                </a:lnSpc>
                <a:spcBef>
                  <a:spcPct val="10000"/>
                </a:spcBef>
                <a:spcAft>
                  <a:spcPct val="0"/>
                </a:spcAft>
                <a:buClrTx/>
                <a:buSzTx/>
                <a:buNone/>
              </a:pPr>
              <a:r>
                <a:rPr lang="zh-CN" altLang="en-US" sz="2200" b="0" dirty="0">
                  <a:solidFill>
                    <a:schemeClr val="tx1"/>
                  </a:solidFill>
                  <a:latin typeface="Arial" panose="020B0604020202020204" pitchFamily="34" charset="0"/>
                </a:rPr>
                <a:t>     </a:t>
              </a:r>
              <a:r>
                <a:rPr lang="en-US" altLang="zh-CN" sz="2200" b="0" dirty="0">
                  <a:solidFill>
                    <a:schemeClr val="tx1"/>
                  </a:solidFill>
                  <a:latin typeface="Arial" panose="020B0604020202020204" pitchFamily="34" charset="0"/>
                </a:rPr>
                <a:t>OUTPUT</a:t>
              </a:r>
              <a:r>
                <a:rPr lang="zh-CN" altLang="en-US" sz="2200" b="0" dirty="0">
                  <a:solidFill>
                    <a:schemeClr val="tx1"/>
                  </a:solidFill>
                  <a:latin typeface="Arial" panose="020B0604020202020204" pitchFamily="34" charset="0"/>
                </a:rPr>
                <a:t>：	</a:t>
              </a:r>
              <a:r>
                <a:rPr lang="en-US" altLang="zh-CN" sz="2200" b="0" dirty="0">
                  <a:solidFill>
                    <a:schemeClr val="tx1"/>
                  </a:solidFill>
                  <a:latin typeface="Arial" panose="020B0604020202020204" pitchFamily="34" charset="0"/>
                </a:rPr>
                <a:t>IN   	 AL</a:t>
              </a:r>
              <a:r>
                <a:rPr lang="zh-CN" altLang="en-US" sz="2200" b="0" dirty="0">
                  <a:solidFill>
                    <a:schemeClr val="tx1"/>
                  </a:solidFill>
                  <a:latin typeface="Arial" panose="020B0604020202020204" pitchFamily="34" charset="0"/>
                </a:rPr>
                <a:t>，</a:t>
              </a:r>
              <a:r>
                <a:rPr lang="en-US" altLang="zh-CN" sz="2200" b="0" dirty="0">
                  <a:solidFill>
                    <a:schemeClr val="tx1"/>
                  </a:solidFill>
                  <a:latin typeface="Arial" panose="020B0604020202020204" pitchFamily="34" charset="0"/>
                </a:rPr>
                <a:t>PortC	</a:t>
              </a:r>
              <a:r>
                <a:rPr lang="zh-CN" altLang="en-US" sz="2200" b="0" dirty="0">
                  <a:solidFill>
                    <a:schemeClr val="tx1"/>
                  </a:solidFill>
                  <a:latin typeface="Arial" panose="020B0604020202020204" pitchFamily="34" charset="0"/>
                </a:rPr>
                <a:t>；读方式</a:t>
              </a:r>
              <a:r>
                <a:rPr lang="en-US" altLang="zh-CN" sz="2200" b="0" dirty="0">
                  <a:solidFill>
                    <a:schemeClr val="tx1"/>
                  </a:solidFill>
                  <a:latin typeface="Arial" panose="020B0604020202020204" pitchFamily="34" charset="0"/>
                </a:rPr>
                <a:t>1</a:t>
              </a:r>
              <a:r>
                <a:rPr lang="zh-CN" altLang="en-US" sz="2200" b="0" dirty="0">
                  <a:solidFill>
                    <a:schemeClr val="tx1"/>
                  </a:solidFill>
                  <a:latin typeface="Arial" panose="020B0604020202020204" pitchFamily="34" charset="0"/>
                </a:rPr>
                <a:t>状态信号		</a:t>
              </a:r>
              <a:endParaRPr lang="zh-CN" altLang="en-US" sz="2200" b="0" dirty="0">
                <a:solidFill>
                  <a:schemeClr val="tx1"/>
                </a:solidFill>
                <a:latin typeface="Arial" panose="020B0604020202020204" pitchFamily="34" charset="0"/>
              </a:endParaRPr>
            </a:p>
            <a:p>
              <a:pPr marL="0" lvl="0" indent="0">
                <a:lnSpc>
                  <a:spcPct val="100000"/>
                </a:lnSpc>
                <a:spcBef>
                  <a:spcPct val="10000"/>
                </a:spcBef>
                <a:spcAft>
                  <a:spcPct val="0"/>
                </a:spcAft>
                <a:buClrTx/>
                <a:buSzTx/>
                <a:buNone/>
              </a:pPr>
              <a:r>
                <a:rPr lang="zh-CN" altLang="en-US" sz="2200" b="0" dirty="0">
                  <a:solidFill>
                    <a:schemeClr val="tx1"/>
                  </a:solidFill>
                  <a:latin typeface="Arial" panose="020B0604020202020204" pitchFamily="34" charset="0"/>
                </a:rPr>
                <a:t>		</a:t>
              </a:r>
              <a:r>
                <a:rPr lang="en-US" altLang="zh-CN" sz="2200" b="0" dirty="0">
                  <a:solidFill>
                    <a:schemeClr val="tx1"/>
                  </a:solidFill>
                  <a:latin typeface="Arial" panose="020B0604020202020204" pitchFamily="34" charset="0"/>
                </a:rPr>
                <a:t>TEST 	 AL</a:t>
              </a:r>
              <a:r>
                <a:rPr lang="zh-CN" altLang="en-US" sz="2200" b="0" dirty="0">
                  <a:solidFill>
                    <a:schemeClr val="tx1"/>
                  </a:solidFill>
                  <a:latin typeface="Arial" panose="020B0604020202020204" pitchFamily="34" charset="0"/>
                </a:rPr>
                <a:t>，</a:t>
              </a:r>
              <a:r>
                <a:rPr lang="en-US" altLang="zh-CN" sz="2200" b="0" dirty="0">
                  <a:solidFill>
                    <a:schemeClr val="tx1"/>
                  </a:solidFill>
                  <a:latin typeface="Arial" panose="020B0604020202020204" pitchFamily="34" charset="0"/>
                </a:rPr>
                <a:t>80H   	</a:t>
              </a:r>
              <a:r>
                <a:rPr lang="zh-CN" altLang="en-US" sz="2200" b="0" dirty="0">
                  <a:solidFill>
                    <a:schemeClr val="tx1"/>
                  </a:solidFill>
                  <a:latin typeface="Arial" panose="020B0604020202020204" pitchFamily="34" charset="0"/>
                </a:rPr>
                <a:t>；</a:t>
              </a:r>
              <a:r>
                <a:rPr lang="zh-CN" altLang="en-US" sz="2200" b="0" dirty="0">
                  <a:solidFill>
                    <a:srgbClr val="FF0000"/>
                  </a:solidFill>
                  <a:latin typeface="Arial" panose="020B0604020202020204" pitchFamily="34" charset="0"/>
                </a:rPr>
                <a:t>查</a:t>
              </a:r>
              <a:r>
                <a:rPr lang="en-US" altLang="zh-CN" sz="2200" b="0" dirty="0">
                  <a:solidFill>
                    <a:srgbClr val="FF0000"/>
                  </a:solidFill>
                  <a:latin typeface="Arial" panose="020B0604020202020204" pitchFamily="34" charset="0"/>
                </a:rPr>
                <a:t>A</a:t>
              </a:r>
              <a:r>
                <a:rPr lang="zh-CN" altLang="en-US" sz="2200" b="0" dirty="0">
                  <a:solidFill>
                    <a:srgbClr val="FF0000"/>
                  </a:solidFill>
                  <a:latin typeface="Arial" panose="020B0604020202020204" pitchFamily="34" charset="0"/>
                </a:rPr>
                <a:t>口的</a:t>
              </a:r>
              <a:r>
                <a:rPr lang="en-US" altLang="zh-CN" sz="2200" b="0" dirty="0">
                  <a:solidFill>
                    <a:srgbClr val="FF0000"/>
                  </a:solidFill>
                  <a:latin typeface="Arial" panose="020B0604020202020204" pitchFamily="34" charset="0"/>
                </a:rPr>
                <a:t>OBF</a:t>
              </a:r>
              <a:r>
                <a:rPr lang="zh-CN" altLang="en-US" sz="2200" b="0" dirty="0">
                  <a:solidFill>
                    <a:srgbClr val="FF0000"/>
                  </a:solidFill>
                  <a:latin typeface="Arial" panose="020B0604020202020204" pitchFamily="34" charset="0"/>
                </a:rPr>
                <a:t>，设备空闲？</a:t>
              </a:r>
              <a:endParaRPr lang="zh-CN" altLang="en-US" sz="2200" b="0" dirty="0">
                <a:solidFill>
                  <a:srgbClr val="FF0000"/>
                </a:solidFill>
                <a:latin typeface="Arial" panose="020B0604020202020204" pitchFamily="34" charset="0"/>
              </a:endParaRPr>
            </a:p>
            <a:p>
              <a:pPr marL="0" lvl="0" indent="0">
                <a:lnSpc>
                  <a:spcPct val="100000"/>
                </a:lnSpc>
                <a:spcBef>
                  <a:spcPct val="10000"/>
                </a:spcBef>
                <a:spcAft>
                  <a:spcPct val="0"/>
                </a:spcAft>
                <a:buClrTx/>
                <a:buSzTx/>
                <a:buNone/>
              </a:pPr>
              <a:r>
                <a:rPr lang="zh-CN" altLang="en-US" sz="2200" b="0" dirty="0">
                  <a:solidFill>
                    <a:schemeClr val="tx1"/>
                  </a:solidFill>
                  <a:latin typeface="Arial" panose="020B0604020202020204" pitchFamily="34" charset="0"/>
                </a:rPr>
                <a:t>		</a:t>
              </a:r>
              <a:r>
                <a:rPr lang="en-US" altLang="zh-CN" sz="2200" b="0" dirty="0">
                  <a:solidFill>
                    <a:schemeClr val="tx1"/>
                  </a:solidFill>
                  <a:latin typeface="Arial" panose="020B0604020202020204" pitchFamily="34" charset="0"/>
                </a:rPr>
                <a:t>JE   	 OUTPUT     	</a:t>
              </a:r>
              <a:r>
                <a:rPr lang="zh-CN" altLang="en-US" sz="2200" b="0" dirty="0">
                  <a:solidFill>
                    <a:schemeClr val="tx1"/>
                  </a:solidFill>
                  <a:latin typeface="Arial" panose="020B0604020202020204" pitchFamily="34" charset="0"/>
                </a:rPr>
                <a:t>；</a:t>
              </a:r>
              <a:r>
                <a:rPr lang="en-US" altLang="zh-CN" sz="2200" b="0" dirty="0">
                  <a:solidFill>
                    <a:schemeClr val="tx1"/>
                  </a:solidFill>
                  <a:latin typeface="Arial" panose="020B0604020202020204" pitchFamily="34" charset="0"/>
                </a:rPr>
                <a:t>OBF=0</a:t>
              </a:r>
              <a:r>
                <a:rPr lang="zh-CN" altLang="en-US" sz="2200" b="0" dirty="0">
                  <a:solidFill>
                    <a:schemeClr val="tx1"/>
                  </a:solidFill>
                  <a:latin typeface="Arial" panose="020B0604020202020204" pitchFamily="34" charset="0"/>
                </a:rPr>
                <a:t>，不空，等待。</a:t>
              </a:r>
              <a:endParaRPr lang="zh-CN" altLang="en-US" sz="2200" b="0" dirty="0">
                <a:solidFill>
                  <a:schemeClr val="tx1"/>
                </a:solidFill>
                <a:latin typeface="Arial" panose="020B0604020202020204" pitchFamily="34" charset="0"/>
              </a:endParaRPr>
            </a:p>
            <a:p>
              <a:pPr marL="0" lvl="0" indent="0">
                <a:lnSpc>
                  <a:spcPct val="100000"/>
                </a:lnSpc>
                <a:spcBef>
                  <a:spcPct val="10000"/>
                </a:spcBef>
                <a:spcAft>
                  <a:spcPct val="0"/>
                </a:spcAft>
                <a:buClrTx/>
                <a:buSzTx/>
                <a:buNone/>
              </a:pPr>
              <a:r>
                <a:rPr lang="zh-CN" altLang="en-US" sz="2200" b="0" dirty="0">
                  <a:solidFill>
                    <a:schemeClr val="tx1"/>
                  </a:solidFill>
                  <a:latin typeface="Arial" panose="020B0604020202020204" pitchFamily="34" charset="0"/>
                </a:rPr>
                <a:t>		</a:t>
              </a:r>
              <a:r>
                <a:rPr lang="en-US" altLang="zh-CN" sz="2200" b="0" dirty="0">
                  <a:solidFill>
                    <a:schemeClr val="tx1"/>
                  </a:solidFill>
                  <a:latin typeface="Arial" panose="020B0604020202020204" pitchFamily="34" charset="0"/>
                </a:rPr>
                <a:t>MOV	 AL</a:t>
              </a:r>
              <a:r>
                <a:rPr lang="zh-CN" altLang="en-US" sz="2200" b="0" dirty="0">
                  <a:solidFill>
                    <a:schemeClr val="tx1"/>
                  </a:solidFill>
                  <a:latin typeface="Arial" panose="020B0604020202020204" pitchFamily="34" charset="0"/>
                </a:rPr>
                <a:t>，</a:t>
              </a:r>
              <a:r>
                <a:rPr lang="en-US" altLang="zh-CN" sz="2200" b="0" dirty="0">
                  <a:solidFill>
                    <a:schemeClr val="tx1"/>
                  </a:solidFill>
                  <a:latin typeface="Arial" panose="020B0604020202020204" pitchFamily="34" charset="0"/>
                </a:rPr>
                <a:t>DATAS</a:t>
              </a:r>
              <a:endParaRPr lang="en-US" altLang="zh-CN" sz="2200" b="0" dirty="0">
                <a:solidFill>
                  <a:schemeClr val="tx1"/>
                </a:solidFill>
                <a:latin typeface="Arial" panose="020B0604020202020204" pitchFamily="34" charset="0"/>
              </a:endParaRPr>
            </a:p>
            <a:p>
              <a:pPr marL="0" lvl="0" indent="0">
                <a:lnSpc>
                  <a:spcPct val="100000"/>
                </a:lnSpc>
                <a:spcBef>
                  <a:spcPct val="10000"/>
                </a:spcBef>
                <a:spcAft>
                  <a:spcPct val="0"/>
                </a:spcAft>
                <a:buClrTx/>
                <a:buSzTx/>
                <a:buNone/>
              </a:pPr>
              <a:r>
                <a:rPr lang="en-US" altLang="zh-CN" sz="2200" b="0" dirty="0">
                  <a:solidFill>
                    <a:schemeClr val="tx1"/>
                  </a:solidFill>
                  <a:latin typeface="Arial" panose="020B0604020202020204" pitchFamily="34" charset="0"/>
                </a:rPr>
                <a:t>    		OUT	 PortA </a:t>
              </a:r>
              <a:r>
                <a:rPr lang="zh-CN" altLang="en-US" sz="2200" b="0" dirty="0">
                  <a:solidFill>
                    <a:schemeClr val="tx1"/>
                  </a:solidFill>
                  <a:latin typeface="Arial" panose="020B0604020202020204" pitchFamily="34" charset="0"/>
                </a:rPr>
                <a:t>， </a:t>
              </a:r>
              <a:r>
                <a:rPr lang="en-US" altLang="zh-CN" sz="2200" b="0" dirty="0">
                  <a:solidFill>
                    <a:schemeClr val="tx1"/>
                  </a:solidFill>
                  <a:latin typeface="Arial" panose="020B0604020202020204" pitchFamily="34" charset="0"/>
                </a:rPr>
                <a:t>AL 	</a:t>
              </a:r>
              <a:r>
                <a:rPr lang="zh-CN" altLang="en-US" sz="2200" b="0" dirty="0">
                  <a:solidFill>
                    <a:schemeClr val="tx1"/>
                  </a:solidFill>
                  <a:latin typeface="Arial" panose="020B0604020202020204" pitchFamily="34" charset="0"/>
                </a:rPr>
                <a:t>；</a:t>
              </a:r>
              <a:r>
                <a:rPr lang="en-US" altLang="zh-CN" sz="2200" b="0" dirty="0">
                  <a:solidFill>
                    <a:schemeClr val="tx1"/>
                  </a:solidFill>
                  <a:latin typeface="Arial" panose="020B0604020202020204" pitchFamily="34" charset="0"/>
                </a:rPr>
                <a:t>OBF≠0</a:t>
              </a:r>
              <a:r>
                <a:rPr lang="zh-CN" altLang="en-US" sz="2200" b="0" dirty="0">
                  <a:solidFill>
                    <a:schemeClr val="tx1"/>
                  </a:solidFill>
                  <a:latin typeface="Arial" panose="020B0604020202020204" pitchFamily="34" charset="0"/>
                </a:rPr>
                <a:t>，</a:t>
              </a:r>
              <a:r>
                <a:rPr lang="en-US" altLang="zh-CN" sz="2200" b="0" dirty="0">
                  <a:solidFill>
                    <a:schemeClr val="tx1"/>
                  </a:solidFill>
                  <a:latin typeface="Arial" panose="020B0604020202020204" pitchFamily="34" charset="0"/>
                </a:rPr>
                <a:t>CPU</a:t>
              </a:r>
              <a:r>
                <a:rPr lang="zh-CN" altLang="en-US" sz="2200" b="0" dirty="0">
                  <a:solidFill>
                    <a:schemeClr val="tx1"/>
                  </a:solidFill>
                  <a:latin typeface="Arial" panose="020B0604020202020204" pitchFamily="34" charset="0"/>
                </a:rPr>
                <a:t>输出数据。</a:t>
              </a:r>
              <a:endParaRPr lang="zh-CN" altLang="en-US" sz="2200" b="0" dirty="0">
                <a:solidFill>
                  <a:schemeClr val="tx1"/>
                </a:solidFill>
                <a:latin typeface="Arial" panose="020B0604020202020204" pitchFamily="34" charset="0"/>
              </a:endParaRPr>
            </a:p>
          </p:txBody>
        </p:sp>
        <p:sp>
          <p:nvSpPr>
            <p:cNvPr id="186375" name="Line 91"/>
            <p:cNvSpPr/>
            <p:nvPr/>
          </p:nvSpPr>
          <p:spPr>
            <a:xfrm>
              <a:off x="3879" y="2871"/>
              <a:ext cx="288" cy="0"/>
            </a:xfrm>
            <a:prstGeom prst="line">
              <a:avLst/>
            </a:prstGeom>
            <a:ln w="28575" cap="flat" cmpd="sng">
              <a:solidFill>
                <a:schemeClr val="tx1"/>
              </a:solidFill>
              <a:prstDash val="solid"/>
              <a:headEnd type="none" w="med" len="med"/>
              <a:tailEnd type="none" w="med" len="med"/>
            </a:ln>
          </p:spPr>
        </p:sp>
        <p:sp>
          <p:nvSpPr>
            <p:cNvPr id="186376" name="Line 92"/>
            <p:cNvSpPr/>
            <p:nvPr/>
          </p:nvSpPr>
          <p:spPr>
            <a:xfrm>
              <a:off x="3216" y="3111"/>
              <a:ext cx="288" cy="0"/>
            </a:xfrm>
            <a:prstGeom prst="line">
              <a:avLst/>
            </a:prstGeom>
            <a:ln w="28575" cap="flat" cmpd="sng">
              <a:solidFill>
                <a:schemeClr val="tx1"/>
              </a:solidFill>
              <a:prstDash val="solid"/>
              <a:headEnd type="none" w="med" len="med"/>
              <a:tailEnd type="none" w="med" len="med"/>
            </a:ln>
          </p:spPr>
        </p:sp>
        <p:sp>
          <p:nvSpPr>
            <p:cNvPr id="186377" name="Line 93"/>
            <p:cNvSpPr/>
            <p:nvPr/>
          </p:nvSpPr>
          <p:spPr>
            <a:xfrm>
              <a:off x="3264" y="3552"/>
              <a:ext cx="288" cy="0"/>
            </a:xfrm>
            <a:prstGeom prst="line">
              <a:avLst/>
            </a:prstGeom>
            <a:ln w="28575" cap="flat" cmpd="sng">
              <a:solidFill>
                <a:schemeClr val="tx1"/>
              </a:solidFill>
              <a:prstDash val="solid"/>
              <a:headEnd type="none" w="med" len="med"/>
              <a:tailEnd type="none" w="med" len="med"/>
            </a:ln>
          </p:spPr>
        </p:sp>
      </p:grpSp>
    </p:spTree>
  </p:cSld>
  <p:clrMapOvr>
    <a:masterClrMapping/>
  </p:clrMapOvr>
  <p:transition>
    <p:checker dir="vert"/>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79640"/>
                                        </p:tgtEl>
                                        <p:attrNameLst>
                                          <p:attrName>style.visibility</p:attrName>
                                        </p:attrNameLst>
                                      </p:cBhvr>
                                      <p:to>
                                        <p:strVal val="visible"/>
                                      </p:to>
                                    </p:set>
                                    <p:anim calcmode="lin" valueType="num">
                                      <p:cBhvr additive="base">
                                        <p:cTn id="7" dur="500" fill="hold"/>
                                        <p:tgtEl>
                                          <p:spTgt spid="279640"/>
                                        </p:tgtEl>
                                        <p:attrNameLst>
                                          <p:attrName>ppt_x</p:attrName>
                                        </p:attrNameLst>
                                      </p:cBhvr>
                                      <p:tavLst>
                                        <p:tav tm="0">
                                          <p:val>
                                            <p:strVal val="#ppt_x"/>
                                          </p:val>
                                        </p:tav>
                                        <p:tav tm="100000">
                                          <p:val>
                                            <p:strVal val="#ppt_x"/>
                                          </p:val>
                                        </p:tav>
                                      </p:tavLst>
                                    </p:anim>
                                    <p:anim calcmode="lin" valueType="num">
                                      <p:cBhvr additive="base">
                                        <p:cTn id="8" dur="500" fill="hold"/>
                                        <p:tgtEl>
                                          <p:spTgt spid="27964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9640"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52930" name="Rectangle 2"/>
          <p:cNvSpPr>
            <a:spLocks noGrp="1" noChangeArrowheads="1"/>
          </p:cNvSpPr>
          <p:nvPr>
            <p:ph type="title"/>
          </p:nvPr>
        </p:nvSpPr>
        <p:spPr>
          <a:xfrm>
            <a:off x="1116013" y="981075"/>
            <a:ext cx="4319588" cy="671513"/>
          </a:xfrm>
          <a:ln>
            <a:miter/>
          </a:ln>
        </p:spPr>
        <p:txBody>
          <a:bodyPr vert="horz" wrap="square" lIns="91440" tIns="45720" rIns="91440" bIns="45720" numCol="1" anchor="b"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4000" b="1" i="0" u="none" strike="noStrike" kern="1200" cap="none" spc="0" normalizeH="0" baseline="0" noProof="0" dirty="0">
                <a:ln>
                  <a:noFill/>
                </a:ln>
                <a:solidFill>
                  <a:srgbClr val="800000"/>
                </a:solidFill>
                <a:effectLst/>
                <a:uLnTx/>
                <a:uFillTx/>
                <a:latin typeface="+mj-ea"/>
                <a:ea typeface="+mj-ea"/>
                <a:cs typeface="+mj-cs"/>
              </a:rPr>
              <a:t>方式</a:t>
            </a:r>
            <a:r>
              <a:rPr kumimoji="0" lang="en-US" altLang="zh-CN" sz="4000" b="1" i="0" u="none" strike="noStrike" kern="1200" cap="none" spc="0" normalizeH="0" baseline="0" noProof="0" dirty="0">
                <a:ln>
                  <a:noFill/>
                </a:ln>
                <a:solidFill>
                  <a:srgbClr val="800000"/>
                </a:solidFill>
                <a:effectLst/>
                <a:uLnTx/>
                <a:uFillTx/>
                <a:latin typeface="+mj-ea"/>
                <a:ea typeface="+mj-ea"/>
                <a:cs typeface="+mj-cs"/>
              </a:rPr>
              <a:t>1</a:t>
            </a:r>
            <a:r>
              <a:rPr kumimoji="0" lang="zh-CN" altLang="en-US" sz="4000" b="1" i="0" u="none" strike="noStrike" kern="1200" cap="none" spc="0" normalizeH="0" baseline="0" noProof="0" dirty="0">
                <a:ln>
                  <a:noFill/>
                </a:ln>
                <a:solidFill>
                  <a:srgbClr val="800000"/>
                </a:solidFill>
                <a:effectLst/>
                <a:uLnTx/>
                <a:uFillTx/>
                <a:latin typeface="+mj-ea"/>
                <a:ea typeface="+mj-ea"/>
                <a:cs typeface="+mj-cs"/>
              </a:rPr>
              <a:t>联络信号表</a:t>
            </a:r>
            <a:endParaRPr kumimoji="0" lang="zh-CN" altLang="en-US" sz="4000" b="1" i="0" u="none" strike="noStrike" kern="1200" cap="none" spc="0" normalizeH="0" baseline="0" noProof="0" dirty="0">
              <a:ln>
                <a:noFill/>
              </a:ln>
              <a:solidFill>
                <a:srgbClr val="800000"/>
              </a:solidFill>
              <a:effectLst/>
              <a:uLnTx/>
              <a:uFillTx/>
              <a:latin typeface="+mj-ea"/>
              <a:ea typeface="+mj-ea"/>
              <a:cs typeface="+mj-cs"/>
            </a:endParaRPr>
          </a:p>
        </p:txBody>
      </p:sp>
      <p:graphicFrame>
        <p:nvGraphicFramePr>
          <p:cNvPr id="252931" name="Group 3"/>
          <p:cNvGraphicFramePr>
            <a:graphicFrameLocks noGrp="1"/>
          </p:cNvGraphicFramePr>
          <p:nvPr/>
        </p:nvGraphicFramePr>
        <p:xfrm>
          <a:off x="827088" y="2205038"/>
          <a:ext cx="7848600" cy="4398963"/>
        </p:xfrm>
        <a:graphic>
          <a:graphicData uri="http://schemas.openxmlformats.org/drawingml/2006/table">
            <a:tbl>
              <a:tblPr/>
              <a:tblGrid>
                <a:gridCol w="1377950"/>
                <a:gridCol w="1627187"/>
                <a:gridCol w="2338388"/>
                <a:gridCol w="2505075"/>
              </a:tblGrid>
              <a:tr h="855781">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zh-CN" altLang="en-US"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端口方式</a:t>
                      </a:r>
                      <a:endParaRPr kumimoji="0" lang="zh-CN" altLang="en-US"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endParaRPr>
                    </a:p>
                  </a:txBody>
                  <a:tcPr marT="49392" marB="0" anchor="ctr" horzOverflow="overflow">
                    <a:lnL w="28575"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zh-CN" altLang="en-US"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联络线</a:t>
                      </a:r>
                      <a:endParaRPr kumimoji="0" lang="zh-CN" altLang="en-US"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zh-CN" altLang="en-US"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输入信号 </a:t>
                      </a:r>
                      <a:endParaRPr kumimoji="0" lang="zh-CN" altLang="en-US"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zh-CN" altLang="en-US"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输出信号 </a:t>
                      </a:r>
                      <a:endParaRPr kumimoji="0" lang="zh-CN" altLang="en-US"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44184">
                <a:tc rowSpan="5">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rgbClr val="FF3300"/>
                          </a:solidFill>
                          <a:effectLst/>
                          <a:latin typeface="Arial" panose="020B0604020202020204" pitchFamily="34" charset="0"/>
                          <a:ea typeface="宋体" panose="02010600030101010101" pitchFamily="2" charset="-122"/>
                        </a:rPr>
                        <a:t> </a:t>
                      </a:r>
                      <a:r>
                        <a:rPr kumimoji="0" lang="zh-CN" altLang="en-US"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端口</a:t>
                      </a:r>
                      <a:r>
                        <a:rPr kumimoji="0" lang="en-US" altLang="zh-CN"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A</a:t>
                      </a:r>
                      <a:endParaRPr kumimoji="0" lang="en-US" altLang="zh-CN"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endParaRPr>
                    </a:p>
                    <a:p>
                      <a:pPr marL="0" marR="0" lvl="0" indent="0" algn="ctr" defTabSz="914400" rtl="0" eaLnBrk="1" fontAlgn="base" latinLnBrk="0" hangingPunct="1">
                        <a:spcBef>
                          <a:spcPct val="20000"/>
                        </a:spcBef>
                        <a:spcAft>
                          <a:spcPct val="0"/>
                        </a:spcAft>
                        <a:buClrTx/>
                        <a:buSzTx/>
                        <a:buFontTx/>
                        <a:buNone/>
                      </a:pPr>
                      <a:r>
                        <a:rPr kumimoji="0" lang="zh-CN" altLang="en-US"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方式</a:t>
                      </a:r>
                      <a:r>
                        <a:rPr kumimoji="0" lang="en-US" altLang="zh-CN"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1</a:t>
                      </a:r>
                      <a:endParaRPr kumimoji="0" lang="en-US" altLang="zh-CN"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endParaRPr>
                    </a:p>
                  </a:txBody>
                  <a:tcPr marT="49392" marB="0" anchor="ctr" horzOverflow="overflow">
                    <a:lnL w="28575"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rgbClr val="0000CC"/>
                          </a:solidFill>
                          <a:effectLst/>
                          <a:latin typeface="Times New Roman" panose="02020603050405020304" pitchFamily="18" charset="0"/>
                          <a:ea typeface="宋体" panose="02010600030101010101" pitchFamily="2" charset="-122"/>
                        </a:rPr>
                        <a:t>PC</a:t>
                      </a:r>
                      <a:r>
                        <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rPr>
                        <a:t>7</a:t>
                      </a:r>
                      <a:endPar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I/O</a:t>
                      </a:r>
                      <a:endPar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OBF</a:t>
                      </a:r>
                      <a:r>
                        <a:rPr kumimoji="0" lang="en-US" altLang="zh-CN" sz="24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A</a:t>
                      </a:r>
                      <a:endParaRPr kumimoji="0" lang="en-US" altLang="zh-CN" sz="24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40754">
                <a:tc vMerge="1">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rgbClr val="0000CC"/>
                          </a:solidFill>
                          <a:effectLst/>
                          <a:latin typeface="Times New Roman" panose="02020603050405020304" pitchFamily="18" charset="0"/>
                          <a:ea typeface="宋体" panose="02010600030101010101" pitchFamily="2" charset="-122"/>
                        </a:rPr>
                        <a:t>PC</a:t>
                      </a:r>
                      <a:r>
                        <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rPr>
                        <a:t>6</a:t>
                      </a:r>
                      <a:endPar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I/O</a:t>
                      </a:r>
                      <a:endPar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ACK</a:t>
                      </a:r>
                      <a:r>
                        <a:rPr kumimoji="0" lang="en-US" altLang="zh-CN" sz="24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A</a:t>
                      </a:r>
                      <a:r>
                        <a:rPr kumimoji="0" lang="en-GB"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INTE</a:t>
                      </a:r>
                      <a:r>
                        <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rPr>
                        <a:t>A</a:t>
                      </a:r>
                      <a:endPar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44184">
                <a:tc vMerge="1">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rgbClr val="0000CC"/>
                          </a:solidFill>
                          <a:effectLst/>
                          <a:latin typeface="Times New Roman" panose="02020603050405020304" pitchFamily="18" charset="0"/>
                          <a:ea typeface="宋体" panose="02010600030101010101" pitchFamily="2" charset="-122"/>
                        </a:rPr>
                        <a:t>PC</a:t>
                      </a:r>
                      <a:r>
                        <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rPr>
                        <a:t>5</a:t>
                      </a:r>
                      <a:endPar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IBF</a:t>
                      </a:r>
                      <a:r>
                        <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rPr>
                        <a:t>A</a:t>
                      </a:r>
                      <a:endPar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I/O</a:t>
                      </a:r>
                      <a:endPar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42469">
                <a:tc vMerge="1">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rgbClr val="0000CC"/>
                          </a:solidFill>
                          <a:effectLst/>
                          <a:latin typeface="Times New Roman" panose="02020603050405020304" pitchFamily="18" charset="0"/>
                          <a:ea typeface="宋体" panose="02010600030101010101" pitchFamily="2" charset="-122"/>
                        </a:rPr>
                        <a:t>PC</a:t>
                      </a:r>
                      <a:r>
                        <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rPr>
                        <a:t>4</a:t>
                      </a:r>
                      <a:endPar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STB</a:t>
                      </a:r>
                      <a:r>
                        <a:rPr kumimoji="0" lang="en-US" altLang="zh-CN" sz="24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A</a:t>
                      </a:r>
                      <a:r>
                        <a:rPr kumimoji="0" lang="en-GB"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INTE</a:t>
                      </a:r>
                      <a:r>
                        <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rPr>
                        <a:t>A</a:t>
                      </a:r>
                      <a:endPar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I/O</a:t>
                      </a:r>
                      <a:endPar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44184">
                <a:tc vMerge="1">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rgbClr val="0000CC"/>
                          </a:solidFill>
                          <a:effectLst/>
                          <a:latin typeface="Times New Roman" panose="02020603050405020304" pitchFamily="18" charset="0"/>
                          <a:ea typeface="宋体" panose="02010600030101010101" pitchFamily="2" charset="-122"/>
                        </a:rPr>
                        <a:t>PC</a:t>
                      </a:r>
                      <a:r>
                        <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rPr>
                        <a:t>3</a:t>
                      </a:r>
                      <a:endPar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INTR</a:t>
                      </a:r>
                      <a:r>
                        <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rPr>
                        <a:t>A</a:t>
                      </a:r>
                      <a:endPar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INTR</a:t>
                      </a:r>
                      <a:r>
                        <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rPr>
                        <a:t>A</a:t>
                      </a:r>
                      <a:endPar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40754">
                <a:tc rowSpan="3">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zh-CN" altLang="en-US"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端口</a:t>
                      </a:r>
                      <a:r>
                        <a:rPr kumimoji="0" lang="en-US" altLang="zh-CN"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B</a:t>
                      </a:r>
                      <a:endParaRPr kumimoji="0" lang="en-US" altLang="zh-CN"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endParaRPr>
                    </a:p>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rgbClr val="FF3300"/>
                          </a:solidFill>
                          <a:effectLst/>
                          <a:latin typeface="Arial" panose="020B0604020202020204" pitchFamily="34" charset="0"/>
                          <a:ea typeface="宋体" panose="02010600030101010101" pitchFamily="2" charset="-122"/>
                        </a:rPr>
                        <a:t> </a:t>
                      </a:r>
                      <a:r>
                        <a:rPr kumimoji="0" lang="zh-CN" altLang="en-US"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方式</a:t>
                      </a:r>
                      <a:r>
                        <a:rPr kumimoji="0" lang="en-US" altLang="zh-CN"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1</a:t>
                      </a:r>
                      <a:endParaRPr kumimoji="0" lang="en-US" altLang="zh-CN"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endParaRPr>
                    </a:p>
                  </a:txBody>
                  <a:tcPr marT="49392" marB="0" anchor="ctr" horzOverflow="overflow">
                    <a:lnL w="28575"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rgbClr val="0000CC"/>
                          </a:solidFill>
                          <a:effectLst/>
                          <a:latin typeface="Times New Roman" panose="02020603050405020304" pitchFamily="18" charset="0"/>
                          <a:ea typeface="宋体" panose="02010600030101010101" pitchFamily="2" charset="-122"/>
                        </a:rPr>
                        <a:t>PC</a:t>
                      </a:r>
                      <a:r>
                        <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rPr>
                        <a:t>2</a:t>
                      </a:r>
                      <a:endPar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GB"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STB</a:t>
                      </a:r>
                      <a:r>
                        <a:rPr kumimoji="0" lang="en-GB" altLang="zh-CN" sz="24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B</a:t>
                      </a:r>
                      <a:r>
                        <a:rPr kumimoji="0" lang="en-GB"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INTE</a:t>
                      </a:r>
                      <a:r>
                        <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rPr>
                        <a:t>B</a:t>
                      </a:r>
                      <a:endPar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ACK</a:t>
                      </a:r>
                      <a:r>
                        <a:rPr kumimoji="0" lang="en-US" altLang="zh-CN" sz="24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B</a:t>
                      </a:r>
                      <a:r>
                        <a:rPr kumimoji="0" lang="en-GB"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INTE</a:t>
                      </a:r>
                      <a:r>
                        <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rPr>
                        <a:t>B</a:t>
                      </a:r>
                      <a:endPar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42469">
                <a:tc vMerge="1">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rgbClr val="0000CC"/>
                          </a:solidFill>
                          <a:effectLst/>
                          <a:latin typeface="Times New Roman" panose="02020603050405020304" pitchFamily="18" charset="0"/>
                          <a:ea typeface="宋体" panose="02010600030101010101" pitchFamily="2" charset="-122"/>
                        </a:rPr>
                        <a:t>PC</a:t>
                      </a:r>
                      <a:r>
                        <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rPr>
                        <a:t>1</a:t>
                      </a:r>
                      <a:endPar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IBF</a:t>
                      </a:r>
                      <a:r>
                        <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rPr>
                        <a:t>B</a:t>
                      </a:r>
                      <a:endPar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OBF</a:t>
                      </a:r>
                      <a:r>
                        <a:rPr kumimoji="0" lang="en-US" altLang="zh-CN" sz="24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B</a:t>
                      </a:r>
                      <a:endParaRPr kumimoji="0" lang="en-US" altLang="zh-CN" sz="24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444184">
                <a:tc vMerge="1">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rgbClr val="0000CC"/>
                          </a:solidFill>
                          <a:effectLst/>
                          <a:latin typeface="Times New Roman" panose="02020603050405020304" pitchFamily="18" charset="0"/>
                          <a:ea typeface="宋体" panose="02010600030101010101" pitchFamily="2" charset="-122"/>
                        </a:rPr>
                        <a:t>PC</a:t>
                      </a:r>
                      <a:r>
                        <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rPr>
                        <a:t>0</a:t>
                      </a:r>
                      <a:endPar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INTR</a:t>
                      </a:r>
                      <a:r>
                        <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rPr>
                        <a:t>B</a:t>
                      </a:r>
                      <a:endPar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dirty="0">
                          <a:ln>
                            <a:noFill/>
                          </a:ln>
                          <a:solidFill>
                            <a:schemeClr val="tx1"/>
                          </a:solidFill>
                          <a:effectLst/>
                          <a:latin typeface="Times New Roman" panose="02020603050405020304" pitchFamily="18" charset="0"/>
                          <a:ea typeface="宋体" panose="02010600030101010101" pitchFamily="2" charset="-122"/>
                        </a:rPr>
                        <a:t>INTR</a:t>
                      </a:r>
                      <a:r>
                        <a:rPr kumimoji="0" lang="en-US" altLang="zh-CN" sz="2400" b="1" i="0" u="none" strike="noStrike" cap="none" normalizeH="0" baseline="-30000" dirty="0">
                          <a:ln>
                            <a:noFill/>
                          </a:ln>
                          <a:solidFill>
                            <a:schemeClr val="tx1"/>
                          </a:solidFill>
                          <a:effectLst/>
                          <a:latin typeface="Times New Roman" panose="02020603050405020304" pitchFamily="18" charset="0"/>
                          <a:ea typeface="宋体" panose="02010600030101010101" pitchFamily="2" charset="-122"/>
                        </a:rPr>
                        <a:t>B</a:t>
                      </a:r>
                      <a:endParaRPr kumimoji="0" lang="en-US" altLang="zh-CN" sz="2400" b="1" i="0" u="none" strike="noStrike" cap="none" normalizeH="0" baseline="-30000" dirty="0">
                        <a:ln>
                          <a:noFill/>
                        </a:ln>
                        <a:solidFill>
                          <a:schemeClr val="tx1"/>
                        </a:solidFill>
                        <a:effectLst/>
                        <a:latin typeface="Times New Roman" panose="02020603050405020304" pitchFamily="18" charset="0"/>
                        <a:ea typeface="宋体" panose="02010600030101010101" pitchFamily="2" charset="-122"/>
                      </a:endParaRPr>
                    </a:p>
                  </a:txBody>
                  <a:tcPr marT="49392" marB="0" anchor="ctr" horzOverflow="overflow">
                    <a:lnL w="12700"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sp>
        <p:nvSpPr>
          <p:cNvPr id="187441" name="Line 49"/>
          <p:cNvSpPr/>
          <p:nvPr/>
        </p:nvSpPr>
        <p:spPr>
          <a:xfrm>
            <a:off x="7443788" y="5373688"/>
            <a:ext cx="533400" cy="0"/>
          </a:xfrm>
          <a:prstGeom prst="line">
            <a:avLst/>
          </a:prstGeom>
          <a:ln w="9525" cap="flat" cmpd="sng">
            <a:solidFill>
              <a:schemeClr val="tx1"/>
            </a:solidFill>
            <a:prstDash val="solid"/>
            <a:miter/>
            <a:headEnd type="none" w="med" len="med"/>
            <a:tailEnd type="none" w="med" len="med"/>
          </a:ln>
        </p:spPr>
      </p:sp>
      <p:sp>
        <p:nvSpPr>
          <p:cNvPr id="187442" name="Line 50"/>
          <p:cNvSpPr/>
          <p:nvPr/>
        </p:nvSpPr>
        <p:spPr>
          <a:xfrm>
            <a:off x="7078663" y="5805488"/>
            <a:ext cx="533400" cy="0"/>
          </a:xfrm>
          <a:prstGeom prst="line">
            <a:avLst/>
          </a:prstGeom>
          <a:ln w="9525" cap="flat" cmpd="sng">
            <a:solidFill>
              <a:schemeClr val="tx1"/>
            </a:solidFill>
            <a:prstDash val="solid"/>
            <a:miter/>
            <a:headEnd type="none" w="med" len="med"/>
            <a:tailEnd type="none" w="med" len="med"/>
          </a:ln>
        </p:spPr>
      </p:sp>
      <p:sp>
        <p:nvSpPr>
          <p:cNvPr id="187443" name="Line 51"/>
          <p:cNvSpPr/>
          <p:nvPr/>
        </p:nvSpPr>
        <p:spPr>
          <a:xfrm>
            <a:off x="4902200" y="4508500"/>
            <a:ext cx="533400" cy="0"/>
          </a:xfrm>
          <a:prstGeom prst="line">
            <a:avLst/>
          </a:prstGeom>
          <a:ln w="9525" cap="flat" cmpd="sng">
            <a:solidFill>
              <a:schemeClr val="tx1"/>
            </a:solidFill>
            <a:prstDash val="solid"/>
            <a:miter/>
            <a:headEnd type="none" w="med" len="med"/>
            <a:tailEnd type="none" w="med" len="med"/>
          </a:ln>
        </p:spPr>
      </p:sp>
      <p:sp>
        <p:nvSpPr>
          <p:cNvPr id="187444" name="Line 52"/>
          <p:cNvSpPr/>
          <p:nvPr/>
        </p:nvSpPr>
        <p:spPr>
          <a:xfrm>
            <a:off x="7078663" y="3141663"/>
            <a:ext cx="533400" cy="0"/>
          </a:xfrm>
          <a:prstGeom prst="line">
            <a:avLst/>
          </a:prstGeom>
          <a:ln w="9525" cap="flat" cmpd="sng">
            <a:solidFill>
              <a:schemeClr val="tx1"/>
            </a:solidFill>
            <a:prstDash val="solid"/>
            <a:miter/>
            <a:headEnd type="none" w="med" len="med"/>
            <a:tailEnd type="none" w="med" len="med"/>
          </a:ln>
        </p:spPr>
      </p:sp>
      <p:sp>
        <p:nvSpPr>
          <p:cNvPr id="187445" name="Line 53"/>
          <p:cNvSpPr/>
          <p:nvPr/>
        </p:nvSpPr>
        <p:spPr>
          <a:xfrm>
            <a:off x="4902200" y="5373688"/>
            <a:ext cx="533400" cy="0"/>
          </a:xfrm>
          <a:prstGeom prst="line">
            <a:avLst/>
          </a:prstGeom>
          <a:ln w="9525" cap="flat" cmpd="sng">
            <a:solidFill>
              <a:schemeClr val="tx1"/>
            </a:solidFill>
            <a:prstDash val="solid"/>
            <a:miter/>
            <a:headEnd type="none" w="med" len="med"/>
            <a:tailEnd type="none" w="med" len="med"/>
          </a:ln>
        </p:spPr>
      </p:sp>
      <p:sp>
        <p:nvSpPr>
          <p:cNvPr id="187446" name="Line 54"/>
          <p:cNvSpPr/>
          <p:nvPr/>
        </p:nvSpPr>
        <p:spPr>
          <a:xfrm>
            <a:off x="6610350" y="3500438"/>
            <a:ext cx="533400" cy="0"/>
          </a:xfrm>
          <a:prstGeom prst="line">
            <a:avLst/>
          </a:prstGeom>
          <a:ln w="9525" cap="flat" cmpd="sng">
            <a:solidFill>
              <a:schemeClr val="tx1"/>
            </a:solidFill>
            <a:prstDash val="solid"/>
            <a:miter/>
            <a:headEnd type="none" w="med" len="med"/>
            <a:tailEnd type="none" w="med" len="med"/>
          </a:ln>
        </p:spPr>
      </p:sp>
    </p:spTree>
  </p:cSld>
  <p:clrMapOvr>
    <a:masterClrMapping/>
  </p:clrMapOvr>
  <p:transition/>
</p:sld>
</file>

<file path=ppt/slides/slide1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188418" name="Rectangle 2"/>
          <p:cNvSpPr>
            <a:spLocks noGrp="1"/>
          </p:cNvSpPr>
          <p:nvPr>
            <p:ph type="title"/>
          </p:nvPr>
        </p:nvSpPr>
        <p:spPr>
          <a:xfrm>
            <a:off x="762000" y="381000"/>
            <a:ext cx="7791450" cy="701675"/>
          </a:xfrm>
        </p:spPr>
        <p:txBody>
          <a:bodyPr vert="horz" wrap="square" lIns="91440" tIns="45720" rIns="91440" bIns="45720" anchor="b" anchorCtr="0"/>
          <a:p>
            <a:r>
              <a:rPr lang="en-US" altLang="zh-CN" sz="4200" b="1" dirty="0"/>
              <a:t>8255A</a:t>
            </a:r>
            <a:r>
              <a:rPr lang="zh-CN" altLang="en-US" sz="4200" b="1" dirty="0"/>
              <a:t>方式</a:t>
            </a:r>
            <a:r>
              <a:rPr lang="en-US" altLang="zh-CN" sz="4200" b="1" dirty="0"/>
              <a:t>1</a:t>
            </a:r>
            <a:r>
              <a:rPr lang="zh-CN" altLang="en-US" sz="4200" b="1" dirty="0">
                <a:latin typeface="隶书" panose="02010509060101010101" pitchFamily="49" charset="-122"/>
              </a:rPr>
              <a:t>的工作特点</a:t>
            </a:r>
            <a:endParaRPr lang="zh-CN" altLang="en-US" sz="4200" b="1" dirty="0">
              <a:latin typeface="隶书" panose="02010509060101010101" pitchFamily="49" charset="-122"/>
            </a:endParaRPr>
          </a:p>
        </p:txBody>
      </p:sp>
      <p:sp>
        <p:nvSpPr>
          <p:cNvPr id="235523" name="Rectangle 3"/>
          <p:cNvSpPr>
            <a:spLocks noGrp="1" noChangeArrowheads="1"/>
          </p:cNvSpPr>
          <p:nvPr>
            <p:ph idx="1"/>
          </p:nvPr>
        </p:nvSpPr>
        <p:spPr>
          <a:xfrm>
            <a:off x="468313" y="1111250"/>
            <a:ext cx="8496300" cy="5208588"/>
          </a:xfrm>
          <a:ln>
            <a:miter/>
          </a:ln>
          <a:extLst>
            <a:ext uri="{91240B29-F687-4F45-9708-019B960494DF}">
              <a14:hiddenLine xmlns:a14="http://schemas.microsoft.com/office/drawing/2010/main" w="9525">
                <a:solidFill>
                  <a:srgbClr val="FF3300"/>
                </a:solidFill>
                <a:miter lim="800000"/>
                <a:headEnd/>
                <a:tailEnd/>
              </a14:hiddenLine>
            </a:ext>
          </a:extLst>
        </p:spPr>
        <p:txBody>
          <a:bodyPr vert="horz" wrap="square" lIns="91440" tIns="45720" rIns="91440" bIns="45720" numCol="1" anchor="t" anchorCtr="0" compatLnSpc="1"/>
          <a:lstStyle/>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Ø"/>
              <a:defRPr/>
            </a:pP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端口</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A</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或端口</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B</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可以选择使用</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方式</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，并可选择各自为</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输入或输出</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。在选定的同时，自动规定了</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端口</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C</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有关的</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联络、控制</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和</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中断请求信号</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Ø"/>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若采用</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方式</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1</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中断方式</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，必须将相关的</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INTE</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置为</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，端口</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或端口</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B</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才可以使用各自的</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INTR</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信号申请中断。</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Ø"/>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若采用</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方式</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1</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查询方式</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，可以通过查询端口</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或端口</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B</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相关</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IBF</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或</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OBF</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信号的当前状态，决定是否能进行数据传输。</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Ø"/>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若端口</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和端口</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B</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均选定为方式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，则需</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端口</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C</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提供</a:t>
            </a:r>
            <a:r>
              <a:rPr kumimoji="0" lang="en-US" altLang="zh-CN" sz="2400" b="1" i="0" u="none" strike="noStrike" kern="1200" cap="none" spc="0" normalizeH="0" baseline="0" noProof="0" dirty="0">
                <a:ln>
                  <a:noFill/>
                </a:ln>
                <a:solidFill>
                  <a:srgbClr val="0000CC"/>
                </a:solidFill>
                <a:effectLst/>
                <a:uLnTx/>
                <a:uFillTx/>
                <a:latin typeface="+mn-ea"/>
                <a:ea typeface="+mn-ea"/>
                <a:cs typeface="+mn-cs"/>
              </a:rPr>
              <a:t>6</a:t>
            </a:r>
            <a:r>
              <a:rPr kumimoji="0" lang="zh-CN" altLang="en-US" sz="2400" b="1" i="0" u="none" strike="noStrike" kern="1200" cap="none" spc="0" normalizeH="0" baseline="0" noProof="0" dirty="0">
                <a:ln>
                  <a:noFill/>
                </a:ln>
                <a:solidFill>
                  <a:srgbClr val="0000CC"/>
                </a:solidFill>
                <a:effectLst/>
                <a:uLnTx/>
                <a:uFillTx/>
                <a:latin typeface="+mn-ea"/>
                <a:ea typeface="+mn-ea"/>
                <a:cs typeface="+mn-cs"/>
              </a:rPr>
              <a:t>位</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做联络信号，剩下的</a:t>
            </a:r>
            <a:r>
              <a:rPr kumimoji="0" lang="en-US" altLang="zh-CN" sz="2400" b="1" i="0" u="none" strike="noStrike" kern="1200" cap="none" spc="0" normalizeH="0" baseline="0" noProof="0" dirty="0">
                <a:ln>
                  <a:noFill/>
                </a:ln>
                <a:solidFill>
                  <a:srgbClr val="0000CC"/>
                </a:solidFill>
                <a:effectLst/>
                <a:uLnTx/>
                <a:uFillTx/>
                <a:latin typeface="+mn-ea"/>
                <a:ea typeface="+mn-ea"/>
                <a:cs typeface="+mn-cs"/>
              </a:rPr>
              <a:t>2</a:t>
            </a:r>
            <a:r>
              <a:rPr kumimoji="0" lang="zh-CN" altLang="en-US" sz="2400" b="1" i="0" u="none" strike="noStrike" kern="1200" cap="none" spc="0" normalizeH="0" baseline="0" noProof="0" dirty="0">
                <a:ln>
                  <a:noFill/>
                </a:ln>
                <a:solidFill>
                  <a:srgbClr val="0000CC"/>
                </a:solidFill>
                <a:effectLst/>
                <a:uLnTx/>
                <a:uFillTx/>
                <a:latin typeface="+mn-ea"/>
                <a:ea typeface="+mn-ea"/>
                <a:cs typeface="+mn-cs"/>
              </a:rPr>
              <a:t>位</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还可工作在方式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0</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的输入</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出方式。</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Ø"/>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若端口</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和端口</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B</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中只有一个工作在方式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，而另一个工作在方式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0</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，则</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端口</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C</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中有</a:t>
            </a:r>
            <a:r>
              <a:rPr kumimoji="0" lang="en-US" altLang="zh-CN" sz="2400" b="1" i="0" u="none" strike="noStrike" kern="1200" cap="none" spc="0" normalizeH="0" baseline="0" noProof="0" dirty="0">
                <a:ln>
                  <a:noFill/>
                </a:ln>
                <a:solidFill>
                  <a:srgbClr val="0000CC"/>
                </a:solidFill>
                <a:effectLst/>
                <a:uLnTx/>
                <a:uFillTx/>
                <a:latin typeface="+mn-ea"/>
                <a:ea typeface="+mn-ea"/>
                <a:cs typeface="+mn-cs"/>
              </a:rPr>
              <a:t>3</a:t>
            </a:r>
            <a:r>
              <a:rPr kumimoji="0" lang="zh-CN" altLang="en-US" sz="2400" b="1" i="0" u="none" strike="noStrike" kern="1200" cap="none" spc="0" normalizeH="0" baseline="0" noProof="0" dirty="0">
                <a:ln>
                  <a:noFill/>
                </a:ln>
                <a:solidFill>
                  <a:srgbClr val="0000CC"/>
                </a:solidFill>
                <a:effectLst/>
                <a:uLnTx/>
                <a:uFillTx/>
                <a:latin typeface="+mn-ea"/>
                <a:ea typeface="+mn-ea"/>
                <a:cs typeface="+mn-cs"/>
              </a:rPr>
              <a:t>位</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作为方式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的联络信号，</a:t>
            </a:r>
            <a:r>
              <a:rPr kumimoji="0" lang="zh-CN" altLang="en-US" sz="2400" b="1" i="0" u="none" strike="noStrike" kern="1200" cap="none" spc="0" normalizeH="0" baseline="0" noProof="0" dirty="0">
                <a:ln>
                  <a:noFill/>
                </a:ln>
                <a:solidFill>
                  <a:srgbClr val="FF3300"/>
                </a:solidFill>
                <a:effectLst/>
                <a:uLnTx/>
                <a:uFillTx/>
                <a:latin typeface="+mn-ea"/>
                <a:ea typeface="+mn-ea"/>
                <a:cs typeface="+mn-cs"/>
              </a:rPr>
              <a:t>端口</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C</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其余</a:t>
            </a:r>
            <a:r>
              <a:rPr kumimoji="0" lang="en-US" altLang="zh-CN" sz="2400" b="1" i="0" u="none" strike="noStrike" kern="1200" cap="none" spc="0" normalizeH="0" baseline="0" noProof="0" dirty="0">
                <a:ln>
                  <a:noFill/>
                </a:ln>
                <a:solidFill>
                  <a:srgbClr val="0000CC"/>
                </a:solidFill>
                <a:effectLst/>
                <a:uLnTx/>
                <a:uFillTx/>
                <a:latin typeface="+mn-ea"/>
                <a:ea typeface="+mn-ea"/>
                <a:cs typeface="+mn-cs"/>
              </a:rPr>
              <a:t>5</a:t>
            </a:r>
            <a:r>
              <a:rPr kumimoji="0" lang="zh-CN" altLang="en-US" sz="2400" b="1" i="0" u="none" strike="noStrike" kern="1200" cap="none" spc="0" normalizeH="0" baseline="0" noProof="0" dirty="0">
                <a:ln>
                  <a:noFill/>
                </a:ln>
                <a:solidFill>
                  <a:srgbClr val="0000CC"/>
                </a:solidFill>
                <a:effectLst/>
                <a:uLnTx/>
                <a:uFillTx/>
                <a:latin typeface="+mn-ea"/>
                <a:ea typeface="+mn-ea"/>
                <a:cs typeface="+mn-cs"/>
              </a:rPr>
              <a:t>位</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均可工作在方式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0</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的输入</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出方式。 </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Tree>
  </p:cSld>
  <p:clrMapOvr>
    <a:masterClrMapping/>
  </p:clrMapOvr>
  <p:transition/>
</p:sld>
</file>

<file path=ppt/slides/slide1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237570" name="Rectangle 2"/>
          <p:cNvSpPr>
            <a:spLocks noGrp="1" noChangeArrowheads="1"/>
          </p:cNvSpPr>
          <p:nvPr>
            <p:ph type="title"/>
          </p:nvPr>
        </p:nvSpPr>
        <p:spPr>
          <a:xfrm>
            <a:off x="684213" y="33338"/>
            <a:ext cx="5040313" cy="914400"/>
          </a:xfrm>
          <a:ln>
            <a:miter/>
          </a:ln>
        </p:spPr>
        <p:txBody>
          <a:bodyPr vert="horz" wrap="square" lIns="91440" tIns="45720" rIns="91440" bIns="45720" numCol="1" anchor="b"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4000" b="1" i="0" u="none" strike="noStrike" kern="1200" cap="none" spc="0" normalizeH="0" baseline="0" noProof="0" dirty="0">
                <a:ln>
                  <a:noFill/>
                </a:ln>
                <a:solidFill>
                  <a:srgbClr val="800000"/>
                </a:solidFill>
                <a:effectLst/>
                <a:uLnTx/>
                <a:uFillTx/>
                <a:latin typeface="+mj-ea"/>
                <a:ea typeface="+mj-ea"/>
                <a:cs typeface="+mj-cs"/>
              </a:rPr>
              <a:t>8255A</a:t>
            </a:r>
            <a:r>
              <a:rPr kumimoji="0" lang="zh-CN" altLang="en-US" sz="4000" b="1" i="0" u="none" strike="noStrike" kern="1200" cap="none" spc="0" normalizeH="0" baseline="0" noProof="0" dirty="0">
                <a:ln>
                  <a:noFill/>
                </a:ln>
                <a:solidFill>
                  <a:srgbClr val="800000"/>
                </a:solidFill>
                <a:effectLst/>
                <a:uLnTx/>
                <a:uFillTx/>
                <a:latin typeface="+mj-ea"/>
                <a:ea typeface="+mj-ea"/>
                <a:cs typeface="+mj-cs"/>
              </a:rPr>
              <a:t>方式</a:t>
            </a:r>
            <a:r>
              <a:rPr kumimoji="0" lang="en-US" altLang="zh-CN" sz="4000" b="1" i="0" u="none" strike="noStrike" kern="1200" cap="none" spc="0" normalizeH="0" baseline="0" noProof="0" dirty="0">
                <a:ln>
                  <a:noFill/>
                </a:ln>
                <a:solidFill>
                  <a:srgbClr val="800000"/>
                </a:solidFill>
                <a:effectLst/>
                <a:uLnTx/>
                <a:uFillTx/>
                <a:latin typeface="+mj-ea"/>
                <a:ea typeface="+mj-ea"/>
                <a:cs typeface="+mj-cs"/>
              </a:rPr>
              <a:t>1</a:t>
            </a:r>
            <a:r>
              <a:rPr kumimoji="0" lang="zh-CN" altLang="en-US" sz="4000" b="1" i="0" u="none" strike="noStrike" kern="1200" cap="none" spc="0" normalizeH="0" baseline="0" noProof="0" dirty="0">
                <a:ln>
                  <a:noFill/>
                </a:ln>
                <a:solidFill>
                  <a:srgbClr val="800000"/>
                </a:solidFill>
                <a:effectLst/>
                <a:uLnTx/>
                <a:uFillTx/>
                <a:latin typeface="+mj-ea"/>
                <a:ea typeface="+mj-ea"/>
                <a:cs typeface="+mj-cs"/>
              </a:rPr>
              <a:t>编程示例</a:t>
            </a:r>
            <a:endParaRPr kumimoji="0" lang="zh-CN" altLang="en-US" sz="4000" b="1" i="0" u="none" strike="noStrike" kern="1200" cap="none" spc="0" normalizeH="0" baseline="0" noProof="0" dirty="0">
              <a:ln>
                <a:noFill/>
              </a:ln>
              <a:solidFill>
                <a:srgbClr val="800000"/>
              </a:solidFill>
              <a:effectLst/>
              <a:uLnTx/>
              <a:uFillTx/>
              <a:latin typeface="+mj-ea"/>
              <a:ea typeface="+mj-ea"/>
              <a:cs typeface="+mj-cs"/>
            </a:endParaRPr>
          </a:p>
        </p:txBody>
      </p:sp>
      <p:sp>
        <p:nvSpPr>
          <p:cNvPr id="237571" name="Rectangle 3"/>
          <p:cNvSpPr>
            <a:spLocks noGrp="1" noChangeArrowheads="1"/>
          </p:cNvSpPr>
          <p:nvPr>
            <p:ph idx="1"/>
          </p:nvPr>
        </p:nvSpPr>
        <p:spPr>
          <a:xfrm>
            <a:off x="395288" y="981075"/>
            <a:ext cx="8458200" cy="5410200"/>
          </a:xfrm>
          <a:ln>
            <a:miter/>
          </a:ln>
        </p:spPr>
        <p:txBody>
          <a:bodyPr vert="horz" wrap="square" lIns="91440" tIns="45720" rIns="91440" bIns="45720" numCol="1" anchor="t" anchorCtr="0" compatLnSpc="1"/>
          <a:lstStyle/>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Ø"/>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8255</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端口</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采用方式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（中断方式）的数据输入；端口</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B</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为方式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0</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的数据输出。</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 typeface="Wingdings" panose="05000000000000000000" pitchFamily="2" charset="2"/>
              <a:buChar char="Ø"/>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设</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8255</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的端口地址：</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60H~63H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rgbClr val="FF3300"/>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rgbClr val="0000FF"/>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t>
            </a:r>
            <a:endParaRPr kumimoji="0" lang="en-US" altLang="zh-CN" sz="2400" b="1" i="0" u="none" strike="noStrike" kern="1200" cap="none" spc="0" normalizeH="0" baseline="0" noProof="0" dirty="0">
              <a:ln>
                <a:noFill/>
              </a:ln>
              <a:solidFill>
                <a:srgbClr val="0000FF"/>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		CLI</a:t>
            </a:r>
            <a:endParaRPr kumimoji="0" lang="en-US" altLang="zh-CN" sz="2400" b="1" i="0" u="none" strike="noStrike" kern="1200" cap="none" spc="0" normalizeH="0" baseline="0" noProof="0" dirty="0">
              <a:ln>
                <a:noFill/>
              </a:ln>
              <a:solidFill>
                <a:srgbClr val="FF3300"/>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AL, </a:t>
            </a:r>
            <a:r>
              <a:rPr kumimoji="0" lang="en-US" altLang="zh-CN" sz="2400" b="1" i="0" u="none" strike="noStrike" kern="1200" cap="none" spc="0" normalizeH="0" baseline="0" noProof="0" dirty="0">
                <a:ln>
                  <a:noFill/>
                </a:ln>
                <a:solidFill>
                  <a:srgbClr val="0000CC"/>
                </a:solidFill>
                <a:effectLst/>
                <a:uLnTx/>
                <a:uFillTx/>
                <a:latin typeface="+mn-ea"/>
                <a:ea typeface="+mn-ea"/>
                <a:cs typeface="+mn-cs"/>
              </a:rPr>
              <a:t>0B0H</a:t>
            </a:r>
            <a:r>
              <a:rPr kumimoji="0" lang="en-US" altLang="zh-CN" sz="2400" b="1" i="0" u="none" strike="noStrike" kern="1200" cap="none" spc="0" normalizeH="0" baseline="0" noProof="0" dirty="0">
                <a:ln>
                  <a:noFill/>
                </a:ln>
                <a:solidFill>
                  <a:srgbClr val="0000FF"/>
                </a:solidFill>
                <a:effectLst/>
                <a:uLnTx/>
                <a:uFillTx/>
                <a:latin typeface="+mn-ea"/>
                <a:ea typeface="+mn-ea"/>
                <a:cs typeface="+mn-cs"/>
              </a:rPr>
              <a:t>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；方式控制字（</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0B0H</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OUT  </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63H</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AL</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MOV  AL, </a:t>
            </a:r>
            <a:r>
              <a:rPr kumimoji="0" lang="en-US" altLang="zh-CN" sz="2400" b="1" i="0" u="none" strike="noStrike" kern="1200" cap="none" spc="0" normalizeH="0" baseline="0" noProof="0" dirty="0">
                <a:ln>
                  <a:noFill/>
                </a:ln>
                <a:solidFill>
                  <a:srgbClr val="0000CC"/>
                </a:solidFill>
                <a:effectLst/>
                <a:uLnTx/>
                <a:uFillTx/>
                <a:latin typeface="+mn-ea"/>
                <a:ea typeface="+mn-ea"/>
                <a:cs typeface="+mn-cs"/>
              </a:rPr>
              <a:t>09H </a:t>
            </a:r>
            <a:r>
              <a:rPr kumimoji="0" lang="en-US" altLang="zh-CN" sz="2400" b="1" i="0" u="none" strike="noStrike" kern="1200" cap="none" spc="0" normalizeH="0" baseline="0" noProof="0" dirty="0">
                <a:ln>
                  <a:noFill/>
                </a:ln>
                <a:solidFill>
                  <a:srgbClr val="0000FF"/>
                </a:solidFill>
                <a:effectLst/>
                <a:uLnTx/>
                <a:uFillTx/>
                <a:latin typeface="+mn-ea"/>
                <a:ea typeface="+mn-ea"/>
                <a:cs typeface="+mn-cs"/>
              </a:rPr>
              <a:t>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C</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口置</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复位控制字（</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PC</a:t>
            </a:r>
            <a:r>
              <a:rPr kumimoji="0" lang="en-US" altLang="zh-CN" sz="2400" b="1" i="0" u="none" strike="noStrike" kern="1200" cap="none" spc="0" normalizeH="0" baseline="-25000" noProof="0" dirty="0">
                <a:ln>
                  <a:noFill/>
                </a:ln>
                <a:solidFill>
                  <a:schemeClr val="tx2"/>
                </a:solidFill>
                <a:effectLst/>
                <a:uLnTx/>
                <a:uFillTx/>
                <a:latin typeface="+mn-ea"/>
                <a:ea typeface="+mn-ea"/>
                <a:cs typeface="+mn-cs"/>
              </a:rPr>
              <a:t>4</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rgbClr val="0000FF"/>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OUT  </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63H</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AL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；端口</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中断允许（</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INTE</a:t>
            </a:r>
            <a:r>
              <a:rPr kumimoji="0" lang="en-US" altLang="zh-CN" sz="2400" b="1" i="0" u="none" strike="noStrike" kern="1200" cap="none" spc="0" normalizeH="0" baseline="-25000" noProof="0" dirty="0">
                <a:ln>
                  <a:noFill/>
                </a:ln>
                <a:solidFill>
                  <a:schemeClr val="tx2"/>
                </a:solidFill>
                <a:effectLst/>
                <a:uLnTx/>
                <a:uFillTx/>
                <a:latin typeface="+mn-ea"/>
                <a:ea typeface="+mn-ea"/>
                <a:cs typeface="+mn-cs"/>
              </a:rPr>
              <a:t>A</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A2</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：（其他相关中断的设置）</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rgbClr val="0000FF"/>
                </a:solidFill>
                <a:effectLst/>
                <a:uLnTx/>
                <a:uFillTx/>
                <a:latin typeface="+mn-ea"/>
                <a:ea typeface="+mn-ea"/>
                <a:cs typeface="+mn-cs"/>
              </a:rPr>
              <a:t>		</a:t>
            </a:r>
            <a:r>
              <a:rPr kumimoji="0" lang="en-US" altLang="zh-CN" sz="2400" b="1" i="0" u="none" strike="noStrike" kern="1200" cap="none" spc="0" normalizeH="0" baseline="0" noProof="0" dirty="0">
                <a:ln>
                  <a:noFill/>
                </a:ln>
                <a:solidFill>
                  <a:srgbClr val="FF3300"/>
                </a:solidFill>
                <a:effectLst/>
                <a:uLnTx/>
                <a:uFillTx/>
                <a:latin typeface="+mn-ea"/>
                <a:ea typeface="+mn-ea"/>
                <a:cs typeface="+mn-cs"/>
              </a:rPr>
              <a:t>STI</a:t>
            </a:r>
            <a:endParaRPr kumimoji="0" lang="en-US" altLang="zh-CN" sz="2400" b="1" i="0" u="none" strike="noStrike" kern="1200" cap="none" spc="0" normalizeH="0" baseline="0" noProof="0" dirty="0">
              <a:ln>
                <a:noFill/>
              </a:ln>
              <a:solidFill>
                <a:srgbClr val="FF3300"/>
              </a:solidFill>
              <a:effectLst/>
              <a:uLnTx/>
              <a:uFillTx/>
              <a:latin typeface="+mn-ea"/>
              <a:ea typeface="+mn-ea"/>
              <a:cs typeface="+mn-cs"/>
            </a:endParaRPr>
          </a:p>
          <a:p>
            <a:pPr marL="342900" marR="0" lvl="0" indent="-342900" algn="just"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rgbClr val="0000FF"/>
                </a:solidFill>
                <a:effectLst/>
                <a:uLnTx/>
                <a:uFillTx/>
                <a:latin typeface="+mn-lt"/>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Arial" panose="020B0604020202020204" pitchFamily="34" charset="0"/>
                <a:ea typeface="+mn-ea"/>
                <a:cs typeface="+mn-cs"/>
              </a:rPr>
              <a:t>……</a:t>
            </a:r>
            <a:endParaRPr kumimoji="0" lang="en-US" altLang="zh-CN" sz="2400" b="1" i="0" u="none" strike="noStrike" kern="1200" cap="none" spc="0" normalizeH="0" baseline="0" noProof="0" dirty="0">
              <a:ln>
                <a:noFill/>
              </a:ln>
              <a:solidFill>
                <a:schemeClr val="tx2"/>
              </a:solidFill>
              <a:effectLst/>
              <a:uLnTx/>
              <a:uFillTx/>
              <a:latin typeface="+mn-lt"/>
              <a:ea typeface="+mn-ea"/>
              <a:cs typeface="+mn-cs"/>
            </a:endParaRPr>
          </a:p>
        </p:txBody>
      </p:sp>
      <p:grpSp>
        <p:nvGrpSpPr>
          <p:cNvPr id="237573" name="Group 5"/>
          <p:cNvGrpSpPr/>
          <p:nvPr/>
        </p:nvGrpSpPr>
        <p:grpSpPr>
          <a:xfrm>
            <a:off x="2195513" y="4797425"/>
            <a:ext cx="3657600" cy="1254125"/>
            <a:chOff x="1296" y="3242"/>
            <a:chExt cx="2304" cy="790"/>
          </a:xfrm>
        </p:grpSpPr>
        <p:sp>
          <p:nvSpPr>
            <p:cNvPr id="189445" name="Freeform 6"/>
            <p:cNvSpPr/>
            <p:nvPr/>
          </p:nvSpPr>
          <p:spPr>
            <a:xfrm>
              <a:off x="1296" y="3242"/>
              <a:ext cx="1185" cy="790"/>
            </a:xfrm>
            <a:custGeom>
              <a:avLst/>
              <a:gdLst/>
              <a:ahLst/>
              <a:cxnLst>
                <a:cxn ang="0">
                  <a:pos x="1185" y="0"/>
                </a:cxn>
                <a:cxn ang="0">
                  <a:pos x="553" y="400"/>
                </a:cxn>
                <a:cxn ang="0">
                  <a:pos x="674" y="437"/>
                </a:cxn>
                <a:cxn ang="0">
                  <a:pos x="0" y="790"/>
                </a:cxn>
              </a:cxnLst>
              <a:pathLst>
                <a:path w="1185" h="790">
                  <a:moveTo>
                    <a:pt x="1185" y="0"/>
                  </a:moveTo>
                  <a:lnTo>
                    <a:pt x="553" y="400"/>
                  </a:lnTo>
                  <a:lnTo>
                    <a:pt x="674" y="437"/>
                  </a:lnTo>
                  <a:lnTo>
                    <a:pt x="0" y="790"/>
                  </a:lnTo>
                </a:path>
              </a:pathLst>
            </a:custGeom>
            <a:noFill/>
            <a:ln w="28575" cap="flat" cmpd="sng">
              <a:solidFill>
                <a:srgbClr val="FF0000">
                  <a:alpha val="100000"/>
                </a:srgbClr>
              </a:solidFill>
              <a:prstDash val="solid"/>
              <a:miter lim="800000"/>
              <a:headEnd type="none" w="med" len="med"/>
              <a:tailEnd type="triangle" w="med" len="med"/>
            </a:ln>
          </p:spPr>
          <p:txBody>
            <a:bodyPr/>
            <a:p>
              <a:endParaRPr lang="zh-CN" altLang="en-US"/>
            </a:p>
          </p:txBody>
        </p:sp>
        <p:sp>
          <p:nvSpPr>
            <p:cNvPr id="189446" name="Rectangle 7"/>
            <p:cNvSpPr/>
            <p:nvPr/>
          </p:nvSpPr>
          <p:spPr>
            <a:xfrm>
              <a:off x="2016" y="3456"/>
              <a:ext cx="1584" cy="288"/>
            </a:xfrm>
            <a:prstGeom prst="rect">
              <a:avLst/>
            </a:prstGeom>
            <a:no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342900" lvl="0" indent="-342900" algn="ctr">
                <a:lnSpc>
                  <a:spcPct val="100000"/>
                </a:lnSpc>
                <a:spcAft>
                  <a:spcPct val="0"/>
                </a:spcAft>
                <a:buSzPct val="75000"/>
                <a:buNone/>
              </a:pPr>
              <a:r>
                <a:rPr lang="zh-CN" altLang="en-US" sz="2000" dirty="0">
                  <a:solidFill>
                    <a:schemeClr val="hlink"/>
                  </a:solidFill>
                  <a:latin typeface="Times New Roman" panose="02020603050405020304" pitchFamily="18" charset="0"/>
                  <a:ea typeface="宋体" panose="02010600030101010101" pitchFamily="2" charset="-122"/>
                </a:rPr>
                <a:t>端口</a:t>
              </a:r>
              <a:r>
                <a:rPr lang="en-US" altLang="zh-CN" sz="2000" dirty="0">
                  <a:solidFill>
                    <a:schemeClr val="hlink"/>
                  </a:solidFill>
                  <a:latin typeface="Times New Roman" panose="02020603050405020304" pitchFamily="18" charset="0"/>
                  <a:ea typeface="宋体" panose="02010600030101010101" pitchFamily="2" charset="-122"/>
                </a:rPr>
                <a:t>A</a:t>
              </a:r>
              <a:r>
                <a:rPr lang="zh-CN" altLang="en-US" sz="2000" dirty="0">
                  <a:solidFill>
                    <a:schemeClr val="hlink"/>
                  </a:solidFill>
                  <a:latin typeface="Times New Roman" panose="02020603050405020304" pitchFamily="18" charset="0"/>
                  <a:ea typeface="宋体" panose="02010600030101010101" pitchFamily="2" charset="-122"/>
                </a:rPr>
                <a:t>的中断请求</a:t>
              </a:r>
              <a:endParaRPr lang="zh-CN" altLang="en-US" sz="2000" dirty="0">
                <a:solidFill>
                  <a:schemeClr val="hlink"/>
                </a:solidFill>
                <a:latin typeface="Times New Roman" panose="02020603050405020304" pitchFamily="18" charset="0"/>
                <a:ea typeface="宋体" panose="02010600030101010101" pitchFamily="2" charset="-122"/>
              </a:endParaRPr>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23757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159746" name="Rectangle 2"/>
          <p:cNvSpPr>
            <a:spLocks noChangeArrowheads="1"/>
          </p:cNvSpPr>
          <p:nvPr/>
        </p:nvSpPr>
        <p:spPr bwMode="auto">
          <a:xfrm>
            <a:off x="0" y="66675"/>
            <a:ext cx="7740650" cy="709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20000"/>
              </a:spcBef>
              <a:spcAft>
                <a:spcPct val="0"/>
              </a:spcAft>
              <a:buClr>
                <a:schemeClr val="accent2"/>
              </a:buClr>
              <a:buSzPct val="70000"/>
              <a:buFontTx/>
              <a:buNone/>
              <a:defRPr/>
            </a:pPr>
            <a:r>
              <a:rPr kumimoji="0" lang="en-US" altLang="zh-CN" sz="4000" b="0" i="0" u="none" strike="noStrike" kern="1200" cap="none" spc="0" normalizeH="0" baseline="0" noProof="0" dirty="0">
                <a:ln>
                  <a:noFill/>
                </a:ln>
                <a:solidFill>
                  <a:schemeClr val="tx1"/>
                </a:solidFill>
                <a:effectLst/>
                <a:uLnTx/>
                <a:uFillTx/>
                <a:latin typeface="Arial" panose="020B0604020202020204" pitchFamily="34" charset="0"/>
                <a:ea typeface="+mn-ea"/>
                <a:cs typeface="+mn-cs"/>
              </a:rPr>
              <a:t>  </a:t>
            </a:r>
            <a:r>
              <a:rPr kumimoji="0" lang="en-US" altLang="zh-CN" sz="4000" b="0" i="0" u="none" strike="noStrike" kern="1200" cap="none" spc="0" normalizeH="0" baseline="0" noProof="0" dirty="0">
                <a:ln>
                  <a:noFill/>
                </a:ln>
                <a:solidFill>
                  <a:srgbClr val="C00000"/>
                </a:solidFill>
                <a:effectLst/>
                <a:uLnTx/>
                <a:uFillTx/>
                <a:latin typeface="+mj-ea"/>
                <a:ea typeface="+mj-ea"/>
                <a:cs typeface="+mn-cs"/>
              </a:rPr>
              <a:t>C</a:t>
            </a:r>
            <a:r>
              <a:rPr kumimoji="0" lang="zh-CN" altLang="en-US" sz="4000" b="0" i="0" u="none" strike="noStrike" kern="1200" cap="none" spc="0" normalizeH="0" baseline="0" noProof="0" dirty="0">
                <a:ln>
                  <a:noFill/>
                </a:ln>
                <a:solidFill>
                  <a:srgbClr val="C00000"/>
                </a:solidFill>
                <a:effectLst/>
                <a:uLnTx/>
                <a:uFillTx/>
                <a:latin typeface="+mj-ea"/>
                <a:ea typeface="+mj-ea"/>
                <a:cs typeface="+mn-cs"/>
              </a:rPr>
              <a:t>：方式</a:t>
            </a:r>
            <a:r>
              <a:rPr kumimoji="0" lang="en-US" altLang="zh-CN" sz="4000" b="0" i="0" u="none" strike="noStrike" kern="1200" cap="none" spc="0" normalizeH="0" baseline="0" noProof="0" dirty="0">
                <a:ln>
                  <a:noFill/>
                </a:ln>
                <a:solidFill>
                  <a:srgbClr val="C00000"/>
                </a:solidFill>
                <a:effectLst/>
                <a:uLnTx/>
                <a:uFillTx/>
                <a:latin typeface="+mj-ea"/>
                <a:ea typeface="+mj-ea"/>
                <a:cs typeface="+mn-cs"/>
              </a:rPr>
              <a:t>2 — </a:t>
            </a:r>
            <a:r>
              <a:rPr kumimoji="0" lang="zh-CN" altLang="en-US" sz="4000" b="0" i="0" u="none" strike="noStrike" kern="1200" cap="none" spc="0" normalizeH="0" baseline="0" noProof="0" dirty="0">
                <a:ln>
                  <a:noFill/>
                </a:ln>
                <a:solidFill>
                  <a:srgbClr val="C00000"/>
                </a:solidFill>
                <a:effectLst/>
                <a:uLnTx/>
                <a:uFillTx/>
                <a:latin typeface="+mj-ea"/>
                <a:ea typeface="+mj-ea"/>
                <a:cs typeface="+mn-cs"/>
              </a:rPr>
              <a:t>双向方式 </a:t>
            </a:r>
            <a:r>
              <a:rPr kumimoji="0" lang="en-US" altLang="zh-CN" sz="4000" b="0" i="0" u="none" strike="noStrike" kern="1200" cap="none" spc="0" normalizeH="0" baseline="0" noProof="0" dirty="0">
                <a:ln>
                  <a:noFill/>
                </a:ln>
                <a:solidFill>
                  <a:srgbClr val="C00000"/>
                </a:solidFill>
                <a:effectLst/>
                <a:uLnTx/>
                <a:uFillTx/>
                <a:latin typeface="+mj-ea"/>
                <a:ea typeface="+mj-ea"/>
                <a:cs typeface="+mn-cs"/>
              </a:rPr>
              <a:t>(</a:t>
            </a:r>
            <a:r>
              <a:rPr kumimoji="0" lang="zh-CN" altLang="en-US" sz="4000" b="1" i="0" u="none" strike="noStrike" kern="1200" cap="none" spc="0" normalizeH="0" baseline="0" noProof="0" dirty="0">
                <a:ln>
                  <a:noFill/>
                </a:ln>
                <a:solidFill>
                  <a:srgbClr val="C00000"/>
                </a:solidFill>
                <a:effectLst/>
                <a:uLnTx/>
                <a:uFillTx/>
                <a:latin typeface="+mj-ea"/>
                <a:ea typeface="+mj-ea"/>
                <a:cs typeface="+mn-cs"/>
              </a:rPr>
              <a:t>仅</a:t>
            </a:r>
            <a:r>
              <a:rPr kumimoji="0" lang="en-US" altLang="en-US" sz="4000" b="1" i="0" u="none" strike="noStrike" kern="1200" cap="none" spc="0" normalizeH="0" baseline="0" noProof="0" dirty="0">
                <a:ln>
                  <a:noFill/>
                </a:ln>
                <a:solidFill>
                  <a:srgbClr val="C00000"/>
                </a:solidFill>
                <a:effectLst/>
                <a:uLnTx/>
                <a:uFillTx/>
                <a:latin typeface="+mj-ea"/>
                <a:ea typeface="+mj-ea"/>
                <a:cs typeface="+mn-cs"/>
              </a:rPr>
              <a:t>A</a:t>
            </a:r>
            <a:r>
              <a:rPr kumimoji="0" lang="zh-CN" altLang="en-US" sz="4000" b="1" i="0" u="none" strike="noStrike" kern="1200" cap="none" spc="0" normalizeH="0" baseline="0" noProof="0" dirty="0">
                <a:ln>
                  <a:noFill/>
                </a:ln>
                <a:solidFill>
                  <a:srgbClr val="C00000"/>
                </a:solidFill>
                <a:effectLst/>
                <a:uLnTx/>
                <a:uFillTx/>
                <a:latin typeface="+mj-ea"/>
                <a:ea typeface="+mj-ea"/>
                <a:cs typeface="+mn-cs"/>
              </a:rPr>
              <a:t>口</a:t>
            </a:r>
            <a:r>
              <a:rPr kumimoji="0" lang="en-US" altLang="zh-CN" sz="4000" b="1" i="0" u="none" strike="noStrike" kern="1200" cap="none" spc="0" normalizeH="0" baseline="0" noProof="0" dirty="0">
                <a:ln>
                  <a:noFill/>
                </a:ln>
                <a:solidFill>
                  <a:srgbClr val="C00000"/>
                </a:solidFill>
                <a:effectLst/>
                <a:uLnTx/>
                <a:uFillTx/>
                <a:latin typeface="+mj-ea"/>
                <a:ea typeface="+mj-ea"/>
                <a:cs typeface="+mn-cs"/>
              </a:rPr>
              <a:t>)</a:t>
            </a:r>
            <a:endParaRPr kumimoji="0" lang="en-US" altLang="zh-CN" sz="4000" b="1" i="0" u="none" strike="noStrike" kern="1200" cap="none" spc="0" normalizeH="0" baseline="0" noProof="0" dirty="0">
              <a:ln>
                <a:noFill/>
              </a:ln>
              <a:solidFill>
                <a:srgbClr val="C00000"/>
              </a:solidFill>
              <a:effectLst/>
              <a:uLnTx/>
              <a:uFillTx/>
              <a:latin typeface="+mj-ea"/>
              <a:ea typeface="+mj-ea"/>
              <a:cs typeface="+mn-cs"/>
            </a:endParaRPr>
          </a:p>
        </p:txBody>
      </p:sp>
      <p:sp>
        <p:nvSpPr>
          <p:cNvPr id="280579" name="Text Box 3"/>
          <p:cNvSpPr txBox="1"/>
          <p:nvPr/>
        </p:nvSpPr>
        <p:spPr>
          <a:xfrm>
            <a:off x="228600" y="1066800"/>
            <a:ext cx="8610600" cy="7620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10000"/>
              </a:spcBef>
              <a:spcAft>
                <a:spcPct val="0"/>
              </a:spcAft>
              <a:buClr>
                <a:srgbClr val="FF3300"/>
              </a:buClr>
              <a:buSzTx/>
              <a:buFont typeface="Monotype Sorts" pitchFamily="2" charset="2"/>
              <a:buNone/>
            </a:pPr>
            <a:r>
              <a:rPr lang="en-US" altLang="zh-CN" sz="2400" dirty="0">
                <a:solidFill>
                  <a:schemeClr val="tx1"/>
                </a:solidFill>
                <a:latin typeface="Arial" panose="020B0604020202020204" pitchFamily="34" charset="0"/>
              </a:rPr>
              <a:t> </a:t>
            </a:r>
            <a:r>
              <a:rPr lang="zh-CN" altLang="en-US" sz="2000" b="0" dirty="0">
                <a:solidFill>
                  <a:schemeClr val="tx1"/>
                </a:solidFill>
                <a:latin typeface="Arial" panose="020B0604020202020204" pitchFamily="34" charset="0"/>
                <a:sym typeface="Wingdings 2" panose="05020102010507070707" pitchFamily="18" charset="2"/>
              </a:rPr>
              <a:t>（</a:t>
            </a:r>
            <a:r>
              <a:rPr lang="en-US" altLang="zh-CN" sz="2000" b="0" dirty="0">
                <a:solidFill>
                  <a:schemeClr val="tx1"/>
                </a:solidFill>
                <a:latin typeface="Arial" panose="020B0604020202020204" pitchFamily="34" charset="0"/>
                <a:sym typeface="Wingdings 2" panose="05020102010507070707" pitchFamily="18" charset="2"/>
              </a:rPr>
              <a:t>1</a:t>
            </a:r>
            <a:r>
              <a:rPr lang="zh-CN" altLang="en-US" sz="2000" b="0" dirty="0">
                <a:solidFill>
                  <a:schemeClr val="tx1"/>
                </a:solidFill>
                <a:latin typeface="Arial" panose="020B0604020202020204" pitchFamily="34" charset="0"/>
                <a:sym typeface="Wingdings 2" panose="05020102010507070707" pitchFamily="18" charset="2"/>
              </a:rPr>
              <a:t>）</a:t>
            </a:r>
            <a:r>
              <a:rPr lang="zh-CN" altLang="en-US" sz="2000" dirty="0">
                <a:solidFill>
                  <a:srgbClr val="00B0F0"/>
                </a:solidFill>
                <a:latin typeface="Arial" panose="020B0604020202020204" pitchFamily="34" charset="0"/>
              </a:rPr>
              <a:t>与方式 </a:t>
            </a:r>
            <a:r>
              <a:rPr lang="en-US" altLang="zh-CN" sz="2000" dirty="0">
                <a:solidFill>
                  <a:srgbClr val="00B0F0"/>
                </a:solidFill>
                <a:latin typeface="Arial" panose="020B0604020202020204" pitchFamily="34" charset="0"/>
              </a:rPr>
              <a:t>0</a:t>
            </a:r>
            <a:r>
              <a:rPr lang="zh-CN" altLang="en-US" sz="2000" dirty="0">
                <a:solidFill>
                  <a:srgbClr val="00B0F0"/>
                </a:solidFill>
                <a:latin typeface="Arial" panose="020B0604020202020204" pitchFamily="34" charset="0"/>
              </a:rPr>
              <a:t>、方式 </a:t>
            </a:r>
            <a:r>
              <a:rPr lang="en-US" altLang="zh-CN" sz="2000" dirty="0">
                <a:solidFill>
                  <a:srgbClr val="00B0F0"/>
                </a:solidFill>
                <a:latin typeface="Arial" panose="020B0604020202020204" pitchFamily="34" charset="0"/>
              </a:rPr>
              <a:t>1</a:t>
            </a:r>
            <a:r>
              <a:rPr lang="zh-CN" altLang="en-US" sz="2000" dirty="0">
                <a:solidFill>
                  <a:srgbClr val="00B0F0"/>
                </a:solidFill>
                <a:latin typeface="Arial" panose="020B0604020202020204" pitchFamily="34" charset="0"/>
              </a:rPr>
              <a:t>的单向传送不同，工作在方式 </a:t>
            </a:r>
            <a:r>
              <a:rPr lang="en-US" altLang="zh-CN" sz="2000" dirty="0">
                <a:solidFill>
                  <a:srgbClr val="00B0F0"/>
                </a:solidFill>
                <a:latin typeface="Arial" panose="020B0604020202020204" pitchFamily="34" charset="0"/>
              </a:rPr>
              <a:t>2</a:t>
            </a:r>
            <a:r>
              <a:rPr lang="zh-CN" altLang="en-US" sz="2000" dirty="0">
                <a:solidFill>
                  <a:srgbClr val="00B0F0"/>
                </a:solidFill>
                <a:latin typeface="Arial" panose="020B0604020202020204" pitchFamily="34" charset="0"/>
              </a:rPr>
              <a:t>下的端口，具有双向传送功能。</a:t>
            </a:r>
            <a:endParaRPr lang="zh-CN" altLang="en-US" sz="2000" dirty="0">
              <a:solidFill>
                <a:srgbClr val="00B0F0"/>
              </a:solidFill>
              <a:latin typeface="Arial" panose="020B0604020202020204" pitchFamily="34" charset="0"/>
            </a:endParaRPr>
          </a:p>
        </p:txBody>
      </p:sp>
      <p:sp>
        <p:nvSpPr>
          <p:cNvPr id="280580" name="Text Box 4"/>
          <p:cNvSpPr txBox="1"/>
          <p:nvPr/>
        </p:nvSpPr>
        <p:spPr>
          <a:xfrm>
            <a:off x="228600" y="1849438"/>
            <a:ext cx="8736013" cy="842962"/>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Aft>
                <a:spcPct val="0"/>
              </a:spcAft>
              <a:buClr>
                <a:srgbClr val="FF3300"/>
              </a:buClr>
              <a:buSzTx/>
              <a:buFont typeface="Monotype Sorts" pitchFamily="2" charset="2"/>
              <a:buNone/>
            </a:pPr>
            <a:r>
              <a:rPr lang="en-US" altLang="zh-CN" sz="2000" b="0" dirty="0">
                <a:solidFill>
                  <a:schemeClr val="tx1"/>
                </a:solidFill>
                <a:latin typeface="Arial" panose="020B0604020202020204" pitchFamily="34" charset="0"/>
                <a:sym typeface="Wingdings 2" panose="05020102010507070707" pitchFamily="18" charset="2"/>
              </a:rPr>
              <a:t> </a:t>
            </a:r>
            <a:r>
              <a:rPr lang="zh-CN" altLang="en-US" sz="2000" b="0" dirty="0">
                <a:solidFill>
                  <a:schemeClr val="tx1"/>
                </a:solidFill>
                <a:latin typeface="Arial" panose="020B0604020202020204" pitchFamily="34" charset="0"/>
                <a:sym typeface="Wingdings 2" panose="05020102010507070707" pitchFamily="18" charset="2"/>
              </a:rPr>
              <a:t>（</a:t>
            </a:r>
            <a:r>
              <a:rPr lang="en-US" altLang="zh-CN" sz="2000" b="0" dirty="0">
                <a:solidFill>
                  <a:schemeClr val="tx1"/>
                </a:solidFill>
                <a:latin typeface="Arial" panose="020B0604020202020204" pitchFamily="34" charset="0"/>
                <a:sym typeface="Wingdings 2" panose="05020102010507070707" pitchFamily="18" charset="2"/>
              </a:rPr>
              <a:t>2</a:t>
            </a:r>
            <a:r>
              <a:rPr lang="zh-CN" altLang="en-US" sz="2000" b="0" dirty="0">
                <a:solidFill>
                  <a:schemeClr val="tx1"/>
                </a:solidFill>
                <a:latin typeface="Arial" panose="020B0604020202020204" pitchFamily="34" charset="0"/>
                <a:sym typeface="Wingdings 2" panose="05020102010507070707" pitchFamily="18" charset="2"/>
              </a:rPr>
              <a:t>）</a:t>
            </a:r>
            <a:r>
              <a:rPr lang="zh-CN" altLang="en-US" sz="2000" b="0" dirty="0">
                <a:solidFill>
                  <a:schemeClr val="tx1"/>
                </a:solidFill>
                <a:latin typeface="Arial" panose="020B0604020202020204" pitchFamily="34" charset="0"/>
              </a:rPr>
              <a:t>端口工作在方式 </a:t>
            </a:r>
            <a:r>
              <a:rPr lang="en-US" altLang="zh-CN" sz="2000" b="0" dirty="0">
                <a:solidFill>
                  <a:schemeClr val="tx1"/>
                </a:solidFill>
                <a:latin typeface="Arial" panose="020B0604020202020204" pitchFamily="34" charset="0"/>
              </a:rPr>
              <a:t>2</a:t>
            </a:r>
            <a:r>
              <a:rPr lang="zh-CN" altLang="en-US" sz="2000" b="0" dirty="0">
                <a:solidFill>
                  <a:schemeClr val="tx1"/>
                </a:solidFill>
                <a:latin typeface="Arial" panose="020B0604020202020204" pitchFamily="34" charset="0"/>
              </a:rPr>
              <a:t>时，</a:t>
            </a:r>
            <a:r>
              <a:rPr lang="en-US" altLang="zh-CN" sz="2000" b="0" dirty="0">
                <a:solidFill>
                  <a:schemeClr val="tx1"/>
                </a:solidFill>
                <a:latin typeface="Arial" panose="020B0604020202020204" pitchFamily="34" charset="0"/>
              </a:rPr>
              <a:t>C</a:t>
            </a:r>
            <a:r>
              <a:rPr lang="zh-CN" altLang="en-US" sz="2000" b="0" dirty="0">
                <a:solidFill>
                  <a:schemeClr val="tx1"/>
                </a:solidFill>
                <a:latin typeface="Arial" panose="020B0604020202020204" pitchFamily="34" charset="0"/>
              </a:rPr>
              <a:t>口的某</a:t>
            </a:r>
            <a:r>
              <a:rPr lang="en-US" altLang="zh-CN" sz="2000" b="0" dirty="0">
                <a:solidFill>
                  <a:schemeClr val="tx1"/>
                </a:solidFill>
                <a:latin typeface="Arial" panose="020B0604020202020204" pitchFamily="34" charset="0"/>
              </a:rPr>
              <a:t>5</a:t>
            </a:r>
            <a:r>
              <a:rPr lang="zh-CN" altLang="en-US" sz="2000" b="0" dirty="0">
                <a:solidFill>
                  <a:schemeClr val="tx1"/>
                </a:solidFill>
                <a:latin typeface="Arial" panose="020B0604020202020204" pitchFamily="34" charset="0"/>
              </a:rPr>
              <a:t>根引脚作为端口的联络信号；</a:t>
            </a:r>
            <a:endParaRPr lang="zh-CN" altLang="en-US" sz="2000" b="0" dirty="0">
              <a:solidFill>
                <a:schemeClr val="tx1"/>
              </a:solidFill>
              <a:latin typeface="Arial" panose="020B0604020202020204" pitchFamily="34" charset="0"/>
            </a:endParaRPr>
          </a:p>
          <a:p>
            <a:pPr marL="0" lvl="0" indent="0" algn="just">
              <a:lnSpc>
                <a:spcPct val="100000"/>
              </a:lnSpc>
              <a:spcAft>
                <a:spcPct val="0"/>
              </a:spcAft>
              <a:buClr>
                <a:srgbClr val="FF3300"/>
              </a:buClr>
              <a:buSzTx/>
              <a:buFont typeface="Monotype Sorts" pitchFamily="2" charset="2"/>
              <a:buNone/>
            </a:pPr>
            <a:r>
              <a:rPr lang="zh-CN" altLang="en-US" sz="2400" dirty="0">
                <a:solidFill>
                  <a:schemeClr val="tx1"/>
                </a:solidFill>
                <a:latin typeface="Arial" panose="020B0604020202020204" pitchFamily="34" charset="0"/>
              </a:rPr>
              <a:t>       </a:t>
            </a:r>
            <a:r>
              <a:rPr lang="zh-CN" altLang="en-US" sz="2400" dirty="0">
                <a:latin typeface="Arial" panose="020B0604020202020204" pitchFamily="34" charset="0"/>
              </a:rPr>
              <a:t>是方式</a:t>
            </a:r>
            <a:r>
              <a:rPr lang="en-US" altLang="zh-CN" sz="2400" dirty="0">
                <a:latin typeface="Arial" panose="020B0604020202020204" pitchFamily="34" charset="0"/>
              </a:rPr>
              <a:t>1</a:t>
            </a:r>
            <a:r>
              <a:rPr lang="zh-CN" altLang="en-US" sz="2400" dirty="0">
                <a:latin typeface="Arial" panose="020B0604020202020204" pitchFamily="34" charset="0"/>
              </a:rPr>
              <a:t>下</a:t>
            </a:r>
            <a:r>
              <a:rPr lang="en-US" altLang="zh-CN" sz="2400" dirty="0">
                <a:latin typeface="Arial" panose="020B0604020202020204" pitchFamily="34" charset="0"/>
              </a:rPr>
              <a:t>A</a:t>
            </a:r>
            <a:r>
              <a:rPr lang="zh-CN" altLang="en-US" sz="2400" dirty="0">
                <a:latin typeface="Arial" panose="020B0604020202020204" pitchFamily="34" charset="0"/>
              </a:rPr>
              <a:t>口输入、输出联络信号的组合。</a:t>
            </a:r>
            <a:r>
              <a:rPr lang="zh-CN" altLang="en-US" sz="2000" b="0" dirty="0">
                <a:solidFill>
                  <a:schemeClr val="tx1"/>
                </a:solidFill>
                <a:latin typeface="Arial" panose="020B0604020202020204" pitchFamily="34" charset="0"/>
              </a:rPr>
              <a:t>     </a:t>
            </a:r>
            <a:endParaRPr lang="zh-CN" altLang="en-US" sz="2000" b="0" dirty="0">
              <a:solidFill>
                <a:schemeClr val="tx1"/>
              </a:solidFill>
              <a:latin typeface="Arial" panose="020B0604020202020204" pitchFamily="34" charset="0"/>
            </a:endParaRPr>
          </a:p>
        </p:txBody>
      </p:sp>
      <p:sp>
        <p:nvSpPr>
          <p:cNvPr id="280581" name="Rectangle 5"/>
          <p:cNvSpPr/>
          <p:nvPr/>
        </p:nvSpPr>
        <p:spPr>
          <a:xfrm>
            <a:off x="304800" y="2763838"/>
            <a:ext cx="8534400" cy="793750"/>
          </a:xfrm>
          <a:prstGeom prst="rect">
            <a:avLst/>
          </a:prstGeom>
          <a:noFill/>
          <a:ln w="9525">
            <a:noFill/>
          </a:ln>
        </p:spPr>
        <p:txBody>
          <a:bodyPr lIns="90000" tIns="46800" rIns="90000" bIns="4680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30000"/>
              </a:spcBef>
              <a:spcAft>
                <a:spcPct val="0"/>
              </a:spcAft>
              <a:buClr>
                <a:srgbClr val="FF3300"/>
              </a:buClr>
              <a:buSzTx/>
              <a:buFont typeface="Monotype Sorts" pitchFamily="2" charset="2"/>
              <a:buNone/>
            </a:pPr>
            <a:r>
              <a:rPr lang="zh-CN" altLang="en-US" sz="2000" b="0" dirty="0">
                <a:solidFill>
                  <a:schemeClr val="tx1"/>
                </a:solidFill>
                <a:latin typeface="Arial" panose="020B0604020202020204" pitchFamily="34" charset="0"/>
              </a:rPr>
              <a:t>（</a:t>
            </a:r>
            <a:r>
              <a:rPr lang="en-US" altLang="zh-CN" sz="2000" b="0" dirty="0">
                <a:solidFill>
                  <a:schemeClr val="tx1"/>
                </a:solidFill>
                <a:latin typeface="Arial" panose="020B0604020202020204" pitchFamily="34" charset="0"/>
              </a:rPr>
              <a:t>3</a:t>
            </a:r>
            <a:r>
              <a:rPr lang="zh-CN" altLang="en-US" sz="2000" b="0" dirty="0">
                <a:solidFill>
                  <a:schemeClr val="tx1"/>
                </a:solidFill>
                <a:latin typeface="Arial" panose="020B0604020202020204" pitchFamily="34" charset="0"/>
              </a:rPr>
              <a:t>）</a:t>
            </a:r>
            <a:r>
              <a:rPr lang="en-US" altLang="zh-CN" sz="2000" b="0" dirty="0">
                <a:solidFill>
                  <a:schemeClr val="tx1"/>
                </a:solidFill>
                <a:latin typeface="Arial" panose="020B0604020202020204" pitchFamily="34" charset="0"/>
              </a:rPr>
              <a:t>C</a:t>
            </a:r>
            <a:r>
              <a:rPr lang="zh-CN" altLang="en-US" sz="2000" b="0" dirty="0">
                <a:solidFill>
                  <a:schemeClr val="tx1"/>
                </a:solidFill>
                <a:latin typeface="Arial" panose="020B0604020202020204" pitchFamily="34" charset="0"/>
              </a:rPr>
              <a:t>口未做联络信号的</a:t>
            </a:r>
            <a:r>
              <a:rPr lang="en-US" altLang="zh-CN" sz="2000" b="0" dirty="0">
                <a:solidFill>
                  <a:schemeClr val="tx1"/>
                </a:solidFill>
                <a:latin typeface="Arial" panose="020B0604020202020204" pitchFamily="34" charset="0"/>
              </a:rPr>
              <a:t>3</a:t>
            </a:r>
            <a:r>
              <a:rPr lang="zh-CN" altLang="en-US" sz="2000" b="0" dirty="0">
                <a:solidFill>
                  <a:schemeClr val="tx1"/>
                </a:solidFill>
                <a:latin typeface="Arial" panose="020B0604020202020204" pitchFamily="34" charset="0"/>
              </a:rPr>
              <a:t>条引脚，可作为</a:t>
            </a:r>
            <a:r>
              <a:rPr lang="en-US" altLang="zh-CN" sz="2000" b="0" dirty="0">
                <a:solidFill>
                  <a:schemeClr val="tx1"/>
                </a:solidFill>
                <a:latin typeface="Arial" panose="020B0604020202020204" pitchFamily="34" charset="0"/>
              </a:rPr>
              <a:t>B</a:t>
            </a:r>
            <a:r>
              <a:rPr lang="zh-CN" altLang="en-US" sz="2000" b="0" dirty="0">
                <a:solidFill>
                  <a:schemeClr val="tx1"/>
                </a:solidFill>
                <a:latin typeface="Arial" panose="020B0604020202020204" pitchFamily="34" charset="0"/>
              </a:rPr>
              <a:t>口在方式</a:t>
            </a:r>
            <a:r>
              <a:rPr lang="en-US" altLang="zh-CN" sz="2000" b="0" dirty="0">
                <a:solidFill>
                  <a:schemeClr val="tx1"/>
                </a:solidFill>
                <a:latin typeface="Arial" panose="020B0604020202020204" pitchFamily="34" charset="0"/>
              </a:rPr>
              <a:t>1</a:t>
            </a:r>
            <a:r>
              <a:rPr lang="zh-CN" altLang="en-US" sz="2000" b="0" dirty="0">
                <a:solidFill>
                  <a:schemeClr val="tx1"/>
                </a:solidFill>
                <a:latin typeface="Arial" panose="020B0604020202020204" pitchFamily="34" charset="0"/>
              </a:rPr>
              <a:t>下的联络线，</a:t>
            </a:r>
            <a:endParaRPr lang="zh-CN" altLang="en-US" sz="2000" b="0" dirty="0">
              <a:solidFill>
                <a:schemeClr val="tx1"/>
              </a:solidFill>
              <a:latin typeface="Arial" panose="020B0604020202020204" pitchFamily="34" charset="0"/>
            </a:endParaRPr>
          </a:p>
          <a:p>
            <a:pPr marL="0" lvl="0" indent="0">
              <a:lnSpc>
                <a:spcPct val="100000"/>
              </a:lnSpc>
              <a:spcBef>
                <a:spcPct val="30000"/>
              </a:spcBef>
              <a:spcAft>
                <a:spcPct val="0"/>
              </a:spcAft>
              <a:buClr>
                <a:srgbClr val="FF3300"/>
              </a:buClr>
              <a:buSzTx/>
              <a:buFont typeface="Monotype Sorts" pitchFamily="2" charset="2"/>
              <a:buNone/>
            </a:pPr>
            <a:r>
              <a:rPr lang="zh-CN" altLang="en-US" sz="2000" b="0" dirty="0">
                <a:solidFill>
                  <a:schemeClr val="tx1"/>
                </a:solidFill>
                <a:latin typeface="Arial" panose="020B0604020202020204" pitchFamily="34" charset="0"/>
              </a:rPr>
              <a:t>         也可和</a:t>
            </a:r>
            <a:r>
              <a:rPr lang="en-US" altLang="zh-CN" sz="2000" b="0" dirty="0">
                <a:solidFill>
                  <a:schemeClr val="tx1"/>
                </a:solidFill>
                <a:latin typeface="Arial" panose="020B0604020202020204" pitchFamily="34" charset="0"/>
              </a:rPr>
              <a:t>B</a:t>
            </a:r>
            <a:r>
              <a:rPr lang="zh-CN" altLang="en-US" sz="2000" b="0" dirty="0">
                <a:solidFill>
                  <a:schemeClr val="tx1"/>
                </a:solidFill>
                <a:latin typeface="Arial" panose="020B0604020202020204" pitchFamily="34" charset="0"/>
              </a:rPr>
              <a:t>口一样工作在方式</a:t>
            </a:r>
            <a:r>
              <a:rPr lang="en-US" altLang="zh-CN" sz="2000" b="0" dirty="0">
                <a:solidFill>
                  <a:schemeClr val="tx1"/>
                </a:solidFill>
                <a:latin typeface="Arial" panose="020B0604020202020204" pitchFamily="34" charset="0"/>
              </a:rPr>
              <a:t>0</a:t>
            </a:r>
            <a:r>
              <a:rPr lang="zh-CN" altLang="en-US" sz="2000" b="0" dirty="0">
                <a:solidFill>
                  <a:schemeClr val="tx1"/>
                </a:solidFill>
                <a:latin typeface="Arial" panose="020B0604020202020204" pitchFamily="34" charset="0"/>
              </a:rPr>
              <a:t>。由方式控制字决定其输入</a:t>
            </a:r>
            <a:r>
              <a:rPr lang="en-US" altLang="zh-CN" sz="2000" b="0" dirty="0">
                <a:solidFill>
                  <a:schemeClr val="tx1"/>
                </a:solidFill>
                <a:latin typeface="Arial" panose="020B0604020202020204" pitchFamily="34" charset="0"/>
              </a:rPr>
              <a:t>/</a:t>
            </a:r>
            <a:r>
              <a:rPr lang="zh-CN" altLang="en-US" sz="2000" b="0" dirty="0">
                <a:solidFill>
                  <a:schemeClr val="tx1"/>
                </a:solidFill>
                <a:latin typeface="Arial" panose="020B0604020202020204" pitchFamily="34" charset="0"/>
              </a:rPr>
              <a:t>输出。</a:t>
            </a:r>
            <a:endParaRPr lang="zh-CN" altLang="en-US" sz="2000" b="0" dirty="0">
              <a:solidFill>
                <a:schemeClr val="tx1"/>
              </a:solidFill>
              <a:latin typeface="Arial" panose="020B0604020202020204" pitchFamily="34" charset="0"/>
            </a:endParaRPr>
          </a:p>
        </p:txBody>
      </p:sp>
      <p:sp>
        <p:nvSpPr>
          <p:cNvPr id="280582" name="Rectangle 6"/>
          <p:cNvSpPr/>
          <p:nvPr/>
        </p:nvSpPr>
        <p:spPr>
          <a:xfrm>
            <a:off x="304800" y="3657600"/>
            <a:ext cx="7143750" cy="463550"/>
          </a:xfrm>
          <a:prstGeom prst="rect">
            <a:avLst/>
          </a:prstGeom>
          <a:noFill/>
          <a:ln w="9525">
            <a:noFill/>
          </a:ln>
        </p:spPr>
        <p:txBody>
          <a:bodyPr wrap="none" lIns="90000" tIns="46800" rIns="90000" bIns="4680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None/>
            </a:pPr>
            <a:r>
              <a:rPr lang="zh-CN" altLang="en-US" sz="2000" b="0" dirty="0">
                <a:solidFill>
                  <a:schemeClr val="tx1"/>
                </a:solidFill>
                <a:latin typeface="Arial" panose="020B0604020202020204" pitchFamily="34" charset="0"/>
              </a:rPr>
              <a:t>（</a:t>
            </a:r>
            <a:r>
              <a:rPr lang="en-US" altLang="zh-CN" sz="2000" b="0" dirty="0">
                <a:solidFill>
                  <a:schemeClr val="tx1"/>
                </a:solidFill>
                <a:latin typeface="Arial" panose="020B0604020202020204" pitchFamily="34" charset="0"/>
              </a:rPr>
              <a:t>4</a:t>
            </a:r>
            <a:r>
              <a:rPr lang="zh-CN" altLang="en-US" sz="2000" b="0" dirty="0">
                <a:solidFill>
                  <a:schemeClr val="tx1"/>
                </a:solidFill>
                <a:latin typeface="Arial" panose="020B0604020202020204" pitchFamily="34" charset="0"/>
              </a:rPr>
              <a:t>）</a:t>
            </a:r>
            <a:r>
              <a:rPr lang="zh-CN" altLang="en-US" sz="2400" dirty="0">
                <a:latin typeface="Arial" panose="020B0604020202020204" pitchFamily="34" charset="0"/>
              </a:rPr>
              <a:t>方式</a:t>
            </a:r>
            <a:r>
              <a:rPr lang="en-US" altLang="zh-CN" sz="2400" dirty="0">
                <a:latin typeface="Arial" panose="020B0604020202020204" pitchFamily="34" charset="0"/>
              </a:rPr>
              <a:t>2</a:t>
            </a:r>
            <a:r>
              <a:rPr lang="zh-CN" altLang="en-US" sz="2400" dirty="0">
                <a:latin typeface="Arial" panose="020B0604020202020204" pitchFamily="34" charset="0"/>
              </a:rPr>
              <a:t>下的时序为方式</a:t>
            </a:r>
            <a:r>
              <a:rPr lang="en-US" altLang="zh-CN" sz="2400" dirty="0">
                <a:latin typeface="Arial" panose="020B0604020202020204" pitchFamily="34" charset="0"/>
              </a:rPr>
              <a:t>1</a:t>
            </a:r>
            <a:r>
              <a:rPr lang="zh-CN" altLang="en-US" sz="2400" dirty="0">
                <a:latin typeface="Arial" panose="020B0604020202020204" pitchFamily="34" charset="0"/>
              </a:rPr>
              <a:t>输入</a:t>
            </a:r>
            <a:r>
              <a:rPr lang="en-US" altLang="zh-CN" sz="2400" dirty="0">
                <a:latin typeface="Arial" panose="020B0604020202020204" pitchFamily="34" charset="0"/>
              </a:rPr>
              <a:t>/</a:t>
            </a:r>
            <a:r>
              <a:rPr lang="zh-CN" altLang="en-US" sz="2400" dirty="0">
                <a:latin typeface="Arial" panose="020B0604020202020204" pitchFamily="34" charset="0"/>
              </a:rPr>
              <a:t>输出两者的组合。</a:t>
            </a:r>
            <a:endParaRPr lang="zh-CN" altLang="en-US" sz="2400" dirty="0">
              <a:latin typeface="Arial" panose="020B0604020202020204" pitchFamily="34" charset="0"/>
            </a:endParaRPr>
          </a:p>
        </p:txBody>
      </p:sp>
      <p:grpSp>
        <p:nvGrpSpPr>
          <p:cNvPr id="280583" name="Group 7"/>
          <p:cNvGrpSpPr/>
          <p:nvPr/>
        </p:nvGrpSpPr>
        <p:grpSpPr>
          <a:xfrm>
            <a:off x="250825" y="4267200"/>
            <a:ext cx="8740775" cy="2462213"/>
            <a:chOff x="288" y="2688"/>
            <a:chExt cx="5376" cy="1551"/>
          </a:xfrm>
        </p:grpSpPr>
        <p:sp>
          <p:nvSpPr>
            <p:cNvPr id="190473" name="Text Box 8"/>
            <p:cNvSpPr txBox="1"/>
            <p:nvPr/>
          </p:nvSpPr>
          <p:spPr>
            <a:xfrm>
              <a:off x="288" y="2688"/>
              <a:ext cx="4848" cy="1551"/>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None/>
              </a:pPr>
              <a:r>
                <a:rPr lang="zh-CN" altLang="en-US" sz="2200" dirty="0">
                  <a:solidFill>
                    <a:schemeClr val="tx1"/>
                  </a:solidFill>
                  <a:latin typeface="宋体" panose="02010600030101010101" pitchFamily="2" charset="-122"/>
                </a:rPr>
                <a:t>关于</a:t>
              </a:r>
              <a:r>
                <a:rPr lang="en-US" altLang="zh-CN" sz="2200" dirty="0">
                  <a:solidFill>
                    <a:schemeClr val="tx1"/>
                  </a:solidFill>
                  <a:latin typeface="宋体" panose="02010600030101010101" pitchFamily="2" charset="-122"/>
                </a:rPr>
                <a:t>8255</a:t>
              </a:r>
              <a:r>
                <a:rPr lang="zh-CN" altLang="en-US" sz="2200" dirty="0">
                  <a:solidFill>
                    <a:schemeClr val="tx1"/>
                  </a:solidFill>
                  <a:latin typeface="宋体" panose="02010600030101010101" pitchFamily="2" charset="-122"/>
                </a:rPr>
                <a:t>中断允许</a:t>
              </a:r>
              <a:r>
                <a:rPr lang="en-US" altLang="zh-CN" sz="2200" dirty="0">
                  <a:solidFill>
                    <a:schemeClr val="tx1"/>
                  </a:solidFill>
                  <a:latin typeface="宋体" panose="02010600030101010101" pitchFamily="2" charset="-122"/>
                </a:rPr>
                <a:t>/</a:t>
              </a:r>
              <a:r>
                <a:rPr lang="zh-CN" altLang="en-US" sz="2200" dirty="0">
                  <a:solidFill>
                    <a:schemeClr val="tx1"/>
                  </a:solidFill>
                  <a:latin typeface="宋体" panose="02010600030101010101" pitchFamily="2" charset="-122"/>
                </a:rPr>
                <a:t>禁止的设定：</a:t>
              </a:r>
              <a:endParaRPr lang="zh-CN" altLang="en-US" sz="2200" dirty="0">
                <a:solidFill>
                  <a:schemeClr val="tx1"/>
                </a:solidFill>
                <a:latin typeface="宋体" panose="02010600030101010101" pitchFamily="2" charset="-122"/>
              </a:endParaRPr>
            </a:p>
            <a:p>
              <a:pPr marL="0" lvl="0" indent="0">
                <a:lnSpc>
                  <a:spcPct val="100000"/>
                </a:lnSpc>
                <a:spcAft>
                  <a:spcPct val="0"/>
                </a:spcAft>
                <a:buClrTx/>
                <a:buSzTx/>
                <a:buNone/>
              </a:pPr>
              <a:r>
                <a:rPr lang="zh-CN" altLang="en-US" sz="2200" b="0" dirty="0">
                  <a:solidFill>
                    <a:schemeClr val="tx1"/>
                  </a:solidFill>
                  <a:latin typeface="宋体" panose="02010600030101010101" pitchFamily="2" charset="-122"/>
                </a:rPr>
                <a:t> 例：  </a:t>
              </a:r>
              <a:r>
                <a:rPr lang="en-US" altLang="zh-CN" sz="2200" dirty="0">
                  <a:solidFill>
                    <a:schemeClr val="tx1"/>
                  </a:solidFill>
                  <a:latin typeface="宋体" panose="02010600030101010101" pitchFamily="2" charset="-122"/>
                </a:rPr>
                <a:t>A</a:t>
              </a:r>
              <a:r>
                <a:rPr lang="zh-CN" altLang="en-US" sz="2200" dirty="0">
                  <a:solidFill>
                    <a:schemeClr val="tx1"/>
                  </a:solidFill>
                  <a:latin typeface="宋体" panose="02010600030101010101" pitchFamily="2" charset="-122"/>
                </a:rPr>
                <a:t>口  </a:t>
              </a:r>
              <a:r>
                <a:rPr lang="en-US" altLang="zh-CN" sz="2200" dirty="0">
                  <a:solidFill>
                    <a:schemeClr val="tx1"/>
                  </a:solidFill>
                  <a:latin typeface="宋体" panose="02010600030101010101" pitchFamily="2" charset="-122"/>
                </a:rPr>
                <a:t>INTE=1 </a:t>
              </a:r>
              <a:r>
                <a:rPr lang="en-US" altLang="zh-CN" sz="2200" dirty="0">
                  <a:solidFill>
                    <a:schemeClr val="tx1"/>
                  </a:solidFill>
                  <a:latin typeface="宋体" panose="02010600030101010101" pitchFamily="2" charset="-122"/>
                  <a:ea typeface="宋体" panose="02010600030101010101" pitchFamily="2" charset="-122"/>
                </a:rPr>
                <a:t>→</a:t>
              </a:r>
              <a:r>
                <a:rPr lang="en-US" altLang="zh-CN" sz="2200" dirty="0">
                  <a:solidFill>
                    <a:schemeClr val="tx1"/>
                  </a:solidFill>
                  <a:latin typeface="宋体" panose="02010600030101010101" pitchFamily="2" charset="-122"/>
                </a:rPr>
                <a:t> PC4=1 </a:t>
              </a:r>
              <a:r>
                <a:rPr lang="zh-CN" altLang="en-US" sz="2200" dirty="0">
                  <a:solidFill>
                    <a:schemeClr val="tx1"/>
                  </a:solidFill>
                  <a:latin typeface="宋体" panose="02010600030101010101" pitchFamily="2" charset="-122"/>
                </a:rPr>
                <a:t>（方式</a:t>
              </a:r>
              <a:r>
                <a:rPr lang="en-US" altLang="zh-CN" sz="2200" dirty="0">
                  <a:solidFill>
                    <a:schemeClr val="tx1"/>
                  </a:solidFill>
                  <a:latin typeface="宋体" panose="02010600030101010101" pitchFamily="2" charset="-122"/>
                </a:rPr>
                <a:t>1</a:t>
              </a:r>
              <a:r>
                <a:rPr lang="zh-CN" altLang="en-US" sz="2200" dirty="0">
                  <a:solidFill>
                    <a:schemeClr val="tx1"/>
                  </a:solidFill>
                  <a:latin typeface="宋体" panose="02010600030101010101" pitchFamily="2" charset="-122"/>
                </a:rPr>
                <a:t>，</a:t>
              </a:r>
              <a:r>
                <a:rPr lang="en-US" altLang="zh-CN" sz="2200" dirty="0">
                  <a:solidFill>
                    <a:schemeClr val="tx1"/>
                  </a:solidFill>
                  <a:latin typeface="宋体" panose="02010600030101010101" pitchFamily="2" charset="-122"/>
                </a:rPr>
                <a:t>2</a:t>
              </a:r>
              <a:r>
                <a:rPr lang="zh-CN" altLang="en-US" sz="2200" dirty="0">
                  <a:solidFill>
                    <a:schemeClr val="tx1"/>
                  </a:solidFill>
                  <a:latin typeface="宋体" panose="02010600030101010101" pitchFamily="2" charset="-122"/>
                </a:rPr>
                <a:t>）输入</a:t>
              </a:r>
              <a:endParaRPr lang="zh-CN" altLang="en-US" sz="2200" dirty="0">
                <a:solidFill>
                  <a:schemeClr val="tx1"/>
                </a:solidFill>
                <a:latin typeface="宋体" panose="02010600030101010101" pitchFamily="2" charset="-122"/>
              </a:endParaRPr>
            </a:p>
            <a:p>
              <a:pPr marL="0" lvl="0" indent="0">
                <a:lnSpc>
                  <a:spcPct val="100000"/>
                </a:lnSpc>
                <a:spcAft>
                  <a:spcPct val="0"/>
                </a:spcAft>
                <a:buClrTx/>
                <a:buSzTx/>
                <a:buNone/>
              </a:pPr>
              <a:r>
                <a:rPr lang="zh-CN" altLang="en-US" sz="2200" dirty="0">
                  <a:solidFill>
                    <a:schemeClr val="tx1"/>
                  </a:solidFill>
                  <a:latin typeface="宋体" panose="02010600030101010101" pitchFamily="2" charset="-122"/>
                </a:rPr>
                <a:t>    </a:t>
              </a:r>
              <a:r>
                <a:rPr lang="en-US" altLang="zh-CN" sz="2200" dirty="0">
                  <a:solidFill>
                    <a:schemeClr val="tx1"/>
                  </a:solidFill>
                  <a:latin typeface="宋体" panose="02010600030101010101" pitchFamily="2" charset="-122"/>
                </a:rPr>
                <a:t>or B</a:t>
              </a:r>
              <a:r>
                <a:rPr lang="zh-CN" altLang="en-US" sz="2200" dirty="0">
                  <a:solidFill>
                    <a:schemeClr val="tx1"/>
                  </a:solidFill>
                  <a:latin typeface="宋体" panose="02010600030101010101" pitchFamily="2" charset="-122"/>
                </a:rPr>
                <a:t>口  </a:t>
              </a:r>
              <a:r>
                <a:rPr lang="en-US" altLang="zh-CN" sz="2200" dirty="0">
                  <a:solidFill>
                    <a:schemeClr val="tx1"/>
                  </a:solidFill>
                  <a:latin typeface="宋体" panose="02010600030101010101" pitchFamily="2" charset="-122"/>
                </a:rPr>
                <a:t>INTE=1 → PC2=1 </a:t>
              </a:r>
              <a:r>
                <a:rPr lang="zh-CN" altLang="en-US" sz="2200" dirty="0">
                  <a:solidFill>
                    <a:schemeClr val="tx1"/>
                  </a:solidFill>
                  <a:latin typeface="宋体" panose="02010600030101010101" pitchFamily="2" charset="-122"/>
                </a:rPr>
                <a:t>（方式</a:t>
              </a:r>
              <a:r>
                <a:rPr lang="en-US" altLang="zh-CN" sz="2200" dirty="0">
                  <a:solidFill>
                    <a:schemeClr val="tx1"/>
                  </a:solidFill>
                  <a:latin typeface="宋体" panose="02010600030101010101" pitchFamily="2" charset="-122"/>
                </a:rPr>
                <a:t>1</a:t>
              </a:r>
              <a:r>
                <a:rPr lang="zh-CN" altLang="en-US" sz="2200" dirty="0">
                  <a:solidFill>
                    <a:schemeClr val="tx1"/>
                  </a:solidFill>
                  <a:latin typeface="宋体" panose="02010600030101010101" pitchFamily="2" charset="-122"/>
                </a:rPr>
                <a:t>）   输入</a:t>
              </a:r>
              <a:endParaRPr lang="zh-CN" altLang="en-US" sz="2200" dirty="0">
                <a:solidFill>
                  <a:schemeClr val="tx1"/>
                </a:solidFill>
                <a:latin typeface="宋体" panose="02010600030101010101" pitchFamily="2" charset="-122"/>
              </a:endParaRPr>
            </a:p>
            <a:p>
              <a:pPr marL="0" lvl="0" indent="0">
                <a:lnSpc>
                  <a:spcPct val="100000"/>
                </a:lnSpc>
                <a:spcAft>
                  <a:spcPct val="0"/>
                </a:spcAft>
                <a:buClrTx/>
                <a:buSzTx/>
                <a:buNone/>
              </a:pPr>
              <a:r>
                <a:rPr lang="zh-CN" altLang="en-US" sz="2200" b="0" dirty="0">
                  <a:solidFill>
                    <a:schemeClr val="tx1"/>
                  </a:solidFill>
                  <a:latin typeface="宋体" panose="02010600030101010101" pitchFamily="2" charset="-122"/>
                </a:rPr>
                <a:t>            </a:t>
              </a:r>
              <a:r>
                <a:rPr lang="en-US" altLang="zh-CN" sz="2200" dirty="0">
                  <a:solidFill>
                    <a:schemeClr val="tx1"/>
                  </a:solidFill>
                  <a:latin typeface="宋体" panose="02010600030101010101" pitchFamily="2" charset="-122"/>
                </a:rPr>
                <a:t>MOV	AL</a:t>
              </a:r>
              <a:r>
                <a:rPr lang="zh-CN" altLang="en-US" sz="2200" dirty="0">
                  <a:solidFill>
                    <a:schemeClr val="tx1"/>
                  </a:solidFill>
                  <a:latin typeface="宋体" panose="02010600030101010101" pitchFamily="2" charset="-122"/>
                </a:rPr>
                <a:t>，</a:t>
              </a:r>
              <a:r>
                <a:rPr lang="en-US" altLang="zh-CN" sz="2200" dirty="0">
                  <a:solidFill>
                    <a:schemeClr val="tx1"/>
                  </a:solidFill>
                  <a:latin typeface="宋体" panose="02010600030101010101" pitchFamily="2" charset="-122"/>
                </a:rPr>
                <a:t>09H</a:t>
              </a:r>
              <a:endParaRPr lang="en-US" altLang="zh-CN" sz="2200" dirty="0">
                <a:solidFill>
                  <a:schemeClr val="tx1"/>
                </a:solidFill>
                <a:latin typeface="宋体" panose="02010600030101010101" pitchFamily="2" charset="-122"/>
              </a:endParaRPr>
            </a:p>
            <a:p>
              <a:pPr marL="0" lvl="0" indent="0">
                <a:lnSpc>
                  <a:spcPct val="100000"/>
                </a:lnSpc>
                <a:spcAft>
                  <a:spcPct val="0"/>
                </a:spcAft>
                <a:buClrTx/>
                <a:buSzTx/>
                <a:buNone/>
              </a:pPr>
              <a:r>
                <a:rPr lang="zh-CN" altLang="en-US" sz="2200" b="0" dirty="0">
                  <a:solidFill>
                    <a:schemeClr val="tx1"/>
                  </a:solidFill>
                  <a:latin typeface="宋体" panose="02010600030101010101" pitchFamily="2" charset="-122"/>
                </a:rPr>
                <a:t>写入控制口  </a:t>
              </a:r>
              <a:r>
                <a:rPr lang="en-US" altLang="zh-CN" sz="2200" dirty="0">
                  <a:solidFill>
                    <a:schemeClr val="tx1"/>
                  </a:solidFill>
                  <a:latin typeface="宋体" panose="02010600030101010101" pitchFamily="2" charset="-122"/>
                </a:rPr>
                <a:t>OUT    63H</a:t>
              </a:r>
              <a:r>
                <a:rPr lang="zh-CN" altLang="en-US" sz="2200" dirty="0">
                  <a:solidFill>
                    <a:schemeClr val="tx1"/>
                  </a:solidFill>
                  <a:latin typeface="宋体" panose="02010600030101010101" pitchFamily="2" charset="-122"/>
                </a:rPr>
                <a:t>，</a:t>
              </a:r>
              <a:r>
                <a:rPr lang="en-US" altLang="zh-CN" sz="2200" dirty="0">
                  <a:solidFill>
                    <a:schemeClr val="tx1"/>
                  </a:solidFill>
                  <a:latin typeface="宋体" panose="02010600030101010101" pitchFamily="2" charset="-122"/>
                </a:rPr>
                <a:t>AL</a:t>
              </a:r>
              <a:r>
                <a:rPr lang="en-US" altLang="zh-CN" sz="2200" b="0" dirty="0">
                  <a:solidFill>
                    <a:schemeClr val="tx1"/>
                  </a:solidFill>
                  <a:latin typeface="宋体" panose="02010600030101010101" pitchFamily="2" charset="-122"/>
                </a:rPr>
                <a:t> </a:t>
              </a:r>
              <a:endParaRPr lang="en-US" altLang="zh-CN" sz="2200" b="0" dirty="0">
                <a:solidFill>
                  <a:schemeClr val="tx1"/>
                </a:solidFill>
                <a:latin typeface="宋体" panose="02010600030101010101" pitchFamily="2" charset="-122"/>
              </a:endParaRPr>
            </a:p>
            <a:p>
              <a:pPr marL="0" lvl="0" indent="0">
                <a:lnSpc>
                  <a:spcPct val="100000"/>
                </a:lnSpc>
                <a:spcAft>
                  <a:spcPct val="0"/>
                </a:spcAft>
                <a:buClrTx/>
                <a:buSzTx/>
                <a:buNone/>
              </a:pPr>
              <a:r>
                <a:rPr lang="en-US" altLang="zh-CN" sz="2200" b="0" dirty="0">
                  <a:solidFill>
                    <a:schemeClr val="tx1"/>
                  </a:solidFill>
                  <a:latin typeface="宋体" panose="02010600030101010101" pitchFamily="2" charset="-122"/>
                </a:rPr>
                <a:t> </a:t>
              </a:r>
              <a:r>
                <a:rPr lang="zh-CN" altLang="en-US" sz="2200" dirty="0">
                  <a:solidFill>
                    <a:srgbClr val="FF0000"/>
                  </a:solidFill>
                  <a:latin typeface="宋体" panose="02010600030101010101" pitchFamily="2" charset="-122"/>
                </a:rPr>
                <a:t>这时的位操作只影响</a:t>
              </a:r>
              <a:r>
                <a:rPr lang="en-US" altLang="zh-CN" sz="2200" dirty="0">
                  <a:solidFill>
                    <a:srgbClr val="FF0000"/>
                  </a:solidFill>
                  <a:latin typeface="宋体" panose="02010600030101010101" pitchFamily="2" charset="-122"/>
                </a:rPr>
                <a:t>INTE</a:t>
              </a:r>
              <a:r>
                <a:rPr lang="zh-CN" altLang="en-US" sz="2200" dirty="0">
                  <a:solidFill>
                    <a:srgbClr val="FF0000"/>
                  </a:solidFill>
                  <a:latin typeface="宋体" panose="02010600030101010101" pitchFamily="2" charset="-122"/>
                </a:rPr>
                <a:t>的状态，而不影响</a:t>
              </a:r>
              <a:r>
                <a:rPr lang="en-US" altLang="zh-CN" sz="2200" dirty="0">
                  <a:solidFill>
                    <a:srgbClr val="FF0000"/>
                  </a:solidFill>
                  <a:latin typeface="宋体" panose="02010600030101010101" pitchFamily="2" charset="-122"/>
                </a:rPr>
                <a:t>PC4</a:t>
              </a:r>
              <a:r>
                <a:rPr lang="zh-CN" altLang="en-US" sz="2200" dirty="0">
                  <a:solidFill>
                    <a:srgbClr val="FF0000"/>
                  </a:solidFill>
                  <a:latin typeface="宋体" panose="02010600030101010101" pitchFamily="2" charset="-122"/>
                </a:rPr>
                <a:t>引脚的状态。</a:t>
              </a:r>
              <a:endParaRPr lang="zh-CN" altLang="en-US" sz="2200" dirty="0">
                <a:solidFill>
                  <a:srgbClr val="FF0000"/>
                </a:solidFill>
                <a:latin typeface="宋体" panose="02010600030101010101" pitchFamily="2" charset="-122"/>
              </a:endParaRPr>
            </a:p>
          </p:txBody>
        </p:sp>
        <p:grpSp>
          <p:nvGrpSpPr>
            <p:cNvPr id="190474" name="Group 9"/>
            <p:cNvGrpSpPr/>
            <p:nvPr/>
          </p:nvGrpSpPr>
          <p:grpSpPr>
            <a:xfrm>
              <a:off x="4320" y="2928"/>
              <a:ext cx="1344" cy="250"/>
              <a:chOff x="4320" y="2928"/>
              <a:chExt cx="1344" cy="250"/>
            </a:xfrm>
          </p:grpSpPr>
          <p:sp>
            <p:nvSpPr>
              <p:cNvPr id="190495" name="Rectangle 10"/>
              <p:cNvSpPr/>
              <p:nvPr/>
            </p:nvSpPr>
            <p:spPr>
              <a:xfrm>
                <a:off x="5496" y="2928"/>
                <a:ext cx="168" cy="250"/>
              </a:xfrm>
              <a:prstGeom prst="rect">
                <a:avLst/>
              </a:prstGeom>
              <a:noFill/>
              <a:ln w="9525">
                <a:noFill/>
              </a:ln>
            </p:spPr>
            <p:txBody>
              <a:bodyPr lIns="90000" tIns="46800" rIns="90000" bIns="46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None/>
                </a:pPr>
                <a:r>
                  <a:rPr lang="en-US" altLang="zh-CN" sz="2000" b="0" dirty="0">
                    <a:solidFill>
                      <a:schemeClr val="tx1"/>
                    </a:solidFill>
                    <a:latin typeface="Times New Roman" panose="02020603050405020304" pitchFamily="18" charset="0"/>
                    <a:ea typeface="宋体" panose="02010600030101010101" pitchFamily="2" charset="-122"/>
                  </a:rPr>
                  <a:t>1</a:t>
                </a:r>
                <a:endParaRPr lang="en-US" altLang="zh-CN" sz="2000" b="0" dirty="0">
                  <a:solidFill>
                    <a:schemeClr val="tx1"/>
                  </a:solidFill>
                  <a:latin typeface="Times New Roman" panose="02020603050405020304" pitchFamily="18" charset="0"/>
                  <a:ea typeface="宋体" panose="02010600030101010101" pitchFamily="2" charset="-122"/>
                </a:endParaRPr>
              </a:p>
            </p:txBody>
          </p:sp>
          <p:sp>
            <p:nvSpPr>
              <p:cNvPr id="190496" name="Rectangle 11"/>
              <p:cNvSpPr/>
              <p:nvPr/>
            </p:nvSpPr>
            <p:spPr>
              <a:xfrm>
                <a:off x="5328" y="2928"/>
                <a:ext cx="168" cy="250"/>
              </a:xfrm>
              <a:prstGeom prst="rect">
                <a:avLst/>
              </a:prstGeom>
              <a:noFill/>
              <a:ln w="9525">
                <a:noFill/>
              </a:ln>
            </p:spPr>
            <p:txBody>
              <a:bodyPr lIns="90000" tIns="46800" rIns="90000" bIns="46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None/>
                </a:pPr>
                <a:r>
                  <a:rPr lang="en-US" altLang="zh-CN" sz="2000" b="0" dirty="0">
                    <a:solidFill>
                      <a:schemeClr val="tx1"/>
                    </a:solidFill>
                    <a:latin typeface="Times New Roman" panose="02020603050405020304" pitchFamily="18" charset="0"/>
                    <a:ea typeface="宋体" panose="02010600030101010101" pitchFamily="2" charset="-122"/>
                  </a:rPr>
                  <a:t>0</a:t>
                </a:r>
                <a:endParaRPr lang="en-US" altLang="zh-CN" sz="2000" b="0" dirty="0">
                  <a:solidFill>
                    <a:schemeClr val="tx1"/>
                  </a:solidFill>
                  <a:latin typeface="Times New Roman" panose="02020603050405020304" pitchFamily="18" charset="0"/>
                  <a:ea typeface="宋体" panose="02010600030101010101" pitchFamily="2" charset="-122"/>
                </a:endParaRPr>
              </a:p>
            </p:txBody>
          </p:sp>
          <p:sp>
            <p:nvSpPr>
              <p:cNvPr id="190497" name="Rectangle 12"/>
              <p:cNvSpPr/>
              <p:nvPr/>
            </p:nvSpPr>
            <p:spPr>
              <a:xfrm>
                <a:off x="5166" y="2928"/>
                <a:ext cx="162" cy="250"/>
              </a:xfrm>
              <a:prstGeom prst="rect">
                <a:avLst/>
              </a:prstGeom>
              <a:noFill/>
              <a:ln w="9525">
                <a:noFill/>
              </a:ln>
            </p:spPr>
            <p:txBody>
              <a:bodyPr lIns="90000" tIns="46800" rIns="90000" bIns="46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None/>
                </a:pPr>
                <a:r>
                  <a:rPr lang="en-US" altLang="zh-CN" sz="2000" b="0" dirty="0">
                    <a:solidFill>
                      <a:schemeClr val="tx1"/>
                    </a:solidFill>
                    <a:latin typeface="Times New Roman" panose="02020603050405020304" pitchFamily="18" charset="0"/>
                    <a:ea typeface="宋体" panose="02010600030101010101" pitchFamily="2" charset="-122"/>
                  </a:rPr>
                  <a:t>0</a:t>
                </a:r>
                <a:endParaRPr lang="en-US" altLang="zh-CN" sz="2000" b="0" dirty="0">
                  <a:solidFill>
                    <a:schemeClr val="tx1"/>
                  </a:solidFill>
                  <a:latin typeface="Times New Roman" panose="02020603050405020304" pitchFamily="18" charset="0"/>
                  <a:ea typeface="宋体" panose="02010600030101010101" pitchFamily="2" charset="-122"/>
                </a:endParaRPr>
              </a:p>
            </p:txBody>
          </p:sp>
          <p:sp>
            <p:nvSpPr>
              <p:cNvPr id="190498" name="Rectangle 13"/>
              <p:cNvSpPr/>
              <p:nvPr/>
            </p:nvSpPr>
            <p:spPr>
              <a:xfrm>
                <a:off x="4992" y="2928"/>
                <a:ext cx="174" cy="250"/>
              </a:xfrm>
              <a:prstGeom prst="rect">
                <a:avLst/>
              </a:prstGeom>
              <a:noFill/>
              <a:ln w="9525">
                <a:noFill/>
              </a:ln>
            </p:spPr>
            <p:txBody>
              <a:bodyPr lIns="90000" tIns="46800" rIns="90000" bIns="46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None/>
                </a:pPr>
                <a:r>
                  <a:rPr lang="en-US" altLang="zh-CN" sz="2000" b="0" dirty="0">
                    <a:solidFill>
                      <a:schemeClr val="tx1"/>
                    </a:solidFill>
                    <a:latin typeface="Times New Roman" panose="02020603050405020304" pitchFamily="18" charset="0"/>
                    <a:ea typeface="宋体" panose="02010600030101010101" pitchFamily="2" charset="-122"/>
                  </a:rPr>
                  <a:t>1</a:t>
                </a:r>
                <a:endParaRPr lang="en-US" altLang="zh-CN" sz="2000" b="0" dirty="0">
                  <a:solidFill>
                    <a:schemeClr val="tx1"/>
                  </a:solidFill>
                  <a:latin typeface="Times New Roman" panose="02020603050405020304" pitchFamily="18" charset="0"/>
                  <a:ea typeface="宋体" panose="02010600030101010101" pitchFamily="2" charset="-122"/>
                </a:endParaRPr>
              </a:p>
            </p:txBody>
          </p:sp>
          <p:sp>
            <p:nvSpPr>
              <p:cNvPr id="190499" name="Rectangle 14"/>
              <p:cNvSpPr/>
              <p:nvPr/>
            </p:nvSpPr>
            <p:spPr>
              <a:xfrm>
                <a:off x="4824" y="2928"/>
                <a:ext cx="168" cy="250"/>
              </a:xfrm>
              <a:prstGeom prst="rect">
                <a:avLst/>
              </a:prstGeom>
              <a:noFill/>
              <a:ln w="9525">
                <a:noFill/>
              </a:ln>
            </p:spPr>
            <p:txBody>
              <a:bodyPr lIns="90000" tIns="46800" rIns="90000" bIns="46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None/>
                </a:pPr>
                <a:r>
                  <a:rPr lang="en-US" altLang="zh-CN" sz="2000" b="0" dirty="0">
                    <a:solidFill>
                      <a:schemeClr val="tx1"/>
                    </a:solidFill>
                    <a:latin typeface="Times New Roman" panose="02020603050405020304" pitchFamily="18" charset="0"/>
                    <a:ea typeface="宋体" panose="02010600030101010101" pitchFamily="2" charset="-122"/>
                  </a:rPr>
                  <a:t>0</a:t>
                </a:r>
                <a:endParaRPr lang="en-US" altLang="zh-CN" sz="2000" b="0" dirty="0">
                  <a:solidFill>
                    <a:schemeClr val="tx1"/>
                  </a:solidFill>
                  <a:latin typeface="Times New Roman" panose="02020603050405020304" pitchFamily="18" charset="0"/>
                  <a:ea typeface="宋体" panose="02010600030101010101" pitchFamily="2" charset="-122"/>
                </a:endParaRPr>
              </a:p>
            </p:txBody>
          </p:sp>
          <p:sp>
            <p:nvSpPr>
              <p:cNvPr id="190500" name="Rectangle 15"/>
              <p:cNvSpPr/>
              <p:nvPr/>
            </p:nvSpPr>
            <p:spPr>
              <a:xfrm>
                <a:off x="4656" y="2928"/>
                <a:ext cx="168" cy="250"/>
              </a:xfrm>
              <a:prstGeom prst="rect">
                <a:avLst/>
              </a:prstGeom>
              <a:noFill/>
              <a:ln w="9525">
                <a:noFill/>
              </a:ln>
            </p:spPr>
            <p:txBody>
              <a:bodyPr lIns="90000" tIns="46800" rIns="90000" bIns="46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None/>
                </a:pPr>
                <a:r>
                  <a:rPr lang="en-US" altLang="zh-CN" sz="2000" b="0" dirty="0">
                    <a:solidFill>
                      <a:schemeClr val="tx1"/>
                    </a:solidFill>
                    <a:latin typeface="Times New Roman" panose="02020603050405020304" pitchFamily="18" charset="0"/>
                    <a:ea typeface="宋体" panose="02010600030101010101" pitchFamily="2" charset="-122"/>
                  </a:rPr>
                  <a:t>0</a:t>
                </a:r>
                <a:endParaRPr lang="en-US" altLang="zh-CN" sz="2000" b="0" dirty="0">
                  <a:solidFill>
                    <a:schemeClr val="tx1"/>
                  </a:solidFill>
                  <a:latin typeface="Times New Roman" panose="02020603050405020304" pitchFamily="18" charset="0"/>
                  <a:ea typeface="宋体" panose="02010600030101010101" pitchFamily="2" charset="-122"/>
                </a:endParaRPr>
              </a:p>
            </p:txBody>
          </p:sp>
          <p:sp>
            <p:nvSpPr>
              <p:cNvPr id="190501" name="Rectangle 16"/>
              <p:cNvSpPr/>
              <p:nvPr/>
            </p:nvSpPr>
            <p:spPr>
              <a:xfrm>
                <a:off x="4488" y="2928"/>
                <a:ext cx="168" cy="250"/>
              </a:xfrm>
              <a:prstGeom prst="rect">
                <a:avLst/>
              </a:prstGeom>
              <a:noFill/>
              <a:ln w="9525">
                <a:noFill/>
              </a:ln>
            </p:spPr>
            <p:txBody>
              <a:bodyPr lIns="90000" tIns="46800" rIns="90000" bIns="46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None/>
                </a:pPr>
                <a:r>
                  <a:rPr lang="en-US" altLang="zh-CN" sz="2000" b="0" dirty="0">
                    <a:solidFill>
                      <a:schemeClr val="tx1"/>
                    </a:solidFill>
                    <a:latin typeface="Times New Roman" panose="02020603050405020304" pitchFamily="18" charset="0"/>
                    <a:ea typeface="宋体" panose="02010600030101010101" pitchFamily="2" charset="-122"/>
                  </a:rPr>
                  <a:t>0</a:t>
                </a:r>
                <a:endParaRPr lang="en-US" altLang="zh-CN" sz="2000" b="0" dirty="0">
                  <a:solidFill>
                    <a:schemeClr val="tx1"/>
                  </a:solidFill>
                  <a:latin typeface="Times New Roman" panose="02020603050405020304" pitchFamily="18" charset="0"/>
                  <a:ea typeface="宋体" panose="02010600030101010101" pitchFamily="2" charset="-122"/>
                </a:endParaRPr>
              </a:p>
            </p:txBody>
          </p:sp>
          <p:sp>
            <p:nvSpPr>
              <p:cNvPr id="190502" name="Rectangle 17"/>
              <p:cNvSpPr/>
              <p:nvPr/>
            </p:nvSpPr>
            <p:spPr>
              <a:xfrm>
                <a:off x="4320" y="2928"/>
                <a:ext cx="168" cy="250"/>
              </a:xfrm>
              <a:prstGeom prst="rect">
                <a:avLst/>
              </a:prstGeom>
              <a:noFill/>
              <a:ln w="9525">
                <a:noFill/>
              </a:ln>
            </p:spPr>
            <p:txBody>
              <a:bodyPr lIns="90000" tIns="46800" rIns="90000" bIns="46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None/>
                </a:pPr>
                <a:r>
                  <a:rPr lang="en-US" altLang="zh-CN" sz="2000" b="0" dirty="0">
                    <a:solidFill>
                      <a:schemeClr val="tx1"/>
                    </a:solidFill>
                    <a:latin typeface="Times New Roman" panose="02020603050405020304" pitchFamily="18" charset="0"/>
                    <a:ea typeface="宋体" panose="02010600030101010101" pitchFamily="2" charset="-122"/>
                  </a:rPr>
                  <a:t>0</a:t>
                </a:r>
                <a:endParaRPr lang="en-US" altLang="zh-CN" sz="2000" b="0" dirty="0">
                  <a:solidFill>
                    <a:schemeClr val="tx1"/>
                  </a:solidFill>
                  <a:latin typeface="Times New Roman" panose="02020603050405020304" pitchFamily="18" charset="0"/>
                  <a:ea typeface="宋体" panose="02010600030101010101" pitchFamily="2" charset="-122"/>
                </a:endParaRPr>
              </a:p>
            </p:txBody>
          </p:sp>
          <p:sp>
            <p:nvSpPr>
              <p:cNvPr id="190503" name="Line 18"/>
              <p:cNvSpPr/>
              <p:nvPr/>
            </p:nvSpPr>
            <p:spPr>
              <a:xfrm>
                <a:off x="4320" y="2928"/>
                <a:ext cx="1344" cy="0"/>
              </a:xfrm>
              <a:prstGeom prst="line">
                <a:avLst/>
              </a:prstGeom>
              <a:ln w="28575" cap="sq" cmpd="sng">
                <a:solidFill>
                  <a:schemeClr val="tx1"/>
                </a:solidFill>
                <a:prstDash val="solid"/>
                <a:headEnd type="none" w="med" len="med"/>
                <a:tailEnd type="none" w="med" len="med"/>
              </a:ln>
            </p:spPr>
          </p:sp>
          <p:sp>
            <p:nvSpPr>
              <p:cNvPr id="190504" name="Line 19"/>
              <p:cNvSpPr/>
              <p:nvPr/>
            </p:nvSpPr>
            <p:spPr>
              <a:xfrm>
                <a:off x="4320" y="3178"/>
                <a:ext cx="1344" cy="0"/>
              </a:xfrm>
              <a:prstGeom prst="line">
                <a:avLst/>
              </a:prstGeom>
              <a:ln w="28575" cap="sq" cmpd="sng">
                <a:solidFill>
                  <a:schemeClr val="tx1"/>
                </a:solidFill>
                <a:prstDash val="solid"/>
                <a:headEnd type="none" w="med" len="med"/>
                <a:tailEnd type="none" w="med" len="med"/>
              </a:ln>
            </p:spPr>
          </p:sp>
          <p:sp>
            <p:nvSpPr>
              <p:cNvPr id="190505" name="Line 20"/>
              <p:cNvSpPr/>
              <p:nvPr/>
            </p:nvSpPr>
            <p:spPr>
              <a:xfrm>
                <a:off x="4320" y="2928"/>
                <a:ext cx="0" cy="250"/>
              </a:xfrm>
              <a:prstGeom prst="line">
                <a:avLst/>
              </a:prstGeom>
              <a:ln w="28575" cap="sq" cmpd="sng">
                <a:solidFill>
                  <a:schemeClr val="tx1"/>
                </a:solidFill>
                <a:prstDash val="solid"/>
                <a:headEnd type="none" w="med" len="med"/>
                <a:tailEnd type="none" w="med" len="med"/>
              </a:ln>
            </p:spPr>
          </p:sp>
          <p:sp>
            <p:nvSpPr>
              <p:cNvPr id="190506" name="Line 21"/>
              <p:cNvSpPr/>
              <p:nvPr/>
            </p:nvSpPr>
            <p:spPr>
              <a:xfrm>
                <a:off x="4488" y="2928"/>
                <a:ext cx="0" cy="250"/>
              </a:xfrm>
              <a:prstGeom prst="line">
                <a:avLst/>
              </a:prstGeom>
              <a:ln w="12700" cap="flat" cmpd="sng">
                <a:solidFill>
                  <a:schemeClr val="tx1"/>
                </a:solidFill>
                <a:prstDash val="solid"/>
                <a:headEnd type="none" w="med" len="med"/>
                <a:tailEnd type="none" w="med" len="med"/>
              </a:ln>
            </p:spPr>
          </p:sp>
          <p:sp>
            <p:nvSpPr>
              <p:cNvPr id="190507" name="Line 22"/>
              <p:cNvSpPr/>
              <p:nvPr/>
            </p:nvSpPr>
            <p:spPr>
              <a:xfrm>
                <a:off x="4656" y="2928"/>
                <a:ext cx="0" cy="250"/>
              </a:xfrm>
              <a:prstGeom prst="line">
                <a:avLst/>
              </a:prstGeom>
              <a:ln w="12700" cap="flat" cmpd="sng">
                <a:solidFill>
                  <a:schemeClr val="tx1"/>
                </a:solidFill>
                <a:prstDash val="solid"/>
                <a:headEnd type="none" w="med" len="med"/>
                <a:tailEnd type="none" w="med" len="med"/>
              </a:ln>
            </p:spPr>
          </p:sp>
          <p:sp>
            <p:nvSpPr>
              <p:cNvPr id="190508" name="Line 23"/>
              <p:cNvSpPr/>
              <p:nvPr/>
            </p:nvSpPr>
            <p:spPr>
              <a:xfrm>
                <a:off x="4824" y="2928"/>
                <a:ext cx="0" cy="250"/>
              </a:xfrm>
              <a:prstGeom prst="line">
                <a:avLst/>
              </a:prstGeom>
              <a:ln w="12700" cap="flat" cmpd="sng">
                <a:solidFill>
                  <a:schemeClr val="tx1"/>
                </a:solidFill>
                <a:prstDash val="solid"/>
                <a:headEnd type="none" w="med" len="med"/>
                <a:tailEnd type="none" w="med" len="med"/>
              </a:ln>
            </p:spPr>
          </p:sp>
          <p:sp>
            <p:nvSpPr>
              <p:cNvPr id="190509" name="Line 24"/>
              <p:cNvSpPr/>
              <p:nvPr/>
            </p:nvSpPr>
            <p:spPr>
              <a:xfrm>
                <a:off x="4992" y="2928"/>
                <a:ext cx="0" cy="250"/>
              </a:xfrm>
              <a:prstGeom prst="line">
                <a:avLst/>
              </a:prstGeom>
              <a:ln w="12700" cap="flat" cmpd="sng">
                <a:solidFill>
                  <a:schemeClr val="tx1"/>
                </a:solidFill>
                <a:prstDash val="solid"/>
                <a:headEnd type="none" w="med" len="med"/>
                <a:tailEnd type="none" w="med" len="med"/>
              </a:ln>
            </p:spPr>
          </p:sp>
          <p:sp>
            <p:nvSpPr>
              <p:cNvPr id="190510" name="Line 25"/>
              <p:cNvSpPr/>
              <p:nvPr/>
            </p:nvSpPr>
            <p:spPr>
              <a:xfrm>
                <a:off x="5166" y="2928"/>
                <a:ext cx="0" cy="250"/>
              </a:xfrm>
              <a:prstGeom prst="line">
                <a:avLst/>
              </a:prstGeom>
              <a:ln w="12700" cap="flat" cmpd="sng">
                <a:solidFill>
                  <a:schemeClr val="tx1"/>
                </a:solidFill>
                <a:prstDash val="solid"/>
                <a:headEnd type="none" w="med" len="med"/>
                <a:tailEnd type="none" w="med" len="med"/>
              </a:ln>
            </p:spPr>
          </p:sp>
          <p:sp>
            <p:nvSpPr>
              <p:cNvPr id="190511" name="Line 26"/>
              <p:cNvSpPr/>
              <p:nvPr/>
            </p:nvSpPr>
            <p:spPr>
              <a:xfrm>
                <a:off x="5328" y="2928"/>
                <a:ext cx="0" cy="250"/>
              </a:xfrm>
              <a:prstGeom prst="line">
                <a:avLst/>
              </a:prstGeom>
              <a:ln w="12700" cap="flat" cmpd="sng">
                <a:solidFill>
                  <a:schemeClr val="tx1"/>
                </a:solidFill>
                <a:prstDash val="solid"/>
                <a:headEnd type="none" w="med" len="med"/>
                <a:tailEnd type="none" w="med" len="med"/>
              </a:ln>
            </p:spPr>
          </p:sp>
          <p:sp>
            <p:nvSpPr>
              <p:cNvPr id="190512" name="Line 27"/>
              <p:cNvSpPr/>
              <p:nvPr/>
            </p:nvSpPr>
            <p:spPr>
              <a:xfrm>
                <a:off x="5496" y="2928"/>
                <a:ext cx="0" cy="250"/>
              </a:xfrm>
              <a:prstGeom prst="line">
                <a:avLst/>
              </a:prstGeom>
              <a:ln w="12700" cap="flat" cmpd="sng">
                <a:solidFill>
                  <a:schemeClr val="tx1"/>
                </a:solidFill>
                <a:prstDash val="solid"/>
                <a:headEnd type="none" w="med" len="med"/>
                <a:tailEnd type="none" w="med" len="med"/>
              </a:ln>
            </p:spPr>
          </p:sp>
          <p:sp>
            <p:nvSpPr>
              <p:cNvPr id="190513" name="Line 28"/>
              <p:cNvSpPr/>
              <p:nvPr/>
            </p:nvSpPr>
            <p:spPr>
              <a:xfrm>
                <a:off x="5664" y="2928"/>
                <a:ext cx="0" cy="250"/>
              </a:xfrm>
              <a:prstGeom prst="line">
                <a:avLst/>
              </a:prstGeom>
              <a:ln w="28575" cap="sq" cmpd="sng">
                <a:solidFill>
                  <a:schemeClr val="tx1"/>
                </a:solidFill>
                <a:prstDash val="solid"/>
                <a:headEnd type="none" w="med" len="med"/>
                <a:tailEnd type="none" w="med" len="med"/>
              </a:ln>
            </p:spPr>
          </p:sp>
        </p:grpSp>
        <p:grpSp>
          <p:nvGrpSpPr>
            <p:cNvPr id="190475" name="Group 29"/>
            <p:cNvGrpSpPr/>
            <p:nvPr/>
          </p:nvGrpSpPr>
          <p:grpSpPr>
            <a:xfrm>
              <a:off x="4320" y="3264"/>
              <a:ext cx="1344" cy="250"/>
              <a:chOff x="4320" y="3264"/>
              <a:chExt cx="1344" cy="250"/>
            </a:xfrm>
          </p:grpSpPr>
          <p:sp>
            <p:nvSpPr>
              <p:cNvPr id="190476" name="Rectangle 30"/>
              <p:cNvSpPr/>
              <p:nvPr/>
            </p:nvSpPr>
            <p:spPr>
              <a:xfrm>
                <a:off x="5496" y="3264"/>
                <a:ext cx="168" cy="250"/>
              </a:xfrm>
              <a:prstGeom prst="rect">
                <a:avLst/>
              </a:prstGeom>
              <a:noFill/>
              <a:ln w="9525">
                <a:noFill/>
              </a:ln>
            </p:spPr>
            <p:txBody>
              <a:bodyPr lIns="90000" tIns="46800" rIns="90000" bIns="46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None/>
                </a:pPr>
                <a:r>
                  <a:rPr lang="en-US" altLang="zh-CN" sz="2000" b="0" dirty="0">
                    <a:solidFill>
                      <a:schemeClr val="tx1"/>
                    </a:solidFill>
                    <a:latin typeface="Times New Roman" panose="02020603050405020304" pitchFamily="18" charset="0"/>
                    <a:ea typeface="宋体" panose="02010600030101010101" pitchFamily="2" charset="-122"/>
                  </a:rPr>
                  <a:t>1</a:t>
                </a:r>
                <a:endParaRPr lang="en-US" altLang="zh-CN" sz="2000" b="0" dirty="0">
                  <a:solidFill>
                    <a:schemeClr val="tx1"/>
                  </a:solidFill>
                  <a:latin typeface="Times New Roman" panose="02020603050405020304" pitchFamily="18" charset="0"/>
                  <a:ea typeface="宋体" panose="02010600030101010101" pitchFamily="2" charset="-122"/>
                </a:endParaRPr>
              </a:p>
            </p:txBody>
          </p:sp>
          <p:sp>
            <p:nvSpPr>
              <p:cNvPr id="190477" name="Rectangle 31"/>
              <p:cNvSpPr/>
              <p:nvPr/>
            </p:nvSpPr>
            <p:spPr>
              <a:xfrm>
                <a:off x="5328" y="3264"/>
                <a:ext cx="168" cy="250"/>
              </a:xfrm>
              <a:prstGeom prst="rect">
                <a:avLst/>
              </a:prstGeom>
              <a:noFill/>
              <a:ln w="9525">
                <a:noFill/>
              </a:ln>
            </p:spPr>
            <p:txBody>
              <a:bodyPr lIns="90000" tIns="46800" rIns="90000" bIns="46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None/>
                </a:pPr>
                <a:r>
                  <a:rPr lang="en-US" altLang="zh-CN" sz="2000" b="0" dirty="0">
                    <a:solidFill>
                      <a:schemeClr val="tx1"/>
                    </a:solidFill>
                    <a:latin typeface="Times New Roman" panose="02020603050405020304" pitchFamily="18" charset="0"/>
                    <a:ea typeface="宋体" panose="02010600030101010101" pitchFamily="2" charset="-122"/>
                  </a:rPr>
                  <a:t>0</a:t>
                </a:r>
                <a:endParaRPr lang="en-US" altLang="zh-CN" sz="2000" b="0" dirty="0">
                  <a:solidFill>
                    <a:schemeClr val="tx1"/>
                  </a:solidFill>
                  <a:latin typeface="Times New Roman" panose="02020603050405020304" pitchFamily="18" charset="0"/>
                  <a:ea typeface="宋体" panose="02010600030101010101" pitchFamily="2" charset="-122"/>
                </a:endParaRPr>
              </a:p>
            </p:txBody>
          </p:sp>
          <p:sp>
            <p:nvSpPr>
              <p:cNvPr id="190478" name="Rectangle 32"/>
              <p:cNvSpPr/>
              <p:nvPr/>
            </p:nvSpPr>
            <p:spPr>
              <a:xfrm>
                <a:off x="5160" y="3264"/>
                <a:ext cx="168" cy="250"/>
              </a:xfrm>
              <a:prstGeom prst="rect">
                <a:avLst/>
              </a:prstGeom>
              <a:noFill/>
              <a:ln w="9525">
                <a:noFill/>
              </a:ln>
            </p:spPr>
            <p:txBody>
              <a:bodyPr lIns="90000" tIns="46800" rIns="90000" bIns="46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None/>
                </a:pPr>
                <a:r>
                  <a:rPr lang="en-US" altLang="zh-CN" sz="2000" b="0" dirty="0">
                    <a:solidFill>
                      <a:schemeClr val="tx1"/>
                    </a:solidFill>
                    <a:latin typeface="Times New Roman" panose="02020603050405020304" pitchFamily="18" charset="0"/>
                    <a:ea typeface="宋体" panose="02010600030101010101" pitchFamily="2" charset="-122"/>
                  </a:rPr>
                  <a:t>1</a:t>
                </a:r>
                <a:endParaRPr lang="en-US" altLang="zh-CN" sz="2000" b="0" dirty="0">
                  <a:solidFill>
                    <a:schemeClr val="tx1"/>
                  </a:solidFill>
                  <a:latin typeface="Times New Roman" panose="02020603050405020304" pitchFamily="18" charset="0"/>
                  <a:ea typeface="宋体" panose="02010600030101010101" pitchFamily="2" charset="-122"/>
                </a:endParaRPr>
              </a:p>
            </p:txBody>
          </p:sp>
          <p:sp>
            <p:nvSpPr>
              <p:cNvPr id="190479" name="Rectangle 33"/>
              <p:cNvSpPr/>
              <p:nvPr/>
            </p:nvSpPr>
            <p:spPr>
              <a:xfrm>
                <a:off x="4992" y="3264"/>
                <a:ext cx="168" cy="250"/>
              </a:xfrm>
              <a:prstGeom prst="rect">
                <a:avLst/>
              </a:prstGeom>
              <a:noFill/>
              <a:ln w="9525">
                <a:noFill/>
              </a:ln>
            </p:spPr>
            <p:txBody>
              <a:bodyPr lIns="90000" tIns="46800" rIns="90000" bIns="46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None/>
                </a:pPr>
                <a:r>
                  <a:rPr lang="en-US" altLang="zh-CN" sz="2000" b="0" dirty="0">
                    <a:solidFill>
                      <a:schemeClr val="tx1"/>
                    </a:solidFill>
                    <a:latin typeface="Times New Roman" panose="02020603050405020304" pitchFamily="18" charset="0"/>
                    <a:ea typeface="宋体" panose="02010600030101010101" pitchFamily="2" charset="-122"/>
                  </a:rPr>
                  <a:t>0</a:t>
                </a:r>
                <a:endParaRPr lang="en-US" altLang="zh-CN" sz="2000" b="0" dirty="0">
                  <a:solidFill>
                    <a:schemeClr val="tx1"/>
                  </a:solidFill>
                  <a:latin typeface="Times New Roman" panose="02020603050405020304" pitchFamily="18" charset="0"/>
                  <a:ea typeface="宋体" panose="02010600030101010101" pitchFamily="2" charset="-122"/>
                </a:endParaRPr>
              </a:p>
            </p:txBody>
          </p:sp>
          <p:sp>
            <p:nvSpPr>
              <p:cNvPr id="190480" name="Rectangle 34"/>
              <p:cNvSpPr/>
              <p:nvPr/>
            </p:nvSpPr>
            <p:spPr>
              <a:xfrm>
                <a:off x="4824" y="3264"/>
                <a:ext cx="168" cy="250"/>
              </a:xfrm>
              <a:prstGeom prst="rect">
                <a:avLst/>
              </a:prstGeom>
              <a:noFill/>
              <a:ln w="9525">
                <a:noFill/>
              </a:ln>
            </p:spPr>
            <p:txBody>
              <a:bodyPr lIns="90000" tIns="46800" rIns="90000" bIns="46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None/>
                </a:pPr>
                <a:r>
                  <a:rPr lang="en-US" altLang="zh-CN" sz="2000" b="0" dirty="0">
                    <a:solidFill>
                      <a:schemeClr val="tx1"/>
                    </a:solidFill>
                    <a:latin typeface="Times New Roman" panose="02020603050405020304" pitchFamily="18" charset="0"/>
                    <a:ea typeface="宋体" panose="02010600030101010101" pitchFamily="2" charset="-122"/>
                  </a:rPr>
                  <a:t>0</a:t>
                </a:r>
                <a:endParaRPr lang="en-US" altLang="zh-CN" sz="2000" b="0" dirty="0">
                  <a:solidFill>
                    <a:schemeClr val="tx1"/>
                  </a:solidFill>
                  <a:latin typeface="Times New Roman" panose="02020603050405020304" pitchFamily="18" charset="0"/>
                  <a:ea typeface="宋体" panose="02010600030101010101" pitchFamily="2" charset="-122"/>
                </a:endParaRPr>
              </a:p>
            </p:txBody>
          </p:sp>
          <p:sp>
            <p:nvSpPr>
              <p:cNvPr id="190481" name="Rectangle 35"/>
              <p:cNvSpPr/>
              <p:nvPr/>
            </p:nvSpPr>
            <p:spPr>
              <a:xfrm>
                <a:off x="4656" y="3264"/>
                <a:ext cx="168" cy="250"/>
              </a:xfrm>
              <a:prstGeom prst="rect">
                <a:avLst/>
              </a:prstGeom>
              <a:noFill/>
              <a:ln w="9525">
                <a:noFill/>
              </a:ln>
            </p:spPr>
            <p:txBody>
              <a:bodyPr lIns="90000" tIns="46800" rIns="90000" bIns="46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None/>
                </a:pPr>
                <a:r>
                  <a:rPr lang="en-US" altLang="zh-CN" sz="2000" b="0" dirty="0">
                    <a:solidFill>
                      <a:schemeClr val="tx1"/>
                    </a:solidFill>
                    <a:latin typeface="Times New Roman" panose="02020603050405020304" pitchFamily="18" charset="0"/>
                    <a:ea typeface="宋体" panose="02010600030101010101" pitchFamily="2" charset="-122"/>
                  </a:rPr>
                  <a:t>0</a:t>
                </a:r>
                <a:endParaRPr lang="en-US" altLang="zh-CN" sz="2000" b="0" dirty="0">
                  <a:solidFill>
                    <a:schemeClr val="tx1"/>
                  </a:solidFill>
                  <a:latin typeface="Times New Roman" panose="02020603050405020304" pitchFamily="18" charset="0"/>
                  <a:ea typeface="宋体" panose="02010600030101010101" pitchFamily="2" charset="-122"/>
                </a:endParaRPr>
              </a:p>
            </p:txBody>
          </p:sp>
          <p:sp>
            <p:nvSpPr>
              <p:cNvPr id="190482" name="Rectangle 36"/>
              <p:cNvSpPr/>
              <p:nvPr/>
            </p:nvSpPr>
            <p:spPr>
              <a:xfrm>
                <a:off x="4488" y="3264"/>
                <a:ext cx="168" cy="250"/>
              </a:xfrm>
              <a:prstGeom prst="rect">
                <a:avLst/>
              </a:prstGeom>
              <a:noFill/>
              <a:ln w="9525">
                <a:noFill/>
              </a:ln>
            </p:spPr>
            <p:txBody>
              <a:bodyPr lIns="90000" tIns="46800" rIns="90000" bIns="46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None/>
                </a:pPr>
                <a:r>
                  <a:rPr lang="en-US" altLang="zh-CN" sz="2000" b="0" dirty="0">
                    <a:solidFill>
                      <a:schemeClr val="tx1"/>
                    </a:solidFill>
                    <a:latin typeface="Times New Roman" panose="02020603050405020304" pitchFamily="18" charset="0"/>
                    <a:ea typeface="宋体" panose="02010600030101010101" pitchFamily="2" charset="-122"/>
                  </a:rPr>
                  <a:t>0</a:t>
                </a:r>
                <a:endParaRPr lang="en-US" altLang="zh-CN" sz="2000" b="0" dirty="0">
                  <a:solidFill>
                    <a:schemeClr val="tx1"/>
                  </a:solidFill>
                  <a:latin typeface="Times New Roman" panose="02020603050405020304" pitchFamily="18" charset="0"/>
                  <a:ea typeface="宋体" panose="02010600030101010101" pitchFamily="2" charset="-122"/>
                </a:endParaRPr>
              </a:p>
            </p:txBody>
          </p:sp>
          <p:sp>
            <p:nvSpPr>
              <p:cNvPr id="190483" name="Rectangle 37"/>
              <p:cNvSpPr/>
              <p:nvPr/>
            </p:nvSpPr>
            <p:spPr>
              <a:xfrm>
                <a:off x="4320" y="3264"/>
                <a:ext cx="168" cy="250"/>
              </a:xfrm>
              <a:prstGeom prst="rect">
                <a:avLst/>
              </a:prstGeom>
              <a:noFill/>
              <a:ln w="9525">
                <a:noFill/>
              </a:ln>
            </p:spPr>
            <p:txBody>
              <a:bodyPr lIns="90000" tIns="46800" rIns="90000" bIns="46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Aft>
                    <a:spcPct val="0"/>
                  </a:spcAft>
                  <a:buClrTx/>
                  <a:buSzTx/>
                  <a:buNone/>
                </a:pPr>
                <a:r>
                  <a:rPr lang="en-US" altLang="zh-CN" sz="2000" b="0" dirty="0">
                    <a:solidFill>
                      <a:schemeClr val="tx1"/>
                    </a:solidFill>
                    <a:latin typeface="Times New Roman" panose="02020603050405020304" pitchFamily="18" charset="0"/>
                    <a:ea typeface="宋体" panose="02010600030101010101" pitchFamily="2" charset="-122"/>
                  </a:rPr>
                  <a:t>0</a:t>
                </a:r>
                <a:endParaRPr lang="en-US" altLang="zh-CN" sz="2000" b="0" dirty="0">
                  <a:solidFill>
                    <a:schemeClr val="tx1"/>
                  </a:solidFill>
                  <a:latin typeface="Times New Roman" panose="02020603050405020304" pitchFamily="18" charset="0"/>
                  <a:ea typeface="宋体" panose="02010600030101010101" pitchFamily="2" charset="-122"/>
                </a:endParaRPr>
              </a:p>
            </p:txBody>
          </p:sp>
          <p:sp>
            <p:nvSpPr>
              <p:cNvPr id="190484" name="Line 38"/>
              <p:cNvSpPr/>
              <p:nvPr/>
            </p:nvSpPr>
            <p:spPr>
              <a:xfrm>
                <a:off x="4320" y="3264"/>
                <a:ext cx="1344" cy="0"/>
              </a:xfrm>
              <a:prstGeom prst="line">
                <a:avLst/>
              </a:prstGeom>
              <a:ln w="28575" cap="sq" cmpd="sng">
                <a:solidFill>
                  <a:schemeClr val="tx1"/>
                </a:solidFill>
                <a:prstDash val="solid"/>
                <a:headEnd type="none" w="med" len="med"/>
                <a:tailEnd type="none" w="med" len="med"/>
              </a:ln>
            </p:spPr>
          </p:sp>
          <p:sp>
            <p:nvSpPr>
              <p:cNvPr id="190485" name="Line 39"/>
              <p:cNvSpPr/>
              <p:nvPr/>
            </p:nvSpPr>
            <p:spPr>
              <a:xfrm>
                <a:off x="4320" y="3514"/>
                <a:ext cx="1344" cy="0"/>
              </a:xfrm>
              <a:prstGeom prst="line">
                <a:avLst/>
              </a:prstGeom>
              <a:ln w="28575" cap="sq" cmpd="sng">
                <a:solidFill>
                  <a:schemeClr val="tx1"/>
                </a:solidFill>
                <a:prstDash val="solid"/>
                <a:headEnd type="none" w="med" len="med"/>
                <a:tailEnd type="none" w="med" len="med"/>
              </a:ln>
            </p:spPr>
          </p:sp>
          <p:sp>
            <p:nvSpPr>
              <p:cNvPr id="190486" name="Line 40"/>
              <p:cNvSpPr/>
              <p:nvPr/>
            </p:nvSpPr>
            <p:spPr>
              <a:xfrm>
                <a:off x="4320" y="3264"/>
                <a:ext cx="0" cy="250"/>
              </a:xfrm>
              <a:prstGeom prst="line">
                <a:avLst/>
              </a:prstGeom>
              <a:ln w="28575" cap="sq" cmpd="sng">
                <a:solidFill>
                  <a:schemeClr val="tx1"/>
                </a:solidFill>
                <a:prstDash val="solid"/>
                <a:headEnd type="none" w="med" len="med"/>
                <a:tailEnd type="none" w="med" len="med"/>
              </a:ln>
            </p:spPr>
          </p:sp>
          <p:sp>
            <p:nvSpPr>
              <p:cNvPr id="190487" name="Line 41"/>
              <p:cNvSpPr/>
              <p:nvPr/>
            </p:nvSpPr>
            <p:spPr>
              <a:xfrm>
                <a:off x="4488" y="3264"/>
                <a:ext cx="0" cy="250"/>
              </a:xfrm>
              <a:prstGeom prst="line">
                <a:avLst/>
              </a:prstGeom>
              <a:ln w="12700" cap="flat" cmpd="sng">
                <a:solidFill>
                  <a:schemeClr val="tx1"/>
                </a:solidFill>
                <a:prstDash val="solid"/>
                <a:headEnd type="none" w="med" len="med"/>
                <a:tailEnd type="none" w="med" len="med"/>
              </a:ln>
            </p:spPr>
          </p:sp>
          <p:sp>
            <p:nvSpPr>
              <p:cNvPr id="190488" name="Line 42"/>
              <p:cNvSpPr/>
              <p:nvPr/>
            </p:nvSpPr>
            <p:spPr>
              <a:xfrm>
                <a:off x="4656" y="3264"/>
                <a:ext cx="0" cy="250"/>
              </a:xfrm>
              <a:prstGeom prst="line">
                <a:avLst/>
              </a:prstGeom>
              <a:ln w="12700" cap="flat" cmpd="sng">
                <a:solidFill>
                  <a:schemeClr val="tx1"/>
                </a:solidFill>
                <a:prstDash val="solid"/>
                <a:headEnd type="none" w="med" len="med"/>
                <a:tailEnd type="none" w="med" len="med"/>
              </a:ln>
            </p:spPr>
          </p:sp>
          <p:sp>
            <p:nvSpPr>
              <p:cNvPr id="190489" name="Line 43"/>
              <p:cNvSpPr/>
              <p:nvPr/>
            </p:nvSpPr>
            <p:spPr>
              <a:xfrm>
                <a:off x="4824" y="3264"/>
                <a:ext cx="0" cy="250"/>
              </a:xfrm>
              <a:prstGeom prst="line">
                <a:avLst/>
              </a:prstGeom>
              <a:ln w="12700" cap="flat" cmpd="sng">
                <a:solidFill>
                  <a:schemeClr val="tx1"/>
                </a:solidFill>
                <a:prstDash val="solid"/>
                <a:headEnd type="none" w="med" len="med"/>
                <a:tailEnd type="none" w="med" len="med"/>
              </a:ln>
            </p:spPr>
          </p:sp>
          <p:sp>
            <p:nvSpPr>
              <p:cNvPr id="190490" name="Line 44"/>
              <p:cNvSpPr/>
              <p:nvPr/>
            </p:nvSpPr>
            <p:spPr>
              <a:xfrm>
                <a:off x="4992" y="3264"/>
                <a:ext cx="0" cy="250"/>
              </a:xfrm>
              <a:prstGeom prst="line">
                <a:avLst/>
              </a:prstGeom>
              <a:ln w="12700" cap="flat" cmpd="sng">
                <a:solidFill>
                  <a:schemeClr val="tx1"/>
                </a:solidFill>
                <a:prstDash val="solid"/>
                <a:headEnd type="none" w="med" len="med"/>
                <a:tailEnd type="none" w="med" len="med"/>
              </a:ln>
            </p:spPr>
          </p:sp>
          <p:sp>
            <p:nvSpPr>
              <p:cNvPr id="190491" name="Line 45"/>
              <p:cNvSpPr/>
              <p:nvPr/>
            </p:nvSpPr>
            <p:spPr>
              <a:xfrm>
                <a:off x="5160" y="3264"/>
                <a:ext cx="0" cy="250"/>
              </a:xfrm>
              <a:prstGeom prst="line">
                <a:avLst/>
              </a:prstGeom>
              <a:ln w="12700" cap="flat" cmpd="sng">
                <a:solidFill>
                  <a:schemeClr val="tx1"/>
                </a:solidFill>
                <a:prstDash val="solid"/>
                <a:headEnd type="none" w="med" len="med"/>
                <a:tailEnd type="none" w="med" len="med"/>
              </a:ln>
            </p:spPr>
          </p:sp>
          <p:sp>
            <p:nvSpPr>
              <p:cNvPr id="190492" name="Line 46"/>
              <p:cNvSpPr/>
              <p:nvPr/>
            </p:nvSpPr>
            <p:spPr>
              <a:xfrm>
                <a:off x="5328" y="3264"/>
                <a:ext cx="0" cy="250"/>
              </a:xfrm>
              <a:prstGeom prst="line">
                <a:avLst/>
              </a:prstGeom>
              <a:ln w="12700" cap="flat" cmpd="sng">
                <a:solidFill>
                  <a:schemeClr val="tx1"/>
                </a:solidFill>
                <a:prstDash val="solid"/>
                <a:headEnd type="none" w="med" len="med"/>
                <a:tailEnd type="none" w="med" len="med"/>
              </a:ln>
            </p:spPr>
          </p:sp>
          <p:sp>
            <p:nvSpPr>
              <p:cNvPr id="190493" name="Line 47"/>
              <p:cNvSpPr/>
              <p:nvPr/>
            </p:nvSpPr>
            <p:spPr>
              <a:xfrm>
                <a:off x="5496" y="3264"/>
                <a:ext cx="0" cy="250"/>
              </a:xfrm>
              <a:prstGeom prst="line">
                <a:avLst/>
              </a:prstGeom>
              <a:ln w="12700" cap="flat" cmpd="sng">
                <a:solidFill>
                  <a:schemeClr val="tx1"/>
                </a:solidFill>
                <a:prstDash val="solid"/>
                <a:headEnd type="none" w="med" len="med"/>
                <a:tailEnd type="none" w="med" len="med"/>
              </a:ln>
            </p:spPr>
          </p:sp>
          <p:sp>
            <p:nvSpPr>
              <p:cNvPr id="190494" name="Line 48"/>
              <p:cNvSpPr/>
              <p:nvPr/>
            </p:nvSpPr>
            <p:spPr>
              <a:xfrm>
                <a:off x="5664" y="3264"/>
                <a:ext cx="0" cy="250"/>
              </a:xfrm>
              <a:prstGeom prst="line">
                <a:avLst/>
              </a:prstGeom>
              <a:ln w="28575" cap="sq" cmpd="sng">
                <a:solidFill>
                  <a:schemeClr val="tx1"/>
                </a:solidFill>
                <a:prstDash val="solid"/>
                <a:headEnd type="none" w="med" len="med"/>
                <a:tailEnd type="none" w="med" len="med"/>
              </a:ln>
            </p:spPr>
          </p:sp>
        </p:grpSp>
      </p:grpSp>
      <p:cxnSp>
        <p:nvCxnSpPr>
          <p:cNvPr id="190472" name="直接连接符 48"/>
          <p:cNvCxnSpPr/>
          <p:nvPr/>
        </p:nvCxnSpPr>
        <p:spPr>
          <a:xfrm flipV="1">
            <a:off x="231775" y="692150"/>
            <a:ext cx="8280400" cy="73025"/>
          </a:xfrm>
          <a:prstGeom prst="line">
            <a:avLst/>
          </a:prstGeom>
          <a:ln w="28575" cap="flat" cmpd="sng">
            <a:solidFill>
              <a:schemeClr val="tx1"/>
            </a:solidFill>
            <a:prstDash val="solid"/>
            <a:headEnd type="none" w="med" len="med"/>
            <a:tailEnd type="none" w="med" len="med"/>
          </a:ln>
        </p:spPr>
      </p:cxnSp>
    </p:spTree>
  </p:cSld>
  <p:clrMapOvr>
    <a:masterClrMapping/>
  </p:clrMapOvr>
  <p:transition>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42" fill="hold" grpId="0" nodeType="clickEffect">
                                  <p:stCondLst>
                                    <p:cond delay="0"/>
                                  </p:stCondLst>
                                  <p:childTnLst>
                                    <p:set>
                                      <p:cBhvr>
                                        <p:cTn id="6" dur="1" fill="hold">
                                          <p:stCondLst>
                                            <p:cond delay="0"/>
                                          </p:stCondLst>
                                        </p:cTn>
                                        <p:tgtEl>
                                          <p:spTgt spid="280579"/>
                                        </p:tgtEl>
                                        <p:attrNameLst>
                                          <p:attrName>style.visibility</p:attrName>
                                        </p:attrNameLst>
                                      </p:cBhvr>
                                      <p:to>
                                        <p:strVal val="visible"/>
                                      </p:to>
                                    </p:set>
                                    <p:animEffect transition="in" filter="barn(outHorizontal)">
                                      <p:cBhvr>
                                        <p:cTn id="7" dur="500"/>
                                        <p:tgtEl>
                                          <p:spTgt spid="280579"/>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42" fill="hold" grpId="0" nodeType="clickEffect">
                                  <p:stCondLst>
                                    <p:cond delay="0"/>
                                  </p:stCondLst>
                                  <p:childTnLst>
                                    <p:set>
                                      <p:cBhvr>
                                        <p:cTn id="11" dur="1" fill="hold">
                                          <p:stCondLst>
                                            <p:cond delay="0"/>
                                          </p:stCondLst>
                                        </p:cTn>
                                        <p:tgtEl>
                                          <p:spTgt spid="280580"/>
                                        </p:tgtEl>
                                        <p:attrNameLst>
                                          <p:attrName>style.visibility</p:attrName>
                                        </p:attrNameLst>
                                      </p:cBhvr>
                                      <p:to>
                                        <p:strVal val="visible"/>
                                      </p:to>
                                    </p:set>
                                    <p:animEffect transition="in" filter="barn(outHorizontal)">
                                      <p:cBhvr>
                                        <p:cTn id="12" dur="500"/>
                                        <p:tgtEl>
                                          <p:spTgt spid="280580"/>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42" fill="hold" grpId="0" nodeType="clickEffect">
                                  <p:stCondLst>
                                    <p:cond delay="0"/>
                                  </p:stCondLst>
                                  <p:childTnLst>
                                    <p:set>
                                      <p:cBhvr>
                                        <p:cTn id="16" dur="1" fill="hold">
                                          <p:stCondLst>
                                            <p:cond delay="0"/>
                                          </p:stCondLst>
                                        </p:cTn>
                                        <p:tgtEl>
                                          <p:spTgt spid="280581"/>
                                        </p:tgtEl>
                                        <p:attrNameLst>
                                          <p:attrName>style.visibility</p:attrName>
                                        </p:attrNameLst>
                                      </p:cBhvr>
                                      <p:to>
                                        <p:strVal val="visible"/>
                                      </p:to>
                                    </p:set>
                                    <p:animEffect transition="in" filter="barn(outHorizontal)">
                                      <p:cBhvr>
                                        <p:cTn id="17" dur="500"/>
                                        <p:tgtEl>
                                          <p:spTgt spid="280581"/>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42" fill="hold" grpId="0" nodeType="clickEffect">
                                  <p:stCondLst>
                                    <p:cond delay="0"/>
                                  </p:stCondLst>
                                  <p:childTnLst>
                                    <p:set>
                                      <p:cBhvr>
                                        <p:cTn id="21" dur="1" fill="hold">
                                          <p:stCondLst>
                                            <p:cond delay="0"/>
                                          </p:stCondLst>
                                        </p:cTn>
                                        <p:tgtEl>
                                          <p:spTgt spid="280582"/>
                                        </p:tgtEl>
                                        <p:attrNameLst>
                                          <p:attrName>style.visibility</p:attrName>
                                        </p:attrNameLst>
                                      </p:cBhvr>
                                      <p:to>
                                        <p:strVal val="visible"/>
                                      </p:to>
                                    </p:set>
                                    <p:animEffect transition="in" filter="barn(outHorizontal)">
                                      <p:cBhvr>
                                        <p:cTn id="22" dur="500"/>
                                        <p:tgtEl>
                                          <p:spTgt spid="280582"/>
                                        </p:tgtEl>
                                      </p:cBhvr>
                                    </p:animEffect>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280583"/>
                                        </p:tgtEl>
                                        <p:attrNameLst>
                                          <p:attrName>style.visibility</p:attrName>
                                        </p:attrNameLst>
                                      </p:cBhvr>
                                      <p:to>
                                        <p:strVal val="visible"/>
                                      </p:to>
                                    </p:set>
                                    <p:anim calcmode="lin" valueType="num">
                                      <p:cBhvr additive="base">
                                        <p:cTn id="27" dur="500" fill="hold"/>
                                        <p:tgtEl>
                                          <p:spTgt spid="280583"/>
                                        </p:tgtEl>
                                        <p:attrNameLst>
                                          <p:attrName>ppt_x</p:attrName>
                                        </p:attrNameLst>
                                      </p:cBhvr>
                                      <p:tavLst>
                                        <p:tav tm="0">
                                          <p:val>
                                            <p:strVal val="#ppt_x"/>
                                          </p:val>
                                        </p:tav>
                                        <p:tav tm="100000">
                                          <p:val>
                                            <p:strVal val="#ppt_x"/>
                                          </p:val>
                                        </p:tav>
                                      </p:tavLst>
                                    </p:anim>
                                    <p:anim calcmode="lin" valueType="num">
                                      <p:cBhvr additive="base">
                                        <p:cTn id="28" dur="500" fill="hold"/>
                                        <p:tgtEl>
                                          <p:spTgt spid="28058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0579" grpId="0"/>
      <p:bldP spid="280580" grpId="0"/>
      <p:bldP spid="280581" grpId="0"/>
      <p:bldP spid="280582" grpId="0"/>
    </p:bldLst>
  </p:timing>
</p:sld>
</file>

<file path=ppt/slides/slide1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grpSp>
        <p:nvGrpSpPr>
          <p:cNvPr id="191490" name="Group 2"/>
          <p:cNvGrpSpPr/>
          <p:nvPr/>
        </p:nvGrpSpPr>
        <p:grpSpPr>
          <a:xfrm>
            <a:off x="323850" y="404813"/>
            <a:ext cx="8382000" cy="6096000"/>
            <a:chOff x="240" y="48"/>
            <a:chExt cx="5280" cy="3840"/>
          </a:xfrm>
        </p:grpSpPr>
        <p:sp>
          <p:nvSpPr>
            <p:cNvPr id="191491" name="Text Box 3"/>
            <p:cNvSpPr txBox="1"/>
            <p:nvPr/>
          </p:nvSpPr>
          <p:spPr>
            <a:xfrm>
              <a:off x="1672" y="729"/>
              <a:ext cx="1840" cy="2727"/>
            </a:xfrm>
            <a:prstGeom prst="rect">
              <a:avLst/>
            </a:prstGeom>
            <a:solidFill>
              <a:srgbClr val="CCFFFF"/>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endParaRPr lang="zh-CN" altLang="zh-CN" sz="1000" b="0" dirty="0">
                <a:solidFill>
                  <a:srgbClr val="00FF00"/>
                </a:solidFill>
                <a:latin typeface="Arial" panose="020B0604020202020204" pitchFamily="34" charset="0"/>
              </a:endParaRPr>
            </a:p>
          </p:txBody>
        </p:sp>
        <p:sp>
          <p:nvSpPr>
            <p:cNvPr id="191492" name="Text Box 4"/>
            <p:cNvSpPr txBox="1"/>
            <p:nvPr/>
          </p:nvSpPr>
          <p:spPr>
            <a:xfrm>
              <a:off x="2832" y="811"/>
              <a:ext cx="656" cy="243"/>
            </a:xfrm>
            <a:prstGeom prst="rect">
              <a:avLst/>
            </a:prstGeom>
            <a:solidFill>
              <a:schemeClr val="hlink"/>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PA7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PA0</a:t>
              </a:r>
              <a:endParaRPr lang="en-US" altLang="zh-CN" sz="2200" dirty="0">
                <a:solidFill>
                  <a:schemeClr val="tx1"/>
                </a:solidFill>
                <a:latin typeface="宋体" panose="02010600030101010101" pitchFamily="2" charset="-122"/>
              </a:endParaRPr>
            </a:p>
          </p:txBody>
        </p:sp>
        <p:grpSp>
          <p:nvGrpSpPr>
            <p:cNvPr id="191493" name="Group 5"/>
            <p:cNvGrpSpPr/>
            <p:nvPr/>
          </p:nvGrpSpPr>
          <p:grpSpPr>
            <a:xfrm>
              <a:off x="3104" y="2493"/>
              <a:ext cx="376" cy="435"/>
              <a:chOff x="3344" y="3021"/>
              <a:chExt cx="376" cy="486"/>
            </a:xfrm>
          </p:grpSpPr>
          <p:sp>
            <p:nvSpPr>
              <p:cNvPr id="191545" name="Text Box 6"/>
              <p:cNvSpPr txBox="1"/>
              <p:nvPr/>
            </p:nvSpPr>
            <p:spPr>
              <a:xfrm>
                <a:off x="3344" y="3021"/>
                <a:ext cx="376" cy="243"/>
              </a:xfrm>
              <a:prstGeom prst="rect">
                <a:avLst/>
              </a:prstGeom>
              <a:solidFill>
                <a:srgbClr val="FFFF00"/>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PC6</a:t>
                </a:r>
                <a:endParaRPr lang="en-US" altLang="zh-CN" sz="2200" dirty="0">
                  <a:solidFill>
                    <a:schemeClr val="accent1"/>
                  </a:solidFill>
                  <a:latin typeface="宋体" panose="02010600030101010101" pitchFamily="2" charset="-122"/>
                </a:endParaRPr>
              </a:p>
            </p:txBody>
          </p:sp>
          <p:sp>
            <p:nvSpPr>
              <p:cNvPr id="191546" name="Text Box 7"/>
              <p:cNvSpPr txBox="1"/>
              <p:nvPr/>
            </p:nvSpPr>
            <p:spPr>
              <a:xfrm>
                <a:off x="3344" y="3264"/>
                <a:ext cx="376" cy="243"/>
              </a:xfrm>
              <a:prstGeom prst="rect">
                <a:avLst/>
              </a:prstGeom>
              <a:solidFill>
                <a:srgbClr val="FFFF00"/>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PC7</a:t>
                </a:r>
                <a:endParaRPr lang="en-US" altLang="zh-CN" sz="2200" dirty="0">
                  <a:solidFill>
                    <a:schemeClr val="accent1"/>
                  </a:solidFill>
                  <a:latin typeface="宋体" panose="02010600030101010101" pitchFamily="2" charset="-122"/>
                </a:endParaRPr>
              </a:p>
            </p:txBody>
          </p:sp>
        </p:grpSp>
        <p:sp>
          <p:nvSpPr>
            <p:cNvPr id="191494" name="Line 8"/>
            <p:cNvSpPr/>
            <p:nvPr/>
          </p:nvSpPr>
          <p:spPr>
            <a:xfrm>
              <a:off x="2440" y="2615"/>
              <a:ext cx="657" cy="0"/>
            </a:xfrm>
            <a:prstGeom prst="line">
              <a:avLst/>
            </a:prstGeom>
            <a:ln w="12700" cap="flat" cmpd="sng">
              <a:solidFill>
                <a:srgbClr val="000000"/>
              </a:solidFill>
              <a:prstDash val="solid"/>
              <a:headEnd type="triangle" w="sm" len="med"/>
              <a:tailEnd type="none" w="med" len="med"/>
            </a:ln>
          </p:spPr>
        </p:sp>
        <p:sp>
          <p:nvSpPr>
            <p:cNvPr id="191495" name="Line 9"/>
            <p:cNvSpPr/>
            <p:nvPr/>
          </p:nvSpPr>
          <p:spPr>
            <a:xfrm>
              <a:off x="2448" y="2827"/>
              <a:ext cx="656" cy="0"/>
            </a:xfrm>
            <a:prstGeom prst="line">
              <a:avLst/>
            </a:prstGeom>
            <a:ln w="12700" cap="flat" cmpd="sng">
              <a:solidFill>
                <a:srgbClr val="000000"/>
              </a:solidFill>
              <a:prstDash val="solid"/>
              <a:headEnd type="triangle" w="sm" len="med"/>
              <a:tailEnd type="none" w="med" len="med"/>
            </a:ln>
          </p:spPr>
        </p:sp>
        <p:sp>
          <p:nvSpPr>
            <p:cNvPr id="191496" name="Line 10"/>
            <p:cNvSpPr/>
            <p:nvPr/>
          </p:nvSpPr>
          <p:spPr>
            <a:xfrm flipH="1">
              <a:off x="3472" y="2592"/>
              <a:ext cx="408" cy="0"/>
            </a:xfrm>
            <a:prstGeom prst="line">
              <a:avLst/>
            </a:prstGeom>
            <a:ln w="12700" cap="flat" cmpd="sng">
              <a:solidFill>
                <a:srgbClr val="000000"/>
              </a:solidFill>
              <a:prstDash val="solid"/>
              <a:headEnd type="none" w="med" len="med"/>
              <a:tailEnd type="triangle" w="med" len="med"/>
            </a:ln>
          </p:spPr>
        </p:sp>
        <p:sp>
          <p:nvSpPr>
            <p:cNvPr id="191497" name="Text Box 11"/>
            <p:cNvSpPr txBox="1"/>
            <p:nvPr/>
          </p:nvSpPr>
          <p:spPr>
            <a:xfrm>
              <a:off x="3865" y="2508"/>
              <a:ext cx="463" cy="243"/>
            </a:xfrm>
            <a:prstGeom prst="rect">
              <a:avLst/>
            </a:prstGeom>
            <a:noFill/>
            <a:ln w="127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ACKA</a:t>
              </a:r>
              <a:endParaRPr lang="en-US" altLang="zh-CN" sz="2200" dirty="0">
                <a:solidFill>
                  <a:schemeClr val="bg2"/>
                </a:solidFill>
                <a:latin typeface="宋体" panose="02010600030101010101" pitchFamily="2" charset="-122"/>
              </a:endParaRPr>
            </a:p>
          </p:txBody>
        </p:sp>
        <p:sp>
          <p:nvSpPr>
            <p:cNvPr id="191498" name="Line 12"/>
            <p:cNvSpPr/>
            <p:nvPr/>
          </p:nvSpPr>
          <p:spPr>
            <a:xfrm>
              <a:off x="3936" y="2546"/>
              <a:ext cx="248" cy="0"/>
            </a:xfrm>
            <a:prstGeom prst="line">
              <a:avLst/>
            </a:prstGeom>
            <a:ln w="12700" cap="flat" cmpd="sng">
              <a:solidFill>
                <a:srgbClr val="000000"/>
              </a:solidFill>
              <a:prstDash val="solid"/>
              <a:headEnd type="none" w="med" len="med"/>
              <a:tailEnd type="none" w="med" len="med"/>
            </a:ln>
          </p:spPr>
        </p:sp>
        <p:grpSp>
          <p:nvGrpSpPr>
            <p:cNvPr id="191499" name="Group 13"/>
            <p:cNvGrpSpPr/>
            <p:nvPr/>
          </p:nvGrpSpPr>
          <p:grpSpPr>
            <a:xfrm>
              <a:off x="3472" y="2751"/>
              <a:ext cx="831" cy="244"/>
              <a:chOff x="3752" y="4657"/>
              <a:chExt cx="2077" cy="640"/>
            </a:xfrm>
          </p:grpSpPr>
          <p:sp>
            <p:nvSpPr>
              <p:cNvPr id="191543" name="Line 14"/>
              <p:cNvSpPr/>
              <p:nvPr/>
            </p:nvSpPr>
            <p:spPr>
              <a:xfrm rot="-10800000" flipH="1">
                <a:off x="3752" y="4957"/>
                <a:ext cx="1020" cy="0"/>
              </a:xfrm>
              <a:prstGeom prst="line">
                <a:avLst/>
              </a:prstGeom>
              <a:ln w="12700" cap="flat" cmpd="sng">
                <a:solidFill>
                  <a:srgbClr val="000000"/>
                </a:solidFill>
                <a:prstDash val="solid"/>
                <a:headEnd type="none" w="med" len="med"/>
                <a:tailEnd type="triangle" w="med" len="med"/>
              </a:ln>
            </p:spPr>
          </p:sp>
          <p:sp>
            <p:nvSpPr>
              <p:cNvPr id="191544" name="Text Box 15"/>
              <p:cNvSpPr txBox="1"/>
              <p:nvPr/>
            </p:nvSpPr>
            <p:spPr>
              <a:xfrm>
                <a:off x="4672" y="4657"/>
                <a:ext cx="1157" cy="640"/>
              </a:xfrm>
              <a:prstGeom prst="rect">
                <a:avLst/>
              </a:prstGeom>
              <a:noFill/>
              <a:ln w="127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OBFA</a:t>
                </a:r>
                <a:endParaRPr lang="en-US" altLang="zh-CN" sz="2200" dirty="0">
                  <a:solidFill>
                    <a:schemeClr val="bg2"/>
                  </a:solidFill>
                  <a:latin typeface="宋体" panose="02010600030101010101" pitchFamily="2" charset="-122"/>
                </a:endParaRPr>
              </a:p>
            </p:txBody>
          </p:sp>
        </p:grpSp>
        <p:sp>
          <p:nvSpPr>
            <p:cNvPr id="191500" name="Line 16"/>
            <p:cNvSpPr/>
            <p:nvPr/>
          </p:nvSpPr>
          <p:spPr>
            <a:xfrm>
              <a:off x="3904" y="2774"/>
              <a:ext cx="320" cy="0"/>
            </a:xfrm>
            <a:prstGeom prst="line">
              <a:avLst/>
            </a:prstGeom>
            <a:ln w="12700" cap="flat" cmpd="sng">
              <a:solidFill>
                <a:srgbClr val="000000"/>
              </a:solidFill>
              <a:prstDash val="solid"/>
              <a:headEnd type="none" w="med" len="med"/>
              <a:tailEnd type="none" w="med" len="med"/>
            </a:ln>
          </p:spPr>
        </p:sp>
        <p:sp>
          <p:nvSpPr>
            <p:cNvPr id="191501" name="Text Box 17"/>
            <p:cNvSpPr txBox="1"/>
            <p:nvPr/>
          </p:nvSpPr>
          <p:spPr>
            <a:xfrm>
              <a:off x="1000" y="720"/>
              <a:ext cx="504" cy="243"/>
            </a:xfrm>
            <a:prstGeom prst="rect">
              <a:avLst/>
            </a:prstGeom>
            <a:noFill/>
            <a:ln w="127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D7</a:t>
              </a:r>
              <a:r>
                <a:rPr lang="en-US" altLang="zh-CN" sz="2200" dirty="0">
                  <a:solidFill>
                    <a:schemeClr val="tx1"/>
                  </a:solidFill>
                  <a:latin typeface="Arial" panose="020B0604020202020204" pitchFamily="34" charset="0"/>
                </a:rPr>
                <a:t>~</a:t>
              </a:r>
              <a:r>
                <a:rPr lang="en-US" altLang="zh-CN" sz="2200" dirty="0">
                  <a:solidFill>
                    <a:schemeClr val="tx1"/>
                  </a:solidFill>
                  <a:latin typeface="宋体" panose="02010600030101010101" pitchFamily="2" charset="-122"/>
                </a:rPr>
                <a:t>D0</a:t>
              </a:r>
              <a:endParaRPr lang="en-US" altLang="zh-CN" sz="2200" dirty="0">
                <a:solidFill>
                  <a:schemeClr val="bg2"/>
                </a:solidFill>
                <a:latin typeface="宋体" panose="02010600030101010101" pitchFamily="2" charset="-122"/>
              </a:endParaRPr>
            </a:p>
          </p:txBody>
        </p:sp>
        <p:sp>
          <p:nvSpPr>
            <p:cNvPr id="191502" name="AutoShape 18"/>
            <p:cNvSpPr/>
            <p:nvPr/>
          </p:nvSpPr>
          <p:spPr>
            <a:xfrm>
              <a:off x="768" y="872"/>
              <a:ext cx="888" cy="220"/>
            </a:xfrm>
            <a:prstGeom prst="leftRightArrow">
              <a:avLst>
                <a:gd name="adj1" fmla="val 50000"/>
                <a:gd name="adj2" fmla="val 80596"/>
              </a:avLst>
            </a:prstGeom>
            <a:solidFill>
              <a:srgbClr val="00CCFF"/>
            </a:solidFill>
            <a:ln w="127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191503" name="Line 19"/>
            <p:cNvSpPr/>
            <p:nvPr/>
          </p:nvSpPr>
          <p:spPr>
            <a:xfrm flipV="1">
              <a:off x="2440" y="2311"/>
              <a:ext cx="264" cy="0"/>
            </a:xfrm>
            <a:prstGeom prst="line">
              <a:avLst/>
            </a:prstGeom>
            <a:ln w="12700" cap="flat" cmpd="sng">
              <a:solidFill>
                <a:srgbClr val="000000"/>
              </a:solidFill>
              <a:prstDash val="solid"/>
              <a:headEnd type="triangle" w="sm" len="med"/>
              <a:tailEnd type="none" w="med" len="med"/>
            </a:ln>
          </p:spPr>
        </p:sp>
        <p:sp>
          <p:nvSpPr>
            <p:cNvPr id="191504" name="Line 20"/>
            <p:cNvSpPr/>
            <p:nvPr/>
          </p:nvSpPr>
          <p:spPr>
            <a:xfrm>
              <a:off x="1408" y="1665"/>
              <a:ext cx="240" cy="0"/>
            </a:xfrm>
            <a:prstGeom prst="line">
              <a:avLst/>
            </a:prstGeom>
            <a:ln w="12700" cap="flat" cmpd="sng">
              <a:solidFill>
                <a:srgbClr val="000000"/>
              </a:solidFill>
              <a:prstDash val="solid"/>
              <a:headEnd type="none" w="med" len="med"/>
              <a:tailEnd type="triangle" w="med" len="med"/>
            </a:ln>
          </p:spPr>
        </p:sp>
        <p:sp>
          <p:nvSpPr>
            <p:cNvPr id="191505" name="Text Box 21"/>
            <p:cNvSpPr txBox="1"/>
            <p:nvPr/>
          </p:nvSpPr>
          <p:spPr>
            <a:xfrm>
              <a:off x="1168" y="1543"/>
              <a:ext cx="232" cy="243"/>
            </a:xfrm>
            <a:prstGeom prst="rect">
              <a:avLst/>
            </a:prstGeom>
            <a:noFill/>
            <a:ln w="127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RD</a:t>
              </a:r>
              <a:endParaRPr lang="en-US" altLang="zh-CN" sz="2200" dirty="0">
                <a:solidFill>
                  <a:schemeClr val="bg2"/>
                </a:solidFill>
                <a:latin typeface="宋体" panose="02010600030101010101" pitchFamily="2" charset="-122"/>
              </a:endParaRPr>
            </a:p>
          </p:txBody>
        </p:sp>
        <p:sp>
          <p:nvSpPr>
            <p:cNvPr id="191506" name="Line 22"/>
            <p:cNvSpPr/>
            <p:nvPr/>
          </p:nvSpPr>
          <p:spPr>
            <a:xfrm>
              <a:off x="1192" y="1581"/>
              <a:ext cx="152" cy="0"/>
            </a:xfrm>
            <a:prstGeom prst="line">
              <a:avLst/>
            </a:prstGeom>
            <a:ln w="12700" cap="flat" cmpd="sng">
              <a:solidFill>
                <a:srgbClr val="000000"/>
              </a:solidFill>
              <a:prstDash val="solid"/>
              <a:headEnd type="none" w="med" len="med"/>
              <a:tailEnd type="none" w="med" len="med"/>
            </a:ln>
          </p:spPr>
        </p:sp>
        <p:sp>
          <p:nvSpPr>
            <p:cNvPr id="191507" name="AutoShape 23"/>
            <p:cNvSpPr/>
            <p:nvPr/>
          </p:nvSpPr>
          <p:spPr>
            <a:xfrm>
              <a:off x="3515" y="804"/>
              <a:ext cx="888" cy="220"/>
            </a:xfrm>
            <a:prstGeom prst="leftRightArrow">
              <a:avLst>
                <a:gd name="adj1" fmla="val 50000"/>
                <a:gd name="adj2" fmla="val 80596"/>
              </a:avLst>
            </a:prstGeom>
            <a:solidFill>
              <a:schemeClr val="accent1"/>
            </a:solidFill>
            <a:ln w="12700"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grpSp>
          <p:nvGrpSpPr>
            <p:cNvPr id="191508" name="Group 24"/>
            <p:cNvGrpSpPr/>
            <p:nvPr/>
          </p:nvGrpSpPr>
          <p:grpSpPr>
            <a:xfrm>
              <a:off x="1192" y="2640"/>
              <a:ext cx="480" cy="243"/>
              <a:chOff x="2552" y="11317"/>
              <a:chExt cx="1200" cy="640"/>
            </a:xfrm>
          </p:grpSpPr>
          <p:sp>
            <p:nvSpPr>
              <p:cNvPr id="191539" name="Line 25"/>
              <p:cNvSpPr/>
              <p:nvPr/>
            </p:nvSpPr>
            <p:spPr>
              <a:xfrm>
                <a:off x="3152" y="11637"/>
                <a:ext cx="600" cy="0"/>
              </a:xfrm>
              <a:prstGeom prst="line">
                <a:avLst/>
              </a:prstGeom>
              <a:ln w="12700" cap="flat" cmpd="sng">
                <a:solidFill>
                  <a:srgbClr val="000000"/>
                </a:solidFill>
                <a:prstDash val="solid"/>
                <a:headEnd type="none" w="med" len="med"/>
                <a:tailEnd type="triangle" w="med" len="med"/>
              </a:ln>
            </p:spPr>
          </p:sp>
          <p:grpSp>
            <p:nvGrpSpPr>
              <p:cNvPr id="191540" name="Group 26"/>
              <p:cNvGrpSpPr/>
              <p:nvPr/>
            </p:nvGrpSpPr>
            <p:grpSpPr>
              <a:xfrm>
                <a:off x="2552" y="11317"/>
                <a:ext cx="580" cy="640"/>
                <a:chOff x="332" y="5977"/>
                <a:chExt cx="580" cy="640"/>
              </a:xfrm>
            </p:grpSpPr>
            <p:sp>
              <p:nvSpPr>
                <p:cNvPr id="191541" name="Text Box 27"/>
                <p:cNvSpPr txBox="1"/>
                <p:nvPr/>
              </p:nvSpPr>
              <p:spPr>
                <a:xfrm>
                  <a:off x="332" y="5977"/>
                  <a:ext cx="580" cy="640"/>
                </a:xfrm>
                <a:prstGeom prst="rect">
                  <a:avLst/>
                </a:prstGeom>
                <a:noFill/>
                <a:ln w="127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WR</a:t>
                  </a:r>
                  <a:endParaRPr lang="en-US" altLang="zh-CN" sz="2200" dirty="0">
                    <a:solidFill>
                      <a:schemeClr val="bg2"/>
                    </a:solidFill>
                    <a:latin typeface="宋体" panose="02010600030101010101" pitchFamily="2" charset="-122"/>
                  </a:endParaRPr>
                </a:p>
              </p:txBody>
            </p:sp>
            <p:sp>
              <p:nvSpPr>
                <p:cNvPr id="191542" name="Line 28"/>
                <p:cNvSpPr/>
                <p:nvPr/>
              </p:nvSpPr>
              <p:spPr>
                <a:xfrm>
                  <a:off x="392" y="6077"/>
                  <a:ext cx="380" cy="0"/>
                </a:xfrm>
                <a:prstGeom prst="line">
                  <a:avLst/>
                </a:prstGeom>
                <a:ln w="12700" cap="flat" cmpd="sng">
                  <a:solidFill>
                    <a:srgbClr val="000000"/>
                  </a:solidFill>
                  <a:prstDash val="solid"/>
                  <a:headEnd type="none" w="med" len="med"/>
                  <a:tailEnd type="none" w="med" len="med"/>
                </a:ln>
              </p:spPr>
            </p:sp>
          </p:grpSp>
        </p:grpSp>
        <p:grpSp>
          <p:nvGrpSpPr>
            <p:cNvPr id="191509" name="Group 29"/>
            <p:cNvGrpSpPr/>
            <p:nvPr/>
          </p:nvGrpSpPr>
          <p:grpSpPr>
            <a:xfrm>
              <a:off x="3088" y="1538"/>
              <a:ext cx="376" cy="430"/>
              <a:chOff x="3328" y="2018"/>
              <a:chExt cx="376" cy="486"/>
            </a:xfrm>
          </p:grpSpPr>
          <p:sp>
            <p:nvSpPr>
              <p:cNvPr id="191537" name="Text Box 30"/>
              <p:cNvSpPr txBox="1"/>
              <p:nvPr/>
            </p:nvSpPr>
            <p:spPr>
              <a:xfrm>
                <a:off x="3328" y="2018"/>
                <a:ext cx="376" cy="243"/>
              </a:xfrm>
              <a:prstGeom prst="rect">
                <a:avLst/>
              </a:prstGeom>
              <a:solidFill>
                <a:srgbClr val="FFFF00"/>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PC4</a:t>
                </a:r>
                <a:endParaRPr lang="en-US" altLang="zh-CN" sz="2200" dirty="0">
                  <a:solidFill>
                    <a:schemeClr val="accent1"/>
                  </a:solidFill>
                  <a:latin typeface="宋体" panose="02010600030101010101" pitchFamily="2" charset="-122"/>
                </a:endParaRPr>
              </a:p>
            </p:txBody>
          </p:sp>
          <p:sp>
            <p:nvSpPr>
              <p:cNvPr id="191538" name="Text Box 31"/>
              <p:cNvSpPr txBox="1"/>
              <p:nvPr/>
            </p:nvSpPr>
            <p:spPr>
              <a:xfrm>
                <a:off x="3328" y="2261"/>
                <a:ext cx="376" cy="243"/>
              </a:xfrm>
              <a:prstGeom prst="rect">
                <a:avLst/>
              </a:prstGeom>
              <a:solidFill>
                <a:srgbClr val="FFFF00"/>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PC5</a:t>
                </a:r>
                <a:endParaRPr lang="en-US" altLang="zh-CN" sz="2200" dirty="0">
                  <a:solidFill>
                    <a:schemeClr val="accent1"/>
                  </a:solidFill>
                  <a:latin typeface="宋体" panose="02010600030101010101" pitchFamily="2" charset="-122"/>
                </a:endParaRPr>
              </a:p>
            </p:txBody>
          </p:sp>
        </p:grpSp>
        <p:sp>
          <p:nvSpPr>
            <p:cNvPr id="191510" name="Line 32"/>
            <p:cNvSpPr/>
            <p:nvPr/>
          </p:nvSpPr>
          <p:spPr>
            <a:xfrm>
              <a:off x="2400" y="1632"/>
              <a:ext cx="671" cy="0"/>
            </a:xfrm>
            <a:prstGeom prst="line">
              <a:avLst/>
            </a:prstGeom>
            <a:ln w="12700" cap="flat" cmpd="sng">
              <a:solidFill>
                <a:srgbClr val="000000"/>
              </a:solidFill>
              <a:prstDash val="solid"/>
              <a:headEnd type="triangle" w="sm" len="med"/>
              <a:tailEnd type="none" w="med" len="med"/>
            </a:ln>
          </p:spPr>
        </p:sp>
        <p:sp>
          <p:nvSpPr>
            <p:cNvPr id="191511" name="Line 33"/>
            <p:cNvSpPr/>
            <p:nvPr/>
          </p:nvSpPr>
          <p:spPr>
            <a:xfrm flipV="1">
              <a:off x="2432" y="1862"/>
              <a:ext cx="655" cy="0"/>
            </a:xfrm>
            <a:prstGeom prst="line">
              <a:avLst/>
            </a:prstGeom>
            <a:ln w="12700" cap="flat" cmpd="sng">
              <a:solidFill>
                <a:srgbClr val="000000"/>
              </a:solidFill>
              <a:prstDash val="solid"/>
              <a:headEnd type="triangle" w="sm" len="med"/>
              <a:tailEnd type="none" w="med" len="med"/>
            </a:ln>
          </p:spPr>
        </p:sp>
        <p:sp>
          <p:nvSpPr>
            <p:cNvPr id="191512" name="Line 34"/>
            <p:cNvSpPr/>
            <p:nvPr/>
          </p:nvSpPr>
          <p:spPr>
            <a:xfrm flipH="1">
              <a:off x="3456" y="1619"/>
              <a:ext cx="408" cy="0"/>
            </a:xfrm>
            <a:prstGeom prst="line">
              <a:avLst/>
            </a:prstGeom>
            <a:ln w="12700" cap="flat" cmpd="sng">
              <a:solidFill>
                <a:srgbClr val="000000"/>
              </a:solidFill>
              <a:prstDash val="solid"/>
              <a:headEnd type="none" w="med" len="med"/>
              <a:tailEnd type="triangle" w="med" len="med"/>
            </a:ln>
          </p:spPr>
        </p:sp>
        <p:sp>
          <p:nvSpPr>
            <p:cNvPr id="191513" name="Text Box 35"/>
            <p:cNvSpPr txBox="1"/>
            <p:nvPr/>
          </p:nvSpPr>
          <p:spPr>
            <a:xfrm>
              <a:off x="3849" y="1505"/>
              <a:ext cx="463" cy="244"/>
            </a:xfrm>
            <a:prstGeom prst="rect">
              <a:avLst/>
            </a:prstGeom>
            <a:noFill/>
            <a:ln w="127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STBA</a:t>
              </a:r>
              <a:endParaRPr lang="en-US" altLang="zh-CN" sz="2200" dirty="0">
                <a:solidFill>
                  <a:schemeClr val="bg2"/>
                </a:solidFill>
                <a:latin typeface="宋体" panose="02010600030101010101" pitchFamily="2" charset="-122"/>
              </a:endParaRPr>
            </a:p>
          </p:txBody>
        </p:sp>
        <p:sp>
          <p:nvSpPr>
            <p:cNvPr id="191514" name="Line 36"/>
            <p:cNvSpPr/>
            <p:nvPr/>
          </p:nvSpPr>
          <p:spPr>
            <a:xfrm>
              <a:off x="3936" y="1543"/>
              <a:ext cx="248" cy="0"/>
            </a:xfrm>
            <a:prstGeom prst="line">
              <a:avLst/>
            </a:prstGeom>
            <a:ln w="12700" cap="flat" cmpd="sng">
              <a:solidFill>
                <a:srgbClr val="000000"/>
              </a:solidFill>
              <a:prstDash val="solid"/>
              <a:headEnd type="none" w="med" len="med"/>
              <a:tailEnd type="none" w="med" len="med"/>
            </a:ln>
          </p:spPr>
        </p:sp>
        <p:grpSp>
          <p:nvGrpSpPr>
            <p:cNvPr id="191515" name="Group 37"/>
            <p:cNvGrpSpPr/>
            <p:nvPr/>
          </p:nvGrpSpPr>
          <p:grpSpPr>
            <a:xfrm>
              <a:off x="3456" y="1749"/>
              <a:ext cx="831" cy="243"/>
              <a:chOff x="3752" y="4657"/>
              <a:chExt cx="2077" cy="640"/>
            </a:xfrm>
          </p:grpSpPr>
          <p:sp>
            <p:nvSpPr>
              <p:cNvPr id="191535" name="Line 38"/>
              <p:cNvSpPr/>
              <p:nvPr/>
            </p:nvSpPr>
            <p:spPr>
              <a:xfrm rot="-10800000" flipH="1">
                <a:off x="3752" y="4957"/>
                <a:ext cx="1020" cy="0"/>
              </a:xfrm>
              <a:prstGeom prst="line">
                <a:avLst/>
              </a:prstGeom>
              <a:ln w="12700" cap="flat" cmpd="sng">
                <a:solidFill>
                  <a:srgbClr val="000000"/>
                </a:solidFill>
                <a:prstDash val="solid"/>
                <a:headEnd type="none" w="med" len="med"/>
                <a:tailEnd type="triangle" w="med" len="med"/>
              </a:ln>
            </p:spPr>
          </p:sp>
          <p:sp>
            <p:nvSpPr>
              <p:cNvPr id="191536" name="Text Box 39"/>
              <p:cNvSpPr txBox="1"/>
              <p:nvPr/>
            </p:nvSpPr>
            <p:spPr>
              <a:xfrm>
                <a:off x="4672" y="4657"/>
                <a:ext cx="1157" cy="640"/>
              </a:xfrm>
              <a:prstGeom prst="rect">
                <a:avLst/>
              </a:prstGeom>
              <a:noFill/>
              <a:ln w="127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IBFA</a:t>
                </a:r>
                <a:endParaRPr lang="en-US" altLang="zh-CN" sz="2200" dirty="0">
                  <a:solidFill>
                    <a:schemeClr val="bg2"/>
                  </a:solidFill>
                  <a:latin typeface="宋体" panose="02010600030101010101" pitchFamily="2" charset="-122"/>
                </a:endParaRPr>
              </a:p>
            </p:txBody>
          </p:sp>
        </p:grpSp>
        <p:sp>
          <p:nvSpPr>
            <p:cNvPr id="191516" name="Text Box 40"/>
            <p:cNvSpPr txBox="1"/>
            <p:nvPr/>
          </p:nvSpPr>
          <p:spPr>
            <a:xfrm>
              <a:off x="2703" y="1152"/>
              <a:ext cx="657" cy="327"/>
            </a:xfrm>
            <a:prstGeom prst="rect">
              <a:avLst/>
            </a:prstGeom>
            <a:solidFill>
              <a:srgbClr val="00FFFF"/>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80000"/>
                </a:lnSpc>
                <a:spcBef>
                  <a:spcPct val="0"/>
                </a:spcBef>
                <a:spcAft>
                  <a:spcPct val="0"/>
                </a:spcAft>
                <a:buClrTx/>
                <a:buSzTx/>
                <a:buNone/>
              </a:pPr>
              <a:r>
                <a:rPr lang="en-US" altLang="zh-CN" sz="2200" dirty="0">
                  <a:solidFill>
                    <a:schemeClr val="tx1"/>
                  </a:solidFill>
                  <a:latin typeface="宋体" panose="02010600030101010101" pitchFamily="2" charset="-122"/>
                </a:rPr>
                <a:t>INTEA1</a:t>
              </a:r>
              <a:endParaRPr lang="en-US" altLang="zh-CN" sz="2200" dirty="0">
                <a:solidFill>
                  <a:schemeClr val="tx1"/>
                </a:solidFill>
                <a:latin typeface="宋体" panose="02010600030101010101" pitchFamily="2" charset="-122"/>
              </a:endParaRPr>
            </a:p>
            <a:p>
              <a:pPr marL="0" lvl="0" indent="0" algn="ctr">
                <a:lnSpc>
                  <a:spcPct val="80000"/>
                </a:lnSpc>
                <a:spcBef>
                  <a:spcPct val="0"/>
                </a:spcBef>
                <a:spcAft>
                  <a:spcPct val="0"/>
                </a:spcAft>
                <a:buClrTx/>
                <a:buSzTx/>
                <a:buNone/>
              </a:pPr>
              <a:r>
                <a:rPr lang="en-US" altLang="zh-CN" sz="2200" dirty="0">
                  <a:solidFill>
                    <a:schemeClr val="tx1"/>
                  </a:solidFill>
                  <a:latin typeface="宋体" panose="02010600030101010101" pitchFamily="2" charset="-122"/>
                </a:rPr>
                <a:t>PC4</a:t>
              </a:r>
              <a:endParaRPr lang="en-US" altLang="zh-CN" sz="2200" dirty="0">
                <a:solidFill>
                  <a:schemeClr val="tx1"/>
                </a:solidFill>
                <a:latin typeface="宋体" panose="02010600030101010101" pitchFamily="2" charset="-122"/>
              </a:endParaRPr>
            </a:p>
          </p:txBody>
        </p:sp>
        <p:sp>
          <p:nvSpPr>
            <p:cNvPr id="191517" name="Text Box 41"/>
            <p:cNvSpPr txBox="1"/>
            <p:nvPr/>
          </p:nvSpPr>
          <p:spPr>
            <a:xfrm>
              <a:off x="2712" y="2098"/>
              <a:ext cx="600" cy="350"/>
            </a:xfrm>
            <a:prstGeom prst="rect">
              <a:avLst/>
            </a:prstGeom>
            <a:solidFill>
              <a:srgbClr val="00FFFF"/>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80000"/>
                </a:lnSpc>
                <a:spcBef>
                  <a:spcPct val="0"/>
                </a:spcBef>
                <a:spcAft>
                  <a:spcPct val="0"/>
                </a:spcAft>
                <a:buClrTx/>
                <a:buSzTx/>
                <a:buNone/>
              </a:pPr>
              <a:r>
                <a:rPr lang="en-US" altLang="zh-CN" sz="2200" dirty="0">
                  <a:solidFill>
                    <a:schemeClr val="tx1"/>
                  </a:solidFill>
                  <a:latin typeface="宋体" panose="02010600030101010101" pitchFamily="2" charset="-122"/>
                </a:rPr>
                <a:t>INTEA2</a:t>
              </a:r>
              <a:endParaRPr lang="en-US" altLang="zh-CN" sz="2200" dirty="0">
                <a:solidFill>
                  <a:schemeClr val="tx1"/>
                </a:solidFill>
                <a:latin typeface="宋体" panose="02010600030101010101" pitchFamily="2" charset="-122"/>
              </a:endParaRPr>
            </a:p>
            <a:p>
              <a:pPr marL="0" lvl="0" indent="0" algn="ctr">
                <a:lnSpc>
                  <a:spcPct val="80000"/>
                </a:lnSpc>
                <a:spcBef>
                  <a:spcPct val="0"/>
                </a:spcBef>
                <a:spcAft>
                  <a:spcPct val="0"/>
                </a:spcAft>
                <a:buClrTx/>
                <a:buSzTx/>
                <a:buNone/>
              </a:pPr>
              <a:r>
                <a:rPr lang="en-US" altLang="zh-CN" sz="2200" dirty="0">
                  <a:solidFill>
                    <a:schemeClr val="tx1"/>
                  </a:solidFill>
                  <a:latin typeface="宋体" panose="02010600030101010101" pitchFamily="2" charset="-122"/>
                </a:rPr>
                <a:t>PC6</a:t>
              </a:r>
              <a:endParaRPr lang="en-US" altLang="zh-CN" sz="2200" dirty="0">
                <a:solidFill>
                  <a:schemeClr val="tx1"/>
                </a:solidFill>
                <a:latin typeface="宋体" panose="02010600030101010101" pitchFamily="2" charset="-122"/>
              </a:endParaRPr>
            </a:p>
          </p:txBody>
        </p:sp>
        <p:sp>
          <p:nvSpPr>
            <p:cNvPr id="191518" name="Line 42"/>
            <p:cNvSpPr/>
            <p:nvPr/>
          </p:nvSpPr>
          <p:spPr>
            <a:xfrm flipV="1">
              <a:off x="2424" y="1361"/>
              <a:ext cx="296" cy="0"/>
            </a:xfrm>
            <a:prstGeom prst="line">
              <a:avLst/>
            </a:prstGeom>
            <a:ln w="12700" cap="flat" cmpd="sng">
              <a:solidFill>
                <a:srgbClr val="000000"/>
              </a:solidFill>
              <a:prstDash val="solid"/>
              <a:headEnd type="triangle" w="sm" len="med"/>
              <a:tailEnd type="none" w="med" len="med"/>
            </a:ln>
          </p:spPr>
        </p:sp>
        <p:sp>
          <p:nvSpPr>
            <p:cNvPr id="191519" name="Text Box 43"/>
            <p:cNvSpPr txBox="1"/>
            <p:nvPr/>
          </p:nvSpPr>
          <p:spPr>
            <a:xfrm>
              <a:off x="2200" y="2250"/>
              <a:ext cx="256" cy="676"/>
            </a:xfrm>
            <a:prstGeom prst="rect">
              <a:avLst/>
            </a:prstGeom>
            <a:solidFill>
              <a:srgbClr val="FF99CC"/>
            </a:solidFill>
            <a:ln w="12700" cap="flat" cmpd="sng">
              <a:solidFill>
                <a:srgbClr val="000000"/>
              </a:solidFill>
              <a:prstDash val="solid"/>
              <a:miter/>
              <a:headEnd type="none" w="med" len="med"/>
              <a:tailEnd type="none" w="med" len="med"/>
            </a:ln>
          </p:spPr>
          <p:txBody>
            <a:bodyPr lIns="0" tIns="108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50000"/>
                </a:spcBef>
                <a:spcAft>
                  <a:spcPct val="0"/>
                </a:spcAft>
                <a:buClrTx/>
                <a:buSzTx/>
                <a:buNone/>
              </a:pPr>
              <a:r>
                <a:rPr lang="zh-CN" altLang="en-US" sz="2200" dirty="0">
                  <a:solidFill>
                    <a:schemeClr val="tx1"/>
                  </a:solidFill>
                  <a:latin typeface="楷体_GB2312" pitchFamily="1" charset="-122"/>
                </a:rPr>
                <a:t>与</a:t>
              </a:r>
              <a:endParaRPr lang="zh-CN" altLang="en-US" sz="2200" dirty="0">
                <a:solidFill>
                  <a:schemeClr val="tx1"/>
                </a:solidFill>
                <a:latin typeface="楷体_GB2312" pitchFamily="1" charset="-122"/>
              </a:endParaRPr>
            </a:p>
            <a:p>
              <a:pPr marL="0" lvl="0" indent="0" algn="ctr">
                <a:lnSpc>
                  <a:spcPct val="100000"/>
                </a:lnSpc>
                <a:spcBef>
                  <a:spcPct val="50000"/>
                </a:spcBef>
                <a:spcAft>
                  <a:spcPct val="0"/>
                </a:spcAft>
                <a:buClrTx/>
                <a:buSzTx/>
                <a:buNone/>
              </a:pPr>
              <a:r>
                <a:rPr lang="zh-CN" altLang="en-US" sz="2200" dirty="0">
                  <a:solidFill>
                    <a:schemeClr val="tx1"/>
                  </a:solidFill>
                  <a:latin typeface="楷体_GB2312" pitchFamily="1" charset="-122"/>
                </a:rPr>
                <a:t>门</a:t>
              </a:r>
              <a:endParaRPr lang="zh-CN" altLang="en-US" sz="2200" dirty="0">
                <a:solidFill>
                  <a:schemeClr val="tx1"/>
                </a:solidFill>
                <a:latin typeface="楷体_GB2312" pitchFamily="1" charset="-122"/>
              </a:endParaRPr>
            </a:p>
          </p:txBody>
        </p:sp>
        <p:sp>
          <p:nvSpPr>
            <p:cNvPr id="191520" name="Line 44"/>
            <p:cNvSpPr/>
            <p:nvPr/>
          </p:nvSpPr>
          <p:spPr>
            <a:xfrm flipH="1">
              <a:off x="1824" y="1665"/>
              <a:ext cx="0" cy="1647"/>
            </a:xfrm>
            <a:prstGeom prst="line">
              <a:avLst/>
            </a:prstGeom>
            <a:ln w="12700" cap="flat" cmpd="sng">
              <a:solidFill>
                <a:srgbClr val="000000"/>
              </a:solidFill>
              <a:prstDash val="solid"/>
              <a:headEnd type="none" w="med" len="med"/>
              <a:tailEnd type="none" w="med" len="med"/>
            </a:ln>
          </p:spPr>
        </p:sp>
        <p:sp>
          <p:nvSpPr>
            <p:cNvPr id="191521" name="Line 45"/>
            <p:cNvSpPr/>
            <p:nvPr/>
          </p:nvSpPr>
          <p:spPr>
            <a:xfrm>
              <a:off x="2008" y="2607"/>
              <a:ext cx="184" cy="0"/>
            </a:xfrm>
            <a:prstGeom prst="line">
              <a:avLst/>
            </a:prstGeom>
            <a:ln w="12700" cap="flat" cmpd="sng">
              <a:solidFill>
                <a:srgbClr val="000000"/>
              </a:solidFill>
              <a:prstDash val="solid"/>
              <a:headEnd type="none" w="med" len="med"/>
              <a:tailEnd type="none" w="med" len="med"/>
            </a:ln>
          </p:spPr>
        </p:sp>
        <p:sp>
          <p:nvSpPr>
            <p:cNvPr id="191522" name="Line 46"/>
            <p:cNvSpPr/>
            <p:nvPr/>
          </p:nvSpPr>
          <p:spPr>
            <a:xfrm>
              <a:off x="2016" y="2599"/>
              <a:ext cx="0" cy="617"/>
            </a:xfrm>
            <a:prstGeom prst="line">
              <a:avLst/>
            </a:prstGeom>
            <a:ln w="12700" cap="flat" cmpd="sng">
              <a:solidFill>
                <a:srgbClr val="000000"/>
              </a:solidFill>
              <a:prstDash val="solid"/>
              <a:headEnd type="none" w="med" len="med"/>
              <a:tailEnd type="none" w="med" len="med"/>
            </a:ln>
          </p:spPr>
        </p:sp>
        <p:grpSp>
          <p:nvGrpSpPr>
            <p:cNvPr id="191523" name="Group 47"/>
            <p:cNvGrpSpPr/>
            <p:nvPr/>
          </p:nvGrpSpPr>
          <p:grpSpPr>
            <a:xfrm>
              <a:off x="1848" y="3120"/>
              <a:ext cx="2480" cy="243"/>
              <a:chOff x="1848" y="3453"/>
              <a:chExt cx="2480" cy="243"/>
            </a:xfrm>
          </p:grpSpPr>
          <p:sp>
            <p:nvSpPr>
              <p:cNvPr id="191528" name="Text Box 48"/>
              <p:cNvSpPr txBox="1"/>
              <p:nvPr/>
            </p:nvSpPr>
            <p:spPr>
              <a:xfrm>
                <a:off x="3104" y="3453"/>
                <a:ext cx="376" cy="243"/>
              </a:xfrm>
              <a:prstGeom prst="rect">
                <a:avLst/>
              </a:prstGeom>
              <a:solidFill>
                <a:srgbClr val="FFFF00"/>
              </a:solidFill>
              <a:ln w="12700" cap="flat" cmpd="sng">
                <a:solidFill>
                  <a:schemeClr val="tx1"/>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accent1"/>
                    </a:solidFill>
                    <a:latin typeface="宋体" panose="02010600030101010101" pitchFamily="2" charset="-122"/>
                  </a:rPr>
                  <a:t>PC3</a:t>
                </a:r>
                <a:endParaRPr lang="en-US" altLang="zh-CN" sz="2200" dirty="0">
                  <a:solidFill>
                    <a:schemeClr val="accent1"/>
                  </a:solidFill>
                  <a:latin typeface="宋体" panose="02010600030101010101" pitchFamily="2" charset="-122"/>
                </a:endParaRPr>
              </a:p>
            </p:txBody>
          </p:sp>
          <p:sp>
            <p:nvSpPr>
              <p:cNvPr id="191529" name="Line 49"/>
              <p:cNvSpPr/>
              <p:nvPr/>
            </p:nvSpPr>
            <p:spPr>
              <a:xfrm>
                <a:off x="2632" y="3554"/>
                <a:ext cx="472" cy="0"/>
              </a:xfrm>
              <a:prstGeom prst="line">
                <a:avLst/>
              </a:prstGeom>
              <a:ln w="12700" cap="flat" cmpd="sng">
                <a:solidFill>
                  <a:srgbClr val="000000"/>
                </a:solidFill>
                <a:prstDash val="solid"/>
                <a:headEnd type="none" w="med" len="med"/>
                <a:tailEnd type="triangle" w="med" len="med"/>
              </a:ln>
            </p:spPr>
          </p:sp>
          <p:sp>
            <p:nvSpPr>
              <p:cNvPr id="191530" name="Line 50"/>
              <p:cNvSpPr/>
              <p:nvPr/>
            </p:nvSpPr>
            <p:spPr>
              <a:xfrm rot="10800000" flipH="1" flipV="1">
                <a:off x="3480" y="3567"/>
                <a:ext cx="336" cy="0"/>
              </a:xfrm>
              <a:prstGeom prst="line">
                <a:avLst/>
              </a:prstGeom>
              <a:ln w="12700" cap="flat" cmpd="sng">
                <a:solidFill>
                  <a:srgbClr val="000000"/>
                </a:solidFill>
                <a:prstDash val="solid"/>
                <a:headEnd type="none" w="med" len="med"/>
                <a:tailEnd type="triangle" w="med" len="med"/>
              </a:ln>
            </p:spPr>
          </p:sp>
          <p:sp>
            <p:nvSpPr>
              <p:cNvPr id="191531" name="Text Box 51"/>
              <p:cNvSpPr txBox="1"/>
              <p:nvPr/>
            </p:nvSpPr>
            <p:spPr>
              <a:xfrm>
                <a:off x="3784" y="3453"/>
                <a:ext cx="544" cy="243"/>
              </a:xfrm>
              <a:prstGeom prst="rect">
                <a:avLst/>
              </a:prstGeom>
              <a:noFill/>
              <a:ln w="12700">
                <a:noFill/>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200" dirty="0">
                    <a:solidFill>
                      <a:schemeClr val="tx1"/>
                    </a:solidFill>
                    <a:latin typeface="宋体" panose="02010600030101010101" pitchFamily="2" charset="-122"/>
                  </a:rPr>
                  <a:t>INTRA</a:t>
                </a:r>
                <a:endParaRPr lang="en-US" altLang="zh-CN" sz="2200" dirty="0">
                  <a:solidFill>
                    <a:schemeClr val="bg2"/>
                  </a:solidFill>
                  <a:latin typeface="宋体" panose="02010600030101010101" pitchFamily="2" charset="-122"/>
                </a:endParaRPr>
              </a:p>
            </p:txBody>
          </p:sp>
          <p:sp>
            <p:nvSpPr>
              <p:cNvPr id="191532" name="Text Box 52"/>
              <p:cNvSpPr txBox="1"/>
              <p:nvPr/>
            </p:nvSpPr>
            <p:spPr>
              <a:xfrm>
                <a:off x="2256" y="3456"/>
                <a:ext cx="376" cy="238"/>
              </a:xfrm>
              <a:prstGeom prst="rect">
                <a:avLst/>
              </a:prstGeom>
              <a:solidFill>
                <a:srgbClr val="FFCC99"/>
              </a:solidFill>
              <a:ln w="12700" cap="flat" cmpd="sng">
                <a:solidFill>
                  <a:srgbClr val="000000"/>
                </a:solidFill>
                <a:prstDash val="solid"/>
                <a:miter/>
                <a:headEnd type="none" w="med" len="med"/>
                <a:tailEnd type="none" w="med" len="med"/>
              </a:ln>
            </p:spPr>
            <p:txBody>
              <a:bodyPr lIns="0" tIns="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zh-CN" altLang="en-US" sz="2200" dirty="0">
                    <a:solidFill>
                      <a:schemeClr val="tx1"/>
                    </a:solidFill>
                    <a:latin typeface="宋体" panose="02010600030101010101" pitchFamily="2" charset="-122"/>
                  </a:rPr>
                  <a:t>或门</a:t>
                </a:r>
                <a:endParaRPr lang="zh-CN" altLang="en-US" sz="2200" dirty="0">
                  <a:solidFill>
                    <a:schemeClr val="tx1"/>
                  </a:solidFill>
                  <a:latin typeface="Arial" panose="020B0604020202020204" pitchFamily="34" charset="0"/>
                </a:endParaRPr>
              </a:p>
            </p:txBody>
          </p:sp>
          <p:sp>
            <p:nvSpPr>
              <p:cNvPr id="191533" name="Line 53"/>
              <p:cNvSpPr/>
              <p:nvPr/>
            </p:nvSpPr>
            <p:spPr>
              <a:xfrm>
                <a:off x="2016" y="3520"/>
                <a:ext cx="240" cy="0"/>
              </a:xfrm>
              <a:prstGeom prst="line">
                <a:avLst/>
              </a:prstGeom>
              <a:ln w="12700" cap="flat" cmpd="sng">
                <a:solidFill>
                  <a:srgbClr val="000000"/>
                </a:solidFill>
                <a:prstDash val="solid"/>
                <a:headEnd type="none" w="med" len="med"/>
                <a:tailEnd type="triangle" w="sm" len="med"/>
              </a:ln>
            </p:spPr>
          </p:sp>
          <p:sp>
            <p:nvSpPr>
              <p:cNvPr id="191534" name="Line 54"/>
              <p:cNvSpPr/>
              <p:nvPr/>
            </p:nvSpPr>
            <p:spPr>
              <a:xfrm>
                <a:off x="1848" y="3645"/>
                <a:ext cx="408" cy="3"/>
              </a:xfrm>
              <a:prstGeom prst="line">
                <a:avLst/>
              </a:prstGeom>
              <a:ln w="12700" cap="flat" cmpd="sng">
                <a:solidFill>
                  <a:srgbClr val="000000"/>
                </a:solidFill>
                <a:prstDash val="solid"/>
                <a:headEnd type="none" w="med" len="med"/>
                <a:tailEnd type="triangle" w="sm" len="med"/>
              </a:ln>
            </p:spPr>
          </p:sp>
        </p:grpSp>
        <p:sp>
          <p:nvSpPr>
            <p:cNvPr id="191524" name="Text Box 55"/>
            <p:cNvSpPr txBox="1"/>
            <p:nvPr/>
          </p:nvSpPr>
          <p:spPr>
            <a:xfrm>
              <a:off x="2176" y="1300"/>
              <a:ext cx="256" cy="676"/>
            </a:xfrm>
            <a:prstGeom prst="rect">
              <a:avLst/>
            </a:prstGeom>
            <a:solidFill>
              <a:srgbClr val="FF99CC"/>
            </a:solidFill>
            <a:ln w="12700" cap="flat" cmpd="sng">
              <a:solidFill>
                <a:srgbClr val="000000"/>
              </a:solidFill>
              <a:prstDash val="solid"/>
              <a:miter/>
              <a:headEnd type="none" w="med" len="med"/>
              <a:tailEnd type="none" w="med" len="med"/>
            </a:ln>
          </p:spPr>
          <p:txBody>
            <a:bodyPr lIns="0" tIns="108000" rIns="0" bIns="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50000"/>
                </a:spcBef>
                <a:spcAft>
                  <a:spcPct val="0"/>
                </a:spcAft>
                <a:buClrTx/>
                <a:buSzTx/>
                <a:buNone/>
              </a:pPr>
              <a:r>
                <a:rPr lang="zh-CN" altLang="en-US" sz="2200" dirty="0">
                  <a:solidFill>
                    <a:schemeClr val="tx1"/>
                  </a:solidFill>
                  <a:latin typeface="楷体_GB2312" pitchFamily="1" charset="-122"/>
                </a:rPr>
                <a:t>与</a:t>
              </a:r>
              <a:endParaRPr lang="zh-CN" altLang="en-US" sz="2200" dirty="0">
                <a:solidFill>
                  <a:schemeClr val="tx1"/>
                </a:solidFill>
                <a:latin typeface="楷体_GB2312" pitchFamily="1" charset="-122"/>
              </a:endParaRPr>
            </a:p>
            <a:p>
              <a:pPr marL="0" lvl="0" indent="0" algn="ctr">
                <a:lnSpc>
                  <a:spcPct val="100000"/>
                </a:lnSpc>
                <a:spcBef>
                  <a:spcPct val="50000"/>
                </a:spcBef>
                <a:spcAft>
                  <a:spcPct val="0"/>
                </a:spcAft>
                <a:buClrTx/>
                <a:buSzTx/>
                <a:buNone/>
              </a:pPr>
              <a:r>
                <a:rPr lang="zh-CN" altLang="en-US" sz="2200" dirty="0">
                  <a:solidFill>
                    <a:schemeClr val="tx1"/>
                  </a:solidFill>
                  <a:latin typeface="楷体_GB2312" pitchFamily="1" charset="-122"/>
                </a:rPr>
                <a:t>门</a:t>
              </a:r>
              <a:endParaRPr lang="zh-CN" altLang="en-US" sz="2200" dirty="0">
                <a:solidFill>
                  <a:schemeClr val="bg1"/>
                </a:solidFill>
                <a:latin typeface="宋体" panose="02010600030101010101" pitchFamily="2" charset="-122"/>
              </a:endParaRPr>
            </a:p>
          </p:txBody>
        </p:sp>
        <p:sp>
          <p:nvSpPr>
            <p:cNvPr id="191525" name="Line 56"/>
            <p:cNvSpPr/>
            <p:nvPr/>
          </p:nvSpPr>
          <p:spPr>
            <a:xfrm flipV="1">
              <a:off x="1848" y="1665"/>
              <a:ext cx="328" cy="0"/>
            </a:xfrm>
            <a:prstGeom prst="line">
              <a:avLst/>
            </a:prstGeom>
            <a:ln w="12700" cap="flat" cmpd="sng">
              <a:solidFill>
                <a:srgbClr val="000000"/>
              </a:solidFill>
              <a:prstDash val="solid"/>
              <a:headEnd type="none" w="med" len="med"/>
              <a:tailEnd type="none" w="med" len="med"/>
            </a:ln>
          </p:spPr>
        </p:sp>
        <p:sp>
          <p:nvSpPr>
            <p:cNvPr id="191526" name="Text Box 57"/>
            <p:cNvSpPr txBox="1"/>
            <p:nvPr/>
          </p:nvSpPr>
          <p:spPr>
            <a:xfrm>
              <a:off x="240" y="48"/>
              <a:ext cx="5280" cy="523"/>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20000"/>
                </a:spcAft>
                <a:buClrTx/>
                <a:buSzTx/>
                <a:buNone/>
              </a:pPr>
              <a:r>
                <a:rPr lang="zh-CN" altLang="en-US" sz="2400" dirty="0">
                  <a:solidFill>
                    <a:schemeClr val="tx1"/>
                  </a:solidFill>
                  <a:latin typeface="Arial" panose="020B0604020202020204" pitchFamily="34" charset="0"/>
                </a:rPr>
                <a:t>工作在方式</a:t>
              </a:r>
              <a:r>
                <a:rPr lang="en-US" altLang="zh-CN" sz="2400" dirty="0">
                  <a:solidFill>
                    <a:schemeClr val="tx1"/>
                  </a:solidFill>
                  <a:latin typeface="Arial" panose="020B0604020202020204" pitchFamily="34" charset="0"/>
                </a:rPr>
                <a:t>2</a:t>
              </a:r>
              <a:r>
                <a:rPr lang="zh-CN" altLang="en-US" sz="2400" dirty="0">
                  <a:solidFill>
                    <a:schemeClr val="tx1"/>
                  </a:solidFill>
                  <a:latin typeface="Arial" panose="020B0604020202020204" pitchFamily="34" charset="0"/>
                </a:rPr>
                <a:t>时，</a:t>
              </a:r>
              <a:r>
                <a:rPr lang="en-US" altLang="zh-CN" sz="2400" dirty="0">
                  <a:solidFill>
                    <a:schemeClr val="tx1"/>
                  </a:solidFill>
                  <a:latin typeface="Arial" panose="020B0604020202020204" pitchFamily="34" charset="0"/>
                </a:rPr>
                <a:t>C</a:t>
              </a:r>
              <a:r>
                <a:rPr lang="zh-CN" altLang="en-US" sz="2400" dirty="0">
                  <a:solidFill>
                    <a:schemeClr val="tx1"/>
                  </a:solidFill>
                  <a:latin typeface="Arial" panose="020B0604020202020204" pitchFamily="34" charset="0"/>
                </a:rPr>
                <a:t>口有</a:t>
              </a:r>
              <a:r>
                <a:rPr lang="en-US" altLang="zh-CN" sz="2400" dirty="0">
                  <a:solidFill>
                    <a:schemeClr val="tx1"/>
                  </a:solidFill>
                  <a:latin typeface="Arial" panose="020B0604020202020204" pitchFamily="34" charset="0"/>
                </a:rPr>
                <a:t>5</a:t>
              </a:r>
              <a:r>
                <a:rPr lang="zh-CN" altLang="en-US" sz="2400" dirty="0">
                  <a:solidFill>
                    <a:schemeClr val="tx1"/>
                  </a:solidFill>
                  <a:latin typeface="Arial" panose="020B0604020202020204" pitchFamily="34" charset="0"/>
                </a:rPr>
                <a:t>根引脚作为</a:t>
              </a:r>
              <a:r>
                <a:rPr lang="en-US" altLang="zh-CN" sz="2400" dirty="0">
                  <a:solidFill>
                    <a:schemeClr val="tx1"/>
                  </a:solidFill>
                  <a:latin typeface="Arial" panose="020B0604020202020204" pitchFamily="34" charset="0"/>
                </a:rPr>
                <a:t>A</a:t>
              </a:r>
              <a:r>
                <a:rPr lang="zh-CN" altLang="en-US" sz="2400" dirty="0">
                  <a:solidFill>
                    <a:schemeClr val="tx1"/>
                  </a:solidFill>
                  <a:latin typeface="Arial" panose="020B0604020202020204" pitchFamily="34" charset="0"/>
                </a:rPr>
                <a:t>口的联络信号，是方式</a:t>
              </a:r>
              <a:r>
                <a:rPr lang="en-US" altLang="zh-CN" sz="2400" dirty="0">
                  <a:solidFill>
                    <a:schemeClr val="tx1"/>
                  </a:solidFill>
                  <a:latin typeface="Arial" panose="020B0604020202020204" pitchFamily="34" charset="0"/>
                </a:rPr>
                <a:t>1</a:t>
              </a:r>
              <a:r>
                <a:rPr lang="zh-CN" altLang="en-US" sz="2400" dirty="0">
                  <a:solidFill>
                    <a:schemeClr val="tx1"/>
                  </a:solidFill>
                  <a:latin typeface="Arial" panose="020B0604020202020204" pitchFamily="34" charset="0"/>
                </a:rPr>
                <a:t>下</a:t>
              </a:r>
              <a:r>
                <a:rPr lang="en-US" altLang="zh-CN" sz="2400" dirty="0">
                  <a:solidFill>
                    <a:schemeClr val="tx1"/>
                  </a:solidFill>
                  <a:latin typeface="Arial" panose="020B0604020202020204" pitchFamily="34" charset="0"/>
                </a:rPr>
                <a:t>A</a:t>
              </a:r>
              <a:r>
                <a:rPr lang="zh-CN" altLang="en-US" sz="2400" dirty="0">
                  <a:solidFill>
                    <a:schemeClr val="tx1"/>
                  </a:solidFill>
                  <a:latin typeface="Arial" panose="020B0604020202020204" pitchFamily="34" charset="0"/>
                </a:rPr>
                <a:t>口输入、输出联络信号的组合。</a:t>
              </a:r>
              <a:endParaRPr lang="zh-CN" altLang="en-US" sz="2400" dirty="0">
                <a:solidFill>
                  <a:schemeClr val="tx1"/>
                </a:solidFill>
                <a:latin typeface="Arial" panose="020B0604020202020204" pitchFamily="34" charset="0"/>
              </a:endParaRPr>
            </a:p>
          </p:txBody>
        </p:sp>
        <p:sp>
          <p:nvSpPr>
            <p:cNvPr id="191527" name="Text Box 58"/>
            <p:cNvSpPr txBox="1"/>
            <p:nvPr/>
          </p:nvSpPr>
          <p:spPr>
            <a:xfrm>
              <a:off x="576" y="3600"/>
              <a:ext cx="4368" cy="28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None/>
              </a:pPr>
              <a:r>
                <a:rPr lang="zh-CN" altLang="en-US" sz="2400" dirty="0">
                  <a:solidFill>
                    <a:schemeClr val="tx1"/>
                  </a:solidFill>
                  <a:latin typeface="Arial" panose="020B0604020202020204" pitchFamily="34" charset="0"/>
                </a:rPr>
                <a:t>方式</a:t>
              </a:r>
              <a:r>
                <a:rPr lang="en-US" altLang="zh-CN" sz="2400" dirty="0">
                  <a:solidFill>
                    <a:schemeClr val="tx1"/>
                  </a:solidFill>
                  <a:latin typeface="Arial" panose="020B0604020202020204" pitchFamily="34" charset="0"/>
                </a:rPr>
                <a:t>2</a:t>
              </a:r>
              <a:r>
                <a:rPr lang="zh-CN" altLang="en-US" sz="2400" dirty="0">
                  <a:solidFill>
                    <a:schemeClr val="tx1"/>
                  </a:solidFill>
                  <a:latin typeface="Arial" panose="020B0604020202020204" pitchFamily="34" charset="0"/>
                </a:rPr>
                <a:t>下的时序为方式</a:t>
              </a:r>
              <a:r>
                <a:rPr lang="en-US" altLang="zh-CN" sz="2400" dirty="0">
                  <a:solidFill>
                    <a:schemeClr val="tx1"/>
                  </a:solidFill>
                  <a:latin typeface="Arial" panose="020B0604020202020204" pitchFamily="34" charset="0"/>
                </a:rPr>
                <a:t>1</a:t>
              </a:r>
              <a:r>
                <a:rPr lang="zh-CN" altLang="en-US" sz="2400" dirty="0">
                  <a:solidFill>
                    <a:schemeClr val="tx1"/>
                  </a:solidFill>
                  <a:latin typeface="Arial" panose="020B0604020202020204" pitchFamily="34" charset="0"/>
                </a:rPr>
                <a:t>输入</a:t>
              </a:r>
              <a:r>
                <a:rPr lang="en-US" altLang="zh-CN" sz="2400" dirty="0">
                  <a:solidFill>
                    <a:schemeClr val="tx1"/>
                  </a:solidFill>
                  <a:latin typeface="Arial" panose="020B0604020202020204" pitchFamily="34" charset="0"/>
                </a:rPr>
                <a:t>/</a:t>
              </a:r>
              <a:r>
                <a:rPr lang="zh-CN" altLang="en-US" sz="2400" dirty="0">
                  <a:solidFill>
                    <a:schemeClr val="tx1"/>
                  </a:solidFill>
                  <a:latin typeface="Arial" panose="020B0604020202020204" pitchFamily="34" charset="0"/>
                </a:rPr>
                <a:t>输出两者的组合</a:t>
              </a:r>
              <a:r>
                <a:rPr lang="en-US" altLang="zh-CN" sz="2400" dirty="0">
                  <a:solidFill>
                    <a:schemeClr val="tx1"/>
                  </a:solidFill>
                  <a:latin typeface="Arial" panose="020B0604020202020204" pitchFamily="34" charset="0"/>
                </a:rPr>
                <a:t>(</a:t>
              </a:r>
              <a:r>
                <a:rPr lang="zh-CN" altLang="en-US" sz="2400" dirty="0">
                  <a:solidFill>
                    <a:schemeClr val="tx1"/>
                  </a:solidFill>
                  <a:latin typeface="Arial" panose="020B0604020202020204" pitchFamily="34" charset="0"/>
                </a:rPr>
                <a:t>略</a:t>
              </a:r>
              <a:r>
                <a:rPr lang="en-US" altLang="zh-CN" sz="2400" dirty="0">
                  <a:solidFill>
                    <a:schemeClr val="tx1"/>
                  </a:solidFill>
                  <a:latin typeface="Arial" panose="020B0604020202020204" pitchFamily="34" charset="0"/>
                </a:rPr>
                <a:t>)</a:t>
              </a:r>
              <a:endParaRPr lang="zh-CN" altLang="en-US" sz="2400" dirty="0">
                <a:solidFill>
                  <a:srgbClr val="FF3300"/>
                </a:solidFill>
                <a:latin typeface="Arial" panose="020B0604020202020204" pitchFamily="34" charset="0"/>
              </a:endParaRPr>
            </a:p>
          </p:txBody>
        </p:sp>
      </p:grpSp>
    </p:spTree>
  </p:cSld>
  <p:clrMapOvr>
    <a:masterClrMapping/>
  </p:clrMapOvr>
  <p:transition>
    <p:cover/>
  </p:transition>
</p:sld>
</file>

<file path=ppt/slides/slide1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193538" name="Rectangle 3"/>
          <p:cNvSpPr>
            <a:spLocks noGrp="1"/>
          </p:cNvSpPr>
          <p:nvPr>
            <p:ph type="title"/>
          </p:nvPr>
        </p:nvSpPr>
        <p:spPr>
          <a:xfrm>
            <a:off x="984250" y="231775"/>
            <a:ext cx="3613150" cy="555625"/>
          </a:xfrm>
        </p:spPr>
        <p:txBody>
          <a:bodyPr vert="horz" wrap="square" lIns="91440" tIns="45720" rIns="91440" bIns="45720" anchor="b" anchorCtr="0"/>
          <a:p>
            <a:r>
              <a:rPr lang="zh-CN" altLang="en-US" sz="3600" dirty="0"/>
              <a:t>方式</a:t>
            </a:r>
            <a:r>
              <a:rPr lang="en-US" altLang="zh-CN" sz="3600" dirty="0"/>
              <a:t>2</a:t>
            </a:r>
            <a:r>
              <a:rPr lang="zh-CN" altLang="en-US" sz="3600" dirty="0"/>
              <a:t>双向时序</a:t>
            </a:r>
            <a:endParaRPr lang="zh-CN" altLang="en-US" sz="3600" dirty="0"/>
          </a:p>
        </p:txBody>
      </p:sp>
      <p:grpSp>
        <p:nvGrpSpPr>
          <p:cNvPr id="193539" name="Group 123"/>
          <p:cNvGrpSpPr/>
          <p:nvPr/>
        </p:nvGrpSpPr>
        <p:grpSpPr>
          <a:xfrm>
            <a:off x="419100" y="900113"/>
            <a:ext cx="8113713" cy="5624512"/>
            <a:chOff x="42" y="463"/>
            <a:chExt cx="5111" cy="3543"/>
          </a:xfrm>
        </p:grpSpPr>
        <p:sp>
          <p:nvSpPr>
            <p:cNvPr id="193541" name="Rectangle 11"/>
            <p:cNvSpPr/>
            <p:nvPr/>
          </p:nvSpPr>
          <p:spPr>
            <a:xfrm>
              <a:off x="1428" y="3631"/>
              <a:ext cx="801" cy="257"/>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400" dirty="0">
                  <a:solidFill>
                    <a:srgbClr val="A50021"/>
                  </a:solidFill>
                  <a:latin typeface="Times New Roman" panose="02020603050405020304" pitchFamily="18" charset="0"/>
                  <a:ea typeface="宋体" panose="02010600030101010101" pitchFamily="2" charset="-122"/>
                </a:rPr>
                <a:t>data-out</a:t>
              </a:r>
              <a:endParaRPr lang="en-US" altLang="zh-CN" sz="2400" dirty="0">
                <a:solidFill>
                  <a:srgbClr val="A50021"/>
                </a:solidFill>
                <a:latin typeface="Times New Roman" panose="02020603050405020304" pitchFamily="18" charset="0"/>
                <a:ea typeface="宋体" panose="02010600030101010101" pitchFamily="2" charset="-122"/>
              </a:endParaRPr>
            </a:p>
          </p:txBody>
        </p:sp>
        <p:sp>
          <p:nvSpPr>
            <p:cNvPr id="193542" name="Rectangle 12"/>
            <p:cNvSpPr/>
            <p:nvPr/>
          </p:nvSpPr>
          <p:spPr>
            <a:xfrm>
              <a:off x="437" y="2805"/>
              <a:ext cx="619" cy="347"/>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0"/>
                </a:spcBef>
                <a:spcAft>
                  <a:spcPct val="0"/>
                </a:spcAft>
                <a:buClrTx/>
                <a:buSzTx/>
                <a:buNone/>
              </a:pPr>
              <a:r>
                <a:rPr lang="en-US" altLang="zh-CN" sz="2400" dirty="0">
                  <a:solidFill>
                    <a:schemeClr val="tx1"/>
                  </a:solidFill>
                  <a:latin typeface="Times New Roman" panose="02020603050405020304" pitchFamily="18" charset="0"/>
                  <a:ea typeface="宋体" panose="02010600030101010101" pitchFamily="2" charset="-122"/>
                </a:rPr>
                <a:t> </a:t>
              </a:r>
              <a:endParaRPr lang="en-US" altLang="zh-CN" sz="2400" dirty="0">
                <a:solidFill>
                  <a:schemeClr val="tx1"/>
                </a:solidFill>
                <a:latin typeface="Times New Roman" panose="02020603050405020304" pitchFamily="18" charset="0"/>
                <a:ea typeface="宋体" panose="02010600030101010101" pitchFamily="2" charset="-122"/>
              </a:endParaRPr>
            </a:p>
          </p:txBody>
        </p:sp>
        <p:sp>
          <p:nvSpPr>
            <p:cNvPr id="193543" name="Rectangle 13"/>
            <p:cNvSpPr/>
            <p:nvPr/>
          </p:nvSpPr>
          <p:spPr>
            <a:xfrm>
              <a:off x="535" y="463"/>
              <a:ext cx="618" cy="347"/>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00000"/>
                </a:lnSpc>
                <a:spcBef>
                  <a:spcPct val="0"/>
                </a:spcBef>
                <a:spcAft>
                  <a:spcPct val="0"/>
                </a:spcAft>
                <a:buClrTx/>
                <a:buSzTx/>
                <a:buNone/>
              </a:pPr>
              <a:r>
                <a:rPr lang="en-US" altLang="zh-CN" sz="2400" dirty="0">
                  <a:solidFill>
                    <a:schemeClr val="tx1"/>
                  </a:solidFill>
                  <a:latin typeface="Times New Roman" panose="02020603050405020304" pitchFamily="18" charset="0"/>
                  <a:ea typeface="宋体" panose="02010600030101010101" pitchFamily="2" charset="-122"/>
                </a:rPr>
                <a:t> </a:t>
              </a:r>
              <a:endParaRPr lang="en-US" altLang="zh-CN" sz="2400" dirty="0">
                <a:solidFill>
                  <a:schemeClr val="tx1"/>
                </a:solidFill>
                <a:latin typeface="Times New Roman" panose="02020603050405020304" pitchFamily="18" charset="0"/>
                <a:ea typeface="宋体" panose="02010600030101010101" pitchFamily="2" charset="-122"/>
              </a:endParaRPr>
            </a:p>
          </p:txBody>
        </p:sp>
        <p:sp>
          <p:nvSpPr>
            <p:cNvPr id="193544" name="Line 14"/>
            <p:cNvSpPr/>
            <p:nvPr/>
          </p:nvSpPr>
          <p:spPr>
            <a:xfrm>
              <a:off x="1493" y="530"/>
              <a:ext cx="1" cy="217"/>
            </a:xfrm>
            <a:prstGeom prst="line">
              <a:avLst/>
            </a:prstGeom>
            <a:ln w="28575" cap="flat" cmpd="sng">
              <a:solidFill>
                <a:srgbClr val="000000"/>
              </a:solidFill>
              <a:prstDash val="solid"/>
              <a:headEnd type="none" w="sm" len="sm"/>
              <a:tailEnd type="none" w="sm" len="sm"/>
            </a:ln>
          </p:spPr>
        </p:sp>
        <p:sp>
          <p:nvSpPr>
            <p:cNvPr id="193545" name="Line 15"/>
            <p:cNvSpPr/>
            <p:nvPr/>
          </p:nvSpPr>
          <p:spPr>
            <a:xfrm>
              <a:off x="1867" y="530"/>
              <a:ext cx="3254" cy="0"/>
            </a:xfrm>
            <a:prstGeom prst="line">
              <a:avLst/>
            </a:prstGeom>
            <a:ln w="28575" cap="flat" cmpd="sng">
              <a:solidFill>
                <a:srgbClr val="000000"/>
              </a:solidFill>
              <a:prstDash val="solid"/>
              <a:headEnd type="none" w="sm" len="sm"/>
              <a:tailEnd type="none" w="sm" len="sm"/>
            </a:ln>
          </p:spPr>
        </p:sp>
        <p:sp>
          <p:nvSpPr>
            <p:cNvPr id="193546" name="Line 16"/>
            <p:cNvSpPr/>
            <p:nvPr/>
          </p:nvSpPr>
          <p:spPr>
            <a:xfrm>
              <a:off x="1850" y="530"/>
              <a:ext cx="1" cy="217"/>
            </a:xfrm>
            <a:prstGeom prst="line">
              <a:avLst/>
            </a:prstGeom>
            <a:ln w="28575" cap="flat" cmpd="sng">
              <a:solidFill>
                <a:srgbClr val="000000"/>
              </a:solidFill>
              <a:prstDash val="solid"/>
              <a:headEnd type="none" w="sm" len="sm"/>
              <a:tailEnd type="none" w="sm" len="sm"/>
            </a:ln>
          </p:spPr>
        </p:sp>
        <p:sp>
          <p:nvSpPr>
            <p:cNvPr id="193547" name="Line 17"/>
            <p:cNvSpPr/>
            <p:nvPr/>
          </p:nvSpPr>
          <p:spPr>
            <a:xfrm>
              <a:off x="1509" y="735"/>
              <a:ext cx="359" cy="1"/>
            </a:xfrm>
            <a:prstGeom prst="line">
              <a:avLst/>
            </a:prstGeom>
            <a:ln w="28575" cap="flat" cmpd="sng">
              <a:solidFill>
                <a:srgbClr val="000000"/>
              </a:solidFill>
              <a:prstDash val="solid"/>
              <a:headEnd type="none" w="sm" len="sm"/>
              <a:tailEnd type="none" w="sm" len="sm"/>
            </a:ln>
          </p:spPr>
        </p:sp>
        <p:sp>
          <p:nvSpPr>
            <p:cNvPr id="193548" name="Line 18"/>
            <p:cNvSpPr/>
            <p:nvPr/>
          </p:nvSpPr>
          <p:spPr>
            <a:xfrm>
              <a:off x="1119" y="530"/>
              <a:ext cx="391" cy="0"/>
            </a:xfrm>
            <a:prstGeom prst="line">
              <a:avLst/>
            </a:prstGeom>
            <a:ln w="28575" cap="flat" cmpd="sng">
              <a:solidFill>
                <a:srgbClr val="000000"/>
              </a:solidFill>
              <a:prstDash val="solid"/>
              <a:headEnd type="none" w="sm" len="sm"/>
              <a:tailEnd type="none" w="sm" len="sm"/>
            </a:ln>
          </p:spPr>
        </p:sp>
        <p:sp>
          <p:nvSpPr>
            <p:cNvPr id="193549" name="Rectangle 19"/>
            <p:cNvSpPr/>
            <p:nvPr/>
          </p:nvSpPr>
          <p:spPr>
            <a:xfrm>
              <a:off x="470" y="1235"/>
              <a:ext cx="618" cy="347"/>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0"/>
                </a:spcBef>
                <a:spcAft>
                  <a:spcPct val="0"/>
                </a:spcAft>
                <a:buClrTx/>
                <a:buSzTx/>
                <a:buNone/>
              </a:pPr>
              <a:r>
                <a:rPr lang="en-US" altLang="zh-CN" sz="2400" dirty="0">
                  <a:solidFill>
                    <a:schemeClr val="tx1"/>
                  </a:solidFill>
                  <a:latin typeface="Times New Roman" panose="02020603050405020304" pitchFamily="18" charset="0"/>
                  <a:ea typeface="宋体" panose="02010600030101010101" pitchFamily="2" charset="-122"/>
                </a:rPr>
                <a:t>INTR</a:t>
              </a:r>
              <a:endParaRPr lang="en-US" altLang="zh-CN" sz="2400" dirty="0">
                <a:solidFill>
                  <a:schemeClr val="tx1"/>
                </a:solidFill>
                <a:latin typeface="Times New Roman" panose="02020603050405020304" pitchFamily="18" charset="0"/>
                <a:ea typeface="宋体" panose="02010600030101010101" pitchFamily="2" charset="-122"/>
              </a:endParaRPr>
            </a:p>
          </p:txBody>
        </p:sp>
        <p:sp>
          <p:nvSpPr>
            <p:cNvPr id="193550" name="Rectangle 20"/>
            <p:cNvSpPr/>
            <p:nvPr/>
          </p:nvSpPr>
          <p:spPr>
            <a:xfrm>
              <a:off x="344" y="849"/>
              <a:ext cx="748" cy="347"/>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0"/>
                </a:spcBef>
                <a:spcAft>
                  <a:spcPct val="0"/>
                </a:spcAft>
                <a:buClrTx/>
                <a:buSzTx/>
                <a:buNone/>
              </a:pPr>
              <a:r>
                <a:rPr lang="en-US" altLang="zh-CN" sz="2400" dirty="0">
                  <a:solidFill>
                    <a:schemeClr val="tx1"/>
                  </a:solidFill>
                  <a:latin typeface="Times New Roman" panose="02020603050405020304" pitchFamily="18" charset="0"/>
                  <a:ea typeface="宋体" panose="02010600030101010101" pitchFamily="2" charset="-122"/>
                </a:rPr>
                <a:t> </a:t>
              </a:r>
              <a:endParaRPr lang="en-US" altLang="zh-CN" sz="2400" dirty="0">
                <a:solidFill>
                  <a:schemeClr val="tx1"/>
                </a:solidFill>
                <a:latin typeface="Times New Roman" panose="02020603050405020304" pitchFamily="18" charset="0"/>
                <a:ea typeface="宋体" panose="02010600030101010101" pitchFamily="2" charset="-122"/>
              </a:endParaRPr>
            </a:p>
          </p:txBody>
        </p:sp>
        <p:sp>
          <p:nvSpPr>
            <p:cNvPr id="193551" name="Rectangle 21"/>
            <p:cNvSpPr/>
            <p:nvPr/>
          </p:nvSpPr>
          <p:spPr>
            <a:xfrm>
              <a:off x="486" y="1607"/>
              <a:ext cx="688" cy="347"/>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0"/>
                </a:spcBef>
                <a:spcAft>
                  <a:spcPct val="0"/>
                </a:spcAft>
                <a:buClrTx/>
                <a:buSzTx/>
                <a:buNone/>
              </a:pPr>
              <a:r>
                <a:rPr lang="en-US" altLang="zh-CN" sz="2400" dirty="0">
                  <a:solidFill>
                    <a:schemeClr val="tx1"/>
                  </a:solidFill>
                  <a:latin typeface="Times New Roman" panose="02020603050405020304" pitchFamily="18" charset="0"/>
                  <a:ea typeface="宋体" panose="02010600030101010101" pitchFamily="2" charset="-122"/>
                </a:rPr>
                <a:t> </a:t>
              </a:r>
              <a:endParaRPr lang="en-US" altLang="zh-CN" sz="2400" dirty="0">
                <a:solidFill>
                  <a:schemeClr val="tx1"/>
                </a:solidFill>
                <a:latin typeface="Times New Roman" panose="02020603050405020304" pitchFamily="18" charset="0"/>
                <a:ea typeface="宋体" panose="02010600030101010101" pitchFamily="2" charset="-122"/>
              </a:endParaRPr>
            </a:p>
          </p:txBody>
        </p:sp>
        <p:sp>
          <p:nvSpPr>
            <p:cNvPr id="193552" name="Line 22"/>
            <p:cNvSpPr/>
            <p:nvPr/>
          </p:nvSpPr>
          <p:spPr>
            <a:xfrm flipH="1">
              <a:off x="1932" y="906"/>
              <a:ext cx="5" cy="200"/>
            </a:xfrm>
            <a:prstGeom prst="line">
              <a:avLst/>
            </a:prstGeom>
            <a:ln w="28575" cap="flat" cmpd="sng">
              <a:solidFill>
                <a:srgbClr val="000000"/>
              </a:solidFill>
              <a:prstDash val="solid"/>
              <a:headEnd type="none" w="sm" len="sm"/>
              <a:tailEnd type="none" w="sm" len="sm"/>
            </a:ln>
          </p:spPr>
        </p:sp>
        <p:sp>
          <p:nvSpPr>
            <p:cNvPr id="193553" name="Line 23"/>
            <p:cNvSpPr/>
            <p:nvPr/>
          </p:nvSpPr>
          <p:spPr>
            <a:xfrm>
              <a:off x="1936" y="1105"/>
              <a:ext cx="1853" cy="1"/>
            </a:xfrm>
            <a:prstGeom prst="line">
              <a:avLst/>
            </a:prstGeom>
            <a:ln w="28575" cap="flat" cmpd="sng">
              <a:solidFill>
                <a:srgbClr val="000000"/>
              </a:solidFill>
              <a:prstDash val="solid"/>
              <a:headEnd type="none" w="sm" len="sm"/>
              <a:tailEnd type="none" w="sm" len="sm"/>
            </a:ln>
          </p:spPr>
        </p:sp>
        <p:sp>
          <p:nvSpPr>
            <p:cNvPr id="193554" name="Line 24"/>
            <p:cNvSpPr/>
            <p:nvPr/>
          </p:nvSpPr>
          <p:spPr>
            <a:xfrm flipV="1">
              <a:off x="3783" y="889"/>
              <a:ext cx="1" cy="217"/>
            </a:xfrm>
            <a:prstGeom prst="line">
              <a:avLst/>
            </a:prstGeom>
            <a:ln w="28575" cap="flat" cmpd="sng">
              <a:solidFill>
                <a:srgbClr val="000000"/>
              </a:solidFill>
              <a:prstDash val="solid"/>
              <a:headEnd type="none" w="sm" len="sm"/>
              <a:tailEnd type="none" w="sm" len="sm"/>
            </a:ln>
          </p:spPr>
        </p:sp>
        <p:sp>
          <p:nvSpPr>
            <p:cNvPr id="193555" name="Line 25"/>
            <p:cNvSpPr/>
            <p:nvPr/>
          </p:nvSpPr>
          <p:spPr>
            <a:xfrm flipH="1">
              <a:off x="3783" y="899"/>
              <a:ext cx="1321" cy="1"/>
            </a:xfrm>
            <a:prstGeom prst="line">
              <a:avLst/>
            </a:prstGeom>
            <a:ln w="28575" cap="flat" cmpd="sng">
              <a:solidFill>
                <a:srgbClr val="000000"/>
              </a:solidFill>
              <a:prstDash val="solid"/>
              <a:headEnd type="none" w="sm" len="sm"/>
              <a:tailEnd type="none" w="sm" len="sm"/>
            </a:ln>
          </p:spPr>
        </p:sp>
        <p:sp>
          <p:nvSpPr>
            <p:cNvPr id="193556" name="Line 26"/>
            <p:cNvSpPr/>
            <p:nvPr/>
          </p:nvSpPr>
          <p:spPr>
            <a:xfrm>
              <a:off x="1172" y="906"/>
              <a:ext cx="781" cy="1"/>
            </a:xfrm>
            <a:prstGeom prst="line">
              <a:avLst/>
            </a:prstGeom>
            <a:ln w="28575" cap="flat" cmpd="sng">
              <a:solidFill>
                <a:srgbClr val="000000"/>
              </a:solidFill>
              <a:prstDash val="solid"/>
              <a:headEnd type="none" w="sm" len="sm"/>
              <a:tailEnd type="none" w="sm" len="sm"/>
            </a:ln>
          </p:spPr>
        </p:sp>
        <p:sp>
          <p:nvSpPr>
            <p:cNvPr id="193557" name="Line 27"/>
            <p:cNvSpPr/>
            <p:nvPr/>
          </p:nvSpPr>
          <p:spPr>
            <a:xfrm>
              <a:off x="3215" y="1664"/>
              <a:ext cx="1" cy="201"/>
            </a:xfrm>
            <a:prstGeom prst="line">
              <a:avLst/>
            </a:prstGeom>
            <a:ln w="28575" cap="flat" cmpd="sng">
              <a:solidFill>
                <a:srgbClr val="000000"/>
              </a:solidFill>
              <a:prstDash val="solid"/>
              <a:headEnd type="none" w="sm" len="sm"/>
              <a:tailEnd type="none" w="sm" len="sm"/>
            </a:ln>
          </p:spPr>
        </p:sp>
        <p:sp>
          <p:nvSpPr>
            <p:cNvPr id="193558" name="Line 28"/>
            <p:cNvSpPr/>
            <p:nvPr/>
          </p:nvSpPr>
          <p:spPr>
            <a:xfrm flipH="1">
              <a:off x="3523" y="1664"/>
              <a:ext cx="6" cy="201"/>
            </a:xfrm>
            <a:prstGeom prst="line">
              <a:avLst/>
            </a:prstGeom>
            <a:ln w="28575" cap="flat" cmpd="sng">
              <a:solidFill>
                <a:srgbClr val="000000"/>
              </a:solidFill>
              <a:prstDash val="solid"/>
              <a:headEnd type="none" w="sm" len="sm"/>
              <a:tailEnd type="none" w="sm" len="sm"/>
            </a:ln>
          </p:spPr>
        </p:sp>
        <p:sp>
          <p:nvSpPr>
            <p:cNvPr id="193559" name="Line 29"/>
            <p:cNvSpPr/>
            <p:nvPr/>
          </p:nvSpPr>
          <p:spPr>
            <a:xfrm>
              <a:off x="3219" y="1864"/>
              <a:ext cx="326" cy="1"/>
            </a:xfrm>
            <a:prstGeom prst="line">
              <a:avLst/>
            </a:prstGeom>
            <a:ln w="28575" cap="flat" cmpd="sng">
              <a:solidFill>
                <a:srgbClr val="000000"/>
              </a:solidFill>
              <a:prstDash val="solid"/>
              <a:headEnd type="none" w="sm" len="sm"/>
              <a:tailEnd type="none" w="sm" len="sm"/>
            </a:ln>
          </p:spPr>
        </p:sp>
        <p:sp>
          <p:nvSpPr>
            <p:cNvPr id="193560" name="Line 30"/>
            <p:cNvSpPr/>
            <p:nvPr/>
          </p:nvSpPr>
          <p:spPr>
            <a:xfrm>
              <a:off x="1676" y="743"/>
              <a:ext cx="1" cy="2897"/>
            </a:xfrm>
            <a:prstGeom prst="line">
              <a:avLst/>
            </a:prstGeom>
            <a:ln w="28575" cap="flat" cmpd="sng">
              <a:solidFill>
                <a:srgbClr val="A50021"/>
              </a:solidFill>
              <a:prstDash val="solid"/>
              <a:headEnd type="none" w="sm" len="sm"/>
              <a:tailEnd type="arrow" w="sm" len="sm"/>
            </a:ln>
          </p:spPr>
        </p:sp>
        <p:sp>
          <p:nvSpPr>
            <p:cNvPr id="193561" name="Line 31"/>
            <p:cNvSpPr/>
            <p:nvPr/>
          </p:nvSpPr>
          <p:spPr>
            <a:xfrm>
              <a:off x="3365" y="1860"/>
              <a:ext cx="1" cy="1"/>
            </a:xfrm>
            <a:prstGeom prst="line">
              <a:avLst/>
            </a:prstGeom>
            <a:ln w="28575" cap="flat" cmpd="sng">
              <a:solidFill>
                <a:srgbClr val="000000"/>
              </a:solidFill>
              <a:prstDash val="solid"/>
              <a:headEnd type="none" w="sm" len="sm"/>
              <a:tailEnd type="none" w="sm" len="sm"/>
            </a:ln>
          </p:spPr>
        </p:sp>
        <p:sp>
          <p:nvSpPr>
            <p:cNvPr id="193562" name="Line 32"/>
            <p:cNvSpPr/>
            <p:nvPr/>
          </p:nvSpPr>
          <p:spPr>
            <a:xfrm>
              <a:off x="2261" y="2303"/>
              <a:ext cx="1" cy="1"/>
            </a:xfrm>
            <a:prstGeom prst="line">
              <a:avLst/>
            </a:prstGeom>
            <a:ln w="28575" cap="flat" cmpd="sng">
              <a:solidFill>
                <a:srgbClr val="000000"/>
              </a:solidFill>
              <a:prstDash val="solid"/>
              <a:headEnd type="none" w="sm" len="sm"/>
              <a:tailEnd type="none" w="sm" len="sm"/>
            </a:ln>
          </p:spPr>
        </p:sp>
        <p:grpSp>
          <p:nvGrpSpPr>
            <p:cNvPr id="193563" name="Group 33"/>
            <p:cNvGrpSpPr/>
            <p:nvPr/>
          </p:nvGrpSpPr>
          <p:grpSpPr>
            <a:xfrm>
              <a:off x="1270" y="3660"/>
              <a:ext cx="227" cy="187"/>
              <a:chOff x="0" y="0"/>
              <a:chExt cx="20000" cy="20000"/>
            </a:xfrm>
          </p:grpSpPr>
          <p:sp>
            <p:nvSpPr>
              <p:cNvPr id="193650" name="Line 34"/>
              <p:cNvSpPr/>
              <p:nvPr/>
            </p:nvSpPr>
            <p:spPr>
              <a:xfrm flipH="1">
                <a:off x="0" y="0"/>
                <a:ext cx="20000" cy="11273"/>
              </a:xfrm>
              <a:prstGeom prst="line">
                <a:avLst/>
              </a:prstGeom>
              <a:ln w="28575" cap="flat" cmpd="sng">
                <a:solidFill>
                  <a:srgbClr val="000000"/>
                </a:solidFill>
                <a:prstDash val="solid"/>
                <a:headEnd type="none" w="sm" len="sm"/>
                <a:tailEnd type="none" w="sm" len="sm"/>
              </a:ln>
            </p:spPr>
          </p:sp>
          <p:sp>
            <p:nvSpPr>
              <p:cNvPr id="193651" name="Line 35"/>
              <p:cNvSpPr/>
              <p:nvPr/>
            </p:nvSpPr>
            <p:spPr>
              <a:xfrm flipH="1" flipV="1">
                <a:off x="0" y="8707"/>
                <a:ext cx="20000" cy="11293"/>
              </a:xfrm>
              <a:prstGeom prst="line">
                <a:avLst/>
              </a:prstGeom>
              <a:ln w="28575" cap="flat" cmpd="sng">
                <a:solidFill>
                  <a:srgbClr val="000000"/>
                </a:solidFill>
                <a:prstDash val="solid"/>
                <a:headEnd type="none" w="sm" len="sm"/>
                <a:tailEnd type="none" w="sm" len="sm"/>
              </a:ln>
            </p:spPr>
          </p:sp>
        </p:grpSp>
        <p:grpSp>
          <p:nvGrpSpPr>
            <p:cNvPr id="193564" name="Group 36"/>
            <p:cNvGrpSpPr/>
            <p:nvPr/>
          </p:nvGrpSpPr>
          <p:grpSpPr>
            <a:xfrm>
              <a:off x="1503" y="3658"/>
              <a:ext cx="596" cy="193"/>
              <a:chOff x="0" y="0"/>
              <a:chExt cx="20000" cy="20010"/>
            </a:xfrm>
          </p:grpSpPr>
          <p:sp>
            <p:nvSpPr>
              <p:cNvPr id="193648" name="Line 37"/>
              <p:cNvSpPr/>
              <p:nvPr/>
            </p:nvSpPr>
            <p:spPr>
              <a:xfrm>
                <a:off x="0" y="0"/>
                <a:ext cx="20000" cy="104"/>
              </a:xfrm>
              <a:prstGeom prst="line">
                <a:avLst/>
              </a:prstGeom>
              <a:ln w="28575" cap="flat" cmpd="sng">
                <a:solidFill>
                  <a:srgbClr val="000000"/>
                </a:solidFill>
                <a:prstDash val="solid"/>
                <a:headEnd type="none" w="sm" len="sm"/>
                <a:tailEnd type="none" w="sm" len="sm"/>
              </a:ln>
            </p:spPr>
          </p:sp>
          <p:sp>
            <p:nvSpPr>
              <p:cNvPr id="193649" name="Line 38"/>
              <p:cNvSpPr/>
              <p:nvPr/>
            </p:nvSpPr>
            <p:spPr>
              <a:xfrm>
                <a:off x="0" y="19906"/>
                <a:ext cx="20000" cy="104"/>
              </a:xfrm>
              <a:prstGeom prst="line">
                <a:avLst/>
              </a:prstGeom>
              <a:ln w="28575" cap="flat" cmpd="sng">
                <a:solidFill>
                  <a:srgbClr val="000000"/>
                </a:solidFill>
                <a:prstDash val="solid"/>
                <a:headEnd type="none" w="sm" len="sm"/>
                <a:tailEnd type="none" w="sm" len="sm"/>
              </a:ln>
            </p:spPr>
          </p:sp>
        </p:grpSp>
        <p:grpSp>
          <p:nvGrpSpPr>
            <p:cNvPr id="193565" name="Group 39"/>
            <p:cNvGrpSpPr/>
            <p:nvPr/>
          </p:nvGrpSpPr>
          <p:grpSpPr>
            <a:xfrm>
              <a:off x="2083" y="3660"/>
              <a:ext cx="228" cy="187"/>
              <a:chOff x="0" y="0"/>
              <a:chExt cx="20000" cy="20000"/>
            </a:xfrm>
          </p:grpSpPr>
          <p:sp>
            <p:nvSpPr>
              <p:cNvPr id="193646" name="Line 40"/>
              <p:cNvSpPr/>
              <p:nvPr/>
            </p:nvSpPr>
            <p:spPr>
              <a:xfrm>
                <a:off x="0" y="0"/>
                <a:ext cx="20000" cy="11284"/>
              </a:xfrm>
              <a:prstGeom prst="line">
                <a:avLst/>
              </a:prstGeom>
              <a:ln w="28575" cap="flat" cmpd="sng">
                <a:solidFill>
                  <a:srgbClr val="000000"/>
                </a:solidFill>
                <a:prstDash val="solid"/>
                <a:headEnd type="none" w="sm" len="sm"/>
                <a:tailEnd type="none" w="sm" len="sm"/>
              </a:ln>
            </p:spPr>
          </p:sp>
          <p:sp>
            <p:nvSpPr>
              <p:cNvPr id="193647" name="Line 41"/>
              <p:cNvSpPr/>
              <p:nvPr/>
            </p:nvSpPr>
            <p:spPr>
              <a:xfrm flipV="1">
                <a:off x="0" y="8716"/>
                <a:ext cx="20000" cy="11284"/>
              </a:xfrm>
              <a:prstGeom prst="line">
                <a:avLst/>
              </a:prstGeom>
              <a:ln w="28575" cap="flat" cmpd="sng">
                <a:solidFill>
                  <a:srgbClr val="000000"/>
                </a:solidFill>
                <a:prstDash val="solid"/>
                <a:headEnd type="none" w="sm" len="sm"/>
                <a:tailEnd type="none" w="sm" len="sm"/>
              </a:ln>
            </p:spPr>
          </p:sp>
        </p:grpSp>
        <p:sp>
          <p:nvSpPr>
            <p:cNvPr id="193566" name="Line 42"/>
            <p:cNvSpPr/>
            <p:nvPr/>
          </p:nvSpPr>
          <p:spPr>
            <a:xfrm flipH="1">
              <a:off x="1043" y="3753"/>
              <a:ext cx="244" cy="1"/>
            </a:xfrm>
            <a:prstGeom prst="line">
              <a:avLst/>
            </a:prstGeom>
            <a:ln w="28575" cap="flat" cmpd="sng">
              <a:solidFill>
                <a:srgbClr val="000000"/>
              </a:solidFill>
              <a:prstDash val="solid"/>
              <a:headEnd type="none" w="sm" len="sm"/>
              <a:tailEnd type="none" w="sm" len="sm"/>
            </a:ln>
          </p:spPr>
        </p:sp>
        <p:sp>
          <p:nvSpPr>
            <p:cNvPr id="193567" name="Line 43"/>
            <p:cNvSpPr/>
            <p:nvPr/>
          </p:nvSpPr>
          <p:spPr>
            <a:xfrm flipH="1">
              <a:off x="2261" y="3753"/>
              <a:ext cx="1658" cy="1"/>
            </a:xfrm>
            <a:prstGeom prst="line">
              <a:avLst/>
            </a:prstGeom>
            <a:ln w="28575" cap="flat" cmpd="sng">
              <a:solidFill>
                <a:srgbClr val="000000"/>
              </a:solidFill>
              <a:prstDash val="solid"/>
              <a:headEnd type="none" w="sm" len="sm"/>
              <a:tailEnd type="none" w="sm" len="sm"/>
            </a:ln>
          </p:spPr>
        </p:sp>
        <p:sp>
          <p:nvSpPr>
            <p:cNvPr id="193568" name="Rectangle 44"/>
            <p:cNvSpPr/>
            <p:nvPr/>
          </p:nvSpPr>
          <p:spPr>
            <a:xfrm>
              <a:off x="3036" y="3311"/>
              <a:ext cx="801" cy="257"/>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400" dirty="0">
                  <a:solidFill>
                    <a:srgbClr val="A50021"/>
                  </a:solidFill>
                  <a:latin typeface="Times New Roman" panose="02020603050405020304" pitchFamily="18" charset="0"/>
                  <a:ea typeface="宋体" panose="02010600030101010101" pitchFamily="2" charset="-122"/>
                </a:rPr>
                <a:t>data-out</a:t>
              </a:r>
              <a:endParaRPr lang="en-US" altLang="zh-CN" sz="2400" dirty="0">
                <a:solidFill>
                  <a:srgbClr val="A50021"/>
                </a:solidFill>
                <a:latin typeface="Times New Roman" panose="02020603050405020304" pitchFamily="18" charset="0"/>
                <a:ea typeface="宋体" panose="02010600030101010101" pitchFamily="2" charset="-122"/>
              </a:endParaRPr>
            </a:p>
          </p:txBody>
        </p:sp>
        <p:sp>
          <p:nvSpPr>
            <p:cNvPr id="193569" name="Rectangle 45"/>
            <p:cNvSpPr/>
            <p:nvPr/>
          </p:nvSpPr>
          <p:spPr>
            <a:xfrm>
              <a:off x="4027" y="3643"/>
              <a:ext cx="720" cy="257"/>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400" dirty="0">
                  <a:latin typeface="Times New Roman" panose="02020603050405020304" pitchFamily="18" charset="0"/>
                  <a:ea typeface="宋体" panose="02010600030101010101" pitchFamily="2" charset="-122"/>
                </a:rPr>
                <a:t>data-in</a:t>
              </a:r>
              <a:endParaRPr lang="en-US" altLang="zh-CN" sz="2400" dirty="0">
                <a:latin typeface="Times New Roman" panose="02020603050405020304" pitchFamily="18" charset="0"/>
                <a:ea typeface="宋体" panose="02010600030101010101" pitchFamily="2" charset="-122"/>
              </a:endParaRPr>
            </a:p>
          </p:txBody>
        </p:sp>
        <p:sp>
          <p:nvSpPr>
            <p:cNvPr id="193570" name="Rectangle 46"/>
            <p:cNvSpPr/>
            <p:nvPr/>
          </p:nvSpPr>
          <p:spPr>
            <a:xfrm>
              <a:off x="1948" y="3311"/>
              <a:ext cx="720" cy="257"/>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400" dirty="0">
                  <a:latin typeface="Times New Roman" panose="02020603050405020304" pitchFamily="18" charset="0"/>
                  <a:ea typeface="宋体" panose="02010600030101010101" pitchFamily="2" charset="-122"/>
                </a:rPr>
                <a:t>data-in</a:t>
              </a:r>
              <a:endParaRPr lang="en-US" altLang="zh-CN" sz="2400" dirty="0">
                <a:latin typeface="Times New Roman" panose="02020603050405020304" pitchFamily="18" charset="0"/>
                <a:ea typeface="宋体" panose="02010600030101010101" pitchFamily="2" charset="-122"/>
              </a:endParaRPr>
            </a:p>
          </p:txBody>
        </p:sp>
        <p:sp>
          <p:nvSpPr>
            <p:cNvPr id="193571" name="Rectangle 47"/>
            <p:cNvSpPr/>
            <p:nvPr/>
          </p:nvSpPr>
          <p:spPr>
            <a:xfrm>
              <a:off x="42" y="3305"/>
              <a:ext cx="1089" cy="347"/>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400" dirty="0">
                  <a:solidFill>
                    <a:schemeClr val="tx1"/>
                  </a:solidFill>
                  <a:latin typeface="Times New Roman" panose="02020603050405020304" pitchFamily="18" charset="0"/>
                  <a:ea typeface="宋体" panose="02010600030101010101" pitchFamily="2" charset="-122"/>
                </a:rPr>
                <a:t>PA</a:t>
              </a:r>
              <a:r>
                <a:rPr lang="en-US" altLang="zh-CN" sz="2400" baseline="-25000" dirty="0">
                  <a:solidFill>
                    <a:schemeClr val="tx1"/>
                  </a:solidFill>
                  <a:latin typeface="Times New Roman" panose="02020603050405020304" pitchFamily="18" charset="0"/>
                  <a:ea typeface="宋体" panose="02010600030101010101" pitchFamily="2" charset="-122"/>
                </a:rPr>
                <a:t>0</a:t>
              </a:r>
              <a:r>
                <a:rPr lang="zh-CN" altLang="en-US" sz="2400" dirty="0">
                  <a:solidFill>
                    <a:schemeClr val="tx1"/>
                  </a:solidFill>
                  <a:latin typeface="Times New Roman" panose="02020603050405020304" pitchFamily="18" charset="0"/>
                  <a:ea typeface="宋体" panose="02010600030101010101" pitchFamily="2" charset="-122"/>
                </a:rPr>
                <a:t>～</a:t>
              </a:r>
              <a:r>
                <a:rPr lang="en-US" altLang="zh-CN" sz="2400" dirty="0">
                  <a:solidFill>
                    <a:schemeClr val="tx1"/>
                  </a:solidFill>
                  <a:latin typeface="Times New Roman" panose="02020603050405020304" pitchFamily="18" charset="0"/>
                  <a:ea typeface="宋体" panose="02010600030101010101" pitchFamily="2" charset="-122"/>
                </a:rPr>
                <a:t>PA</a:t>
              </a:r>
              <a:r>
                <a:rPr lang="en-US" altLang="zh-CN" sz="2400" baseline="-25000" dirty="0">
                  <a:solidFill>
                    <a:schemeClr val="tx1"/>
                  </a:solidFill>
                  <a:latin typeface="Times New Roman" panose="02020603050405020304" pitchFamily="18" charset="0"/>
                  <a:ea typeface="宋体" panose="02010600030101010101" pitchFamily="2" charset="-122"/>
                </a:rPr>
                <a:t>7</a:t>
              </a:r>
              <a:endParaRPr lang="en-US" altLang="zh-CN" sz="2400" dirty="0">
                <a:solidFill>
                  <a:schemeClr val="tx1"/>
                </a:solidFill>
                <a:latin typeface="Times New Roman" panose="02020603050405020304" pitchFamily="18" charset="0"/>
                <a:ea typeface="宋体" panose="02010600030101010101" pitchFamily="2" charset="-122"/>
              </a:endParaRPr>
            </a:p>
          </p:txBody>
        </p:sp>
        <p:sp>
          <p:nvSpPr>
            <p:cNvPr id="193572" name="Rectangle 48"/>
            <p:cNvSpPr/>
            <p:nvPr/>
          </p:nvSpPr>
          <p:spPr>
            <a:xfrm>
              <a:off x="337" y="3659"/>
              <a:ext cx="720" cy="347"/>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400" dirty="0">
                  <a:solidFill>
                    <a:schemeClr val="tx1"/>
                  </a:solidFill>
                  <a:latin typeface="Times New Roman" panose="02020603050405020304" pitchFamily="18" charset="0"/>
                  <a:ea typeface="宋体" panose="02010600030101010101" pitchFamily="2" charset="-122"/>
                </a:rPr>
                <a:t>D</a:t>
              </a:r>
              <a:r>
                <a:rPr lang="en-US" altLang="zh-CN" sz="2400" baseline="-25000" dirty="0">
                  <a:solidFill>
                    <a:schemeClr val="tx1"/>
                  </a:solidFill>
                  <a:latin typeface="Times New Roman" panose="02020603050405020304" pitchFamily="18" charset="0"/>
                  <a:ea typeface="宋体" panose="02010600030101010101" pitchFamily="2" charset="-122"/>
                </a:rPr>
                <a:t>0</a:t>
              </a:r>
              <a:r>
                <a:rPr lang="zh-CN" altLang="en-US" sz="2400" dirty="0">
                  <a:solidFill>
                    <a:schemeClr val="tx1"/>
                  </a:solidFill>
                  <a:latin typeface="Times New Roman" panose="02020603050405020304" pitchFamily="18" charset="0"/>
                  <a:ea typeface="宋体" panose="02010600030101010101" pitchFamily="2" charset="-122"/>
                </a:rPr>
                <a:t>～</a:t>
              </a:r>
              <a:r>
                <a:rPr lang="en-US" altLang="zh-CN" sz="2400" dirty="0">
                  <a:solidFill>
                    <a:schemeClr val="tx1"/>
                  </a:solidFill>
                  <a:latin typeface="Times New Roman" panose="02020603050405020304" pitchFamily="18" charset="0"/>
                  <a:ea typeface="宋体" panose="02010600030101010101" pitchFamily="2" charset="-122"/>
                </a:rPr>
                <a:t>D</a:t>
              </a:r>
              <a:r>
                <a:rPr lang="en-US" altLang="zh-CN" sz="2400" baseline="-25000" dirty="0">
                  <a:solidFill>
                    <a:schemeClr val="tx1"/>
                  </a:solidFill>
                  <a:latin typeface="Times New Roman" panose="02020603050405020304" pitchFamily="18" charset="0"/>
                  <a:ea typeface="宋体" panose="02010600030101010101" pitchFamily="2" charset="-122"/>
                </a:rPr>
                <a:t>7</a:t>
              </a:r>
              <a:endParaRPr lang="en-US" altLang="zh-CN" sz="2400" dirty="0">
                <a:solidFill>
                  <a:schemeClr val="tx1"/>
                </a:solidFill>
                <a:latin typeface="Times New Roman" panose="02020603050405020304" pitchFamily="18" charset="0"/>
                <a:ea typeface="宋体" panose="02010600030101010101" pitchFamily="2" charset="-122"/>
              </a:endParaRPr>
            </a:p>
          </p:txBody>
        </p:sp>
        <p:sp>
          <p:nvSpPr>
            <p:cNvPr id="193573" name="Line 49"/>
            <p:cNvSpPr/>
            <p:nvPr/>
          </p:nvSpPr>
          <p:spPr>
            <a:xfrm flipH="1">
              <a:off x="1461" y="1292"/>
              <a:ext cx="5" cy="200"/>
            </a:xfrm>
            <a:prstGeom prst="line">
              <a:avLst/>
            </a:prstGeom>
            <a:ln w="28575" cap="flat" cmpd="sng">
              <a:solidFill>
                <a:srgbClr val="000000"/>
              </a:solidFill>
              <a:prstDash val="solid"/>
              <a:headEnd type="none" w="sm" len="sm"/>
              <a:tailEnd type="none" w="sm" len="sm"/>
            </a:ln>
          </p:spPr>
        </p:sp>
        <p:sp>
          <p:nvSpPr>
            <p:cNvPr id="193574" name="Line 50"/>
            <p:cNvSpPr/>
            <p:nvPr/>
          </p:nvSpPr>
          <p:spPr>
            <a:xfrm>
              <a:off x="1465" y="1491"/>
              <a:ext cx="1008" cy="1"/>
            </a:xfrm>
            <a:prstGeom prst="line">
              <a:avLst/>
            </a:prstGeom>
            <a:ln w="28575" cap="flat" cmpd="sng">
              <a:solidFill>
                <a:srgbClr val="000000"/>
              </a:solidFill>
              <a:prstDash val="solid"/>
              <a:headEnd type="none" w="sm" len="sm"/>
              <a:tailEnd type="none" w="sm" len="sm"/>
            </a:ln>
          </p:spPr>
        </p:sp>
        <p:sp>
          <p:nvSpPr>
            <p:cNvPr id="193575" name="Line 51"/>
            <p:cNvSpPr/>
            <p:nvPr/>
          </p:nvSpPr>
          <p:spPr>
            <a:xfrm flipV="1">
              <a:off x="2451" y="1288"/>
              <a:ext cx="1" cy="204"/>
            </a:xfrm>
            <a:prstGeom prst="line">
              <a:avLst/>
            </a:prstGeom>
            <a:ln w="28575" cap="flat" cmpd="sng">
              <a:solidFill>
                <a:srgbClr val="000000"/>
              </a:solidFill>
              <a:prstDash val="solid"/>
              <a:headEnd type="none" w="sm" len="sm"/>
              <a:tailEnd type="none" w="sm" len="sm"/>
            </a:ln>
          </p:spPr>
        </p:sp>
        <p:sp>
          <p:nvSpPr>
            <p:cNvPr id="193576" name="Line 52"/>
            <p:cNvSpPr/>
            <p:nvPr/>
          </p:nvSpPr>
          <p:spPr>
            <a:xfrm flipH="1">
              <a:off x="2439" y="1292"/>
              <a:ext cx="2649" cy="0"/>
            </a:xfrm>
            <a:prstGeom prst="line">
              <a:avLst/>
            </a:prstGeom>
            <a:ln w="28575" cap="flat" cmpd="sng">
              <a:solidFill>
                <a:srgbClr val="000000"/>
              </a:solidFill>
              <a:prstDash val="solid"/>
              <a:headEnd type="none" w="sm" len="sm"/>
              <a:tailEnd type="none" w="sm" len="sm"/>
            </a:ln>
          </p:spPr>
        </p:sp>
        <p:sp>
          <p:nvSpPr>
            <p:cNvPr id="193577" name="Line 53"/>
            <p:cNvSpPr/>
            <p:nvPr/>
          </p:nvSpPr>
          <p:spPr>
            <a:xfrm>
              <a:off x="1189" y="1292"/>
              <a:ext cx="293" cy="0"/>
            </a:xfrm>
            <a:prstGeom prst="line">
              <a:avLst/>
            </a:prstGeom>
            <a:ln w="28575" cap="flat" cmpd="sng">
              <a:solidFill>
                <a:srgbClr val="000000"/>
              </a:solidFill>
              <a:prstDash val="solid"/>
              <a:headEnd type="none" w="sm" len="sm"/>
              <a:tailEnd type="none" w="sm" len="sm"/>
            </a:ln>
          </p:spPr>
        </p:sp>
        <p:sp>
          <p:nvSpPr>
            <p:cNvPr id="193578" name="Line 54"/>
            <p:cNvSpPr/>
            <p:nvPr/>
          </p:nvSpPr>
          <p:spPr>
            <a:xfrm>
              <a:off x="2078" y="2100"/>
              <a:ext cx="1" cy="217"/>
            </a:xfrm>
            <a:prstGeom prst="line">
              <a:avLst/>
            </a:prstGeom>
            <a:ln w="28575" cap="flat" cmpd="sng">
              <a:solidFill>
                <a:srgbClr val="000000"/>
              </a:solidFill>
              <a:prstDash val="solid"/>
              <a:headEnd type="none" w="sm" len="sm"/>
              <a:tailEnd type="none" w="sm" len="sm"/>
            </a:ln>
          </p:spPr>
        </p:sp>
        <p:sp>
          <p:nvSpPr>
            <p:cNvPr id="193579" name="Line 55"/>
            <p:cNvSpPr/>
            <p:nvPr/>
          </p:nvSpPr>
          <p:spPr>
            <a:xfrm>
              <a:off x="2451" y="2100"/>
              <a:ext cx="2605" cy="1"/>
            </a:xfrm>
            <a:prstGeom prst="line">
              <a:avLst/>
            </a:prstGeom>
            <a:ln w="28575" cap="flat" cmpd="sng">
              <a:solidFill>
                <a:srgbClr val="000000"/>
              </a:solidFill>
              <a:prstDash val="solid"/>
              <a:headEnd type="none" w="sm" len="sm"/>
              <a:tailEnd type="none" w="sm" len="sm"/>
            </a:ln>
          </p:spPr>
        </p:sp>
        <p:sp>
          <p:nvSpPr>
            <p:cNvPr id="193580" name="Line 56"/>
            <p:cNvSpPr/>
            <p:nvPr/>
          </p:nvSpPr>
          <p:spPr>
            <a:xfrm>
              <a:off x="2435" y="2100"/>
              <a:ext cx="1" cy="217"/>
            </a:xfrm>
            <a:prstGeom prst="line">
              <a:avLst/>
            </a:prstGeom>
            <a:ln w="28575" cap="flat" cmpd="sng">
              <a:solidFill>
                <a:srgbClr val="000000"/>
              </a:solidFill>
              <a:prstDash val="solid"/>
              <a:headEnd type="none" w="sm" len="sm"/>
              <a:tailEnd type="none" w="sm" len="sm"/>
            </a:ln>
          </p:spPr>
        </p:sp>
        <p:sp>
          <p:nvSpPr>
            <p:cNvPr id="193581" name="Line 57"/>
            <p:cNvSpPr/>
            <p:nvPr/>
          </p:nvSpPr>
          <p:spPr>
            <a:xfrm>
              <a:off x="2078" y="2305"/>
              <a:ext cx="358" cy="1"/>
            </a:xfrm>
            <a:prstGeom prst="line">
              <a:avLst/>
            </a:prstGeom>
            <a:ln w="28575" cap="flat" cmpd="sng">
              <a:solidFill>
                <a:srgbClr val="000000"/>
              </a:solidFill>
              <a:prstDash val="solid"/>
              <a:headEnd type="none" w="sm" len="sm"/>
              <a:tailEnd type="none" w="sm" len="sm"/>
            </a:ln>
          </p:spPr>
        </p:sp>
        <p:sp>
          <p:nvSpPr>
            <p:cNvPr id="193582" name="Line 58"/>
            <p:cNvSpPr/>
            <p:nvPr/>
          </p:nvSpPr>
          <p:spPr>
            <a:xfrm>
              <a:off x="1087" y="2100"/>
              <a:ext cx="996" cy="1"/>
            </a:xfrm>
            <a:prstGeom prst="line">
              <a:avLst/>
            </a:prstGeom>
            <a:ln w="28575" cap="flat" cmpd="sng">
              <a:solidFill>
                <a:srgbClr val="000000"/>
              </a:solidFill>
              <a:prstDash val="solid"/>
              <a:headEnd type="none" w="sm" len="sm"/>
              <a:tailEnd type="none" w="sm" len="sm"/>
            </a:ln>
          </p:spPr>
        </p:sp>
        <p:sp>
          <p:nvSpPr>
            <p:cNvPr id="193583" name="Rectangle 59"/>
            <p:cNvSpPr/>
            <p:nvPr/>
          </p:nvSpPr>
          <p:spPr>
            <a:xfrm>
              <a:off x="366" y="2525"/>
              <a:ext cx="618" cy="347"/>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0"/>
                </a:spcBef>
                <a:spcAft>
                  <a:spcPct val="0"/>
                </a:spcAft>
                <a:buClrTx/>
                <a:buSzTx/>
                <a:buNone/>
              </a:pPr>
              <a:r>
                <a:rPr lang="en-US" altLang="zh-CN" sz="2400" dirty="0">
                  <a:solidFill>
                    <a:schemeClr val="tx1"/>
                  </a:solidFill>
                  <a:latin typeface="Times New Roman" panose="02020603050405020304" pitchFamily="18" charset="0"/>
                  <a:ea typeface="宋体" panose="02010600030101010101" pitchFamily="2" charset="-122"/>
                </a:rPr>
                <a:t>IBF</a:t>
              </a:r>
              <a:endParaRPr lang="en-US" altLang="zh-CN" sz="2400" dirty="0">
                <a:solidFill>
                  <a:schemeClr val="tx1"/>
                </a:solidFill>
                <a:latin typeface="Times New Roman" panose="02020603050405020304" pitchFamily="18" charset="0"/>
                <a:ea typeface="宋体" panose="02010600030101010101" pitchFamily="2" charset="-122"/>
              </a:endParaRPr>
            </a:p>
          </p:txBody>
        </p:sp>
        <p:sp>
          <p:nvSpPr>
            <p:cNvPr id="193584" name="Rectangle 60"/>
            <p:cNvSpPr/>
            <p:nvPr/>
          </p:nvSpPr>
          <p:spPr>
            <a:xfrm>
              <a:off x="502" y="2033"/>
              <a:ext cx="619" cy="347"/>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0"/>
                </a:spcBef>
                <a:spcAft>
                  <a:spcPct val="0"/>
                </a:spcAft>
                <a:buClrTx/>
                <a:buSzTx/>
                <a:buNone/>
              </a:pPr>
              <a:r>
                <a:rPr lang="en-US" altLang="zh-CN" sz="2400" dirty="0">
                  <a:solidFill>
                    <a:schemeClr val="tx1"/>
                  </a:solidFill>
                  <a:latin typeface="Times New Roman" panose="02020603050405020304" pitchFamily="18" charset="0"/>
                  <a:ea typeface="宋体" panose="02010600030101010101" pitchFamily="2" charset="-122"/>
                </a:rPr>
                <a:t> </a:t>
              </a:r>
              <a:endParaRPr lang="en-US" altLang="zh-CN" sz="2400" dirty="0">
                <a:solidFill>
                  <a:schemeClr val="tx1"/>
                </a:solidFill>
                <a:latin typeface="Times New Roman" panose="02020603050405020304" pitchFamily="18" charset="0"/>
                <a:ea typeface="宋体" panose="02010600030101010101" pitchFamily="2" charset="-122"/>
              </a:endParaRPr>
            </a:p>
          </p:txBody>
        </p:sp>
        <p:sp>
          <p:nvSpPr>
            <p:cNvPr id="193585" name="Line 61"/>
            <p:cNvSpPr/>
            <p:nvPr/>
          </p:nvSpPr>
          <p:spPr>
            <a:xfrm flipV="1">
              <a:off x="2143" y="2459"/>
              <a:ext cx="1" cy="217"/>
            </a:xfrm>
            <a:prstGeom prst="line">
              <a:avLst/>
            </a:prstGeom>
            <a:ln w="28575" cap="flat" cmpd="sng">
              <a:solidFill>
                <a:srgbClr val="000000"/>
              </a:solidFill>
              <a:prstDash val="solid"/>
              <a:headEnd type="none" w="sm" len="sm"/>
              <a:tailEnd type="none" w="sm" len="sm"/>
            </a:ln>
          </p:spPr>
        </p:sp>
        <p:sp>
          <p:nvSpPr>
            <p:cNvPr id="193586" name="Line 62"/>
            <p:cNvSpPr/>
            <p:nvPr/>
          </p:nvSpPr>
          <p:spPr>
            <a:xfrm>
              <a:off x="2147" y="2476"/>
              <a:ext cx="2535" cy="1"/>
            </a:xfrm>
            <a:prstGeom prst="line">
              <a:avLst/>
            </a:prstGeom>
            <a:ln w="28575" cap="flat" cmpd="sng">
              <a:solidFill>
                <a:srgbClr val="000000"/>
              </a:solidFill>
              <a:prstDash val="solid"/>
              <a:headEnd type="none" w="sm" len="sm"/>
              <a:tailEnd type="none" w="sm" len="sm"/>
            </a:ln>
          </p:spPr>
        </p:sp>
        <p:sp>
          <p:nvSpPr>
            <p:cNvPr id="193587" name="Line 63"/>
            <p:cNvSpPr/>
            <p:nvPr/>
          </p:nvSpPr>
          <p:spPr>
            <a:xfrm>
              <a:off x="4677" y="2472"/>
              <a:ext cx="1" cy="218"/>
            </a:xfrm>
            <a:prstGeom prst="line">
              <a:avLst/>
            </a:prstGeom>
            <a:ln w="28575" cap="flat" cmpd="sng">
              <a:solidFill>
                <a:srgbClr val="000000"/>
              </a:solidFill>
              <a:prstDash val="solid"/>
              <a:headEnd type="none" w="sm" len="sm"/>
              <a:tailEnd type="none" w="sm" len="sm"/>
            </a:ln>
          </p:spPr>
        </p:sp>
        <p:sp>
          <p:nvSpPr>
            <p:cNvPr id="193588" name="Line 64"/>
            <p:cNvSpPr/>
            <p:nvPr/>
          </p:nvSpPr>
          <p:spPr>
            <a:xfrm flipH="1">
              <a:off x="4660" y="2678"/>
              <a:ext cx="359" cy="1"/>
            </a:xfrm>
            <a:prstGeom prst="line">
              <a:avLst/>
            </a:prstGeom>
            <a:ln w="28575" cap="flat" cmpd="sng">
              <a:solidFill>
                <a:srgbClr val="000000"/>
              </a:solidFill>
              <a:prstDash val="solid"/>
              <a:headEnd type="none" w="sm" len="sm"/>
              <a:tailEnd type="none" w="sm" len="sm"/>
            </a:ln>
          </p:spPr>
        </p:sp>
        <p:sp>
          <p:nvSpPr>
            <p:cNvPr id="193589" name="Line 65"/>
            <p:cNvSpPr/>
            <p:nvPr/>
          </p:nvSpPr>
          <p:spPr>
            <a:xfrm>
              <a:off x="1043" y="2675"/>
              <a:ext cx="1105" cy="1"/>
            </a:xfrm>
            <a:prstGeom prst="line">
              <a:avLst/>
            </a:prstGeom>
            <a:ln w="28575" cap="flat" cmpd="sng">
              <a:solidFill>
                <a:srgbClr val="000000"/>
              </a:solidFill>
              <a:prstDash val="solid"/>
              <a:headEnd type="none" w="sm" len="sm"/>
              <a:tailEnd type="none" w="sm" len="sm"/>
            </a:ln>
          </p:spPr>
        </p:sp>
        <p:sp>
          <p:nvSpPr>
            <p:cNvPr id="193590" name="Line 66"/>
            <p:cNvSpPr/>
            <p:nvPr/>
          </p:nvSpPr>
          <p:spPr>
            <a:xfrm>
              <a:off x="4189" y="2875"/>
              <a:ext cx="1" cy="200"/>
            </a:xfrm>
            <a:prstGeom prst="line">
              <a:avLst/>
            </a:prstGeom>
            <a:ln w="28575" cap="flat" cmpd="sng">
              <a:solidFill>
                <a:srgbClr val="000000"/>
              </a:solidFill>
              <a:prstDash val="solid"/>
              <a:headEnd type="none" w="sm" len="sm"/>
              <a:tailEnd type="none" w="sm" len="sm"/>
            </a:ln>
          </p:spPr>
        </p:sp>
        <p:sp>
          <p:nvSpPr>
            <p:cNvPr id="193591" name="Line 67"/>
            <p:cNvSpPr/>
            <p:nvPr/>
          </p:nvSpPr>
          <p:spPr>
            <a:xfrm>
              <a:off x="4514" y="2871"/>
              <a:ext cx="574" cy="1"/>
            </a:xfrm>
            <a:prstGeom prst="line">
              <a:avLst/>
            </a:prstGeom>
            <a:ln w="28575" cap="flat" cmpd="sng">
              <a:solidFill>
                <a:srgbClr val="000000"/>
              </a:solidFill>
              <a:prstDash val="solid"/>
              <a:headEnd type="none" w="sm" len="sm"/>
              <a:tailEnd type="none" w="sm" len="sm"/>
            </a:ln>
          </p:spPr>
        </p:sp>
        <p:sp>
          <p:nvSpPr>
            <p:cNvPr id="193592" name="Line 68"/>
            <p:cNvSpPr/>
            <p:nvPr/>
          </p:nvSpPr>
          <p:spPr>
            <a:xfrm flipH="1">
              <a:off x="4514" y="2875"/>
              <a:ext cx="6" cy="200"/>
            </a:xfrm>
            <a:prstGeom prst="line">
              <a:avLst/>
            </a:prstGeom>
            <a:ln w="28575" cap="flat" cmpd="sng">
              <a:solidFill>
                <a:srgbClr val="000000"/>
              </a:solidFill>
              <a:prstDash val="solid"/>
              <a:headEnd type="none" w="sm" len="sm"/>
              <a:tailEnd type="none" w="sm" len="sm"/>
            </a:ln>
          </p:spPr>
        </p:sp>
        <p:sp>
          <p:nvSpPr>
            <p:cNvPr id="193593" name="Line 69"/>
            <p:cNvSpPr/>
            <p:nvPr/>
          </p:nvSpPr>
          <p:spPr>
            <a:xfrm>
              <a:off x="1059" y="2871"/>
              <a:ext cx="3131" cy="1"/>
            </a:xfrm>
            <a:prstGeom prst="line">
              <a:avLst/>
            </a:prstGeom>
            <a:ln w="28575" cap="flat" cmpd="sng">
              <a:solidFill>
                <a:srgbClr val="000000"/>
              </a:solidFill>
              <a:prstDash val="solid"/>
              <a:headEnd type="none" w="sm" len="sm"/>
              <a:tailEnd type="none" w="sm" len="sm"/>
            </a:ln>
          </p:spPr>
        </p:sp>
        <p:sp>
          <p:nvSpPr>
            <p:cNvPr id="193594" name="Line 70"/>
            <p:cNvSpPr/>
            <p:nvPr/>
          </p:nvSpPr>
          <p:spPr>
            <a:xfrm>
              <a:off x="4356" y="3053"/>
              <a:ext cx="1" cy="587"/>
            </a:xfrm>
            <a:prstGeom prst="line">
              <a:avLst/>
            </a:prstGeom>
            <a:ln w="28575" cap="flat" cmpd="sng">
              <a:solidFill>
                <a:schemeClr val="folHlink"/>
              </a:solidFill>
              <a:prstDash val="solid"/>
              <a:headEnd type="none" w="sm" len="sm"/>
              <a:tailEnd type="arrow" w="sm" len="sm"/>
            </a:ln>
          </p:spPr>
        </p:sp>
        <p:sp>
          <p:nvSpPr>
            <p:cNvPr id="193595" name="Line 71"/>
            <p:cNvSpPr/>
            <p:nvPr/>
          </p:nvSpPr>
          <p:spPr>
            <a:xfrm>
              <a:off x="4356" y="3075"/>
              <a:ext cx="1" cy="0"/>
            </a:xfrm>
            <a:prstGeom prst="line">
              <a:avLst/>
            </a:prstGeom>
            <a:ln w="28575" cap="flat" cmpd="sng">
              <a:solidFill>
                <a:srgbClr val="000000"/>
              </a:solidFill>
              <a:prstDash val="solid"/>
              <a:headEnd type="none" w="sm" len="sm"/>
              <a:tailEnd type="none" w="sm" len="sm"/>
            </a:ln>
          </p:spPr>
        </p:sp>
        <p:sp>
          <p:nvSpPr>
            <p:cNvPr id="193596" name="Line 72"/>
            <p:cNvSpPr/>
            <p:nvPr/>
          </p:nvSpPr>
          <p:spPr>
            <a:xfrm>
              <a:off x="1676" y="733"/>
              <a:ext cx="1" cy="1"/>
            </a:xfrm>
            <a:prstGeom prst="line">
              <a:avLst/>
            </a:prstGeom>
            <a:ln w="28575" cap="flat" cmpd="sng">
              <a:solidFill>
                <a:srgbClr val="000000"/>
              </a:solidFill>
              <a:prstDash val="solid"/>
              <a:headEnd type="none" w="sm" len="sm"/>
              <a:tailEnd type="none" w="sm" len="sm"/>
            </a:ln>
          </p:spPr>
        </p:sp>
        <p:grpSp>
          <p:nvGrpSpPr>
            <p:cNvPr id="193597" name="Group 73"/>
            <p:cNvGrpSpPr/>
            <p:nvPr/>
          </p:nvGrpSpPr>
          <p:grpSpPr>
            <a:xfrm>
              <a:off x="1838" y="3327"/>
              <a:ext cx="228" cy="188"/>
              <a:chOff x="0" y="0"/>
              <a:chExt cx="20000" cy="20000"/>
            </a:xfrm>
          </p:grpSpPr>
          <p:sp>
            <p:nvSpPr>
              <p:cNvPr id="193644" name="Line 74"/>
              <p:cNvSpPr/>
              <p:nvPr/>
            </p:nvSpPr>
            <p:spPr>
              <a:xfrm flipH="1">
                <a:off x="0" y="0"/>
                <a:ext cx="20000" cy="11273"/>
              </a:xfrm>
              <a:prstGeom prst="line">
                <a:avLst/>
              </a:prstGeom>
              <a:ln w="28575" cap="flat" cmpd="sng">
                <a:solidFill>
                  <a:srgbClr val="000000"/>
                </a:solidFill>
                <a:prstDash val="solid"/>
                <a:headEnd type="none" w="sm" len="sm"/>
                <a:tailEnd type="none" w="sm" len="sm"/>
              </a:ln>
            </p:spPr>
          </p:sp>
          <p:sp>
            <p:nvSpPr>
              <p:cNvPr id="193645" name="Line 75"/>
              <p:cNvSpPr/>
              <p:nvPr/>
            </p:nvSpPr>
            <p:spPr>
              <a:xfrm flipH="1" flipV="1">
                <a:off x="0" y="8707"/>
                <a:ext cx="20000" cy="11293"/>
              </a:xfrm>
              <a:prstGeom prst="line">
                <a:avLst/>
              </a:prstGeom>
              <a:ln w="28575" cap="flat" cmpd="sng">
                <a:solidFill>
                  <a:srgbClr val="000000"/>
                </a:solidFill>
                <a:prstDash val="solid"/>
                <a:headEnd type="none" w="sm" len="sm"/>
                <a:tailEnd type="none" w="sm" len="sm"/>
              </a:ln>
            </p:spPr>
          </p:sp>
        </p:grpSp>
        <p:grpSp>
          <p:nvGrpSpPr>
            <p:cNvPr id="193598" name="Group 76"/>
            <p:cNvGrpSpPr/>
            <p:nvPr/>
          </p:nvGrpSpPr>
          <p:grpSpPr>
            <a:xfrm>
              <a:off x="2071" y="3326"/>
              <a:ext cx="451" cy="192"/>
              <a:chOff x="0" y="0"/>
              <a:chExt cx="20000" cy="19941"/>
            </a:xfrm>
          </p:grpSpPr>
          <p:sp>
            <p:nvSpPr>
              <p:cNvPr id="193642" name="Line 77"/>
              <p:cNvSpPr/>
              <p:nvPr/>
            </p:nvSpPr>
            <p:spPr>
              <a:xfrm>
                <a:off x="0" y="0"/>
                <a:ext cx="20000" cy="83"/>
              </a:xfrm>
              <a:prstGeom prst="line">
                <a:avLst/>
              </a:prstGeom>
              <a:ln w="28575" cap="flat" cmpd="sng">
                <a:solidFill>
                  <a:srgbClr val="000000"/>
                </a:solidFill>
                <a:prstDash val="solid"/>
                <a:headEnd type="none" w="sm" len="sm"/>
                <a:tailEnd type="none" w="sm" len="sm"/>
              </a:ln>
            </p:spPr>
          </p:sp>
          <p:sp>
            <p:nvSpPr>
              <p:cNvPr id="193643" name="Line 78"/>
              <p:cNvSpPr/>
              <p:nvPr/>
            </p:nvSpPr>
            <p:spPr>
              <a:xfrm>
                <a:off x="0" y="19858"/>
                <a:ext cx="20000" cy="83"/>
              </a:xfrm>
              <a:prstGeom prst="line">
                <a:avLst/>
              </a:prstGeom>
              <a:ln w="28575" cap="flat" cmpd="sng">
                <a:solidFill>
                  <a:srgbClr val="000000"/>
                </a:solidFill>
                <a:prstDash val="solid"/>
                <a:headEnd type="none" w="sm" len="sm"/>
                <a:tailEnd type="none" w="sm" len="sm"/>
              </a:ln>
            </p:spPr>
          </p:sp>
        </p:grpSp>
        <p:grpSp>
          <p:nvGrpSpPr>
            <p:cNvPr id="193599" name="Group 79"/>
            <p:cNvGrpSpPr/>
            <p:nvPr/>
          </p:nvGrpSpPr>
          <p:grpSpPr>
            <a:xfrm>
              <a:off x="2522" y="3327"/>
              <a:ext cx="227" cy="188"/>
              <a:chOff x="0" y="0"/>
              <a:chExt cx="20000" cy="20000"/>
            </a:xfrm>
          </p:grpSpPr>
          <p:sp>
            <p:nvSpPr>
              <p:cNvPr id="193640" name="Line 80"/>
              <p:cNvSpPr/>
              <p:nvPr/>
            </p:nvSpPr>
            <p:spPr>
              <a:xfrm>
                <a:off x="0" y="0"/>
                <a:ext cx="20000" cy="11273"/>
              </a:xfrm>
              <a:prstGeom prst="line">
                <a:avLst/>
              </a:prstGeom>
              <a:ln w="28575" cap="flat" cmpd="sng">
                <a:solidFill>
                  <a:srgbClr val="000000"/>
                </a:solidFill>
                <a:prstDash val="solid"/>
                <a:headEnd type="none" w="sm" len="sm"/>
                <a:tailEnd type="none" w="sm" len="sm"/>
              </a:ln>
            </p:spPr>
          </p:sp>
          <p:sp>
            <p:nvSpPr>
              <p:cNvPr id="193641" name="Line 81"/>
              <p:cNvSpPr/>
              <p:nvPr/>
            </p:nvSpPr>
            <p:spPr>
              <a:xfrm flipV="1">
                <a:off x="0" y="8707"/>
                <a:ext cx="20000" cy="11293"/>
              </a:xfrm>
              <a:prstGeom prst="line">
                <a:avLst/>
              </a:prstGeom>
              <a:ln w="28575" cap="flat" cmpd="sng">
                <a:solidFill>
                  <a:srgbClr val="000000"/>
                </a:solidFill>
                <a:prstDash val="solid"/>
                <a:headEnd type="none" w="sm" len="sm"/>
                <a:tailEnd type="none" w="sm" len="sm"/>
              </a:ln>
            </p:spPr>
          </p:sp>
        </p:grpSp>
        <p:grpSp>
          <p:nvGrpSpPr>
            <p:cNvPr id="193600" name="Group 82"/>
            <p:cNvGrpSpPr/>
            <p:nvPr/>
          </p:nvGrpSpPr>
          <p:grpSpPr>
            <a:xfrm>
              <a:off x="2910" y="3327"/>
              <a:ext cx="228" cy="188"/>
              <a:chOff x="0" y="0"/>
              <a:chExt cx="20000" cy="20000"/>
            </a:xfrm>
          </p:grpSpPr>
          <p:sp>
            <p:nvSpPr>
              <p:cNvPr id="193638" name="Line 83"/>
              <p:cNvSpPr/>
              <p:nvPr/>
            </p:nvSpPr>
            <p:spPr>
              <a:xfrm flipH="1">
                <a:off x="0" y="0"/>
                <a:ext cx="20000" cy="11273"/>
              </a:xfrm>
              <a:prstGeom prst="line">
                <a:avLst/>
              </a:prstGeom>
              <a:ln w="28575" cap="flat" cmpd="sng">
                <a:solidFill>
                  <a:srgbClr val="000000"/>
                </a:solidFill>
                <a:prstDash val="solid"/>
                <a:headEnd type="none" w="sm" len="sm"/>
                <a:tailEnd type="none" w="sm" len="sm"/>
              </a:ln>
            </p:spPr>
          </p:sp>
          <p:sp>
            <p:nvSpPr>
              <p:cNvPr id="193639" name="Line 84"/>
              <p:cNvSpPr/>
              <p:nvPr/>
            </p:nvSpPr>
            <p:spPr>
              <a:xfrm flipH="1" flipV="1">
                <a:off x="0" y="8707"/>
                <a:ext cx="20000" cy="11293"/>
              </a:xfrm>
              <a:prstGeom prst="line">
                <a:avLst/>
              </a:prstGeom>
              <a:ln w="28575" cap="flat" cmpd="sng">
                <a:solidFill>
                  <a:srgbClr val="000000"/>
                </a:solidFill>
                <a:prstDash val="solid"/>
                <a:headEnd type="none" w="sm" len="sm"/>
                <a:tailEnd type="none" w="sm" len="sm"/>
              </a:ln>
            </p:spPr>
          </p:sp>
        </p:grpSp>
        <p:grpSp>
          <p:nvGrpSpPr>
            <p:cNvPr id="193601" name="Group 85"/>
            <p:cNvGrpSpPr/>
            <p:nvPr/>
          </p:nvGrpSpPr>
          <p:grpSpPr>
            <a:xfrm>
              <a:off x="3143" y="3326"/>
              <a:ext cx="581" cy="192"/>
              <a:chOff x="0" y="0"/>
              <a:chExt cx="20000" cy="19941"/>
            </a:xfrm>
          </p:grpSpPr>
          <p:sp>
            <p:nvSpPr>
              <p:cNvPr id="193636" name="Line 86"/>
              <p:cNvSpPr/>
              <p:nvPr/>
            </p:nvSpPr>
            <p:spPr>
              <a:xfrm>
                <a:off x="0" y="0"/>
                <a:ext cx="20000" cy="83"/>
              </a:xfrm>
              <a:prstGeom prst="line">
                <a:avLst/>
              </a:prstGeom>
              <a:ln w="28575" cap="flat" cmpd="sng">
                <a:solidFill>
                  <a:srgbClr val="000000"/>
                </a:solidFill>
                <a:prstDash val="solid"/>
                <a:headEnd type="none" w="sm" len="sm"/>
                <a:tailEnd type="none" w="sm" len="sm"/>
              </a:ln>
            </p:spPr>
          </p:sp>
          <p:sp>
            <p:nvSpPr>
              <p:cNvPr id="193637" name="Line 87"/>
              <p:cNvSpPr/>
              <p:nvPr/>
            </p:nvSpPr>
            <p:spPr>
              <a:xfrm>
                <a:off x="0" y="19858"/>
                <a:ext cx="20000" cy="83"/>
              </a:xfrm>
              <a:prstGeom prst="line">
                <a:avLst/>
              </a:prstGeom>
              <a:ln w="28575" cap="flat" cmpd="sng">
                <a:solidFill>
                  <a:srgbClr val="000000"/>
                </a:solidFill>
                <a:prstDash val="solid"/>
                <a:headEnd type="none" w="sm" len="sm"/>
                <a:tailEnd type="none" w="sm" len="sm"/>
              </a:ln>
            </p:spPr>
          </p:sp>
        </p:grpSp>
        <p:grpSp>
          <p:nvGrpSpPr>
            <p:cNvPr id="193602" name="Group 88"/>
            <p:cNvGrpSpPr/>
            <p:nvPr/>
          </p:nvGrpSpPr>
          <p:grpSpPr>
            <a:xfrm>
              <a:off x="3724" y="3327"/>
              <a:ext cx="227" cy="188"/>
              <a:chOff x="0" y="0"/>
              <a:chExt cx="20000" cy="20000"/>
            </a:xfrm>
          </p:grpSpPr>
          <p:sp>
            <p:nvSpPr>
              <p:cNvPr id="193634" name="Line 89"/>
              <p:cNvSpPr/>
              <p:nvPr/>
            </p:nvSpPr>
            <p:spPr>
              <a:xfrm>
                <a:off x="0" y="0"/>
                <a:ext cx="20000" cy="11273"/>
              </a:xfrm>
              <a:prstGeom prst="line">
                <a:avLst/>
              </a:prstGeom>
              <a:ln w="28575" cap="flat" cmpd="sng">
                <a:solidFill>
                  <a:srgbClr val="000000"/>
                </a:solidFill>
                <a:prstDash val="solid"/>
                <a:headEnd type="none" w="sm" len="sm"/>
                <a:tailEnd type="none" w="sm" len="sm"/>
              </a:ln>
            </p:spPr>
          </p:sp>
          <p:sp>
            <p:nvSpPr>
              <p:cNvPr id="193635" name="Line 90"/>
              <p:cNvSpPr/>
              <p:nvPr/>
            </p:nvSpPr>
            <p:spPr>
              <a:xfrm flipV="1">
                <a:off x="0" y="8707"/>
                <a:ext cx="20000" cy="11293"/>
              </a:xfrm>
              <a:prstGeom prst="line">
                <a:avLst/>
              </a:prstGeom>
              <a:ln w="28575" cap="flat" cmpd="sng">
                <a:solidFill>
                  <a:srgbClr val="000000"/>
                </a:solidFill>
                <a:prstDash val="solid"/>
                <a:headEnd type="none" w="sm" len="sm"/>
                <a:tailEnd type="none" w="sm" len="sm"/>
              </a:ln>
            </p:spPr>
          </p:sp>
        </p:grpSp>
        <p:sp>
          <p:nvSpPr>
            <p:cNvPr id="193603" name="Line 91"/>
            <p:cNvSpPr/>
            <p:nvPr/>
          </p:nvSpPr>
          <p:spPr>
            <a:xfrm flipH="1">
              <a:off x="2683" y="3421"/>
              <a:ext cx="245" cy="0"/>
            </a:xfrm>
            <a:prstGeom prst="line">
              <a:avLst/>
            </a:prstGeom>
            <a:ln w="28575" cap="flat" cmpd="sng">
              <a:solidFill>
                <a:srgbClr val="000000"/>
              </a:solidFill>
              <a:prstDash val="solid"/>
              <a:headEnd type="none" w="sm" len="sm"/>
              <a:tailEnd type="none" w="sm" len="sm"/>
            </a:ln>
          </p:spPr>
        </p:sp>
        <p:grpSp>
          <p:nvGrpSpPr>
            <p:cNvPr id="193604" name="Group 92"/>
            <p:cNvGrpSpPr/>
            <p:nvPr/>
          </p:nvGrpSpPr>
          <p:grpSpPr>
            <a:xfrm>
              <a:off x="3917" y="3660"/>
              <a:ext cx="228" cy="187"/>
              <a:chOff x="0" y="0"/>
              <a:chExt cx="20000" cy="20000"/>
            </a:xfrm>
          </p:grpSpPr>
          <p:sp>
            <p:nvSpPr>
              <p:cNvPr id="193632" name="Line 93"/>
              <p:cNvSpPr/>
              <p:nvPr/>
            </p:nvSpPr>
            <p:spPr>
              <a:xfrm flipH="1">
                <a:off x="0" y="0"/>
                <a:ext cx="20000" cy="11273"/>
              </a:xfrm>
              <a:prstGeom prst="line">
                <a:avLst/>
              </a:prstGeom>
              <a:ln w="28575" cap="flat" cmpd="sng">
                <a:solidFill>
                  <a:srgbClr val="000000"/>
                </a:solidFill>
                <a:prstDash val="solid"/>
                <a:headEnd type="none" w="sm" len="sm"/>
                <a:tailEnd type="none" w="sm" len="sm"/>
              </a:ln>
            </p:spPr>
          </p:sp>
          <p:sp>
            <p:nvSpPr>
              <p:cNvPr id="193633" name="Line 94"/>
              <p:cNvSpPr/>
              <p:nvPr/>
            </p:nvSpPr>
            <p:spPr>
              <a:xfrm flipH="1" flipV="1">
                <a:off x="0" y="8707"/>
                <a:ext cx="20000" cy="11293"/>
              </a:xfrm>
              <a:prstGeom prst="line">
                <a:avLst/>
              </a:prstGeom>
              <a:ln w="28575" cap="flat" cmpd="sng">
                <a:solidFill>
                  <a:srgbClr val="000000"/>
                </a:solidFill>
                <a:prstDash val="solid"/>
                <a:headEnd type="none" w="sm" len="sm"/>
                <a:tailEnd type="none" w="sm" len="sm"/>
              </a:ln>
            </p:spPr>
          </p:sp>
        </p:grpSp>
        <p:grpSp>
          <p:nvGrpSpPr>
            <p:cNvPr id="193605" name="Group 95"/>
            <p:cNvGrpSpPr/>
            <p:nvPr/>
          </p:nvGrpSpPr>
          <p:grpSpPr>
            <a:xfrm>
              <a:off x="4150" y="3658"/>
              <a:ext cx="451" cy="193"/>
              <a:chOff x="0" y="0"/>
              <a:chExt cx="20000" cy="19941"/>
            </a:xfrm>
          </p:grpSpPr>
          <p:sp>
            <p:nvSpPr>
              <p:cNvPr id="193630" name="Line 96"/>
              <p:cNvSpPr/>
              <p:nvPr/>
            </p:nvSpPr>
            <p:spPr>
              <a:xfrm>
                <a:off x="0" y="0"/>
                <a:ext cx="20000" cy="83"/>
              </a:xfrm>
              <a:prstGeom prst="line">
                <a:avLst/>
              </a:prstGeom>
              <a:ln w="28575" cap="flat" cmpd="sng">
                <a:solidFill>
                  <a:srgbClr val="000000"/>
                </a:solidFill>
                <a:prstDash val="solid"/>
                <a:headEnd type="none" w="sm" len="sm"/>
                <a:tailEnd type="none" w="sm" len="sm"/>
              </a:ln>
            </p:spPr>
          </p:sp>
          <p:sp>
            <p:nvSpPr>
              <p:cNvPr id="193631" name="Line 97"/>
              <p:cNvSpPr/>
              <p:nvPr/>
            </p:nvSpPr>
            <p:spPr>
              <a:xfrm>
                <a:off x="0" y="19858"/>
                <a:ext cx="20000" cy="83"/>
              </a:xfrm>
              <a:prstGeom prst="line">
                <a:avLst/>
              </a:prstGeom>
              <a:ln w="28575" cap="flat" cmpd="sng">
                <a:solidFill>
                  <a:srgbClr val="000000"/>
                </a:solidFill>
                <a:prstDash val="solid"/>
                <a:headEnd type="none" w="sm" len="sm"/>
                <a:tailEnd type="none" w="sm" len="sm"/>
              </a:ln>
            </p:spPr>
          </p:sp>
        </p:grpSp>
        <p:grpSp>
          <p:nvGrpSpPr>
            <p:cNvPr id="193606" name="Group 98"/>
            <p:cNvGrpSpPr/>
            <p:nvPr/>
          </p:nvGrpSpPr>
          <p:grpSpPr>
            <a:xfrm>
              <a:off x="4601" y="3660"/>
              <a:ext cx="227" cy="187"/>
              <a:chOff x="0" y="0"/>
              <a:chExt cx="20000" cy="20000"/>
            </a:xfrm>
          </p:grpSpPr>
          <p:sp>
            <p:nvSpPr>
              <p:cNvPr id="193628" name="Line 99"/>
              <p:cNvSpPr/>
              <p:nvPr/>
            </p:nvSpPr>
            <p:spPr>
              <a:xfrm>
                <a:off x="0" y="0"/>
                <a:ext cx="20000" cy="11273"/>
              </a:xfrm>
              <a:prstGeom prst="line">
                <a:avLst/>
              </a:prstGeom>
              <a:ln w="28575" cap="flat" cmpd="sng">
                <a:solidFill>
                  <a:srgbClr val="000000"/>
                </a:solidFill>
                <a:prstDash val="solid"/>
                <a:headEnd type="none" w="sm" len="sm"/>
                <a:tailEnd type="none" w="sm" len="sm"/>
              </a:ln>
            </p:spPr>
          </p:sp>
          <p:sp>
            <p:nvSpPr>
              <p:cNvPr id="193629" name="Line 100"/>
              <p:cNvSpPr/>
              <p:nvPr/>
            </p:nvSpPr>
            <p:spPr>
              <a:xfrm flipV="1">
                <a:off x="0" y="8707"/>
                <a:ext cx="20000" cy="11293"/>
              </a:xfrm>
              <a:prstGeom prst="line">
                <a:avLst/>
              </a:prstGeom>
              <a:ln w="28575" cap="flat" cmpd="sng">
                <a:solidFill>
                  <a:srgbClr val="000000"/>
                </a:solidFill>
                <a:prstDash val="solid"/>
                <a:headEnd type="none" w="sm" len="sm"/>
                <a:tailEnd type="none" w="sm" len="sm"/>
              </a:ln>
            </p:spPr>
          </p:sp>
        </p:grpSp>
        <p:sp>
          <p:nvSpPr>
            <p:cNvPr id="193607" name="Line 101"/>
            <p:cNvSpPr/>
            <p:nvPr/>
          </p:nvSpPr>
          <p:spPr>
            <a:xfrm flipH="1">
              <a:off x="4795" y="3753"/>
              <a:ext cx="244" cy="1"/>
            </a:xfrm>
            <a:prstGeom prst="line">
              <a:avLst/>
            </a:prstGeom>
            <a:ln w="28575" cap="flat" cmpd="sng">
              <a:solidFill>
                <a:srgbClr val="000000"/>
              </a:solidFill>
              <a:prstDash val="solid"/>
              <a:headEnd type="none" w="sm" len="sm"/>
              <a:tailEnd type="none" w="sm" len="sm"/>
            </a:ln>
          </p:spPr>
        </p:sp>
        <p:sp>
          <p:nvSpPr>
            <p:cNvPr id="193608" name="Line 102"/>
            <p:cNvSpPr/>
            <p:nvPr/>
          </p:nvSpPr>
          <p:spPr>
            <a:xfrm flipH="1">
              <a:off x="3934" y="3421"/>
              <a:ext cx="1219" cy="0"/>
            </a:xfrm>
            <a:prstGeom prst="line">
              <a:avLst/>
            </a:prstGeom>
            <a:ln w="28575" cap="flat" cmpd="sng">
              <a:solidFill>
                <a:srgbClr val="000000"/>
              </a:solidFill>
              <a:prstDash val="solid"/>
              <a:headEnd type="none" w="sm" len="sm"/>
              <a:tailEnd type="none" w="sm" len="sm"/>
            </a:ln>
          </p:spPr>
        </p:sp>
        <p:sp>
          <p:nvSpPr>
            <p:cNvPr id="193609" name="Line 103"/>
            <p:cNvSpPr/>
            <p:nvPr/>
          </p:nvSpPr>
          <p:spPr>
            <a:xfrm flipH="1">
              <a:off x="1059" y="3421"/>
              <a:ext cx="764" cy="0"/>
            </a:xfrm>
            <a:prstGeom prst="line">
              <a:avLst/>
            </a:prstGeom>
            <a:ln w="28575" cap="flat" cmpd="sng">
              <a:solidFill>
                <a:srgbClr val="000000"/>
              </a:solidFill>
              <a:prstDash val="solid"/>
              <a:headEnd type="none" w="sm" len="sm"/>
              <a:tailEnd type="none" w="sm" len="sm"/>
            </a:ln>
          </p:spPr>
        </p:sp>
        <p:sp>
          <p:nvSpPr>
            <p:cNvPr id="193610" name="Line 104"/>
            <p:cNvSpPr/>
            <p:nvPr/>
          </p:nvSpPr>
          <p:spPr>
            <a:xfrm>
              <a:off x="2261" y="2313"/>
              <a:ext cx="1" cy="1005"/>
            </a:xfrm>
            <a:prstGeom prst="line">
              <a:avLst/>
            </a:prstGeom>
            <a:ln w="28575" cap="flat" cmpd="sng">
              <a:solidFill>
                <a:schemeClr val="folHlink"/>
              </a:solidFill>
              <a:prstDash val="solid"/>
              <a:headEnd type="none" w="sm" len="sm"/>
              <a:tailEnd type="arrow" w="sm" len="sm"/>
            </a:ln>
          </p:spPr>
        </p:sp>
        <p:sp>
          <p:nvSpPr>
            <p:cNvPr id="193611" name="Line 105"/>
            <p:cNvSpPr/>
            <p:nvPr/>
          </p:nvSpPr>
          <p:spPr>
            <a:xfrm>
              <a:off x="3365" y="1864"/>
              <a:ext cx="1" cy="1454"/>
            </a:xfrm>
            <a:prstGeom prst="line">
              <a:avLst/>
            </a:prstGeom>
            <a:ln w="28575" cap="flat" cmpd="sng">
              <a:solidFill>
                <a:srgbClr val="A50021"/>
              </a:solidFill>
              <a:prstDash val="solid"/>
              <a:headEnd type="none" w="sm" len="sm"/>
              <a:tailEnd type="arrow" w="sm" len="sm"/>
            </a:ln>
          </p:spPr>
        </p:sp>
        <p:sp>
          <p:nvSpPr>
            <p:cNvPr id="193612" name="Line 106"/>
            <p:cNvSpPr/>
            <p:nvPr/>
          </p:nvSpPr>
          <p:spPr>
            <a:xfrm>
              <a:off x="4207" y="3064"/>
              <a:ext cx="308" cy="1"/>
            </a:xfrm>
            <a:prstGeom prst="line">
              <a:avLst/>
            </a:prstGeom>
            <a:ln w="28575" cap="flat" cmpd="sng">
              <a:solidFill>
                <a:srgbClr val="000000"/>
              </a:solidFill>
              <a:prstDash val="solid"/>
              <a:headEnd type="none" w="sm" len="sm"/>
              <a:tailEnd type="none" w="sm" len="sm"/>
            </a:ln>
          </p:spPr>
        </p:sp>
        <p:sp>
          <p:nvSpPr>
            <p:cNvPr id="193613" name="Line 107"/>
            <p:cNvSpPr/>
            <p:nvPr/>
          </p:nvSpPr>
          <p:spPr>
            <a:xfrm flipH="1">
              <a:off x="3523" y="1671"/>
              <a:ext cx="1562" cy="1"/>
            </a:xfrm>
            <a:prstGeom prst="line">
              <a:avLst/>
            </a:prstGeom>
            <a:ln w="28575" cap="flat" cmpd="sng">
              <a:solidFill>
                <a:srgbClr val="000000"/>
              </a:solidFill>
              <a:prstDash val="solid"/>
              <a:headEnd type="none" w="sm" len="sm"/>
              <a:tailEnd type="none" w="sm" len="sm"/>
            </a:ln>
          </p:spPr>
        </p:sp>
        <p:sp>
          <p:nvSpPr>
            <p:cNvPr id="193614" name="Line 108"/>
            <p:cNvSpPr/>
            <p:nvPr/>
          </p:nvSpPr>
          <p:spPr>
            <a:xfrm flipH="1">
              <a:off x="1218" y="1671"/>
              <a:ext cx="1999" cy="1"/>
            </a:xfrm>
            <a:prstGeom prst="line">
              <a:avLst/>
            </a:prstGeom>
            <a:ln w="28575" cap="flat" cmpd="sng">
              <a:solidFill>
                <a:srgbClr val="000000"/>
              </a:solidFill>
              <a:prstDash val="solid"/>
              <a:headEnd type="none" w="sm" len="sm"/>
              <a:tailEnd type="none" w="sm" len="sm"/>
            </a:ln>
          </p:spPr>
        </p:sp>
        <p:grpSp>
          <p:nvGrpSpPr>
            <p:cNvPr id="193615" name="Group 110"/>
            <p:cNvGrpSpPr/>
            <p:nvPr/>
          </p:nvGrpSpPr>
          <p:grpSpPr>
            <a:xfrm>
              <a:off x="288" y="502"/>
              <a:ext cx="753" cy="366"/>
              <a:chOff x="535" y="1366"/>
              <a:chExt cx="753" cy="366"/>
            </a:xfrm>
          </p:grpSpPr>
          <p:sp>
            <p:nvSpPr>
              <p:cNvPr id="193626" name="Rectangle 111"/>
              <p:cNvSpPr/>
              <p:nvPr/>
            </p:nvSpPr>
            <p:spPr>
              <a:xfrm>
                <a:off x="535" y="1366"/>
                <a:ext cx="753" cy="366"/>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0"/>
                  </a:spcBef>
                  <a:spcAft>
                    <a:spcPct val="0"/>
                  </a:spcAft>
                  <a:buClrTx/>
                  <a:buSzTx/>
                  <a:buNone/>
                </a:pPr>
                <a:r>
                  <a:rPr lang="en-US" altLang="zh-CN" sz="2400" dirty="0">
                    <a:solidFill>
                      <a:schemeClr val="tx1"/>
                    </a:solidFill>
                    <a:latin typeface="Times New Roman" panose="02020603050405020304" pitchFamily="18" charset="0"/>
                    <a:ea typeface="宋体" panose="02010600030101010101" pitchFamily="2" charset="-122"/>
                  </a:rPr>
                  <a:t>WR</a:t>
                </a:r>
                <a:endParaRPr lang="en-US" altLang="zh-CN" sz="2400" dirty="0">
                  <a:solidFill>
                    <a:schemeClr val="tx1"/>
                  </a:solidFill>
                  <a:latin typeface="Times New Roman" panose="02020603050405020304" pitchFamily="18" charset="0"/>
                  <a:ea typeface="宋体" panose="02010600030101010101" pitchFamily="2" charset="-122"/>
                </a:endParaRPr>
              </a:p>
            </p:txBody>
          </p:sp>
          <p:sp>
            <p:nvSpPr>
              <p:cNvPr id="193627" name="Line 112"/>
              <p:cNvSpPr/>
              <p:nvPr/>
            </p:nvSpPr>
            <p:spPr>
              <a:xfrm>
                <a:off x="970" y="1383"/>
                <a:ext cx="292" cy="1"/>
              </a:xfrm>
              <a:prstGeom prst="line">
                <a:avLst/>
              </a:prstGeom>
              <a:ln w="28575" cap="flat" cmpd="sng">
                <a:solidFill>
                  <a:srgbClr val="000000"/>
                </a:solidFill>
                <a:prstDash val="solid"/>
                <a:headEnd type="none" w="sm" len="sm"/>
                <a:tailEnd type="none" w="sm" len="sm"/>
              </a:ln>
            </p:spPr>
          </p:sp>
        </p:grpSp>
        <p:grpSp>
          <p:nvGrpSpPr>
            <p:cNvPr id="193616" name="Group 113"/>
            <p:cNvGrpSpPr/>
            <p:nvPr/>
          </p:nvGrpSpPr>
          <p:grpSpPr>
            <a:xfrm>
              <a:off x="260" y="846"/>
              <a:ext cx="753" cy="366"/>
              <a:chOff x="535" y="1709"/>
              <a:chExt cx="753" cy="366"/>
            </a:xfrm>
          </p:grpSpPr>
          <p:sp>
            <p:nvSpPr>
              <p:cNvPr id="193624" name="Rectangle 114"/>
              <p:cNvSpPr/>
              <p:nvPr/>
            </p:nvSpPr>
            <p:spPr>
              <a:xfrm>
                <a:off x="535" y="1709"/>
                <a:ext cx="753" cy="366"/>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0"/>
                  </a:spcBef>
                  <a:spcAft>
                    <a:spcPct val="0"/>
                  </a:spcAft>
                  <a:buClrTx/>
                  <a:buSzTx/>
                  <a:buNone/>
                </a:pPr>
                <a:r>
                  <a:rPr lang="en-US" altLang="zh-CN" sz="2400" dirty="0">
                    <a:solidFill>
                      <a:schemeClr val="tx1"/>
                    </a:solidFill>
                    <a:latin typeface="Times New Roman" panose="02020603050405020304" pitchFamily="18" charset="0"/>
                    <a:ea typeface="宋体" panose="02010600030101010101" pitchFamily="2" charset="-122"/>
                  </a:rPr>
                  <a:t>OBF</a:t>
                </a:r>
                <a:endParaRPr lang="en-US" altLang="zh-CN" sz="2400" dirty="0">
                  <a:solidFill>
                    <a:schemeClr val="tx1"/>
                  </a:solidFill>
                  <a:latin typeface="Times New Roman" panose="02020603050405020304" pitchFamily="18" charset="0"/>
                  <a:ea typeface="宋体" panose="02010600030101010101" pitchFamily="2" charset="-122"/>
                </a:endParaRPr>
              </a:p>
            </p:txBody>
          </p:sp>
          <p:sp>
            <p:nvSpPr>
              <p:cNvPr id="193625" name="Line 115"/>
              <p:cNvSpPr/>
              <p:nvPr/>
            </p:nvSpPr>
            <p:spPr>
              <a:xfrm>
                <a:off x="901" y="1726"/>
                <a:ext cx="361" cy="1"/>
              </a:xfrm>
              <a:prstGeom prst="line">
                <a:avLst/>
              </a:prstGeom>
              <a:ln w="28575" cap="flat" cmpd="sng">
                <a:solidFill>
                  <a:srgbClr val="000000"/>
                </a:solidFill>
                <a:prstDash val="solid"/>
                <a:headEnd type="none" w="sm" len="sm"/>
                <a:tailEnd type="none" w="sm" len="sm"/>
              </a:ln>
            </p:spPr>
          </p:sp>
        </p:grpSp>
        <p:sp>
          <p:nvSpPr>
            <p:cNvPr id="193617" name="Rectangle 116"/>
            <p:cNvSpPr/>
            <p:nvPr/>
          </p:nvSpPr>
          <p:spPr>
            <a:xfrm>
              <a:off x="299" y="1544"/>
              <a:ext cx="753" cy="366"/>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0"/>
                </a:spcBef>
                <a:spcAft>
                  <a:spcPct val="0"/>
                </a:spcAft>
                <a:buClrTx/>
                <a:buSzTx/>
                <a:buNone/>
              </a:pPr>
              <a:r>
                <a:rPr lang="en-US" altLang="zh-CN" sz="2400" dirty="0">
                  <a:solidFill>
                    <a:schemeClr val="tx1"/>
                  </a:solidFill>
                  <a:latin typeface="Times New Roman" panose="02020603050405020304" pitchFamily="18" charset="0"/>
                  <a:ea typeface="宋体" panose="02010600030101010101" pitchFamily="2" charset="-122"/>
                </a:rPr>
                <a:t>ACK</a:t>
              </a:r>
              <a:endParaRPr lang="en-US" altLang="zh-CN" sz="2400" dirty="0">
                <a:solidFill>
                  <a:schemeClr val="tx1"/>
                </a:solidFill>
                <a:latin typeface="Times New Roman" panose="02020603050405020304" pitchFamily="18" charset="0"/>
                <a:ea typeface="宋体" panose="02010600030101010101" pitchFamily="2" charset="-122"/>
              </a:endParaRPr>
            </a:p>
          </p:txBody>
        </p:sp>
        <p:grpSp>
          <p:nvGrpSpPr>
            <p:cNvPr id="193618" name="Group 117"/>
            <p:cNvGrpSpPr/>
            <p:nvPr/>
          </p:nvGrpSpPr>
          <p:grpSpPr>
            <a:xfrm>
              <a:off x="228" y="2066"/>
              <a:ext cx="753" cy="366"/>
              <a:chOff x="863" y="1421"/>
              <a:chExt cx="753" cy="366"/>
            </a:xfrm>
          </p:grpSpPr>
          <p:sp>
            <p:nvSpPr>
              <p:cNvPr id="193622" name="Rectangle 118"/>
              <p:cNvSpPr/>
              <p:nvPr/>
            </p:nvSpPr>
            <p:spPr>
              <a:xfrm>
                <a:off x="863" y="1421"/>
                <a:ext cx="753" cy="366"/>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0"/>
                  </a:spcBef>
                  <a:spcAft>
                    <a:spcPct val="0"/>
                  </a:spcAft>
                  <a:buClrTx/>
                  <a:buSzTx/>
                  <a:buNone/>
                </a:pPr>
                <a:r>
                  <a:rPr lang="en-US" altLang="zh-CN" sz="2400" dirty="0">
                    <a:solidFill>
                      <a:schemeClr val="tx1"/>
                    </a:solidFill>
                    <a:latin typeface="Times New Roman" panose="02020603050405020304" pitchFamily="18" charset="0"/>
                    <a:ea typeface="宋体" panose="02010600030101010101" pitchFamily="2" charset="-122"/>
                  </a:rPr>
                  <a:t>STB</a:t>
                </a:r>
                <a:endParaRPr lang="en-US" altLang="zh-CN" sz="2400" dirty="0">
                  <a:solidFill>
                    <a:schemeClr val="tx1"/>
                  </a:solidFill>
                  <a:latin typeface="Times New Roman" panose="02020603050405020304" pitchFamily="18" charset="0"/>
                  <a:ea typeface="宋体" panose="02010600030101010101" pitchFamily="2" charset="-122"/>
                </a:endParaRPr>
              </a:p>
            </p:txBody>
          </p:sp>
          <p:sp>
            <p:nvSpPr>
              <p:cNvPr id="193623" name="Line 119"/>
              <p:cNvSpPr/>
              <p:nvPr/>
            </p:nvSpPr>
            <p:spPr>
              <a:xfrm>
                <a:off x="1339" y="1438"/>
                <a:ext cx="251" cy="1"/>
              </a:xfrm>
              <a:prstGeom prst="line">
                <a:avLst/>
              </a:prstGeom>
              <a:ln w="28575" cap="flat" cmpd="sng">
                <a:solidFill>
                  <a:srgbClr val="000000"/>
                </a:solidFill>
                <a:prstDash val="solid"/>
                <a:headEnd type="none" w="sm" len="sm"/>
                <a:tailEnd type="none" w="sm" len="sm"/>
              </a:ln>
            </p:spPr>
          </p:sp>
        </p:grpSp>
        <p:grpSp>
          <p:nvGrpSpPr>
            <p:cNvPr id="193619" name="Group 120"/>
            <p:cNvGrpSpPr/>
            <p:nvPr/>
          </p:nvGrpSpPr>
          <p:grpSpPr>
            <a:xfrm>
              <a:off x="145" y="2890"/>
              <a:ext cx="753" cy="366"/>
              <a:chOff x="863" y="1421"/>
              <a:chExt cx="753" cy="366"/>
            </a:xfrm>
          </p:grpSpPr>
          <p:sp>
            <p:nvSpPr>
              <p:cNvPr id="193620" name="Rectangle 121"/>
              <p:cNvSpPr/>
              <p:nvPr/>
            </p:nvSpPr>
            <p:spPr>
              <a:xfrm>
                <a:off x="863" y="1421"/>
                <a:ext cx="753" cy="366"/>
              </a:xfrm>
              <a:prstGeom prst="rect">
                <a:avLst/>
              </a:prstGeom>
              <a:noFill/>
              <a:ln w="28575">
                <a:noFill/>
              </a:ln>
            </p:spPr>
            <p:txBody>
              <a:bodyPr lIns="12700" tIns="12700" rIns="12700" bIns="127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00000"/>
                  </a:lnSpc>
                  <a:spcBef>
                    <a:spcPct val="0"/>
                  </a:spcBef>
                  <a:spcAft>
                    <a:spcPct val="0"/>
                  </a:spcAft>
                  <a:buClrTx/>
                  <a:buSzTx/>
                  <a:buNone/>
                </a:pPr>
                <a:r>
                  <a:rPr lang="en-US" altLang="zh-CN" sz="2400" dirty="0">
                    <a:solidFill>
                      <a:schemeClr val="tx1"/>
                    </a:solidFill>
                    <a:latin typeface="Times New Roman" panose="02020603050405020304" pitchFamily="18" charset="0"/>
                    <a:ea typeface="宋体" panose="02010600030101010101" pitchFamily="2" charset="-122"/>
                  </a:rPr>
                  <a:t>RD</a:t>
                </a:r>
                <a:endParaRPr lang="en-US" altLang="zh-CN" sz="2400" dirty="0">
                  <a:solidFill>
                    <a:schemeClr val="tx1"/>
                  </a:solidFill>
                  <a:latin typeface="Times New Roman" panose="02020603050405020304" pitchFamily="18" charset="0"/>
                  <a:ea typeface="宋体" panose="02010600030101010101" pitchFamily="2" charset="-122"/>
                </a:endParaRPr>
              </a:p>
            </p:txBody>
          </p:sp>
          <p:sp>
            <p:nvSpPr>
              <p:cNvPr id="193621" name="Line 122"/>
              <p:cNvSpPr/>
              <p:nvPr/>
            </p:nvSpPr>
            <p:spPr>
              <a:xfrm>
                <a:off x="1339" y="1438"/>
                <a:ext cx="251" cy="1"/>
              </a:xfrm>
              <a:prstGeom prst="line">
                <a:avLst/>
              </a:prstGeom>
              <a:ln w="28575" cap="flat" cmpd="sng">
                <a:solidFill>
                  <a:srgbClr val="000000"/>
                </a:solidFill>
                <a:prstDash val="solid"/>
                <a:headEnd type="none" w="sm" len="sm"/>
                <a:tailEnd type="none" w="sm" len="sm"/>
              </a:ln>
            </p:spPr>
          </p:sp>
        </p:grpSp>
      </p:grpSp>
      <p:sp>
        <p:nvSpPr>
          <p:cNvPr id="193540" name="Line 112"/>
          <p:cNvSpPr/>
          <p:nvPr/>
        </p:nvSpPr>
        <p:spPr>
          <a:xfrm>
            <a:off x="1403350" y="2635250"/>
            <a:ext cx="463550" cy="1588"/>
          </a:xfrm>
          <a:prstGeom prst="line">
            <a:avLst/>
          </a:prstGeom>
          <a:ln w="28575" cap="flat" cmpd="sng">
            <a:solidFill>
              <a:srgbClr val="000000"/>
            </a:solidFill>
            <a:prstDash val="solid"/>
            <a:headEnd type="none" w="sm" len="sm"/>
            <a:tailEnd type="none" w="sm" len="sm"/>
          </a:ln>
        </p:spPr>
      </p:sp>
    </p:spTree>
  </p:cSld>
  <p:clrMapOvr>
    <a:masterClrMapping/>
  </p:clrMapOvr>
  <p:transition spd="slow">
    <p:zoom/>
  </p:transition>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95586" name="标题 1"/>
          <p:cNvSpPr>
            <a:spLocks noGrp="1"/>
          </p:cNvSpPr>
          <p:nvPr>
            <p:ph type="title"/>
          </p:nvPr>
        </p:nvSpPr>
        <p:spPr/>
        <p:txBody>
          <a:bodyPr vert="horz" wrap="square" lIns="91440" tIns="45720" rIns="91440" bIns="45720" anchor="b" anchorCtr="0"/>
          <a:p>
            <a:endParaRPr lang="zh-CN" altLang="en-US" dirty="0"/>
          </a:p>
        </p:txBody>
      </p:sp>
      <p:pic>
        <p:nvPicPr>
          <p:cNvPr id="195587" name="图片 3"/>
          <p:cNvPicPr>
            <a:picLocks noChangeAspect="1"/>
          </p:cNvPicPr>
          <p:nvPr/>
        </p:nvPicPr>
        <p:blipFill>
          <a:blip r:embed="rId1"/>
          <a:stretch>
            <a:fillRect/>
          </a:stretch>
        </p:blipFill>
        <p:spPr>
          <a:xfrm>
            <a:off x="1331913" y="2060575"/>
            <a:ext cx="6000750" cy="4238625"/>
          </a:xfrm>
          <a:prstGeom prst="rect">
            <a:avLst/>
          </a:prstGeom>
          <a:noFill/>
          <a:ln w="9525">
            <a:noFill/>
          </a:ln>
        </p:spPr>
      </p:pic>
    </p:spTree>
  </p:cSld>
  <p:clrMapOvr>
    <a:masterClrMapping/>
  </p:clrMapOvr>
  <p:transition spd="slow">
    <p:zoom/>
  </p:transition>
</p:sld>
</file>

<file path=ppt/slides/slide1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238594" name="Rectangle 2"/>
          <p:cNvSpPr>
            <a:spLocks noGrp="1" noChangeArrowheads="1"/>
          </p:cNvSpPr>
          <p:nvPr>
            <p:ph type="title"/>
          </p:nvPr>
        </p:nvSpPr>
        <p:spPr>
          <a:xfrm>
            <a:off x="684213" y="377825"/>
            <a:ext cx="5400675" cy="914400"/>
          </a:xfrm>
          <a:ln>
            <a:miter/>
          </a:ln>
        </p:spPr>
        <p:txBody>
          <a:bodyPr vert="horz" wrap="square" lIns="91440" tIns="45720" rIns="91440" bIns="45720" numCol="1" anchor="b"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4000" b="1" i="0" u="none" strike="noStrike" kern="1200" cap="none" spc="0" normalizeH="0" baseline="0" noProof="0" dirty="0">
                <a:ln>
                  <a:noFill/>
                </a:ln>
                <a:solidFill>
                  <a:srgbClr val="800000"/>
                </a:solidFill>
                <a:effectLst/>
                <a:uLnTx/>
                <a:uFillTx/>
                <a:latin typeface="+mj-ea"/>
                <a:ea typeface="+mj-ea"/>
                <a:cs typeface="+mj-cs"/>
              </a:rPr>
              <a:t>8255A</a:t>
            </a:r>
            <a:r>
              <a:rPr kumimoji="0" lang="zh-CN" altLang="en-US" sz="4000" b="1" i="0" u="none" strike="noStrike" kern="1200" cap="none" spc="0" normalizeH="0" baseline="0" noProof="0" dirty="0">
                <a:ln>
                  <a:noFill/>
                </a:ln>
                <a:solidFill>
                  <a:srgbClr val="800000"/>
                </a:solidFill>
                <a:effectLst/>
                <a:uLnTx/>
                <a:uFillTx/>
                <a:latin typeface="+mj-ea"/>
                <a:ea typeface="+mj-ea"/>
                <a:cs typeface="+mj-cs"/>
              </a:rPr>
              <a:t>方式</a:t>
            </a:r>
            <a:r>
              <a:rPr kumimoji="0" lang="en-US" altLang="zh-CN" sz="4000" b="1" i="0" u="none" strike="noStrike" kern="1200" cap="none" spc="0" normalizeH="0" baseline="0" noProof="0" dirty="0">
                <a:ln>
                  <a:noFill/>
                </a:ln>
                <a:solidFill>
                  <a:srgbClr val="800000"/>
                </a:solidFill>
                <a:effectLst/>
                <a:uLnTx/>
                <a:uFillTx/>
                <a:latin typeface="+mj-ea"/>
                <a:ea typeface="+mj-ea"/>
                <a:cs typeface="+mj-cs"/>
              </a:rPr>
              <a:t>2</a:t>
            </a:r>
            <a:r>
              <a:rPr kumimoji="0" lang="zh-CN" altLang="en-US" sz="4000" b="1" i="0" u="none" strike="noStrike" kern="1200" cap="none" spc="0" normalizeH="0" baseline="0" noProof="0" dirty="0">
                <a:ln>
                  <a:noFill/>
                </a:ln>
                <a:solidFill>
                  <a:srgbClr val="800000"/>
                </a:solidFill>
                <a:effectLst/>
                <a:uLnTx/>
                <a:uFillTx/>
                <a:latin typeface="+mj-ea"/>
                <a:ea typeface="+mj-ea"/>
                <a:cs typeface="+mj-cs"/>
              </a:rPr>
              <a:t>的工作特点</a:t>
            </a:r>
            <a:endParaRPr kumimoji="0" lang="zh-CN" altLang="en-US" sz="4000" b="1" i="0" u="none" strike="noStrike" kern="1200" cap="none" spc="0" normalizeH="0" baseline="0" noProof="0" dirty="0">
              <a:ln>
                <a:noFill/>
              </a:ln>
              <a:solidFill>
                <a:srgbClr val="800000"/>
              </a:solidFill>
              <a:effectLst/>
              <a:uLnTx/>
              <a:uFillTx/>
              <a:latin typeface="+mj-ea"/>
              <a:ea typeface="+mj-ea"/>
              <a:cs typeface="+mj-cs"/>
            </a:endParaRPr>
          </a:p>
        </p:txBody>
      </p:sp>
      <p:sp>
        <p:nvSpPr>
          <p:cNvPr id="197635" name="Rectangle 3"/>
          <p:cNvSpPr>
            <a:spLocks noGrp="1"/>
          </p:cNvSpPr>
          <p:nvPr>
            <p:ph idx="1"/>
          </p:nvPr>
        </p:nvSpPr>
        <p:spPr>
          <a:xfrm>
            <a:off x="250825" y="1412875"/>
            <a:ext cx="4752975" cy="4895850"/>
          </a:xfrm>
        </p:spPr>
        <p:txBody>
          <a:bodyPr vert="horz" wrap="square" lIns="91440" tIns="45720" rIns="91440" bIns="45720" anchor="t" anchorCtr="0"/>
          <a:p>
            <a:pPr>
              <a:lnSpc>
                <a:spcPct val="120000"/>
              </a:lnSpc>
              <a:buNone/>
            </a:pPr>
            <a:r>
              <a:rPr lang="en-US" altLang="zh-CN" sz="2400" dirty="0">
                <a:latin typeface="仿宋_GB2312" pitchFamily="1" charset="-122"/>
                <a:ea typeface="仿宋_GB2312" pitchFamily="1" charset="-122"/>
              </a:rPr>
              <a:t>	◆</a:t>
            </a:r>
            <a:r>
              <a:rPr lang="zh-CN" altLang="en-US" sz="2400" dirty="0">
                <a:solidFill>
                  <a:srgbClr val="FF0000"/>
                </a:solidFill>
                <a:latin typeface="楷体_GB2312" pitchFamily="1" charset="-122"/>
              </a:rPr>
              <a:t>方式</a:t>
            </a:r>
            <a:r>
              <a:rPr lang="en-US" altLang="zh-CN" sz="2400" dirty="0">
                <a:solidFill>
                  <a:srgbClr val="FF0000"/>
                </a:solidFill>
                <a:latin typeface="楷体_GB2312" pitchFamily="1" charset="-122"/>
              </a:rPr>
              <a:t>2</a:t>
            </a:r>
            <a:r>
              <a:rPr lang="en-US" altLang="zh-CN" sz="2400" dirty="0">
                <a:latin typeface="楷体_GB2312" pitchFamily="1" charset="-122"/>
              </a:rPr>
              <a:t> </a:t>
            </a:r>
            <a:r>
              <a:rPr lang="zh-CN" altLang="en-US" sz="2400" dirty="0">
                <a:latin typeface="楷体_GB2312" pitchFamily="1" charset="-122"/>
              </a:rPr>
              <a:t>是</a:t>
            </a:r>
            <a:r>
              <a:rPr lang="zh-CN" altLang="en-US" sz="2400" dirty="0">
                <a:solidFill>
                  <a:srgbClr val="0000FF"/>
                </a:solidFill>
                <a:latin typeface="楷体_GB2312" pitchFamily="1" charset="-122"/>
              </a:rPr>
              <a:t>双向传输</a:t>
            </a:r>
            <a:r>
              <a:rPr lang="zh-CN" altLang="en-US" sz="2400" dirty="0">
                <a:latin typeface="楷体_GB2312" pitchFamily="1" charset="-122"/>
              </a:rPr>
              <a:t>，相当于方式</a:t>
            </a:r>
            <a:r>
              <a:rPr lang="en-US" altLang="zh-CN" sz="2400" dirty="0">
                <a:latin typeface="楷体_GB2312" pitchFamily="1" charset="-122"/>
              </a:rPr>
              <a:t>1</a:t>
            </a:r>
            <a:r>
              <a:rPr lang="zh-CN" altLang="en-US" sz="2400" dirty="0">
                <a:latin typeface="楷体_GB2312" pitchFamily="1" charset="-122"/>
              </a:rPr>
              <a:t>的输入和输出的组合，只适用于</a:t>
            </a:r>
            <a:r>
              <a:rPr lang="zh-CN" altLang="en-US" sz="2400" dirty="0">
                <a:solidFill>
                  <a:srgbClr val="FF3300"/>
                </a:solidFill>
                <a:latin typeface="楷体_GB2312" pitchFamily="1" charset="-122"/>
              </a:rPr>
              <a:t>端口</a:t>
            </a:r>
            <a:r>
              <a:rPr lang="en-US" altLang="zh-CN" sz="2400" dirty="0">
                <a:solidFill>
                  <a:srgbClr val="FF3300"/>
                </a:solidFill>
                <a:latin typeface="楷体_GB2312" pitchFamily="1" charset="-122"/>
              </a:rPr>
              <a:t>A</a:t>
            </a:r>
            <a:r>
              <a:rPr lang="zh-CN" altLang="en-US" sz="2400" dirty="0">
                <a:latin typeface="楷体_GB2312" pitchFamily="1" charset="-122"/>
              </a:rPr>
              <a:t>。外设在端口</a:t>
            </a:r>
            <a:r>
              <a:rPr lang="en-US" altLang="zh-CN" sz="2400" dirty="0">
                <a:latin typeface="楷体_GB2312" pitchFamily="1" charset="-122"/>
              </a:rPr>
              <a:t>A</a:t>
            </a:r>
            <a:r>
              <a:rPr lang="zh-CN" altLang="en-US" sz="2400" dirty="0">
                <a:latin typeface="楷体_GB2312" pitchFamily="1" charset="-122"/>
              </a:rPr>
              <a:t>的</a:t>
            </a:r>
            <a:r>
              <a:rPr lang="en-US" altLang="zh-CN" sz="2400" dirty="0">
                <a:latin typeface="楷体_GB2312" pitchFamily="1" charset="-122"/>
              </a:rPr>
              <a:t>8</a:t>
            </a:r>
            <a:r>
              <a:rPr lang="zh-CN" altLang="en-US" sz="2400" dirty="0">
                <a:latin typeface="楷体_GB2312" pitchFamily="1" charset="-122"/>
              </a:rPr>
              <a:t>位数据线上</a:t>
            </a:r>
            <a:r>
              <a:rPr lang="zh-CN" altLang="en-US" sz="2400" dirty="0">
                <a:solidFill>
                  <a:srgbClr val="0000FF"/>
                </a:solidFill>
                <a:latin typeface="楷体_GB2312" pitchFamily="1" charset="-122"/>
              </a:rPr>
              <a:t>分时</a:t>
            </a:r>
            <a:r>
              <a:rPr lang="zh-CN" altLang="en-US" sz="2400" dirty="0">
                <a:latin typeface="楷体_GB2312" pitchFamily="1" charset="-122"/>
              </a:rPr>
              <a:t>向</a:t>
            </a:r>
            <a:r>
              <a:rPr lang="en-US" altLang="zh-CN" sz="2400" dirty="0">
                <a:latin typeface="楷体_GB2312" pitchFamily="1" charset="-122"/>
              </a:rPr>
              <a:t>CPU</a:t>
            </a:r>
            <a:r>
              <a:rPr lang="zh-CN" altLang="en-US" sz="2400" dirty="0">
                <a:latin typeface="楷体_GB2312" pitchFamily="1" charset="-122"/>
              </a:rPr>
              <a:t>发送数据或从</a:t>
            </a:r>
            <a:r>
              <a:rPr lang="en-US" altLang="zh-CN" sz="2400" dirty="0">
                <a:latin typeface="楷体_GB2312" pitchFamily="1" charset="-122"/>
              </a:rPr>
              <a:t>CPU</a:t>
            </a:r>
            <a:r>
              <a:rPr lang="zh-CN" altLang="en-US" sz="2400" dirty="0">
                <a:latin typeface="楷体_GB2312" pitchFamily="1" charset="-122"/>
              </a:rPr>
              <a:t>接收数据。 </a:t>
            </a:r>
            <a:endParaRPr lang="zh-CN" altLang="en-US" sz="2400" dirty="0">
              <a:latin typeface="楷体_GB2312" pitchFamily="1" charset="-122"/>
            </a:endParaRPr>
          </a:p>
          <a:p>
            <a:pPr>
              <a:lnSpc>
                <a:spcPct val="120000"/>
              </a:lnSpc>
              <a:buNone/>
            </a:pPr>
            <a:r>
              <a:rPr lang="zh-CN" altLang="en-US" sz="2400" dirty="0">
                <a:latin typeface="楷体_GB2312" pitchFamily="1" charset="-122"/>
              </a:rPr>
              <a:t>	◆</a:t>
            </a:r>
            <a:r>
              <a:rPr lang="zh-CN" altLang="en-US" sz="2400" dirty="0">
                <a:solidFill>
                  <a:srgbClr val="FF0000"/>
                </a:solidFill>
                <a:latin typeface="楷体_GB2312" pitchFamily="1" charset="-122"/>
              </a:rPr>
              <a:t>方式</a:t>
            </a:r>
            <a:r>
              <a:rPr lang="en-US" altLang="zh-CN" sz="2400" dirty="0">
                <a:solidFill>
                  <a:srgbClr val="FF0000"/>
                </a:solidFill>
                <a:latin typeface="楷体_GB2312" pitchFamily="1" charset="-122"/>
              </a:rPr>
              <a:t>2</a:t>
            </a:r>
            <a:r>
              <a:rPr lang="en-US" altLang="zh-CN" sz="2400" dirty="0">
                <a:latin typeface="楷体_GB2312" pitchFamily="1" charset="-122"/>
              </a:rPr>
              <a:t> </a:t>
            </a:r>
            <a:r>
              <a:rPr lang="zh-CN" altLang="en-US" sz="2400" dirty="0">
                <a:latin typeface="楷体_GB2312" pitchFamily="1" charset="-122"/>
              </a:rPr>
              <a:t>需要</a:t>
            </a:r>
            <a:r>
              <a:rPr lang="zh-CN" altLang="en-US" sz="2400" dirty="0">
                <a:solidFill>
                  <a:srgbClr val="FF3300"/>
                </a:solidFill>
                <a:latin typeface="楷体_GB2312" pitchFamily="1" charset="-122"/>
              </a:rPr>
              <a:t>端口</a:t>
            </a:r>
            <a:r>
              <a:rPr lang="en-US" altLang="zh-CN" sz="2400" dirty="0">
                <a:solidFill>
                  <a:srgbClr val="FF3300"/>
                </a:solidFill>
                <a:latin typeface="楷体_GB2312" pitchFamily="1" charset="-122"/>
              </a:rPr>
              <a:t>C</a:t>
            </a:r>
            <a:r>
              <a:rPr lang="zh-CN" altLang="en-US" sz="2400" dirty="0">
                <a:latin typeface="楷体_GB2312" pitchFamily="1" charset="-122"/>
              </a:rPr>
              <a:t>提供固定的</a:t>
            </a:r>
            <a:r>
              <a:rPr lang="en-US" altLang="zh-CN" sz="2400" dirty="0">
                <a:solidFill>
                  <a:srgbClr val="0000FF"/>
                </a:solidFill>
                <a:latin typeface="楷体_GB2312" pitchFamily="1" charset="-122"/>
              </a:rPr>
              <a:t>5</a:t>
            </a:r>
            <a:r>
              <a:rPr lang="zh-CN" altLang="en-US" sz="2400" dirty="0">
                <a:solidFill>
                  <a:srgbClr val="0000FF"/>
                </a:solidFill>
                <a:latin typeface="楷体_GB2312" pitchFamily="1" charset="-122"/>
              </a:rPr>
              <a:t>位</a:t>
            </a:r>
            <a:r>
              <a:rPr lang="zh-CN" altLang="en-US" sz="2400" dirty="0">
                <a:latin typeface="楷体_GB2312" pitchFamily="1" charset="-122"/>
              </a:rPr>
              <a:t>，即端口</a:t>
            </a:r>
            <a:r>
              <a:rPr lang="en-US" altLang="zh-CN" sz="2400" dirty="0">
                <a:latin typeface="楷体_GB2312" pitchFamily="1" charset="-122"/>
              </a:rPr>
              <a:t>C</a:t>
            </a:r>
            <a:r>
              <a:rPr lang="zh-CN" altLang="en-US" sz="2400" dirty="0">
                <a:latin typeface="楷体_GB2312" pitchFamily="1" charset="-122"/>
              </a:rPr>
              <a:t>的</a:t>
            </a:r>
            <a:r>
              <a:rPr lang="en-US" altLang="zh-CN" sz="2400" dirty="0">
                <a:solidFill>
                  <a:srgbClr val="0000CC"/>
                </a:solidFill>
                <a:latin typeface="楷体_GB2312" pitchFamily="1" charset="-122"/>
              </a:rPr>
              <a:t>PC</a:t>
            </a:r>
            <a:r>
              <a:rPr lang="en-US" altLang="zh-CN" sz="2400" baseline="-30000" dirty="0">
                <a:solidFill>
                  <a:srgbClr val="0000CC"/>
                </a:solidFill>
                <a:latin typeface="楷体_GB2312" pitchFamily="1" charset="-122"/>
              </a:rPr>
              <a:t>7</a:t>
            </a:r>
            <a:r>
              <a:rPr lang="en-US" altLang="zh-CN" sz="2400" dirty="0">
                <a:solidFill>
                  <a:srgbClr val="0000CC"/>
                </a:solidFill>
                <a:latin typeface="楷体_GB2312" pitchFamily="1" charset="-122"/>
              </a:rPr>
              <a:t>~PC</a:t>
            </a:r>
            <a:r>
              <a:rPr lang="en-US" altLang="zh-CN" sz="2400" baseline="-30000" dirty="0">
                <a:solidFill>
                  <a:srgbClr val="0000CC"/>
                </a:solidFill>
                <a:latin typeface="楷体_GB2312" pitchFamily="1" charset="-122"/>
              </a:rPr>
              <a:t>3</a:t>
            </a:r>
            <a:r>
              <a:rPr lang="en-US" altLang="zh-CN" sz="2400" dirty="0">
                <a:latin typeface="楷体_GB2312" pitchFamily="1" charset="-122"/>
              </a:rPr>
              <a:t> </a:t>
            </a:r>
            <a:r>
              <a:rPr lang="zh-CN" altLang="en-US" sz="2400" dirty="0">
                <a:latin typeface="楷体_GB2312" pitchFamily="1" charset="-122"/>
              </a:rPr>
              <a:t>，做指定的控制</a:t>
            </a:r>
            <a:r>
              <a:rPr lang="en-US" altLang="zh-CN" sz="2400" dirty="0">
                <a:latin typeface="楷体_GB2312" pitchFamily="1" charset="-122"/>
              </a:rPr>
              <a:t>/</a:t>
            </a:r>
            <a:r>
              <a:rPr lang="zh-CN" altLang="en-US" sz="2400" dirty="0">
                <a:latin typeface="楷体_GB2312" pitchFamily="1" charset="-122"/>
              </a:rPr>
              <a:t>联络信号。</a:t>
            </a:r>
            <a:endParaRPr lang="zh-CN" altLang="en-US" sz="2400" dirty="0">
              <a:latin typeface="楷体_GB2312" pitchFamily="1" charset="-122"/>
            </a:endParaRPr>
          </a:p>
          <a:p>
            <a:pPr>
              <a:lnSpc>
                <a:spcPct val="120000"/>
              </a:lnSpc>
              <a:buNone/>
            </a:pPr>
            <a:r>
              <a:rPr lang="zh-CN" altLang="en-US" sz="2400" dirty="0">
                <a:latin typeface="楷体_GB2312" pitchFamily="1" charset="-122"/>
              </a:rPr>
              <a:t>	◆</a:t>
            </a:r>
            <a:r>
              <a:rPr lang="zh-CN" altLang="en-US" sz="2400" dirty="0">
                <a:solidFill>
                  <a:srgbClr val="FF0000"/>
                </a:solidFill>
                <a:latin typeface="楷体_GB2312" pitchFamily="1" charset="-122"/>
              </a:rPr>
              <a:t>方式</a:t>
            </a:r>
            <a:r>
              <a:rPr lang="en-US" altLang="zh-CN" sz="2400" dirty="0">
                <a:solidFill>
                  <a:srgbClr val="FF0000"/>
                </a:solidFill>
                <a:latin typeface="楷体_GB2312" pitchFamily="1" charset="-122"/>
              </a:rPr>
              <a:t>2</a:t>
            </a:r>
            <a:r>
              <a:rPr lang="zh-CN" altLang="en-US" sz="2400" dirty="0">
                <a:latin typeface="楷体_GB2312" pitchFamily="1" charset="-122"/>
              </a:rPr>
              <a:t>一般采用</a:t>
            </a:r>
            <a:r>
              <a:rPr lang="zh-CN" altLang="en-US" sz="2400" dirty="0">
                <a:solidFill>
                  <a:srgbClr val="0000FF"/>
                </a:solidFill>
                <a:latin typeface="楷体_GB2312" pitchFamily="1" charset="-122"/>
              </a:rPr>
              <a:t>中断方式</a:t>
            </a:r>
            <a:r>
              <a:rPr lang="zh-CN" altLang="en-US" sz="2400" dirty="0">
                <a:latin typeface="楷体_GB2312" pitchFamily="1" charset="-122"/>
              </a:rPr>
              <a:t>进行数据传输。</a:t>
            </a:r>
            <a:endParaRPr lang="zh-CN" altLang="en-US" sz="2400" dirty="0">
              <a:latin typeface="楷体_GB2312" pitchFamily="1" charset="-122"/>
            </a:endParaRPr>
          </a:p>
        </p:txBody>
      </p:sp>
      <p:graphicFrame>
        <p:nvGraphicFramePr>
          <p:cNvPr id="238596" name="Group 4"/>
          <p:cNvGraphicFramePr>
            <a:graphicFrameLocks noGrp="1"/>
          </p:cNvGraphicFramePr>
          <p:nvPr/>
        </p:nvGraphicFramePr>
        <p:xfrm>
          <a:off x="5148263" y="1844675"/>
          <a:ext cx="3527425" cy="3817939"/>
        </p:xfrm>
        <a:graphic>
          <a:graphicData uri="http://schemas.openxmlformats.org/drawingml/2006/table">
            <a:tbl>
              <a:tblPr/>
              <a:tblGrid>
                <a:gridCol w="1152525"/>
                <a:gridCol w="2374900"/>
              </a:tblGrid>
              <a:tr h="533400">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zh-CN" altLang="en-US"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联络线</a:t>
                      </a:r>
                      <a:endParaRPr kumimoji="0" lang="zh-CN" altLang="en-US"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endParaRPr>
                    </a:p>
                  </a:txBody>
                  <a:tcPr horzOverflow="overflow">
                    <a:lnL w="28575"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zh-CN" altLang="en-US"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rPr>
                        <a:t>联络信号</a:t>
                      </a:r>
                      <a:endParaRPr kumimoji="0" lang="zh-CN" altLang="en-US" sz="2400" b="1" i="0" u="none" strike="noStrike" cap="none" normalizeH="0" baseline="0">
                        <a:ln>
                          <a:noFill/>
                        </a:ln>
                        <a:solidFill>
                          <a:srgbClr val="FF3300"/>
                        </a:solidFill>
                        <a:effectLst/>
                        <a:latin typeface="Times New Roman" panose="02020603050405020304" pitchFamily="18" charset="0"/>
                        <a:ea typeface="宋体" panose="02010600030101010101" pitchFamily="2" charset="-122"/>
                      </a:endParaRPr>
                    </a:p>
                  </a:txBody>
                  <a:tcPr horzOverflow="overflow">
                    <a:lnL w="12700"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28575"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rgbClr val="0000CC"/>
                          </a:solidFill>
                          <a:effectLst/>
                          <a:latin typeface="Times New Roman" panose="02020603050405020304" pitchFamily="18" charset="0"/>
                          <a:ea typeface="宋体" panose="02010600030101010101" pitchFamily="2" charset="-122"/>
                        </a:rPr>
                        <a:t>PC</a:t>
                      </a:r>
                      <a:r>
                        <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rPr>
                        <a:t>7</a:t>
                      </a:r>
                      <a:endPar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endParaRPr>
                    </a:p>
                  </a:txBody>
                  <a:tcPr horzOverflow="overflow">
                    <a:lnL w="28575"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OBF</a:t>
                      </a:r>
                      <a:r>
                        <a:rPr kumimoji="0" lang="en-US" altLang="zh-CN" sz="24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A</a:t>
                      </a:r>
                      <a:endParaRPr kumimoji="0" lang="en-US" altLang="zh-CN" sz="24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endParaRPr>
                    </a:p>
                  </a:txBody>
                  <a:tcPr horzOverflow="overflow">
                    <a:lnL w="12700"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677863">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rgbClr val="0000CC"/>
                          </a:solidFill>
                          <a:effectLst/>
                          <a:latin typeface="Times New Roman" panose="02020603050405020304" pitchFamily="18" charset="0"/>
                          <a:ea typeface="宋体" panose="02010600030101010101" pitchFamily="2" charset="-122"/>
                        </a:rPr>
                        <a:t>PC</a:t>
                      </a:r>
                      <a:r>
                        <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rPr>
                        <a:t>6</a:t>
                      </a:r>
                      <a:endPar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endParaRPr>
                    </a:p>
                  </a:txBody>
                  <a:tcPr horzOverflow="overflow">
                    <a:lnL w="28575"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ACK</a:t>
                      </a:r>
                      <a:r>
                        <a:rPr kumimoji="0" lang="en-US" altLang="zh-CN" sz="24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A</a:t>
                      </a:r>
                      <a:r>
                        <a:rPr kumimoji="0" lang="en-GB"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INTE</a:t>
                      </a:r>
                      <a:r>
                        <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rPr>
                        <a:t>1</a:t>
                      </a:r>
                      <a:endPar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endParaRPr>
                    </a:p>
                  </a:txBody>
                  <a:tcPr horzOverflow="overflow">
                    <a:lnL w="12700"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677863">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rgbClr val="0000CC"/>
                          </a:solidFill>
                          <a:effectLst/>
                          <a:latin typeface="Times New Roman" panose="02020603050405020304" pitchFamily="18" charset="0"/>
                          <a:ea typeface="宋体" panose="02010600030101010101" pitchFamily="2" charset="-122"/>
                        </a:rPr>
                        <a:t>PC</a:t>
                      </a:r>
                      <a:r>
                        <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rPr>
                        <a:t>5</a:t>
                      </a:r>
                      <a:endPar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endParaRPr>
                    </a:p>
                  </a:txBody>
                  <a:tcPr horzOverflow="overflow">
                    <a:lnL w="28575"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IBF</a:t>
                      </a:r>
                      <a:r>
                        <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rPr>
                        <a:t>A</a:t>
                      </a:r>
                      <a:endPar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endParaRPr>
                    </a:p>
                  </a:txBody>
                  <a:tcPr horzOverflow="overflow">
                    <a:lnL w="12700"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676275">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rgbClr val="0000CC"/>
                          </a:solidFill>
                          <a:effectLst/>
                          <a:latin typeface="Times New Roman" panose="02020603050405020304" pitchFamily="18" charset="0"/>
                          <a:ea typeface="宋体" panose="02010600030101010101" pitchFamily="2" charset="-122"/>
                        </a:rPr>
                        <a:t>PC</a:t>
                      </a:r>
                      <a:r>
                        <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rPr>
                        <a:t>4</a:t>
                      </a:r>
                      <a:endPar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endParaRPr>
                    </a:p>
                  </a:txBody>
                  <a:tcPr horzOverflow="overflow">
                    <a:lnL w="28575"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STB</a:t>
                      </a:r>
                      <a:r>
                        <a:rPr kumimoji="0" lang="en-US" altLang="zh-CN" sz="2400" b="1" i="0" u="none" strike="noStrike" cap="none" normalizeH="0" baseline="-25000">
                          <a:ln>
                            <a:noFill/>
                          </a:ln>
                          <a:solidFill>
                            <a:schemeClr val="tx1"/>
                          </a:solidFill>
                          <a:effectLst/>
                          <a:latin typeface="Times New Roman" panose="02020603050405020304" pitchFamily="18" charset="0"/>
                          <a:ea typeface="宋体" panose="02010600030101010101" pitchFamily="2" charset="-122"/>
                        </a:rPr>
                        <a:t>A</a:t>
                      </a:r>
                      <a:r>
                        <a:rPr kumimoji="0" lang="en-GB"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INTE</a:t>
                      </a:r>
                      <a:r>
                        <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rPr>
                        <a:t>2</a:t>
                      </a:r>
                      <a:endPar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endParaRPr>
                    </a:p>
                  </a:txBody>
                  <a:tcPr horzOverflow="overflow">
                    <a:lnL w="12700"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12700" cap="flat" cmpd="sng" algn="ctr">
                      <a:solidFill>
                        <a:schemeClr val="tx1"/>
                      </a:solidFill>
                      <a:prstDash val="solid"/>
                      <a:miter lim="800000"/>
                      <a:headEnd type="none" w="med" len="med"/>
                      <a:tailEnd type="none" w="med" len="med"/>
                    </a:lnB>
                    <a:lnTlToBr>
                      <a:noFill/>
                    </a:lnTlToBr>
                    <a:lnBlToTr>
                      <a:noFill/>
                    </a:lnBlToTr>
                    <a:noFill/>
                  </a:tcPr>
                </a:tc>
              </a:tr>
              <a:tr h="576263">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rgbClr val="0000CC"/>
                          </a:solidFill>
                          <a:effectLst/>
                          <a:latin typeface="Times New Roman" panose="02020603050405020304" pitchFamily="18" charset="0"/>
                          <a:ea typeface="宋体" panose="02010600030101010101" pitchFamily="2" charset="-122"/>
                        </a:rPr>
                        <a:t>PC</a:t>
                      </a:r>
                      <a:r>
                        <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rPr>
                        <a:t>3</a:t>
                      </a:r>
                      <a:endParaRPr kumimoji="0" lang="en-US" altLang="zh-CN" sz="2400" b="1" i="0" u="none" strike="noStrike" cap="none" normalizeH="0" baseline="-30000">
                        <a:ln>
                          <a:noFill/>
                        </a:ln>
                        <a:solidFill>
                          <a:srgbClr val="0000CC"/>
                        </a:solidFill>
                        <a:effectLst/>
                        <a:latin typeface="Times New Roman" panose="02020603050405020304" pitchFamily="18" charset="0"/>
                        <a:ea typeface="宋体" panose="02010600030101010101" pitchFamily="2" charset="-122"/>
                      </a:endParaRPr>
                    </a:p>
                  </a:txBody>
                  <a:tcPr horzOverflow="overflow">
                    <a:lnL w="28575" cap="flat" cmpd="sng" algn="ctr">
                      <a:solidFill>
                        <a:schemeClr val="tx1"/>
                      </a:solidFill>
                      <a:prstDash val="solid"/>
                      <a:miter lim="800000"/>
                      <a:headEnd type="none" w="med" len="med"/>
                      <a:tailEnd type="none" w="med" len="med"/>
                    </a:lnL>
                    <a:lnR w="12700"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Times New Roman" panose="02020603050405020304" pitchFamily="18" charset="0"/>
                          <a:ea typeface="宋体" panose="02010600030101010101" pitchFamily="2" charset="-122"/>
                        </a:defRPr>
                      </a:lvl1pPr>
                      <a:lvl2pPr>
                        <a:spcBef>
                          <a:spcPct val="20000"/>
                        </a:spcBef>
                        <a:defRPr sz="2400">
                          <a:solidFill>
                            <a:schemeClr val="tx1"/>
                          </a:solidFill>
                          <a:latin typeface="Times New Roman" panose="02020603050405020304" pitchFamily="18" charset="0"/>
                          <a:ea typeface="宋体" panose="02010600030101010101" pitchFamily="2" charset="-122"/>
                        </a:defRPr>
                      </a:lvl2pPr>
                      <a:lvl3pPr>
                        <a:spcBef>
                          <a:spcPct val="20000"/>
                        </a:spcBef>
                        <a:defRPr sz="2000">
                          <a:solidFill>
                            <a:schemeClr val="tx1"/>
                          </a:solidFill>
                          <a:latin typeface="Times New Roman" panose="02020603050405020304" pitchFamily="18" charset="0"/>
                          <a:ea typeface="宋体" panose="02010600030101010101" pitchFamily="2" charset="-122"/>
                        </a:defRPr>
                      </a:lvl3pPr>
                      <a:lvl4pPr>
                        <a:spcBef>
                          <a:spcPct val="20000"/>
                        </a:spcBef>
                        <a:defRPr>
                          <a:solidFill>
                            <a:schemeClr val="tx1"/>
                          </a:solidFill>
                          <a:latin typeface="Times New Roman" panose="02020603050405020304" pitchFamily="18" charset="0"/>
                          <a:ea typeface="宋体" panose="02010600030101010101" pitchFamily="2" charset="-122"/>
                        </a:defRPr>
                      </a:lvl4pPr>
                      <a:lvl5pPr>
                        <a:spcBef>
                          <a:spcPct val="20000"/>
                        </a:spcBef>
                        <a:defRPr>
                          <a:solidFill>
                            <a:schemeClr val="tx1"/>
                          </a:solidFill>
                          <a:latin typeface="Times New Roman" panose="02020603050405020304" pitchFamily="18" charset="0"/>
                          <a:ea typeface="宋体" panose="02010600030101010101" pitchFamily="2" charset="-122"/>
                        </a:defRPr>
                      </a:lvl5pPr>
                      <a:lvl6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6pPr>
                      <a:lvl7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7pPr>
                      <a:lvl8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8pPr>
                      <a:lvl9pPr fontAlgn="base">
                        <a:spcBef>
                          <a:spcPct val="20000"/>
                        </a:spcBef>
                        <a:spcAft>
                          <a:spcPct val="0"/>
                        </a:spcAft>
                        <a:defRPr>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spcBef>
                          <a:spcPct val="20000"/>
                        </a:spcBef>
                        <a:spcAft>
                          <a:spcPct val="0"/>
                        </a:spcAft>
                        <a:buClrTx/>
                        <a:buSzTx/>
                        <a:buFontTx/>
                        <a:buNone/>
                      </a:pPr>
                      <a:r>
                        <a:rPr kumimoji="0"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INTR</a:t>
                      </a:r>
                      <a:r>
                        <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rPr>
                        <a:t>A</a:t>
                      </a:r>
                      <a:endParaRPr kumimoji="0" lang="en-US" altLang="zh-CN" sz="24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endParaRPr>
                    </a:p>
                  </a:txBody>
                  <a:tcPr horzOverflow="overflow">
                    <a:lnL w="12700" cap="flat" cmpd="sng" algn="ctr">
                      <a:solidFill>
                        <a:schemeClr val="tx1"/>
                      </a:solidFill>
                      <a:prstDash val="solid"/>
                      <a:miter lim="800000"/>
                      <a:headEnd type="none" w="med" len="med"/>
                      <a:tailEnd type="none" w="med" len="med"/>
                    </a:lnL>
                    <a:lnR w="28575" cap="flat" cmpd="sng" algn="ctr">
                      <a:solidFill>
                        <a:schemeClr val="tx1"/>
                      </a:solidFill>
                      <a:prstDash val="solid"/>
                      <a:miter lim="800000"/>
                      <a:headEnd type="none" w="med" len="med"/>
                      <a:tailEnd type="none" w="med" len="med"/>
                    </a:lnR>
                    <a:lnT w="12700" cap="flat" cmpd="sng" algn="ctr">
                      <a:solidFill>
                        <a:schemeClr val="tx1"/>
                      </a:solidFill>
                      <a:prstDash val="solid"/>
                      <a:miter lim="800000"/>
                      <a:headEnd type="none" w="med" len="med"/>
                      <a:tailEnd type="none" w="med" len="med"/>
                    </a:lnT>
                    <a:lnB w="28575" cap="flat" cmpd="sng" algn="ctr">
                      <a:solidFill>
                        <a:schemeClr val="tx1"/>
                      </a:solidFill>
                      <a:prstDash val="solid"/>
                      <a:miter lim="800000"/>
                      <a:headEnd type="none" w="med" len="med"/>
                      <a:tailEnd type="none" w="med" len="med"/>
                    </a:lnB>
                    <a:lnTlToBr>
                      <a:noFill/>
                    </a:lnTlToBr>
                    <a:lnBlToTr>
                      <a:noFill/>
                    </a:lnBlToTr>
                    <a:noFill/>
                  </a:tcPr>
                </a:tc>
              </a:tr>
            </a:tbl>
          </a:graphicData>
        </a:graphic>
      </p:graphicFrame>
      <p:sp>
        <p:nvSpPr>
          <p:cNvPr id="197659" name="Line 27"/>
          <p:cNvSpPr/>
          <p:nvPr/>
        </p:nvSpPr>
        <p:spPr>
          <a:xfrm>
            <a:off x="7088188" y="2451100"/>
            <a:ext cx="609600" cy="1588"/>
          </a:xfrm>
          <a:prstGeom prst="line">
            <a:avLst/>
          </a:prstGeom>
          <a:ln w="9525" cap="flat" cmpd="sng">
            <a:solidFill>
              <a:schemeClr val="tx1"/>
            </a:solidFill>
            <a:prstDash val="solid"/>
            <a:miter/>
            <a:headEnd type="none" w="med" len="med"/>
            <a:tailEnd type="none" w="med" len="med"/>
          </a:ln>
        </p:spPr>
      </p:sp>
      <p:sp>
        <p:nvSpPr>
          <p:cNvPr id="197660" name="Line 28"/>
          <p:cNvSpPr/>
          <p:nvPr/>
        </p:nvSpPr>
        <p:spPr>
          <a:xfrm>
            <a:off x="6626225" y="4494213"/>
            <a:ext cx="609600" cy="1587"/>
          </a:xfrm>
          <a:prstGeom prst="line">
            <a:avLst/>
          </a:prstGeom>
          <a:ln w="9525" cap="flat" cmpd="sng">
            <a:solidFill>
              <a:schemeClr val="tx1"/>
            </a:solidFill>
            <a:prstDash val="solid"/>
            <a:miter/>
            <a:headEnd type="none" w="med" len="med"/>
            <a:tailEnd type="none" w="med" len="med"/>
          </a:ln>
        </p:spPr>
      </p:sp>
      <p:sp>
        <p:nvSpPr>
          <p:cNvPr id="197661" name="Line 29"/>
          <p:cNvSpPr/>
          <p:nvPr/>
        </p:nvSpPr>
        <p:spPr>
          <a:xfrm>
            <a:off x="6659563" y="3141663"/>
            <a:ext cx="609600" cy="1587"/>
          </a:xfrm>
          <a:prstGeom prst="line">
            <a:avLst/>
          </a:prstGeom>
          <a:ln w="9525" cap="flat" cmpd="sng">
            <a:solidFill>
              <a:schemeClr val="tx1"/>
            </a:solidFill>
            <a:prstDash val="solid"/>
            <a:miter/>
            <a:headEnd type="none" w="med" len="med"/>
            <a:tailEnd type="none" w="med" len="med"/>
          </a:ln>
        </p:spPr>
      </p:sp>
    </p:spTree>
  </p:cSld>
  <p:clrMapOvr>
    <a:masterClrMapping/>
  </p:clrMapOvr>
  <p:transition advClick="0"/>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98658"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198659" name="Rectangle 2"/>
          <p:cNvSpPr>
            <a:spLocks noGrp="1"/>
          </p:cNvSpPr>
          <p:nvPr>
            <p:ph type="title" idx="4294967295"/>
          </p:nvPr>
        </p:nvSpPr>
        <p:spPr/>
        <p:txBody>
          <a:bodyPr vert="horz" wrap="square" lIns="91440" tIns="45720" rIns="91440" bIns="45720" anchor="b" anchorCtr="0"/>
          <a:p>
            <a:pPr eaLnBrk="1" hangingPunct="1"/>
            <a:r>
              <a:rPr lang="en-US" altLang="zh-CN" sz="4000" b="1" dirty="0"/>
              <a:t>7.2.5</a:t>
            </a:r>
            <a:r>
              <a:rPr lang="en-US" altLang="zh-CN" dirty="0"/>
              <a:t> </a:t>
            </a:r>
            <a:r>
              <a:rPr lang="en-US" altLang="zh-CN" b="1" dirty="0"/>
              <a:t> </a:t>
            </a:r>
            <a:r>
              <a:rPr lang="zh-CN" altLang="en-US" sz="4000" b="1" dirty="0"/>
              <a:t>8255</a:t>
            </a:r>
            <a:r>
              <a:rPr lang="zh-CN" altLang="en-US" dirty="0"/>
              <a:t>芯片的应用</a:t>
            </a:r>
            <a:endParaRPr lang="zh-CN" altLang="en-US" dirty="0"/>
          </a:p>
        </p:txBody>
      </p:sp>
      <p:sp>
        <p:nvSpPr>
          <p:cNvPr id="51204" name="Rectangle 3"/>
          <p:cNvSpPr>
            <a:spLocks noGrp="1"/>
          </p:cNvSpPr>
          <p:nvPr>
            <p:ph type="body" idx="4294967295"/>
          </p:nvPr>
        </p:nvSpPr>
        <p:spPr>
          <a:xfrm>
            <a:off x="1331913" y="2133600"/>
            <a:ext cx="4876800" cy="2971800"/>
          </a:xfrm>
        </p:spPr>
        <p:txBody>
          <a:bodyPr vert="horz" wrap="square" lIns="91440" tIns="45720" rIns="91440" bIns="45720" anchor="t" anchorCtr="0"/>
          <a:p>
            <a:pPr eaLnBrk="1" hangingPunct="1">
              <a:lnSpc>
                <a:spcPct val="125000"/>
              </a:lnSpc>
            </a:pPr>
            <a:r>
              <a:rPr lang="zh-CN" altLang="en-US" dirty="0"/>
              <a:t>芯片与系统的连接</a:t>
            </a:r>
            <a:endParaRPr lang="zh-CN" altLang="en-US" dirty="0"/>
          </a:p>
          <a:p>
            <a:pPr eaLnBrk="1" hangingPunct="1">
              <a:lnSpc>
                <a:spcPct val="125000"/>
              </a:lnSpc>
            </a:pPr>
            <a:r>
              <a:rPr lang="zh-CN" altLang="en-US" dirty="0"/>
              <a:t>芯片的初始化</a:t>
            </a:r>
            <a:endParaRPr lang="zh-CN" altLang="en-US" dirty="0"/>
          </a:p>
          <a:p>
            <a:pPr eaLnBrk="1" hangingPunct="1">
              <a:lnSpc>
                <a:spcPct val="125000"/>
              </a:lnSpc>
            </a:pPr>
            <a:r>
              <a:rPr lang="zh-CN" altLang="en-US" dirty="0"/>
              <a:t>相应的控制程序</a:t>
            </a:r>
            <a:endParaRPr lang="zh-CN" altLang="en-US" dirty="0"/>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1204">
                                            <p:txEl>
                                              <p:charRg st="0" end="9"/>
                                            </p:txEl>
                                          </p:spTgt>
                                        </p:tgtEl>
                                        <p:attrNameLst>
                                          <p:attrName>style.visibility</p:attrName>
                                        </p:attrNameLst>
                                      </p:cBhvr>
                                      <p:to>
                                        <p:strVal val="visible"/>
                                      </p:to>
                                    </p:set>
                                    <p:anim calcmode="lin" valueType="num">
                                      <p:cBhvr additive="base">
                                        <p:cTn id="7" dur="500" fill="hold"/>
                                        <p:tgtEl>
                                          <p:spTgt spid="51204">
                                            <p:txEl>
                                              <p:charRg st="0" end="9"/>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51204">
                                            <p:txEl>
                                              <p:charRg st="0" end="9"/>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51204">
                                            <p:txEl>
                                              <p:charRg st="9" end="16"/>
                                            </p:txEl>
                                          </p:spTgt>
                                        </p:tgtEl>
                                        <p:attrNameLst>
                                          <p:attrName>style.visibility</p:attrName>
                                        </p:attrNameLst>
                                      </p:cBhvr>
                                      <p:to>
                                        <p:strVal val="visible"/>
                                      </p:to>
                                    </p:set>
                                    <p:anim calcmode="lin" valueType="num">
                                      <p:cBhvr additive="base">
                                        <p:cTn id="13" dur="500" fill="hold"/>
                                        <p:tgtEl>
                                          <p:spTgt spid="51204">
                                            <p:txEl>
                                              <p:charRg st="9" end="16"/>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51204">
                                            <p:txEl>
                                              <p:charRg st="9" end="16"/>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51204">
                                            <p:txEl>
                                              <p:charRg st="16" end="24"/>
                                            </p:txEl>
                                          </p:spTgt>
                                        </p:tgtEl>
                                        <p:attrNameLst>
                                          <p:attrName>style.visibility</p:attrName>
                                        </p:attrNameLst>
                                      </p:cBhvr>
                                      <p:to>
                                        <p:strVal val="visible"/>
                                      </p:to>
                                    </p:set>
                                    <p:anim calcmode="lin" valueType="num">
                                      <p:cBhvr additive="base">
                                        <p:cTn id="19" dur="500" fill="hold"/>
                                        <p:tgtEl>
                                          <p:spTgt spid="51204">
                                            <p:txEl>
                                              <p:charRg st="16" end="24"/>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51204">
                                            <p:txEl>
                                              <p:charRg st="16" end="2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199682" name="Rectangle 2"/>
          <p:cNvSpPr>
            <a:spLocks noGrp="1"/>
          </p:cNvSpPr>
          <p:nvPr>
            <p:ph type="title"/>
          </p:nvPr>
        </p:nvSpPr>
        <p:spPr>
          <a:xfrm>
            <a:off x="609600" y="381000"/>
            <a:ext cx="7662863" cy="914400"/>
          </a:xfrm>
        </p:spPr>
        <p:txBody>
          <a:bodyPr vert="horz" wrap="square" lIns="91440" tIns="45720" rIns="91440" bIns="45720" anchor="b" anchorCtr="0"/>
          <a:p>
            <a:r>
              <a:rPr lang="en-US" altLang="zh-CN" sz="4600" b="1" dirty="0"/>
              <a:t>8255A</a:t>
            </a:r>
            <a:r>
              <a:rPr lang="zh-CN" altLang="en-US" sz="4600" b="1" dirty="0"/>
              <a:t>应用例</a:t>
            </a:r>
            <a:r>
              <a:rPr lang="en-US" altLang="zh-CN" sz="4600" b="1" dirty="0"/>
              <a:t>1</a:t>
            </a:r>
            <a:endParaRPr lang="en-US" altLang="zh-CN" sz="4600" b="1" dirty="0"/>
          </a:p>
        </p:txBody>
      </p:sp>
      <p:sp>
        <p:nvSpPr>
          <p:cNvPr id="240643" name="Rectangle 3"/>
          <p:cNvSpPr>
            <a:spLocks noGrp="1" noChangeArrowheads="1"/>
          </p:cNvSpPr>
          <p:nvPr>
            <p:ph idx="1"/>
          </p:nvPr>
        </p:nvSpPr>
        <p:spPr>
          <a:xfrm>
            <a:off x="395288" y="1600200"/>
            <a:ext cx="8305800" cy="5257800"/>
          </a:xfrm>
          <a:ln>
            <a:miter/>
          </a:ln>
        </p:spPr>
        <p:txBody>
          <a:bodyPr vert="horz" wrap="square" lIns="91440" tIns="45720" rIns="91440" bIns="45720" numCol="1" anchor="t" anchorCtr="0" compatLnSpc="1"/>
          <a:lstStyle/>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800" b="1" i="0" u="none" strike="noStrike" kern="1200" cap="none" spc="0" normalizeH="0" baseline="0" noProof="0" dirty="0">
                <a:ln>
                  <a:noFill/>
                </a:ln>
                <a:solidFill>
                  <a:schemeClr val="tx2"/>
                </a:solidFill>
                <a:effectLst/>
                <a:uLnTx/>
                <a:uFillTx/>
                <a:latin typeface="+mn-ea"/>
                <a:ea typeface="+mn-ea"/>
                <a:cs typeface="+mn-cs"/>
              </a:rPr>
              <a:t>开关控制发光二极管显示电路。</a:t>
            </a:r>
            <a:endParaRPr kumimoji="0" lang="zh-CN" altLang="en-US" sz="28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8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800" b="1" i="0" u="none" strike="noStrike" kern="1200" cap="none" spc="0" normalizeH="0" baseline="0" noProof="0" dirty="0">
                <a:ln>
                  <a:noFill/>
                </a:ln>
                <a:solidFill>
                  <a:srgbClr val="0000FF"/>
                </a:solidFill>
                <a:effectLst/>
                <a:uLnTx/>
                <a:uFillTx/>
                <a:latin typeface="+mn-ea"/>
                <a:ea typeface="+mn-ea"/>
                <a:cs typeface="+mn-cs"/>
              </a:rPr>
              <a:t> </a:t>
            </a:r>
            <a:r>
              <a:rPr kumimoji="0" lang="en-US" altLang="zh-CN" sz="2800" b="1" i="0" u="none" strike="noStrike" kern="1200" cap="none" spc="0" normalizeH="0" baseline="0" noProof="0" dirty="0">
                <a:ln>
                  <a:noFill/>
                </a:ln>
                <a:solidFill>
                  <a:schemeClr val="tx2"/>
                </a:solidFill>
                <a:effectLst/>
                <a:uLnTx/>
                <a:uFillTx/>
                <a:latin typeface="+mn-ea"/>
                <a:ea typeface="+mn-ea"/>
                <a:cs typeface="+mn-cs"/>
              </a:rPr>
              <a:t>8255</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的端口</a:t>
            </a:r>
            <a:r>
              <a:rPr kumimoji="0" lang="en-US" altLang="zh-CN" sz="2800" b="1" i="0" u="none" strike="noStrike" kern="1200" cap="none" spc="0" normalizeH="0" baseline="0" noProof="0" dirty="0">
                <a:ln>
                  <a:noFill/>
                </a:ln>
                <a:solidFill>
                  <a:schemeClr val="tx2"/>
                </a:solidFill>
                <a:effectLst/>
                <a:uLnTx/>
                <a:uFillTx/>
                <a:latin typeface="+mn-ea"/>
                <a:ea typeface="+mn-ea"/>
                <a:cs typeface="+mn-cs"/>
              </a:rPr>
              <a:t>A</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接发光二极管组，端口</a:t>
            </a:r>
            <a:r>
              <a:rPr kumimoji="0" lang="en-US" altLang="zh-CN" sz="2800" b="1" i="0" u="none" strike="noStrike" kern="1200" cap="none" spc="0" normalizeH="0" baseline="0" noProof="0" dirty="0">
                <a:ln>
                  <a:noFill/>
                </a:ln>
                <a:solidFill>
                  <a:schemeClr val="tx2"/>
                </a:solidFill>
                <a:effectLst/>
                <a:uLnTx/>
                <a:uFillTx/>
                <a:latin typeface="+mn-ea"/>
                <a:ea typeface="+mn-ea"/>
                <a:cs typeface="+mn-cs"/>
              </a:rPr>
              <a:t>B</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接开关组。 </a:t>
            </a:r>
            <a:endParaRPr kumimoji="0" lang="zh-CN" altLang="en-US" sz="28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8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800" b="1" i="0" u="none" strike="noStrike" kern="1200" cap="none" spc="0" normalizeH="0" baseline="0" noProof="0" dirty="0">
                <a:ln>
                  <a:noFill/>
                </a:ln>
                <a:solidFill>
                  <a:schemeClr val="tx2"/>
                </a:solidFill>
                <a:effectLst/>
                <a:uLnTx/>
                <a:uFillTx/>
                <a:latin typeface="+mn-ea"/>
                <a:ea typeface="+mn-ea"/>
                <a:cs typeface="+mn-cs"/>
              </a:rPr>
              <a:t>8255</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的端口地址： </a:t>
            </a:r>
            <a:r>
              <a:rPr kumimoji="0" lang="en-US" altLang="zh-CN" sz="2800" b="1" i="0" u="none" strike="noStrike" kern="1200" cap="none" spc="0" normalizeH="0" baseline="0" noProof="0" dirty="0">
                <a:ln>
                  <a:noFill/>
                </a:ln>
                <a:solidFill>
                  <a:srgbClr val="FF3300"/>
                </a:solidFill>
                <a:effectLst/>
                <a:uLnTx/>
                <a:uFillTx/>
                <a:latin typeface="+mn-ea"/>
                <a:ea typeface="+mn-ea"/>
                <a:cs typeface="+mn-cs"/>
              </a:rPr>
              <a:t>60H~63H</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8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8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800" b="1" i="0" u="none" strike="noStrike" kern="1200" cap="none" spc="0" normalizeH="0" baseline="0" noProof="0" dirty="0">
                <a:ln>
                  <a:noFill/>
                </a:ln>
                <a:solidFill>
                  <a:schemeClr val="tx2"/>
                </a:solidFill>
                <a:effectLst/>
                <a:uLnTx/>
                <a:uFillTx/>
                <a:latin typeface="+mn-ea"/>
                <a:ea typeface="+mn-ea"/>
                <a:cs typeface="+mn-cs"/>
              </a:rPr>
              <a:t>1</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800" b="1" i="0" u="none" strike="noStrike" kern="1200" cap="none" spc="0" normalizeH="0" baseline="0" noProof="0" dirty="0">
                <a:ln>
                  <a:noFill/>
                </a:ln>
                <a:solidFill>
                  <a:srgbClr val="FF3300"/>
                </a:solidFill>
                <a:effectLst/>
                <a:uLnTx/>
                <a:uFillTx/>
                <a:latin typeface="+mn-ea"/>
                <a:ea typeface="+mn-ea"/>
                <a:cs typeface="+mn-cs"/>
              </a:rPr>
              <a:t>采用方式</a:t>
            </a:r>
            <a:r>
              <a:rPr kumimoji="0" lang="en-US" altLang="zh-CN" sz="2800" b="1" i="0" u="none" strike="noStrike" kern="1200" cap="none" spc="0" normalizeH="0" baseline="0" noProof="0" dirty="0">
                <a:ln>
                  <a:noFill/>
                </a:ln>
                <a:solidFill>
                  <a:srgbClr val="FF3300"/>
                </a:solidFill>
                <a:effectLst/>
                <a:uLnTx/>
                <a:uFillTx/>
                <a:latin typeface="+mn-ea"/>
                <a:ea typeface="+mn-ea"/>
                <a:cs typeface="+mn-cs"/>
              </a:rPr>
              <a:t>0</a:t>
            </a:r>
            <a:r>
              <a:rPr kumimoji="0" lang="zh-CN" altLang="en-US" sz="2800" b="1" i="0" u="none" strike="noStrike" kern="1200" cap="none" spc="0" normalizeH="0" baseline="0" noProof="0" dirty="0">
                <a:ln>
                  <a:noFill/>
                </a:ln>
                <a:solidFill>
                  <a:srgbClr val="FF3300"/>
                </a:solidFill>
                <a:effectLst/>
                <a:uLnTx/>
                <a:uFillTx/>
                <a:latin typeface="+mn-ea"/>
                <a:ea typeface="+mn-ea"/>
                <a:cs typeface="+mn-cs"/>
              </a:rPr>
              <a:t>（直接）的控制</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8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800" b="1" i="0" u="none" strike="noStrike" kern="1200" cap="none" spc="0" normalizeH="0" baseline="0" noProof="0" dirty="0">
                <a:ln>
                  <a:noFill/>
                </a:ln>
                <a:solidFill>
                  <a:schemeClr val="tx2"/>
                </a:solidFill>
                <a:effectLst/>
                <a:uLnTx/>
                <a:uFillTx/>
                <a:latin typeface="+mn-ea"/>
                <a:ea typeface="+mn-ea"/>
                <a:cs typeface="+mn-cs"/>
              </a:rPr>
              <a:t>		设置</a:t>
            </a:r>
            <a:r>
              <a:rPr kumimoji="0" lang="en-US" altLang="zh-CN" sz="2800" b="1" i="0" u="none" strike="noStrike" kern="1200" cap="none" spc="0" normalizeH="0" baseline="0" noProof="0" dirty="0">
                <a:ln>
                  <a:noFill/>
                </a:ln>
                <a:solidFill>
                  <a:schemeClr val="tx2"/>
                </a:solidFill>
                <a:effectLst/>
                <a:uLnTx/>
                <a:uFillTx/>
                <a:latin typeface="+mn-ea"/>
                <a:ea typeface="+mn-ea"/>
                <a:cs typeface="+mn-cs"/>
              </a:rPr>
              <a:t>8255</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方式字（</a:t>
            </a:r>
            <a:r>
              <a:rPr kumimoji="0" lang="en-US" altLang="zh-CN" sz="2800" b="1" i="0" u="none" strike="noStrike" kern="1200" cap="none" spc="0" normalizeH="0" baseline="0" noProof="0" dirty="0">
                <a:ln>
                  <a:noFill/>
                </a:ln>
                <a:solidFill>
                  <a:srgbClr val="0000CC"/>
                </a:solidFill>
                <a:effectLst/>
                <a:uLnTx/>
                <a:uFillTx/>
                <a:latin typeface="+mn-ea"/>
                <a:ea typeface="+mn-ea"/>
                <a:cs typeface="+mn-cs"/>
              </a:rPr>
              <a:t>82H</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8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800" b="1" i="0" u="none" strike="noStrike" kern="1200" cap="none" spc="0" normalizeH="0" baseline="0" noProof="0" dirty="0">
                <a:ln>
                  <a:noFill/>
                </a:ln>
                <a:solidFill>
                  <a:schemeClr val="tx2"/>
                </a:solidFill>
                <a:effectLst/>
                <a:uLnTx/>
                <a:uFillTx/>
                <a:latin typeface="+mn-ea"/>
                <a:ea typeface="+mn-ea"/>
                <a:cs typeface="+mn-cs"/>
              </a:rPr>
              <a:t>		读</a:t>
            </a:r>
            <a:r>
              <a:rPr kumimoji="0" lang="en-US" altLang="zh-CN" sz="2800" b="1" i="0" u="none" strike="noStrike" kern="1200" cap="none" spc="0" normalizeH="0" baseline="0" noProof="0" dirty="0">
                <a:ln>
                  <a:noFill/>
                </a:ln>
                <a:solidFill>
                  <a:schemeClr val="tx2"/>
                </a:solidFill>
                <a:effectLst/>
                <a:uLnTx/>
                <a:uFillTx/>
                <a:latin typeface="+mn-ea"/>
                <a:ea typeface="+mn-ea"/>
                <a:cs typeface="+mn-cs"/>
              </a:rPr>
              <a:t>B</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口开关值</a:t>
            </a:r>
            <a:endParaRPr kumimoji="0" lang="zh-CN" altLang="en-US" sz="28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800" b="1" i="0" u="none" strike="noStrike" kern="1200" cap="none" spc="0" normalizeH="0" baseline="0" noProof="0" dirty="0">
                <a:ln>
                  <a:noFill/>
                </a:ln>
                <a:solidFill>
                  <a:schemeClr val="tx2"/>
                </a:solidFill>
                <a:effectLst/>
                <a:uLnTx/>
                <a:uFillTx/>
                <a:latin typeface="+mn-ea"/>
                <a:ea typeface="+mn-ea"/>
                <a:cs typeface="+mn-cs"/>
              </a:rPr>
              <a:t>		送到</a:t>
            </a:r>
            <a:r>
              <a:rPr kumimoji="0" lang="en-US" altLang="zh-CN" sz="2800" b="1" i="0" u="none" strike="noStrike" kern="1200" cap="none" spc="0" normalizeH="0" baseline="0" noProof="0" dirty="0">
                <a:ln>
                  <a:noFill/>
                </a:ln>
                <a:solidFill>
                  <a:schemeClr val="tx2"/>
                </a:solidFill>
                <a:effectLst/>
                <a:uLnTx/>
                <a:uFillTx/>
                <a:latin typeface="+mn-ea"/>
                <a:ea typeface="+mn-ea"/>
                <a:cs typeface="+mn-cs"/>
              </a:rPr>
              <a:t>A</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口亮</a:t>
            </a:r>
            <a:r>
              <a:rPr kumimoji="0" lang="en-US" altLang="zh-CN" sz="28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800" b="1" i="0" u="none" strike="noStrike" kern="1200" cap="none" spc="0" normalizeH="0" baseline="0" noProof="0" dirty="0">
                <a:ln>
                  <a:noFill/>
                </a:ln>
                <a:solidFill>
                  <a:schemeClr val="tx2"/>
                </a:solidFill>
                <a:effectLst/>
                <a:uLnTx/>
                <a:uFillTx/>
                <a:latin typeface="+mn-ea"/>
                <a:ea typeface="+mn-ea"/>
                <a:cs typeface="+mn-cs"/>
              </a:rPr>
              <a:t>灭发光二极管</a:t>
            </a:r>
            <a:endParaRPr kumimoji="0" lang="zh-CN" altLang="en-US" sz="28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800" b="1" i="0" u="none" strike="noStrike" kern="1200" cap="none" spc="0" normalizeH="0" baseline="0" noProof="0" dirty="0">
                <a:ln>
                  <a:noFill/>
                </a:ln>
                <a:solidFill>
                  <a:schemeClr val="tx2"/>
                </a:solidFill>
                <a:effectLst/>
                <a:uLnTx/>
                <a:uFillTx/>
                <a:latin typeface="+mn-ea"/>
                <a:ea typeface="+mn-ea"/>
                <a:cs typeface="+mn-cs"/>
              </a:rPr>
              <a:t>		无条件转移</a:t>
            </a:r>
            <a:endParaRPr kumimoji="0" lang="zh-CN" altLang="en-US" sz="2800" b="1" i="0" u="none" strike="noStrike" kern="1200" cap="none" spc="0" normalizeH="0" baseline="0" noProof="0" dirty="0">
              <a:ln>
                <a:noFill/>
              </a:ln>
              <a:solidFill>
                <a:schemeClr val="tx2"/>
              </a:solidFill>
              <a:effectLst/>
              <a:uLnTx/>
              <a:uFillTx/>
              <a:latin typeface="+mn-ea"/>
              <a:ea typeface="+mn-ea"/>
              <a:cs typeface="+mn-cs"/>
            </a:endParaRPr>
          </a:p>
        </p:txBody>
      </p:sp>
      <p:sp>
        <p:nvSpPr>
          <p:cNvPr id="240644" name="Rectangle 4"/>
          <p:cNvSpPr/>
          <p:nvPr/>
        </p:nvSpPr>
        <p:spPr>
          <a:xfrm>
            <a:off x="5508625" y="3932238"/>
            <a:ext cx="3276600" cy="2438400"/>
          </a:xfrm>
          <a:prstGeom prst="rect">
            <a:avLst/>
          </a:prstGeom>
          <a:solidFill>
            <a:srgbClr val="FDD1F7"/>
          </a:solidFill>
          <a:ln w="9525" cap="flat" cmpd="sng">
            <a:solidFill>
              <a:srgbClr val="8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342900" lvl="0" indent="-342900">
              <a:spcAft>
                <a:spcPct val="0"/>
              </a:spcAft>
              <a:buSzPct val="75000"/>
              <a:buNone/>
            </a:pPr>
            <a:r>
              <a:rPr lang="en-US" altLang="zh-CN" sz="2000" dirty="0">
                <a:solidFill>
                  <a:srgbClr val="0000FF"/>
                </a:solidFill>
                <a:latin typeface="Times New Roman" panose="02020603050405020304" pitchFamily="18" charset="0"/>
                <a:ea typeface="宋体" panose="02010600030101010101" pitchFamily="2" charset="-122"/>
              </a:rPr>
              <a:t>	    </a:t>
            </a:r>
            <a:r>
              <a:rPr lang="en-US" altLang="zh-CN" sz="2400" dirty="0">
                <a:solidFill>
                  <a:srgbClr val="0000FF"/>
                </a:solidFill>
                <a:latin typeface="Times New Roman" panose="02020603050405020304" pitchFamily="18" charset="0"/>
                <a:ea typeface="宋体" panose="02010600030101010101" pitchFamily="2" charset="-122"/>
              </a:rPr>
              <a:t>MOV  AL, </a:t>
            </a:r>
            <a:r>
              <a:rPr lang="en-US" altLang="zh-CN" sz="2400" dirty="0">
                <a:solidFill>
                  <a:srgbClr val="FF0000"/>
                </a:solidFill>
                <a:latin typeface="Times New Roman" panose="02020603050405020304" pitchFamily="18" charset="0"/>
                <a:ea typeface="宋体" panose="02010600030101010101" pitchFamily="2" charset="-122"/>
              </a:rPr>
              <a:t>82H</a:t>
            </a:r>
            <a:endParaRPr lang="en-US" altLang="zh-CN" sz="2400" dirty="0">
              <a:solidFill>
                <a:srgbClr val="FF0000"/>
              </a:solidFill>
              <a:latin typeface="Times New Roman" panose="02020603050405020304" pitchFamily="18" charset="0"/>
              <a:ea typeface="宋体" panose="02010600030101010101" pitchFamily="2" charset="-122"/>
            </a:endParaRPr>
          </a:p>
          <a:p>
            <a:pPr marL="342900" lvl="0" indent="-342900" algn="just">
              <a:spcAft>
                <a:spcPct val="0"/>
              </a:spcAft>
              <a:buSzPct val="75000"/>
              <a:buNone/>
            </a:pPr>
            <a:r>
              <a:rPr lang="en-US" altLang="zh-CN" sz="2400" dirty="0">
                <a:solidFill>
                  <a:srgbClr val="0000FF"/>
                </a:solidFill>
                <a:latin typeface="Times New Roman" panose="02020603050405020304" pitchFamily="18" charset="0"/>
                <a:ea typeface="宋体" panose="02010600030101010101" pitchFamily="2" charset="-122"/>
              </a:rPr>
              <a:t>	    OUT  </a:t>
            </a:r>
            <a:r>
              <a:rPr lang="en-US" altLang="zh-CN" sz="2400" dirty="0">
                <a:solidFill>
                  <a:srgbClr val="FF3300"/>
                </a:solidFill>
                <a:latin typeface="Times New Roman" panose="02020603050405020304" pitchFamily="18" charset="0"/>
                <a:ea typeface="宋体" panose="02010600030101010101" pitchFamily="2" charset="-122"/>
              </a:rPr>
              <a:t>63H</a:t>
            </a:r>
            <a:r>
              <a:rPr lang="en-US" altLang="zh-CN" sz="2400" dirty="0">
                <a:solidFill>
                  <a:srgbClr val="0000FF"/>
                </a:solidFill>
                <a:latin typeface="Times New Roman" panose="02020603050405020304" pitchFamily="18" charset="0"/>
                <a:ea typeface="宋体" panose="02010600030101010101" pitchFamily="2" charset="-122"/>
              </a:rPr>
              <a:t>, AL</a:t>
            </a:r>
            <a:endParaRPr lang="en-US" altLang="zh-CN" sz="2400" dirty="0">
              <a:solidFill>
                <a:srgbClr val="0000FF"/>
              </a:solidFill>
              <a:latin typeface="Times New Roman" panose="02020603050405020304" pitchFamily="18" charset="0"/>
              <a:ea typeface="宋体" panose="02010600030101010101" pitchFamily="2" charset="-122"/>
            </a:endParaRPr>
          </a:p>
          <a:p>
            <a:pPr marL="342900" lvl="0" indent="-342900" algn="just">
              <a:spcAft>
                <a:spcPct val="0"/>
              </a:spcAft>
              <a:buSzPct val="75000"/>
              <a:buNone/>
            </a:pPr>
            <a:r>
              <a:rPr lang="en-US" altLang="zh-CN" sz="2400" dirty="0">
                <a:solidFill>
                  <a:srgbClr val="0000FF"/>
                </a:solidFill>
                <a:latin typeface="Times New Roman" panose="02020603050405020304" pitchFamily="18" charset="0"/>
                <a:ea typeface="宋体" panose="02010600030101010101" pitchFamily="2" charset="-122"/>
              </a:rPr>
              <a:t>A1</a:t>
            </a:r>
            <a:r>
              <a:rPr lang="zh-CN" altLang="en-US" sz="2400" dirty="0">
                <a:solidFill>
                  <a:srgbClr val="0000FF"/>
                </a:solidFill>
                <a:latin typeface="Times New Roman" panose="02020603050405020304" pitchFamily="18" charset="0"/>
                <a:ea typeface="宋体" panose="02010600030101010101" pitchFamily="2" charset="-122"/>
              </a:rPr>
              <a:t>：</a:t>
            </a:r>
            <a:r>
              <a:rPr lang="en-US" altLang="zh-CN" sz="2400" dirty="0">
                <a:solidFill>
                  <a:srgbClr val="0000FF"/>
                </a:solidFill>
                <a:latin typeface="Times New Roman" panose="02020603050405020304" pitchFamily="18" charset="0"/>
                <a:ea typeface="宋体" panose="02010600030101010101" pitchFamily="2" charset="-122"/>
              </a:rPr>
              <a:t>IN  AL, </a:t>
            </a:r>
            <a:r>
              <a:rPr lang="en-US" altLang="zh-CN" sz="2400" dirty="0">
                <a:solidFill>
                  <a:srgbClr val="FF3300"/>
                </a:solidFill>
                <a:latin typeface="Times New Roman" panose="02020603050405020304" pitchFamily="18" charset="0"/>
                <a:ea typeface="宋体" panose="02010600030101010101" pitchFamily="2" charset="-122"/>
              </a:rPr>
              <a:t>61</a:t>
            </a:r>
            <a:r>
              <a:rPr lang="en-US" altLang="zh-CN" sz="2400" dirty="0">
                <a:solidFill>
                  <a:srgbClr val="0000FF"/>
                </a:solidFill>
                <a:latin typeface="Times New Roman" panose="02020603050405020304" pitchFamily="18" charset="0"/>
                <a:ea typeface="宋体" panose="02010600030101010101" pitchFamily="2" charset="-122"/>
              </a:rPr>
              <a:t>H</a:t>
            </a:r>
            <a:endParaRPr lang="en-US" altLang="zh-CN" sz="2400" dirty="0">
              <a:solidFill>
                <a:srgbClr val="0000FF"/>
              </a:solidFill>
              <a:latin typeface="Times New Roman" panose="02020603050405020304" pitchFamily="18" charset="0"/>
              <a:ea typeface="宋体" panose="02010600030101010101" pitchFamily="2" charset="-122"/>
            </a:endParaRPr>
          </a:p>
          <a:p>
            <a:pPr marL="342900" lvl="0" indent="-342900" algn="just">
              <a:spcAft>
                <a:spcPct val="0"/>
              </a:spcAft>
              <a:buSzPct val="75000"/>
              <a:buNone/>
            </a:pPr>
            <a:r>
              <a:rPr lang="en-US" altLang="zh-CN" sz="2400" dirty="0">
                <a:solidFill>
                  <a:srgbClr val="0000FF"/>
                </a:solidFill>
                <a:latin typeface="Times New Roman" panose="02020603050405020304" pitchFamily="18" charset="0"/>
                <a:ea typeface="宋体" panose="02010600030101010101" pitchFamily="2" charset="-122"/>
              </a:rPr>
              <a:t>	    OUT  </a:t>
            </a:r>
            <a:r>
              <a:rPr lang="en-US" altLang="zh-CN" sz="2400" dirty="0">
                <a:solidFill>
                  <a:srgbClr val="FF3300"/>
                </a:solidFill>
                <a:latin typeface="Times New Roman" panose="02020603050405020304" pitchFamily="18" charset="0"/>
                <a:ea typeface="宋体" panose="02010600030101010101" pitchFamily="2" charset="-122"/>
              </a:rPr>
              <a:t>60H</a:t>
            </a:r>
            <a:r>
              <a:rPr lang="en-US" altLang="zh-CN" sz="2400" dirty="0">
                <a:solidFill>
                  <a:srgbClr val="0000FF"/>
                </a:solidFill>
                <a:latin typeface="Times New Roman" panose="02020603050405020304" pitchFamily="18" charset="0"/>
                <a:ea typeface="宋体" panose="02010600030101010101" pitchFamily="2" charset="-122"/>
              </a:rPr>
              <a:t>, AL</a:t>
            </a:r>
            <a:endParaRPr lang="en-US" altLang="zh-CN" sz="2400" dirty="0">
              <a:solidFill>
                <a:srgbClr val="0000FF"/>
              </a:solidFill>
              <a:latin typeface="Times New Roman" panose="02020603050405020304" pitchFamily="18" charset="0"/>
              <a:ea typeface="宋体" panose="02010600030101010101" pitchFamily="2" charset="-122"/>
            </a:endParaRPr>
          </a:p>
          <a:p>
            <a:pPr marL="342900" lvl="0" indent="-342900" algn="just">
              <a:spcAft>
                <a:spcPct val="0"/>
              </a:spcAft>
              <a:buSzPct val="75000"/>
              <a:buNone/>
            </a:pPr>
            <a:r>
              <a:rPr lang="en-US" altLang="zh-CN" sz="2400" dirty="0">
                <a:solidFill>
                  <a:srgbClr val="0000FF"/>
                </a:solidFill>
                <a:latin typeface="Times New Roman" panose="02020603050405020304" pitchFamily="18" charset="0"/>
                <a:ea typeface="宋体" panose="02010600030101010101" pitchFamily="2" charset="-122"/>
              </a:rPr>
              <a:t>	    JMP  A1</a:t>
            </a:r>
            <a:endParaRPr lang="en-US" altLang="zh-CN" sz="2400" dirty="0">
              <a:solidFill>
                <a:srgbClr val="0000FF"/>
              </a:solidFill>
              <a:latin typeface="Times New Roman" panose="02020603050405020304" pitchFamily="18" charset="0"/>
              <a:ea typeface="宋体" panose="02010600030101010101" pitchFamily="2" charset="-122"/>
            </a:endParaRPr>
          </a:p>
        </p:txBody>
      </p:sp>
      <p:grpSp>
        <p:nvGrpSpPr>
          <p:cNvPr id="199685" name="Group 5"/>
          <p:cNvGrpSpPr/>
          <p:nvPr/>
        </p:nvGrpSpPr>
        <p:grpSpPr>
          <a:xfrm>
            <a:off x="1044575" y="3805238"/>
            <a:ext cx="1306513" cy="2305050"/>
            <a:chOff x="657" y="2308"/>
            <a:chExt cx="823" cy="1580"/>
          </a:xfrm>
        </p:grpSpPr>
        <p:sp>
          <p:nvSpPr>
            <p:cNvPr id="199686" name="Line 6"/>
            <p:cNvSpPr/>
            <p:nvPr/>
          </p:nvSpPr>
          <p:spPr>
            <a:xfrm>
              <a:off x="1442" y="2308"/>
              <a:ext cx="0" cy="192"/>
            </a:xfrm>
            <a:prstGeom prst="line">
              <a:avLst/>
            </a:prstGeom>
            <a:ln w="9525" cap="flat" cmpd="sng">
              <a:solidFill>
                <a:schemeClr val="tx1"/>
              </a:solidFill>
              <a:prstDash val="solid"/>
              <a:miter/>
              <a:headEnd type="none" w="med" len="med"/>
              <a:tailEnd type="triangle" w="med" len="med"/>
            </a:ln>
          </p:spPr>
        </p:sp>
        <p:sp>
          <p:nvSpPr>
            <p:cNvPr id="199687" name="Freeform 7"/>
            <p:cNvSpPr/>
            <p:nvPr/>
          </p:nvSpPr>
          <p:spPr>
            <a:xfrm>
              <a:off x="657" y="3036"/>
              <a:ext cx="288" cy="852"/>
            </a:xfrm>
            <a:custGeom>
              <a:avLst/>
              <a:gdLst/>
              <a:ahLst/>
              <a:cxnLst>
                <a:cxn ang="0">
                  <a:pos x="288" y="553"/>
                </a:cxn>
                <a:cxn ang="0">
                  <a:pos x="0" y="553"/>
                </a:cxn>
                <a:cxn ang="0">
                  <a:pos x="0" y="0"/>
                </a:cxn>
                <a:cxn ang="0">
                  <a:pos x="288" y="0"/>
                </a:cxn>
              </a:cxnLst>
              <a:pathLst>
                <a:path w="288" h="929">
                  <a:moveTo>
                    <a:pt x="288" y="929"/>
                  </a:moveTo>
                  <a:lnTo>
                    <a:pt x="0" y="929"/>
                  </a:lnTo>
                  <a:lnTo>
                    <a:pt x="0" y="0"/>
                  </a:lnTo>
                  <a:lnTo>
                    <a:pt x="288" y="0"/>
                  </a:lnTo>
                </a:path>
              </a:pathLst>
            </a:custGeom>
            <a:noFill/>
            <a:ln w="9525" cap="flat" cmpd="sng">
              <a:solidFill>
                <a:schemeClr val="tx1">
                  <a:alpha val="100000"/>
                </a:schemeClr>
              </a:solidFill>
              <a:prstDash val="solid"/>
              <a:miter lim="800000"/>
              <a:headEnd type="none" w="med" len="med"/>
              <a:tailEnd type="triangle" w="med" len="med"/>
            </a:ln>
          </p:spPr>
          <p:txBody>
            <a:bodyPr/>
            <a:p>
              <a:endParaRPr lang="zh-CN" altLang="en-US"/>
            </a:p>
          </p:txBody>
        </p:sp>
        <p:sp>
          <p:nvSpPr>
            <p:cNvPr id="199688" name="Line 8"/>
            <p:cNvSpPr/>
            <p:nvPr/>
          </p:nvSpPr>
          <p:spPr>
            <a:xfrm>
              <a:off x="1472" y="3138"/>
              <a:ext cx="0" cy="192"/>
            </a:xfrm>
            <a:prstGeom prst="line">
              <a:avLst/>
            </a:prstGeom>
            <a:ln w="9525" cap="flat" cmpd="sng">
              <a:solidFill>
                <a:schemeClr val="tx1"/>
              </a:solidFill>
              <a:prstDash val="solid"/>
              <a:miter/>
              <a:headEnd type="none" w="med" len="med"/>
              <a:tailEnd type="triangle" w="med" len="med"/>
            </a:ln>
          </p:spPr>
        </p:sp>
        <p:sp>
          <p:nvSpPr>
            <p:cNvPr id="199689" name="Line 9"/>
            <p:cNvSpPr/>
            <p:nvPr/>
          </p:nvSpPr>
          <p:spPr>
            <a:xfrm>
              <a:off x="1468" y="2724"/>
              <a:ext cx="0" cy="192"/>
            </a:xfrm>
            <a:prstGeom prst="line">
              <a:avLst/>
            </a:prstGeom>
            <a:ln w="9525" cap="flat" cmpd="sng">
              <a:solidFill>
                <a:schemeClr val="tx1"/>
              </a:solidFill>
              <a:prstDash val="solid"/>
              <a:miter/>
              <a:headEnd type="none" w="med" len="med"/>
              <a:tailEnd type="triangle" w="med" len="med"/>
            </a:ln>
          </p:spPr>
        </p:sp>
        <p:sp>
          <p:nvSpPr>
            <p:cNvPr id="199690" name="Line 10"/>
            <p:cNvSpPr/>
            <p:nvPr/>
          </p:nvSpPr>
          <p:spPr>
            <a:xfrm>
              <a:off x="1480" y="3534"/>
              <a:ext cx="0" cy="192"/>
            </a:xfrm>
            <a:prstGeom prst="line">
              <a:avLst/>
            </a:prstGeom>
            <a:ln w="9525" cap="flat" cmpd="sng">
              <a:solidFill>
                <a:schemeClr val="tx1"/>
              </a:solidFill>
              <a:prstDash val="solid"/>
              <a:miter/>
              <a:headEnd type="none" w="med" len="med"/>
              <a:tailEnd type="triangle" w="med" len="med"/>
            </a:ln>
          </p:spPr>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240644"/>
                                        </p:tgtEl>
                                        <p:attrNameLst>
                                          <p:attrName>style.visibility</p:attrName>
                                        </p:attrNameLst>
                                      </p:cBhvr>
                                      <p:to>
                                        <p:strVal val="visible"/>
                                      </p:to>
                                    </p:set>
                                    <p:anim calcmode="lin" valueType="num">
                                      <p:cBhvr additive="base">
                                        <p:cTn id="7" dur="500" fill="hold"/>
                                        <p:tgtEl>
                                          <p:spTgt spid="240644"/>
                                        </p:tgtEl>
                                        <p:attrNameLst>
                                          <p:attrName>ppt_x</p:attrName>
                                        </p:attrNameLst>
                                      </p:cBhvr>
                                      <p:tavLst>
                                        <p:tav tm="0">
                                          <p:val>
                                            <p:strVal val="1+#ppt_w/2"/>
                                          </p:val>
                                        </p:tav>
                                        <p:tav tm="100000">
                                          <p:val>
                                            <p:strVal val="#ppt_x"/>
                                          </p:val>
                                        </p:tav>
                                      </p:tavLst>
                                    </p:anim>
                                    <p:anim calcmode="lin" valueType="num">
                                      <p:cBhvr additive="base">
                                        <p:cTn id="8" dur="500" fill="hold"/>
                                        <p:tgtEl>
                                          <p:spTgt spid="24064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644" grpId="0" animBg="1"/>
    </p:bldLst>
  </p:timing>
</p:sld>
</file>

<file path=ppt/slides/slide1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253955" name="Rectangle 3"/>
          <p:cNvSpPr>
            <a:spLocks noGrp="1" noChangeArrowheads="1"/>
          </p:cNvSpPr>
          <p:nvPr>
            <p:ph idx="1"/>
          </p:nvPr>
        </p:nvSpPr>
        <p:spPr>
          <a:xfrm>
            <a:off x="250825" y="1219200"/>
            <a:ext cx="8893175" cy="1774825"/>
          </a:xfrm>
          <a:ln>
            <a:miter/>
          </a:ln>
        </p:spPr>
        <p:txBody>
          <a:bodyPr vert="horz" wrap="square" lIns="91440" tIns="45720" rIns="91440" bIns="45720" numCol="1" anchor="t" anchorCtr="0" compatLnSpc="1"/>
          <a:lstStyle/>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lt"/>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lt"/>
                <a:ea typeface="+mn-ea"/>
                <a:cs typeface="+mn-cs"/>
              </a:rPr>
              <a:t>2</a:t>
            </a:r>
            <a:r>
              <a:rPr kumimoji="0" lang="zh-CN" altLang="en-US" sz="2400" b="1" i="0" u="none" strike="noStrike" kern="1200" cap="none" spc="0" normalizeH="0" baseline="0" noProof="0" dirty="0">
                <a:ln>
                  <a:noFill/>
                </a:ln>
                <a:solidFill>
                  <a:schemeClr val="tx2"/>
                </a:solidFill>
                <a:effectLst/>
                <a:uLnTx/>
                <a:uFillTx/>
                <a:latin typeface="+mn-lt"/>
                <a:ea typeface="+mn-ea"/>
                <a:cs typeface="+mn-cs"/>
              </a:rPr>
              <a:t>）</a:t>
            </a:r>
            <a:r>
              <a:rPr kumimoji="0" lang="zh-CN" altLang="en-US" sz="2400" b="1" i="0" u="none" strike="noStrike" kern="1200" cap="none" spc="0" normalizeH="0" baseline="0" noProof="0" dirty="0">
                <a:ln>
                  <a:noFill/>
                </a:ln>
                <a:solidFill>
                  <a:srgbClr val="FF3300"/>
                </a:solidFill>
                <a:effectLst/>
                <a:uLnTx/>
                <a:uFillTx/>
                <a:latin typeface="+mn-lt"/>
                <a:ea typeface="+mn-ea"/>
                <a:cs typeface="+mn-cs"/>
              </a:rPr>
              <a:t>采用方式</a:t>
            </a:r>
            <a:r>
              <a:rPr kumimoji="0" lang="en-US" altLang="zh-CN" sz="2400" b="1" i="0" u="none" strike="noStrike" kern="1200" cap="none" spc="0" normalizeH="0" baseline="0" noProof="0" dirty="0">
                <a:ln>
                  <a:noFill/>
                </a:ln>
                <a:solidFill>
                  <a:srgbClr val="FF3300"/>
                </a:solidFill>
                <a:effectLst/>
                <a:uLnTx/>
                <a:uFillTx/>
                <a:latin typeface="+mn-lt"/>
                <a:ea typeface="+mn-ea"/>
                <a:cs typeface="+mn-cs"/>
              </a:rPr>
              <a:t>1</a:t>
            </a:r>
            <a:r>
              <a:rPr kumimoji="0" lang="zh-CN" altLang="en-US" sz="2400" b="1" i="0" u="none" strike="noStrike" kern="1200" cap="none" spc="0" normalizeH="0" baseline="0" noProof="0" dirty="0">
                <a:ln>
                  <a:noFill/>
                </a:ln>
                <a:solidFill>
                  <a:srgbClr val="FF3300"/>
                </a:solidFill>
                <a:effectLst/>
                <a:uLnTx/>
                <a:uFillTx/>
                <a:latin typeface="+mn-lt"/>
                <a:ea typeface="+mn-ea"/>
                <a:cs typeface="+mn-cs"/>
              </a:rPr>
              <a:t>（中断）的控制</a:t>
            </a:r>
            <a:r>
              <a:rPr kumimoji="0" lang="zh-CN" altLang="en-US" sz="2400" b="1" i="0" u="none" strike="noStrike" kern="1200" cap="none" spc="0" normalizeH="0" baseline="0" noProof="0" dirty="0">
                <a:ln>
                  <a:noFill/>
                </a:ln>
                <a:solidFill>
                  <a:schemeClr val="tx2"/>
                </a:solidFill>
                <a:effectLst/>
                <a:uLnTx/>
                <a:uFillTx/>
                <a:latin typeface="+mn-lt"/>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lt"/>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lt"/>
                <a:ea typeface="+mn-ea"/>
                <a:cs typeface="+mn-cs"/>
              </a:rPr>
              <a:t>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用手动</a:t>
            </a:r>
            <a:r>
              <a:rPr kumimoji="0" lang="zh-CN" altLang="en-US" sz="2400" b="1" i="0" u="none" strike="noStrike" kern="1200" cap="none" spc="0" normalizeH="0" baseline="0" noProof="0" dirty="0">
                <a:ln>
                  <a:noFill/>
                </a:ln>
                <a:solidFill>
                  <a:schemeClr val="tx2">
                    <a:lumMod val="75000"/>
                  </a:schemeClr>
                </a:solidFill>
                <a:effectLst/>
                <a:uLnTx/>
                <a:uFillTx/>
                <a:latin typeface="+mn-ea"/>
                <a:ea typeface="+mn-ea"/>
                <a:cs typeface="+mn-cs"/>
              </a:rPr>
              <a:t>触发开关</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做</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STB</a:t>
            </a:r>
            <a:r>
              <a:rPr kumimoji="0" lang="en-US" altLang="zh-CN" sz="2400" b="1" i="0" u="none" strike="noStrike" kern="1200" cap="none" spc="0" normalizeH="0" baseline="-25000" noProof="0" dirty="0">
                <a:ln>
                  <a:noFill/>
                </a:ln>
                <a:solidFill>
                  <a:schemeClr val="tx2"/>
                </a:solidFill>
                <a:effectLst/>
                <a:uLnTx/>
                <a:uFillTx/>
                <a:latin typeface="+mn-ea"/>
                <a:ea typeface="+mn-ea"/>
                <a:cs typeface="+mn-cs"/>
              </a:rPr>
              <a:t>B</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信号，引发</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B</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端口中断。</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INTR</a:t>
            </a:r>
            <a:r>
              <a:rPr kumimoji="0" lang="en-US" altLang="zh-CN" sz="2400" b="1" i="0" u="none" strike="noStrike" kern="1200" cap="none" spc="0" normalizeH="0" baseline="-25000" noProof="0" dirty="0">
                <a:ln>
                  <a:noFill/>
                </a:ln>
                <a:solidFill>
                  <a:schemeClr val="tx2"/>
                </a:solidFill>
                <a:effectLst/>
                <a:uLnTx/>
                <a:uFillTx/>
                <a:latin typeface="+mn-ea"/>
                <a:ea typeface="+mn-ea"/>
                <a:cs typeface="+mn-cs"/>
              </a:rPr>
              <a:t>B</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PC</a:t>
            </a:r>
            <a:r>
              <a:rPr kumimoji="0" lang="en-US" altLang="zh-CN" sz="2400" b="1" i="0" u="none" strike="noStrike" kern="1200" cap="none" spc="0" normalizeH="0" baseline="-25000" noProof="0" dirty="0">
                <a:ln>
                  <a:noFill/>
                </a:ln>
                <a:solidFill>
                  <a:schemeClr val="tx2"/>
                </a:solidFill>
                <a:effectLst/>
                <a:uLnTx/>
                <a:uFillTx/>
                <a:latin typeface="+mn-ea"/>
                <a:ea typeface="+mn-ea"/>
                <a:cs typeface="+mn-cs"/>
              </a:rPr>
              <a:t>0</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）接</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8259A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的</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IRQ</a:t>
            </a:r>
            <a:r>
              <a:rPr kumimoji="0" lang="en-US" altLang="zh-CN" sz="2400" b="1" i="0" u="none" strike="noStrike" kern="1200" cap="none" spc="0" normalizeH="0" baseline="-25000" noProof="0" dirty="0">
                <a:ln>
                  <a:noFill/>
                </a:ln>
                <a:solidFill>
                  <a:schemeClr val="tx2"/>
                </a:solidFill>
                <a:effectLst/>
                <a:uLnTx/>
                <a:uFillTx/>
                <a:latin typeface="+mn-ea"/>
                <a:ea typeface="+mn-ea"/>
                <a:cs typeface="+mn-cs"/>
              </a:rPr>
              <a:t>7</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端（中断类型号为</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0FH</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400" b="1" i="0" u="none" strike="noStrike" kern="1200" cap="none" spc="0" normalizeH="0" baseline="-25000" noProof="0" dirty="0">
                <a:ln>
                  <a:noFill/>
                </a:ln>
                <a:solidFill>
                  <a:srgbClr val="0000FF"/>
                </a:solidFill>
                <a:effectLst/>
                <a:uLnTx/>
                <a:uFillTx/>
                <a:latin typeface="+mn-ea"/>
                <a:ea typeface="+mn-ea"/>
                <a:cs typeface="+mn-cs"/>
              </a:rPr>
              <a:t>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342900" marR="0" lvl="0" indent="-34290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8259</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端口地址：</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20H~21H</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grpSp>
        <p:nvGrpSpPr>
          <p:cNvPr id="200707" name="Group 4"/>
          <p:cNvGrpSpPr/>
          <p:nvPr/>
        </p:nvGrpSpPr>
        <p:grpSpPr>
          <a:xfrm>
            <a:off x="381000" y="3095625"/>
            <a:ext cx="7731125" cy="3305175"/>
            <a:chOff x="240" y="1950"/>
            <a:chExt cx="4870" cy="2082"/>
          </a:xfrm>
        </p:grpSpPr>
        <p:grpSp>
          <p:nvGrpSpPr>
            <p:cNvPr id="200709" name="Group 5"/>
            <p:cNvGrpSpPr>
              <a:grpSpLocks noChangeAspect="1"/>
            </p:cNvGrpSpPr>
            <p:nvPr/>
          </p:nvGrpSpPr>
          <p:grpSpPr>
            <a:xfrm rot="10800000">
              <a:off x="1553" y="3720"/>
              <a:ext cx="511" cy="105"/>
              <a:chOff x="6047" y="6895"/>
              <a:chExt cx="509" cy="90"/>
            </a:xfrm>
          </p:grpSpPr>
          <p:sp>
            <p:nvSpPr>
              <p:cNvPr id="200729" name="Line 6"/>
              <p:cNvSpPr>
                <a:spLocks noChangeAspect="1"/>
              </p:cNvSpPr>
              <p:nvPr/>
            </p:nvSpPr>
            <p:spPr>
              <a:xfrm>
                <a:off x="6047" y="6940"/>
                <a:ext cx="454" cy="1"/>
              </a:xfrm>
              <a:prstGeom prst="line">
                <a:avLst/>
              </a:prstGeom>
              <a:ln w="9525" cap="flat" cmpd="sng">
                <a:solidFill>
                  <a:srgbClr val="000000"/>
                </a:solidFill>
                <a:prstDash val="solid"/>
                <a:headEnd type="none" w="med" len="med"/>
                <a:tailEnd type="none" w="med" len="med"/>
              </a:ln>
            </p:spPr>
          </p:sp>
          <p:sp>
            <p:nvSpPr>
              <p:cNvPr id="200730" name="Freeform 7"/>
              <p:cNvSpPr>
                <a:spLocks noChangeAspect="1"/>
              </p:cNvSpPr>
              <p:nvPr/>
            </p:nvSpPr>
            <p:spPr>
              <a:xfrm>
                <a:off x="6466" y="6895"/>
                <a:ext cx="90" cy="90"/>
              </a:xfrm>
              <a:custGeom>
                <a:avLst/>
                <a:gdLst/>
                <a:ahLst/>
                <a:cxnLst>
                  <a:cxn ang="0">
                    <a:pos x="90" y="45"/>
                  </a:cxn>
                  <a:cxn ang="0">
                    <a:pos x="0" y="90"/>
                  </a:cxn>
                  <a:cxn ang="0">
                    <a:pos x="15" y="45"/>
                  </a:cxn>
                  <a:cxn ang="0">
                    <a:pos x="0" y="0"/>
                  </a:cxn>
                  <a:cxn ang="0">
                    <a:pos x="90" y="45"/>
                  </a:cxn>
                </a:cxnLst>
                <a:pathLst>
                  <a:path w="90" h="90">
                    <a:moveTo>
                      <a:pt x="90" y="45"/>
                    </a:moveTo>
                    <a:lnTo>
                      <a:pt x="0" y="90"/>
                    </a:lnTo>
                    <a:lnTo>
                      <a:pt x="15" y="45"/>
                    </a:lnTo>
                    <a:lnTo>
                      <a:pt x="0" y="0"/>
                    </a:lnTo>
                    <a:lnTo>
                      <a:pt x="90" y="45"/>
                    </a:lnTo>
                    <a:close/>
                  </a:path>
                </a:pathLst>
              </a:custGeom>
              <a:solidFill>
                <a:srgbClr val="000000">
                  <a:alpha val="50195"/>
                </a:srgbClr>
              </a:solidFill>
              <a:ln w="9525">
                <a:noFill/>
              </a:ln>
            </p:spPr>
            <p:txBody>
              <a:bodyPr/>
              <a:p>
                <a:endParaRPr lang="zh-CN" altLang="en-US"/>
              </a:p>
            </p:txBody>
          </p:sp>
        </p:grpSp>
        <p:grpSp>
          <p:nvGrpSpPr>
            <p:cNvPr id="200710" name="Group 8"/>
            <p:cNvGrpSpPr/>
            <p:nvPr/>
          </p:nvGrpSpPr>
          <p:grpSpPr>
            <a:xfrm>
              <a:off x="240" y="1950"/>
              <a:ext cx="4870" cy="2082"/>
              <a:chOff x="240" y="1842"/>
              <a:chExt cx="4870" cy="2082"/>
            </a:xfrm>
          </p:grpSpPr>
          <p:sp>
            <p:nvSpPr>
              <p:cNvPr id="200711" name="Text Box 9"/>
              <p:cNvSpPr txBox="1">
                <a:spLocks noChangeAspect="1"/>
              </p:cNvSpPr>
              <p:nvPr/>
            </p:nvSpPr>
            <p:spPr>
              <a:xfrm>
                <a:off x="2077" y="1908"/>
                <a:ext cx="1139" cy="2016"/>
              </a:xfrm>
              <a:prstGeom prst="rect">
                <a:avLst/>
              </a:prstGeom>
              <a:noFill/>
              <a:ln w="9525" cap="flat" cmpd="sng">
                <a:solidFill>
                  <a:srgbClr val="000000"/>
                </a:solidFill>
                <a:prstDash val="solid"/>
                <a:miter/>
                <a:headEnd type="none" w="med" len="med"/>
                <a:tailEnd type="none" w="med" len="med"/>
              </a:ln>
            </p:spPr>
            <p:txBody>
              <a:bodyPr lIns="18000" tIns="10800" rIns="18000" bIns="10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spcBef>
                    <a:spcPct val="0"/>
                  </a:spcBef>
                  <a:spcAft>
                    <a:spcPct val="0"/>
                  </a:spcAft>
                  <a:buClrTx/>
                  <a:buFont typeface="Arial" panose="020B0604020202020204" pitchFamily="34" charset="0"/>
                  <a:buNone/>
                </a:pPr>
                <a:r>
                  <a:rPr lang="en-US" altLang="zh-CN" sz="2300" dirty="0">
                    <a:solidFill>
                      <a:srgbClr val="0000CC"/>
                    </a:solidFill>
                    <a:latin typeface="楷体_GB2312" pitchFamily="1" charset="-122"/>
                  </a:rPr>
                  <a:t>PA</a:t>
                </a:r>
                <a:r>
                  <a:rPr lang="en-US" altLang="zh-CN" sz="2300" baseline="-25000" dirty="0">
                    <a:solidFill>
                      <a:srgbClr val="0000CC"/>
                    </a:solidFill>
                    <a:latin typeface="楷体_GB2312" pitchFamily="1" charset="-122"/>
                  </a:rPr>
                  <a:t>7</a:t>
                </a:r>
                <a:r>
                  <a:rPr lang="zh-CN" altLang="en-US" sz="2300" baseline="-25000" dirty="0">
                    <a:solidFill>
                      <a:srgbClr val="0000CC"/>
                    </a:solidFill>
                    <a:latin typeface="楷体_GB2312" pitchFamily="1" charset="-122"/>
                  </a:rPr>
                  <a:t>～</a:t>
                </a:r>
                <a:r>
                  <a:rPr lang="en-US" altLang="zh-CN" sz="2300" baseline="-25000" dirty="0">
                    <a:solidFill>
                      <a:srgbClr val="0000CC"/>
                    </a:solidFill>
                    <a:latin typeface="楷体_GB2312" pitchFamily="1" charset="-122"/>
                  </a:rPr>
                  <a:t>0</a:t>
                </a:r>
                <a:endParaRPr lang="en-US" altLang="zh-CN" sz="2300" baseline="-25000" dirty="0">
                  <a:solidFill>
                    <a:srgbClr val="0000CC"/>
                  </a:solidFill>
                  <a:latin typeface="楷体_GB2312" pitchFamily="1" charset="-122"/>
                </a:endParaRPr>
              </a:p>
              <a:p>
                <a:pPr marL="0" lvl="0" indent="0" algn="r">
                  <a:spcBef>
                    <a:spcPct val="0"/>
                  </a:spcBef>
                  <a:spcAft>
                    <a:spcPct val="0"/>
                  </a:spcAft>
                  <a:buClrTx/>
                  <a:buFont typeface="Arial" panose="020B0604020202020204" pitchFamily="34" charset="0"/>
                  <a:buNone/>
                </a:pPr>
                <a:endParaRPr lang="en-US" altLang="zh-CN" sz="2300" baseline="-25000" dirty="0">
                  <a:solidFill>
                    <a:srgbClr val="0000CC"/>
                  </a:solidFill>
                  <a:latin typeface="楷体_GB2312" pitchFamily="1" charset="-122"/>
                </a:endParaRPr>
              </a:p>
              <a:p>
                <a:pPr marL="0" lvl="0" indent="0" algn="r">
                  <a:spcBef>
                    <a:spcPct val="0"/>
                  </a:spcBef>
                  <a:spcAft>
                    <a:spcPct val="0"/>
                  </a:spcAft>
                  <a:buClrTx/>
                  <a:buFont typeface="Arial" panose="020B0604020202020204" pitchFamily="34" charset="0"/>
                  <a:buNone/>
                </a:pPr>
                <a:r>
                  <a:rPr lang="en-US" altLang="zh-CN" sz="2300" dirty="0">
                    <a:solidFill>
                      <a:srgbClr val="0000CC"/>
                    </a:solidFill>
                    <a:latin typeface="楷体_GB2312" pitchFamily="1" charset="-122"/>
                  </a:rPr>
                  <a:t>PB</a:t>
                </a:r>
                <a:r>
                  <a:rPr lang="en-US" altLang="zh-CN" sz="2300" baseline="-25000" dirty="0">
                    <a:solidFill>
                      <a:srgbClr val="0000CC"/>
                    </a:solidFill>
                    <a:latin typeface="楷体_GB2312" pitchFamily="1" charset="-122"/>
                  </a:rPr>
                  <a:t>7</a:t>
                </a:r>
                <a:r>
                  <a:rPr lang="zh-CN" altLang="en-US" sz="2300" baseline="-25000" dirty="0">
                    <a:solidFill>
                      <a:srgbClr val="0000CC"/>
                    </a:solidFill>
                    <a:latin typeface="楷体_GB2312" pitchFamily="1" charset="-122"/>
                  </a:rPr>
                  <a:t>～</a:t>
                </a:r>
                <a:r>
                  <a:rPr lang="en-US" altLang="zh-CN" sz="2300" baseline="-25000" dirty="0">
                    <a:solidFill>
                      <a:srgbClr val="0000CC"/>
                    </a:solidFill>
                    <a:latin typeface="楷体_GB2312" pitchFamily="1" charset="-122"/>
                  </a:rPr>
                  <a:t>0</a:t>
                </a:r>
                <a:endParaRPr lang="en-US" altLang="zh-CN" sz="2300" baseline="-25000" dirty="0">
                  <a:solidFill>
                    <a:srgbClr val="0000CC"/>
                  </a:solidFill>
                  <a:latin typeface="楷体_GB2312" pitchFamily="1" charset="-122"/>
                </a:endParaRPr>
              </a:p>
              <a:p>
                <a:pPr marL="0" lvl="0" indent="0" algn="r">
                  <a:spcBef>
                    <a:spcPct val="0"/>
                  </a:spcBef>
                  <a:spcAft>
                    <a:spcPct val="0"/>
                  </a:spcAft>
                  <a:buClrTx/>
                  <a:buFont typeface="Arial" panose="020B0604020202020204" pitchFamily="34" charset="0"/>
                  <a:buNone/>
                </a:pPr>
                <a:endParaRPr lang="en-US" altLang="zh-CN" sz="2300" baseline="-25000" dirty="0">
                  <a:solidFill>
                    <a:srgbClr val="0000CC"/>
                  </a:solidFill>
                  <a:latin typeface="楷体_GB2312" pitchFamily="1" charset="-122"/>
                </a:endParaRPr>
              </a:p>
              <a:p>
                <a:pPr marL="0" lvl="0" indent="0" algn="ctr">
                  <a:spcBef>
                    <a:spcPct val="0"/>
                  </a:spcBef>
                  <a:spcAft>
                    <a:spcPct val="0"/>
                  </a:spcAft>
                  <a:buClrTx/>
                  <a:buFont typeface="Arial" panose="020B0604020202020204" pitchFamily="34" charset="0"/>
                  <a:buNone/>
                </a:pPr>
                <a:r>
                  <a:rPr lang="en-US" altLang="zh-CN" sz="2300" dirty="0">
                    <a:solidFill>
                      <a:srgbClr val="FF3300"/>
                    </a:solidFill>
                    <a:latin typeface="楷体_GB2312" pitchFamily="1" charset="-122"/>
                  </a:rPr>
                  <a:t>8255</a:t>
                </a:r>
                <a:endParaRPr lang="en-US" altLang="zh-CN" sz="2300" dirty="0">
                  <a:solidFill>
                    <a:srgbClr val="FF3300"/>
                  </a:solidFill>
                  <a:latin typeface="楷体_GB2312" pitchFamily="1" charset="-122"/>
                </a:endParaRPr>
              </a:p>
              <a:p>
                <a:pPr marL="0" lvl="0" indent="0" algn="ctr">
                  <a:spcBef>
                    <a:spcPct val="0"/>
                  </a:spcBef>
                  <a:spcAft>
                    <a:spcPct val="0"/>
                  </a:spcAft>
                  <a:buClrTx/>
                  <a:buFont typeface="Arial" panose="020B0604020202020204" pitchFamily="34" charset="0"/>
                  <a:buNone/>
                </a:pPr>
                <a:endParaRPr lang="en-US" altLang="zh-CN" sz="2300" dirty="0">
                  <a:solidFill>
                    <a:srgbClr val="0000CC"/>
                  </a:solidFill>
                  <a:latin typeface="楷体_GB2312" pitchFamily="1" charset="-122"/>
                </a:endParaRPr>
              </a:p>
              <a:p>
                <a:pPr marL="0" lvl="0" indent="0" algn="r">
                  <a:spcBef>
                    <a:spcPct val="0"/>
                  </a:spcBef>
                  <a:spcAft>
                    <a:spcPct val="0"/>
                  </a:spcAft>
                  <a:buClrTx/>
                  <a:buFont typeface="Arial" panose="020B0604020202020204" pitchFamily="34" charset="0"/>
                  <a:buNone/>
                </a:pPr>
                <a:r>
                  <a:rPr lang="en-US" altLang="zh-CN" sz="2300" dirty="0">
                    <a:solidFill>
                      <a:srgbClr val="0000CC"/>
                    </a:solidFill>
                    <a:latin typeface="楷体_GB2312" pitchFamily="1" charset="-122"/>
                  </a:rPr>
                  <a:t>PC</a:t>
                </a:r>
                <a:r>
                  <a:rPr lang="en-US" altLang="zh-CN" sz="2300" baseline="-25000" dirty="0">
                    <a:solidFill>
                      <a:srgbClr val="0000CC"/>
                    </a:solidFill>
                    <a:latin typeface="楷体_GB2312" pitchFamily="1" charset="-122"/>
                  </a:rPr>
                  <a:t>1</a:t>
                </a:r>
                <a:r>
                  <a:rPr lang="en-US" altLang="zh-CN" sz="2300" dirty="0">
                    <a:solidFill>
                      <a:srgbClr val="0000CC"/>
                    </a:solidFill>
                    <a:latin typeface="楷体_GB2312" pitchFamily="1" charset="-122"/>
                  </a:rPr>
                  <a:t>         PC</a:t>
                </a:r>
                <a:r>
                  <a:rPr lang="en-US" altLang="zh-CN" sz="2300" baseline="-25000" dirty="0">
                    <a:solidFill>
                      <a:srgbClr val="0000CC"/>
                    </a:solidFill>
                    <a:latin typeface="楷体_GB2312" pitchFamily="1" charset="-122"/>
                  </a:rPr>
                  <a:t>2</a:t>
                </a:r>
                <a:endParaRPr lang="en-US" altLang="zh-CN" sz="2300" baseline="-25000" dirty="0">
                  <a:solidFill>
                    <a:srgbClr val="0000CC"/>
                  </a:solidFill>
                  <a:latin typeface="楷体_GB2312" pitchFamily="1" charset="-122"/>
                </a:endParaRPr>
              </a:p>
              <a:p>
                <a:pPr marL="0" lvl="0" indent="0">
                  <a:spcBef>
                    <a:spcPct val="0"/>
                  </a:spcBef>
                  <a:spcAft>
                    <a:spcPct val="0"/>
                  </a:spcAft>
                  <a:buClrTx/>
                  <a:buFont typeface="Arial" panose="020B0604020202020204" pitchFamily="34" charset="0"/>
                  <a:buNone/>
                </a:pPr>
                <a:r>
                  <a:rPr lang="en-US" altLang="zh-CN" sz="2300" dirty="0">
                    <a:solidFill>
                      <a:srgbClr val="0000CC"/>
                    </a:solidFill>
                    <a:latin typeface="楷体_GB2312" pitchFamily="1" charset="-122"/>
                  </a:rPr>
                  <a:t> PC</a:t>
                </a:r>
                <a:r>
                  <a:rPr lang="en-US" altLang="zh-CN" sz="2300" baseline="-25000" dirty="0">
                    <a:solidFill>
                      <a:srgbClr val="0000CC"/>
                    </a:solidFill>
                    <a:latin typeface="楷体_GB2312" pitchFamily="1" charset="-122"/>
                  </a:rPr>
                  <a:t>0</a:t>
                </a:r>
                <a:endParaRPr lang="en-US" altLang="zh-CN" sz="2300" baseline="-25000" dirty="0">
                  <a:solidFill>
                    <a:srgbClr val="0000CC"/>
                  </a:solidFill>
                  <a:latin typeface="楷体_GB2312" pitchFamily="1" charset="-122"/>
                </a:endParaRPr>
              </a:p>
            </p:txBody>
          </p:sp>
          <p:sp>
            <p:nvSpPr>
              <p:cNvPr id="200712" name="AutoShape 10"/>
              <p:cNvSpPr>
                <a:spLocks noChangeAspect="1"/>
              </p:cNvSpPr>
              <p:nvPr/>
            </p:nvSpPr>
            <p:spPr>
              <a:xfrm>
                <a:off x="3220" y="2004"/>
                <a:ext cx="1004" cy="164"/>
              </a:xfrm>
              <a:prstGeom prst="rightArrow">
                <a:avLst>
                  <a:gd name="adj1" fmla="val 50000"/>
                  <a:gd name="adj2" fmla="val 98489"/>
                </a:avLst>
              </a:prstGeom>
              <a:noFill/>
              <a:ln w="9525"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00713" name="Text Box 11"/>
              <p:cNvSpPr txBox="1">
                <a:spLocks noChangeAspect="1"/>
              </p:cNvSpPr>
              <p:nvPr/>
            </p:nvSpPr>
            <p:spPr>
              <a:xfrm>
                <a:off x="4210" y="1842"/>
                <a:ext cx="864" cy="384"/>
              </a:xfrm>
              <a:prstGeom prst="rect">
                <a:avLst/>
              </a:prstGeom>
              <a:noFill/>
              <a:ln w="9525" cap="flat" cmpd="sng">
                <a:solidFill>
                  <a:srgbClr val="000000"/>
                </a:solidFill>
                <a:prstDash val="solid"/>
                <a:miter/>
                <a:headEnd type="none" w="med" len="med"/>
                <a:tailEnd type="none" w="med" len="med"/>
              </a:ln>
            </p:spPr>
            <p:txBody>
              <a:bodyPr tIns="154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20000"/>
                  </a:lnSpc>
                  <a:spcBef>
                    <a:spcPct val="0"/>
                  </a:spcBef>
                  <a:spcAft>
                    <a:spcPct val="0"/>
                  </a:spcAft>
                  <a:buClrTx/>
                  <a:buSzTx/>
                  <a:buNone/>
                </a:pPr>
                <a:r>
                  <a:rPr lang="zh-CN" altLang="en-US" sz="2000" dirty="0">
                    <a:solidFill>
                      <a:srgbClr val="FF3300"/>
                    </a:solidFill>
                    <a:latin typeface="Arial" panose="020B0604020202020204" pitchFamily="34" charset="0"/>
                  </a:rPr>
                  <a:t>发光灯组</a:t>
                </a:r>
                <a:endParaRPr lang="zh-CN" altLang="en-US" sz="2000" dirty="0">
                  <a:solidFill>
                    <a:srgbClr val="FF3300"/>
                  </a:solidFill>
                  <a:latin typeface="Arial" panose="020B0604020202020204" pitchFamily="34" charset="0"/>
                </a:endParaRPr>
              </a:p>
            </p:txBody>
          </p:sp>
          <p:sp>
            <p:nvSpPr>
              <p:cNvPr id="200714" name="Text Box 12"/>
              <p:cNvSpPr txBox="1">
                <a:spLocks noChangeAspect="1"/>
              </p:cNvSpPr>
              <p:nvPr/>
            </p:nvSpPr>
            <p:spPr>
              <a:xfrm>
                <a:off x="240" y="3492"/>
                <a:ext cx="1248" cy="348"/>
              </a:xfrm>
              <a:prstGeom prst="rect">
                <a:avLst/>
              </a:prstGeom>
              <a:noFill/>
              <a:ln w="9525">
                <a:noFill/>
              </a:ln>
            </p:spPr>
            <p:txBody>
              <a:bodyPr lIns="3600" tIns="3600" rIns="3600" bIns="36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a:lnSpc>
                    <a:spcPct val="120000"/>
                  </a:lnSpc>
                  <a:spcBef>
                    <a:spcPct val="0"/>
                  </a:spcBef>
                  <a:spcAft>
                    <a:spcPct val="0"/>
                  </a:spcAft>
                  <a:buClrTx/>
                  <a:buSzTx/>
                  <a:buNone/>
                </a:pPr>
                <a:r>
                  <a:rPr lang="zh-CN" altLang="en-GB" sz="2400" dirty="0">
                    <a:solidFill>
                      <a:srgbClr val="FF3300"/>
                    </a:solidFill>
                    <a:latin typeface="Arial" panose="020B0604020202020204" pitchFamily="34" charset="0"/>
                  </a:rPr>
                  <a:t>8259</a:t>
                </a:r>
                <a:r>
                  <a:rPr lang="en-GB" altLang="zh-CN" sz="2400" dirty="0">
                    <a:solidFill>
                      <a:srgbClr val="FF3300"/>
                    </a:solidFill>
                    <a:latin typeface="Arial" panose="020B0604020202020204" pitchFamily="34" charset="0"/>
                  </a:rPr>
                  <a:t>A</a:t>
                </a:r>
                <a:r>
                  <a:rPr lang="zh-CN" altLang="en-GB" sz="2400" dirty="0">
                    <a:solidFill>
                      <a:srgbClr val="FF3300"/>
                    </a:solidFill>
                    <a:latin typeface="Arial" panose="020B0604020202020204" pitchFamily="34" charset="0"/>
                  </a:rPr>
                  <a:t>的</a:t>
                </a:r>
                <a:r>
                  <a:rPr lang="en-GB" altLang="zh-CN" sz="2400" dirty="0">
                    <a:solidFill>
                      <a:srgbClr val="FF3300"/>
                    </a:solidFill>
                    <a:latin typeface="Arial" panose="020B0604020202020204" pitchFamily="34" charset="0"/>
                  </a:rPr>
                  <a:t>IRQ</a:t>
                </a:r>
                <a:r>
                  <a:rPr lang="en-GB" altLang="zh-CN" sz="2400" baseline="-25000" dirty="0">
                    <a:solidFill>
                      <a:srgbClr val="FF3300"/>
                    </a:solidFill>
                    <a:latin typeface="Arial" panose="020B0604020202020204" pitchFamily="34" charset="0"/>
                  </a:rPr>
                  <a:t>7</a:t>
                </a:r>
                <a:endParaRPr lang="en-GB" altLang="zh-CN" sz="2400" dirty="0">
                  <a:solidFill>
                    <a:srgbClr val="FF3300"/>
                  </a:solidFill>
                  <a:latin typeface="Arial" panose="020B0604020202020204" pitchFamily="34" charset="0"/>
                </a:endParaRPr>
              </a:p>
            </p:txBody>
          </p:sp>
          <p:grpSp>
            <p:nvGrpSpPr>
              <p:cNvPr id="200715" name="Group 13"/>
              <p:cNvGrpSpPr>
                <a:grpSpLocks noChangeAspect="1"/>
              </p:cNvGrpSpPr>
              <p:nvPr/>
            </p:nvGrpSpPr>
            <p:grpSpPr>
              <a:xfrm rot="10800000">
                <a:off x="3216" y="3358"/>
                <a:ext cx="1025" cy="104"/>
                <a:chOff x="5266" y="2220"/>
                <a:chExt cx="1020" cy="90"/>
              </a:xfrm>
            </p:grpSpPr>
            <p:sp>
              <p:nvSpPr>
                <p:cNvPr id="200727" name="Line 14"/>
                <p:cNvSpPr>
                  <a:spLocks noChangeAspect="1"/>
                </p:cNvSpPr>
                <p:nvPr/>
              </p:nvSpPr>
              <p:spPr>
                <a:xfrm>
                  <a:off x="5266" y="2262"/>
                  <a:ext cx="1020" cy="1"/>
                </a:xfrm>
                <a:prstGeom prst="line">
                  <a:avLst/>
                </a:prstGeom>
                <a:ln w="9525" cap="flat" cmpd="sng">
                  <a:solidFill>
                    <a:srgbClr val="000000"/>
                  </a:solidFill>
                  <a:prstDash val="solid"/>
                  <a:headEnd type="none" w="med" len="med"/>
                  <a:tailEnd type="none" w="med" len="med"/>
                </a:ln>
              </p:spPr>
            </p:sp>
            <p:sp>
              <p:nvSpPr>
                <p:cNvPr id="200728" name="Freeform 15"/>
                <p:cNvSpPr>
                  <a:spLocks noChangeAspect="1"/>
                </p:cNvSpPr>
                <p:nvPr/>
              </p:nvSpPr>
              <p:spPr>
                <a:xfrm>
                  <a:off x="6195" y="2220"/>
                  <a:ext cx="90" cy="90"/>
                </a:xfrm>
                <a:custGeom>
                  <a:avLst/>
                  <a:gdLst/>
                  <a:ahLst/>
                  <a:cxnLst>
                    <a:cxn ang="0">
                      <a:pos x="90" y="45"/>
                    </a:cxn>
                    <a:cxn ang="0">
                      <a:pos x="0" y="90"/>
                    </a:cxn>
                    <a:cxn ang="0">
                      <a:pos x="15" y="45"/>
                    </a:cxn>
                    <a:cxn ang="0">
                      <a:pos x="0" y="0"/>
                    </a:cxn>
                    <a:cxn ang="0">
                      <a:pos x="90" y="45"/>
                    </a:cxn>
                  </a:cxnLst>
                  <a:pathLst>
                    <a:path w="90" h="90">
                      <a:moveTo>
                        <a:pt x="90" y="45"/>
                      </a:moveTo>
                      <a:lnTo>
                        <a:pt x="0" y="90"/>
                      </a:lnTo>
                      <a:lnTo>
                        <a:pt x="15" y="45"/>
                      </a:lnTo>
                      <a:lnTo>
                        <a:pt x="0" y="0"/>
                      </a:lnTo>
                      <a:lnTo>
                        <a:pt x="90" y="45"/>
                      </a:lnTo>
                      <a:close/>
                    </a:path>
                  </a:pathLst>
                </a:custGeom>
                <a:solidFill>
                  <a:srgbClr val="000000">
                    <a:alpha val="50195"/>
                  </a:srgbClr>
                </a:solidFill>
                <a:ln w="9525">
                  <a:noFill/>
                </a:ln>
              </p:spPr>
              <p:txBody>
                <a:bodyPr/>
                <a:p>
                  <a:endParaRPr lang="zh-CN" altLang="en-US"/>
                </a:p>
              </p:txBody>
            </p:sp>
          </p:grpSp>
          <p:sp>
            <p:nvSpPr>
              <p:cNvPr id="200716" name="Text Box 16"/>
              <p:cNvSpPr txBox="1">
                <a:spLocks noChangeAspect="1"/>
              </p:cNvSpPr>
              <p:nvPr/>
            </p:nvSpPr>
            <p:spPr>
              <a:xfrm>
                <a:off x="4237" y="2352"/>
                <a:ext cx="864" cy="384"/>
              </a:xfrm>
              <a:prstGeom prst="rect">
                <a:avLst/>
              </a:prstGeom>
              <a:noFill/>
              <a:ln w="9525" cap="flat" cmpd="sng">
                <a:solidFill>
                  <a:srgbClr val="000000"/>
                </a:solidFill>
                <a:prstDash val="solid"/>
                <a:miter/>
                <a:headEnd type="none" w="med" len="med"/>
                <a:tailEnd type="none" w="med" len="med"/>
              </a:ln>
            </p:spPr>
            <p:txBody>
              <a:bodyPr tIns="154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20000"/>
                  </a:lnSpc>
                  <a:spcBef>
                    <a:spcPct val="0"/>
                  </a:spcBef>
                  <a:spcAft>
                    <a:spcPct val="0"/>
                  </a:spcAft>
                  <a:buClrTx/>
                  <a:buSzTx/>
                  <a:buNone/>
                </a:pPr>
                <a:r>
                  <a:rPr lang="zh-CN" altLang="en-US" sz="2000" dirty="0">
                    <a:solidFill>
                      <a:srgbClr val="FF3300"/>
                    </a:solidFill>
                    <a:latin typeface="Arial" panose="020B0604020202020204" pitchFamily="34" charset="0"/>
                  </a:rPr>
                  <a:t>开关组</a:t>
                </a:r>
                <a:endParaRPr lang="zh-CN" altLang="en-US" sz="2000" dirty="0">
                  <a:solidFill>
                    <a:srgbClr val="FF3300"/>
                  </a:solidFill>
                  <a:latin typeface="Arial" panose="020B0604020202020204" pitchFamily="34" charset="0"/>
                </a:endParaRPr>
              </a:p>
            </p:txBody>
          </p:sp>
          <p:sp>
            <p:nvSpPr>
              <p:cNvPr id="200717" name="AutoShape 17"/>
              <p:cNvSpPr>
                <a:spLocks noChangeAspect="1"/>
              </p:cNvSpPr>
              <p:nvPr/>
            </p:nvSpPr>
            <p:spPr>
              <a:xfrm rot="10800000">
                <a:off x="3217" y="2424"/>
                <a:ext cx="1004" cy="164"/>
              </a:xfrm>
              <a:prstGeom prst="rightArrow">
                <a:avLst>
                  <a:gd name="adj1" fmla="val 50000"/>
                  <a:gd name="adj2" fmla="val 98489"/>
                </a:avLst>
              </a:prstGeom>
              <a:noFill/>
              <a:ln w="9525"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00718" name="Text Box 18"/>
              <p:cNvSpPr txBox="1">
                <a:spLocks noChangeAspect="1"/>
              </p:cNvSpPr>
              <p:nvPr/>
            </p:nvSpPr>
            <p:spPr>
              <a:xfrm>
                <a:off x="4246" y="3216"/>
                <a:ext cx="864" cy="384"/>
              </a:xfrm>
              <a:prstGeom prst="rect">
                <a:avLst/>
              </a:prstGeom>
              <a:noFill/>
              <a:ln w="9525" cap="flat" cmpd="sng">
                <a:solidFill>
                  <a:srgbClr val="000000"/>
                </a:solidFill>
                <a:prstDash val="solid"/>
                <a:miter/>
                <a:headEnd type="none" w="med" len="med"/>
                <a:tailEnd type="none" w="med" len="med"/>
              </a:ln>
            </p:spPr>
            <p:txBody>
              <a:bodyPr tIns="15480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20000"/>
                  </a:lnSpc>
                  <a:spcBef>
                    <a:spcPct val="0"/>
                  </a:spcBef>
                  <a:spcAft>
                    <a:spcPct val="0"/>
                  </a:spcAft>
                  <a:buClrTx/>
                  <a:buSzTx/>
                  <a:buNone/>
                </a:pPr>
                <a:r>
                  <a:rPr lang="zh-CN" altLang="en-US" sz="2000" dirty="0">
                    <a:solidFill>
                      <a:srgbClr val="FF3300"/>
                    </a:solidFill>
                    <a:latin typeface="Arial" panose="020B0604020202020204" pitchFamily="34" charset="0"/>
                  </a:rPr>
                  <a:t>触发开关</a:t>
                </a:r>
                <a:endParaRPr lang="zh-CN" altLang="en-US" sz="2000" dirty="0">
                  <a:solidFill>
                    <a:srgbClr val="FF3300"/>
                  </a:solidFill>
                  <a:latin typeface="Arial" panose="020B0604020202020204" pitchFamily="34" charset="0"/>
                </a:endParaRPr>
              </a:p>
            </p:txBody>
          </p:sp>
          <p:sp>
            <p:nvSpPr>
              <p:cNvPr id="200719" name="Rectangle 19"/>
              <p:cNvSpPr/>
              <p:nvPr/>
            </p:nvSpPr>
            <p:spPr>
              <a:xfrm>
                <a:off x="1578" y="3159"/>
                <a:ext cx="528" cy="240"/>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000" dirty="0">
                    <a:solidFill>
                      <a:schemeClr val="tx1"/>
                    </a:solidFill>
                    <a:latin typeface="Arial" panose="020B0604020202020204" pitchFamily="34" charset="0"/>
                  </a:rPr>
                  <a:t>IBF</a:t>
                </a:r>
                <a:r>
                  <a:rPr lang="en-US" altLang="zh-CN" sz="2000" baseline="-25000" dirty="0">
                    <a:solidFill>
                      <a:schemeClr val="tx1"/>
                    </a:solidFill>
                    <a:latin typeface="Arial" panose="020B0604020202020204" pitchFamily="34" charset="0"/>
                  </a:rPr>
                  <a:t>B</a:t>
                </a:r>
                <a:endParaRPr lang="en-US" altLang="zh-CN" sz="2000" baseline="-25000" dirty="0">
                  <a:solidFill>
                    <a:schemeClr val="tx1"/>
                  </a:solidFill>
                  <a:latin typeface="Arial" panose="020B0604020202020204" pitchFamily="34" charset="0"/>
                </a:endParaRPr>
              </a:p>
            </p:txBody>
          </p:sp>
          <p:sp>
            <p:nvSpPr>
              <p:cNvPr id="200720" name="Rectangle 20"/>
              <p:cNvSpPr/>
              <p:nvPr/>
            </p:nvSpPr>
            <p:spPr>
              <a:xfrm>
                <a:off x="1467" y="3666"/>
                <a:ext cx="672" cy="240"/>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000" dirty="0">
                    <a:solidFill>
                      <a:schemeClr val="tx1"/>
                    </a:solidFill>
                    <a:latin typeface="Arial" panose="020B0604020202020204" pitchFamily="34" charset="0"/>
                  </a:rPr>
                  <a:t>INTR</a:t>
                </a:r>
                <a:r>
                  <a:rPr lang="en-US" altLang="zh-CN" sz="2000" baseline="-25000" dirty="0">
                    <a:solidFill>
                      <a:schemeClr val="tx1"/>
                    </a:solidFill>
                    <a:latin typeface="Arial" panose="020B0604020202020204" pitchFamily="34" charset="0"/>
                  </a:rPr>
                  <a:t>B</a:t>
                </a:r>
                <a:endParaRPr lang="en-US" altLang="zh-CN" sz="2000" baseline="-25000" dirty="0">
                  <a:solidFill>
                    <a:schemeClr val="tx1"/>
                  </a:solidFill>
                  <a:latin typeface="Arial" panose="020B0604020202020204" pitchFamily="34" charset="0"/>
                </a:endParaRPr>
              </a:p>
            </p:txBody>
          </p:sp>
          <p:grpSp>
            <p:nvGrpSpPr>
              <p:cNvPr id="200721" name="Group 21"/>
              <p:cNvGrpSpPr>
                <a:grpSpLocks noChangeAspect="1"/>
              </p:cNvGrpSpPr>
              <p:nvPr/>
            </p:nvGrpSpPr>
            <p:grpSpPr>
              <a:xfrm rot="10800000">
                <a:off x="1559" y="3360"/>
                <a:ext cx="511" cy="105"/>
                <a:chOff x="6047" y="6895"/>
                <a:chExt cx="509" cy="90"/>
              </a:xfrm>
            </p:grpSpPr>
            <p:sp>
              <p:nvSpPr>
                <p:cNvPr id="200725" name="Line 22"/>
                <p:cNvSpPr>
                  <a:spLocks noChangeAspect="1"/>
                </p:cNvSpPr>
                <p:nvPr/>
              </p:nvSpPr>
              <p:spPr>
                <a:xfrm>
                  <a:off x="6047" y="6940"/>
                  <a:ext cx="454" cy="1"/>
                </a:xfrm>
                <a:prstGeom prst="line">
                  <a:avLst/>
                </a:prstGeom>
                <a:ln w="9525" cap="flat" cmpd="sng">
                  <a:solidFill>
                    <a:srgbClr val="000000"/>
                  </a:solidFill>
                  <a:prstDash val="solid"/>
                  <a:headEnd type="none" w="med" len="med"/>
                  <a:tailEnd type="none" w="med" len="med"/>
                </a:ln>
              </p:spPr>
            </p:sp>
            <p:sp>
              <p:nvSpPr>
                <p:cNvPr id="200726" name="Freeform 23"/>
                <p:cNvSpPr>
                  <a:spLocks noChangeAspect="1"/>
                </p:cNvSpPr>
                <p:nvPr/>
              </p:nvSpPr>
              <p:spPr>
                <a:xfrm>
                  <a:off x="6466" y="6895"/>
                  <a:ext cx="90" cy="90"/>
                </a:xfrm>
                <a:custGeom>
                  <a:avLst/>
                  <a:gdLst/>
                  <a:ahLst/>
                  <a:cxnLst>
                    <a:cxn ang="0">
                      <a:pos x="90" y="45"/>
                    </a:cxn>
                    <a:cxn ang="0">
                      <a:pos x="0" y="90"/>
                    </a:cxn>
                    <a:cxn ang="0">
                      <a:pos x="15" y="45"/>
                    </a:cxn>
                    <a:cxn ang="0">
                      <a:pos x="0" y="0"/>
                    </a:cxn>
                    <a:cxn ang="0">
                      <a:pos x="90" y="45"/>
                    </a:cxn>
                  </a:cxnLst>
                  <a:pathLst>
                    <a:path w="90" h="90">
                      <a:moveTo>
                        <a:pt x="90" y="45"/>
                      </a:moveTo>
                      <a:lnTo>
                        <a:pt x="0" y="90"/>
                      </a:lnTo>
                      <a:lnTo>
                        <a:pt x="15" y="45"/>
                      </a:lnTo>
                      <a:lnTo>
                        <a:pt x="0" y="0"/>
                      </a:lnTo>
                      <a:lnTo>
                        <a:pt x="90" y="45"/>
                      </a:lnTo>
                      <a:close/>
                    </a:path>
                  </a:pathLst>
                </a:custGeom>
                <a:solidFill>
                  <a:srgbClr val="000000">
                    <a:alpha val="50195"/>
                  </a:srgbClr>
                </a:solidFill>
                <a:ln w="9525">
                  <a:noFill/>
                </a:ln>
              </p:spPr>
              <p:txBody>
                <a:bodyPr/>
                <a:p>
                  <a:endParaRPr lang="zh-CN" altLang="en-US"/>
                </a:p>
              </p:txBody>
            </p:sp>
          </p:grpSp>
          <p:grpSp>
            <p:nvGrpSpPr>
              <p:cNvPr id="200722" name="Group 24"/>
              <p:cNvGrpSpPr/>
              <p:nvPr/>
            </p:nvGrpSpPr>
            <p:grpSpPr>
              <a:xfrm>
                <a:off x="3264" y="3456"/>
                <a:ext cx="528" cy="240"/>
                <a:chOff x="3264" y="3456"/>
                <a:chExt cx="528" cy="240"/>
              </a:xfrm>
            </p:grpSpPr>
            <p:sp>
              <p:nvSpPr>
                <p:cNvPr id="200723" name="Line 25"/>
                <p:cNvSpPr>
                  <a:spLocks noChangeAspect="1"/>
                </p:cNvSpPr>
                <p:nvPr/>
              </p:nvSpPr>
              <p:spPr>
                <a:xfrm>
                  <a:off x="3345" y="3480"/>
                  <a:ext cx="316" cy="1"/>
                </a:xfrm>
                <a:prstGeom prst="line">
                  <a:avLst/>
                </a:prstGeom>
                <a:ln w="9525" cap="flat" cmpd="sng">
                  <a:solidFill>
                    <a:srgbClr val="000000"/>
                  </a:solidFill>
                  <a:prstDash val="solid"/>
                  <a:headEnd type="none" w="med" len="med"/>
                  <a:tailEnd type="none" w="med" len="med"/>
                </a:ln>
              </p:spPr>
            </p:sp>
            <p:sp>
              <p:nvSpPr>
                <p:cNvPr id="200724" name="Rectangle 26"/>
                <p:cNvSpPr/>
                <p:nvPr/>
              </p:nvSpPr>
              <p:spPr>
                <a:xfrm>
                  <a:off x="3264" y="3456"/>
                  <a:ext cx="528" cy="240"/>
                </a:xfrm>
                <a:prstGeom prst="rect">
                  <a:avLst/>
                </a:prstGeom>
                <a:noFill/>
                <a:ln w="9525">
                  <a:noFill/>
                </a:ln>
              </p:spPr>
              <p:txBody>
                <a:bodyPr wrap="none" anchor="ctr"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ctr">
                    <a:lnSpc>
                      <a:spcPct val="100000"/>
                    </a:lnSpc>
                    <a:spcBef>
                      <a:spcPct val="0"/>
                    </a:spcBef>
                    <a:spcAft>
                      <a:spcPct val="0"/>
                    </a:spcAft>
                    <a:buClrTx/>
                    <a:buSzTx/>
                    <a:buNone/>
                  </a:pPr>
                  <a:r>
                    <a:rPr lang="en-US" altLang="zh-CN" sz="2000" dirty="0">
                      <a:solidFill>
                        <a:schemeClr val="tx1"/>
                      </a:solidFill>
                      <a:latin typeface="Arial" panose="020B0604020202020204" pitchFamily="34" charset="0"/>
                    </a:rPr>
                    <a:t>STB</a:t>
                  </a:r>
                  <a:r>
                    <a:rPr lang="en-US" altLang="zh-CN" sz="2000" baseline="-25000" dirty="0">
                      <a:solidFill>
                        <a:schemeClr val="tx1"/>
                      </a:solidFill>
                      <a:latin typeface="Arial" panose="020B0604020202020204" pitchFamily="34" charset="0"/>
                    </a:rPr>
                    <a:t>B</a:t>
                  </a:r>
                  <a:endParaRPr lang="en-US" altLang="zh-CN" sz="2000" baseline="-25000" dirty="0">
                    <a:solidFill>
                      <a:schemeClr val="tx1"/>
                    </a:solidFill>
                    <a:latin typeface="Arial" panose="020B0604020202020204" pitchFamily="34" charset="0"/>
                  </a:endParaRPr>
                </a:p>
              </p:txBody>
            </p:sp>
          </p:grpSp>
        </p:grpSp>
      </p:grpSp>
      <p:sp>
        <p:nvSpPr>
          <p:cNvPr id="200708" name="Line 27"/>
          <p:cNvSpPr/>
          <p:nvPr/>
        </p:nvSpPr>
        <p:spPr>
          <a:xfrm>
            <a:off x="3132138" y="1773238"/>
            <a:ext cx="503237" cy="0"/>
          </a:xfrm>
          <a:prstGeom prst="line">
            <a:avLst/>
          </a:prstGeom>
          <a:ln w="9525" cap="flat" cmpd="sng">
            <a:solidFill>
              <a:schemeClr val="tx1"/>
            </a:solidFill>
            <a:prstDash val="solid"/>
            <a:headEnd type="none" w="med" len="med"/>
            <a:tailEnd type="none" w="med" len="med"/>
          </a:ln>
        </p:spPr>
      </p:sp>
    </p:spTree>
  </p:cSld>
  <p:clrMapOvr>
    <a:masterClrMapping/>
  </p:clrMapOvr>
  <p:transition/>
</p:sld>
</file>

<file path=ppt/slides/slide1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201730" name="Rectangle 2"/>
          <p:cNvSpPr/>
          <p:nvPr/>
        </p:nvSpPr>
        <p:spPr>
          <a:xfrm>
            <a:off x="395288" y="1066800"/>
            <a:ext cx="8382000" cy="5791200"/>
          </a:xfrm>
          <a:prstGeom prst="rect">
            <a:avLst/>
          </a:prstGeom>
          <a:solidFill>
            <a:srgbClr val="CCFFFF"/>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342900" lvl="0" indent="-342900">
              <a:lnSpc>
                <a:spcPct val="90000"/>
              </a:lnSpc>
              <a:spcAft>
                <a:spcPct val="0"/>
              </a:spcAft>
              <a:buSzPct val="75000"/>
              <a:buNone/>
            </a:pPr>
            <a:r>
              <a:rPr lang="en-US" altLang="zh-CN" dirty="0">
                <a:solidFill>
                  <a:schemeClr val="tx1"/>
                </a:solidFill>
                <a:latin typeface="仿宋_GB2312" pitchFamily="1" charset="-122"/>
                <a:ea typeface="仿宋_GB2312" pitchFamily="1" charset="-122"/>
              </a:rPr>
              <a:t>	</a:t>
            </a:r>
            <a:r>
              <a:rPr lang="en-US" altLang="zh-CN" dirty="0">
                <a:solidFill>
                  <a:srgbClr val="0000FF"/>
                </a:solidFill>
                <a:latin typeface="Times New Roman" panose="02020603050405020304" pitchFamily="18" charset="0"/>
                <a:ea typeface="宋体" panose="02010600030101010101" pitchFamily="2" charset="-122"/>
              </a:rPr>
              <a:t>	</a:t>
            </a:r>
            <a:r>
              <a:rPr lang="en-US" altLang="zh-CN" sz="2400" dirty="0">
                <a:solidFill>
                  <a:schemeClr val="tx1"/>
                </a:solidFill>
                <a:latin typeface="楷体_GB2312" pitchFamily="1" charset="-122"/>
              </a:rPr>
              <a:t>MOV AX,</a:t>
            </a:r>
            <a:r>
              <a:rPr lang="en-US" altLang="zh-CN" sz="2400" dirty="0">
                <a:solidFill>
                  <a:srgbClr val="0000CC"/>
                </a:solidFill>
                <a:latin typeface="楷体_GB2312" pitchFamily="1" charset="-122"/>
              </a:rPr>
              <a:t>OFFSET  IRQ7</a:t>
            </a:r>
            <a:endParaRPr lang="en-US" altLang="zh-CN" sz="2400" dirty="0">
              <a:solidFill>
                <a:srgbClr val="0000CC"/>
              </a:solidFill>
              <a:latin typeface="楷体_GB2312" pitchFamily="1" charset="-122"/>
            </a:endParaRPr>
          </a:p>
          <a:p>
            <a:pPr marL="342900" lvl="0" indent="-342900" algn="just">
              <a:lnSpc>
                <a:spcPct val="90000"/>
              </a:lnSpc>
              <a:spcAft>
                <a:spcPct val="0"/>
              </a:spcAft>
              <a:buSzPct val="75000"/>
              <a:buNone/>
            </a:pPr>
            <a:r>
              <a:rPr lang="en-US" altLang="zh-CN" sz="2400" dirty="0">
                <a:solidFill>
                  <a:schemeClr val="tx1"/>
                </a:solidFill>
                <a:latin typeface="楷体_GB2312" pitchFamily="1" charset="-122"/>
              </a:rPr>
              <a:t>		MOV </a:t>
            </a:r>
            <a:r>
              <a:rPr lang="en-US" altLang="zh-CN" sz="2400" dirty="0">
                <a:solidFill>
                  <a:srgbClr val="FF3300"/>
                </a:solidFill>
                <a:latin typeface="楷体_GB2312" pitchFamily="1" charset="-122"/>
              </a:rPr>
              <a:t>[003CH]</a:t>
            </a:r>
            <a:r>
              <a:rPr lang="en-US" altLang="zh-CN" sz="2400" dirty="0">
                <a:solidFill>
                  <a:schemeClr val="tx1"/>
                </a:solidFill>
                <a:latin typeface="楷体_GB2312" pitchFamily="1" charset="-122"/>
              </a:rPr>
              <a:t>,AX</a:t>
            </a:r>
            <a:endParaRPr lang="en-US" altLang="zh-CN" sz="2400" dirty="0">
              <a:solidFill>
                <a:schemeClr val="tx1"/>
              </a:solidFill>
              <a:latin typeface="楷体_GB2312" pitchFamily="1" charset="-122"/>
            </a:endParaRPr>
          </a:p>
          <a:p>
            <a:pPr marL="342900" lvl="0" indent="-342900" algn="just">
              <a:lnSpc>
                <a:spcPct val="90000"/>
              </a:lnSpc>
              <a:spcAft>
                <a:spcPct val="0"/>
              </a:spcAft>
              <a:buSzPct val="75000"/>
              <a:buNone/>
            </a:pPr>
            <a:r>
              <a:rPr lang="en-US" altLang="zh-CN" sz="2400" dirty="0">
                <a:solidFill>
                  <a:schemeClr val="tx1"/>
                </a:solidFill>
                <a:latin typeface="楷体_GB2312" pitchFamily="1" charset="-122"/>
              </a:rPr>
              <a:t>		MOV AX, </a:t>
            </a:r>
            <a:r>
              <a:rPr lang="en-US" altLang="zh-CN" sz="2400" dirty="0">
                <a:solidFill>
                  <a:srgbClr val="0000CC"/>
                </a:solidFill>
                <a:latin typeface="楷体_GB2312" pitchFamily="1" charset="-122"/>
              </a:rPr>
              <a:t> 0</a:t>
            </a:r>
            <a:endParaRPr lang="en-US" altLang="zh-CN" sz="2400" dirty="0">
              <a:solidFill>
                <a:schemeClr val="tx1"/>
              </a:solidFill>
              <a:latin typeface="楷体_GB2312" pitchFamily="1" charset="-122"/>
            </a:endParaRPr>
          </a:p>
          <a:p>
            <a:pPr marL="342900" lvl="0" indent="-342900" algn="just">
              <a:lnSpc>
                <a:spcPct val="90000"/>
              </a:lnSpc>
              <a:spcAft>
                <a:spcPct val="0"/>
              </a:spcAft>
              <a:buSzPct val="75000"/>
              <a:buNone/>
            </a:pPr>
            <a:r>
              <a:rPr lang="en-US" altLang="zh-CN" sz="2400" dirty="0">
                <a:solidFill>
                  <a:schemeClr val="tx1"/>
                </a:solidFill>
                <a:latin typeface="楷体_GB2312" pitchFamily="1" charset="-122"/>
              </a:rPr>
              <a:t>		MOV </a:t>
            </a:r>
            <a:r>
              <a:rPr lang="en-US" altLang="zh-CN" sz="2400" dirty="0">
                <a:solidFill>
                  <a:srgbClr val="FF3300"/>
                </a:solidFill>
                <a:latin typeface="楷体_GB2312" pitchFamily="1" charset="-122"/>
              </a:rPr>
              <a:t>[003EH]</a:t>
            </a:r>
            <a:r>
              <a:rPr lang="en-US" altLang="zh-CN" sz="2400" dirty="0">
                <a:solidFill>
                  <a:schemeClr val="tx1"/>
                </a:solidFill>
                <a:latin typeface="楷体_GB2312" pitchFamily="1" charset="-122"/>
              </a:rPr>
              <a:t>,AX	</a:t>
            </a:r>
            <a:r>
              <a:rPr lang="zh-CN" altLang="en-US" sz="2400" dirty="0">
                <a:solidFill>
                  <a:schemeClr val="tx1"/>
                </a:solidFill>
                <a:latin typeface="楷体_GB2312" pitchFamily="1" charset="-122"/>
              </a:rPr>
              <a:t>；设置</a:t>
            </a:r>
            <a:r>
              <a:rPr lang="en-US" altLang="zh-CN" sz="2400" dirty="0">
                <a:solidFill>
                  <a:schemeClr val="tx1"/>
                </a:solidFill>
                <a:latin typeface="楷体_GB2312" pitchFamily="1" charset="-122"/>
              </a:rPr>
              <a:t>IRQ7</a:t>
            </a:r>
            <a:r>
              <a:rPr lang="zh-CN" altLang="en-US" sz="2400" dirty="0">
                <a:solidFill>
                  <a:schemeClr val="tx1"/>
                </a:solidFill>
                <a:latin typeface="楷体_GB2312" pitchFamily="1" charset="-122"/>
              </a:rPr>
              <a:t>中断向量表</a:t>
            </a:r>
            <a:endParaRPr lang="zh-CN" altLang="en-US" sz="2400" dirty="0">
              <a:solidFill>
                <a:schemeClr val="tx1"/>
              </a:solidFill>
              <a:latin typeface="楷体_GB2312" pitchFamily="1" charset="-122"/>
            </a:endParaRPr>
          </a:p>
          <a:p>
            <a:pPr marL="342900" lvl="0" indent="-342900" algn="just">
              <a:lnSpc>
                <a:spcPct val="90000"/>
              </a:lnSpc>
              <a:spcAft>
                <a:spcPct val="0"/>
              </a:spcAft>
              <a:buSzPct val="75000"/>
              <a:buNone/>
            </a:pPr>
            <a:r>
              <a:rPr lang="zh-CN" altLang="en-US" sz="2400" dirty="0">
                <a:solidFill>
                  <a:schemeClr val="tx1"/>
                </a:solidFill>
                <a:latin typeface="楷体_GB2312" pitchFamily="1" charset="-122"/>
              </a:rPr>
              <a:t>		</a:t>
            </a:r>
            <a:r>
              <a:rPr lang="en-US" altLang="zh-CN" sz="2400" dirty="0">
                <a:solidFill>
                  <a:srgbClr val="0000FF"/>
                </a:solidFill>
                <a:latin typeface="楷体_GB2312" pitchFamily="1" charset="-122"/>
              </a:rPr>
              <a:t>CLI</a:t>
            </a:r>
            <a:endParaRPr lang="en-US" altLang="zh-CN" sz="2400" dirty="0">
              <a:solidFill>
                <a:srgbClr val="0000FF"/>
              </a:solidFill>
              <a:latin typeface="楷体_GB2312" pitchFamily="1" charset="-122"/>
            </a:endParaRPr>
          </a:p>
          <a:p>
            <a:pPr marL="342900" lvl="0" indent="-342900" algn="just">
              <a:lnSpc>
                <a:spcPct val="90000"/>
              </a:lnSpc>
              <a:spcAft>
                <a:spcPct val="0"/>
              </a:spcAft>
              <a:buSzPct val="75000"/>
              <a:buNone/>
            </a:pPr>
            <a:r>
              <a:rPr lang="en-US" altLang="zh-CN" sz="2400" dirty="0">
                <a:solidFill>
                  <a:schemeClr val="tx1"/>
                </a:solidFill>
                <a:latin typeface="楷体_GB2312" pitchFamily="1" charset="-122"/>
              </a:rPr>
              <a:t>		IN  AL</a:t>
            </a:r>
            <a:r>
              <a:rPr lang="zh-CN" altLang="en-US" sz="2400" dirty="0">
                <a:solidFill>
                  <a:schemeClr val="tx1"/>
                </a:solidFill>
                <a:latin typeface="楷体_GB2312" pitchFamily="1" charset="-122"/>
              </a:rPr>
              <a:t>，</a:t>
            </a:r>
            <a:r>
              <a:rPr lang="en-US" altLang="zh-CN" sz="2400" dirty="0">
                <a:solidFill>
                  <a:srgbClr val="FF3300"/>
                </a:solidFill>
                <a:latin typeface="楷体_GB2312" pitchFamily="1" charset="-122"/>
              </a:rPr>
              <a:t>21H</a:t>
            </a:r>
            <a:endParaRPr lang="en-US" altLang="zh-CN" sz="2400" dirty="0">
              <a:solidFill>
                <a:srgbClr val="FF3300"/>
              </a:solidFill>
              <a:latin typeface="楷体_GB2312" pitchFamily="1" charset="-122"/>
            </a:endParaRPr>
          </a:p>
          <a:p>
            <a:pPr marL="342900" lvl="0" indent="-342900" algn="just">
              <a:lnSpc>
                <a:spcPct val="90000"/>
              </a:lnSpc>
              <a:spcAft>
                <a:spcPct val="0"/>
              </a:spcAft>
              <a:buSzPct val="75000"/>
              <a:buNone/>
            </a:pPr>
            <a:r>
              <a:rPr lang="en-US" altLang="zh-CN" sz="2400" dirty="0">
                <a:solidFill>
                  <a:schemeClr val="tx1"/>
                </a:solidFill>
                <a:latin typeface="楷体_GB2312" pitchFamily="1" charset="-122"/>
              </a:rPr>
              <a:t>		</a:t>
            </a:r>
            <a:r>
              <a:rPr lang="en-US" altLang="zh-CN" sz="2400" dirty="0">
                <a:solidFill>
                  <a:srgbClr val="000000"/>
                </a:solidFill>
                <a:latin typeface="楷体_GB2312" pitchFamily="1" charset="-122"/>
              </a:rPr>
              <a:t>AND AL,</a:t>
            </a:r>
            <a:r>
              <a:rPr lang="en-US" altLang="zh-CN" sz="2400" dirty="0">
                <a:solidFill>
                  <a:srgbClr val="0000CC"/>
                </a:solidFill>
                <a:latin typeface="楷体_GB2312" pitchFamily="1" charset="-122"/>
              </a:rPr>
              <a:t>7FH		</a:t>
            </a:r>
            <a:r>
              <a:rPr lang="zh-CN" altLang="en-US" sz="2400" dirty="0">
                <a:solidFill>
                  <a:srgbClr val="0000CC"/>
                </a:solidFill>
                <a:latin typeface="楷体_GB2312" pitchFamily="1" charset="-122"/>
              </a:rPr>
              <a:t>；</a:t>
            </a:r>
            <a:r>
              <a:rPr lang="zh-CN" altLang="en-US" sz="2400" dirty="0">
                <a:solidFill>
                  <a:schemeClr val="tx1"/>
                </a:solidFill>
                <a:latin typeface="楷体_GB2312" pitchFamily="1" charset="-122"/>
              </a:rPr>
              <a:t>设置</a:t>
            </a:r>
            <a:r>
              <a:rPr lang="en-US" altLang="zh-CN" sz="2400" dirty="0">
                <a:solidFill>
                  <a:schemeClr val="tx1"/>
                </a:solidFill>
                <a:latin typeface="楷体_GB2312" pitchFamily="1" charset="-122"/>
              </a:rPr>
              <a:t>IRQ7</a:t>
            </a:r>
            <a:r>
              <a:rPr lang="zh-CN" altLang="en-US" sz="2400" dirty="0">
                <a:solidFill>
                  <a:schemeClr val="tx1"/>
                </a:solidFill>
                <a:latin typeface="楷体_GB2312" pitchFamily="1" charset="-122"/>
              </a:rPr>
              <a:t>中断开放</a:t>
            </a:r>
            <a:endParaRPr lang="zh-CN" altLang="en-US" sz="2400" dirty="0">
              <a:solidFill>
                <a:srgbClr val="0000CC"/>
              </a:solidFill>
              <a:latin typeface="楷体_GB2312" pitchFamily="1" charset="-122"/>
            </a:endParaRPr>
          </a:p>
          <a:p>
            <a:pPr marL="342900" lvl="0" indent="-342900" algn="just">
              <a:lnSpc>
                <a:spcPct val="90000"/>
              </a:lnSpc>
              <a:spcAft>
                <a:spcPct val="0"/>
              </a:spcAft>
              <a:buSzPct val="7500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OUT </a:t>
            </a:r>
            <a:r>
              <a:rPr lang="en-US" altLang="zh-CN" sz="2400" dirty="0">
                <a:solidFill>
                  <a:srgbClr val="FF3300"/>
                </a:solidFill>
                <a:latin typeface="楷体_GB2312" pitchFamily="1" charset="-122"/>
              </a:rPr>
              <a:t>21H</a:t>
            </a:r>
            <a:r>
              <a:rPr lang="en-US" altLang="zh-CN" sz="2400" dirty="0">
                <a:solidFill>
                  <a:schemeClr val="tx1"/>
                </a:solidFill>
                <a:latin typeface="楷体_GB2312" pitchFamily="1" charset="-122"/>
              </a:rPr>
              <a:t>,AL</a:t>
            </a:r>
            <a:endParaRPr lang="en-US" altLang="zh-CN" sz="2400" dirty="0">
              <a:solidFill>
                <a:schemeClr val="tx1"/>
              </a:solidFill>
              <a:latin typeface="楷体_GB2312" pitchFamily="1" charset="-122"/>
            </a:endParaRPr>
          </a:p>
          <a:p>
            <a:pPr marL="342900" lvl="0" indent="-342900" algn="just">
              <a:lnSpc>
                <a:spcPct val="90000"/>
              </a:lnSpc>
              <a:spcAft>
                <a:spcPct val="0"/>
              </a:spcAft>
              <a:buSzPct val="75000"/>
              <a:buNone/>
            </a:pPr>
            <a:r>
              <a:rPr lang="en-US" altLang="zh-CN" sz="2400" dirty="0">
                <a:solidFill>
                  <a:schemeClr val="tx1"/>
                </a:solidFill>
                <a:latin typeface="楷体_GB2312" pitchFamily="1" charset="-122"/>
              </a:rPr>
              <a:t>		MOV  AL, </a:t>
            </a:r>
            <a:r>
              <a:rPr lang="en-US" altLang="zh-CN" sz="2400" dirty="0">
                <a:solidFill>
                  <a:srgbClr val="0000CC"/>
                </a:solidFill>
                <a:latin typeface="楷体_GB2312" pitchFamily="1" charset="-122"/>
              </a:rPr>
              <a:t>86H</a:t>
            </a:r>
            <a:endParaRPr lang="en-US" altLang="zh-CN" sz="2400" dirty="0">
              <a:solidFill>
                <a:srgbClr val="0000CC"/>
              </a:solidFill>
              <a:latin typeface="楷体_GB2312" pitchFamily="1" charset="-122"/>
            </a:endParaRPr>
          </a:p>
          <a:p>
            <a:pPr marL="342900" lvl="0" indent="-342900" algn="just">
              <a:lnSpc>
                <a:spcPct val="90000"/>
              </a:lnSpc>
              <a:spcAft>
                <a:spcPct val="0"/>
              </a:spcAft>
              <a:buSzPct val="75000"/>
              <a:buNone/>
            </a:pPr>
            <a:r>
              <a:rPr lang="en-US" altLang="zh-CN" sz="2400" dirty="0">
                <a:solidFill>
                  <a:schemeClr val="tx1"/>
                </a:solidFill>
                <a:latin typeface="楷体_GB2312" pitchFamily="1" charset="-122"/>
              </a:rPr>
              <a:t>		OUT  </a:t>
            </a:r>
            <a:r>
              <a:rPr lang="en-US" altLang="zh-CN" sz="2400" dirty="0">
                <a:solidFill>
                  <a:srgbClr val="FF3300"/>
                </a:solidFill>
                <a:latin typeface="楷体_GB2312" pitchFamily="1" charset="-122"/>
              </a:rPr>
              <a:t>63H</a:t>
            </a:r>
            <a:r>
              <a:rPr lang="en-US" altLang="zh-CN" sz="2400" dirty="0">
                <a:solidFill>
                  <a:schemeClr val="tx1"/>
                </a:solidFill>
                <a:latin typeface="楷体_GB2312" pitchFamily="1" charset="-122"/>
              </a:rPr>
              <a:t>,AL	</a:t>
            </a:r>
            <a:r>
              <a:rPr lang="zh-CN" altLang="en-US" sz="2400" dirty="0">
                <a:solidFill>
                  <a:schemeClr val="tx1"/>
                </a:solidFill>
                <a:latin typeface="楷体_GB2312" pitchFamily="1" charset="-122"/>
              </a:rPr>
              <a:t>；设置</a:t>
            </a:r>
            <a:r>
              <a:rPr lang="en-US" altLang="zh-CN" sz="2400" dirty="0">
                <a:solidFill>
                  <a:schemeClr val="tx1"/>
                </a:solidFill>
                <a:latin typeface="楷体_GB2312" pitchFamily="1" charset="-122"/>
              </a:rPr>
              <a:t>8255</a:t>
            </a:r>
            <a:r>
              <a:rPr lang="zh-CN" altLang="en-US" sz="2400" dirty="0">
                <a:solidFill>
                  <a:schemeClr val="tx1"/>
                </a:solidFill>
                <a:latin typeface="楷体_GB2312" pitchFamily="1" charset="-122"/>
              </a:rPr>
              <a:t>方式字</a:t>
            </a:r>
            <a:endParaRPr lang="zh-CN" altLang="en-US" sz="2400" dirty="0">
              <a:solidFill>
                <a:schemeClr val="tx1"/>
              </a:solidFill>
              <a:latin typeface="楷体_GB2312" pitchFamily="1" charset="-122"/>
            </a:endParaRPr>
          </a:p>
          <a:p>
            <a:pPr marL="342900" lvl="0" indent="-342900" algn="just">
              <a:lnSpc>
                <a:spcPct val="90000"/>
              </a:lnSpc>
              <a:spcAft>
                <a:spcPct val="0"/>
              </a:spcAft>
              <a:buSzPct val="7500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MOV  AL,</a:t>
            </a:r>
            <a:r>
              <a:rPr lang="en-US" altLang="zh-CN" sz="2400" dirty="0">
                <a:solidFill>
                  <a:srgbClr val="0000CC"/>
                </a:solidFill>
                <a:latin typeface="楷体_GB2312" pitchFamily="1" charset="-122"/>
              </a:rPr>
              <a:t>05H</a:t>
            </a:r>
            <a:endParaRPr lang="en-US" altLang="zh-CN" sz="2400" dirty="0">
              <a:solidFill>
                <a:srgbClr val="0000CC"/>
              </a:solidFill>
              <a:latin typeface="楷体_GB2312" pitchFamily="1" charset="-122"/>
            </a:endParaRPr>
          </a:p>
          <a:p>
            <a:pPr marL="342900" lvl="0" indent="-342900" algn="just">
              <a:lnSpc>
                <a:spcPct val="90000"/>
              </a:lnSpc>
              <a:spcAft>
                <a:spcPct val="0"/>
              </a:spcAft>
              <a:buSzPct val="75000"/>
              <a:buNone/>
            </a:pPr>
            <a:r>
              <a:rPr lang="en-US" altLang="zh-CN" sz="2400" dirty="0">
                <a:solidFill>
                  <a:schemeClr val="tx1"/>
                </a:solidFill>
                <a:latin typeface="楷体_GB2312" pitchFamily="1" charset="-122"/>
              </a:rPr>
              <a:t>		OUT  </a:t>
            </a:r>
            <a:r>
              <a:rPr lang="en-US" altLang="zh-CN" sz="2400" dirty="0">
                <a:solidFill>
                  <a:srgbClr val="FF3300"/>
                </a:solidFill>
                <a:latin typeface="楷体_GB2312" pitchFamily="1" charset="-122"/>
              </a:rPr>
              <a:t>63H</a:t>
            </a:r>
            <a:r>
              <a:rPr lang="en-US" altLang="zh-CN" sz="2400" dirty="0">
                <a:solidFill>
                  <a:schemeClr val="tx1"/>
                </a:solidFill>
                <a:latin typeface="楷体_GB2312" pitchFamily="1" charset="-122"/>
              </a:rPr>
              <a:t>,AL	</a:t>
            </a:r>
            <a:r>
              <a:rPr lang="zh-CN" altLang="en-US" sz="2400" dirty="0">
                <a:solidFill>
                  <a:schemeClr val="tx1"/>
                </a:solidFill>
                <a:latin typeface="楷体_GB2312" pitchFamily="1" charset="-122"/>
              </a:rPr>
              <a:t>；设置</a:t>
            </a:r>
            <a:r>
              <a:rPr lang="en-US" altLang="zh-CN" sz="2400" dirty="0">
                <a:solidFill>
                  <a:schemeClr val="tx1"/>
                </a:solidFill>
                <a:latin typeface="楷体_GB2312" pitchFamily="1" charset="-122"/>
              </a:rPr>
              <a:t>B</a:t>
            </a:r>
            <a:r>
              <a:rPr lang="zh-CN" altLang="en-US" sz="2400" dirty="0">
                <a:solidFill>
                  <a:schemeClr val="tx1"/>
                </a:solidFill>
                <a:latin typeface="楷体_GB2312" pitchFamily="1" charset="-122"/>
              </a:rPr>
              <a:t>口中断允许（</a:t>
            </a:r>
            <a:r>
              <a:rPr lang="en-US" altLang="zh-CN" sz="2400" dirty="0">
                <a:solidFill>
                  <a:schemeClr val="tx1"/>
                </a:solidFill>
                <a:latin typeface="楷体_GB2312" pitchFamily="1" charset="-122"/>
              </a:rPr>
              <a:t>PC</a:t>
            </a:r>
            <a:r>
              <a:rPr lang="en-US" altLang="zh-CN" sz="2400" baseline="-25000" dirty="0">
                <a:solidFill>
                  <a:schemeClr val="tx1"/>
                </a:solidFill>
                <a:latin typeface="楷体_GB2312" pitchFamily="1" charset="-122"/>
              </a:rPr>
              <a:t>2</a:t>
            </a:r>
            <a:r>
              <a:rPr lang="en-US" altLang="zh-CN" sz="2400" dirty="0">
                <a:solidFill>
                  <a:schemeClr val="tx1"/>
                </a:solidFill>
                <a:latin typeface="楷体_GB2312" pitchFamily="1" charset="-122"/>
              </a:rPr>
              <a:t>=1</a:t>
            </a:r>
            <a:r>
              <a:rPr lang="zh-CN" altLang="en-US" sz="2400" dirty="0">
                <a:solidFill>
                  <a:schemeClr val="tx1"/>
                </a:solidFill>
                <a:latin typeface="楷体_GB2312" pitchFamily="1" charset="-122"/>
              </a:rPr>
              <a:t>）</a:t>
            </a:r>
            <a:endParaRPr lang="zh-CN" altLang="en-US" sz="2400" dirty="0">
              <a:solidFill>
                <a:schemeClr val="tx1"/>
              </a:solidFill>
              <a:latin typeface="楷体_GB2312" pitchFamily="1" charset="-122"/>
            </a:endParaRPr>
          </a:p>
          <a:p>
            <a:pPr marL="342900" lvl="0" indent="-342900" algn="just">
              <a:lnSpc>
                <a:spcPct val="90000"/>
              </a:lnSpc>
              <a:spcAft>
                <a:spcPct val="0"/>
              </a:spcAft>
              <a:buSzPct val="75000"/>
              <a:buNone/>
            </a:pPr>
            <a:r>
              <a:rPr lang="en-US" altLang="zh-CN" sz="2400" dirty="0">
                <a:solidFill>
                  <a:schemeClr val="tx1"/>
                </a:solidFill>
                <a:latin typeface="楷体_GB2312" pitchFamily="1" charset="-122"/>
              </a:rPr>
              <a:t>A1</a:t>
            </a:r>
            <a:r>
              <a:rPr lang="zh-CN" altLang="en-US" sz="2400" dirty="0">
                <a:solidFill>
                  <a:schemeClr val="tx1"/>
                </a:solidFill>
                <a:latin typeface="楷体_GB2312" pitchFamily="1" charset="-122"/>
              </a:rPr>
              <a:t>：	</a:t>
            </a:r>
            <a:r>
              <a:rPr lang="en-US" altLang="zh-CN" sz="2400" dirty="0">
                <a:solidFill>
                  <a:srgbClr val="3366FF"/>
                </a:solidFill>
                <a:latin typeface="楷体_GB2312" pitchFamily="1" charset="-122"/>
              </a:rPr>
              <a:t>STI</a:t>
            </a:r>
            <a:r>
              <a:rPr lang="en-US" altLang="zh-CN" sz="2400" dirty="0">
                <a:solidFill>
                  <a:schemeClr val="tx1"/>
                </a:solidFill>
                <a:latin typeface="楷体_GB2312" pitchFamily="1" charset="-122"/>
              </a:rPr>
              <a:t>			</a:t>
            </a:r>
            <a:endParaRPr lang="en-US" altLang="zh-CN" sz="2400" dirty="0">
              <a:solidFill>
                <a:schemeClr val="tx1"/>
              </a:solidFill>
              <a:latin typeface="楷体_GB2312" pitchFamily="1" charset="-122"/>
            </a:endParaRPr>
          </a:p>
          <a:p>
            <a:pPr marL="342900" lvl="0" indent="-342900" algn="just">
              <a:lnSpc>
                <a:spcPct val="90000"/>
              </a:lnSpc>
              <a:spcAft>
                <a:spcPct val="0"/>
              </a:spcAft>
              <a:buSzPct val="75000"/>
              <a:buNone/>
            </a:pPr>
            <a:r>
              <a:rPr lang="en-US" altLang="zh-CN" sz="2400" dirty="0">
                <a:solidFill>
                  <a:schemeClr val="tx1"/>
                </a:solidFill>
                <a:latin typeface="楷体_GB2312" pitchFamily="1" charset="-122"/>
              </a:rPr>
              <a:t>		JMP  A1</a:t>
            </a:r>
            <a:endParaRPr lang="en-US" altLang="zh-CN" sz="2400" dirty="0">
              <a:solidFill>
                <a:schemeClr val="tx1"/>
              </a:solidFill>
              <a:latin typeface="楷体_GB2312" pitchFamily="1" charset="-122"/>
            </a:endParaRPr>
          </a:p>
        </p:txBody>
      </p:sp>
      <p:sp>
        <p:nvSpPr>
          <p:cNvPr id="201731" name="Rectangle 3"/>
          <p:cNvSpPr>
            <a:spLocks noGrp="1"/>
          </p:cNvSpPr>
          <p:nvPr>
            <p:ph type="title"/>
          </p:nvPr>
        </p:nvSpPr>
        <p:spPr>
          <a:xfrm>
            <a:off x="539750" y="404813"/>
            <a:ext cx="8215313" cy="762000"/>
          </a:xfrm>
        </p:spPr>
        <p:txBody>
          <a:bodyPr vert="horz" wrap="square" lIns="91440" tIns="45720" rIns="91440" bIns="45720" anchor="b" anchorCtr="0"/>
          <a:p>
            <a:r>
              <a:rPr lang="zh-CN" altLang="en-US" sz="4000" b="1" dirty="0"/>
              <a:t>应用例</a:t>
            </a:r>
            <a:r>
              <a:rPr lang="en-US" altLang="zh-CN" sz="4000" b="1" dirty="0"/>
              <a:t>1</a:t>
            </a:r>
            <a:r>
              <a:rPr lang="zh-CN" altLang="en-US" sz="4000" b="1" dirty="0"/>
              <a:t>中断方式程序</a:t>
            </a:r>
            <a:endParaRPr lang="zh-CN" altLang="en-US" sz="4000" b="1" dirty="0"/>
          </a:p>
        </p:txBody>
      </p:sp>
      <p:sp>
        <p:nvSpPr>
          <p:cNvPr id="254980" name="Rectangle 4"/>
          <p:cNvSpPr/>
          <p:nvPr/>
        </p:nvSpPr>
        <p:spPr>
          <a:xfrm>
            <a:off x="5051425" y="3886200"/>
            <a:ext cx="3733800" cy="2971800"/>
          </a:xfrm>
          <a:prstGeom prst="rect">
            <a:avLst/>
          </a:prstGeom>
          <a:solidFill>
            <a:srgbClr val="F6F985"/>
          </a:solidFill>
          <a:ln w="9525" cap="flat" cmpd="sng">
            <a:solidFill>
              <a:srgbClr val="8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342900" lvl="0" indent="-342900">
              <a:spcAft>
                <a:spcPct val="0"/>
              </a:spcAft>
              <a:buSzPct val="75000"/>
              <a:buNone/>
            </a:pPr>
            <a:r>
              <a:rPr lang="en-US" altLang="zh-CN" sz="2400" dirty="0">
                <a:solidFill>
                  <a:srgbClr val="0000CC"/>
                </a:solidFill>
                <a:latin typeface="楷体_GB2312" pitchFamily="1" charset="-122"/>
              </a:rPr>
              <a:t>IRQ7</a:t>
            </a:r>
            <a:r>
              <a:rPr lang="zh-CN" altLang="en-US" sz="2400" dirty="0">
                <a:solidFill>
                  <a:srgbClr val="0000CC"/>
                </a:solidFill>
                <a:latin typeface="楷体_GB2312" pitchFamily="1" charset="-122"/>
              </a:rPr>
              <a:t>中断子程序：</a:t>
            </a:r>
            <a:endParaRPr lang="zh-CN" altLang="en-US" sz="2400" dirty="0">
              <a:solidFill>
                <a:srgbClr val="0000CC"/>
              </a:solidFill>
              <a:latin typeface="楷体_GB2312" pitchFamily="1" charset="-122"/>
            </a:endParaRPr>
          </a:p>
          <a:p>
            <a:pPr marL="342900" lvl="0" indent="-342900">
              <a:spcAft>
                <a:spcPct val="0"/>
              </a:spcAft>
              <a:buSzPct val="75000"/>
              <a:buNone/>
            </a:pPr>
            <a:r>
              <a:rPr lang="en-US" altLang="zh-CN" sz="2400" dirty="0">
                <a:solidFill>
                  <a:schemeClr val="tx1"/>
                </a:solidFill>
                <a:latin typeface="楷体_GB2312" pitchFamily="1" charset="-122"/>
              </a:rPr>
              <a:t>IRQ7: IN  AL, </a:t>
            </a:r>
            <a:r>
              <a:rPr lang="en-US" altLang="zh-CN" sz="2400" dirty="0">
                <a:solidFill>
                  <a:srgbClr val="FF3300"/>
                </a:solidFill>
                <a:latin typeface="楷体_GB2312" pitchFamily="1" charset="-122"/>
              </a:rPr>
              <a:t>61H</a:t>
            </a:r>
            <a:endParaRPr lang="en-US" altLang="zh-CN" sz="2400" dirty="0">
              <a:solidFill>
                <a:srgbClr val="FF3300"/>
              </a:solidFill>
              <a:latin typeface="楷体_GB2312" pitchFamily="1" charset="-122"/>
            </a:endParaRPr>
          </a:p>
          <a:p>
            <a:pPr marL="342900" lvl="0" indent="-342900" algn="just">
              <a:spcAft>
                <a:spcPct val="0"/>
              </a:spcAft>
              <a:buSzPct val="75000"/>
              <a:buNone/>
            </a:pPr>
            <a:r>
              <a:rPr lang="en-US" altLang="zh-CN" sz="2400" dirty="0">
                <a:solidFill>
                  <a:schemeClr val="tx1"/>
                </a:solidFill>
                <a:latin typeface="楷体_GB2312" pitchFamily="1" charset="-122"/>
              </a:rPr>
              <a:t>		OUT  </a:t>
            </a:r>
            <a:r>
              <a:rPr lang="en-US" altLang="zh-CN" sz="2400" dirty="0">
                <a:solidFill>
                  <a:srgbClr val="FF3300"/>
                </a:solidFill>
                <a:latin typeface="楷体_GB2312" pitchFamily="1" charset="-122"/>
              </a:rPr>
              <a:t>60H</a:t>
            </a:r>
            <a:r>
              <a:rPr lang="en-US" altLang="zh-CN" sz="2400" dirty="0">
                <a:solidFill>
                  <a:schemeClr val="tx1"/>
                </a:solidFill>
                <a:latin typeface="楷体_GB2312" pitchFamily="1" charset="-122"/>
              </a:rPr>
              <a:t>, AL</a:t>
            </a:r>
            <a:endParaRPr lang="en-US" altLang="zh-CN" sz="2400" dirty="0">
              <a:solidFill>
                <a:schemeClr val="tx1"/>
              </a:solidFill>
              <a:latin typeface="楷体_GB2312" pitchFamily="1" charset="-122"/>
            </a:endParaRPr>
          </a:p>
          <a:p>
            <a:pPr marL="342900" lvl="0" indent="-342900" algn="just">
              <a:spcAft>
                <a:spcPct val="0"/>
              </a:spcAft>
              <a:buSzPct val="75000"/>
              <a:buNone/>
            </a:pPr>
            <a:r>
              <a:rPr lang="en-US" altLang="zh-CN" sz="2400" dirty="0">
                <a:solidFill>
                  <a:schemeClr val="tx1"/>
                </a:solidFill>
                <a:latin typeface="楷体_GB2312" pitchFamily="1" charset="-122"/>
              </a:rPr>
              <a:t>		MOV  AL, </a:t>
            </a:r>
            <a:r>
              <a:rPr lang="en-US" altLang="zh-CN" sz="2400" dirty="0">
                <a:solidFill>
                  <a:srgbClr val="0000CC"/>
                </a:solidFill>
                <a:latin typeface="楷体_GB2312" pitchFamily="1" charset="-122"/>
              </a:rPr>
              <a:t>20H</a:t>
            </a:r>
            <a:endParaRPr lang="en-US" altLang="zh-CN" sz="2400" dirty="0">
              <a:solidFill>
                <a:srgbClr val="0000CC"/>
              </a:solidFill>
              <a:latin typeface="楷体_GB2312" pitchFamily="1" charset="-122"/>
            </a:endParaRPr>
          </a:p>
          <a:p>
            <a:pPr marL="342900" lvl="0" indent="-342900" algn="just">
              <a:spcAft>
                <a:spcPct val="0"/>
              </a:spcAft>
              <a:buSzPct val="75000"/>
              <a:buNone/>
            </a:pPr>
            <a:r>
              <a:rPr lang="en-US" altLang="zh-CN" sz="2400" dirty="0">
                <a:solidFill>
                  <a:schemeClr val="tx1"/>
                </a:solidFill>
                <a:latin typeface="楷体_GB2312" pitchFamily="1" charset="-122"/>
              </a:rPr>
              <a:t>		OUT  </a:t>
            </a:r>
            <a:r>
              <a:rPr lang="en-US" altLang="zh-CN" sz="2400" dirty="0">
                <a:solidFill>
                  <a:srgbClr val="FF3300"/>
                </a:solidFill>
                <a:latin typeface="楷体_GB2312" pitchFamily="1" charset="-122"/>
              </a:rPr>
              <a:t>20H</a:t>
            </a:r>
            <a:r>
              <a:rPr lang="en-US" altLang="zh-CN" sz="2400" dirty="0">
                <a:solidFill>
                  <a:schemeClr val="tx1"/>
                </a:solidFill>
                <a:latin typeface="楷体_GB2312" pitchFamily="1" charset="-122"/>
              </a:rPr>
              <a:t>, AL</a:t>
            </a:r>
            <a:endParaRPr lang="en-US" altLang="zh-CN" sz="2400" dirty="0">
              <a:solidFill>
                <a:schemeClr val="tx1"/>
              </a:solidFill>
              <a:latin typeface="楷体_GB2312" pitchFamily="1" charset="-122"/>
            </a:endParaRPr>
          </a:p>
          <a:p>
            <a:pPr marL="342900" lvl="0" indent="-342900" algn="just">
              <a:spcAft>
                <a:spcPct val="0"/>
              </a:spcAft>
              <a:buSzPct val="75000"/>
              <a:buNone/>
            </a:pPr>
            <a:r>
              <a:rPr lang="en-US" altLang="zh-CN" sz="2400" dirty="0">
                <a:solidFill>
                  <a:schemeClr val="tx1"/>
                </a:solidFill>
                <a:latin typeface="楷体_GB2312" pitchFamily="1" charset="-122"/>
              </a:rPr>
              <a:t>		</a:t>
            </a:r>
            <a:r>
              <a:rPr lang="en-US" altLang="zh-CN" sz="2400" dirty="0">
                <a:solidFill>
                  <a:srgbClr val="0000CC"/>
                </a:solidFill>
                <a:latin typeface="楷体_GB2312" pitchFamily="1" charset="-122"/>
              </a:rPr>
              <a:t>IRET</a:t>
            </a:r>
            <a:endParaRPr lang="en-US" altLang="zh-CN" sz="2400" dirty="0">
              <a:solidFill>
                <a:srgbClr val="0000CC"/>
              </a:solidFill>
              <a:latin typeface="楷体_GB2312" pitchFamily="1" charset="-12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254980"/>
                                        </p:tgtEl>
                                        <p:attrNameLst>
                                          <p:attrName>style.visibility</p:attrName>
                                        </p:attrNameLst>
                                      </p:cBhvr>
                                      <p:to>
                                        <p:strVal val="visible"/>
                                      </p:to>
                                    </p:set>
                                    <p:anim calcmode="lin" valueType="num">
                                      <p:cBhvr additive="base">
                                        <p:cTn id="7" dur="500" fill="hold"/>
                                        <p:tgtEl>
                                          <p:spTgt spid="254980"/>
                                        </p:tgtEl>
                                        <p:attrNameLst>
                                          <p:attrName>ppt_x</p:attrName>
                                        </p:attrNameLst>
                                      </p:cBhvr>
                                      <p:tavLst>
                                        <p:tav tm="0">
                                          <p:val>
                                            <p:strVal val="1+#ppt_w/2"/>
                                          </p:val>
                                        </p:tav>
                                        <p:tav tm="100000">
                                          <p:val>
                                            <p:strVal val="#ppt_x"/>
                                          </p:val>
                                        </p:tav>
                                      </p:tavLst>
                                    </p:anim>
                                    <p:anim calcmode="lin" valueType="num">
                                      <p:cBhvr additive="base">
                                        <p:cTn id="8" dur="500" fill="hold"/>
                                        <p:tgtEl>
                                          <p:spTgt spid="25498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4980" grpId="0" animBg="1"/>
    </p:bldLst>
  </p:timing>
</p:sld>
</file>

<file path=ppt/slides/slide1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202754" name="Rectangle 3"/>
          <p:cNvSpPr>
            <a:spLocks noGrp="1"/>
          </p:cNvSpPr>
          <p:nvPr>
            <p:ph idx="1"/>
          </p:nvPr>
        </p:nvSpPr>
        <p:spPr>
          <a:xfrm>
            <a:off x="250825" y="1196975"/>
            <a:ext cx="8569325" cy="1685925"/>
          </a:xfrm>
        </p:spPr>
        <p:txBody>
          <a:bodyPr vert="horz" wrap="square" lIns="91440" tIns="45720" rIns="91440" bIns="45720" anchor="t" anchorCtr="0"/>
          <a:p>
            <a:pPr>
              <a:buNone/>
            </a:pPr>
            <a:r>
              <a:rPr lang="zh-CN" altLang="en-US" dirty="0">
                <a:solidFill>
                  <a:srgbClr val="FF3300"/>
                </a:solidFill>
              </a:rPr>
              <a:t>（</a:t>
            </a:r>
            <a:r>
              <a:rPr lang="en-US" altLang="zh-CN" dirty="0">
                <a:solidFill>
                  <a:srgbClr val="FF3300"/>
                </a:solidFill>
              </a:rPr>
              <a:t>3</a:t>
            </a:r>
            <a:r>
              <a:rPr lang="zh-CN" altLang="en-US" dirty="0">
                <a:solidFill>
                  <a:srgbClr val="FF3300"/>
                </a:solidFill>
              </a:rPr>
              <a:t>）采用方式</a:t>
            </a:r>
            <a:r>
              <a:rPr lang="en-US" altLang="zh-CN" dirty="0">
                <a:solidFill>
                  <a:srgbClr val="FF3300"/>
                </a:solidFill>
              </a:rPr>
              <a:t>1</a:t>
            </a:r>
            <a:r>
              <a:rPr lang="zh-CN" altLang="en-US" dirty="0">
                <a:solidFill>
                  <a:srgbClr val="FF3300"/>
                </a:solidFill>
              </a:rPr>
              <a:t>（查询）的控制</a:t>
            </a:r>
            <a:r>
              <a:rPr lang="zh-CN" altLang="en-US" dirty="0"/>
              <a:t>：</a:t>
            </a:r>
            <a:endParaRPr lang="zh-CN" altLang="en-US" dirty="0"/>
          </a:p>
          <a:p>
            <a:pPr>
              <a:buNone/>
            </a:pPr>
            <a:r>
              <a:rPr lang="zh-CN" altLang="en-US" sz="2400" dirty="0"/>
              <a:t>	通过查询</a:t>
            </a:r>
            <a:r>
              <a:rPr lang="en-US" altLang="zh-CN" sz="2400" dirty="0"/>
              <a:t>8255</a:t>
            </a:r>
            <a:r>
              <a:rPr lang="zh-CN" altLang="en-US" sz="2400" dirty="0"/>
              <a:t>的</a:t>
            </a:r>
            <a:r>
              <a:rPr lang="en-US" altLang="zh-CN" sz="2400" dirty="0"/>
              <a:t>PC</a:t>
            </a:r>
            <a:r>
              <a:rPr lang="en-US" altLang="zh-CN" sz="2400" baseline="-25000" dirty="0"/>
              <a:t>1</a:t>
            </a:r>
            <a:r>
              <a:rPr lang="zh-CN" altLang="en-US" sz="2400" dirty="0"/>
              <a:t>（</a:t>
            </a:r>
            <a:r>
              <a:rPr lang="en-US" altLang="zh-CN" sz="2400" dirty="0"/>
              <a:t>IBF</a:t>
            </a:r>
            <a:r>
              <a:rPr lang="en-US" altLang="zh-CN" sz="2400" baseline="-25000" dirty="0"/>
              <a:t>B</a:t>
            </a:r>
            <a:r>
              <a:rPr lang="zh-CN" altLang="en-US" sz="2400" dirty="0"/>
              <a:t>）了解触发开关是否按动。每按动一次触发开关，读开关组数据，亮</a:t>
            </a:r>
            <a:r>
              <a:rPr lang="en-US" altLang="zh-CN" sz="2400" dirty="0"/>
              <a:t>/</a:t>
            </a:r>
            <a:r>
              <a:rPr lang="zh-CN" altLang="en-US" sz="2400" dirty="0"/>
              <a:t>灭</a:t>
            </a:r>
            <a:r>
              <a:rPr lang="en-US" altLang="zh-CN" sz="2400" dirty="0"/>
              <a:t>LED</a:t>
            </a:r>
            <a:r>
              <a:rPr lang="zh-CN" altLang="en-US" sz="2400" dirty="0"/>
              <a:t>发光管组。</a:t>
            </a:r>
            <a:endParaRPr lang="zh-CN" altLang="en-US" sz="2400" dirty="0"/>
          </a:p>
        </p:txBody>
      </p:sp>
      <p:sp>
        <p:nvSpPr>
          <p:cNvPr id="202755" name="Rectangle 4"/>
          <p:cNvSpPr/>
          <p:nvPr/>
        </p:nvSpPr>
        <p:spPr>
          <a:xfrm>
            <a:off x="344488" y="2636838"/>
            <a:ext cx="8382000" cy="3844925"/>
          </a:xfrm>
          <a:prstGeom prst="rect">
            <a:avLst/>
          </a:prstGeom>
          <a:solidFill>
            <a:srgbClr val="CCFFFF"/>
          </a:solidFill>
          <a:ln w="9525">
            <a:noFill/>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342900" lvl="0" indent="-342900">
              <a:lnSpc>
                <a:spcPct val="100000"/>
              </a:lnSpc>
              <a:spcBef>
                <a:spcPct val="0"/>
              </a:spcBef>
              <a:spcAft>
                <a:spcPct val="0"/>
              </a:spcAft>
              <a:buClrTx/>
              <a:buSzTx/>
              <a:buFont typeface="Arial" panose="020B0604020202020204" pitchFamily="34" charset="0"/>
              <a:buNone/>
            </a:pPr>
            <a:r>
              <a:rPr lang="en-US" altLang="zh-CN" dirty="0">
                <a:solidFill>
                  <a:schemeClr val="tx1"/>
                </a:solidFill>
                <a:latin typeface="仿宋_GB2312" pitchFamily="1" charset="-122"/>
                <a:ea typeface="仿宋_GB2312" pitchFamily="1" charset="-122"/>
              </a:rPr>
              <a:t>		</a:t>
            </a:r>
            <a:r>
              <a:rPr lang="en-US" altLang="zh-CN" sz="2400" dirty="0">
                <a:solidFill>
                  <a:schemeClr val="tx1"/>
                </a:solidFill>
                <a:latin typeface="楷体_GB2312" pitchFamily="1" charset="-122"/>
              </a:rPr>
              <a:t>MOV AL, 86H	 </a:t>
            </a:r>
            <a:r>
              <a:rPr lang="zh-CN" altLang="en-US" sz="2400" dirty="0">
                <a:solidFill>
                  <a:schemeClr val="tx1"/>
                </a:solidFill>
                <a:latin typeface="楷体_GB2312" pitchFamily="1" charset="-122"/>
              </a:rPr>
              <a:t>；设置</a:t>
            </a:r>
            <a:r>
              <a:rPr lang="en-US" altLang="zh-CN" sz="2400" dirty="0">
                <a:solidFill>
                  <a:schemeClr val="tx1"/>
                </a:solidFill>
                <a:latin typeface="楷体_GB2312" pitchFamily="1" charset="-122"/>
              </a:rPr>
              <a:t>8255</a:t>
            </a:r>
            <a:r>
              <a:rPr lang="zh-CN" altLang="en-US" sz="2400" dirty="0">
                <a:solidFill>
                  <a:schemeClr val="tx1"/>
                </a:solidFill>
                <a:latin typeface="楷体_GB2312" pitchFamily="1" charset="-122"/>
              </a:rPr>
              <a:t>方式字（</a:t>
            </a:r>
            <a:r>
              <a:rPr lang="en-US" altLang="zh-CN" sz="2400" dirty="0">
                <a:solidFill>
                  <a:schemeClr val="tx1"/>
                </a:solidFill>
                <a:latin typeface="楷体_GB2312" pitchFamily="1" charset="-122"/>
              </a:rPr>
              <a:t>86H</a:t>
            </a:r>
            <a:r>
              <a:rPr lang="zh-CN" altLang="en-US" sz="2400" dirty="0">
                <a:solidFill>
                  <a:schemeClr val="tx1"/>
                </a:solidFill>
                <a:latin typeface="楷体_GB2312" pitchFamily="1" charset="-122"/>
              </a:rPr>
              <a:t>）</a:t>
            </a:r>
            <a:endParaRPr lang="zh-CN" altLang="en-US" sz="2400" dirty="0">
              <a:solidFill>
                <a:schemeClr val="tx1"/>
              </a:solidFill>
              <a:latin typeface="楷体_GB2312" pitchFamily="1" charset="-122"/>
            </a:endParaRPr>
          </a:p>
          <a:p>
            <a:pPr marL="342900" lvl="0" indent="-342900">
              <a:lnSpc>
                <a:spcPct val="100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OUT </a:t>
            </a:r>
            <a:r>
              <a:rPr lang="en-US" altLang="zh-CN" sz="2400" dirty="0">
                <a:solidFill>
                  <a:srgbClr val="FF3300"/>
                </a:solidFill>
                <a:latin typeface="楷体_GB2312" pitchFamily="1" charset="-122"/>
              </a:rPr>
              <a:t>63H</a:t>
            </a:r>
            <a:r>
              <a:rPr lang="en-US" altLang="zh-CN" sz="2400" dirty="0">
                <a:solidFill>
                  <a:schemeClr val="tx1"/>
                </a:solidFill>
                <a:latin typeface="楷体_GB2312" pitchFamily="1" charset="-122"/>
              </a:rPr>
              <a:t>, AL</a:t>
            </a:r>
            <a:endParaRPr lang="en-US" altLang="zh-CN" sz="2400" dirty="0">
              <a:solidFill>
                <a:schemeClr val="tx1"/>
              </a:solidFill>
              <a:latin typeface="楷体_GB2312" pitchFamily="1" charset="-122"/>
            </a:endParaRPr>
          </a:p>
          <a:p>
            <a:pPr marL="342900" lvl="0" indent="-342900">
              <a:lnSpc>
                <a:spcPct val="100000"/>
              </a:lnSpc>
              <a:spcBef>
                <a:spcPct val="0"/>
              </a:spcBef>
              <a:spcAft>
                <a:spcPct val="0"/>
              </a:spcAft>
              <a:buClrTx/>
              <a:buSzTx/>
              <a:buFont typeface="Arial" panose="020B0604020202020204" pitchFamily="34" charset="0"/>
              <a:buNone/>
            </a:pPr>
            <a:r>
              <a:rPr lang="en-US" altLang="zh-CN" sz="2400" dirty="0">
                <a:solidFill>
                  <a:schemeClr val="tx1"/>
                </a:solidFill>
                <a:latin typeface="楷体_GB2312" pitchFamily="1" charset="-122"/>
              </a:rPr>
              <a:t>		MOV AL, 04H	 </a:t>
            </a:r>
            <a:r>
              <a:rPr lang="zh-CN" altLang="en-US" sz="2400" dirty="0">
                <a:solidFill>
                  <a:schemeClr val="tx1"/>
                </a:solidFill>
                <a:latin typeface="楷体_GB2312" pitchFamily="1" charset="-122"/>
              </a:rPr>
              <a:t>；设置</a:t>
            </a:r>
            <a:r>
              <a:rPr lang="en-US" altLang="zh-CN" sz="2400" dirty="0">
                <a:solidFill>
                  <a:schemeClr val="tx1"/>
                </a:solidFill>
                <a:latin typeface="楷体_GB2312" pitchFamily="1" charset="-122"/>
              </a:rPr>
              <a:t>PC</a:t>
            </a:r>
            <a:r>
              <a:rPr lang="en-US" altLang="zh-CN" sz="2400" baseline="-25000" dirty="0">
                <a:solidFill>
                  <a:schemeClr val="tx1"/>
                </a:solidFill>
                <a:latin typeface="楷体_GB2312" pitchFamily="1" charset="-122"/>
              </a:rPr>
              <a:t>2</a:t>
            </a:r>
            <a:r>
              <a:rPr lang="en-US" altLang="zh-CN" sz="2400" dirty="0">
                <a:solidFill>
                  <a:schemeClr val="tx1"/>
                </a:solidFill>
                <a:latin typeface="楷体_GB2312" pitchFamily="1" charset="-122"/>
              </a:rPr>
              <a:t>=0</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B</a:t>
            </a:r>
            <a:r>
              <a:rPr lang="zh-CN" altLang="en-US" sz="2400" dirty="0">
                <a:solidFill>
                  <a:schemeClr val="tx1"/>
                </a:solidFill>
                <a:latin typeface="楷体_GB2312" pitchFamily="1" charset="-122"/>
              </a:rPr>
              <a:t>口中断屏蔽</a:t>
            </a:r>
            <a:endParaRPr lang="zh-CN" altLang="en-US" sz="2400" dirty="0">
              <a:solidFill>
                <a:schemeClr val="tx1"/>
              </a:solidFill>
              <a:latin typeface="楷体_GB2312" pitchFamily="1" charset="-122"/>
            </a:endParaRPr>
          </a:p>
          <a:p>
            <a:pPr marL="342900" lvl="0" indent="-342900">
              <a:lnSpc>
                <a:spcPct val="100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OUT </a:t>
            </a:r>
            <a:r>
              <a:rPr lang="en-US" altLang="zh-CN" sz="2400" dirty="0">
                <a:solidFill>
                  <a:srgbClr val="FF3300"/>
                </a:solidFill>
                <a:latin typeface="楷体_GB2312" pitchFamily="1" charset="-122"/>
              </a:rPr>
              <a:t>63H</a:t>
            </a:r>
            <a:r>
              <a:rPr lang="en-US" altLang="zh-CN" sz="2400" dirty="0">
                <a:solidFill>
                  <a:schemeClr val="tx1"/>
                </a:solidFill>
                <a:latin typeface="楷体_GB2312" pitchFamily="1" charset="-122"/>
              </a:rPr>
              <a:t>, AL</a:t>
            </a:r>
            <a:endParaRPr lang="en-US" altLang="zh-CN" sz="2400" dirty="0">
              <a:solidFill>
                <a:schemeClr val="tx1"/>
              </a:solidFill>
              <a:latin typeface="楷体_GB2312" pitchFamily="1" charset="-122"/>
            </a:endParaRPr>
          </a:p>
          <a:p>
            <a:pPr marL="342900" lvl="0" indent="-342900">
              <a:lnSpc>
                <a:spcPct val="100000"/>
              </a:lnSpc>
              <a:spcBef>
                <a:spcPct val="0"/>
              </a:spcBef>
              <a:spcAft>
                <a:spcPct val="0"/>
              </a:spcAft>
              <a:buClrTx/>
              <a:buSzTx/>
              <a:buFont typeface="Arial" panose="020B0604020202020204" pitchFamily="34" charset="0"/>
              <a:buNone/>
            </a:pPr>
            <a:r>
              <a:rPr lang="en-US" altLang="zh-CN" sz="2400" dirty="0">
                <a:solidFill>
                  <a:schemeClr val="tx1"/>
                </a:solidFill>
                <a:latin typeface="楷体_GB2312" pitchFamily="1" charset="-122"/>
              </a:rPr>
              <a:t>  A1</a:t>
            </a:r>
            <a:r>
              <a:rPr lang="zh-CN" altLang="en-GB" sz="2400" dirty="0">
                <a:solidFill>
                  <a:schemeClr val="tx1"/>
                </a:solidFill>
                <a:latin typeface="楷体_GB2312" pitchFamily="1" charset="-122"/>
              </a:rPr>
              <a:t>：</a:t>
            </a:r>
            <a:r>
              <a:rPr lang="en-US" altLang="zh-CN" sz="2400" dirty="0">
                <a:solidFill>
                  <a:schemeClr val="tx1"/>
                </a:solidFill>
                <a:latin typeface="楷体_GB2312" pitchFamily="1" charset="-122"/>
              </a:rPr>
              <a:t>IN  AL</a:t>
            </a:r>
            <a:r>
              <a:rPr lang="zh-CN" altLang="en-GB" sz="2400" dirty="0">
                <a:solidFill>
                  <a:schemeClr val="tx1"/>
                </a:solidFill>
                <a:latin typeface="楷体_GB2312" pitchFamily="1" charset="-122"/>
              </a:rPr>
              <a:t>, </a:t>
            </a:r>
            <a:r>
              <a:rPr lang="en-US" altLang="zh-CN" sz="2400" dirty="0">
                <a:solidFill>
                  <a:srgbClr val="FF3300"/>
                </a:solidFill>
                <a:latin typeface="楷体_GB2312" pitchFamily="1" charset="-122"/>
              </a:rPr>
              <a:t>62H</a:t>
            </a:r>
            <a:endParaRPr lang="en-US" altLang="zh-CN" sz="2400" dirty="0">
              <a:solidFill>
                <a:srgbClr val="FF3300"/>
              </a:solidFill>
              <a:latin typeface="楷体_GB2312" pitchFamily="1" charset="-122"/>
            </a:endParaRPr>
          </a:p>
          <a:p>
            <a:pPr marL="342900" lvl="0" indent="-342900">
              <a:lnSpc>
                <a:spcPct val="100000"/>
              </a:lnSpc>
              <a:spcBef>
                <a:spcPct val="0"/>
              </a:spcBef>
              <a:spcAft>
                <a:spcPct val="0"/>
              </a:spcAft>
              <a:buClrTx/>
              <a:buSzTx/>
              <a:buFont typeface="Arial" panose="020B0604020202020204" pitchFamily="34" charset="0"/>
              <a:buNone/>
            </a:pPr>
            <a:r>
              <a:rPr lang="en-US" altLang="zh-CN" sz="2400" dirty="0">
                <a:solidFill>
                  <a:schemeClr val="tx1"/>
                </a:solidFill>
                <a:latin typeface="楷体_GB2312" pitchFamily="1" charset="-122"/>
              </a:rPr>
              <a:t>		TEST AL, </a:t>
            </a:r>
            <a:r>
              <a:rPr lang="en-US" altLang="zh-CN" sz="2400" dirty="0">
                <a:solidFill>
                  <a:schemeClr val="hlink"/>
                </a:solidFill>
                <a:latin typeface="楷体_GB2312" pitchFamily="1" charset="-122"/>
              </a:rPr>
              <a:t>02H</a:t>
            </a:r>
            <a:r>
              <a:rPr lang="en-US" altLang="zh-CN" sz="2400" dirty="0">
                <a:solidFill>
                  <a:schemeClr val="tx1"/>
                </a:solidFill>
                <a:latin typeface="楷体_GB2312" pitchFamily="1" charset="-122"/>
              </a:rPr>
              <a:t> </a:t>
            </a:r>
            <a:r>
              <a:rPr lang="zh-CN" altLang="en-US" sz="2400" dirty="0">
                <a:solidFill>
                  <a:schemeClr val="tx1"/>
                </a:solidFill>
                <a:latin typeface="楷体_GB2312" pitchFamily="1" charset="-122"/>
              </a:rPr>
              <a:t>；测试</a:t>
            </a:r>
            <a:r>
              <a:rPr lang="en-US" altLang="zh-CN" sz="2400" dirty="0">
                <a:solidFill>
                  <a:schemeClr val="tx1"/>
                </a:solidFill>
                <a:latin typeface="楷体_GB2312" pitchFamily="1" charset="-122"/>
              </a:rPr>
              <a:t>PC</a:t>
            </a:r>
            <a:r>
              <a:rPr lang="en-US" altLang="zh-CN" sz="2400" baseline="-25000" dirty="0">
                <a:solidFill>
                  <a:schemeClr val="tx1"/>
                </a:solidFill>
                <a:latin typeface="楷体_GB2312" pitchFamily="1" charset="-122"/>
              </a:rPr>
              <a:t>1</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IBF</a:t>
            </a:r>
            <a:r>
              <a:rPr lang="en-US" altLang="zh-CN" sz="2400" baseline="-25000" dirty="0">
                <a:solidFill>
                  <a:schemeClr val="tx1"/>
                </a:solidFill>
                <a:latin typeface="楷体_GB2312" pitchFamily="1" charset="-122"/>
              </a:rPr>
              <a:t>B</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 1 </a:t>
            </a:r>
            <a:r>
              <a:rPr lang="zh-CN" altLang="en-US" sz="2400" dirty="0">
                <a:solidFill>
                  <a:schemeClr val="tx1"/>
                </a:solidFill>
                <a:latin typeface="楷体_GB2312" pitchFamily="1" charset="-122"/>
              </a:rPr>
              <a:t>？</a:t>
            </a:r>
            <a:endParaRPr lang="zh-CN" altLang="en-US" sz="2400" dirty="0">
              <a:solidFill>
                <a:schemeClr val="tx1"/>
              </a:solidFill>
              <a:latin typeface="楷体_GB2312" pitchFamily="1" charset="-122"/>
            </a:endParaRPr>
          </a:p>
          <a:p>
            <a:pPr marL="342900" lvl="0" indent="-342900">
              <a:lnSpc>
                <a:spcPct val="100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JZ  A1</a:t>
            </a:r>
            <a:endParaRPr lang="en-US" altLang="zh-CN" sz="2400" dirty="0">
              <a:solidFill>
                <a:schemeClr val="tx1"/>
              </a:solidFill>
              <a:latin typeface="楷体_GB2312" pitchFamily="1" charset="-122"/>
            </a:endParaRPr>
          </a:p>
          <a:p>
            <a:pPr marL="342900" lvl="0" indent="-342900">
              <a:lnSpc>
                <a:spcPct val="100000"/>
              </a:lnSpc>
              <a:spcBef>
                <a:spcPct val="0"/>
              </a:spcBef>
              <a:spcAft>
                <a:spcPct val="0"/>
              </a:spcAft>
              <a:buClrTx/>
              <a:buSzTx/>
              <a:buFont typeface="Arial" panose="020B0604020202020204" pitchFamily="34" charset="0"/>
              <a:buNone/>
            </a:pPr>
            <a:r>
              <a:rPr lang="en-US" altLang="zh-CN" sz="2400" dirty="0">
                <a:solidFill>
                  <a:schemeClr val="tx1"/>
                </a:solidFill>
                <a:latin typeface="楷体_GB2312" pitchFamily="1" charset="-122"/>
              </a:rPr>
              <a:t>		IN  AL,</a:t>
            </a:r>
            <a:r>
              <a:rPr lang="en-US" altLang="zh-CN" sz="2400" dirty="0">
                <a:solidFill>
                  <a:srgbClr val="FF0000"/>
                </a:solidFill>
                <a:latin typeface="楷体_GB2312" pitchFamily="1" charset="-122"/>
              </a:rPr>
              <a:t> 61H	</a:t>
            </a:r>
            <a:r>
              <a:rPr lang="en-US" altLang="zh-CN" sz="2400" dirty="0">
                <a:solidFill>
                  <a:schemeClr val="tx1"/>
                </a:solidFill>
                <a:latin typeface="楷体_GB2312" pitchFamily="1" charset="-122"/>
              </a:rPr>
              <a:t> </a:t>
            </a:r>
            <a:r>
              <a:rPr lang="zh-CN" altLang="en-US" sz="2400" dirty="0">
                <a:solidFill>
                  <a:schemeClr val="tx1"/>
                </a:solidFill>
                <a:latin typeface="楷体_GB2312" pitchFamily="1" charset="-122"/>
              </a:rPr>
              <a:t>；读</a:t>
            </a:r>
            <a:r>
              <a:rPr lang="en-US" altLang="zh-CN" sz="2400" dirty="0">
                <a:solidFill>
                  <a:schemeClr val="tx1"/>
                </a:solidFill>
                <a:latin typeface="楷体_GB2312" pitchFamily="1" charset="-122"/>
              </a:rPr>
              <a:t>B</a:t>
            </a:r>
            <a:r>
              <a:rPr lang="zh-CN" altLang="en-US" sz="2400" dirty="0">
                <a:solidFill>
                  <a:schemeClr val="tx1"/>
                </a:solidFill>
                <a:latin typeface="楷体_GB2312" pitchFamily="1" charset="-122"/>
              </a:rPr>
              <a:t>口开关值，并清除</a:t>
            </a:r>
            <a:r>
              <a:rPr lang="en-US" altLang="zh-CN" sz="2400" dirty="0">
                <a:solidFill>
                  <a:schemeClr val="tx1"/>
                </a:solidFill>
                <a:latin typeface="楷体_GB2312" pitchFamily="1" charset="-122"/>
              </a:rPr>
              <a:t>IBF</a:t>
            </a:r>
            <a:r>
              <a:rPr lang="en-US" altLang="zh-CN" sz="2400" baseline="-25000" dirty="0">
                <a:solidFill>
                  <a:schemeClr val="tx1"/>
                </a:solidFill>
                <a:latin typeface="楷体_GB2312" pitchFamily="1" charset="-122"/>
              </a:rPr>
              <a:t>B</a:t>
            </a:r>
            <a:endParaRPr lang="en-US" altLang="zh-CN" sz="2400" dirty="0">
              <a:solidFill>
                <a:schemeClr val="tx1"/>
              </a:solidFill>
              <a:latin typeface="楷体_GB2312" pitchFamily="1" charset="-122"/>
            </a:endParaRPr>
          </a:p>
          <a:p>
            <a:pPr marL="342900" lvl="0" indent="-342900">
              <a:lnSpc>
                <a:spcPct val="100000"/>
              </a:lnSpc>
              <a:spcBef>
                <a:spcPct val="0"/>
              </a:spcBef>
              <a:spcAft>
                <a:spcPct val="0"/>
              </a:spcAft>
              <a:buClrTx/>
              <a:buSzTx/>
              <a:buFont typeface="Arial" panose="020B0604020202020204" pitchFamily="34" charset="0"/>
              <a:buNone/>
            </a:pPr>
            <a:r>
              <a:rPr lang="en-US" altLang="zh-CN" sz="2400" dirty="0">
                <a:solidFill>
                  <a:schemeClr val="tx1"/>
                </a:solidFill>
                <a:latin typeface="楷体_GB2312" pitchFamily="1" charset="-122"/>
              </a:rPr>
              <a:t>		OUT </a:t>
            </a:r>
            <a:r>
              <a:rPr lang="en-US" altLang="zh-CN" sz="2400" dirty="0">
                <a:solidFill>
                  <a:srgbClr val="FF3300"/>
                </a:solidFill>
                <a:latin typeface="楷体_GB2312" pitchFamily="1" charset="-122"/>
              </a:rPr>
              <a:t>60H</a:t>
            </a:r>
            <a:r>
              <a:rPr lang="zh-CN" altLang="en-GB" sz="2400" dirty="0">
                <a:solidFill>
                  <a:schemeClr val="tx1"/>
                </a:solidFill>
                <a:latin typeface="楷体_GB2312" pitchFamily="1" charset="-122"/>
              </a:rPr>
              <a:t>, </a:t>
            </a:r>
            <a:r>
              <a:rPr lang="en-US" altLang="zh-CN" sz="2400" dirty="0">
                <a:solidFill>
                  <a:schemeClr val="tx1"/>
                </a:solidFill>
                <a:latin typeface="楷体_GB2312" pitchFamily="1" charset="-122"/>
              </a:rPr>
              <a:t>AL	 </a:t>
            </a:r>
            <a:r>
              <a:rPr lang="zh-CN" altLang="en-GB" sz="2400" dirty="0">
                <a:solidFill>
                  <a:schemeClr val="tx1"/>
                </a:solidFill>
                <a:latin typeface="楷体_GB2312" pitchFamily="1" charset="-122"/>
              </a:rPr>
              <a:t>；亮</a:t>
            </a:r>
            <a:r>
              <a:rPr lang="en-US" altLang="zh-CN" sz="2400" dirty="0">
                <a:solidFill>
                  <a:schemeClr val="tx1"/>
                </a:solidFill>
                <a:latin typeface="楷体_GB2312" pitchFamily="1" charset="-122"/>
              </a:rPr>
              <a:t>/</a:t>
            </a:r>
            <a:r>
              <a:rPr lang="zh-CN" altLang="en-US" sz="2400" dirty="0">
                <a:solidFill>
                  <a:schemeClr val="tx1"/>
                </a:solidFill>
                <a:latin typeface="楷体_GB2312" pitchFamily="1" charset="-122"/>
              </a:rPr>
              <a:t>灭对应的发光二极管</a:t>
            </a:r>
            <a:endParaRPr lang="zh-CN" altLang="en-US" sz="2400" dirty="0">
              <a:solidFill>
                <a:schemeClr val="tx1"/>
              </a:solidFill>
              <a:latin typeface="楷体_GB2312" pitchFamily="1" charset="-122"/>
            </a:endParaRPr>
          </a:p>
          <a:p>
            <a:pPr marL="342900" lvl="0" indent="-342900">
              <a:lnSpc>
                <a:spcPct val="100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JMP  A1	 </a:t>
            </a:r>
            <a:r>
              <a:rPr lang="zh-CN" altLang="en-US" sz="2400" dirty="0">
                <a:solidFill>
                  <a:schemeClr val="tx1"/>
                </a:solidFill>
                <a:latin typeface="楷体_GB2312" pitchFamily="1" charset="-122"/>
              </a:rPr>
              <a:t>；循环</a:t>
            </a:r>
            <a:endParaRPr lang="zh-CN" altLang="en-US" sz="2400" dirty="0">
              <a:solidFill>
                <a:schemeClr val="tx1"/>
              </a:solidFill>
              <a:latin typeface="楷体_GB2312" pitchFamily="1" charset="-122"/>
            </a:endParaRPr>
          </a:p>
        </p:txBody>
      </p:sp>
    </p:spTree>
  </p:cSld>
  <p:clrMapOvr>
    <a:masterClrMapping/>
  </p:clrMapOvr>
  <p:transition/>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03778" name="标题 1"/>
          <p:cNvSpPr>
            <a:spLocks noGrp="1"/>
          </p:cNvSpPr>
          <p:nvPr>
            <p:ph type="title" idx="4294967295"/>
          </p:nvPr>
        </p:nvSpPr>
        <p:spPr/>
        <p:txBody>
          <a:bodyPr vert="horz" wrap="square" lIns="91440" tIns="45720" rIns="91440" bIns="45720" anchor="b" anchorCtr="0"/>
          <a:p>
            <a:r>
              <a:rPr lang="zh-CN" altLang="en-US" dirty="0"/>
              <a:t>例</a:t>
            </a:r>
            <a:r>
              <a:rPr lang="en-US" altLang="zh-CN" dirty="0"/>
              <a:t>2</a:t>
            </a:r>
            <a:r>
              <a:rPr lang="zh-CN" altLang="en-US" dirty="0"/>
              <a:t>：</a:t>
            </a:r>
            <a:endParaRPr lang="zh-CN" altLang="en-US" dirty="0"/>
          </a:p>
        </p:txBody>
      </p:sp>
      <p:sp>
        <p:nvSpPr>
          <p:cNvPr id="149507" name="内容占位符 2"/>
          <p:cNvSpPr>
            <a:spLocks noGrp="1"/>
          </p:cNvSpPr>
          <p:nvPr>
            <p:ph idx="4294967295"/>
          </p:nvPr>
        </p:nvSpPr>
        <p:spPr>
          <a:xfrm>
            <a:off x="583565" y="1844675"/>
            <a:ext cx="8236585" cy="4683125"/>
          </a:xfrm>
          <a:ln>
            <a:miter/>
          </a:ln>
        </p:spPr>
        <p:txBody>
          <a:bodyPr vert="horz" wrap="square" lIns="91440" tIns="45720" rIns="91440" bIns="45720" numCol="1" anchor="t" anchorCtr="0" compatLnSpc="1"/>
          <a:lstStyle/>
          <a:p>
            <a:pPr marL="342900" marR="0" lvl="0" indent="-342900" algn="l" defTabSz="914400" rtl="0" eaLnBrk="0" fontAlgn="base" latinLnBrk="0" hangingPunct="0">
              <a:lnSpc>
                <a:spcPct val="150000"/>
              </a:lnSpc>
              <a:spcBef>
                <a:spcPct val="20000"/>
              </a:spcBef>
              <a:spcAft>
                <a:spcPct val="5000"/>
              </a:spcAft>
              <a:buClr>
                <a:schemeClr val="folHlink"/>
              </a:buClr>
              <a:buSzPct val="60000"/>
              <a:buFont typeface="Wingdings" panose="05000000000000000000" pitchFamily="2" charset="2"/>
              <a:buChar char="n"/>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在工业控制过程中，经常需要检测某些开关的状态。例如，在某一系统中，有</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个开关</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K7</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K0</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，要求不断地检测它们的通断状态，并随时在发光二极管上显示。通过</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8255A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的端口</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读入开关状态信息，使端口</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B</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、端口</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C</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连接的发光二极管的状态与端口</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开关状态相呼应，并重复执行。假设</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8255A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在系统中端口</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B</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C</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及控制口的地址分别为</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100H</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101H</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102H</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103H</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，试设计出硬件电路图，并编写初始化程序</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203780" name="灯片编号占位符 3"/>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Tree>
  </p:cSld>
  <p:clrMapOvr>
    <a:masterClrMapping/>
  </p:clrMapOvr>
  <p:transition spd="slow">
    <p:zoom/>
  </p:transition>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204802" name="Picture 3" descr="8-11"/>
          <p:cNvPicPr>
            <a:picLocks noChangeAspect="1"/>
          </p:cNvPicPr>
          <p:nvPr/>
        </p:nvPicPr>
        <p:blipFill>
          <a:blip r:embed="rId1">
            <a:clrChange>
              <a:clrFrom>
                <a:srgbClr val="FFFFFF"/>
              </a:clrFrom>
              <a:clrTo>
                <a:srgbClr val="FFFFFF">
                  <a:alpha val="0"/>
                </a:srgbClr>
              </a:clrTo>
            </a:clrChange>
          </a:blip>
          <a:srcRect l="19846" t="255" b="10045"/>
          <a:stretch>
            <a:fillRect/>
          </a:stretch>
        </p:blipFill>
        <p:spPr>
          <a:xfrm>
            <a:off x="1428750" y="1216025"/>
            <a:ext cx="7450138" cy="5305425"/>
          </a:xfrm>
          <a:prstGeom prst="rect">
            <a:avLst/>
          </a:prstGeom>
          <a:noFill/>
          <a:ln w="9525">
            <a:noFill/>
          </a:ln>
        </p:spPr>
      </p:pic>
      <p:sp>
        <p:nvSpPr>
          <p:cNvPr id="204803" name="Text Box 5"/>
          <p:cNvSpPr txBox="1"/>
          <p:nvPr/>
        </p:nvSpPr>
        <p:spPr>
          <a:xfrm>
            <a:off x="1331913" y="666750"/>
            <a:ext cx="6635750" cy="519113"/>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None/>
            </a:pPr>
            <a:r>
              <a:rPr lang="zh-CN" altLang="en-US" dirty="0">
                <a:solidFill>
                  <a:schemeClr val="tx1"/>
                </a:solidFill>
                <a:latin typeface="宋体" panose="02010600030101010101" pitchFamily="2" charset="-122"/>
              </a:rPr>
              <a:t>解：</a:t>
            </a:r>
            <a:r>
              <a:rPr lang="en-US" altLang="zh-CN" dirty="0">
                <a:solidFill>
                  <a:schemeClr val="tx1"/>
                </a:solidFill>
                <a:latin typeface="Arial" panose="020B0604020202020204" pitchFamily="34" charset="0"/>
              </a:rPr>
              <a:t>(1) </a:t>
            </a:r>
            <a:r>
              <a:rPr lang="zh-CN" altLang="en-US" dirty="0">
                <a:solidFill>
                  <a:schemeClr val="tx1"/>
                </a:solidFill>
                <a:latin typeface="宋体" panose="02010600030101010101" pitchFamily="2" charset="-122"/>
              </a:rPr>
              <a:t>硬件电路</a:t>
            </a:r>
            <a:endParaRPr lang="zh-CN" altLang="en-US" dirty="0">
              <a:solidFill>
                <a:schemeClr val="tx1"/>
              </a:solidFill>
              <a:latin typeface="Arial" panose="020B0604020202020204" pitchFamily="34" charset="0"/>
            </a:endParaRPr>
          </a:p>
        </p:txBody>
      </p:sp>
      <p:sp>
        <p:nvSpPr>
          <p:cNvPr id="204804" name="Text Box 6"/>
          <p:cNvSpPr txBox="1"/>
          <p:nvPr/>
        </p:nvSpPr>
        <p:spPr>
          <a:xfrm>
            <a:off x="254000" y="1939925"/>
            <a:ext cx="1223963" cy="396875"/>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b="0" dirty="0">
                <a:solidFill>
                  <a:schemeClr val="tx1"/>
                </a:solidFill>
                <a:latin typeface="Times New Roman" panose="02020603050405020304" pitchFamily="18" charset="0"/>
              </a:rPr>
              <a:t>AD</a:t>
            </a:r>
            <a:r>
              <a:rPr lang="en-US" altLang="zh-CN" sz="2000" b="0" baseline="-25000" dirty="0">
                <a:solidFill>
                  <a:schemeClr val="tx1"/>
                </a:solidFill>
                <a:latin typeface="Times New Roman" panose="02020603050405020304" pitchFamily="18" charset="0"/>
              </a:rPr>
              <a:t>7</a:t>
            </a:r>
            <a:r>
              <a:rPr lang="en-US" altLang="zh-CN" sz="2000" b="0" dirty="0">
                <a:solidFill>
                  <a:schemeClr val="tx1"/>
                </a:solidFill>
                <a:latin typeface="Times New Roman" panose="02020603050405020304" pitchFamily="18" charset="0"/>
              </a:rPr>
              <a:t>~AD</a:t>
            </a:r>
            <a:r>
              <a:rPr lang="en-US" altLang="zh-CN" sz="2000" b="0" baseline="-25000" dirty="0">
                <a:solidFill>
                  <a:schemeClr val="tx1"/>
                </a:solidFill>
                <a:latin typeface="Times New Roman" panose="02020603050405020304" pitchFamily="18" charset="0"/>
              </a:rPr>
              <a:t>0</a:t>
            </a:r>
            <a:endParaRPr lang="en-US" altLang="zh-CN" sz="2000" b="0" baseline="-25000" dirty="0">
              <a:solidFill>
                <a:schemeClr val="tx1"/>
              </a:solidFill>
              <a:latin typeface="Times New Roman" panose="02020603050405020304" pitchFamily="18" charset="0"/>
            </a:endParaRPr>
          </a:p>
        </p:txBody>
      </p:sp>
      <p:sp>
        <p:nvSpPr>
          <p:cNvPr id="204805" name="Line 7"/>
          <p:cNvSpPr/>
          <p:nvPr/>
        </p:nvSpPr>
        <p:spPr>
          <a:xfrm>
            <a:off x="952500" y="2292350"/>
            <a:ext cx="0" cy="927100"/>
          </a:xfrm>
          <a:prstGeom prst="line">
            <a:avLst/>
          </a:prstGeom>
          <a:ln w="19050" cap="flat" cmpd="sng">
            <a:solidFill>
              <a:schemeClr val="tx1"/>
            </a:solidFill>
            <a:prstDash val="solid"/>
            <a:miter/>
            <a:headEnd type="none" w="med" len="med"/>
            <a:tailEnd type="none" w="med" len="med"/>
          </a:ln>
        </p:spPr>
      </p:sp>
      <p:sp>
        <p:nvSpPr>
          <p:cNvPr id="204806" name="Line 8"/>
          <p:cNvSpPr/>
          <p:nvPr/>
        </p:nvSpPr>
        <p:spPr>
          <a:xfrm flipH="1">
            <a:off x="952500" y="2681288"/>
            <a:ext cx="550863" cy="0"/>
          </a:xfrm>
          <a:prstGeom prst="line">
            <a:avLst/>
          </a:prstGeom>
          <a:ln w="19050" cap="flat" cmpd="sng">
            <a:solidFill>
              <a:schemeClr val="tx1"/>
            </a:solidFill>
            <a:prstDash val="solid"/>
            <a:miter/>
            <a:headEnd type="none" w="med" len="med"/>
            <a:tailEnd type="none" w="med" len="med"/>
          </a:ln>
        </p:spPr>
      </p:sp>
      <p:sp>
        <p:nvSpPr>
          <p:cNvPr id="204807" name="Line 9"/>
          <p:cNvSpPr/>
          <p:nvPr/>
        </p:nvSpPr>
        <p:spPr>
          <a:xfrm flipH="1">
            <a:off x="939800" y="3232150"/>
            <a:ext cx="576263" cy="0"/>
          </a:xfrm>
          <a:prstGeom prst="line">
            <a:avLst/>
          </a:prstGeom>
          <a:ln w="19050" cap="flat" cmpd="sng">
            <a:solidFill>
              <a:schemeClr val="tx1"/>
            </a:solidFill>
            <a:prstDash val="solid"/>
            <a:miter/>
            <a:headEnd type="none" w="med" len="med"/>
            <a:tailEnd type="none" w="med" len="med"/>
          </a:ln>
        </p:spPr>
      </p:sp>
      <p:sp>
        <p:nvSpPr>
          <p:cNvPr id="204808" name="Text Box 10"/>
          <p:cNvSpPr txBox="1"/>
          <p:nvPr/>
        </p:nvSpPr>
        <p:spPr>
          <a:xfrm>
            <a:off x="998538" y="3584575"/>
            <a:ext cx="538162" cy="396875"/>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b="0" dirty="0">
                <a:solidFill>
                  <a:schemeClr val="tx1"/>
                </a:solidFill>
                <a:latin typeface="Times New Roman" panose="02020603050405020304" pitchFamily="18" charset="0"/>
              </a:rPr>
              <a:t>RD</a:t>
            </a:r>
            <a:endParaRPr lang="en-US" altLang="zh-CN" sz="2000" b="0" baseline="-25000" dirty="0">
              <a:solidFill>
                <a:schemeClr val="tx1"/>
              </a:solidFill>
              <a:latin typeface="Times New Roman" panose="02020603050405020304" pitchFamily="18" charset="0"/>
            </a:endParaRPr>
          </a:p>
        </p:txBody>
      </p:sp>
      <p:sp>
        <p:nvSpPr>
          <p:cNvPr id="204809" name="Line 11"/>
          <p:cNvSpPr/>
          <p:nvPr/>
        </p:nvSpPr>
        <p:spPr>
          <a:xfrm>
            <a:off x="1101725" y="3606800"/>
            <a:ext cx="301625" cy="0"/>
          </a:xfrm>
          <a:prstGeom prst="line">
            <a:avLst/>
          </a:prstGeom>
          <a:ln w="19050" cap="flat" cmpd="sng">
            <a:solidFill>
              <a:schemeClr val="tx1"/>
            </a:solidFill>
            <a:prstDash val="solid"/>
            <a:miter/>
            <a:headEnd type="none" w="med" len="med"/>
            <a:tailEnd type="none" w="med" len="med"/>
          </a:ln>
        </p:spPr>
      </p:sp>
      <p:sp>
        <p:nvSpPr>
          <p:cNvPr id="204810" name="Text Box 12"/>
          <p:cNvSpPr txBox="1"/>
          <p:nvPr/>
        </p:nvSpPr>
        <p:spPr>
          <a:xfrm>
            <a:off x="998538" y="4105275"/>
            <a:ext cx="593725" cy="396875"/>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b="0" dirty="0">
                <a:solidFill>
                  <a:schemeClr val="tx1"/>
                </a:solidFill>
                <a:latin typeface="Times New Roman" panose="02020603050405020304" pitchFamily="18" charset="0"/>
              </a:rPr>
              <a:t>WR</a:t>
            </a:r>
            <a:endParaRPr lang="en-US" altLang="zh-CN" sz="2000" b="0" baseline="-25000" dirty="0">
              <a:solidFill>
                <a:schemeClr val="tx1"/>
              </a:solidFill>
              <a:latin typeface="Times New Roman" panose="02020603050405020304" pitchFamily="18" charset="0"/>
            </a:endParaRPr>
          </a:p>
        </p:txBody>
      </p:sp>
      <p:sp>
        <p:nvSpPr>
          <p:cNvPr id="204811" name="Line 13"/>
          <p:cNvSpPr/>
          <p:nvPr/>
        </p:nvSpPr>
        <p:spPr>
          <a:xfrm>
            <a:off x="1114425" y="4127500"/>
            <a:ext cx="301625" cy="0"/>
          </a:xfrm>
          <a:prstGeom prst="line">
            <a:avLst/>
          </a:prstGeom>
          <a:ln w="19050" cap="flat" cmpd="sng">
            <a:solidFill>
              <a:schemeClr val="tx1"/>
            </a:solidFill>
            <a:prstDash val="solid"/>
            <a:miter/>
            <a:headEnd type="none" w="med" len="med"/>
            <a:tailEnd type="none" w="med" len="med"/>
          </a:ln>
        </p:spPr>
      </p:sp>
      <p:sp>
        <p:nvSpPr>
          <p:cNvPr id="204812" name="Text Box 14"/>
          <p:cNvSpPr txBox="1"/>
          <p:nvPr/>
        </p:nvSpPr>
        <p:spPr>
          <a:xfrm>
            <a:off x="134938" y="4614863"/>
            <a:ext cx="1452562" cy="396875"/>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b="0" dirty="0">
                <a:solidFill>
                  <a:schemeClr val="tx1"/>
                </a:solidFill>
                <a:latin typeface="Times New Roman" panose="02020603050405020304" pitchFamily="18" charset="0"/>
              </a:rPr>
              <a:t>100H~103H</a:t>
            </a:r>
            <a:endParaRPr lang="en-US" altLang="zh-CN" sz="2000" b="0" baseline="-25000" dirty="0">
              <a:solidFill>
                <a:schemeClr val="tx1"/>
              </a:solidFill>
              <a:latin typeface="Times New Roman" panose="02020603050405020304" pitchFamily="18" charset="0"/>
            </a:endParaRPr>
          </a:p>
        </p:txBody>
      </p:sp>
      <p:sp>
        <p:nvSpPr>
          <p:cNvPr id="204813" name="Text Box 16"/>
          <p:cNvSpPr txBox="1"/>
          <p:nvPr/>
        </p:nvSpPr>
        <p:spPr>
          <a:xfrm>
            <a:off x="604838" y="5135563"/>
            <a:ext cx="962025" cy="396875"/>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b="0" dirty="0">
                <a:solidFill>
                  <a:schemeClr val="tx1"/>
                </a:solidFill>
                <a:latin typeface="Times New Roman" panose="02020603050405020304" pitchFamily="18" charset="0"/>
              </a:rPr>
              <a:t>RESET</a:t>
            </a:r>
            <a:endParaRPr lang="en-US" altLang="zh-CN" sz="2000" b="0" dirty="0">
              <a:solidFill>
                <a:schemeClr val="tx1"/>
              </a:solidFill>
              <a:latin typeface="Times New Roman" panose="02020603050405020304" pitchFamily="18" charset="0"/>
            </a:endParaRPr>
          </a:p>
        </p:txBody>
      </p:sp>
    </p:spTree>
  </p:cSld>
  <p:clrMapOvr>
    <a:masterClrMapping/>
  </p:clrMapOvr>
  <p:transition spd="slow">
    <p:zoom/>
  </p:transition>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05826" name="Text Box 2"/>
          <p:cNvSpPr txBox="1"/>
          <p:nvPr/>
        </p:nvSpPr>
        <p:spPr>
          <a:xfrm>
            <a:off x="954088" y="1325563"/>
            <a:ext cx="7721600" cy="5399087"/>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just">
              <a:lnSpc>
                <a:spcPct val="130000"/>
              </a:lnSpc>
              <a:spcBef>
                <a:spcPct val="50000"/>
              </a:spcBef>
              <a:spcAft>
                <a:spcPct val="0"/>
              </a:spcAft>
              <a:buClrTx/>
              <a:buSzTx/>
              <a:buNone/>
            </a:pPr>
            <a:r>
              <a:rPr lang="en-US" altLang="zh-CN" sz="1800" dirty="0">
                <a:solidFill>
                  <a:schemeClr val="tx1"/>
                </a:solidFill>
                <a:latin typeface="Arial" panose="020B0604020202020204" pitchFamily="34" charset="0"/>
                <a:ea typeface="Arial Unicode MS" pitchFamily="34" charset="-122"/>
              </a:rPr>
              <a:t>      	MOV   DX</a:t>
            </a:r>
            <a:r>
              <a:rPr lang="zh-CN" altLang="en-US" sz="1800" dirty="0">
                <a:solidFill>
                  <a:schemeClr val="tx1"/>
                </a:solidFill>
                <a:latin typeface="Arial" panose="020B0604020202020204" pitchFamily="34" charset="0"/>
              </a:rPr>
              <a:t>，</a:t>
            </a:r>
            <a:r>
              <a:rPr lang="en-US" altLang="zh-CN" sz="1800" dirty="0">
                <a:solidFill>
                  <a:schemeClr val="tx1"/>
                </a:solidFill>
                <a:latin typeface="Arial" panose="020B0604020202020204" pitchFamily="34" charset="0"/>
                <a:ea typeface="Arial Unicode MS" pitchFamily="34" charset="-122"/>
              </a:rPr>
              <a:t>103H	              </a:t>
            </a:r>
            <a:r>
              <a:rPr lang="zh-CN" altLang="en-US" sz="1800" dirty="0">
                <a:solidFill>
                  <a:schemeClr val="tx1"/>
                </a:solidFill>
                <a:latin typeface="Arial" panose="020B0604020202020204" pitchFamily="34" charset="0"/>
              </a:rPr>
              <a:t>；控制端口地址送给</a:t>
            </a:r>
            <a:r>
              <a:rPr lang="en-US" altLang="zh-CN" sz="1800" dirty="0">
                <a:solidFill>
                  <a:schemeClr val="tx1"/>
                </a:solidFill>
                <a:latin typeface="Arial" panose="020B0604020202020204" pitchFamily="34" charset="0"/>
                <a:ea typeface="Arial Unicode MS" pitchFamily="34" charset="-122"/>
              </a:rPr>
              <a:t>DX</a:t>
            </a:r>
            <a:endParaRPr lang="en-US" altLang="zh-CN" sz="1800" dirty="0">
              <a:solidFill>
                <a:schemeClr val="tx1"/>
              </a:solidFill>
              <a:latin typeface="Arial" panose="020B0604020202020204" pitchFamily="34" charset="0"/>
              <a:ea typeface="Arial Unicode MS" pitchFamily="34" charset="-122"/>
            </a:endParaRPr>
          </a:p>
          <a:p>
            <a:pPr marL="0" lvl="0" indent="0" algn="just">
              <a:lnSpc>
                <a:spcPct val="130000"/>
              </a:lnSpc>
              <a:spcBef>
                <a:spcPct val="50000"/>
              </a:spcBef>
              <a:spcAft>
                <a:spcPct val="0"/>
              </a:spcAft>
              <a:buClrTx/>
              <a:buSzTx/>
              <a:buNone/>
            </a:pPr>
            <a:r>
              <a:rPr lang="en-US" altLang="zh-CN" sz="1800" dirty="0">
                <a:solidFill>
                  <a:schemeClr val="tx1"/>
                </a:solidFill>
                <a:latin typeface="Arial" panose="020B0604020202020204" pitchFamily="34" charset="0"/>
                <a:ea typeface="Arial Unicode MS" pitchFamily="34" charset="-122"/>
              </a:rPr>
              <a:t>     	MOV   AL</a:t>
            </a:r>
            <a:r>
              <a:rPr lang="zh-CN" altLang="en-US" sz="1800" dirty="0">
                <a:solidFill>
                  <a:schemeClr val="tx1"/>
                </a:solidFill>
                <a:latin typeface="Arial" panose="020B0604020202020204" pitchFamily="34" charset="0"/>
              </a:rPr>
              <a:t>，</a:t>
            </a:r>
            <a:r>
              <a:rPr lang="zh-CN" altLang="en-US" sz="1800" dirty="0">
                <a:solidFill>
                  <a:schemeClr val="tx1"/>
                </a:solidFill>
                <a:latin typeface="Arial" panose="020B0604020202020204" pitchFamily="34" charset="0"/>
                <a:ea typeface="Arial Unicode MS" pitchFamily="34" charset="-122"/>
              </a:rPr>
              <a:t> </a:t>
            </a:r>
            <a:r>
              <a:rPr lang="en-US" altLang="zh-CN" sz="1800" dirty="0">
                <a:solidFill>
                  <a:schemeClr val="tx1"/>
                </a:solidFill>
                <a:latin typeface="Arial" panose="020B0604020202020204" pitchFamily="34" charset="0"/>
                <a:ea typeface="Arial Unicode MS" pitchFamily="34" charset="-122"/>
              </a:rPr>
              <a:t>10010000B	</a:t>
            </a:r>
            <a:r>
              <a:rPr lang="zh-CN" altLang="en-US" sz="1800" dirty="0">
                <a:solidFill>
                  <a:schemeClr val="tx1"/>
                </a:solidFill>
                <a:latin typeface="Arial" panose="020B0604020202020204" pitchFamily="34" charset="0"/>
              </a:rPr>
              <a:t>；控制字</a:t>
            </a:r>
            <a:endParaRPr lang="zh-CN" altLang="en-US" sz="1800" dirty="0">
              <a:solidFill>
                <a:schemeClr val="tx1"/>
              </a:solidFill>
              <a:latin typeface="Arial" panose="020B0604020202020204" pitchFamily="34" charset="0"/>
              <a:ea typeface="Arial Unicode MS" pitchFamily="34" charset="-122"/>
            </a:endParaRPr>
          </a:p>
          <a:p>
            <a:pPr marL="0" lvl="0" indent="0" algn="just">
              <a:lnSpc>
                <a:spcPct val="130000"/>
              </a:lnSpc>
              <a:spcBef>
                <a:spcPct val="50000"/>
              </a:spcBef>
              <a:spcAft>
                <a:spcPct val="0"/>
              </a:spcAft>
              <a:buClrTx/>
              <a:buSzTx/>
              <a:buNone/>
            </a:pPr>
            <a:r>
              <a:rPr lang="zh-CN" altLang="en-US" sz="1800" dirty="0">
                <a:solidFill>
                  <a:schemeClr val="tx1"/>
                </a:solidFill>
                <a:latin typeface="Arial" panose="020B0604020202020204" pitchFamily="34" charset="0"/>
                <a:ea typeface="Arial Unicode MS" pitchFamily="34" charset="-122"/>
              </a:rPr>
              <a:t>     	</a:t>
            </a:r>
            <a:r>
              <a:rPr lang="en-US" altLang="zh-CN" sz="1800" dirty="0">
                <a:solidFill>
                  <a:schemeClr val="tx1"/>
                </a:solidFill>
                <a:latin typeface="Arial" panose="020B0604020202020204" pitchFamily="34" charset="0"/>
                <a:ea typeface="Arial Unicode MS" pitchFamily="34" charset="-122"/>
              </a:rPr>
              <a:t>OUT    DX</a:t>
            </a:r>
            <a:r>
              <a:rPr lang="zh-CN" altLang="en-US" sz="1800" dirty="0">
                <a:solidFill>
                  <a:schemeClr val="tx1"/>
                </a:solidFill>
                <a:latin typeface="Arial" panose="020B0604020202020204" pitchFamily="34" charset="0"/>
              </a:rPr>
              <a:t>，</a:t>
            </a:r>
            <a:r>
              <a:rPr lang="en-US" altLang="zh-CN" sz="1800" dirty="0">
                <a:solidFill>
                  <a:schemeClr val="tx1"/>
                </a:solidFill>
                <a:latin typeface="Arial" panose="020B0604020202020204" pitchFamily="34" charset="0"/>
                <a:ea typeface="Arial Unicode MS" pitchFamily="34" charset="-122"/>
              </a:rPr>
              <a:t>AL	              </a:t>
            </a:r>
            <a:r>
              <a:rPr lang="zh-CN" altLang="en-US" sz="1800" dirty="0">
                <a:solidFill>
                  <a:schemeClr val="tx1"/>
                </a:solidFill>
                <a:latin typeface="Arial" panose="020B0604020202020204" pitchFamily="34" charset="0"/>
              </a:rPr>
              <a:t>；写入控制字</a:t>
            </a:r>
            <a:endParaRPr lang="zh-CN" altLang="en-US" sz="1800" dirty="0">
              <a:solidFill>
                <a:schemeClr val="tx1"/>
              </a:solidFill>
              <a:latin typeface="Arial" panose="020B0604020202020204" pitchFamily="34" charset="0"/>
              <a:ea typeface="Arial Unicode MS" pitchFamily="34" charset="-122"/>
            </a:endParaRPr>
          </a:p>
          <a:p>
            <a:pPr marL="0" lvl="0" indent="0" algn="just">
              <a:lnSpc>
                <a:spcPct val="130000"/>
              </a:lnSpc>
              <a:spcBef>
                <a:spcPct val="50000"/>
              </a:spcBef>
              <a:spcAft>
                <a:spcPct val="0"/>
              </a:spcAft>
              <a:buClrTx/>
              <a:buSzTx/>
              <a:buNone/>
            </a:pPr>
            <a:r>
              <a:rPr lang="en-US" altLang="zh-CN" sz="1800" dirty="0">
                <a:solidFill>
                  <a:schemeClr val="tx1"/>
                </a:solidFill>
                <a:latin typeface="Arial" panose="020B0604020202020204" pitchFamily="34" charset="0"/>
                <a:ea typeface="Arial Unicode MS" pitchFamily="34" charset="-122"/>
              </a:rPr>
              <a:t>L1</a:t>
            </a:r>
            <a:r>
              <a:rPr lang="zh-CN" altLang="en-US" sz="1800" dirty="0">
                <a:solidFill>
                  <a:schemeClr val="tx1"/>
                </a:solidFill>
                <a:latin typeface="Arial" panose="020B0604020202020204" pitchFamily="34" charset="0"/>
              </a:rPr>
              <a:t>：	</a:t>
            </a:r>
            <a:r>
              <a:rPr lang="en-US" altLang="zh-CN" sz="1800" dirty="0">
                <a:solidFill>
                  <a:schemeClr val="tx1"/>
                </a:solidFill>
                <a:latin typeface="Arial" panose="020B0604020202020204" pitchFamily="34" charset="0"/>
                <a:ea typeface="Arial Unicode MS" pitchFamily="34" charset="-122"/>
              </a:rPr>
              <a:t>MOV   DX</a:t>
            </a:r>
            <a:r>
              <a:rPr lang="zh-CN" altLang="en-US" sz="1800" dirty="0">
                <a:solidFill>
                  <a:schemeClr val="tx1"/>
                </a:solidFill>
                <a:latin typeface="Arial" panose="020B0604020202020204" pitchFamily="34" charset="0"/>
              </a:rPr>
              <a:t>，</a:t>
            </a:r>
            <a:r>
              <a:rPr lang="en-US" altLang="zh-CN" sz="1800" dirty="0">
                <a:solidFill>
                  <a:schemeClr val="tx1"/>
                </a:solidFill>
                <a:latin typeface="Arial" panose="020B0604020202020204" pitchFamily="34" charset="0"/>
                <a:ea typeface="Arial Unicode MS" pitchFamily="34" charset="-122"/>
              </a:rPr>
              <a:t>100H	              </a:t>
            </a:r>
            <a:r>
              <a:rPr lang="zh-CN" altLang="en-US" sz="1800" dirty="0">
                <a:solidFill>
                  <a:schemeClr val="tx1"/>
                </a:solidFill>
                <a:latin typeface="Arial" panose="020B0604020202020204" pitchFamily="34" charset="0"/>
              </a:rPr>
              <a:t>；端口</a:t>
            </a:r>
            <a:r>
              <a:rPr lang="en-US" altLang="zh-CN" sz="1800" dirty="0">
                <a:solidFill>
                  <a:schemeClr val="tx1"/>
                </a:solidFill>
                <a:latin typeface="Arial" panose="020B0604020202020204" pitchFamily="34" charset="0"/>
                <a:ea typeface="Arial Unicode MS" pitchFamily="34" charset="-122"/>
              </a:rPr>
              <a:t>A</a:t>
            </a:r>
            <a:r>
              <a:rPr lang="zh-CN" altLang="en-US" sz="1800" dirty="0">
                <a:solidFill>
                  <a:schemeClr val="tx1"/>
                </a:solidFill>
                <a:latin typeface="Arial" panose="020B0604020202020204" pitchFamily="34" charset="0"/>
              </a:rPr>
              <a:t>地址送给</a:t>
            </a:r>
            <a:r>
              <a:rPr lang="en-US" altLang="zh-CN" sz="1800" dirty="0">
                <a:solidFill>
                  <a:schemeClr val="tx1"/>
                </a:solidFill>
                <a:latin typeface="Arial" panose="020B0604020202020204" pitchFamily="34" charset="0"/>
                <a:ea typeface="Arial Unicode MS" pitchFamily="34" charset="-122"/>
              </a:rPr>
              <a:t>DX</a:t>
            </a:r>
            <a:endParaRPr lang="en-US" altLang="zh-CN" sz="1800" dirty="0">
              <a:solidFill>
                <a:schemeClr val="tx1"/>
              </a:solidFill>
              <a:latin typeface="Arial" panose="020B0604020202020204" pitchFamily="34" charset="0"/>
              <a:ea typeface="Arial Unicode MS" pitchFamily="34" charset="-122"/>
            </a:endParaRPr>
          </a:p>
          <a:p>
            <a:pPr marL="0" lvl="0" indent="0" algn="just">
              <a:lnSpc>
                <a:spcPct val="130000"/>
              </a:lnSpc>
              <a:spcBef>
                <a:spcPct val="50000"/>
              </a:spcBef>
              <a:spcAft>
                <a:spcPct val="0"/>
              </a:spcAft>
              <a:buClrTx/>
              <a:buSzTx/>
              <a:buNone/>
            </a:pPr>
            <a:r>
              <a:rPr lang="en-US" altLang="zh-CN" sz="1800" dirty="0">
                <a:solidFill>
                  <a:schemeClr val="tx1"/>
                </a:solidFill>
                <a:latin typeface="Arial" panose="020B0604020202020204" pitchFamily="34" charset="0"/>
                <a:ea typeface="Arial Unicode MS" pitchFamily="34" charset="-122"/>
              </a:rPr>
              <a:t>      	IN       AL</a:t>
            </a:r>
            <a:r>
              <a:rPr lang="zh-CN" altLang="en-US" sz="1800" dirty="0">
                <a:solidFill>
                  <a:schemeClr val="tx1"/>
                </a:solidFill>
                <a:latin typeface="Arial" panose="020B0604020202020204" pitchFamily="34" charset="0"/>
              </a:rPr>
              <a:t>，</a:t>
            </a:r>
            <a:r>
              <a:rPr lang="en-US" altLang="zh-CN" sz="1800" dirty="0">
                <a:solidFill>
                  <a:schemeClr val="tx1"/>
                </a:solidFill>
                <a:latin typeface="Arial" panose="020B0604020202020204" pitchFamily="34" charset="0"/>
                <a:ea typeface="Arial Unicode MS" pitchFamily="34" charset="-122"/>
              </a:rPr>
              <a:t>DX                   </a:t>
            </a:r>
            <a:r>
              <a:rPr lang="zh-CN" altLang="en-US" sz="1800" dirty="0">
                <a:solidFill>
                  <a:schemeClr val="tx1"/>
                </a:solidFill>
                <a:latin typeface="Arial" panose="020B0604020202020204" pitchFamily="34" charset="0"/>
              </a:rPr>
              <a:t>；从端口</a:t>
            </a:r>
            <a:r>
              <a:rPr lang="en-US" altLang="zh-CN" sz="1800" dirty="0">
                <a:solidFill>
                  <a:schemeClr val="tx1"/>
                </a:solidFill>
                <a:latin typeface="Arial" panose="020B0604020202020204" pitchFamily="34" charset="0"/>
                <a:ea typeface="Arial Unicode MS" pitchFamily="34" charset="-122"/>
              </a:rPr>
              <a:t>A</a:t>
            </a:r>
            <a:r>
              <a:rPr lang="zh-CN" altLang="en-US" sz="1800" dirty="0">
                <a:solidFill>
                  <a:schemeClr val="tx1"/>
                </a:solidFill>
                <a:latin typeface="Arial" panose="020B0604020202020204" pitchFamily="34" charset="0"/>
              </a:rPr>
              <a:t>读入开关状态</a:t>
            </a:r>
            <a:endParaRPr lang="zh-CN" altLang="en-US" sz="1800" dirty="0">
              <a:solidFill>
                <a:schemeClr val="tx1"/>
              </a:solidFill>
              <a:latin typeface="Arial" panose="020B0604020202020204" pitchFamily="34" charset="0"/>
              <a:ea typeface="Arial Unicode MS" pitchFamily="34" charset="-122"/>
            </a:endParaRPr>
          </a:p>
          <a:p>
            <a:pPr marL="0" lvl="0" indent="0" algn="just">
              <a:lnSpc>
                <a:spcPct val="130000"/>
              </a:lnSpc>
              <a:spcBef>
                <a:spcPct val="50000"/>
              </a:spcBef>
              <a:spcAft>
                <a:spcPct val="0"/>
              </a:spcAft>
              <a:buClrTx/>
              <a:buSzTx/>
              <a:buNone/>
            </a:pPr>
            <a:r>
              <a:rPr lang="zh-CN" altLang="en-US" sz="1800" dirty="0">
                <a:solidFill>
                  <a:schemeClr val="tx1"/>
                </a:solidFill>
                <a:latin typeface="Arial" panose="020B0604020202020204" pitchFamily="34" charset="0"/>
                <a:ea typeface="Arial Unicode MS" pitchFamily="34" charset="-122"/>
              </a:rPr>
              <a:t>      	</a:t>
            </a:r>
            <a:r>
              <a:rPr lang="en-US" altLang="zh-CN" sz="1800" dirty="0">
                <a:solidFill>
                  <a:schemeClr val="tx1"/>
                </a:solidFill>
                <a:latin typeface="Arial" panose="020B0604020202020204" pitchFamily="34" charset="0"/>
                <a:ea typeface="Arial Unicode MS" pitchFamily="34" charset="-122"/>
              </a:rPr>
              <a:t>MOV   DX</a:t>
            </a:r>
            <a:r>
              <a:rPr lang="zh-CN" altLang="en-US" sz="1800" dirty="0">
                <a:solidFill>
                  <a:schemeClr val="tx1"/>
                </a:solidFill>
                <a:latin typeface="Arial" panose="020B0604020202020204" pitchFamily="34" charset="0"/>
              </a:rPr>
              <a:t>，</a:t>
            </a:r>
            <a:r>
              <a:rPr lang="en-US" altLang="zh-CN" sz="1800" dirty="0">
                <a:solidFill>
                  <a:schemeClr val="tx1"/>
                </a:solidFill>
                <a:latin typeface="Arial" panose="020B0604020202020204" pitchFamily="34" charset="0"/>
                <a:ea typeface="Arial Unicode MS" pitchFamily="34" charset="-122"/>
              </a:rPr>
              <a:t>101H	              </a:t>
            </a:r>
            <a:r>
              <a:rPr lang="zh-CN" altLang="en-US" sz="1800" dirty="0">
                <a:solidFill>
                  <a:schemeClr val="tx1"/>
                </a:solidFill>
                <a:latin typeface="Arial" panose="020B0604020202020204" pitchFamily="34" charset="0"/>
              </a:rPr>
              <a:t>；端口</a:t>
            </a:r>
            <a:r>
              <a:rPr lang="en-US" altLang="zh-CN" sz="1800" dirty="0">
                <a:solidFill>
                  <a:schemeClr val="tx1"/>
                </a:solidFill>
                <a:latin typeface="Arial" panose="020B0604020202020204" pitchFamily="34" charset="0"/>
                <a:ea typeface="Arial Unicode MS" pitchFamily="34" charset="-122"/>
              </a:rPr>
              <a:t>B</a:t>
            </a:r>
            <a:r>
              <a:rPr lang="zh-CN" altLang="en-US" sz="1800" dirty="0">
                <a:solidFill>
                  <a:schemeClr val="tx1"/>
                </a:solidFill>
                <a:latin typeface="Arial" panose="020B0604020202020204" pitchFamily="34" charset="0"/>
                <a:ea typeface="Arial Unicode MS" pitchFamily="34" charset="-122"/>
              </a:rPr>
              <a:t>地址送给</a:t>
            </a:r>
            <a:r>
              <a:rPr lang="en-US" altLang="zh-CN" sz="1800" dirty="0">
                <a:solidFill>
                  <a:schemeClr val="tx1"/>
                </a:solidFill>
                <a:latin typeface="Arial" panose="020B0604020202020204" pitchFamily="34" charset="0"/>
                <a:ea typeface="Arial Unicode MS" pitchFamily="34" charset="-122"/>
              </a:rPr>
              <a:t>DX</a:t>
            </a:r>
            <a:endParaRPr lang="en-US" altLang="zh-CN" sz="1800" dirty="0">
              <a:solidFill>
                <a:schemeClr val="tx1"/>
              </a:solidFill>
              <a:latin typeface="Arial" panose="020B0604020202020204" pitchFamily="34" charset="0"/>
              <a:ea typeface="Arial Unicode MS" pitchFamily="34" charset="-122"/>
            </a:endParaRPr>
          </a:p>
          <a:p>
            <a:pPr marL="0" lvl="0" indent="0" algn="just">
              <a:lnSpc>
                <a:spcPct val="130000"/>
              </a:lnSpc>
              <a:spcBef>
                <a:spcPct val="50000"/>
              </a:spcBef>
              <a:spcAft>
                <a:spcPct val="0"/>
              </a:spcAft>
              <a:buClrTx/>
              <a:buSzTx/>
              <a:buNone/>
            </a:pPr>
            <a:r>
              <a:rPr lang="en-US" altLang="zh-CN" sz="1800" dirty="0">
                <a:solidFill>
                  <a:schemeClr val="tx1"/>
                </a:solidFill>
                <a:latin typeface="Arial" panose="020B0604020202020204" pitchFamily="34" charset="0"/>
                <a:ea typeface="Arial Unicode MS" pitchFamily="34" charset="-122"/>
              </a:rPr>
              <a:t>      	OUT    DX</a:t>
            </a:r>
            <a:r>
              <a:rPr lang="zh-CN" altLang="en-US" sz="1800" dirty="0">
                <a:solidFill>
                  <a:schemeClr val="tx1"/>
                </a:solidFill>
                <a:latin typeface="Arial" panose="020B0604020202020204" pitchFamily="34" charset="0"/>
              </a:rPr>
              <a:t>，</a:t>
            </a:r>
            <a:r>
              <a:rPr lang="en-US" altLang="zh-CN" sz="1800" dirty="0">
                <a:solidFill>
                  <a:schemeClr val="tx1"/>
                </a:solidFill>
                <a:latin typeface="Arial" panose="020B0604020202020204" pitchFamily="34" charset="0"/>
                <a:ea typeface="Arial Unicode MS" pitchFamily="34" charset="-122"/>
              </a:rPr>
              <a:t>AL    	</a:t>
            </a:r>
            <a:r>
              <a:rPr lang="zh-CN" altLang="en-US" sz="1800" dirty="0">
                <a:solidFill>
                  <a:schemeClr val="tx1"/>
                </a:solidFill>
                <a:latin typeface="Arial" panose="020B0604020202020204" pitchFamily="34" charset="0"/>
              </a:rPr>
              <a:t>；从端口</a:t>
            </a:r>
            <a:r>
              <a:rPr lang="en-US" altLang="zh-CN" sz="1800" dirty="0">
                <a:solidFill>
                  <a:schemeClr val="tx1"/>
                </a:solidFill>
                <a:latin typeface="Arial" panose="020B0604020202020204" pitchFamily="34" charset="0"/>
                <a:ea typeface="Arial Unicode MS" pitchFamily="34" charset="-122"/>
              </a:rPr>
              <a:t>B</a:t>
            </a:r>
            <a:r>
              <a:rPr lang="zh-CN" altLang="en-US" sz="1800" dirty="0">
                <a:solidFill>
                  <a:schemeClr val="tx1"/>
                </a:solidFill>
                <a:latin typeface="Arial" panose="020B0604020202020204" pitchFamily="34" charset="0"/>
              </a:rPr>
              <a:t>输出，控制</a:t>
            </a:r>
            <a:r>
              <a:rPr lang="en-US" altLang="zh-CN" sz="1800" dirty="0">
                <a:solidFill>
                  <a:schemeClr val="tx1"/>
                </a:solidFill>
                <a:latin typeface="Arial" panose="020B0604020202020204" pitchFamily="34" charset="0"/>
                <a:ea typeface="Arial Unicode MS" pitchFamily="34" charset="-122"/>
              </a:rPr>
              <a:t>LED</a:t>
            </a:r>
            <a:endParaRPr lang="en-US" altLang="zh-CN" sz="1800" dirty="0">
              <a:solidFill>
                <a:schemeClr val="tx1"/>
              </a:solidFill>
              <a:latin typeface="Arial" panose="020B0604020202020204" pitchFamily="34" charset="0"/>
              <a:ea typeface="Arial Unicode MS" pitchFamily="34" charset="-122"/>
            </a:endParaRPr>
          </a:p>
          <a:p>
            <a:pPr marL="0" lvl="0" indent="0" algn="just">
              <a:lnSpc>
                <a:spcPct val="130000"/>
              </a:lnSpc>
              <a:spcBef>
                <a:spcPct val="50000"/>
              </a:spcBef>
              <a:spcAft>
                <a:spcPct val="0"/>
              </a:spcAft>
              <a:buClrTx/>
              <a:buSzTx/>
              <a:buNone/>
            </a:pPr>
            <a:r>
              <a:rPr lang="en-US" altLang="zh-CN" sz="1800" dirty="0">
                <a:solidFill>
                  <a:schemeClr val="tx1"/>
                </a:solidFill>
                <a:latin typeface="Arial" panose="020B0604020202020204" pitchFamily="34" charset="0"/>
                <a:ea typeface="Arial Unicode MS" pitchFamily="34" charset="-122"/>
              </a:rPr>
              <a:t>      	XOR</a:t>
            </a:r>
            <a:r>
              <a:rPr lang="zh-CN" altLang="en-US" sz="1800" dirty="0">
                <a:solidFill>
                  <a:schemeClr val="tx1"/>
                </a:solidFill>
                <a:latin typeface="Arial" panose="020B0604020202020204" pitchFamily="34" charset="0"/>
              </a:rPr>
              <a:t>　</a:t>
            </a:r>
            <a:r>
              <a:rPr lang="en-US" altLang="zh-CN" sz="1800" dirty="0">
                <a:solidFill>
                  <a:schemeClr val="tx1"/>
                </a:solidFill>
                <a:latin typeface="Arial" panose="020B0604020202020204" pitchFamily="34" charset="0"/>
                <a:ea typeface="Arial Unicode MS" pitchFamily="34" charset="-122"/>
              </a:rPr>
              <a:t>AL</a:t>
            </a:r>
            <a:r>
              <a:rPr lang="zh-CN" altLang="en-US" sz="1800" dirty="0">
                <a:solidFill>
                  <a:schemeClr val="tx1"/>
                </a:solidFill>
                <a:latin typeface="Arial" panose="020B0604020202020204" pitchFamily="34" charset="0"/>
              </a:rPr>
              <a:t>， </a:t>
            </a:r>
            <a:r>
              <a:rPr lang="en-US" altLang="zh-CN" sz="1800" dirty="0">
                <a:solidFill>
                  <a:schemeClr val="tx1"/>
                </a:solidFill>
                <a:latin typeface="Arial" panose="020B0604020202020204" pitchFamily="34" charset="0"/>
                <a:ea typeface="Arial Unicode MS" pitchFamily="34" charset="-122"/>
              </a:rPr>
              <a:t>0FFH	</a:t>
            </a:r>
            <a:r>
              <a:rPr lang="zh-CN" altLang="en-US" sz="1800" dirty="0">
                <a:solidFill>
                  <a:schemeClr val="tx1"/>
                </a:solidFill>
                <a:latin typeface="Arial" panose="020B0604020202020204" pitchFamily="34" charset="0"/>
              </a:rPr>
              <a:t>；</a:t>
            </a:r>
            <a:r>
              <a:rPr lang="en-US" altLang="zh-CN" sz="1800" dirty="0">
                <a:solidFill>
                  <a:schemeClr val="tx1"/>
                </a:solidFill>
                <a:latin typeface="Arial" panose="020B0604020202020204" pitchFamily="34" charset="0"/>
                <a:ea typeface="Arial Unicode MS" pitchFamily="34" charset="-122"/>
              </a:rPr>
              <a:t>AL</a:t>
            </a:r>
            <a:r>
              <a:rPr lang="en-US" altLang="zh-CN" sz="1800" dirty="0">
                <a:solidFill>
                  <a:schemeClr val="tx1"/>
                </a:solidFill>
                <a:latin typeface="Arial" panose="020B0604020202020204" pitchFamily="34" charset="0"/>
              </a:rPr>
              <a:t>← </a:t>
            </a:r>
            <a:r>
              <a:rPr lang="en-US" altLang="zh-CN" sz="1800" dirty="0">
                <a:solidFill>
                  <a:schemeClr val="tx1"/>
                </a:solidFill>
                <a:latin typeface="Arial" panose="020B0604020202020204" pitchFamily="34" charset="0"/>
                <a:ea typeface="Arial Unicode MS" pitchFamily="34" charset="-122"/>
              </a:rPr>
              <a:t>AL</a:t>
            </a:r>
            <a:r>
              <a:rPr lang="zh-CN" altLang="en-US" sz="1800" dirty="0">
                <a:solidFill>
                  <a:schemeClr val="tx1"/>
                </a:solidFill>
                <a:latin typeface="Arial" panose="020B0604020202020204" pitchFamily="34" charset="0"/>
                <a:ea typeface="Arial Unicode MS" pitchFamily="34" charset="-122"/>
              </a:rPr>
              <a:t>取反</a:t>
            </a:r>
            <a:endParaRPr lang="zh-CN" altLang="en-US" sz="1800" dirty="0">
              <a:solidFill>
                <a:schemeClr val="tx1"/>
              </a:solidFill>
              <a:latin typeface="Arial" panose="020B0604020202020204" pitchFamily="34" charset="0"/>
              <a:ea typeface="Arial Unicode MS" pitchFamily="34" charset="-122"/>
            </a:endParaRPr>
          </a:p>
          <a:p>
            <a:pPr marL="0" lvl="0" indent="0" algn="just">
              <a:lnSpc>
                <a:spcPct val="130000"/>
              </a:lnSpc>
              <a:spcBef>
                <a:spcPct val="50000"/>
              </a:spcBef>
              <a:spcAft>
                <a:spcPct val="0"/>
              </a:spcAft>
              <a:buClrTx/>
              <a:buSzTx/>
              <a:buNone/>
            </a:pPr>
            <a:r>
              <a:rPr lang="zh-CN" altLang="en-US" sz="1800" dirty="0">
                <a:solidFill>
                  <a:schemeClr val="tx1"/>
                </a:solidFill>
                <a:latin typeface="Arial" panose="020B0604020202020204" pitchFamily="34" charset="0"/>
              </a:rPr>
              <a:t>      	</a:t>
            </a:r>
            <a:r>
              <a:rPr lang="en-US" altLang="zh-CN" sz="1800" dirty="0">
                <a:solidFill>
                  <a:schemeClr val="tx1"/>
                </a:solidFill>
                <a:latin typeface="Arial" panose="020B0604020202020204" pitchFamily="34" charset="0"/>
                <a:ea typeface="Arial Unicode MS" pitchFamily="34" charset="-122"/>
              </a:rPr>
              <a:t>MOV</a:t>
            </a:r>
            <a:r>
              <a:rPr lang="en-US" altLang="zh-CN" sz="1800" dirty="0">
                <a:solidFill>
                  <a:schemeClr val="tx1"/>
                </a:solidFill>
                <a:latin typeface="Arial" panose="020B0604020202020204" pitchFamily="34" charset="0"/>
              </a:rPr>
              <a:t>   </a:t>
            </a:r>
            <a:r>
              <a:rPr lang="en-US" altLang="zh-CN" sz="1800" dirty="0">
                <a:solidFill>
                  <a:schemeClr val="tx1"/>
                </a:solidFill>
                <a:latin typeface="Arial" panose="020B0604020202020204" pitchFamily="34" charset="0"/>
                <a:ea typeface="Arial Unicode MS" pitchFamily="34" charset="-122"/>
              </a:rPr>
              <a:t>DX</a:t>
            </a:r>
            <a:r>
              <a:rPr lang="zh-CN" altLang="en-US" sz="1800" dirty="0">
                <a:solidFill>
                  <a:schemeClr val="tx1"/>
                </a:solidFill>
                <a:latin typeface="Arial" panose="020B0604020202020204" pitchFamily="34" charset="0"/>
              </a:rPr>
              <a:t>，</a:t>
            </a:r>
            <a:r>
              <a:rPr lang="en-US" altLang="zh-CN" sz="1800" dirty="0">
                <a:solidFill>
                  <a:schemeClr val="tx1"/>
                </a:solidFill>
                <a:latin typeface="Arial" panose="020B0604020202020204" pitchFamily="34" charset="0"/>
                <a:ea typeface="Arial Unicode MS" pitchFamily="34" charset="-122"/>
              </a:rPr>
              <a:t>102H	              </a:t>
            </a:r>
            <a:r>
              <a:rPr lang="zh-CN" altLang="en-US" sz="1800" dirty="0">
                <a:solidFill>
                  <a:schemeClr val="tx1"/>
                </a:solidFill>
                <a:latin typeface="Arial" panose="020B0604020202020204" pitchFamily="34" charset="0"/>
              </a:rPr>
              <a:t>；端口</a:t>
            </a:r>
            <a:r>
              <a:rPr lang="en-US" altLang="zh-CN" sz="1800" dirty="0">
                <a:solidFill>
                  <a:schemeClr val="tx1"/>
                </a:solidFill>
                <a:latin typeface="Arial" panose="020B0604020202020204" pitchFamily="34" charset="0"/>
                <a:ea typeface="Arial Unicode MS" pitchFamily="34" charset="-122"/>
              </a:rPr>
              <a:t>C</a:t>
            </a:r>
            <a:r>
              <a:rPr lang="zh-CN" altLang="en-US" sz="1800" dirty="0">
                <a:solidFill>
                  <a:schemeClr val="tx1"/>
                </a:solidFill>
                <a:latin typeface="Arial" panose="020B0604020202020204" pitchFamily="34" charset="0"/>
              </a:rPr>
              <a:t>地址送给</a:t>
            </a:r>
            <a:r>
              <a:rPr lang="en-US" altLang="zh-CN" sz="1800" dirty="0">
                <a:solidFill>
                  <a:schemeClr val="tx1"/>
                </a:solidFill>
                <a:latin typeface="Arial" panose="020B0604020202020204" pitchFamily="34" charset="0"/>
                <a:ea typeface="Arial Unicode MS" pitchFamily="34" charset="-122"/>
              </a:rPr>
              <a:t>DX</a:t>
            </a:r>
            <a:endParaRPr lang="en-US" altLang="zh-CN" sz="1800" dirty="0">
              <a:solidFill>
                <a:schemeClr val="tx1"/>
              </a:solidFill>
              <a:latin typeface="Arial" panose="020B0604020202020204" pitchFamily="34" charset="0"/>
              <a:ea typeface="Arial Unicode MS" pitchFamily="34" charset="-122"/>
            </a:endParaRPr>
          </a:p>
          <a:p>
            <a:pPr marL="0" lvl="0" indent="0" algn="just">
              <a:lnSpc>
                <a:spcPct val="130000"/>
              </a:lnSpc>
              <a:spcBef>
                <a:spcPct val="50000"/>
              </a:spcBef>
              <a:spcAft>
                <a:spcPct val="0"/>
              </a:spcAft>
              <a:buClrTx/>
              <a:buSzTx/>
              <a:buNone/>
            </a:pPr>
            <a:r>
              <a:rPr lang="en-US" altLang="zh-CN" sz="1800" dirty="0">
                <a:solidFill>
                  <a:schemeClr val="tx1"/>
                </a:solidFill>
                <a:latin typeface="Arial" panose="020B0604020202020204" pitchFamily="34" charset="0"/>
                <a:ea typeface="Arial Unicode MS" pitchFamily="34" charset="-122"/>
              </a:rPr>
              <a:t>      	OUT</a:t>
            </a:r>
            <a:r>
              <a:rPr lang="zh-CN" altLang="en-US" sz="1800" dirty="0">
                <a:solidFill>
                  <a:schemeClr val="tx1"/>
                </a:solidFill>
                <a:latin typeface="Arial" panose="020B0604020202020204" pitchFamily="34" charset="0"/>
              </a:rPr>
              <a:t>　 </a:t>
            </a:r>
            <a:r>
              <a:rPr lang="en-US" altLang="zh-CN" sz="1800" dirty="0">
                <a:solidFill>
                  <a:schemeClr val="tx1"/>
                </a:solidFill>
                <a:latin typeface="Arial" panose="020B0604020202020204" pitchFamily="34" charset="0"/>
                <a:ea typeface="Arial Unicode MS" pitchFamily="34" charset="-122"/>
              </a:rPr>
              <a:t>DX</a:t>
            </a:r>
            <a:r>
              <a:rPr lang="zh-CN" altLang="en-US" sz="1800" dirty="0">
                <a:solidFill>
                  <a:schemeClr val="tx1"/>
                </a:solidFill>
                <a:latin typeface="Arial" panose="020B0604020202020204" pitchFamily="34" charset="0"/>
              </a:rPr>
              <a:t>， </a:t>
            </a:r>
            <a:r>
              <a:rPr lang="en-US" altLang="zh-CN" sz="1800" dirty="0">
                <a:solidFill>
                  <a:schemeClr val="tx1"/>
                </a:solidFill>
                <a:latin typeface="Arial" panose="020B0604020202020204" pitchFamily="34" charset="0"/>
                <a:ea typeface="Arial Unicode MS" pitchFamily="34" charset="-122"/>
              </a:rPr>
              <a:t>AL	              </a:t>
            </a:r>
            <a:r>
              <a:rPr lang="zh-CN" altLang="en-US" sz="1800" dirty="0">
                <a:solidFill>
                  <a:schemeClr val="tx1"/>
                </a:solidFill>
                <a:latin typeface="Arial" panose="020B0604020202020204" pitchFamily="34" charset="0"/>
              </a:rPr>
              <a:t>；从端口</a:t>
            </a:r>
            <a:r>
              <a:rPr lang="en-US" altLang="zh-CN" sz="1800" dirty="0">
                <a:solidFill>
                  <a:schemeClr val="tx1"/>
                </a:solidFill>
                <a:latin typeface="Arial" panose="020B0604020202020204" pitchFamily="34" charset="0"/>
                <a:ea typeface="Arial Unicode MS" pitchFamily="34" charset="-122"/>
              </a:rPr>
              <a:t>C</a:t>
            </a:r>
            <a:r>
              <a:rPr lang="zh-CN" altLang="en-US" sz="1800" dirty="0">
                <a:solidFill>
                  <a:schemeClr val="tx1"/>
                </a:solidFill>
                <a:latin typeface="Arial" panose="020B0604020202020204" pitchFamily="34" charset="0"/>
              </a:rPr>
              <a:t>输出</a:t>
            </a:r>
            <a:endParaRPr lang="zh-CN" altLang="en-US" sz="1800" dirty="0">
              <a:solidFill>
                <a:schemeClr val="tx1"/>
              </a:solidFill>
              <a:latin typeface="Arial" panose="020B0604020202020204" pitchFamily="34" charset="0"/>
              <a:ea typeface="Arial Unicode MS" pitchFamily="34" charset="-122"/>
            </a:endParaRPr>
          </a:p>
          <a:p>
            <a:pPr marL="0" lvl="0" indent="0" algn="just">
              <a:lnSpc>
                <a:spcPct val="130000"/>
              </a:lnSpc>
              <a:spcBef>
                <a:spcPct val="50000"/>
              </a:spcBef>
              <a:spcAft>
                <a:spcPct val="0"/>
              </a:spcAft>
              <a:buClrTx/>
              <a:buSzTx/>
              <a:buNone/>
            </a:pPr>
            <a:r>
              <a:rPr lang="zh-CN" altLang="en-US" sz="1800" dirty="0">
                <a:solidFill>
                  <a:schemeClr val="tx1"/>
                </a:solidFill>
                <a:latin typeface="Arial" panose="020B0604020202020204" pitchFamily="34" charset="0"/>
                <a:ea typeface="Arial Unicode MS" pitchFamily="34" charset="-122"/>
              </a:rPr>
              <a:t>      	</a:t>
            </a:r>
            <a:r>
              <a:rPr lang="en-US" altLang="zh-CN" sz="1800" dirty="0">
                <a:solidFill>
                  <a:schemeClr val="tx1"/>
                </a:solidFill>
                <a:latin typeface="Arial" panose="020B0604020202020204" pitchFamily="34" charset="0"/>
                <a:ea typeface="Arial Unicode MS" pitchFamily="34" charset="-122"/>
              </a:rPr>
              <a:t>JMP    L1		</a:t>
            </a:r>
            <a:r>
              <a:rPr lang="zh-CN" altLang="en-US" sz="1800" dirty="0">
                <a:solidFill>
                  <a:schemeClr val="tx1"/>
                </a:solidFill>
                <a:latin typeface="Arial" panose="020B0604020202020204" pitchFamily="34" charset="0"/>
              </a:rPr>
              <a:t>；循环</a:t>
            </a:r>
            <a:endParaRPr lang="zh-CN" altLang="en-US" sz="1800" dirty="0">
              <a:solidFill>
                <a:schemeClr val="tx1"/>
              </a:solidFill>
              <a:latin typeface="Arial" panose="020B0604020202020204" pitchFamily="34" charset="0"/>
            </a:endParaRPr>
          </a:p>
        </p:txBody>
      </p:sp>
      <p:sp>
        <p:nvSpPr>
          <p:cNvPr id="205827" name="Text Box 3"/>
          <p:cNvSpPr txBox="1"/>
          <p:nvPr/>
        </p:nvSpPr>
        <p:spPr>
          <a:xfrm>
            <a:off x="1279525" y="574675"/>
            <a:ext cx="6975475" cy="519113"/>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None/>
            </a:pPr>
            <a:r>
              <a:rPr lang="en-US" altLang="zh-CN" dirty="0">
                <a:solidFill>
                  <a:schemeClr val="tx1"/>
                </a:solidFill>
                <a:latin typeface="Arial" panose="020B0604020202020204" pitchFamily="34" charset="0"/>
                <a:ea typeface="Arial Unicode MS" pitchFamily="34" charset="-122"/>
              </a:rPr>
              <a:t>(2) </a:t>
            </a:r>
            <a:r>
              <a:rPr lang="zh-CN" altLang="en-US" dirty="0">
                <a:solidFill>
                  <a:schemeClr val="tx1"/>
                </a:solidFill>
                <a:latin typeface="Arial" panose="020B0604020202020204" pitchFamily="34" charset="0"/>
              </a:rPr>
              <a:t>相应的</a:t>
            </a:r>
            <a:r>
              <a:rPr lang="en-US" altLang="zh-CN" dirty="0">
                <a:solidFill>
                  <a:schemeClr val="tx1"/>
                </a:solidFill>
                <a:latin typeface="Arial" panose="020B0604020202020204" pitchFamily="34" charset="0"/>
                <a:ea typeface="Arial Unicode MS" pitchFamily="34" charset="-122"/>
              </a:rPr>
              <a:t>8255A</a:t>
            </a:r>
            <a:r>
              <a:rPr lang="zh-CN" altLang="en-US" dirty="0">
                <a:solidFill>
                  <a:schemeClr val="tx1"/>
                </a:solidFill>
                <a:latin typeface="Arial" panose="020B0604020202020204" pitchFamily="34" charset="0"/>
              </a:rPr>
              <a:t>程序为：</a:t>
            </a:r>
            <a:endParaRPr lang="zh-CN" altLang="en-US" dirty="0">
              <a:solidFill>
                <a:schemeClr val="tx1"/>
              </a:solidFill>
              <a:latin typeface="Arial" panose="020B0604020202020204" pitchFamily="34" charset="0"/>
            </a:endParaRPr>
          </a:p>
        </p:txBody>
      </p:sp>
    </p:spTree>
  </p:cSld>
  <p:clrMapOvr>
    <a:masterClrMapping/>
  </p:clrMapOvr>
  <p:transition spd="slow">
    <p:zoom/>
  </p:transitio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29730" name="Text Box 2"/>
          <p:cNvSpPr txBox="1">
            <a:spLocks noChangeArrowheads="1"/>
          </p:cNvSpPr>
          <p:nvPr/>
        </p:nvSpPr>
        <p:spPr bwMode="auto">
          <a:xfrm>
            <a:off x="911225" y="1079500"/>
            <a:ext cx="8164513"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R="0" defTabSz="914400">
              <a:buClrTx/>
              <a:buSzTx/>
              <a:buFontTx/>
              <a:buNone/>
              <a:defRPr/>
            </a:pPr>
            <a:r>
              <a:rPr kumimoji="1" lang="zh-CN" altLang="en-US" sz="4000" b="1" kern="1200" cap="none" spc="0" normalizeH="0" baseline="0" noProof="0" dirty="0">
                <a:solidFill>
                  <a:srgbClr val="C00000"/>
                </a:solidFill>
                <a:latin typeface="+mj-ea"/>
                <a:ea typeface="+mj-ea"/>
                <a:cs typeface="+mn-cs"/>
              </a:rPr>
              <a:t>例</a:t>
            </a:r>
            <a:r>
              <a:rPr kumimoji="1" lang="en-US" altLang="zh-CN" sz="4000" b="1" kern="1200" cap="none" spc="0" normalizeH="0" baseline="0" noProof="0" dirty="0">
                <a:solidFill>
                  <a:srgbClr val="C00000"/>
                </a:solidFill>
                <a:latin typeface="+mj-ea"/>
                <a:ea typeface="+mj-ea"/>
                <a:cs typeface="+mn-cs"/>
              </a:rPr>
              <a:t>3 </a:t>
            </a:r>
            <a:r>
              <a:rPr kumimoji="1" lang="zh-CN" altLang="en-US" sz="4000" b="1" kern="1200" cap="none" spc="0" normalizeH="0" baseline="0" noProof="0" dirty="0">
                <a:solidFill>
                  <a:srgbClr val="C00000"/>
                </a:solidFill>
                <a:latin typeface="+mj-ea"/>
                <a:ea typeface="+mj-ea"/>
                <a:cs typeface="+mn-cs"/>
              </a:rPr>
              <a:t>用</a:t>
            </a:r>
            <a:r>
              <a:rPr kumimoji="1" lang="en-US" altLang="zh-CN" sz="4000" b="1" kern="1200" cap="none" spc="0" normalizeH="0" baseline="0" noProof="0" dirty="0">
                <a:solidFill>
                  <a:srgbClr val="C00000"/>
                </a:solidFill>
                <a:latin typeface="+mj-ea"/>
                <a:ea typeface="+mj-ea"/>
                <a:cs typeface="+mn-cs"/>
              </a:rPr>
              <a:t>8255</a:t>
            </a:r>
            <a:r>
              <a:rPr kumimoji="1" lang="zh-CN" altLang="en-US" sz="4000" b="1" kern="1200" cap="none" spc="0" normalizeH="0" baseline="0" noProof="0" dirty="0">
                <a:solidFill>
                  <a:srgbClr val="C00000"/>
                </a:solidFill>
                <a:latin typeface="+mj-ea"/>
                <a:ea typeface="+mj-ea"/>
                <a:cs typeface="+mn-cs"/>
              </a:rPr>
              <a:t>作为小键盘接口的设计</a:t>
            </a:r>
            <a:r>
              <a:rPr kumimoji="1" lang="zh-CN" altLang="en-US" sz="4000" kern="1200" cap="none" spc="0" normalizeH="0" baseline="0" noProof="0" dirty="0">
                <a:solidFill>
                  <a:srgbClr val="C00000"/>
                </a:solidFill>
                <a:latin typeface="+mj-ea"/>
                <a:ea typeface="+mj-ea"/>
                <a:cs typeface="+mn-cs"/>
              </a:rPr>
              <a:t> </a:t>
            </a:r>
            <a:endParaRPr kumimoji="1" lang="zh-CN" altLang="en-US" sz="4000" kern="1200" cap="none" spc="0" normalizeH="0" baseline="0" noProof="0" dirty="0">
              <a:solidFill>
                <a:srgbClr val="C00000"/>
              </a:solidFill>
              <a:latin typeface="+mj-ea"/>
              <a:ea typeface="+mj-ea"/>
              <a:cs typeface="+mn-cs"/>
            </a:endParaRPr>
          </a:p>
        </p:txBody>
      </p:sp>
      <p:sp>
        <p:nvSpPr>
          <p:cNvPr id="206851" name="Rectangle 129"/>
          <p:cNvSpPr/>
          <p:nvPr/>
        </p:nvSpPr>
        <p:spPr>
          <a:xfrm>
            <a:off x="554038" y="2025650"/>
            <a:ext cx="8353425" cy="466725"/>
          </a:xfrm>
          <a:prstGeom prst="rect">
            <a:avLst/>
          </a:prstGeom>
          <a:solidFill>
            <a:srgbClr val="00FF00">
              <a:alpha val="23137"/>
            </a:srgbClr>
          </a:solidFill>
          <a:ln w="9525" cap="flat" cmpd="sng">
            <a:solidFill>
              <a:srgbClr val="FF00FF"/>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400" dirty="0">
                <a:solidFill>
                  <a:schemeClr val="tx1"/>
                </a:solidFill>
                <a:latin typeface="宋体" panose="02010600030101010101" pitchFamily="2" charset="-122"/>
              </a:rPr>
              <a:t>图中</a:t>
            </a:r>
            <a:r>
              <a:rPr lang="en-US" altLang="zh-CN" sz="2400" dirty="0">
                <a:solidFill>
                  <a:schemeClr val="tx1"/>
                </a:solidFill>
                <a:latin typeface="宋体" panose="02010600030101010101" pitchFamily="2" charset="-122"/>
              </a:rPr>
              <a:t>8255A</a:t>
            </a:r>
            <a:r>
              <a:rPr lang="zh-CN" altLang="en-US" sz="2400" dirty="0">
                <a:solidFill>
                  <a:schemeClr val="tx1"/>
                </a:solidFill>
                <a:latin typeface="宋体" panose="02010600030101010101" pitchFamily="2" charset="-122"/>
              </a:rPr>
              <a:t>的</a:t>
            </a:r>
            <a:r>
              <a:rPr lang="en-US" altLang="zh-CN" sz="2400" dirty="0">
                <a:solidFill>
                  <a:schemeClr val="tx1"/>
                </a:solidFill>
                <a:latin typeface="宋体" panose="02010600030101010101" pitchFamily="2" charset="-122"/>
              </a:rPr>
              <a:t>A</a:t>
            </a:r>
            <a:r>
              <a:rPr lang="zh-CN" altLang="en-US" sz="2400" dirty="0">
                <a:solidFill>
                  <a:schemeClr val="tx1"/>
                </a:solidFill>
                <a:latin typeface="宋体" panose="02010600030101010101" pitchFamily="2" charset="-122"/>
              </a:rPr>
              <a:t>口工作于方式</a:t>
            </a:r>
            <a:r>
              <a:rPr lang="en-US" altLang="zh-CN" sz="2400" dirty="0">
                <a:solidFill>
                  <a:schemeClr val="tx1"/>
                </a:solidFill>
                <a:latin typeface="宋体" panose="02010600030101010101" pitchFamily="2" charset="-122"/>
              </a:rPr>
              <a:t>0</a:t>
            </a:r>
            <a:r>
              <a:rPr lang="zh-CN" altLang="en-US" sz="2400" dirty="0">
                <a:solidFill>
                  <a:schemeClr val="tx1"/>
                </a:solidFill>
                <a:latin typeface="宋体" panose="02010600030101010101" pitchFamily="2" charset="-122"/>
              </a:rPr>
              <a:t>输出，</a:t>
            </a:r>
            <a:r>
              <a:rPr lang="en-US" altLang="zh-CN" sz="2400" dirty="0">
                <a:solidFill>
                  <a:schemeClr val="tx1"/>
                </a:solidFill>
                <a:latin typeface="宋体" panose="02010600030101010101" pitchFamily="2" charset="-122"/>
              </a:rPr>
              <a:t>B</a:t>
            </a:r>
            <a:r>
              <a:rPr lang="zh-CN" altLang="en-US" sz="2400" dirty="0">
                <a:solidFill>
                  <a:schemeClr val="tx1"/>
                </a:solidFill>
                <a:latin typeface="宋体" panose="02010600030101010101" pitchFamily="2" charset="-122"/>
              </a:rPr>
              <a:t>口工作于方式</a:t>
            </a:r>
            <a:r>
              <a:rPr lang="en-US" altLang="zh-CN" sz="2400" dirty="0">
                <a:solidFill>
                  <a:schemeClr val="tx1"/>
                </a:solidFill>
                <a:latin typeface="宋体" panose="02010600030101010101" pitchFamily="2" charset="-122"/>
              </a:rPr>
              <a:t>0</a:t>
            </a:r>
            <a:r>
              <a:rPr lang="zh-CN" altLang="en-US" sz="2400" dirty="0">
                <a:solidFill>
                  <a:schemeClr val="tx1"/>
                </a:solidFill>
                <a:latin typeface="宋体" panose="02010600030101010101" pitchFamily="2" charset="-122"/>
              </a:rPr>
              <a:t>输入。</a:t>
            </a:r>
            <a:endParaRPr lang="zh-CN" altLang="en-US" sz="2400" dirty="0">
              <a:solidFill>
                <a:schemeClr val="tx1"/>
              </a:solidFill>
              <a:latin typeface="宋体" panose="02010600030101010101" pitchFamily="2" charset="-122"/>
            </a:endParaRPr>
          </a:p>
        </p:txBody>
      </p:sp>
      <p:grpSp>
        <p:nvGrpSpPr>
          <p:cNvPr id="206852" name="Group 383"/>
          <p:cNvGrpSpPr/>
          <p:nvPr/>
        </p:nvGrpSpPr>
        <p:grpSpPr>
          <a:xfrm>
            <a:off x="1519238" y="2492375"/>
            <a:ext cx="6296025" cy="4176713"/>
            <a:chOff x="1882" y="1560"/>
            <a:chExt cx="3605" cy="2233"/>
          </a:xfrm>
        </p:grpSpPr>
        <p:sp>
          <p:nvSpPr>
            <p:cNvPr id="206853" name="Rectangle 384"/>
            <p:cNvSpPr/>
            <p:nvPr/>
          </p:nvSpPr>
          <p:spPr>
            <a:xfrm>
              <a:off x="3142" y="2209"/>
              <a:ext cx="73" cy="14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206854" name="Rectangle 385"/>
            <p:cNvSpPr/>
            <p:nvPr/>
          </p:nvSpPr>
          <p:spPr>
            <a:xfrm>
              <a:off x="3202" y="2202"/>
              <a:ext cx="48" cy="9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06855" name="Rectangle 386"/>
            <p:cNvSpPr/>
            <p:nvPr/>
          </p:nvSpPr>
          <p:spPr>
            <a:xfrm>
              <a:off x="2336" y="2205"/>
              <a:ext cx="589" cy="1588"/>
            </a:xfrm>
            <a:prstGeom prst="rect">
              <a:avLst/>
            </a:prstGeom>
            <a:noFill/>
            <a:ln w="17463"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06856" name="Rectangle 387"/>
            <p:cNvSpPr/>
            <p:nvPr/>
          </p:nvSpPr>
          <p:spPr>
            <a:xfrm>
              <a:off x="2426" y="1933"/>
              <a:ext cx="378" cy="146"/>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8255A</a:t>
              </a:r>
              <a:endParaRPr lang="en-US" altLang="zh-CN" sz="1800" b="0" dirty="0">
                <a:solidFill>
                  <a:schemeClr val="tx1"/>
                </a:solidFill>
                <a:latin typeface="Arial" panose="020B0604020202020204" pitchFamily="34" charset="0"/>
              </a:endParaRPr>
            </a:p>
          </p:txBody>
        </p:sp>
        <p:sp>
          <p:nvSpPr>
            <p:cNvPr id="206857" name="Rectangle 388"/>
            <p:cNvSpPr/>
            <p:nvPr/>
          </p:nvSpPr>
          <p:spPr>
            <a:xfrm>
              <a:off x="2602" y="2285"/>
              <a:ext cx="174" cy="14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06858" name="Rectangle 389"/>
            <p:cNvSpPr/>
            <p:nvPr/>
          </p:nvSpPr>
          <p:spPr>
            <a:xfrm>
              <a:off x="2827" y="2341"/>
              <a:ext cx="49" cy="9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206859" name="Rectangle 390"/>
            <p:cNvSpPr/>
            <p:nvPr/>
          </p:nvSpPr>
          <p:spPr>
            <a:xfrm>
              <a:off x="1927" y="2976"/>
              <a:ext cx="277" cy="14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CPU</a:t>
              </a:r>
              <a:endParaRPr lang="en-US" altLang="zh-CN" sz="1800" b="0" dirty="0">
                <a:solidFill>
                  <a:schemeClr val="tx1"/>
                </a:solidFill>
                <a:latin typeface="Arial" panose="020B0604020202020204" pitchFamily="34" charset="0"/>
              </a:endParaRPr>
            </a:p>
          </p:txBody>
        </p:sp>
        <p:sp>
          <p:nvSpPr>
            <p:cNvPr id="206860" name="Rectangle 391"/>
            <p:cNvSpPr/>
            <p:nvPr/>
          </p:nvSpPr>
          <p:spPr>
            <a:xfrm>
              <a:off x="1927" y="3158"/>
              <a:ext cx="288" cy="147"/>
            </a:xfrm>
            <a:prstGeom prst="rect">
              <a:avLst/>
            </a:prstGeom>
            <a:noFill/>
            <a:ln w="95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rgbClr val="000000"/>
                  </a:solidFill>
                  <a:latin typeface="Times" charset="0"/>
                </a:rPr>
                <a:t>总线</a:t>
              </a:r>
              <a:endParaRPr lang="zh-CN" altLang="en-US" sz="1800" b="0" dirty="0">
                <a:solidFill>
                  <a:schemeClr val="tx1"/>
                </a:solidFill>
                <a:latin typeface="Arial" panose="020B0604020202020204" pitchFamily="34" charset="0"/>
              </a:endParaRPr>
            </a:p>
          </p:txBody>
        </p:sp>
        <p:sp>
          <p:nvSpPr>
            <p:cNvPr id="206861" name="Line 392"/>
            <p:cNvSpPr/>
            <p:nvPr/>
          </p:nvSpPr>
          <p:spPr>
            <a:xfrm>
              <a:off x="3415" y="2034"/>
              <a:ext cx="9" cy="1079"/>
            </a:xfrm>
            <a:prstGeom prst="line">
              <a:avLst/>
            </a:prstGeom>
            <a:ln w="14288" cap="flat" cmpd="sng">
              <a:solidFill>
                <a:srgbClr val="2603F7"/>
              </a:solidFill>
              <a:prstDash val="solid"/>
              <a:headEnd type="none" w="med" len="med"/>
              <a:tailEnd type="none" w="med" len="med"/>
            </a:ln>
          </p:spPr>
        </p:sp>
        <p:sp>
          <p:nvSpPr>
            <p:cNvPr id="206862" name="Line 393"/>
            <p:cNvSpPr/>
            <p:nvPr/>
          </p:nvSpPr>
          <p:spPr>
            <a:xfrm>
              <a:off x="3913" y="2034"/>
              <a:ext cx="10" cy="1260"/>
            </a:xfrm>
            <a:prstGeom prst="line">
              <a:avLst/>
            </a:prstGeom>
            <a:ln w="14288" cap="flat" cmpd="sng">
              <a:solidFill>
                <a:srgbClr val="2603F7"/>
              </a:solidFill>
              <a:prstDash val="solid"/>
              <a:headEnd type="none" w="med" len="med"/>
              <a:tailEnd type="none" w="med" len="med"/>
            </a:ln>
          </p:spPr>
        </p:sp>
        <p:sp>
          <p:nvSpPr>
            <p:cNvPr id="206863" name="Line 394"/>
            <p:cNvSpPr/>
            <p:nvPr/>
          </p:nvSpPr>
          <p:spPr>
            <a:xfrm>
              <a:off x="4421" y="2034"/>
              <a:ext cx="1" cy="1441"/>
            </a:xfrm>
            <a:prstGeom prst="line">
              <a:avLst/>
            </a:prstGeom>
            <a:ln w="14288" cap="flat" cmpd="sng">
              <a:solidFill>
                <a:srgbClr val="2603F7"/>
              </a:solidFill>
              <a:prstDash val="solid"/>
              <a:headEnd type="none" w="med" len="med"/>
              <a:tailEnd type="none" w="med" len="med"/>
            </a:ln>
          </p:spPr>
        </p:sp>
        <p:sp>
          <p:nvSpPr>
            <p:cNvPr id="206864" name="Line 395"/>
            <p:cNvSpPr/>
            <p:nvPr/>
          </p:nvSpPr>
          <p:spPr>
            <a:xfrm flipH="1">
              <a:off x="4921" y="2034"/>
              <a:ext cx="3" cy="1668"/>
            </a:xfrm>
            <a:prstGeom prst="line">
              <a:avLst/>
            </a:prstGeom>
            <a:ln w="14288" cap="flat" cmpd="sng">
              <a:solidFill>
                <a:srgbClr val="2603F7"/>
              </a:solidFill>
              <a:prstDash val="solid"/>
              <a:headEnd type="none" w="med" len="med"/>
              <a:tailEnd type="none" w="med" len="med"/>
            </a:ln>
          </p:spPr>
        </p:sp>
        <p:sp>
          <p:nvSpPr>
            <p:cNvPr id="206865" name="Line 396"/>
            <p:cNvSpPr/>
            <p:nvPr/>
          </p:nvSpPr>
          <p:spPr>
            <a:xfrm flipH="1">
              <a:off x="3346" y="2863"/>
              <a:ext cx="69" cy="56"/>
            </a:xfrm>
            <a:prstGeom prst="line">
              <a:avLst/>
            </a:prstGeom>
            <a:ln w="14288" cap="flat" cmpd="sng">
              <a:solidFill>
                <a:srgbClr val="000000"/>
              </a:solidFill>
              <a:prstDash val="solid"/>
              <a:headEnd type="none" w="med" len="med"/>
              <a:tailEnd type="none" w="med" len="med"/>
            </a:ln>
          </p:spPr>
        </p:sp>
        <p:sp>
          <p:nvSpPr>
            <p:cNvPr id="206866" name="Line 397"/>
            <p:cNvSpPr/>
            <p:nvPr/>
          </p:nvSpPr>
          <p:spPr>
            <a:xfrm flipV="1">
              <a:off x="3290" y="2838"/>
              <a:ext cx="83" cy="83"/>
            </a:xfrm>
            <a:prstGeom prst="line">
              <a:avLst/>
            </a:prstGeom>
            <a:ln w="14288" cap="flat" cmpd="sng">
              <a:solidFill>
                <a:srgbClr val="000000"/>
              </a:solidFill>
              <a:prstDash val="solid"/>
              <a:headEnd type="none" w="med" len="med"/>
              <a:tailEnd type="none" w="med" len="med"/>
            </a:ln>
          </p:spPr>
        </p:sp>
        <p:sp>
          <p:nvSpPr>
            <p:cNvPr id="206867" name="Line 398"/>
            <p:cNvSpPr/>
            <p:nvPr/>
          </p:nvSpPr>
          <p:spPr>
            <a:xfrm flipH="1">
              <a:off x="3346" y="2666"/>
              <a:ext cx="69" cy="57"/>
            </a:xfrm>
            <a:prstGeom prst="line">
              <a:avLst/>
            </a:prstGeom>
            <a:ln w="14288" cap="flat" cmpd="sng">
              <a:solidFill>
                <a:srgbClr val="000000"/>
              </a:solidFill>
              <a:prstDash val="solid"/>
              <a:headEnd type="none" w="med" len="med"/>
              <a:tailEnd type="none" w="med" len="med"/>
            </a:ln>
          </p:spPr>
        </p:sp>
        <p:sp>
          <p:nvSpPr>
            <p:cNvPr id="206868" name="Line 399"/>
            <p:cNvSpPr/>
            <p:nvPr/>
          </p:nvSpPr>
          <p:spPr>
            <a:xfrm flipV="1">
              <a:off x="3290" y="2641"/>
              <a:ext cx="83" cy="84"/>
            </a:xfrm>
            <a:prstGeom prst="line">
              <a:avLst/>
            </a:prstGeom>
            <a:ln w="14288" cap="flat" cmpd="sng">
              <a:solidFill>
                <a:srgbClr val="000000"/>
              </a:solidFill>
              <a:prstDash val="solid"/>
              <a:headEnd type="none" w="med" len="med"/>
              <a:tailEnd type="none" w="med" len="med"/>
            </a:ln>
          </p:spPr>
        </p:sp>
        <p:sp>
          <p:nvSpPr>
            <p:cNvPr id="206869" name="Line 400"/>
            <p:cNvSpPr/>
            <p:nvPr/>
          </p:nvSpPr>
          <p:spPr>
            <a:xfrm flipH="1">
              <a:off x="3346" y="2469"/>
              <a:ext cx="69" cy="57"/>
            </a:xfrm>
            <a:prstGeom prst="line">
              <a:avLst/>
            </a:prstGeom>
            <a:ln w="14288" cap="flat" cmpd="sng">
              <a:solidFill>
                <a:srgbClr val="000000"/>
              </a:solidFill>
              <a:prstDash val="solid"/>
              <a:headEnd type="none" w="med" len="med"/>
              <a:tailEnd type="none" w="med" len="med"/>
            </a:ln>
          </p:spPr>
        </p:sp>
        <p:sp>
          <p:nvSpPr>
            <p:cNvPr id="206870" name="Line 401"/>
            <p:cNvSpPr/>
            <p:nvPr/>
          </p:nvSpPr>
          <p:spPr>
            <a:xfrm flipV="1">
              <a:off x="3290" y="2444"/>
              <a:ext cx="83" cy="84"/>
            </a:xfrm>
            <a:prstGeom prst="line">
              <a:avLst/>
            </a:prstGeom>
            <a:ln w="14288" cap="flat" cmpd="sng">
              <a:solidFill>
                <a:srgbClr val="000000"/>
              </a:solidFill>
              <a:prstDash val="solid"/>
              <a:headEnd type="none" w="med" len="med"/>
              <a:tailEnd type="none" w="med" len="med"/>
            </a:ln>
          </p:spPr>
        </p:sp>
        <p:sp>
          <p:nvSpPr>
            <p:cNvPr id="206871" name="Line 402"/>
            <p:cNvSpPr/>
            <p:nvPr/>
          </p:nvSpPr>
          <p:spPr>
            <a:xfrm flipH="1">
              <a:off x="3346" y="2272"/>
              <a:ext cx="69" cy="57"/>
            </a:xfrm>
            <a:prstGeom prst="line">
              <a:avLst/>
            </a:prstGeom>
            <a:ln w="14288" cap="flat" cmpd="sng">
              <a:solidFill>
                <a:srgbClr val="000000"/>
              </a:solidFill>
              <a:prstDash val="solid"/>
              <a:headEnd type="none" w="med" len="med"/>
              <a:tailEnd type="none" w="med" len="med"/>
            </a:ln>
          </p:spPr>
        </p:sp>
        <p:sp>
          <p:nvSpPr>
            <p:cNvPr id="206872" name="Line 403"/>
            <p:cNvSpPr/>
            <p:nvPr/>
          </p:nvSpPr>
          <p:spPr>
            <a:xfrm flipV="1">
              <a:off x="3290" y="2247"/>
              <a:ext cx="83" cy="84"/>
            </a:xfrm>
            <a:prstGeom prst="line">
              <a:avLst/>
            </a:prstGeom>
            <a:ln w="14288" cap="flat" cmpd="sng">
              <a:solidFill>
                <a:srgbClr val="000000"/>
              </a:solidFill>
              <a:prstDash val="solid"/>
              <a:headEnd type="none" w="med" len="med"/>
              <a:tailEnd type="none" w="med" len="med"/>
            </a:ln>
          </p:spPr>
        </p:sp>
        <p:sp>
          <p:nvSpPr>
            <p:cNvPr id="206873" name="Line 404"/>
            <p:cNvSpPr/>
            <p:nvPr/>
          </p:nvSpPr>
          <p:spPr>
            <a:xfrm flipH="1">
              <a:off x="3844" y="2863"/>
              <a:ext cx="69" cy="56"/>
            </a:xfrm>
            <a:prstGeom prst="line">
              <a:avLst/>
            </a:prstGeom>
            <a:ln w="14288" cap="flat" cmpd="sng">
              <a:solidFill>
                <a:srgbClr val="000000"/>
              </a:solidFill>
              <a:prstDash val="solid"/>
              <a:headEnd type="none" w="med" len="med"/>
              <a:tailEnd type="none" w="med" len="med"/>
            </a:ln>
          </p:spPr>
        </p:sp>
        <p:sp>
          <p:nvSpPr>
            <p:cNvPr id="206874" name="Line 405"/>
            <p:cNvSpPr/>
            <p:nvPr/>
          </p:nvSpPr>
          <p:spPr>
            <a:xfrm flipV="1">
              <a:off x="3788" y="2838"/>
              <a:ext cx="84" cy="83"/>
            </a:xfrm>
            <a:prstGeom prst="line">
              <a:avLst/>
            </a:prstGeom>
            <a:ln w="14288" cap="flat" cmpd="sng">
              <a:solidFill>
                <a:srgbClr val="000000"/>
              </a:solidFill>
              <a:prstDash val="solid"/>
              <a:headEnd type="none" w="med" len="med"/>
              <a:tailEnd type="none" w="med" len="med"/>
            </a:ln>
          </p:spPr>
        </p:sp>
        <p:sp>
          <p:nvSpPr>
            <p:cNvPr id="206875" name="Line 406"/>
            <p:cNvSpPr/>
            <p:nvPr/>
          </p:nvSpPr>
          <p:spPr>
            <a:xfrm flipH="1">
              <a:off x="3844" y="2666"/>
              <a:ext cx="69" cy="57"/>
            </a:xfrm>
            <a:prstGeom prst="line">
              <a:avLst/>
            </a:prstGeom>
            <a:ln w="14288" cap="flat" cmpd="sng">
              <a:solidFill>
                <a:srgbClr val="000000"/>
              </a:solidFill>
              <a:prstDash val="solid"/>
              <a:headEnd type="none" w="med" len="med"/>
              <a:tailEnd type="none" w="med" len="med"/>
            </a:ln>
          </p:spPr>
        </p:sp>
        <p:sp>
          <p:nvSpPr>
            <p:cNvPr id="206876" name="Line 407"/>
            <p:cNvSpPr/>
            <p:nvPr/>
          </p:nvSpPr>
          <p:spPr>
            <a:xfrm flipV="1">
              <a:off x="3788" y="2641"/>
              <a:ext cx="84" cy="84"/>
            </a:xfrm>
            <a:prstGeom prst="line">
              <a:avLst/>
            </a:prstGeom>
            <a:ln w="14288" cap="flat" cmpd="sng">
              <a:solidFill>
                <a:srgbClr val="000000"/>
              </a:solidFill>
              <a:prstDash val="solid"/>
              <a:headEnd type="none" w="med" len="med"/>
              <a:tailEnd type="none" w="med" len="med"/>
            </a:ln>
          </p:spPr>
        </p:sp>
        <p:sp>
          <p:nvSpPr>
            <p:cNvPr id="206877" name="Line 408"/>
            <p:cNvSpPr/>
            <p:nvPr/>
          </p:nvSpPr>
          <p:spPr>
            <a:xfrm flipH="1">
              <a:off x="3844" y="2469"/>
              <a:ext cx="69" cy="57"/>
            </a:xfrm>
            <a:prstGeom prst="line">
              <a:avLst/>
            </a:prstGeom>
            <a:ln w="14288" cap="flat" cmpd="sng">
              <a:solidFill>
                <a:srgbClr val="000000"/>
              </a:solidFill>
              <a:prstDash val="solid"/>
              <a:headEnd type="none" w="med" len="med"/>
              <a:tailEnd type="none" w="med" len="med"/>
            </a:ln>
          </p:spPr>
        </p:sp>
        <p:sp>
          <p:nvSpPr>
            <p:cNvPr id="206878" name="Line 409"/>
            <p:cNvSpPr/>
            <p:nvPr/>
          </p:nvSpPr>
          <p:spPr>
            <a:xfrm flipV="1">
              <a:off x="3788" y="2444"/>
              <a:ext cx="84" cy="84"/>
            </a:xfrm>
            <a:prstGeom prst="line">
              <a:avLst/>
            </a:prstGeom>
            <a:ln w="14288" cap="flat" cmpd="sng">
              <a:solidFill>
                <a:srgbClr val="000000"/>
              </a:solidFill>
              <a:prstDash val="solid"/>
              <a:headEnd type="none" w="med" len="med"/>
              <a:tailEnd type="none" w="med" len="med"/>
            </a:ln>
          </p:spPr>
        </p:sp>
        <p:sp>
          <p:nvSpPr>
            <p:cNvPr id="206879" name="Line 410"/>
            <p:cNvSpPr/>
            <p:nvPr/>
          </p:nvSpPr>
          <p:spPr>
            <a:xfrm flipH="1">
              <a:off x="3844" y="2272"/>
              <a:ext cx="69" cy="57"/>
            </a:xfrm>
            <a:prstGeom prst="line">
              <a:avLst/>
            </a:prstGeom>
            <a:ln w="14288" cap="flat" cmpd="sng">
              <a:solidFill>
                <a:srgbClr val="000000"/>
              </a:solidFill>
              <a:prstDash val="solid"/>
              <a:headEnd type="none" w="med" len="med"/>
              <a:tailEnd type="none" w="med" len="med"/>
            </a:ln>
          </p:spPr>
        </p:sp>
        <p:sp>
          <p:nvSpPr>
            <p:cNvPr id="206880" name="Line 411"/>
            <p:cNvSpPr/>
            <p:nvPr/>
          </p:nvSpPr>
          <p:spPr>
            <a:xfrm flipV="1">
              <a:off x="3788" y="2247"/>
              <a:ext cx="84" cy="84"/>
            </a:xfrm>
            <a:prstGeom prst="line">
              <a:avLst/>
            </a:prstGeom>
            <a:ln w="14288" cap="flat" cmpd="sng">
              <a:solidFill>
                <a:srgbClr val="000000"/>
              </a:solidFill>
              <a:prstDash val="solid"/>
              <a:headEnd type="none" w="med" len="med"/>
              <a:tailEnd type="none" w="med" len="med"/>
            </a:ln>
          </p:spPr>
        </p:sp>
        <p:sp>
          <p:nvSpPr>
            <p:cNvPr id="206881" name="Line 412"/>
            <p:cNvSpPr/>
            <p:nvPr/>
          </p:nvSpPr>
          <p:spPr>
            <a:xfrm flipH="1">
              <a:off x="4342" y="2863"/>
              <a:ext cx="69" cy="56"/>
            </a:xfrm>
            <a:prstGeom prst="line">
              <a:avLst/>
            </a:prstGeom>
            <a:ln w="14288" cap="flat" cmpd="sng">
              <a:solidFill>
                <a:srgbClr val="000000"/>
              </a:solidFill>
              <a:prstDash val="solid"/>
              <a:headEnd type="none" w="med" len="med"/>
              <a:tailEnd type="none" w="med" len="med"/>
            </a:ln>
          </p:spPr>
        </p:sp>
        <p:sp>
          <p:nvSpPr>
            <p:cNvPr id="206882" name="Line 413"/>
            <p:cNvSpPr/>
            <p:nvPr/>
          </p:nvSpPr>
          <p:spPr>
            <a:xfrm flipV="1">
              <a:off x="4287" y="2838"/>
              <a:ext cx="83" cy="83"/>
            </a:xfrm>
            <a:prstGeom prst="line">
              <a:avLst/>
            </a:prstGeom>
            <a:ln w="14288" cap="flat" cmpd="sng">
              <a:solidFill>
                <a:srgbClr val="000000"/>
              </a:solidFill>
              <a:prstDash val="solid"/>
              <a:headEnd type="none" w="med" len="med"/>
              <a:tailEnd type="none" w="med" len="med"/>
            </a:ln>
          </p:spPr>
        </p:sp>
        <p:sp>
          <p:nvSpPr>
            <p:cNvPr id="206883" name="Line 414"/>
            <p:cNvSpPr/>
            <p:nvPr/>
          </p:nvSpPr>
          <p:spPr>
            <a:xfrm flipH="1">
              <a:off x="4342" y="2666"/>
              <a:ext cx="69" cy="57"/>
            </a:xfrm>
            <a:prstGeom prst="line">
              <a:avLst/>
            </a:prstGeom>
            <a:ln w="14288" cap="flat" cmpd="sng">
              <a:solidFill>
                <a:srgbClr val="000000"/>
              </a:solidFill>
              <a:prstDash val="solid"/>
              <a:headEnd type="none" w="med" len="med"/>
              <a:tailEnd type="none" w="med" len="med"/>
            </a:ln>
          </p:spPr>
        </p:sp>
        <p:sp>
          <p:nvSpPr>
            <p:cNvPr id="206884" name="Line 415"/>
            <p:cNvSpPr/>
            <p:nvPr/>
          </p:nvSpPr>
          <p:spPr>
            <a:xfrm flipV="1">
              <a:off x="4287" y="2641"/>
              <a:ext cx="83" cy="84"/>
            </a:xfrm>
            <a:prstGeom prst="line">
              <a:avLst/>
            </a:prstGeom>
            <a:ln w="14288" cap="flat" cmpd="sng">
              <a:solidFill>
                <a:srgbClr val="000000"/>
              </a:solidFill>
              <a:prstDash val="solid"/>
              <a:headEnd type="none" w="med" len="med"/>
              <a:tailEnd type="none" w="med" len="med"/>
            </a:ln>
          </p:spPr>
        </p:sp>
        <p:sp>
          <p:nvSpPr>
            <p:cNvPr id="206885" name="Line 416"/>
            <p:cNvSpPr/>
            <p:nvPr/>
          </p:nvSpPr>
          <p:spPr>
            <a:xfrm flipH="1">
              <a:off x="4342" y="2469"/>
              <a:ext cx="69" cy="57"/>
            </a:xfrm>
            <a:prstGeom prst="line">
              <a:avLst/>
            </a:prstGeom>
            <a:ln w="14288" cap="flat" cmpd="sng">
              <a:solidFill>
                <a:srgbClr val="000000"/>
              </a:solidFill>
              <a:prstDash val="solid"/>
              <a:headEnd type="none" w="med" len="med"/>
              <a:tailEnd type="none" w="med" len="med"/>
            </a:ln>
          </p:spPr>
        </p:sp>
        <p:sp>
          <p:nvSpPr>
            <p:cNvPr id="206886" name="Line 417"/>
            <p:cNvSpPr/>
            <p:nvPr/>
          </p:nvSpPr>
          <p:spPr>
            <a:xfrm flipV="1">
              <a:off x="4287" y="2444"/>
              <a:ext cx="83" cy="84"/>
            </a:xfrm>
            <a:prstGeom prst="line">
              <a:avLst/>
            </a:prstGeom>
            <a:ln w="14288" cap="flat" cmpd="sng">
              <a:solidFill>
                <a:srgbClr val="000000"/>
              </a:solidFill>
              <a:prstDash val="solid"/>
              <a:headEnd type="none" w="med" len="med"/>
              <a:tailEnd type="none" w="med" len="med"/>
            </a:ln>
          </p:spPr>
        </p:sp>
        <p:sp>
          <p:nvSpPr>
            <p:cNvPr id="206887" name="Line 418"/>
            <p:cNvSpPr/>
            <p:nvPr/>
          </p:nvSpPr>
          <p:spPr>
            <a:xfrm flipH="1">
              <a:off x="4342" y="2272"/>
              <a:ext cx="69" cy="57"/>
            </a:xfrm>
            <a:prstGeom prst="line">
              <a:avLst/>
            </a:prstGeom>
            <a:ln w="14288" cap="flat" cmpd="sng">
              <a:solidFill>
                <a:srgbClr val="000000"/>
              </a:solidFill>
              <a:prstDash val="solid"/>
              <a:headEnd type="none" w="med" len="med"/>
              <a:tailEnd type="none" w="med" len="med"/>
            </a:ln>
          </p:spPr>
        </p:sp>
        <p:sp>
          <p:nvSpPr>
            <p:cNvPr id="206888" name="Line 419"/>
            <p:cNvSpPr/>
            <p:nvPr/>
          </p:nvSpPr>
          <p:spPr>
            <a:xfrm flipV="1">
              <a:off x="4287" y="2247"/>
              <a:ext cx="83" cy="84"/>
            </a:xfrm>
            <a:prstGeom prst="line">
              <a:avLst/>
            </a:prstGeom>
            <a:ln w="14288" cap="flat" cmpd="sng">
              <a:solidFill>
                <a:srgbClr val="000000"/>
              </a:solidFill>
              <a:prstDash val="solid"/>
              <a:headEnd type="none" w="med" len="med"/>
              <a:tailEnd type="none" w="med" len="med"/>
            </a:ln>
          </p:spPr>
        </p:sp>
        <p:sp>
          <p:nvSpPr>
            <p:cNvPr id="206889" name="Line 420"/>
            <p:cNvSpPr/>
            <p:nvPr/>
          </p:nvSpPr>
          <p:spPr>
            <a:xfrm flipH="1">
              <a:off x="4855" y="2863"/>
              <a:ext cx="69" cy="56"/>
            </a:xfrm>
            <a:prstGeom prst="line">
              <a:avLst/>
            </a:prstGeom>
            <a:ln w="14288" cap="flat" cmpd="sng">
              <a:solidFill>
                <a:srgbClr val="000000"/>
              </a:solidFill>
              <a:prstDash val="solid"/>
              <a:headEnd type="none" w="med" len="med"/>
              <a:tailEnd type="none" w="med" len="med"/>
            </a:ln>
          </p:spPr>
        </p:sp>
        <p:sp>
          <p:nvSpPr>
            <p:cNvPr id="206890" name="Line 421"/>
            <p:cNvSpPr/>
            <p:nvPr/>
          </p:nvSpPr>
          <p:spPr>
            <a:xfrm flipV="1">
              <a:off x="4799" y="2838"/>
              <a:ext cx="83" cy="83"/>
            </a:xfrm>
            <a:prstGeom prst="line">
              <a:avLst/>
            </a:prstGeom>
            <a:ln w="14288" cap="flat" cmpd="sng">
              <a:solidFill>
                <a:srgbClr val="000000"/>
              </a:solidFill>
              <a:prstDash val="solid"/>
              <a:headEnd type="none" w="med" len="med"/>
              <a:tailEnd type="none" w="med" len="med"/>
            </a:ln>
          </p:spPr>
        </p:sp>
        <p:sp>
          <p:nvSpPr>
            <p:cNvPr id="206891" name="Line 422"/>
            <p:cNvSpPr/>
            <p:nvPr/>
          </p:nvSpPr>
          <p:spPr>
            <a:xfrm flipH="1">
              <a:off x="4855" y="2666"/>
              <a:ext cx="69" cy="57"/>
            </a:xfrm>
            <a:prstGeom prst="line">
              <a:avLst/>
            </a:prstGeom>
            <a:ln w="14288" cap="flat" cmpd="sng">
              <a:solidFill>
                <a:srgbClr val="000000"/>
              </a:solidFill>
              <a:prstDash val="solid"/>
              <a:headEnd type="none" w="med" len="med"/>
              <a:tailEnd type="none" w="med" len="med"/>
            </a:ln>
          </p:spPr>
        </p:sp>
        <p:sp>
          <p:nvSpPr>
            <p:cNvPr id="206892" name="Line 423"/>
            <p:cNvSpPr/>
            <p:nvPr/>
          </p:nvSpPr>
          <p:spPr>
            <a:xfrm flipV="1">
              <a:off x="4799" y="2641"/>
              <a:ext cx="83" cy="84"/>
            </a:xfrm>
            <a:prstGeom prst="line">
              <a:avLst/>
            </a:prstGeom>
            <a:ln w="14288" cap="flat" cmpd="sng">
              <a:solidFill>
                <a:srgbClr val="000000"/>
              </a:solidFill>
              <a:prstDash val="solid"/>
              <a:headEnd type="none" w="med" len="med"/>
              <a:tailEnd type="none" w="med" len="med"/>
            </a:ln>
          </p:spPr>
        </p:sp>
        <p:sp>
          <p:nvSpPr>
            <p:cNvPr id="206893" name="Line 424"/>
            <p:cNvSpPr/>
            <p:nvPr/>
          </p:nvSpPr>
          <p:spPr>
            <a:xfrm flipH="1">
              <a:off x="4855" y="2469"/>
              <a:ext cx="69" cy="57"/>
            </a:xfrm>
            <a:prstGeom prst="line">
              <a:avLst/>
            </a:prstGeom>
            <a:ln w="14288" cap="flat" cmpd="sng">
              <a:solidFill>
                <a:srgbClr val="000000"/>
              </a:solidFill>
              <a:prstDash val="solid"/>
              <a:headEnd type="none" w="med" len="med"/>
              <a:tailEnd type="none" w="med" len="med"/>
            </a:ln>
          </p:spPr>
        </p:sp>
        <p:sp>
          <p:nvSpPr>
            <p:cNvPr id="206894" name="Line 425"/>
            <p:cNvSpPr/>
            <p:nvPr/>
          </p:nvSpPr>
          <p:spPr>
            <a:xfrm flipV="1">
              <a:off x="4799" y="2444"/>
              <a:ext cx="83" cy="84"/>
            </a:xfrm>
            <a:prstGeom prst="line">
              <a:avLst/>
            </a:prstGeom>
            <a:ln w="14288" cap="flat" cmpd="sng">
              <a:solidFill>
                <a:srgbClr val="000000"/>
              </a:solidFill>
              <a:prstDash val="solid"/>
              <a:headEnd type="none" w="med" len="med"/>
              <a:tailEnd type="none" w="med" len="med"/>
            </a:ln>
          </p:spPr>
        </p:sp>
        <p:sp>
          <p:nvSpPr>
            <p:cNvPr id="206895" name="Line 426"/>
            <p:cNvSpPr/>
            <p:nvPr/>
          </p:nvSpPr>
          <p:spPr>
            <a:xfrm flipH="1">
              <a:off x="4855" y="2272"/>
              <a:ext cx="69" cy="57"/>
            </a:xfrm>
            <a:prstGeom prst="line">
              <a:avLst/>
            </a:prstGeom>
            <a:ln w="14288" cap="flat" cmpd="sng">
              <a:solidFill>
                <a:srgbClr val="000000"/>
              </a:solidFill>
              <a:prstDash val="solid"/>
              <a:headEnd type="none" w="med" len="med"/>
              <a:tailEnd type="none" w="med" len="med"/>
            </a:ln>
          </p:spPr>
        </p:sp>
        <p:sp>
          <p:nvSpPr>
            <p:cNvPr id="206896" name="Line 427"/>
            <p:cNvSpPr/>
            <p:nvPr/>
          </p:nvSpPr>
          <p:spPr>
            <a:xfrm flipV="1">
              <a:off x="4799" y="2247"/>
              <a:ext cx="83" cy="84"/>
            </a:xfrm>
            <a:prstGeom prst="line">
              <a:avLst/>
            </a:prstGeom>
            <a:ln w="14288" cap="flat" cmpd="sng">
              <a:solidFill>
                <a:srgbClr val="000000"/>
              </a:solidFill>
              <a:prstDash val="solid"/>
              <a:headEnd type="none" w="med" len="med"/>
              <a:tailEnd type="none" w="med" len="med"/>
            </a:ln>
          </p:spPr>
        </p:sp>
        <p:sp>
          <p:nvSpPr>
            <p:cNvPr id="206897" name="Line 428"/>
            <p:cNvSpPr/>
            <p:nvPr/>
          </p:nvSpPr>
          <p:spPr>
            <a:xfrm>
              <a:off x="2925" y="3113"/>
              <a:ext cx="499" cy="0"/>
            </a:xfrm>
            <a:prstGeom prst="line">
              <a:avLst/>
            </a:prstGeom>
            <a:ln w="14288" cap="flat" cmpd="sng">
              <a:solidFill>
                <a:srgbClr val="2603F7"/>
              </a:solidFill>
              <a:prstDash val="solid"/>
              <a:headEnd type="none" w="med" len="med"/>
              <a:tailEnd type="none" w="med" len="med"/>
            </a:ln>
          </p:spPr>
        </p:sp>
        <p:sp>
          <p:nvSpPr>
            <p:cNvPr id="206898" name="Line 429"/>
            <p:cNvSpPr/>
            <p:nvPr/>
          </p:nvSpPr>
          <p:spPr>
            <a:xfrm>
              <a:off x="2925" y="3294"/>
              <a:ext cx="990" cy="0"/>
            </a:xfrm>
            <a:prstGeom prst="line">
              <a:avLst/>
            </a:prstGeom>
            <a:ln w="14288" cap="flat" cmpd="sng">
              <a:solidFill>
                <a:srgbClr val="2603F7"/>
              </a:solidFill>
              <a:prstDash val="solid"/>
              <a:headEnd type="none" w="med" len="med"/>
              <a:tailEnd type="none" w="med" len="med"/>
            </a:ln>
          </p:spPr>
        </p:sp>
        <p:sp>
          <p:nvSpPr>
            <p:cNvPr id="206899" name="Line 430"/>
            <p:cNvSpPr/>
            <p:nvPr/>
          </p:nvSpPr>
          <p:spPr>
            <a:xfrm>
              <a:off x="2925" y="3475"/>
              <a:ext cx="1488" cy="0"/>
            </a:xfrm>
            <a:prstGeom prst="line">
              <a:avLst/>
            </a:prstGeom>
            <a:ln w="14288" cap="flat" cmpd="sng">
              <a:solidFill>
                <a:srgbClr val="2603F7"/>
              </a:solidFill>
              <a:prstDash val="solid"/>
              <a:headEnd type="none" w="med" len="med"/>
              <a:tailEnd type="none" w="med" len="med"/>
            </a:ln>
          </p:spPr>
        </p:sp>
        <p:sp>
          <p:nvSpPr>
            <p:cNvPr id="206900" name="Line 431"/>
            <p:cNvSpPr/>
            <p:nvPr/>
          </p:nvSpPr>
          <p:spPr>
            <a:xfrm>
              <a:off x="2925" y="3702"/>
              <a:ext cx="1996" cy="0"/>
            </a:xfrm>
            <a:prstGeom prst="line">
              <a:avLst/>
            </a:prstGeom>
            <a:ln w="14288" cap="flat" cmpd="sng">
              <a:solidFill>
                <a:srgbClr val="2603F7"/>
              </a:solidFill>
              <a:prstDash val="solid"/>
              <a:headEnd type="none" w="med" len="med"/>
              <a:tailEnd type="none" w="med" len="med"/>
            </a:ln>
          </p:spPr>
        </p:sp>
        <p:sp>
          <p:nvSpPr>
            <p:cNvPr id="206901" name="Rectangle 432"/>
            <p:cNvSpPr/>
            <p:nvPr/>
          </p:nvSpPr>
          <p:spPr>
            <a:xfrm>
              <a:off x="5244" y="2297"/>
              <a:ext cx="220" cy="16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行</a:t>
              </a:r>
              <a:r>
                <a:rPr lang="en-US" altLang="zh-CN" sz="2000" dirty="0">
                  <a:solidFill>
                    <a:srgbClr val="000000"/>
                  </a:solidFill>
                  <a:latin typeface="宋体" panose="02010600030101010101" pitchFamily="2" charset="-122"/>
                </a:rPr>
                <a:t>0</a:t>
              </a:r>
              <a:endParaRPr lang="en-US" altLang="zh-CN" sz="2000" dirty="0">
                <a:solidFill>
                  <a:schemeClr val="tx1"/>
                </a:solidFill>
                <a:latin typeface="宋体" panose="02010600030101010101" pitchFamily="2" charset="-122"/>
              </a:endParaRPr>
            </a:p>
          </p:txBody>
        </p:sp>
        <p:sp>
          <p:nvSpPr>
            <p:cNvPr id="206902" name="Rectangle 433"/>
            <p:cNvSpPr/>
            <p:nvPr/>
          </p:nvSpPr>
          <p:spPr>
            <a:xfrm>
              <a:off x="4896" y="1888"/>
              <a:ext cx="71" cy="146"/>
            </a:xfrm>
            <a:prstGeom prst="rect">
              <a:avLst/>
            </a:prstGeom>
            <a:solidFill>
              <a:srgbClr val="FFFFFF"/>
            </a:solidFill>
            <a:ln w="14288"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06903" name="Line 434"/>
            <p:cNvSpPr/>
            <p:nvPr/>
          </p:nvSpPr>
          <p:spPr>
            <a:xfrm>
              <a:off x="3415" y="1797"/>
              <a:ext cx="1799" cy="0"/>
            </a:xfrm>
            <a:prstGeom prst="line">
              <a:avLst/>
            </a:prstGeom>
            <a:ln w="14288" cap="flat" cmpd="sng">
              <a:solidFill>
                <a:srgbClr val="000000"/>
              </a:solidFill>
              <a:prstDash val="solid"/>
              <a:headEnd type="none" w="med" len="med"/>
              <a:tailEnd type="none" w="med" len="med"/>
            </a:ln>
          </p:spPr>
        </p:sp>
        <p:sp>
          <p:nvSpPr>
            <p:cNvPr id="206904" name="Rectangle 435"/>
            <p:cNvSpPr/>
            <p:nvPr/>
          </p:nvSpPr>
          <p:spPr>
            <a:xfrm>
              <a:off x="5193" y="1797"/>
              <a:ext cx="294" cy="16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dirty="0">
                  <a:solidFill>
                    <a:srgbClr val="000000"/>
                  </a:solidFill>
                  <a:latin typeface="宋体" panose="02010600030101010101" pitchFamily="2" charset="-122"/>
                </a:rPr>
                <a:t>+5 V</a:t>
              </a:r>
              <a:endParaRPr lang="en-US" altLang="zh-CN" sz="2000" dirty="0">
                <a:solidFill>
                  <a:schemeClr val="tx1"/>
                </a:solidFill>
                <a:latin typeface="宋体" panose="02010600030101010101" pitchFamily="2" charset="-122"/>
              </a:endParaRPr>
            </a:p>
          </p:txBody>
        </p:sp>
        <p:sp>
          <p:nvSpPr>
            <p:cNvPr id="206905" name="Rectangle 436"/>
            <p:cNvSpPr/>
            <p:nvPr/>
          </p:nvSpPr>
          <p:spPr>
            <a:xfrm>
              <a:off x="2602" y="2486"/>
              <a:ext cx="175" cy="14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06906" name="Rectangle 437"/>
            <p:cNvSpPr/>
            <p:nvPr/>
          </p:nvSpPr>
          <p:spPr>
            <a:xfrm>
              <a:off x="2827" y="2523"/>
              <a:ext cx="49" cy="9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206907" name="Rectangle 438"/>
            <p:cNvSpPr/>
            <p:nvPr/>
          </p:nvSpPr>
          <p:spPr>
            <a:xfrm>
              <a:off x="2602" y="2674"/>
              <a:ext cx="175" cy="14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06908" name="Rectangle 439"/>
            <p:cNvSpPr/>
            <p:nvPr/>
          </p:nvSpPr>
          <p:spPr>
            <a:xfrm>
              <a:off x="2827" y="2704"/>
              <a:ext cx="49" cy="9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2</a:t>
              </a:r>
              <a:endParaRPr lang="en-US" altLang="zh-CN" sz="1800" b="0" dirty="0">
                <a:solidFill>
                  <a:schemeClr val="tx1"/>
                </a:solidFill>
                <a:latin typeface="Arial" panose="020B0604020202020204" pitchFamily="34" charset="0"/>
              </a:endParaRPr>
            </a:p>
          </p:txBody>
        </p:sp>
        <p:sp>
          <p:nvSpPr>
            <p:cNvPr id="206909" name="Rectangle 440"/>
            <p:cNvSpPr/>
            <p:nvPr/>
          </p:nvSpPr>
          <p:spPr>
            <a:xfrm>
              <a:off x="2608" y="2840"/>
              <a:ext cx="175" cy="14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06910" name="Rectangle 441"/>
            <p:cNvSpPr/>
            <p:nvPr/>
          </p:nvSpPr>
          <p:spPr>
            <a:xfrm>
              <a:off x="2827" y="2886"/>
              <a:ext cx="49" cy="9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3</a:t>
              </a:r>
              <a:endParaRPr lang="en-US" altLang="zh-CN" sz="1800" b="0" dirty="0">
                <a:solidFill>
                  <a:schemeClr val="tx1"/>
                </a:solidFill>
                <a:latin typeface="Arial" panose="020B0604020202020204" pitchFamily="34" charset="0"/>
              </a:endParaRPr>
            </a:p>
          </p:txBody>
        </p:sp>
        <p:sp>
          <p:nvSpPr>
            <p:cNvPr id="206911" name="Freeform 442"/>
            <p:cNvSpPr/>
            <p:nvPr/>
          </p:nvSpPr>
          <p:spPr>
            <a:xfrm>
              <a:off x="3269" y="2330"/>
              <a:ext cx="43" cy="51"/>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1"/>
                </a:cxn>
              </a:cxnLst>
              <a:pathLst>
                <a:path w="128" h="100">
                  <a:moveTo>
                    <a:pt x="0" y="50"/>
                  </a:moveTo>
                  <a:lnTo>
                    <a:pt x="3" y="36"/>
                  </a:lnTo>
                  <a:lnTo>
                    <a:pt x="11" y="23"/>
                  </a:lnTo>
                  <a:lnTo>
                    <a:pt x="23" y="12"/>
                  </a:lnTo>
                  <a:lnTo>
                    <a:pt x="38" y="4"/>
                  </a:lnTo>
                  <a:lnTo>
                    <a:pt x="55" y="0"/>
                  </a:lnTo>
                  <a:lnTo>
                    <a:pt x="73" y="0"/>
                  </a:lnTo>
                  <a:lnTo>
                    <a:pt x="91" y="4"/>
                  </a:lnTo>
                  <a:lnTo>
                    <a:pt x="107" y="12"/>
                  </a:lnTo>
                  <a:lnTo>
                    <a:pt x="119" y="23"/>
                  </a:lnTo>
                  <a:lnTo>
                    <a:pt x="125" y="36"/>
                  </a:lnTo>
                  <a:lnTo>
                    <a:pt x="128" y="50"/>
                  </a:lnTo>
                  <a:lnTo>
                    <a:pt x="125" y="65"/>
                  </a:lnTo>
                  <a:lnTo>
                    <a:pt x="119" y="77"/>
                  </a:lnTo>
                  <a:lnTo>
                    <a:pt x="107" y="88"/>
                  </a:lnTo>
                  <a:lnTo>
                    <a:pt x="91" y="96"/>
                  </a:lnTo>
                  <a:lnTo>
                    <a:pt x="73" y="100"/>
                  </a:lnTo>
                  <a:lnTo>
                    <a:pt x="55" y="100"/>
                  </a:lnTo>
                  <a:lnTo>
                    <a:pt x="38" y="96"/>
                  </a:lnTo>
                  <a:lnTo>
                    <a:pt x="23" y="88"/>
                  </a:lnTo>
                  <a:lnTo>
                    <a:pt x="11" y="77"/>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6912" name="Freeform 443"/>
            <p:cNvSpPr/>
            <p:nvPr/>
          </p:nvSpPr>
          <p:spPr>
            <a:xfrm>
              <a:off x="3269" y="2532"/>
              <a:ext cx="43" cy="49"/>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1"/>
                </a:cxn>
                <a:cxn ang="0">
                  <a:pos x="0" y="1"/>
                </a:cxn>
                <a:cxn ang="0">
                  <a:pos x="0" y="1"/>
                </a:cxn>
                <a:cxn ang="0">
                  <a:pos x="0" y="1"/>
                </a:cxn>
                <a:cxn ang="0">
                  <a:pos x="0" y="1"/>
                </a:cxn>
                <a:cxn ang="0">
                  <a:pos x="0" y="1"/>
                </a:cxn>
                <a:cxn ang="0">
                  <a:pos x="0" y="1"/>
                </a:cxn>
                <a:cxn ang="0">
                  <a:pos x="0" y="1"/>
                </a:cxn>
                <a:cxn ang="0">
                  <a:pos x="0" y="0"/>
                </a:cxn>
                <a:cxn ang="0">
                  <a:pos x="0" y="0"/>
                </a:cxn>
              </a:cxnLst>
              <a:pathLst>
                <a:path w="128" h="100">
                  <a:moveTo>
                    <a:pt x="0" y="50"/>
                  </a:moveTo>
                  <a:lnTo>
                    <a:pt x="3" y="36"/>
                  </a:lnTo>
                  <a:lnTo>
                    <a:pt x="11" y="23"/>
                  </a:lnTo>
                  <a:lnTo>
                    <a:pt x="23" y="13"/>
                  </a:lnTo>
                  <a:lnTo>
                    <a:pt x="38" y="4"/>
                  </a:lnTo>
                  <a:lnTo>
                    <a:pt x="55" y="0"/>
                  </a:lnTo>
                  <a:lnTo>
                    <a:pt x="73" y="0"/>
                  </a:lnTo>
                  <a:lnTo>
                    <a:pt x="91" y="4"/>
                  </a:lnTo>
                  <a:lnTo>
                    <a:pt x="107" y="13"/>
                  </a:lnTo>
                  <a:lnTo>
                    <a:pt x="119" y="23"/>
                  </a:lnTo>
                  <a:lnTo>
                    <a:pt x="125" y="36"/>
                  </a:lnTo>
                  <a:lnTo>
                    <a:pt x="128" y="50"/>
                  </a:lnTo>
                  <a:lnTo>
                    <a:pt x="125" y="64"/>
                  </a:lnTo>
                  <a:lnTo>
                    <a:pt x="119" y="78"/>
                  </a:lnTo>
                  <a:lnTo>
                    <a:pt x="107" y="88"/>
                  </a:lnTo>
                  <a:lnTo>
                    <a:pt x="91" y="97"/>
                  </a:lnTo>
                  <a:lnTo>
                    <a:pt x="73" y="100"/>
                  </a:lnTo>
                  <a:lnTo>
                    <a:pt x="55" y="100"/>
                  </a:lnTo>
                  <a:lnTo>
                    <a:pt x="38" y="97"/>
                  </a:lnTo>
                  <a:lnTo>
                    <a:pt x="23" y="88"/>
                  </a:lnTo>
                  <a:lnTo>
                    <a:pt x="11" y="78"/>
                  </a:lnTo>
                  <a:lnTo>
                    <a:pt x="3" y="64"/>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6913" name="Freeform 444"/>
            <p:cNvSpPr/>
            <p:nvPr/>
          </p:nvSpPr>
          <p:spPr>
            <a:xfrm>
              <a:off x="3269" y="2728"/>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49"/>
                  </a:moveTo>
                  <a:lnTo>
                    <a:pt x="3" y="36"/>
                  </a:lnTo>
                  <a:lnTo>
                    <a:pt x="11" y="22"/>
                  </a:lnTo>
                  <a:lnTo>
                    <a:pt x="23" y="12"/>
                  </a:lnTo>
                  <a:lnTo>
                    <a:pt x="38" y="4"/>
                  </a:lnTo>
                  <a:lnTo>
                    <a:pt x="55" y="0"/>
                  </a:lnTo>
                  <a:lnTo>
                    <a:pt x="73" y="0"/>
                  </a:lnTo>
                  <a:lnTo>
                    <a:pt x="91" y="4"/>
                  </a:lnTo>
                  <a:lnTo>
                    <a:pt x="107" y="12"/>
                  </a:lnTo>
                  <a:lnTo>
                    <a:pt x="119" y="22"/>
                  </a:lnTo>
                  <a:lnTo>
                    <a:pt x="125" y="36"/>
                  </a:lnTo>
                  <a:lnTo>
                    <a:pt x="128" y="49"/>
                  </a:lnTo>
                  <a:lnTo>
                    <a:pt x="125" y="64"/>
                  </a:lnTo>
                  <a:lnTo>
                    <a:pt x="119" y="77"/>
                  </a:lnTo>
                  <a:lnTo>
                    <a:pt x="107" y="88"/>
                  </a:lnTo>
                  <a:lnTo>
                    <a:pt x="91" y="95"/>
                  </a:lnTo>
                  <a:lnTo>
                    <a:pt x="73" y="100"/>
                  </a:lnTo>
                  <a:lnTo>
                    <a:pt x="55" y="100"/>
                  </a:lnTo>
                  <a:lnTo>
                    <a:pt x="38" y="95"/>
                  </a:lnTo>
                  <a:lnTo>
                    <a:pt x="23" y="88"/>
                  </a:lnTo>
                  <a:lnTo>
                    <a:pt x="11" y="77"/>
                  </a:lnTo>
                  <a:lnTo>
                    <a:pt x="3" y="64"/>
                  </a:lnTo>
                  <a:lnTo>
                    <a:pt x="0" y="49"/>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6914" name="Freeform 445"/>
            <p:cNvSpPr/>
            <p:nvPr/>
          </p:nvSpPr>
          <p:spPr>
            <a:xfrm>
              <a:off x="3269" y="2914"/>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99">
                  <a:moveTo>
                    <a:pt x="0" y="49"/>
                  </a:moveTo>
                  <a:lnTo>
                    <a:pt x="3" y="36"/>
                  </a:lnTo>
                  <a:lnTo>
                    <a:pt x="11" y="23"/>
                  </a:lnTo>
                  <a:lnTo>
                    <a:pt x="23" y="11"/>
                  </a:lnTo>
                  <a:lnTo>
                    <a:pt x="38" y="4"/>
                  </a:lnTo>
                  <a:lnTo>
                    <a:pt x="55" y="0"/>
                  </a:lnTo>
                  <a:lnTo>
                    <a:pt x="73" y="0"/>
                  </a:lnTo>
                  <a:lnTo>
                    <a:pt x="91" y="4"/>
                  </a:lnTo>
                  <a:lnTo>
                    <a:pt x="107" y="11"/>
                  </a:lnTo>
                  <a:lnTo>
                    <a:pt x="119" y="23"/>
                  </a:lnTo>
                  <a:lnTo>
                    <a:pt x="125" y="36"/>
                  </a:lnTo>
                  <a:lnTo>
                    <a:pt x="128" y="49"/>
                  </a:lnTo>
                  <a:lnTo>
                    <a:pt x="125" y="64"/>
                  </a:lnTo>
                  <a:lnTo>
                    <a:pt x="119" y="76"/>
                  </a:lnTo>
                  <a:lnTo>
                    <a:pt x="107" y="88"/>
                  </a:lnTo>
                  <a:lnTo>
                    <a:pt x="91" y="95"/>
                  </a:lnTo>
                  <a:lnTo>
                    <a:pt x="73" y="99"/>
                  </a:lnTo>
                  <a:lnTo>
                    <a:pt x="55" y="99"/>
                  </a:lnTo>
                  <a:lnTo>
                    <a:pt x="38" y="95"/>
                  </a:lnTo>
                  <a:lnTo>
                    <a:pt x="23" y="88"/>
                  </a:lnTo>
                  <a:lnTo>
                    <a:pt x="11" y="76"/>
                  </a:lnTo>
                  <a:lnTo>
                    <a:pt x="3" y="64"/>
                  </a:lnTo>
                  <a:lnTo>
                    <a:pt x="0" y="49"/>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6915" name="Rectangle 446"/>
            <p:cNvSpPr/>
            <p:nvPr/>
          </p:nvSpPr>
          <p:spPr>
            <a:xfrm>
              <a:off x="2609" y="3022"/>
              <a:ext cx="175" cy="14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PB</a:t>
              </a:r>
              <a:endParaRPr lang="en-US" altLang="zh-CN" sz="1800" b="0" dirty="0">
                <a:solidFill>
                  <a:schemeClr val="tx1"/>
                </a:solidFill>
                <a:latin typeface="Arial" panose="020B0604020202020204" pitchFamily="34" charset="0"/>
              </a:endParaRPr>
            </a:p>
          </p:txBody>
        </p:sp>
        <p:sp>
          <p:nvSpPr>
            <p:cNvPr id="206916" name="Rectangle 447"/>
            <p:cNvSpPr/>
            <p:nvPr/>
          </p:nvSpPr>
          <p:spPr>
            <a:xfrm>
              <a:off x="2827" y="3067"/>
              <a:ext cx="49" cy="9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206917" name="Rectangle 448"/>
            <p:cNvSpPr/>
            <p:nvPr/>
          </p:nvSpPr>
          <p:spPr>
            <a:xfrm>
              <a:off x="2609" y="3203"/>
              <a:ext cx="175" cy="14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PB</a:t>
              </a:r>
              <a:endParaRPr lang="en-US" altLang="zh-CN" sz="1800" b="0" dirty="0">
                <a:solidFill>
                  <a:schemeClr val="tx1"/>
                </a:solidFill>
                <a:latin typeface="Arial" panose="020B0604020202020204" pitchFamily="34" charset="0"/>
              </a:endParaRPr>
            </a:p>
          </p:txBody>
        </p:sp>
        <p:sp>
          <p:nvSpPr>
            <p:cNvPr id="206918" name="Rectangle 449"/>
            <p:cNvSpPr/>
            <p:nvPr/>
          </p:nvSpPr>
          <p:spPr>
            <a:xfrm>
              <a:off x="2827" y="3249"/>
              <a:ext cx="49" cy="9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206919" name="Rectangle 450"/>
            <p:cNvSpPr/>
            <p:nvPr/>
          </p:nvSpPr>
          <p:spPr>
            <a:xfrm>
              <a:off x="2609" y="3385"/>
              <a:ext cx="175" cy="14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PB</a:t>
              </a:r>
              <a:endParaRPr lang="en-US" altLang="zh-CN" sz="1800" b="0" dirty="0">
                <a:solidFill>
                  <a:schemeClr val="tx1"/>
                </a:solidFill>
                <a:latin typeface="Arial" panose="020B0604020202020204" pitchFamily="34" charset="0"/>
              </a:endParaRPr>
            </a:p>
          </p:txBody>
        </p:sp>
        <p:sp>
          <p:nvSpPr>
            <p:cNvPr id="206920" name="Rectangle 451"/>
            <p:cNvSpPr/>
            <p:nvPr/>
          </p:nvSpPr>
          <p:spPr>
            <a:xfrm>
              <a:off x="2827" y="3430"/>
              <a:ext cx="49" cy="9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2</a:t>
              </a:r>
              <a:endParaRPr lang="en-US" altLang="zh-CN" sz="1800" b="0" dirty="0">
                <a:solidFill>
                  <a:schemeClr val="tx1"/>
                </a:solidFill>
                <a:latin typeface="Arial" panose="020B0604020202020204" pitchFamily="34" charset="0"/>
              </a:endParaRPr>
            </a:p>
          </p:txBody>
        </p:sp>
        <p:sp>
          <p:nvSpPr>
            <p:cNvPr id="206921" name="Rectangle 452"/>
            <p:cNvSpPr/>
            <p:nvPr/>
          </p:nvSpPr>
          <p:spPr>
            <a:xfrm>
              <a:off x="2609" y="3566"/>
              <a:ext cx="175" cy="14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PB</a:t>
              </a:r>
              <a:endParaRPr lang="en-US" altLang="zh-CN" sz="1800" b="0" dirty="0">
                <a:solidFill>
                  <a:schemeClr val="tx1"/>
                </a:solidFill>
                <a:latin typeface="Arial" panose="020B0604020202020204" pitchFamily="34" charset="0"/>
              </a:endParaRPr>
            </a:p>
          </p:txBody>
        </p:sp>
        <p:sp>
          <p:nvSpPr>
            <p:cNvPr id="206922" name="Rectangle 453"/>
            <p:cNvSpPr/>
            <p:nvPr/>
          </p:nvSpPr>
          <p:spPr>
            <a:xfrm>
              <a:off x="2827" y="3612"/>
              <a:ext cx="49" cy="9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3</a:t>
              </a:r>
              <a:endParaRPr lang="en-US" altLang="zh-CN" sz="1800" b="0" dirty="0">
                <a:solidFill>
                  <a:schemeClr val="tx1"/>
                </a:solidFill>
                <a:latin typeface="Arial" panose="020B0604020202020204" pitchFamily="34" charset="0"/>
              </a:endParaRPr>
            </a:p>
          </p:txBody>
        </p:sp>
        <p:sp>
          <p:nvSpPr>
            <p:cNvPr id="206923" name="Freeform 454"/>
            <p:cNvSpPr/>
            <p:nvPr/>
          </p:nvSpPr>
          <p:spPr>
            <a:xfrm>
              <a:off x="1882" y="2659"/>
              <a:ext cx="425" cy="252"/>
            </a:xfrm>
            <a:custGeom>
              <a:avLst/>
              <a:gdLst/>
              <a:ahLst/>
              <a:cxnLst>
                <a:cxn ang="0">
                  <a:pos x="0" y="2"/>
                </a:cxn>
                <a:cxn ang="0">
                  <a:pos x="0" y="0"/>
                </a:cxn>
                <a:cxn ang="0">
                  <a:pos x="0" y="4"/>
                </a:cxn>
                <a:cxn ang="0">
                  <a:pos x="0" y="8"/>
                </a:cxn>
                <a:cxn ang="0">
                  <a:pos x="0" y="6"/>
                </a:cxn>
                <a:cxn ang="0">
                  <a:pos x="2" y="6"/>
                </a:cxn>
                <a:cxn ang="0">
                  <a:pos x="2" y="8"/>
                </a:cxn>
                <a:cxn ang="0">
                  <a:pos x="2" y="4"/>
                </a:cxn>
                <a:cxn ang="0">
                  <a:pos x="2" y="0"/>
                </a:cxn>
                <a:cxn ang="0">
                  <a:pos x="2" y="2"/>
                </a:cxn>
                <a:cxn ang="0">
                  <a:pos x="0" y="2"/>
                </a:cxn>
              </a:cxnLst>
              <a:pathLst>
                <a:path w="1274" h="503">
                  <a:moveTo>
                    <a:pt x="159" y="126"/>
                  </a:moveTo>
                  <a:lnTo>
                    <a:pt x="159" y="0"/>
                  </a:lnTo>
                  <a:lnTo>
                    <a:pt x="0" y="252"/>
                  </a:lnTo>
                  <a:lnTo>
                    <a:pt x="159" y="503"/>
                  </a:lnTo>
                  <a:lnTo>
                    <a:pt x="159" y="377"/>
                  </a:lnTo>
                  <a:lnTo>
                    <a:pt x="1115" y="377"/>
                  </a:lnTo>
                  <a:lnTo>
                    <a:pt x="1115" y="503"/>
                  </a:lnTo>
                  <a:lnTo>
                    <a:pt x="1274" y="252"/>
                  </a:lnTo>
                  <a:lnTo>
                    <a:pt x="1115" y="0"/>
                  </a:lnTo>
                  <a:lnTo>
                    <a:pt x="1115" y="126"/>
                  </a:lnTo>
                  <a:lnTo>
                    <a:pt x="159" y="126"/>
                  </a:lnTo>
                  <a:close/>
                </a:path>
              </a:pathLst>
            </a:custGeom>
            <a:solidFill>
              <a:srgbClr val="FFFFFF">
                <a:alpha val="100000"/>
              </a:srgbClr>
            </a:solidFill>
            <a:ln w="9525" cap="flat" cmpd="sng">
              <a:solidFill>
                <a:srgbClr val="000000">
                  <a:alpha val="100000"/>
                </a:srgbClr>
              </a:solidFill>
              <a:prstDash val="solid"/>
              <a:round/>
              <a:headEnd type="none" w="med" len="med"/>
              <a:tailEnd type="none" w="med" len="med"/>
            </a:ln>
          </p:spPr>
          <p:txBody>
            <a:bodyPr/>
            <a:p>
              <a:endParaRPr lang="zh-CN" altLang="en-US"/>
            </a:p>
          </p:txBody>
        </p:sp>
        <p:sp>
          <p:nvSpPr>
            <p:cNvPr id="206924" name="Freeform 455"/>
            <p:cNvSpPr/>
            <p:nvPr/>
          </p:nvSpPr>
          <p:spPr>
            <a:xfrm>
              <a:off x="3758" y="2330"/>
              <a:ext cx="42" cy="51"/>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1"/>
                </a:cxn>
              </a:cxnLst>
              <a:pathLst>
                <a:path w="127" h="100">
                  <a:moveTo>
                    <a:pt x="0" y="50"/>
                  </a:moveTo>
                  <a:lnTo>
                    <a:pt x="2" y="36"/>
                  </a:lnTo>
                  <a:lnTo>
                    <a:pt x="10" y="23"/>
                  </a:lnTo>
                  <a:lnTo>
                    <a:pt x="22" y="12"/>
                  </a:lnTo>
                  <a:lnTo>
                    <a:pt x="37" y="4"/>
                  </a:lnTo>
                  <a:lnTo>
                    <a:pt x="54" y="0"/>
                  </a:lnTo>
                  <a:lnTo>
                    <a:pt x="73" y="0"/>
                  </a:lnTo>
                  <a:lnTo>
                    <a:pt x="90" y="4"/>
                  </a:lnTo>
                  <a:lnTo>
                    <a:pt x="106" y="12"/>
                  </a:lnTo>
                  <a:lnTo>
                    <a:pt x="116" y="23"/>
                  </a:lnTo>
                  <a:lnTo>
                    <a:pt x="124" y="36"/>
                  </a:lnTo>
                  <a:lnTo>
                    <a:pt x="127" y="50"/>
                  </a:lnTo>
                  <a:lnTo>
                    <a:pt x="124" y="65"/>
                  </a:lnTo>
                  <a:lnTo>
                    <a:pt x="116" y="77"/>
                  </a:lnTo>
                  <a:lnTo>
                    <a:pt x="106" y="88"/>
                  </a:lnTo>
                  <a:lnTo>
                    <a:pt x="90" y="96"/>
                  </a:lnTo>
                  <a:lnTo>
                    <a:pt x="73" y="100"/>
                  </a:lnTo>
                  <a:lnTo>
                    <a:pt x="54" y="100"/>
                  </a:lnTo>
                  <a:lnTo>
                    <a:pt x="37" y="96"/>
                  </a:lnTo>
                  <a:lnTo>
                    <a:pt x="22" y="88"/>
                  </a:lnTo>
                  <a:lnTo>
                    <a:pt x="10" y="77"/>
                  </a:lnTo>
                  <a:lnTo>
                    <a:pt x="2"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6925" name="Freeform 456"/>
            <p:cNvSpPr/>
            <p:nvPr/>
          </p:nvSpPr>
          <p:spPr>
            <a:xfrm>
              <a:off x="3758" y="2532"/>
              <a:ext cx="42" cy="5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1"/>
                </a:cxn>
                <a:cxn ang="0">
                  <a:pos x="0" y="1"/>
                </a:cxn>
                <a:cxn ang="0">
                  <a:pos x="0" y="1"/>
                </a:cxn>
                <a:cxn ang="0">
                  <a:pos x="0" y="1"/>
                </a:cxn>
                <a:cxn ang="0">
                  <a:pos x="0" y="1"/>
                </a:cxn>
                <a:cxn ang="0">
                  <a:pos x="0" y="1"/>
                </a:cxn>
                <a:cxn ang="0">
                  <a:pos x="0" y="1"/>
                </a:cxn>
                <a:cxn ang="0">
                  <a:pos x="0" y="1"/>
                </a:cxn>
                <a:cxn ang="0">
                  <a:pos x="0" y="1"/>
                </a:cxn>
                <a:cxn ang="0">
                  <a:pos x="0" y="1"/>
                </a:cxn>
                <a:cxn ang="0">
                  <a:pos x="0" y="0"/>
                </a:cxn>
              </a:cxnLst>
              <a:pathLst>
                <a:path w="127" h="101">
                  <a:moveTo>
                    <a:pt x="0" y="50"/>
                  </a:moveTo>
                  <a:lnTo>
                    <a:pt x="2" y="36"/>
                  </a:lnTo>
                  <a:lnTo>
                    <a:pt x="10" y="23"/>
                  </a:lnTo>
                  <a:lnTo>
                    <a:pt x="22" y="13"/>
                  </a:lnTo>
                  <a:lnTo>
                    <a:pt x="37" y="4"/>
                  </a:lnTo>
                  <a:lnTo>
                    <a:pt x="54" y="0"/>
                  </a:lnTo>
                  <a:lnTo>
                    <a:pt x="73" y="0"/>
                  </a:lnTo>
                  <a:lnTo>
                    <a:pt x="90" y="4"/>
                  </a:lnTo>
                  <a:lnTo>
                    <a:pt x="106" y="13"/>
                  </a:lnTo>
                  <a:lnTo>
                    <a:pt x="116" y="23"/>
                  </a:lnTo>
                  <a:lnTo>
                    <a:pt x="124" y="36"/>
                  </a:lnTo>
                  <a:lnTo>
                    <a:pt x="127" y="50"/>
                  </a:lnTo>
                  <a:lnTo>
                    <a:pt x="124" y="65"/>
                  </a:lnTo>
                  <a:lnTo>
                    <a:pt x="116" y="78"/>
                  </a:lnTo>
                  <a:lnTo>
                    <a:pt x="106" y="88"/>
                  </a:lnTo>
                  <a:lnTo>
                    <a:pt x="90" y="97"/>
                  </a:lnTo>
                  <a:lnTo>
                    <a:pt x="73" y="101"/>
                  </a:lnTo>
                  <a:lnTo>
                    <a:pt x="54" y="101"/>
                  </a:lnTo>
                  <a:lnTo>
                    <a:pt x="37" y="97"/>
                  </a:lnTo>
                  <a:lnTo>
                    <a:pt x="22" y="88"/>
                  </a:lnTo>
                  <a:lnTo>
                    <a:pt x="10" y="78"/>
                  </a:lnTo>
                  <a:lnTo>
                    <a:pt x="2"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6926" name="Freeform 457"/>
            <p:cNvSpPr/>
            <p:nvPr/>
          </p:nvSpPr>
          <p:spPr>
            <a:xfrm>
              <a:off x="3758" y="2733"/>
              <a:ext cx="42"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7" h="100">
                  <a:moveTo>
                    <a:pt x="0" y="51"/>
                  </a:moveTo>
                  <a:lnTo>
                    <a:pt x="2" y="36"/>
                  </a:lnTo>
                  <a:lnTo>
                    <a:pt x="10" y="24"/>
                  </a:lnTo>
                  <a:lnTo>
                    <a:pt x="22" y="13"/>
                  </a:lnTo>
                  <a:lnTo>
                    <a:pt x="37" y="5"/>
                  </a:lnTo>
                  <a:lnTo>
                    <a:pt x="54" y="0"/>
                  </a:lnTo>
                  <a:lnTo>
                    <a:pt x="73" y="0"/>
                  </a:lnTo>
                  <a:lnTo>
                    <a:pt x="90" y="5"/>
                  </a:lnTo>
                  <a:lnTo>
                    <a:pt x="106" y="13"/>
                  </a:lnTo>
                  <a:lnTo>
                    <a:pt x="116" y="24"/>
                  </a:lnTo>
                  <a:lnTo>
                    <a:pt x="124" y="36"/>
                  </a:lnTo>
                  <a:lnTo>
                    <a:pt x="127" y="51"/>
                  </a:lnTo>
                  <a:lnTo>
                    <a:pt x="124" y="64"/>
                  </a:lnTo>
                  <a:lnTo>
                    <a:pt x="116" y="78"/>
                  </a:lnTo>
                  <a:lnTo>
                    <a:pt x="106" y="88"/>
                  </a:lnTo>
                  <a:lnTo>
                    <a:pt x="90" y="97"/>
                  </a:lnTo>
                  <a:lnTo>
                    <a:pt x="73" y="100"/>
                  </a:lnTo>
                  <a:lnTo>
                    <a:pt x="54" y="100"/>
                  </a:lnTo>
                  <a:lnTo>
                    <a:pt x="37" y="97"/>
                  </a:lnTo>
                  <a:lnTo>
                    <a:pt x="22" y="88"/>
                  </a:lnTo>
                  <a:lnTo>
                    <a:pt x="10" y="78"/>
                  </a:lnTo>
                  <a:lnTo>
                    <a:pt x="2" y="64"/>
                  </a:lnTo>
                  <a:lnTo>
                    <a:pt x="0" y="51"/>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6927" name="Freeform 458"/>
            <p:cNvSpPr/>
            <p:nvPr/>
          </p:nvSpPr>
          <p:spPr>
            <a:xfrm>
              <a:off x="3758" y="2919"/>
              <a:ext cx="42"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7" h="100">
                  <a:moveTo>
                    <a:pt x="0" y="50"/>
                  </a:moveTo>
                  <a:lnTo>
                    <a:pt x="2" y="36"/>
                  </a:lnTo>
                  <a:lnTo>
                    <a:pt x="10" y="22"/>
                  </a:lnTo>
                  <a:lnTo>
                    <a:pt x="22" y="12"/>
                  </a:lnTo>
                  <a:lnTo>
                    <a:pt x="37" y="4"/>
                  </a:lnTo>
                  <a:lnTo>
                    <a:pt x="54" y="0"/>
                  </a:lnTo>
                  <a:lnTo>
                    <a:pt x="73" y="0"/>
                  </a:lnTo>
                  <a:lnTo>
                    <a:pt x="90" y="4"/>
                  </a:lnTo>
                  <a:lnTo>
                    <a:pt x="106" y="12"/>
                  </a:lnTo>
                  <a:lnTo>
                    <a:pt x="118" y="22"/>
                  </a:lnTo>
                  <a:lnTo>
                    <a:pt x="124" y="36"/>
                  </a:lnTo>
                  <a:lnTo>
                    <a:pt x="127" y="50"/>
                  </a:lnTo>
                  <a:lnTo>
                    <a:pt x="124" y="64"/>
                  </a:lnTo>
                  <a:lnTo>
                    <a:pt x="118" y="77"/>
                  </a:lnTo>
                  <a:lnTo>
                    <a:pt x="106" y="87"/>
                  </a:lnTo>
                  <a:lnTo>
                    <a:pt x="90" y="96"/>
                  </a:lnTo>
                  <a:lnTo>
                    <a:pt x="73" y="100"/>
                  </a:lnTo>
                  <a:lnTo>
                    <a:pt x="54" y="100"/>
                  </a:lnTo>
                  <a:lnTo>
                    <a:pt x="37" y="96"/>
                  </a:lnTo>
                  <a:lnTo>
                    <a:pt x="22" y="87"/>
                  </a:lnTo>
                  <a:lnTo>
                    <a:pt x="10" y="77"/>
                  </a:lnTo>
                  <a:lnTo>
                    <a:pt x="2" y="64"/>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6928" name="Freeform 459"/>
            <p:cNvSpPr/>
            <p:nvPr/>
          </p:nvSpPr>
          <p:spPr>
            <a:xfrm>
              <a:off x="4267" y="2330"/>
              <a:ext cx="43" cy="51"/>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1"/>
                </a:cxn>
              </a:cxnLst>
              <a:pathLst>
                <a:path w="128" h="100">
                  <a:moveTo>
                    <a:pt x="0" y="50"/>
                  </a:moveTo>
                  <a:lnTo>
                    <a:pt x="3" y="36"/>
                  </a:lnTo>
                  <a:lnTo>
                    <a:pt x="10" y="23"/>
                  </a:lnTo>
                  <a:lnTo>
                    <a:pt x="22" y="12"/>
                  </a:lnTo>
                  <a:lnTo>
                    <a:pt x="38" y="4"/>
                  </a:lnTo>
                  <a:lnTo>
                    <a:pt x="55" y="0"/>
                  </a:lnTo>
                  <a:lnTo>
                    <a:pt x="73" y="0"/>
                  </a:lnTo>
                  <a:lnTo>
                    <a:pt x="91" y="4"/>
                  </a:lnTo>
                  <a:lnTo>
                    <a:pt x="105" y="12"/>
                  </a:lnTo>
                  <a:lnTo>
                    <a:pt x="117" y="23"/>
                  </a:lnTo>
                  <a:lnTo>
                    <a:pt x="125" y="36"/>
                  </a:lnTo>
                  <a:lnTo>
                    <a:pt x="128" y="50"/>
                  </a:lnTo>
                  <a:lnTo>
                    <a:pt x="125" y="65"/>
                  </a:lnTo>
                  <a:lnTo>
                    <a:pt x="117" y="77"/>
                  </a:lnTo>
                  <a:lnTo>
                    <a:pt x="105" y="88"/>
                  </a:lnTo>
                  <a:lnTo>
                    <a:pt x="91" y="96"/>
                  </a:lnTo>
                  <a:lnTo>
                    <a:pt x="73" y="100"/>
                  </a:lnTo>
                  <a:lnTo>
                    <a:pt x="55" y="100"/>
                  </a:lnTo>
                  <a:lnTo>
                    <a:pt x="38" y="96"/>
                  </a:lnTo>
                  <a:lnTo>
                    <a:pt x="22" y="88"/>
                  </a:lnTo>
                  <a:lnTo>
                    <a:pt x="10" y="77"/>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6929" name="Freeform 460"/>
            <p:cNvSpPr/>
            <p:nvPr/>
          </p:nvSpPr>
          <p:spPr>
            <a:xfrm>
              <a:off x="4267" y="2532"/>
              <a:ext cx="43" cy="5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1"/>
                </a:cxn>
                <a:cxn ang="0">
                  <a:pos x="0" y="1"/>
                </a:cxn>
                <a:cxn ang="0">
                  <a:pos x="0" y="1"/>
                </a:cxn>
                <a:cxn ang="0">
                  <a:pos x="0" y="1"/>
                </a:cxn>
                <a:cxn ang="0">
                  <a:pos x="0" y="1"/>
                </a:cxn>
                <a:cxn ang="0">
                  <a:pos x="0" y="1"/>
                </a:cxn>
                <a:cxn ang="0">
                  <a:pos x="0" y="1"/>
                </a:cxn>
                <a:cxn ang="0">
                  <a:pos x="0" y="1"/>
                </a:cxn>
                <a:cxn ang="0">
                  <a:pos x="0" y="1"/>
                </a:cxn>
                <a:cxn ang="0">
                  <a:pos x="0" y="1"/>
                </a:cxn>
                <a:cxn ang="0">
                  <a:pos x="0" y="0"/>
                </a:cxn>
              </a:cxnLst>
              <a:pathLst>
                <a:path w="128" h="101">
                  <a:moveTo>
                    <a:pt x="0" y="50"/>
                  </a:moveTo>
                  <a:lnTo>
                    <a:pt x="3" y="36"/>
                  </a:lnTo>
                  <a:lnTo>
                    <a:pt x="10" y="23"/>
                  </a:lnTo>
                  <a:lnTo>
                    <a:pt x="22" y="13"/>
                  </a:lnTo>
                  <a:lnTo>
                    <a:pt x="38" y="4"/>
                  </a:lnTo>
                  <a:lnTo>
                    <a:pt x="55" y="0"/>
                  </a:lnTo>
                  <a:lnTo>
                    <a:pt x="73" y="0"/>
                  </a:lnTo>
                  <a:lnTo>
                    <a:pt x="91" y="4"/>
                  </a:lnTo>
                  <a:lnTo>
                    <a:pt x="105" y="13"/>
                  </a:lnTo>
                  <a:lnTo>
                    <a:pt x="117" y="23"/>
                  </a:lnTo>
                  <a:lnTo>
                    <a:pt x="125" y="36"/>
                  </a:lnTo>
                  <a:lnTo>
                    <a:pt x="128" y="50"/>
                  </a:lnTo>
                  <a:lnTo>
                    <a:pt x="125" y="65"/>
                  </a:lnTo>
                  <a:lnTo>
                    <a:pt x="117" y="78"/>
                  </a:lnTo>
                  <a:lnTo>
                    <a:pt x="105" y="88"/>
                  </a:lnTo>
                  <a:lnTo>
                    <a:pt x="91" y="97"/>
                  </a:lnTo>
                  <a:lnTo>
                    <a:pt x="73" y="101"/>
                  </a:lnTo>
                  <a:lnTo>
                    <a:pt x="55" y="101"/>
                  </a:lnTo>
                  <a:lnTo>
                    <a:pt x="38" y="97"/>
                  </a:lnTo>
                  <a:lnTo>
                    <a:pt x="22" y="88"/>
                  </a:lnTo>
                  <a:lnTo>
                    <a:pt x="10" y="78"/>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6930" name="Freeform 461"/>
            <p:cNvSpPr/>
            <p:nvPr/>
          </p:nvSpPr>
          <p:spPr>
            <a:xfrm>
              <a:off x="4267" y="2733"/>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51"/>
                  </a:moveTo>
                  <a:lnTo>
                    <a:pt x="3" y="36"/>
                  </a:lnTo>
                  <a:lnTo>
                    <a:pt x="10" y="24"/>
                  </a:lnTo>
                  <a:lnTo>
                    <a:pt x="22" y="13"/>
                  </a:lnTo>
                  <a:lnTo>
                    <a:pt x="38" y="5"/>
                  </a:lnTo>
                  <a:lnTo>
                    <a:pt x="55" y="0"/>
                  </a:lnTo>
                  <a:lnTo>
                    <a:pt x="73" y="0"/>
                  </a:lnTo>
                  <a:lnTo>
                    <a:pt x="91" y="5"/>
                  </a:lnTo>
                  <a:lnTo>
                    <a:pt x="105" y="13"/>
                  </a:lnTo>
                  <a:lnTo>
                    <a:pt x="117" y="24"/>
                  </a:lnTo>
                  <a:lnTo>
                    <a:pt x="125" y="36"/>
                  </a:lnTo>
                  <a:lnTo>
                    <a:pt x="128" y="51"/>
                  </a:lnTo>
                  <a:lnTo>
                    <a:pt x="125" y="64"/>
                  </a:lnTo>
                  <a:lnTo>
                    <a:pt x="117" y="78"/>
                  </a:lnTo>
                  <a:lnTo>
                    <a:pt x="105" y="88"/>
                  </a:lnTo>
                  <a:lnTo>
                    <a:pt x="91" y="97"/>
                  </a:lnTo>
                  <a:lnTo>
                    <a:pt x="73" y="100"/>
                  </a:lnTo>
                  <a:lnTo>
                    <a:pt x="55" y="100"/>
                  </a:lnTo>
                  <a:lnTo>
                    <a:pt x="38" y="97"/>
                  </a:lnTo>
                  <a:lnTo>
                    <a:pt x="22" y="88"/>
                  </a:lnTo>
                  <a:lnTo>
                    <a:pt x="10" y="78"/>
                  </a:lnTo>
                  <a:lnTo>
                    <a:pt x="3" y="64"/>
                  </a:lnTo>
                  <a:lnTo>
                    <a:pt x="0" y="51"/>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6931" name="Freeform 462"/>
            <p:cNvSpPr/>
            <p:nvPr/>
          </p:nvSpPr>
          <p:spPr>
            <a:xfrm>
              <a:off x="4267" y="2919"/>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50"/>
                  </a:moveTo>
                  <a:lnTo>
                    <a:pt x="3" y="36"/>
                  </a:lnTo>
                  <a:lnTo>
                    <a:pt x="10" y="22"/>
                  </a:lnTo>
                  <a:lnTo>
                    <a:pt x="22" y="12"/>
                  </a:lnTo>
                  <a:lnTo>
                    <a:pt x="38" y="4"/>
                  </a:lnTo>
                  <a:lnTo>
                    <a:pt x="55" y="0"/>
                  </a:lnTo>
                  <a:lnTo>
                    <a:pt x="73" y="0"/>
                  </a:lnTo>
                  <a:lnTo>
                    <a:pt x="91" y="4"/>
                  </a:lnTo>
                  <a:lnTo>
                    <a:pt x="105" y="12"/>
                  </a:lnTo>
                  <a:lnTo>
                    <a:pt x="117" y="22"/>
                  </a:lnTo>
                  <a:lnTo>
                    <a:pt x="125" y="36"/>
                  </a:lnTo>
                  <a:lnTo>
                    <a:pt x="128" y="50"/>
                  </a:lnTo>
                  <a:lnTo>
                    <a:pt x="125" y="64"/>
                  </a:lnTo>
                  <a:lnTo>
                    <a:pt x="117" y="77"/>
                  </a:lnTo>
                  <a:lnTo>
                    <a:pt x="105" y="87"/>
                  </a:lnTo>
                  <a:lnTo>
                    <a:pt x="91" y="96"/>
                  </a:lnTo>
                  <a:lnTo>
                    <a:pt x="73" y="100"/>
                  </a:lnTo>
                  <a:lnTo>
                    <a:pt x="55" y="100"/>
                  </a:lnTo>
                  <a:lnTo>
                    <a:pt x="38" y="96"/>
                  </a:lnTo>
                  <a:lnTo>
                    <a:pt x="22" y="87"/>
                  </a:lnTo>
                  <a:lnTo>
                    <a:pt x="10" y="77"/>
                  </a:lnTo>
                  <a:lnTo>
                    <a:pt x="3" y="64"/>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6932" name="Freeform 463"/>
            <p:cNvSpPr/>
            <p:nvPr/>
          </p:nvSpPr>
          <p:spPr>
            <a:xfrm>
              <a:off x="4777" y="2330"/>
              <a:ext cx="43" cy="51"/>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1"/>
                </a:cxn>
              </a:cxnLst>
              <a:pathLst>
                <a:path w="128" h="100">
                  <a:moveTo>
                    <a:pt x="0" y="50"/>
                  </a:moveTo>
                  <a:lnTo>
                    <a:pt x="3" y="36"/>
                  </a:lnTo>
                  <a:lnTo>
                    <a:pt x="10" y="23"/>
                  </a:lnTo>
                  <a:lnTo>
                    <a:pt x="22" y="12"/>
                  </a:lnTo>
                  <a:lnTo>
                    <a:pt x="38" y="4"/>
                  </a:lnTo>
                  <a:lnTo>
                    <a:pt x="55" y="0"/>
                  </a:lnTo>
                  <a:lnTo>
                    <a:pt x="72" y="0"/>
                  </a:lnTo>
                  <a:lnTo>
                    <a:pt x="91" y="4"/>
                  </a:lnTo>
                  <a:lnTo>
                    <a:pt x="105" y="12"/>
                  </a:lnTo>
                  <a:lnTo>
                    <a:pt x="117" y="23"/>
                  </a:lnTo>
                  <a:lnTo>
                    <a:pt x="125" y="36"/>
                  </a:lnTo>
                  <a:lnTo>
                    <a:pt x="128" y="50"/>
                  </a:lnTo>
                  <a:lnTo>
                    <a:pt x="125" y="65"/>
                  </a:lnTo>
                  <a:lnTo>
                    <a:pt x="117" y="77"/>
                  </a:lnTo>
                  <a:lnTo>
                    <a:pt x="105" y="88"/>
                  </a:lnTo>
                  <a:lnTo>
                    <a:pt x="91" y="96"/>
                  </a:lnTo>
                  <a:lnTo>
                    <a:pt x="72" y="100"/>
                  </a:lnTo>
                  <a:lnTo>
                    <a:pt x="55" y="100"/>
                  </a:lnTo>
                  <a:lnTo>
                    <a:pt x="38" y="96"/>
                  </a:lnTo>
                  <a:lnTo>
                    <a:pt x="22" y="88"/>
                  </a:lnTo>
                  <a:lnTo>
                    <a:pt x="10" y="77"/>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6933" name="Freeform 464"/>
            <p:cNvSpPr/>
            <p:nvPr/>
          </p:nvSpPr>
          <p:spPr>
            <a:xfrm>
              <a:off x="4777" y="2532"/>
              <a:ext cx="43" cy="5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1"/>
                </a:cxn>
                <a:cxn ang="0">
                  <a:pos x="0" y="1"/>
                </a:cxn>
                <a:cxn ang="0">
                  <a:pos x="0" y="1"/>
                </a:cxn>
                <a:cxn ang="0">
                  <a:pos x="0" y="1"/>
                </a:cxn>
                <a:cxn ang="0">
                  <a:pos x="0" y="1"/>
                </a:cxn>
                <a:cxn ang="0">
                  <a:pos x="0" y="1"/>
                </a:cxn>
                <a:cxn ang="0">
                  <a:pos x="0" y="1"/>
                </a:cxn>
                <a:cxn ang="0">
                  <a:pos x="0" y="1"/>
                </a:cxn>
                <a:cxn ang="0">
                  <a:pos x="0" y="1"/>
                </a:cxn>
                <a:cxn ang="0">
                  <a:pos x="0" y="1"/>
                </a:cxn>
                <a:cxn ang="0">
                  <a:pos x="0" y="0"/>
                </a:cxn>
              </a:cxnLst>
              <a:pathLst>
                <a:path w="128" h="101">
                  <a:moveTo>
                    <a:pt x="0" y="50"/>
                  </a:moveTo>
                  <a:lnTo>
                    <a:pt x="3" y="36"/>
                  </a:lnTo>
                  <a:lnTo>
                    <a:pt x="10" y="23"/>
                  </a:lnTo>
                  <a:lnTo>
                    <a:pt x="22" y="13"/>
                  </a:lnTo>
                  <a:lnTo>
                    <a:pt x="38" y="4"/>
                  </a:lnTo>
                  <a:lnTo>
                    <a:pt x="55" y="0"/>
                  </a:lnTo>
                  <a:lnTo>
                    <a:pt x="72" y="0"/>
                  </a:lnTo>
                  <a:lnTo>
                    <a:pt x="91" y="4"/>
                  </a:lnTo>
                  <a:lnTo>
                    <a:pt x="105" y="13"/>
                  </a:lnTo>
                  <a:lnTo>
                    <a:pt x="117" y="23"/>
                  </a:lnTo>
                  <a:lnTo>
                    <a:pt x="125" y="36"/>
                  </a:lnTo>
                  <a:lnTo>
                    <a:pt x="128" y="50"/>
                  </a:lnTo>
                  <a:lnTo>
                    <a:pt x="125" y="65"/>
                  </a:lnTo>
                  <a:lnTo>
                    <a:pt x="117" y="78"/>
                  </a:lnTo>
                  <a:lnTo>
                    <a:pt x="105" y="88"/>
                  </a:lnTo>
                  <a:lnTo>
                    <a:pt x="91" y="97"/>
                  </a:lnTo>
                  <a:lnTo>
                    <a:pt x="72" y="101"/>
                  </a:lnTo>
                  <a:lnTo>
                    <a:pt x="55" y="101"/>
                  </a:lnTo>
                  <a:lnTo>
                    <a:pt x="38" y="97"/>
                  </a:lnTo>
                  <a:lnTo>
                    <a:pt x="22" y="88"/>
                  </a:lnTo>
                  <a:lnTo>
                    <a:pt x="10" y="78"/>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6934" name="Freeform 465"/>
            <p:cNvSpPr/>
            <p:nvPr/>
          </p:nvSpPr>
          <p:spPr>
            <a:xfrm>
              <a:off x="4777" y="2733"/>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51"/>
                  </a:moveTo>
                  <a:lnTo>
                    <a:pt x="3" y="36"/>
                  </a:lnTo>
                  <a:lnTo>
                    <a:pt x="10" y="24"/>
                  </a:lnTo>
                  <a:lnTo>
                    <a:pt x="22" y="13"/>
                  </a:lnTo>
                  <a:lnTo>
                    <a:pt x="38" y="5"/>
                  </a:lnTo>
                  <a:lnTo>
                    <a:pt x="55" y="0"/>
                  </a:lnTo>
                  <a:lnTo>
                    <a:pt x="72" y="0"/>
                  </a:lnTo>
                  <a:lnTo>
                    <a:pt x="91" y="5"/>
                  </a:lnTo>
                  <a:lnTo>
                    <a:pt x="105" y="13"/>
                  </a:lnTo>
                  <a:lnTo>
                    <a:pt x="117" y="24"/>
                  </a:lnTo>
                  <a:lnTo>
                    <a:pt x="125" y="36"/>
                  </a:lnTo>
                  <a:lnTo>
                    <a:pt x="128" y="51"/>
                  </a:lnTo>
                  <a:lnTo>
                    <a:pt x="125" y="64"/>
                  </a:lnTo>
                  <a:lnTo>
                    <a:pt x="117" y="78"/>
                  </a:lnTo>
                  <a:lnTo>
                    <a:pt x="105" y="88"/>
                  </a:lnTo>
                  <a:lnTo>
                    <a:pt x="91" y="97"/>
                  </a:lnTo>
                  <a:lnTo>
                    <a:pt x="72" y="100"/>
                  </a:lnTo>
                  <a:lnTo>
                    <a:pt x="55" y="100"/>
                  </a:lnTo>
                  <a:lnTo>
                    <a:pt x="38" y="97"/>
                  </a:lnTo>
                  <a:lnTo>
                    <a:pt x="22" y="88"/>
                  </a:lnTo>
                  <a:lnTo>
                    <a:pt x="10" y="78"/>
                  </a:lnTo>
                  <a:lnTo>
                    <a:pt x="3" y="64"/>
                  </a:lnTo>
                  <a:lnTo>
                    <a:pt x="0" y="51"/>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6935" name="Freeform 466"/>
            <p:cNvSpPr/>
            <p:nvPr/>
          </p:nvSpPr>
          <p:spPr>
            <a:xfrm>
              <a:off x="4777" y="2919"/>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50"/>
                  </a:moveTo>
                  <a:lnTo>
                    <a:pt x="3" y="36"/>
                  </a:lnTo>
                  <a:lnTo>
                    <a:pt x="10" y="22"/>
                  </a:lnTo>
                  <a:lnTo>
                    <a:pt x="22" y="12"/>
                  </a:lnTo>
                  <a:lnTo>
                    <a:pt x="38" y="4"/>
                  </a:lnTo>
                  <a:lnTo>
                    <a:pt x="55" y="0"/>
                  </a:lnTo>
                  <a:lnTo>
                    <a:pt x="73" y="0"/>
                  </a:lnTo>
                  <a:lnTo>
                    <a:pt x="91" y="4"/>
                  </a:lnTo>
                  <a:lnTo>
                    <a:pt x="105" y="12"/>
                  </a:lnTo>
                  <a:lnTo>
                    <a:pt x="117" y="22"/>
                  </a:lnTo>
                  <a:lnTo>
                    <a:pt x="125" y="36"/>
                  </a:lnTo>
                  <a:lnTo>
                    <a:pt x="128" y="50"/>
                  </a:lnTo>
                  <a:lnTo>
                    <a:pt x="125" y="64"/>
                  </a:lnTo>
                  <a:lnTo>
                    <a:pt x="117" y="77"/>
                  </a:lnTo>
                  <a:lnTo>
                    <a:pt x="105" y="87"/>
                  </a:lnTo>
                  <a:lnTo>
                    <a:pt x="91" y="96"/>
                  </a:lnTo>
                  <a:lnTo>
                    <a:pt x="73" y="100"/>
                  </a:lnTo>
                  <a:lnTo>
                    <a:pt x="55" y="100"/>
                  </a:lnTo>
                  <a:lnTo>
                    <a:pt x="38" y="96"/>
                  </a:lnTo>
                  <a:lnTo>
                    <a:pt x="22" y="87"/>
                  </a:lnTo>
                  <a:lnTo>
                    <a:pt x="10" y="77"/>
                  </a:lnTo>
                  <a:lnTo>
                    <a:pt x="3" y="64"/>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6936" name="Rectangle 467"/>
            <p:cNvSpPr/>
            <p:nvPr/>
          </p:nvSpPr>
          <p:spPr>
            <a:xfrm>
              <a:off x="3090" y="2800"/>
              <a:ext cx="146" cy="14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12</a:t>
              </a:r>
              <a:endParaRPr lang="en-US" altLang="zh-CN" sz="1800" b="0" dirty="0">
                <a:solidFill>
                  <a:schemeClr val="tx1"/>
                </a:solidFill>
                <a:latin typeface="Arial" panose="020B0604020202020204" pitchFamily="34" charset="0"/>
              </a:endParaRPr>
            </a:p>
          </p:txBody>
        </p:sp>
        <p:sp>
          <p:nvSpPr>
            <p:cNvPr id="206937" name="Rectangle 468"/>
            <p:cNvSpPr/>
            <p:nvPr/>
          </p:nvSpPr>
          <p:spPr>
            <a:xfrm>
              <a:off x="3211" y="2794"/>
              <a:ext cx="48" cy="9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06938" name="Rectangle 469"/>
            <p:cNvSpPr/>
            <p:nvPr/>
          </p:nvSpPr>
          <p:spPr>
            <a:xfrm>
              <a:off x="3637" y="2209"/>
              <a:ext cx="73" cy="14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206939" name="Rectangle 470"/>
            <p:cNvSpPr/>
            <p:nvPr/>
          </p:nvSpPr>
          <p:spPr>
            <a:xfrm>
              <a:off x="3697" y="2202"/>
              <a:ext cx="49" cy="9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06940" name="Rectangle 471"/>
            <p:cNvSpPr/>
            <p:nvPr/>
          </p:nvSpPr>
          <p:spPr>
            <a:xfrm>
              <a:off x="3585" y="2800"/>
              <a:ext cx="145" cy="14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13</a:t>
              </a:r>
              <a:endParaRPr lang="en-US" altLang="zh-CN" sz="1800" b="0" dirty="0">
                <a:solidFill>
                  <a:schemeClr val="tx1"/>
                </a:solidFill>
                <a:latin typeface="Arial" panose="020B0604020202020204" pitchFamily="34" charset="0"/>
              </a:endParaRPr>
            </a:p>
          </p:txBody>
        </p:sp>
        <p:sp>
          <p:nvSpPr>
            <p:cNvPr id="206941" name="Rectangle 472"/>
            <p:cNvSpPr/>
            <p:nvPr/>
          </p:nvSpPr>
          <p:spPr>
            <a:xfrm>
              <a:off x="3706" y="2794"/>
              <a:ext cx="48" cy="9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06942" name="Rectangle 473"/>
            <p:cNvSpPr/>
            <p:nvPr/>
          </p:nvSpPr>
          <p:spPr>
            <a:xfrm>
              <a:off x="4132" y="2209"/>
              <a:ext cx="73" cy="14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2</a:t>
              </a:r>
              <a:endParaRPr lang="en-US" altLang="zh-CN" sz="1800" b="0" dirty="0">
                <a:solidFill>
                  <a:schemeClr val="tx1"/>
                </a:solidFill>
                <a:latin typeface="Arial" panose="020B0604020202020204" pitchFamily="34" charset="0"/>
              </a:endParaRPr>
            </a:p>
          </p:txBody>
        </p:sp>
        <p:sp>
          <p:nvSpPr>
            <p:cNvPr id="206943" name="Rectangle 474"/>
            <p:cNvSpPr/>
            <p:nvPr/>
          </p:nvSpPr>
          <p:spPr>
            <a:xfrm>
              <a:off x="4192" y="2202"/>
              <a:ext cx="48" cy="9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06944" name="Rectangle 475"/>
            <p:cNvSpPr/>
            <p:nvPr/>
          </p:nvSpPr>
          <p:spPr>
            <a:xfrm>
              <a:off x="4081" y="2800"/>
              <a:ext cx="146" cy="14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14</a:t>
              </a:r>
              <a:endParaRPr lang="en-US" altLang="zh-CN" sz="1800" b="0" dirty="0">
                <a:solidFill>
                  <a:schemeClr val="tx1"/>
                </a:solidFill>
                <a:latin typeface="Arial" panose="020B0604020202020204" pitchFamily="34" charset="0"/>
              </a:endParaRPr>
            </a:p>
          </p:txBody>
        </p:sp>
        <p:sp>
          <p:nvSpPr>
            <p:cNvPr id="206945" name="Rectangle 476"/>
            <p:cNvSpPr/>
            <p:nvPr/>
          </p:nvSpPr>
          <p:spPr>
            <a:xfrm>
              <a:off x="4201" y="2794"/>
              <a:ext cx="48" cy="9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06946" name="Rectangle 477"/>
            <p:cNvSpPr/>
            <p:nvPr/>
          </p:nvSpPr>
          <p:spPr>
            <a:xfrm>
              <a:off x="4649" y="2209"/>
              <a:ext cx="73" cy="14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3</a:t>
              </a:r>
              <a:endParaRPr lang="en-US" altLang="zh-CN" sz="1800" b="0" dirty="0">
                <a:solidFill>
                  <a:schemeClr val="tx1"/>
                </a:solidFill>
                <a:latin typeface="Arial" panose="020B0604020202020204" pitchFamily="34" charset="0"/>
              </a:endParaRPr>
            </a:p>
          </p:txBody>
        </p:sp>
        <p:sp>
          <p:nvSpPr>
            <p:cNvPr id="206947" name="Rectangle 478"/>
            <p:cNvSpPr/>
            <p:nvPr/>
          </p:nvSpPr>
          <p:spPr>
            <a:xfrm>
              <a:off x="4709" y="2202"/>
              <a:ext cx="48" cy="9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06948" name="Rectangle 479"/>
            <p:cNvSpPr/>
            <p:nvPr/>
          </p:nvSpPr>
          <p:spPr>
            <a:xfrm>
              <a:off x="4612" y="2812"/>
              <a:ext cx="145" cy="14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15</a:t>
              </a:r>
              <a:endParaRPr lang="en-US" altLang="zh-CN" sz="1800" b="0" dirty="0">
                <a:solidFill>
                  <a:schemeClr val="tx1"/>
                </a:solidFill>
                <a:latin typeface="Arial" panose="020B0604020202020204" pitchFamily="34" charset="0"/>
              </a:endParaRPr>
            </a:p>
          </p:txBody>
        </p:sp>
        <p:sp>
          <p:nvSpPr>
            <p:cNvPr id="206949" name="Rectangle 480"/>
            <p:cNvSpPr/>
            <p:nvPr/>
          </p:nvSpPr>
          <p:spPr>
            <a:xfrm>
              <a:off x="4732" y="2806"/>
              <a:ext cx="48" cy="98"/>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06950" name="Rectangle 481"/>
            <p:cNvSpPr/>
            <p:nvPr/>
          </p:nvSpPr>
          <p:spPr>
            <a:xfrm>
              <a:off x="5244" y="2498"/>
              <a:ext cx="220" cy="16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行</a:t>
              </a:r>
              <a:r>
                <a:rPr lang="en-US" altLang="zh-CN" sz="2000" dirty="0">
                  <a:solidFill>
                    <a:srgbClr val="000000"/>
                  </a:solidFill>
                  <a:latin typeface="宋体" panose="02010600030101010101" pitchFamily="2" charset="-122"/>
                </a:rPr>
                <a:t>1</a:t>
              </a:r>
              <a:endParaRPr lang="en-US" altLang="zh-CN" sz="2000" dirty="0">
                <a:solidFill>
                  <a:srgbClr val="000000"/>
                </a:solidFill>
                <a:latin typeface="宋体" panose="02010600030101010101" pitchFamily="2" charset="-122"/>
              </a:endParaRPr>
            </a:p>
          </p:txBody>
        </p:sp>
        <p:sp>
          <p:nvSpPr>
            <p:cNvPr id="206951" name="Rectangle 482"/>
            <p:cNvSpPr/>
            <p:nvPr/>
          </p:nvSpPr>
          <p:spPr>
            <a:xfrm>
              <a:off x="5244" y="2699"/>
              <a:ext cx="220" cy="16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行</a:t>
              </a:r>
              <a:r>
                <a:rPr lang="en-US" altLang="zh-CN" sz="2000" dirty="0">
                  <a:solidFill>
                    <a:srgbClr val="000000"/>
                  </a:solidFill>
                  <a:latin typeface="宋体" panose="02010600030101010101" pitchFamily="2" charset="-122"/>
                </a:rPr>
                <a:t>2</a:t>
              </a:r>
              <a:endParaRPr lang="en-US" altLang="zh-CN" sz="2000" dirty="0">
                <a:solidFill>
                  <a:srgbClr val="000000"/>
                </a:solidFill>
                <a:latin typeface="宋体" panose="02010600030101010101" pitchFamily="2" charset="-122"/>
              </a:endParaRPr>
            </a:p>
          </p:txBody>
        </p:sp>
        <p:sp>
          <p:nvSpPr>
            <p:cNvPr id="206952" name="Rectangle 483"/>
            <p:cNvSpPr/>
            <p:nvPr/>
          </p:nvSpPr>
          <p:spPr>
            <a:xfrm>
              <a:off x="5244" y="2875"/>
              <a:ext cx="198" cy="147"/>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dirty="0">
                  <a:solidFill>
                    <a:srgbClr val="000000"/>
                  </a:solidFill>
                  <a:latin typeface="宋体" panose="02010600030101010101" pitchFamily="2" charset="-122"/>
                </a:rPr>
                <a:t>行</a:t>
              </a:r>
              <a:r>
                <a:rPr lang="en-US" altLang="zh-CN" sz="1800" dirty="0">
                  <a:solidFill>
                    <a:srgbClr val="000000"/>
                  </a:solidFill>
                  <a:latin typeface="宋体" panose="02010600030101010101" pitchFamily="2" charset="-122"/>
                </a:rPr>
                <a:t>3</a:t>
              </a:r>
              <a:endParaRPr lang="en-US" altLang="zh-CN" sz="1800" dirty="0">
                <a:solidFill>
                  <a:srgbClr val="000000"/>
                </a:solidFill>
                <a:latin typeface="宋体" panose="02010600030101010101" pitchFamily="2" charset="-122"/>
              </a:endParaRPr>
            </a:p>
          </p:txBody>
        </p:sp>
        <p:sp>
          <p:nvSpPr>
            <p:cNvPr id="206953" name="Line 484"/>
            <p:cNvSpPr/>
            <p:nvPr/>
          </p:nvSpPr>
          <p:spPr>
            <a:xfrm>
              <a:off x="3418" y="1777"/>
              <a:ext cx="0" cy="252"/>
            </a:xfrm>
            <a:prstGeom prst="line">
              <a:avLst/>
            </a:prstGeom>
            <a:ln w="14288" cap="flat" cmpd="sng">
              <a:solidFill>
                <a:srgbClr val="000000"/>
              </a:solidFill>
              <a:prstDash val="solid"/>
              <a:headEnd type="none" w="med" len="med"/>
              <a:tailEnd type="none" w="med" len="med"/>
            </a:ln>
          </p:spPr>
        </p:sp>
        <p:sp>
          <p:nvSpPr>
            <p:cNvPr id="206954" name="Rectangle 485"/>
            <p:cNvSpPr/>
            <p:nvPr/>
          </p:nvSpPr>
          <p:spPr>
            <a:xfrm>
              <a:off x="3376" y="1888"/>
              <a:ext cx="94" cy="141"/>
            </a:xfrm>
            <a:prstGeom prst="rect">
              <a:avLst/>
            </a:prstGeom>
            <a:solidFill>
              <a:srgbClr val="FFFFFF"/>
            </a:solidFill>
            <a:ln w="14288"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06955" name="Line 486"/>
            <p:cNvSpPr/>
            <p:nvPr/>
          </p:nvSpPr>
          <p:spPr>
            <a:xfrm>
              <a:off x="3917" y="1777"/>
              <a:ext cx="0" cy="252"/>
            </a:xfrm>
            <a:prstGeom prst="line">
              <a:avLst/>
            </a:prstGeom>
            <a:ln w="14288" cap="flat" cmpd="sng">
              <a:solidFill>
                <a:srgbClr val="000000"/>
              </a:solidFill>
              <a:prstDash val="solid"/>
              <a:headEnd type="none" w="med" len="med"/>
              <a:tailEnd type="none" w="med" len="med"/>
            </a:ln>
          </p:spPr>
        </p:sp>
        <p:sp>
          <p:nvSpPr>
            <p:cNvPr id="206956" name="Rectangle 487"/>
            <p:cNvSpPr/>
            <p:nvPr/>
          </p:nvSpPr>
          <p:spPr>
            <a:xfrm>
              <a:off x="3875" y="1888"/>
              <a:ext cx="94" cy="141"/>
            </a:xfrm>
            <a:prstGeom prst="rect">
              <a:avLst/>
            </a:prstGeom>
            <a:solidFill>
              <a:srgbClr val="FFFFFF"/>
            </a:solidFill>
            <a:ln w="14288"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06957" name="Line 488"/>
            <p:cNvSpPr/>
            <p:nvPr/>
          </p:nvSpPr>
          <p:spPr>
            <a:xfrm flipH="1">
              <a:off x="4421" y="1797"/>
              <a:ext cx="1" cy="232"/>
            </a:xfrm>
            <a:prstGeom prst="line">
              <a:avLst/>
            </a:prstGeom>
            <a:ln w="14288" cap="flat" cmpd="sng">
              <a:solidFill>
                <a:srgbClr val="000000"/>
              </a:solidFill>
              <a:prstDash val="solid"/>
              <a:headEnd type="none" w="med" len="med"/>
              <a:tailEnd type="none" w="med" len="med"/>
            </a:ln>
          </p:spPr>
        </p:sp>
        <p:sp>
          <p:nvSpPr>
            <p:cNvPr id="206958" name="Rectangle 489"/>
            <p:cNvSpPr/>
            <p:nvPr/>
          </p:nvSpPr>
          <p:spPr>
            <a:xfrm>
              <a:off x="4378" y="1888"/>
              <a:ext cx="90" cy="141"/>
            </a:xfrm>
            <a:prstGeom prst="rect">
              <a:avLst/>
            </a:prstGeom>
            <a:solidFill>
              <a:srgbClr val="FFFFFF"/>
            </a:solidFill>
            <a:ln w="14288"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06959" name="Rectangle 490"/>
            <p:cNvSpPr/>
            <p:nvPr/>
          </p:nvSpPr>
          <p:spPr>
            <a:xfrm>
              <a:off x="3334" y="1570"/>
              <a:ext cx="220" cy="16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列</a:t>
              </a:r>
              <a:r>
                <a:rPr lang="en-US" altLang="zh-CN" sz="2000" dirty="0">
                  <a:solidFill>
                    <a:srgbClr val="000000"/>
                  </a:solidFill>
                  <a:latin typeface="宋体" panose="02010600030101010101" pitchFamily="2" charset="-122"/>
                </a:rPr>
                <a:t>0</a:t>
              </a:r>
              <a:endParaRPr lang="en-US" altLang="zh-CN" sz="2000" dirty="0">
                <a:solidFill>
                  <a:schemeClr val="tx1"/>
                </a:solidFill>
                <a:latin typeface="宋体" panose="02010600030101010101" pitchFamily="2" charset="-122"/>
              </a:endParaRPr>
            </a:p>
          </p:txBody>
        </p:sp>
        <p:sp>
          <p:nvSpPr>
            <p:cNvPr id="206960" name="Rectangle 491"/>
            <p:cNvSpPr/>
            <p:nvPr/>
          </p:nvSpPr>
          <p:spPr>
            <a:xfrm>
              <a:off x="3787" y="1570"/>
              <a:ext cx="220" cy="16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列</a:t>
              </a:r>
              <a:r>
                <a:rPr lang="en-US" altLang="zh-CN" sz="2000" dirty="0">
                  <a:solidFill>
                    <a:srgbClr val="000000"/>
                  </a:solidFill>
                  <a:latin typeface="宋体" panose="02010600030101010101" pitchFamily="2" charset="-122"/>
                </a:rPr>
                <a:t>1</a:t>
              </a:r>
              <a:endParaRPr lang="en-US" altLang="zh-CN" sz="2000" dirty="0">
                <a:solidFill>
                  <a:srgbClr val="000000"/>
                </a:solidFill>
                <a:latin typeface="宋体" panose="02010600030101010101" pitchFamily="2" charset="-122"/>
              </a:endParaRPr>
            </a:p>
          </p:txBody>
        </p:sp>
        <p:sp>
          <p:nvSpPr>
            <p:cNvPr id="206961" name="Rectangle 492"/>
            <p:cNvSpPr/>
            <p:nvPr/>
          </p:nvSpPr>
          <p:spPr>
            <a:xfrm>
              <a:off x="4286" y="1560"/>
              <a:ext cx="272" cy="163"/>
            </a:xfrm>
            <a:prstGeom prst="rect">
              <a:avLst/>
            </a:prstGeom>
            <a:noFill/>
            <a:ln w="95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列</a:t>
              </a:r>
              <a:r>
                <a:rPr lang="en-US" altLang="zh-CN" sz="2000" dirty="0">
                  <a:solidFill>
                    <a:srgbClr val="000000"/>
                  </a:solidFill>
                  <a:latin typeface="宋体" panose="02010600030101010101" pitchFamily="2" charset="-122"/>
                </a:rPr>
                <a:t>2</a:t>
              </a:r>
              <a:endParaRPr lang="en-US" altLang="zh-CN" sz="2000" dirty="0">
                <a:solidFill>
                  <a:srgbClr val="000000"/>
                </a:solidFill>
                <a:latin typeface="宋体" panose="02010600030101010101" pitchFamily="2" charset="-122"/>
              </a:endParaRPr>
            </a:p>
          </p:txBody>
        </p:sp>
        <p:sp>
          <p:nvSpPr>
            <p:cNvPr id="206962" name="Rectangle 493"/>
            <p:cNvSpPr/>
            <p:nvPr/>
          </p:nvSpPr>
          <p:spPr>
            <a:xfrm>
              <a:off x="4785" y="1560"/>
              <a:ext cx="220" cy="16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列</a:t>
              </a:r>
              <a:r>
                <a:rPr lang="en-US" altLang="zh-CN" sz="2000" dirty="0">
                  <a:solidFill>
                    <a:srgbClr val="000000"/>
                  </a:solidFill>
                  <a:latin typeface="宋体" panose="02010600030101010101" pitchFamily="2" charset="-122"/>
                </a:rPr>
                <a:t>3</a:t>
              </a:r>
              <a:endParaRPr lang="en-US" altLang="zh-CN" sz="2000" dirty="0">
                <a:solidFill>
                  <a:srgbClr val="000000"/>
                </a:solidFill>
                <a:latin typeface="宋体" panose="02010600030101010101" pitchFamily="2" charset="-122"/>
              </a:endParaRPr>
            </a:p>
          </p:txBody>
        </p:sp>
        <p:sp>
          <p:nvSpPr>
            <p:cNvPr id="206963" name="Line 494"/>
            <p:cNvSpPr/>
            <p:nvPr/>
          </p:nvSpPr>
          <p:spPr>
            <a:xfrm>
              <a:off x="4921" y="1797"/>
              <a:ext cx="0" cy="91"/>
            </a:xfrm>
            <a:prstGeom prst="line">
              <a:avLst/>
            </a:prstGeom>
            <a:ln w="14288" cap="flat" cmpd="sng">
              <a:solidFill>
                <a:srgbClr val="000000"/>
              </a:solidFill>
              <a:prstDash val="solid"/>
              <a:headEnd type="none" w="med" len="med"/>
              <a:tailEnd type="none" w="med" len="med"/>
            </a:ln>
          </p:spPr>
        </p:sp>
        <p:sp>
          <p:nvSpPr>
            <p:cNvPr id="206964" name="Line 495"/>
            <p:cNvSpPr/>
            <p:nvPr/>
          </p:nvSpPr>
          <p:spPr>
            <a:xfrm>
              <a:off x="4421" y="1777"/>
              <a:ext cx="0" cy="252"/>
            </a:xfrm>
            <a:prstGeom prst="line">
              <a:avLst/>
            </a:prstGeom>
            <a:ln w="14288" cap="flat" cmpd="sng">
              <a:solidFill>
                <a:srgbClr val="000000"/>
              </a:solidFill>
              <a:prstDash val="solid"/>
              <a:headEnd type="none" w="med" len="med"/>
              <a:tailEnd type="none" w="med" len="med"/>
            </a:ln>
          </p:spPr>
        </p:sp>
        <p:sp>
          <p:nvSpPr>
            <p:cNvPr id="206965" name="Line 496"/>
            <p:cNvSpPr/>
            <p:nvPr/>
          </p:nvSpPr>
          <p:spPr>
            <a:xfrm>
              <a:off x="2925" y="2387"/>
              <a:ext cx="2268" cy="0"/>
            </a:xfrm>
            <a:prstGeom prst="line">
              <a:avLst/>
            </a:prstGeom>
            <a:ln w="9525" cap="flat" cmpd="sng">
              <a:solidFill>
                <a:srgbClr val="FF00FF"/>
              </a:solidFill>
              <a:prstDash val="solid"/>
              <a:headEnd type="none" w="med" len="med"/>
              <a:tailEnd type="none" w="med" len="med"/>
            </a:ln>
          </p:spPr>
        </p:sp>
        <p:sp>
          <p:nvSpPr>
            <p:cNvPr id="206966" name="Line 497"/>
            <p:cNvSpPr/>
            <p:nvPr/>
          </p:nvSpPr>
          <p:spPr>
            <a:xfrm>
              <a:off x="2925" y="2568"/>
              <a:ext cx="2268" cy="0"/>
            </a:xfrm>
            <a:prstGeom prst="line">
              <a:avLst/>
            </a:prstGeom>
            <a:ln w="9525" cap="flat" cmpd="sng">
              <a:solidFill>
                <a:srgbClr val="FF00FF"/>
              </a:solidFill>
              <a:prstDash val="solid"/>
              <a:headEnd type="none" w="med" len="med"/>
              <a:tailEnd type="none" w="med" len="med"/>
            </a:ln>
          </p:spPr>
        </p:sp>
        <p:sp>
          <p:nvSpPr>
            <p:cNvPr id="206967" name="Line 498"/>
            <p:cNvSpPr/>
            <p:nvPr/>
          </p:nvSpPr>
          <p:spPr>
            <a:xfrm>
              <a:off x="2925" y="2795"/>
              <a:ext cx="2268" cy="0"/>
            </a:xfrm>
            <a:prstGeom prst="line">
              <a:avLst/>
            </a:prstGeom>
            <a:ln w="9525" cap="flat" cmpd="sng">
              <a:solidFill>
                <a:srgbClr val="FF00FF"/>
              </a:solidFill>
              <a:prstDash val="solid"/>
              <a:headEnd type="none" w="med" len="med"/>
              <a:tailEnd type="none" w="med" len="med"/>
            </a:ln>
          </p:spPr>
        </p:sp>
        <p:sp>
          <p:nvSpPr>
            <p:cNvPr id="206968" name="Line 499"/>
            <p:cNvSpPr/>
            <p:nvPr/>
          </p:nvSpPr>
          <p:spPr>
            <a:xfrm>
              <a:off x="2925" y="2976"/>
              <a:ext cx="2268" cy="0"/>
            </a:xfrm>
            <a:prstGeom prst="line">
              <a:avLst/>
            </a:prstGeom>
            <a:ln w="9525" cap="flat" cmpd="sng">
              <a:solidFill>
                <a:srgbClr val="FF00FF"/>
              </a:solidFill>
              <a:prstDash val="solid"/>
              <a:headEnd type="none" w="med" len="med"/>
              <a:tailEnd type="none" w="med" len="med"/>
            </a:ln>
          </p:spPr>
        </p:sp>
      </p:grpSp>
    </p:spTree>
  </p:cSld>
  <p:clrMapOvr>
    <a:masterClrMapping/>
  </p:clrMapOvr>
  <p:transition spd="slow">
    <p:zoom/>
  </p:transition>
</p:sld>
</file>

<file path=ppt/slides/slide1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208898" name="Rectangle 4"/>
          <p:cNvSpPr/>
          <p:nvPr/>
        </p:nvSpPr>
        <p:spPr>
          <a:xfrm>
            <a:off x="179388" y="468313"/>
            <a:ext cx="8713787" cy="1809750"/>
          </a:xfrm>
          <a:prstGeom prst="rect">
            <a:avLst/>
          </a:prstGeom>
          <a:solidFill>
            <a:srgbClr val="00FF00">
              <a:alpha val="23137"/>
            </a:srgbClr>
          </a:solidFill>
          <a:ln w="9525" cap="flat" cmpd="sng">
            <a:solidFill>
              <a:srgbClr val="FF00FF"/>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dirty="0">
                <a:solidFill>
                  <a:schemeClr val="tx1"/>
                </a:solidFill>
                <a:latin typeface="宋体" panose="02010600030101010101" pitchFamily="2" charset="-122"/>
              </a:rPr>
              <a:t>工作原理：</a:t>
            </a:r>
            <a:r>
              <a:rPr lang="zh-CN" altLang="en-US" dirty="0">
                <a:solidFill>
                  <a:srgbClr val="FF00FF"/>
                </a:solidFill>
                <a:latin typeface="宋体" panose="02010600030101010101" pitchFamily="2" charset="-122"/>
              </a:rPr>
              <a:t>使全部输出线为</a:t>
            </a:r>
            <a:r>
              <a:rPr lang="en-US" altLang="zh-CN" dirty="0">
                <a:solidFill>
                  <a:srgbClr val="FF00FF"/>
                </a:solidFill>
                <a:latin typeface="宋体" panose="02010600030101010101" pitchFamily="2" charset="-122"/>
              </a:rPr>
              <a:t>0</a:t>
            </a:r>
            <a:r>
              <a:rPr lang="zh-CN" altLang="en-US" dirty="0">
                <a:solidFill>
                  <a:srgbClr val="FF00FF"/>
                </a:solidFill>
                <a:latin typeface="宋体" panose="02010600030101010101" pitchFamily="2" charset="-122"/>
              </a:rPr>
              <a:t>，读回输入线的数据，如有键被按下，则肯定有一条线的数据（有一位）为</a:t>
            </a:r>
            <a:r>
              <a:rPr lang="en-US" altLang="zh-CN" dirty="0">
                <a:solidFill>
                  <a:srgbClr val="FF00FF"/>
                </a:solidFill>
                <a:latin typeface="宋体" panose="02010600030101010101" pitchFamily="2" charset="-122"/>
              </a:rPr>
              <a:t>0</a:t>
            </a:r>
            <a:r>
              <a:rPr lang="zh-CN" altLang="en-US" dirty="0">
                <a:solidFill>
                  <a:srgbClr val="FF00FF"/>
                </a:solidFill>
                <a:latin typeface="宋体" panose="02010600030101010101" pitchFamily="2" charset="-122"/>
              </a:rPr>
              <a:t>。</a:t>
            </a:r>
            <a:endParaRPr lang="zh-CN" altLang="en-US" dirty="0">
              <a:solidFill>
                <a:srgbClr val="FF00FF"/>
              </a:solidFill>
              <a:latin typeface="宋体" panose="02010600030101010101" pitchFamily="2" charset="-122"/>
            </a:endParaRPr>
          </a:p>
          <a:p>
            <a:pPr marL="0" lvl="0" indent="0">
              <a:lnSpc>
                <a:spcPct val="100000"/>
              </a:lnSpc>
              <a:spcBef>
                <a:spcPct val="0"/>
              </a:spcBef>
              <a:spcAft>
                <a:spcPct val="0"/>
              </a:spcAft>
              <a:buClrTx/>
              <a:buSzTx/>
              <a:buNone/>
            </a:pPr>
            <a:r>
              <a:rPr lang="zh-CN" altLang="en-US" dirty="0">
                <a:solidFill>
                  <a:schemeClr val="tx1"/>
                </a:solidFill>
                <a:latin typeface="宋体" panose="02010600030101010101" pitchFamily="2" charset="-122"/>
              </a:rPr>
              <a:t>键盘工作过程：</a:t>
            </a:r>
            <a:r>
              <a:rPr lang="zh-CN" altLang="en-US" dirty="0">
                <a:solidFill>
                  <a:srgbClr val="2603F7"/>
                </a:solidFill>
                <a:latin typeface="宋体" panose="02010600030101010101" pitchFamily="2" charset="-122"/>
              </a:rPr>
              <a:t>首先进行第</a:t>
            </a:r>
            <a:r>
              <a:rPr lang="en-US" altLang="zh-CN" dirty="0">
                <a:solidFill>
                  <a:srgbClr val="2603F7"/>
                </a:solidFill>
                <a:latin typeface="宋体" panose="02010600030101010101" pitchFamily="2" charset="-122"/>
              </a:rPr>
              <a:t>1</a:t>
            </a:r>
            <a:r>
              <a:rPr lang="zh-CN" altLang="en-US" dirty="0">
                <a:solidFill>
                  <a:srgbClr val="2603F7"/>
                </a:solidFill>
                <a:latin typeface="宋体" panose="02010600030101010101" pitchFamily="2" charset="-122"/>
              </a:rPr>
              <a:t>次键盘扫描</a:t>
            </a:r>
            <a:r>
              <a:rPr lang="en-US" altLang="zh-CN" dirty="0">
                <a:solidFill>
                  <a:srgbClr val="2603F7"/>
                </a:solidFill>
                <a:latin typeface="宋体" panose="02010600030101010101" pitchFamily="2" charset="-122"/>
              </a:rPr>
              <a:t>(</a:t>
            </a:r>
            <a:r>
              <a:rPr lang="zh-CN" altLang="en-US" dirty="0">
                <a:solidFill>
                  <a:srgbClr val="2603F7"/>
                </a:solidFill>
                <a:latin typeface="宋体" panose="02010600030101010101" pitchFamily="2" charset="-122"/>
              </a:rPr>
              <a:t>判断是否有键按下</a:t>
            </a:r>
            <a:r>
              <a:rPr lang="en-US" altLang="zh-CN" dirty="0">
                <a:solidFill>
                  <a:srgbClr val="2603F7"/>
                </a:solidFill>
                <a:latin typeface="宋体" panose="02010600030101010101" pitchFamily="2" charset="-122"/>
              </a:rPr>
              <a:t>)</a:t>
            </a:r>
            <a:r>
              <a:rPr lang="zh-CN" altLang="en-US" dirty="0">
                <a:solidFill>
                  <a:srgbClr val="2603F7"/>
                </a:solidFill>
                <a:latin typeface="宋体" panose="02010600030101010101" pitchFamily="2" charset="-122"/>
              </a:rPr>
              <a:t>。</a:t>
            </a:r>
            <a:endParaRPr lang="zh-CN" altLang="en-US" dirty="0">
              <a:solidFill>
                <a:srgbClr val="2603F7"/>
              </a:solidFill>
              <a:latin typeface="宋体" panose="02010600030101010101" pitchFamily="2" charset="-122"/>
            </a:endParaRPr>
          </a:p>
        </p:txBody>
      </p:sp>
      <p:grpSp>
        <p:nvGrpSpPr>
          <p:cNvPr id="208899" name="Group 136"/>
          <p:cNvGrpSpPr/>
          <p:nvPr/>
        </p:nvGrpSpPr>
        <p:grpSpPr>
          <a:xfrm>
            <a:off x="1651000" y="2708275"/>
            <a:ext cx="5770563" cy="3544888"/>
            <a:chOff x="1882" y="1560"/>
            <a:chExt cx="3635" cy="2233"/>
          </a:xfrm>
        </p:grpSpPr>
        <p:sp>
          <p:nvSpPr>
            <p:cNvPr id="208900" name="Rectangle 7"/>
            <p:cNvSpPr/>
            <p:nvPr/>
          </p:nvSpPr>
          <p:spPr>
            <a:xfrm>
              <a:off x="3142" y="2209"/>
              <a:ext cx="8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208901" name="Rectangle 8"/>
            <p:cNvSpPr/>
            <p:nvPr/>
          </p:nvSpPr>
          <p:spPr>
            <a:xfrm>
              <a:off x="3202" y="2202"/>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08902" name="Rectangle 13"/>
            <p:cNvSpPr/>
            <p:nvPr/>
          </p:nvSpPr>
          <p:spPr>
            <a:xfrm>
              <a:off x="2336" y="2205"/>
              <a:ext cx="589" cy="1588"/>
            </a:xfrm>
            <a:prstGeom prst="rect">
              <a:avLst/>
            </a:prstGeom>
            <a:noFill/>
            <a:ln w="17463"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08903" name="Rectangle 14"/>
            <p:cNvSpPr/>
            <p:nvPr/>
          </p:nvSpPr>
          <p:spPr>
            <a:xfrm>
              <a:off x="2426" y="1933"/>
              <a:ext cx="416"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8255A</a:t>
              </a:r>
              <a:endParaRPr lang="en-US" altLang="zh-CN" sz="1800" b="0" dirty="0">
                <a:solidFill>
                  <a:schemeClr val="tx1"/>
                </a:solidFill>
                <a:latin typeface="Arial" panose="020B0604020202020204" pitchFamily="34" charset="0"/>
              </a:endParaRPr>
            </a:p>
          </p:txBody>
        </p:sp>
        <p:sp>
          <p:nvSpPr>
            <p:cNvPr id="208904" name="Rectangle 15"/>
            <p:cNvSpPr/>
            <p:nvPr/>
          </p:nvSpPr>
          <p:spPr>
            <a:xfrm>
              <a:off x="2602" y="2285"/>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08905" name="Rectangle 16"/>
            <p:cNvSpPr/>
            <p:nvPr/>
          </p:nvSpPr>
          <p:spPr>
            <a:xfrm>
              <a:off x="2827" y="2341"/>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208906" name="Rectangle 17"/>
            <p:cNvSpPr/>
            <p:nvPr/>
          </p:nvSpPr>
          <p:spPr>
            <a:xfrm>
              <a:off x="1927" y="2976"/>
              <a:ext cx="3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CPU</a:t>
              </a:r>
              <a:endParaRPr lang="en-US" altLang="zh-CN" sz="1800" b="0" dirty="0">
                <a:solidFill>
                  <a:schemeClr val="tx1"/>
                </a:solidFill>
                <a:latin typeface="Arial" panose="020B0604020202020204" pitchFamily="34" charset="0"/>
              </a:endParaRPr>
            </a:p>
          </p:txBody>
        </p:sp>
        <p:sp>
          <p:nvSpPr>
            <p:cNvPr id="208907" name="Rectangle 18"/>
            <p:cNvSpPr/>
            <p:nvPr/>
          </p:nvSpPr>
          <p:spPr>
            <a:xfrm>
              <a:off x="1927" y="3158"/>
              <a:ext cx="288" cy="173"/>
            </a:xfrm>
            <a:prstGeom prst="rect">
              <a:avLst/>
            </a:prstGeom>
            <a:noFill/>
            <a:ln w="95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rgbClr val="000000"/>
                  </a:solidFill>
                  <a:latin typeface="Times" charset="0"/>
                </a:rPr>
                <a:t>总线</a:t>
              </a:r>
              <a:endParaRPr lang="zh-CN" altLang="en-US" sz="1800" b="0" dirty="0">
                <a:solidFill>
                  <a:schemeClr val="tx1"/>
                </a:solidFill>
                <a:latin typeface="Arial" panose="020B0604020202020204" pitchFamily="34" charset="0"/>
              </a:endParaRPr>
            </a:p>
          </p:txBody>
        </p:sp>
        <p:sp>
          <p:nvSpPr>
            <p:cNvPr id="208908" name="Line 19"/>
            <p:cNvSpPr/>
            <p:nvPr/>
          </p:nvSpPr>
          <p:spPr>
            <a:xfrm>
              <a:off x="3415" y="2034"/>
              <a:ext cx="9" cy="1079"/>
            </a:xfrm>
            <a:prstGeom prst="line">
              <a:avLst/>
            </a:prstGeom>
            <a:ln w="14288" cap="flat" cmpd="sng">
              <a:solidFill>
                <a:srgbClr val="2603F7"/>
              </a:solidFill>
              <a:prstDash val="solid"/>
              <a:headEnd type="none" w="med" len="med"/>
              <a:tailEnd type="none" w="med" len="med"/>
            </a:ln>
          </p:spPr>
        </p:sp>
        <p:sp>
          <p:nvSpPr>
            <p:cNvPr id="208909" name="Line 20"/>
            <p:cNvSpPr/>
            <p:nvPr/>
          </p:nvSpPr>
          <p:spPr>
            <a:xfrm>
              <a:off x="3913" y="2034"/>
              <a:ext cx="10" cy="1260"/>
            </a:xfrm>
            <a:prstGeom prst="line">
              <a:avLst/>
            </a:prstGeom>
            <a:ln w="14288" cap="flat" cmpd="sng">
              <a:solidFill>
                <a:srgbClr val="2603F7"/>
              </a:solidFill>
              <a:prstDash val="solid"/>
              <a:headEnd type="none" w="med" len="med"/>
              <a:tailEnd type="none" w="med" len="med"/>
            </a:ln>
          </p:spPr>
        </p:sp>
        <p:sp>
          <p:nvSpPr>
            <p:cNvPr id="208910" name="Line 21"/>
            <p:cNvSpPr/>
            <p:nvPr/>
          </p:nvSpPr>
          <p:spPr>
            <a:xfrm>
              <a:off x="4421" y="2034"/>
              <a:ext cx="1" cy="1441"/>
            </a:xfrm>
            <a:prstGeom prst="line">
              <a:avLst/>
            </a:prstGeom>
            <a:ln w="14288" cap="flat" cmpd="sng">
              <a:solidFill>
                <a:srgbClr val="2603F7"/>
              </a:solidFill>
              <a:prstDash val="solid"/>
              <a:headEnd type="none" w="med" len="med"/>
              <a:tailEnd type="none" w="med" len="med"/>
            </a:ln>
          </p:spPr>
        </p:sp>
        <p:sp>
          <p:nvSpPr>
            <p:cNvPr id="208911" name="Line 22"/>
            <p:cNvSpPr/>
            <p:nvPr/>
          </p:nvSpPr>
          <p:spPr>
            <a:xfrm flipH="1">
              <a:off x="4921" y="2034"/>
              <a:ext cx="3" cy="1668"/>
            </a:xfrm>
            <a:prstGeom prst="line">
              <a:avLst/>
            </a:prstGeom>
            <a:ln w="14288" cap="flat" cmpd="sng">
              <a:solidFill>
                <a:srgbClr val="2603F7"/>
              </a:solidFill>
              <a:prstDash val="solid"/>
              <a:headEnd type="none" w="med" len="med"/>
              <a:tailEnd type="none" w="med" len="med"/>
            </a:ln>
          </p:spPr>
        </p:sp>
        <p:sp>
          <p:nvSpPr>
            <p:cNvPr id="208912" name="Line 23"/>
            <p:cNvSpPr/>
            <p:nvPr/>
          </p:nvSpPr>
          <p:spPr>
            <a:xfrm flipH="1">
              <a:off x="3346" y="2863"/>
              <a:ext cx="69" cy="56"/>
            </a:xfrm>
            <a:prstGeom prst="line">
              <a:avLst/>
            </a:prstGeom>
            <a:ln w="14288" cap="flat" cmpd="sng">
              <a:solidFill>
                <a:srgbClr val="000000"/>
              </a:solidFill>
              <a:prstDash val="solid"/>
              <a:headEnd type="none" w="med" len="med"/>
              <a:tailEnd type="none" w="med" len="med"/>
            </a:ln>
          </p:spPr>
        </p:sp>
        <p:sp>
          <p:nvSpPr>
            <p:cNvPr id="208913" name="Line 24"/>
            <p:cNvSpPr/>
            <p:nvPr/>
          </p:nvSpPr>
          <p:spPr>
            <a:xfrm flipV="1">
              <a:off x="3290" y="2838"/>
              <a:ext cx="83" cy="83"/>
            </a:xfrm>
            <a:prstGeom prst="line">
              <a:avLst/>
            </a:prstGeom>
            <a:ln w="14288" cap="flat" cmpd="sng">
              <a:solidFill>
                <a:srgbClr val="000000"/>
              </a:solidFill>
              <a:prstDash val="solid"/>
              <a:headEnd type="none" w="med" len="med"/>
              <a:tailEnd type="none" w="med" len="med"/>
            </a:ln>
          </p:spPr>
        </p:sp>
        <p:sp>
          <p:nvSpPr>
            <p:cNvPr id="208914" name="Line 25"/>
            <p:cNvSpPr/>
            <p:nvPr/>
          </p:nvSpPr>
          <p:spPr>
            <a:xfrm flipH="1">
              <a:off x="3346" y="2666"/>
              <a:ext cx="69" cy="57"/>
            </a:xfrm>
            <a:prstGeom prst="line">
              <a:avLst/>
            </a:prstGeom>
            <a:ln w="14288" cap="flat" cmpd="sng">
              <a:solidFill>
                <a:srgbClr val="000000"/>
              </a:solidFill>
              <a:prstDash val="solid"/>
              <a:headEnd type="none" w="med" len="med"/>
              <a:tailEnd type="none" w="med" len="med"/>
            </a:ln>
          </p:spPr>
        </p:sp>
        <p:sp>
          <p:nvSpPr>
            <p:cNvPr id="208915" name="Line 26"/>
            <p:cNvSpPr/>
            <p:nvPr/>
          </p:nvSpPr>
          <p:spPr>
            <a:xfrm flipV="1">
              <a:off x="3290" y="2641"/>
              <a:ext cx="83" cy="84"/>
            </a:xfrm>
            <a:prstGeom prst="line">
              <a:avLst/>
            </a:prstGeom>
            <a:ln w="14288" cap="flat" cmpd="sng">
              <a:solidFill>
                <a:srgbClr val="000000"/>
              </a:solidFill>
              <a:prstDash val="solid"/>
              <a:headEnd type="none" w="med" len="med"/>
              <a:tailEnd type="none" w="med" len="med"/>
            </a:ln>
          </p:spPr>
        </p:sp>
        <p:sp>
          <p:nvSpPr>
            <p:cNvPr id="208916" name="Line 27"/>
            <p:cNvSpPr/>
            <p:nvPr/>
          </p:nvSpPr>
          <p:spPr>
            <a:xfrm flipH="1">
              <a:off x="3346" y="2469"/>
              <a:ext cx="69" cy="57"/>
            </a:xfrm>
            <a:prstGeom prst="line">
              <a:avLst/>
            </a:prstGeom>
            <a:ln w="14288" cap="flat" cmpd="sng">
              <a:solidFill>
                <a:srgbClr val="000000"/>
              </a:solidFill>
              <a:prstDash val="solid"/>
              <a:headEnd type="none" w="med" len="med"/>
              <a:tailEnd type="none" w="med" len="med"/>
            </a:ln>
          </p:spPr>
        </p:sp>
        <p:sp>
          <p:nvSpPr>
            <p:cNvPr id="208917" name="Line 28"/>
            <p:cNvSpPr/>
            <p:nvPr/>
          </p:nvSpPr>
          <p:spPr>
            <a:xfrm flipV="1">
              <a:off x="3290" y="2444"/>
              <a:ext cx="83" cy="84"/>
            </a:xfrm>
            <a:prstGeom prst="line">
              <a:avLst/>
            </a:prstGeom>
            <a:ln w="14288" cap="flat" cmpd="sng">
              <a:solidFill>
                <a:srgbClr val="000000"/>
              </a:solidFill>
              <a:prstDash val="solid"/>
              <a:headEnd type="none" w="med" len="med"/>
              <a:tailEnd type="none" w="med" len="med"/>
            </a:ln>
          </p:spPr>
        </p:sp>
        <p:sp>
          <p:nvSpPr>
            <p:cNvPr id="208918" name="Line 29"/>
            <p:cNvSpPr/>
            <p:nvPr/>
          </p:nvSpPr>
          <p:spPr>
            <a:xfrm flipH="1">
              <a:off x="3346" y="2272"/>
              <a:ext cx="69" cy="57"/>
            </a:xfrm>
            <a:prstGeom prst="line">
              <a:avLst/>
            </a:prstGeom>
            <a:ln w="14288" cap="flat" cmpd="sng">
              <a:solidFill>
                <a:srgbClr val="000000"/>
              </a:solidFill>
              <a:prstDash val="solid"/>
              <a:headEnd type="none" w="med" len="med"/>
              <a:tailEnd type="none" w="med" len="med"/>
            </a:ln>
          </p:spPr>
        </p:sp>
        <p:sp>
          <p:nvSpPr>
            <p:cNvPr id="208919" name="Line 30"/>
            <p:cNvSpPr/>
            <p:nvPr/>
          </p:nvSpPr>
          <p:spPr>
            <a:xfrm flipV="1">
              <a:off x="3290" y="2247"/>
              <a:ext cx="83" cy="84"/>
            </a:xfrm>
            <a:prstGeom prst="line">
              <a:avLst/>
            </a:prstGeom>
            <a:ln w="14288" cap="flat" cmpd="sng">
              <a:solidFill>
                <a:srgbClr val="000000"/>
              </a:solidFill>
              <a:prstDash val="solid"/>
              <a:headEnd type="none" w="med" len="med"/>
              <a:tailEnd type="none" w="med" len="med"/>
            </a:ln>
          </p:spPr>
        </p:sp>
        <p:sp>
          <p:nvSpPr>
            <p:cNvPr id="208920" name="Line 31"/>
            <p:cNvSpPr/>
            <p:nvPr/>
          </p:nvSpPr>
          <p:spPr>
            <a:xfrm flipH="1">
              <a:off x="3844" y="2863"/>
              <a:ext cx="69" cy="56"/>
            </a:xfrm>
            <a:prstGeom prst="line">
              <a:avLst/>
            </a:prstGeom>
            <a:ln w="14288" cap="flat" cmpd="sng">
              <a:solidFill>
                <a:srgbClr val="000000"/>
              </a:solidFill>
              <a:prstDash val="solid"/>
              <a:headEnd type="none" w="med" len="med"/>
              <a:tailEnd type="none" w="med" len="med"/>
            </a:ln>
          </p:spPr>
        </p:sp>
        <p:sp>
          <p:nvSpPr>
            <p:cNvPr id="208921" name="Line 32"/>
            <p:cNvSpPr/>
            <p:nvPr/>
          </p:nvSpPr>
          <p:spPr>
            <a:xfrm flipV="1">
              <a:off x="3788" y="2838"/>
              <a:ext cx="84" cy="83"/>
            </a:xfrm>
            <a:prstGeom prst="line">
              <a:avLst/>
            </a:prstGeom>
            <a:ln w="14288" cap="flat" cmpd="sng">
              <a:solidFill>
                <a:srgbClr val="000000"/>
              </a:solidFill>
              <a:prstDash val="solid"/>
              <a:headEnd type="none" w="med" len="med"/>
              <a:tailEnd type="none" w="med" len="med"/>
            </a:ln>
          </p:spPr>
        </p:sp>
        <p:sp>
          <p:nvSpPr>
            <p:cNvPr id="208922" name="Line 33"/>
            <p:cNvSpPr/>
            <p:nvPr/>
          </p:nvSpPr>
          <p:spPr>
            <a:xfrm flipH="1">
              <a:off x="3844" y="2666"/>
              <a:ext cx="69" cy="57"/>
            </a:xfrm>
            <a:prstGeom prst="line">
              <a:avLst/>
            </a:prstGeom>
            <a:ln w="14288" cap="flat" cmpd="sng">
              <a:solidFill>
                <a:srgbClr val="000000"/>
              </a:solidFill>
              <a:prstDash val="solid"/>
              <a:headEnd type="none" w="med" len="med"/>
              <a:tailEnd type="none" w="med" len="med"/>
            </a:ln>
          </p:spPr>
        </p:sp>
        <p:sp>
          <p:nvSpPr>
            <p:cNvPr id="208923" name="Line 34"/>
            <p:cNvSpPr/>
            <p:nvPr/>
          </p:nvSpPr>
          <p:spPr>
            <a:xfrm flipV="1">
              <a:off x="3788" y="2641"/>
              <a:ext cx="84" cy="84"/>
            </a:xfrm>
            <a:prstGeom prst="line">
              <a:avLst/>
            </a:prstGeom>
            <a:ln w="14288" cap="flat" cmpd="sng">
              <a:solidFill>
                <a:srgbClr val="000000"/>
              </a:solidFill>
              <a:prstDash val="solid"/>
              <a:headEnd type="none" w="med" len="med"/>
              <a:tailEnd type="none" w="med" len="med"/>
            </a:ln>
          </p:spPr>
        </p:sp>
        <p:sp>
          <p:nvSpPr>
            <p:cNvPr id="208924" name="Line 35"/>
            <p:cNvSpPr/>
            <p:nvPr/>
          </p:nvSpPr>
          <p:spPr>
            <a:xfrm flipH="1">
              <a:off x="3844" y="2469"/>
              <a:ext cx="69" cy="57"/>
            </a:xfrm>
            <a:prstGeom prst="line">
              <a:avLst/>
            </a:prstGeom>
            <a:ln w="14288" cap="flat" cmpd="sng">
              <a:solidFill>
                <a:srgbClr val="000000"/>
              </a:solidFill>
              <a:prstDash val="solid"/>
              <a:headEnd type="none" w="med" len="med"/>
              <a:tailEnd type="none" w="med" len="med"/>
            </a:ln>
          </p:spPr>
        </p:sp>
        <p:sp>
          <p:nvSpPr>
            <p:cNvPr id="208925" name="Line 36"/>
            <p:cNvSpPr/>
            <p:nvPr/>
          </p:nvSpPr>
          <p:spPr>
            <a:xfrm flipV="1">
              <a:off x="3788" y="2444"/>
              <a:ext cx="84" cy="84"/>
            </a:xfrm>
            <a:prstGeom prst="line">
              <a:avLst/>
            </a:prstGeom>
            <a:ln w="14288" cap="flat" cmpd="sng">
              <a:solidFill>
                <a:srgbClr val="000000"/>
              </a:solidFill>
              <a:prstDash val="solid"/>
              <a:headEnd type="none" w="med" len="med"/>
              <a:tailEnd type="none" w="med" len="med"/>
            </a:ln>
          </p:spPr>
        </p:sp>
        <p:sp>
          <p:nvSpPr>
            <p:cNvPr id="208926" name="Line 37"/>
            <p:cNvSpPr/>
            <p:nvPr/>
          </p:nvSpPr>
          <p:spPr>
            <a:xfrm flipH="1">
              <a:off x="3844" y="2272"/>
              <a:ext cx="69" cy="57"/>
            </a:xfrm>
            <a:prstGeom prst="line">
              <a:avLst/>
            </a:prstGeom>
            <a:ln w="14288" cap="flat" cmpd="sng">
              <a:solidFill>
                <a:srgbClr val="000000"/>
              </a:solidFill>
              <a:prstDash val="solid"/>
              <a:headEnd type="none" w="med" len="med"/>
              <a:tailEnd type="none" w="med" len="med"/>
            </a:ln>
          </p:spPr>
        </p:sp>
        <p:sp>
          <p:nvSpPr>
            <p:cNvPr id="208927" name="Line 38"/>
            <p:cNvSpPr/>
            <p:nvPr/>
          </p:nvSpPr>
          <p:spPr>
            <a:xfrm flipV="1">
              <a:off x="3788" y="2247"/>
              <a:ext cx="84" cy="84"/>
            </a:xfrm>
            <a:prstGeom prst="line">
              <a:avLst/>
            </a:prstGeom>
            <a:ln w="14288" cap="flat" cmpd="sng">
              <a:solidFill>
                <a:srgbClr val="000000"/>
              </a:solidFill>
              <a:prstDash val="solid"/>
              <a:headEnd type="none" w="med" len="med"/>
              <a:tailEnd type="none" w="med" len="med"/>
            </a:ln>
          </p:spPr>
        </p:sp>
        <p:sp>
          <p:nvSpPr>
            <p:cNvPr id="208928" name="Line 39"/>
            <p:cNvSpPr/>
            <p:nvPr/>
          </p:nvSpPr>
          <p:spPr>
            <a:xfrm flipH="1">
              <a:off x="4342" y="2863"/>
              <a:ext cx="69" cy="56"/>
            </a:xfrm>
            <a:prstGeom prst="line">
              <a:avLst/>
            </a:prstGeom>
            <a:ln w="14288" cap="flat" cmpd="sng">
              <a:solidFill>
                <a:srgbClr val="000000"/>
              </a:solidFill>
              <a:prstDash val="solid"/>
              <a:headEnd type="none" w="med" len="med"/>
              <a:tailEnd type="none" w="med" len="med"/>
            </a:ln>
          </p:spPr>
        </p:sp>
        <p:sp>
          <p:nvSpPr>
            <p:cNvPr id="208929" name="Line 40"/>
            <p:cNvSpPr/>
            <p:nvPr/>
          </p:nvSpPr>
          <p:spPr>
            <a:xfrm flipV="1">
              <a:off x="4287" y="2838"/>
              <a:ext cx="83" cy="83"/>
            </a:xfrm>
            <a:prstGeom prst="line">
              <a:avLst/>
            </a:prstGeom>
            <a:ln w="14288" cap="flat" cmpd="sng">
              <a:solidFill>
                <a:srgbClr val="000000"/>
              </a:solidFill>
              <a:prstDash val="solid"/>
              <a:headEnd type="none" w="med" len="med"/>
              <a:tailEnd type="none" w="med" len="med"/>
            </a:ln>
          </p:spPr>
        </p:sp>
        <p:sp>
          <p:nvSpPr>
            <p:cNvPr id="208930" name="Line 41"/>
            <p:cNvSpPr/>
            <p:nvPr/>
          </p:nvSpPr>
          <p:spPr>
            <a:xfrm flipH="1">
              <a:off x="4342" y="2666"/>
              <a:ext cx="69" cy="57"/>
            </a:xfrm>
            <a:prstGeom prst="line">
              <a:avLst/>
            </a:prstGeom>
            <a:ln w="14288" cap="flat" cmpd="sng">
              <a:solidFill>
                <a:srgbClr val="000000"/>
              </a:solidFill>
              <a:prstDash val="solid"/>
              <a:headEnd type="none" w="med" len="med"/>
              <a:tailEnd type="none" w="med" len="med"/>
            </a:ln>
          </p:spPr>
        </p:sp>
        <p:sp>
          <p:nvSpPr>
            <p:cNvPr id="208931" name="Line 42"/>
            <p:cNvSpPr/>
            <p:nvPr/>
          </p:nvSpPr>
          <p:spPr>
            <a:xfrm flipV="1">
              <a:off x="4287" y="2641"/>
              <a:ext cx="83" cy="84"/>
            </a:xfrm>
            <a:prstGeom prst="line">
              <a:avLst/>
            </a:prstGeom>
            <a:ln w="14288" cap="flat" cmpd="sng">
              <a:solidFill>
                <a:srgbClr val="000000"/>
              </a:solidFill>
              <a:prstDash val="solid"/>
              <a:headEnd type="none" w="med" len="med"/>
              <a:tailEnd type="none" w="med" len="med"/>
            </a:ln>
          </p:spPr>
        </p:sp>
        <p:sp>
          <p:nvSpPr>
            <p:cNvPr id="208932" name="Line 43"/>
            <p:cNvSpPr/>
            <p:nvPr/>
          </p:nvSpPr>
          <p:spPr>
            <a:xfrm flipH="1">
              <a:off x="4342" y="2469"/>
              <a:ext cx="69" cy="57"/>
            </a:xfrm>
            <a:prstGeom prst="line">
              <a:avLst/>
            </a:prstGeom>
            <a:ln w="14288" cap="flat" cmpd="sng">
              <a:solidFill>
                <a:srgbClr val="000000"/>
              </a:solidFill>
              <a:prstDash val="solid"/>
              <a:headEnd type="none" w="med" len="med"/>
              <a:tailEnd type="none" w="med" len="med"/>
            </a:ln>
          </p:spPr>
        </p:sp>
        <p:sp>
          <p:nvSpPr>
            <p:cNvPr id="208933" name="Line 44"/>
            <p:cNvSpPr/>
            <p:nvPr/>
          </p:nvSpPr>
          <p:spPr>
            <a:xfrm flipV="1">
              <a:off x="4287" y="2444"/>
              <a:ext cx="83" cy="84"/>
            </a:xfrm>
            <a:prstGeom prst="line">
              <a:avLst/>
            </a:prstGeom>
            <a:ln w="14288" cap="flat" cmpd="sng">
              <a:solidFill>
                <a:srgbClr val="000000"/>
              </a:solidFill>
              <a:prstDash val="solid"/>
              <a:headEnd type="none" w="med" len="med"/>
              <a:tailEnd type="none" w="med" len="med"/>
            </a:ln>
          </p:spPr>
        </p:sp>
        <p:sp>
          <p:nvSpPr>
            <p:cNvPr id="208934" name="Line 45"/>
            <p:cNvSpPr/>
            <p:nvPr/>
          </p:nvSpPr>
          <p:spPr>
            <a:xfrm flipH="1">
              <a:off x="4342" y="2272"/>
              <a:ext cx="69" cy="57"/>
            </a:xfrm>
            <a:prstGeom prst="line">
              <a:avLst/>
            </a:prstGeom>
            <a:ln w="14288" cap="flat" cmpd="sng">
              <a:solidFill>
                <a:srgbClr val="000000"/>
              </a:solidFill>
              <a:prstDash val="solid"/>
              <a:headEnd type="none" w="med" len="med"/>
              <a:tailEnd type="none" w="med" len="med"/>
            </a:ln>
          </p:spPr>
        </p:sp>
        <p:sp>
          <p:nvSpPr>
            <p:cNvPr id="208935" name="Line 46"/>
            <p:cNvSpPr/>
            <p:nvPr/>
          </p:nvSpPr>
          <p:spPr>
            <a:xfrm flipV="1">
              <a:off x="4287" y="2247"/>
              <a:ext cx="83" cy="84"/>
            </a:xfrm>
            <a:prstGeom prst="line">
              <a:avLst/>
            </a:prstGeom>
            <a:ln w="14288" cap="flat" cmpd="sng">
              <a:solidFill>
                <a:srgbClr val="000000"/>
              </a:solidFill>
              <a:prstDash val="solid"/>
              <a:headEnd type="none" w="med" len="med"/>
              <a:tailEnd type="none" w="med" len="med"/>
            </a:ln>
          </p:spPr>
        </p:sp>
        <p:sp>
          <p:nvSpPr>
            <p:cNvPr id="208936" name="Line 47"/>
            <p:cNvSpPr/>
            <p:nvPr/>
          </p:nvSpPr>
          <p:spPr>
            <a:xfrm flipH="1">
              <a:off x="4855" y="2863"/>
              <a:ext cx="69" cy="56"/>
            </a:xfrm>
            <a:prstGeom prst="line">
              <a:avLst/>
            </a:prstGeom>
            <a:ln w="14288" cap="flat" cmpd="sng">
              <a:solidFill>
                <a:srgbClr val="000000"/>
              </a:solidFill>
              <a:prstDash val="solid"/>
              <a:headEnd type="none" w="med" len="med"/>
              <a:tailEnd type="none" w="med" len="med"/>
            </a:ln>
          </p:spPr>
        </p:sp>
        <p:sp>
          <p:nvSpPr>
            <p:cNvPr id="208937" name="Line 48"/>
            <p:cNvSpPr/>
            <p:nvPr/>
          </p:nvSpPr>
          <p:spPr>
            <a:xfrm flipV="1">
              <a:off x="4799" y="2838"/>
              <a:ext cx="83" cy="83"/>
            </a:xfrm>
            <a:prstGeom prst="line">
              <a:avLst/>
            </a:prstGeom>
            <a:ln w="14288" cap="flat" cmpd="sng">
              <a:solidFill>
                <a:srgbClr val="000000"/>
              </a:solidFill>
              <a:prstDash val="solid"/>
              <a:headEnd type="none" w="med" len="med"/>
              <a:tailEnd type="none" w="med" len="med"/>
            </a:ln>
          </p:spPr>
        </p:sp>
        <p:sp>
          <p:nvSpPr>
            <p:cNvPr id="208938" name="Line 49"/>
            <p:cNvSpPr/>
            <p:nvPr/>
          </p:nvSpPr>
          <p:spPr>
            <a:xfrm flipH="1">
              <a:off x="4855" y="2666"/>
              <a:ext cx="69" cy="57"/>
            </a:xfrm>
            <a:prstGeom prst="line">
              <a:avLst/>
            </a:prstGeom>
            <a:ln w="14288" cap="flat" cmpd="sng">
              <a:solidFill>
                <a:srgbClr val="000000"/>
              </a:solidFill>
              <a:prstDash val="solid"/>
              <a:headEnd type="none" w="med" len="med"/>
              <a:tailEnd type="none" w="med" len="med"/>
            </a:ln>
          </p:spPr>
        </p:sp>
        <p:sp>
          <p:nvSpPr>
            <p:cNvPr id="208939" name="Line 50"/>
            <p:cNvSpPr/>
            <p:nvPr/>
          </p:nvSpPr>
          <p:spPr>
            <a:xfrm flipV="1">
              <a:off x="4799" y="2641"/>
              <a:ext cx="83" cy="84"/>
            </a:xfrm>
            <a:prstGeom prst="line">
              <a:avLst/>
            </a:prstGeom>
            <a:ln w="14288" cap="flat" cmpd="sng">
              <a:solidFill>
                <a:srgbClr val="000000"/>
              </a:solidFill>
              <a:prstDash val="solid"/>
              <a:headEnd type="none" w="med" len="med"/>
              <a:tailEnd type="none" w="med" len="med"/>
            </a:ln>
          </p:spPr>
        </p:sp>
        <p:sp>
          <p:nvSpPr>
            <p:cNvPr id="208940" name="Line 51"/>
            <p:cNvSpPr/>
            <p:nvPr/>
          </p:nvSpPr>
          <p:spPr>
            <a:xfrm flipH="1">
              <a:off x="4855" y="2469"/>
              <a:ext cx="69" cy="57"/>
            </a:xfrm>
            <a:prstGeom prst="line">
              <a:avLst/>
            </a:prstGeom>
            <a:ln w="14288" cap="flat" cmpd="sng">
              <a:solidFill>
                <a:srgbClr val="000000"/>
              </a:solidFill>
              <a:prstDash val="solid"/>
              <a:headEnd type="none" w="med" len="med"/>
              <a:tailEnd type="none" w="med" len="med"/>
            </a:ln>
          </p:spPr>
        </p:sp>
        <p:sp>
          <p:nvSpPr>
            <p:cNvPr id="208941" name="Line 52"/>
            <p:cNvSpPr/>
            <p:nvPr/>
          </p:nvSpPr>
          <p:spPr>
            <a:xfrm flipV="1">
              <a:off x="4799" y="2444"/>
              <a:ext cx="83" cy="84"/>
            </a:xfrm>
            <a:prstGeom prst="line">
              <a:avLst/>
            </a:prstGeom>
            <a:ln w="14288" cap="flat" cmpd="sng">
              <a:solidFill>
                <a:srgbClr val="000000"/>
              </a:solidFill>
              <a:prstDash val="solid"/>
              <a:headEnd type="none" w="med" len="med"/>
              <a:tailEnd type="none" w="med" len="med"/>
            </a:ln>
          </p:spPr>
        </p:sp>
        <p:sp>
          <p:nvSpPr>
            <p:cNvPr id="208942" name="Line 53"/>
            <p:cNvSpPr/>
            <p:nvPr/>
          </p:nvSpPr>
          <p:spPr>
            <a:xfrm flipH="1">
              <a:off x="4855" y="2272"/>
              <a:ext cx="69" cy="57"/>
            </a:xfrm>
            <a:prstGeom prst="line">
              <a:avLst/>
            </a:prstGeom>
            <a:ln w="14288" cap="flat" cmpd="sng">
              <a:solidFill>
                <a:srgbClr val="000000"/>
              </a:solidFill>
              <a:prstDash val="solid"/>
              <a:headEnd type="none" w="med" len="med"/>
              <a:tailEnd type="none" w="med" len="med"/>
            </a:ln>
          </p:spPr>
        </p:sp>
        <p:sp>
          <p:nvSpPr>
            <p:cNvPr id="208943" name="Line 54"/>
            <p:cNvSpPr/>
            <p:nvPr/>
          </p:nvSpPr>
          <p:spPr>
            <a:xfrm flipV="1">
              <a:off x="4799" y="2247"/>
              <a:ext cx="83" cy="84"/>
            </a:xfrm>
            <a:prstGeom prst="line">
              <a:avLst/>
            </a:prstGeom>
            <a:ln w="14288" cap="flat" cmpd="sng">
              <a:solidFill>
                <a:srgbClr val="000000"/>
              </a:solidFill>
              <a:prstDash val="solid"/>
              <a:headEnd type="none" w="med" len="med"/>
              <a:tailEnd type="none" w="med" len="med"/>
            </a:ln>
          </p:spPr>
        </p:sp>
        <p:sp>
          <p:nvSpPr>
            <p:cNvPr id="208944" name="Line 55"/>
            <p:cNvSpPr/>
            <p:nvPr/>
          </p:nvSpPr>
          <p:spPr>
            <a:xfrm>
              <a:off x="2925" y="3113"/>
              <a:ext cx="499" cy="0"/>
            </a:xfrm>
            <a:prstGeom prst="line">
              <a:avLst/>
            </a:prstGeom>
            <a:ln w="14288" cap="flat" cmpd="sng">
              <a:solidFill>
                <a:srgbClr val="2603F7"/>
              </a:solidFill>
              <a:prstDash val="solid"/>
              <a:headEnd type="none" w="med" len="med"/>
              <a:tailEnd type="none" w="med" len="med"/>
            </a:ln>
          </p:spPr>
        </p:sp>
        <p:sp>
          <p:nvSpPr>
            <p:cNvPr id="208945" name="Line 56"/>
            <p:cNvSpPr/>
            <p:nvPr/>
          </p:nvSpPr>
          <p:spPr>
            <a:xfrm>
              <a:off x="2925" y="3294"/>
              <a:ext cx="990" cy="0"/>
            </a:xfrm>
            <a:prstGeom prst="line">
              <a:avLst/>
            </a:prstGeom>
            <a:ln w="14288" cap="flat" cmpd="sng">
              <a:solidFill>
                <a:srgbClr val="2603F7"/>
              </a:solidFill>
              <a:prstDash val="solid"/>
              <a:headEnd type="none" w="med" len="med"/>
              <a:tailEnd type="none" w="med" len="med"/>
            </a:ln>
          </p:spPr>
        </p:sp>
        <p:sp>
          <p:nvSpPr>
            <p:cNvPr id="208946" name="Line 57"/>
            <p:cNvSpPr/>
            <p:nvPr/>
          </p:nvSpPr>
          <p:spPr>
            <a:xfrm>
              <a:off x="2925" y="3475"/>
              <a:ext cx="1488" cy="0"/>
            </a:xfrm>
            <a:prstGeom prst="line">
              <a:avLst/>
            </a:prstGeom>
            <a:ln w="14288" cap="flat" cmpd="sng">
              <a:solidFill>
                <a:srgbClr val="2603F7"/>
              </a:solidFill>
              <a:prstDash val="solid"/>
              <a:headEnd type="none" w="med" len="med"/>
              <a:tailEnd type="none" w="med" len="med"/>
            </a:ln>
          </p:spPr>
        </p:sp>
        <p:sp>
          <p:nvSpPr>
            <p:cNvPr id="208947" name="Line 58"/>
            <p:cNvSpPr/>
            <p:nvPr/>
          </p:nvSpPr>
          <p:spPr>
            <a:xfrm>
              <a:off x="2925" y="3702"/>
              <a:ext cx="1996" cy="0"/>
            </a:xfrm>
            <a:prstGeom prst="line">
              <a:avLst/>
            </a:prstGeom>
            <a:ln w="14288" cap="flat" cmpd="sng">
              <a:solidFill>
                <a:srgbClr val="2603F7"/>
              </a:solidFill>
              <a:prstDash val="solid"/>
              <a:headEnd type="none" w="med" len="med"/>
              <a:tailEnd type="none" w="med" len="med"/>
            </a:ln>
          </p:spPr>
        </p:sp>
        <p:sp>
          <p:nvSpPr>
            <p:cNvPr id="208948" name="Rectangle 59"/>
            <p:cNvSpPr/>
            <p:nvPr/>
          </p:nvSpPr>
          <p:spPr>
            <a:xfrm>
              <a:off x="5244" y="2297"/>
              <a:ext cx="24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行</a:t>
              </a:r>
              <a:r>
                <a:rPr lang="en-US" altLang="zh-CN" sz="2000" dirty="0">
                  <a:solidFill>
                    <a:srgbClr val="000000"/>
                  </a:solidFill>
                  <a:latin typeface="宋体" panose="02010600030101010101" pitchFamily="2" charset="-122"/>
                </a:rPr>
                <a:t>0</a:t>
              </a:r>
              <a:endParaRPr lang="en-US" altLang="zh-CN" sz="2000" dirty="0">
                <a:solidFill>
                  <a:schemeClr val="tx1"/>
                </a:solidFill>
                <a:latin typeface="宋体" panose="02010600030101010101" pitchFamily="2" charset="-122"/>
              </a:endParaRPr>
            </a:p>
          </p:txBody>
        </p:sp>
        <p:sp>
          <p:nvSpPr>
            <p:cNvPr id="208949" name="Rectangle 60"/>
            <p:cNvSpPr/>
            <p:nvPr/>
          </p:nvSpPr>
          <p:spPr>
            <a:xfrm>
              <a:off x="4896" y="1888"/>
              <a:ext cx="71" cy="146"/>
            </a:xfrm>
            <a:prstGeom prst="rect">
              <a:avLst/>
            </a:prstGeom>
            <a:solidFill>
              <a:srgbClr val="FFFFFF"/>
            </a:solidFill>
            <a:ln w="14288"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08950" name="Line 65"/>
            <p:cNvSpPr/>
            <p:nvPr/>
          </p:nvSpPr>
          <p:spPr>
            <a:xfrm>
              <a:off x="3415" y="1797"/>
              <a:ext cx="1799" cy="0"/>
            </a:xfrm>
            <a:prstGeom prst="line">
              <a:avLst/>
            </a:prstGeom>
            <a:ln w="14288" cap="flat" cmpd="sng">
              <a:solidFill>
                <a:srgbClr val="000000"/>
              </a:solidFill>
              <a:prstDash val="solid"/>
              <a:headEnd type="none" w="med" len="med"/>
              <a:tailEnd type="none" w="med" len="med"/>
            </a:ln>
          </p:spPr>
        </p:sp>
        <p:sp>
          <p:nvSpPr>
            <p:cNvPr id="208951" name="Rectangle 66"/>
            <p:cNvSpPr/>
            <p:nvPr/>
          </p:nvSpPr>
          <p:spPr>
            <a:xfrm>
              <a:off x="5193" y="1797"/>
              <a:ext cx="324"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dirty="0">
                  <a:solidFill>
                    <a:srgbClr val="000000"/>
                  </a:solidFill>
                  <a:latin typeface="宋体" panose="02010600030101010101" pitchFamily="2" charset="-122"/>
                </a:rPr>
                <a:t>+5 V</a:t>
              </a:r>
              <a:endParaRPr lang="en-US" altLang="zh-CN" sz="2000" dirty="0">
                <a:solidFill>
                  <a:schemeClr val="tx1"/>
                </a:solidFill>
                <a:latin typeface="宋体" panose="02010600030101010101" pitchFamily="2" charset="-122"/>
              </a:endParaRPr>
            </a:p>
          </p:txBody>
        </p:sp>
        <p:sp>
          <p:nvSpPr>
            <p:cNvPr id="208952" name="Rectangle 67"/>
            <p:cNvSpPr/>
            <p:nvPr/>
          </p:nvSpPr>
          <p:spPr>
            <a:xfrm>
              <a:off x="2602" y="2486"/>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08953" name="Rectangle 68"/>
            <p:cNvSpPr/>
            <p:nvPr/>
          </p:nvSpPr>
          <p:spPr>
            <a:xfrm>
              <a:off x="2827" y="2523"/>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208954" name="Rectangle 69"/>
            <p:cNvSpPr/>
            <p:nvPr/>
          </p:nvSpPr>
          <p:spPr>
            <a:xfrm>
              <a:off x="2602" y="2674"/>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08955" name="Rectangle 70"/>
            <p:cNvSpPr/>
            <p:nvPr/>
          </p:nvSpPr>
          <p:spPr>
            <a:xfrm>
              <a:off x="2827" y="2704"/>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2</a:t>
              </a:r>
              <a:endParaRPr lang="en-US" altLang="zh-CN" sz="1800" b="0" dirty="0">
                <a:solidFill>
                  <a:schemeClr val="tx1"/>
                </a:solidFill>
                <a:latin typeface="Arial" panose="020B0604020202020204" pitchFamily="34" charset="0"/>
              </a:endParaRPr>
            </a:p>
          </p:txBody>
        </p:sp>
        <p:sp>
          <p:nvSpPr>
            <p:cNvPr id="208956" name="Rectangle 71"/>
            <p:cNvSpPr/>
            <p:nvPr/>
          </p:nvSpPr>
          <p:spPr>
            <a:xfrm>
              <a:off x="2608" y="2840"/>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08957" name="Rectangle 72"/>
            <p:cNvSpPr/>
            <p:nvPr/>
          </p:nvSpPr>
          <p:spPr>
            <a:xfrm>
              <a:off x="2827" y="2886"/>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3</a:t>
              </a:r>
              <a:endParaRPr lang="en-US" altLang="zh-CN" sz="1800" b="0" dirty="0">
                <a:solidFill>
                  <a:schemeClr val="tx1"/>
                </a:solidFill>
                <a:latin typeface="Arial" panose="020B0604020202020204" pitchFamily="34" charset="0"/>
              </a:endParaRPr>
            </a:p>
          </p:txBody>
        </p:sp>
        <p:sp>
          <p:nvSpPr>
            <p:cNvPr id="208958" name="Freeform 73"/>
            <p:cNvSpPr/>
            <p:nvPr/>
          </p:nvSpPr>
          <p:spPr>
            <a:xfrm>
              <a:off x="3269" y="2330"/>
              <a:ext cx="43" cy="51"/>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1"/>
                </a:cxn>
              </a:cxnLst>
              <a:pathLst>
                <a:path w="128" h="100">
                  <a:moveTo>
                    <a:pt x="0" y="50"/>
                  </a:moveTo>
                  <a:lnTo>
                    <a:pt x="3" y="36"/>
                  </a:lnTo>
                  <a:lnTo>
                    <a:pt x="11" y="23"/>
                  </a:lnTo>
                  <a:lnTo>
                    <a:pt x="23" y="12"/>
                  </a:lnTo>
                  <a:lnTo>
                    <a:pt x="38" y="4"/>
                  </a:lnTo>
                  <a:lnTo>
                    <a:pt x="55" y="0"/>
                  </a:lnTo>
                  <a:lnTo>
                    <a:pt x="73" y="0"/>
                  </a:lnTo>
                  <a:lnTo>
                    <a:pt x="91" y="4"/>
                  </a:lnTo>
                  <a:lnTo>
                    <a:pt x="107" y="12"/>
                  </a:lnTo>
                  <a:lnTo>
                    <a:pt x="119" y="23"/>
                  </a:lnTo>
                  <a:lnTo>
                    <a:pt x="125" y="36"/>
                  </a:lnTo>
                  <a:lnTo>
                    <a:pt x="128" y="50"/>
                  </a:lnTo>
                  <a:lnTo>
                    <a:pt x="125" y="65"/>
                  </a:lnTo>
                  <a:lnTo>
                    <a:pt x="119" y="77"/>
                  </a:lnTo>
                  <a:lnTo>
                    <a:pt x="107" y="88"/>
                  </a:lnTo>
                  <a:lnTo>
                    <a:pt x="91" y="96"/>
                  </a:lnTo>
                  <a:lnTo>
                    <a:pt x="73" y="100"/>
                  </a:lnTo>
                  <a:lnTo>
                    <a:pt x="55" y="100"/>
                  </a:lnTo>
                  <a:lnTo>
                    <a:pt x="38" y="96"/>
                  </a:lnTo>
                  <a:lnTo>
                    <a:pt x="23" y="88"/>
                  </a:lnTo>
                  <a:lnTo>
                    <a:pt x="11" y="77"/>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8959" name="Freeform 74"/>
            <p:cNvSpPr/>
            <p:nvPr/>
          </p:nvSpPr>
          <p:spPr>
            <a:xfrm>
              <a:off x="3269" y="2532"/>
              <a:ext cx="43" cy="49"/>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1"/>
                </a:cxn>
                <a:cxn ang="0">
                  <a:pos x="0" y="1"/>
                </a:cxn>
                <a:cxn ang="0">
                  <a:pos x="0" y="1"/>
                </a:cxn>
                <a:cxn ang="0">
                  <a:pos x="0" y="1"/>
                </a:cxn>
                <a:cxn ang="0">
                  <a:pos x="0" y="1"/>
                </a:cxn>
                <a:cxn ang="0">
                  <a:pos x="0" y="1"/>
                </a:cxn>
                <a:cxn ang="0">
                  <a:pos x="0" y="1"/>
                </a:cxn>
                <a:cxn ang="0">
                  <a:pos x="0" y="1"/>
                </a:cxn>
                <a:cxn ang="0">
                  <a:pos x="0" y="0"/>
                </a:cxn>
                <a:cxn ang="0">
                  <a:pos x="0" y="0"/>
                </a:cxn>
              </a:cxnLst>
              <a:pathLst>
                <a:path w="128" h="100">
                  <a:moveTo>
                    <a:pt x="0" y="50"/>
                  </a:moveTo>
                  <a:lnTo>
                    <a:pt x="3" y="36"/>
                  </a:lnTo>
                  <a:lnTo>
                    <a:pt x="11" y="23"/>
                  </a:lnTo>
                  <a:lnTo>
                    <a:pt x="23" y="13"/>
                  </a:lnTo>
                  <a:lnTo>
                    <a:pt x="38" y="4"/>
                  </a:lnTo>
                  <a:lnTo>
                    <a:pt x="55" y="0"/>
                  </a:lnTo>
                  <a:lnTo>
                    <a:pt x="73" y="0"/>
                  </a:lnTo>
                  <a:lnTo>
                    <a:pt x="91" y="4"/>
                  </a:lnTo>
                  <a:lnTo>
                    <a:pt x="107" y="13"/>
                  </a:lnTo>
                  <a:lnTo>
                    <a:pt x="119" y="23"/>
                  </a:lnTo>
                  <a:lnTo>
                    <a:pt x="125" y="36"/>
                  </a:lnTo>
                  <a:lnTo>
                    <a:pt x="128" y="50"/>
                  </a:lnTo>
                  <a:lnTo>
                    <a:pt x="125" y="64"/>
                  </a:lnTo>
                  <a:lnTo>
                    <a:pt x="119" y="78"/>
                  </a:lnTo>
                  <a:lnTo>
                    <a:pt x="107" y="88"/>
                  </a:lnTo>
                  <a:lnTo>
                    <a:pt x="91" y="97"/>
                  </a:lnTo>
                  <a:lnTo>
                    <a:pt x="73" y="100"/>
                  </a:lnTo>
                  <a:lnTo>
                    <a:pt x="55" y="100"/>
                  </a:lnTo>
                  <a:lnTo>
                    <a:pt x="38" y="97"/>
                  </a:lnTo>
                  <a:lnTo>
                    <a:pt x="23" y="88"/>
                  </a:lnTo>
                  <a:lnTo>
                    <a:pt x="11" y="78"/>
                  </a:lnTo>
                  <a:lnTo>
                    <a:pt x="3" y="64"/>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8960" name="Freeform 75"/>
            <p:cNvSpPr/>
            <p:nvPr/>
          </p:nvSpPr>
          <p:spPr>
            <a:xfrm>
              <a:off x="3269" y="2728"/>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49"/>
                  </a:moveTo>
                  <a:lnTo>
                    <a:pt x="3" y="36"/>
                  </a:lnTo>
                  <a:lnTo>
                    <a:pt x="11" y="22"/>
                  </a:lnTo>
                  <a:lnTo>
                    <a:pt x="23" y="12"/>
                  </a:lnTo>
                  <a:lnTo>
                    <a:pt x="38" y="4"/>
                  </a:lnTo>
                  <a:lnTo>
                    <a:pt x="55" y="0"/>
                  </a:lnTo>
                  <a:lnTo>
                    <a:pt x="73" y="0"/>
                  </a:lnTo>
                  <a:lnTo>
                    <a:pt x="91" y="4"/>
                  </a:lnTo>
                  <a:lnTo>
                    <a:pt x="107" y="12"/>
                  </a:lnTo>
                  <a:lnTo>
                    <a:pt x="119" y="22"/>
                  </a:lnTo>
                  <a:lnTo>
                    <a:pt x="125" y="36"/>
                  </a:lnTo>
                  <a:lnTo>
                    <a:pt x="128" y="49"/>
                  </a:lnTo>
                  <a:lnTo>
                    <a:pt x="125" y="64"/>
                  </a:lnTo>
                  <a:lnTo>
                    <a:pt x="119" y="77"/>
                  </a:lnTo>
                  <a:lnTo>
                    <a:pt x="107" y="88"/>
                  </a:lnTo>
                  <a:lnTo>
                    <a:pt x="91" y="95"/>
                  </a:lnTo>
                  <a:lnTo>
                    <a:pt x="73" y="100"/>
                  </a:lnTo>
                  <a:lnTo>
                    <a:pt x="55" y="100"/>
                  </a:lnTo>
                  <a:lnTo>
                    <a:pt x="38" y="95"/>
                  </a:lnTo>
                  <a:lnTo>
                    <a:pt x="23" y="88"/>
                  </a:lnTo>
                  <a:lnTo>
                    <a:pt x="11" y="77"/>
                  </a:lnTo>
                  <a:lnTo>
                    <a:pt x="3" y="64"/>
                  </a:lnTo>
                  <a:lnTo>
                    <a:pt x="0" y="49"/>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8961" name="Freeform 76"/>
            <p:cNvSpPr/>
            <p:nvPr/>
          </p:nvSpPr>
          <p:spPr>
            <a:xfrm>
              <a:off x="3269" y="2914"/>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99">
                  <a:moveTo>
                    <a:pt x="0" y="49"/>
                  </a:moveTo>
                  <a:lnTo>
                    <a:pt x="3" y="36"/>
                  </a:lnTo>
                  <a:lnTo>
                    <a:pt x="11" y="23"/>
                  </a:lnTo>
                  <a:lnTo>
                    <a:pt x="23" y="11"/>
                  </a:lnTo>
                  <a:lnTo>
                    <a:pt x="38" y="4"/>
                  </a:lnTo>
                  <a:lnTo>
                    <a:pt x="55" y="0"/>
                  </a:lnTo>
                  <a:lnTo>
                    <a:pt x="73" y="0"/>
                  </a:lnTo>
                  <a:lnTo>
                    <a:pt x="91" y="4"/>
                  </a:lnTo>
                  <a:lnTo>
                    <a:pt x="107" y="11"/>
                  </a:lnTo>
                  <a:lnTo>
                    <a:pt x="119" y="23"/>
                  </a:lnTo>
                  <a:lnTo>
                    <a:pt x="125" y="36"/>
                  </a:lnTo>
                  <a:lnTo>
                    <a:pt x="128" y="49"/>
                  </a:lnTo>
                  <a:lnTo>
                    <a:pt x="125" y="64"/>
                  </a:lnTo>
                  <a:lnTo>
                    <a:pt x="119" y="76"/>
                  </a:lnTo>
                  <a:lnTo>
                    <a:pt x="107" y="88"/>
                  </a:lnTo>
                  <a:lnTo>
                    <a:pt x="91" y="95"/>
                  </a:lnTo>
                  <a:lnTo>
                    <a:pt x="73" y="99"/>
                  </a:lnTo>
                  <a:lnTo>
                    <a:pt x="55" y="99"/>
                  </a:lnTo>
                  <a:lnTo>
                    <a:pt x="38" y="95"/>
                  </a:lnTo>
                  <a:lnTo>
                    <a:pt x="23" y="88"/>
                  </a:lnTo>
                  <a:lnTo>
                    <a:pt x="11" y="76"/>
                  </a:lnTo>
                  <a:lnTo>
                    <a:pt x="3" y="64"/>
                  </a:lnTo>
                  <a:lnTo>
                    <a:pt x="0" y="49"/>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8962" name="Rectangle 77"/>
            <p:cNvSpPr/>
            <p:nvPr/>
          </p:nvSpPr>
          <p:spPr>
            <a:xfrm>
              <a:off x="2609" y="3022"/>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PB</a:t>
              </a:r>
              <a:endParaRPr lang="en-US" altLang="zh-CN" sz="1800" b="0" dirty="0">
                <a:solidFill>
                  <a:schemeClr val="tx1"/>
                </a:solidFill>
                <a:latin typeface="Arial" panose="020B0604020202020204" pitchFamily="34" charset="0"/>
              </a:endParaRPr>
            </a:p>
          </p:txBody>
        </p:sp>
        <p:sp>
          <p:nvSpPr>
            <p:cNvPr id="208963" name="Rectangle 78"/>
            <p:cNvSpPr/>
            <p:nvPr/>
          </p:nvSpPr>
          <p:spPr>
            <a:xfrm>
              <a:off x="2827" y="3067"/>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208964" name="Rectangle 79"/>
            <p:cNvSpPr/>
            <p:nvPr/>
          </p:nvSpPr>
          <p:spPr>
            <a:xfrm>
              <a:off x="2609" y="3203"/>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PB</a:t>
              </a:r>
              <a:endParaRPr lang="en-US" altLang="zh-CN" sz="1800" b="0" dirty="0">
                <a:solidFill>
                  <a:schemeClr val="tx1"/>
                </a:solidFill>
                <a:latin typeface="Arial" panose="020B0604020202020204" pitchFamily="34" charset="0"/>
              </a:endParaRPr>
            </a:p>
          </p:txBody>
        </p:sp>
        <p:sp>
          <p:nvSpPr>
            <p:cNvPr id="208965" name="Rectangle 80"/>
            <p:cNvSpPr/>
            <p:nvPr/>
          </p:nvSpPr>
          <p:spPr>
            <a:xfrm>
              <a:off x="2827" y="3249"/>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208966" name="Rectangle 81"/>
            <p:cNvSpPr/>
            <p:nvPr/>
          </p:nvSpPr>
          <p:spPr>
            <a:xfrm>
              <a:off x="2609" y="3385"/>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PB</a:t>
              </a:r>
              <a:endParaRPr lang="en-US" altLang="zh-CN" sz="1800" b="0" dirty="0">
                <a:solidFill>
                  <a:schemeClr val="tx1"/>
                </a:solidFill>
                <a:latin typeface="Arial" panose="020B0604020202020204" pitchFamily="34" charset="0"/>
              </a:endParaRPr>
            </a:p>
          </p:txBody>
        </p:sp>
        <p:sp>
          <p:nvSpPr>
            <p:cNvPr id="208967" name="Rectangle 82"/>
            <p:cNvSpPr/>
            <p:nvPr/>
          </p:nvSpPr>
          <p:spPr>
            <a:xfrm>
              <a:off x="2827" y="3430"/>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2</a:t>
              </a:r>
              <a:endParaRPr lang="en-US" altLang="zh-CN" sz="1800" b="0" dirty="0">
                <a:solidFill>
                  <a:schemeClr val="tx1"/>
                </a:solidFill>
                <a:latin typeface="Arial" panose="020B0604020202020204" pitchFamily="34" charset="0"/>
              </a:endParaRPr>
            </a:p>
          </p:txBody>
        </p:sp>
        <p:sp>
          <p:nvSpPr>
            <p:cNvPr id="208968" name="Rectangle 83"/>
            <p:cNvSpPr/>
            <p:nvPr/>
          </p:nvSpPr>
          <p:spPr>
            <a:xfrm>
              <a:off x="2609" y="3566"/>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PB</a:t>
              </a:r>
              <a:endParaRPr lang="en-US" altLang="zh-CN" sz="1800" b="0" dirty="0">
                <a:solidFill>
                  <a:schemeClr val="tx1"/>
                </a:solidFill>
                <a:latin typeface="Arial" panose="020B0604020202020204" pitchFamily="34" charset="0"/>
              </a:endParaRPr>
            </a:p>
          </p:txBody>
        </p:sp>
        <p:sp>
          <p:nvSpPr>
            <p:cNvPr id="208969" name="Rectangle 84"/>
            <p:cNvSpPr/>
            <p:nvPr/>
          </p:nvSpPr>
          <p:spPr>
            <a:xfrm>
              <a:off x="2827" y="3612"/>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3</a:t>
              </a:r>
              <a:endParaRPr lang="en-US" altLang="zh-CN" sz="1800" b="0" dirty="0">
                <a:solidFill>
                  <a:schemeClr val="tx1"/>
                </a:solidFill>
                <a:latin typeface="Arial" panose="020B0604020202020204" pitchFamily="34" charset="0"/>
              </a:endParaRPr>
            </a:p>
          </p:txBody>
        </p:sp>
        <p:sp>
          <p:nvSpPr>
            <p:cNvPr id="208970" name="Freeform 85"/>
            <p:cNvSpPr/>
            <p:nvPr/>
          </p:nvSpPr>
          <p:spPr>
            <a:xfrm>
              <a:off x="1882" y="2659"/>
              <a:ext cx="425" cy="252"/>
            </a:xfrm>
            <a:custGeom>
              <a:avLst/>
              <a:gdLst/>
              <a:ahLst/>
              <a:cxnLst>
                <a:cxn ang="0">
                  <a:pos x="0" y="2"/>
                </a:cxn>
                <a:cxn ang="0">
                  <a:pos x="0" y="0"/>
                </a:cxn>
                <a:cxn ang="0">
                  <a:pos x="0" y="4"/>
                </a:cxn>
                <a:cxn ang="0">
                  <a:pos x="0" y="8"/>
                </a:cxn>
                <a:cxn ang="0">
                  <a:pos x="0" y="6"/>
                </a:cxn>
                <a:cxn ang="0">
                  <a:pos x="2" y="6"/>
                </a:cxn>
                <a:cxn ang="0">
                  <a:pos x="2" y="8"/>
                </a:cxn>
                <a:cxn ang="0">
                  <a:pos x="2" y="4"/>
                </a:cxn>
                <a:cxn ang="0">
                  <a:pos x="2" y="0"/>
                </a:cxn>
                <a:cxn ang="0">
                  <a:pos x="2" y="2"/>
                </a:cxn>
                <a:cxn ang="0">
                  <a:pos x="0" y="2"/>
                </a:cxn>
              </a:cxnLst>
              <a:pathLst>
                <a:path w="1274" h="503">
                  <a:moveTo>
                    <a:pt x="159" y="126"/>
                  </a:moveTo>
                  <a:lnTo>
                    <a:pt x="159" y="0"/>
                  </a:lnTo>
                  <a:lnTo>
                    <a:pt x="0" y="252"/>
                  </a:lnTo>
                  <a:lnTo>
                    <a:pt x="159" y="503"/>
                  </a:lnTo>
                  <a:lnTo>
                    <a:pt x="159" y="377"/>
                  </a:lnTo>
                  <a:lnTo>
                    <a:pt x="1115" y="377"/>
                  </a:lnTo>
                  <a:lnTo>
                    <a:pt x="1115" y="503"/>
                  </a:lnTo>
                  <a:lnTo>
                    <a:pt x="1274" y="252"/>
                  </a:lnTo>
                  <a:lnTo>
                    <a:pt x="1115" y="0"/>
                  </a:lnTo>
                  <a:lnTo>
                    <a:pt x="1115" y="126"/>
                  </a:lnTo>
                  <a:lnTo>
                    <a:pt x="159" y="126"/>
                  </a:lnTo>
                  <a:close/>
                </a:path>
              </a:pathLst>
            </a:custGeom>
            <a:solidFill>
              <a:srgbClr val="FFFFFF">
                <a:alpha val="100000"/>
              </a:srgbClr>
            </a:solidFill>
            <a:ln w="9525" cap="flat" cmpd="sng">
              <a:solidFill>
                <a:srgbClr val="000000">
                  <a:alpha val="100000"/>
                </a:srgbClr>
              </a:solidFill>
              <a:prstDash val="solid"/>
              <a:round/>
              <a:headEnd type="none" w="med" len="med"/>
              <a:tailEnd type="none" w="med" len="med"/>
            </a:ln>
          </p:spPr>
          <p:txBody>
            <a:bodyPr/>
            <a:p>
              <a:endParaRPr lang="zh-CN" altLang="en-US"/>
            </a:p>
          </p:txBody>
        </p:sp>
        <p:sp>
          <p:nvSpPr>
            <p:cNvPr id="208971" name="Freeform 86"/>
            <p:cNvSpPr/>
            <p:nvPr/>
          </p:nvSpPr>
          <p:spPr>
            <a:xfrm>
              <a:off x="3758" y="2330"/>
              <a:ext cx="42" cy="51"/>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1"/>
                </a:cxn>
              </a:cxnLst>
              <a:pathLst>
                <a:path w="127" h="100">
                  <a:moveTo>
                    <a:pt x="0" y="50"/>
                  </a:moveTo>
                  <a:lnTo>
                    <a:pt x="2" y="36"/>
                  </a:lnTo>
                  <a:lnTo>
                    <a:pt x="10" y="23"/>
                  </a:lnTo>
                  <a:lnTo>
                    <a:pt x="22" y="12"/>
                  </a:lnTo>
                  <a:lnTo>
                    <a:pt x="37" y="4"/>
                  </a:lnTo>
                  <a:lnTo>
                    <a:pt x="54" y="0"/>
                  </a:lnTo>
                  <a:lnTo>
                    <a:pt x="73" y="0"/>
                  </a:lnTo>
                  <a:lnTo>
                    <a:pt x="90" y="4"/>
                  </a:lnTo>
                  <a:lnTo>
                    <a:pt x="106" y="12"/>
                  </a:lnTo>
                  <a:lnTo>
                    <a:pt x="116" y="23"/>
                  </a:lnTo>
                  <a:lnTo>
                    <a:pt x="124" y="36"/>
                  </a:lnTo>
                  <a:lnTo>
                    <a:pt x="127" y="50"/>
                  </a:lnTo>
                  <a:lnTo>
                    <a:pt x="124" y="65"/>
                  </a:lnTo>
                  <a:lnTo>
                    <a:pt x="116" y="77"/>
                  </a:lnTo>
                  <a:lnTo>
                    <a:pt x="106" y="88"/>
                  </a:lnTo>
                  <a:lnTo>
                    <a:pt x="90" y="96"/>
                  </a:lnTo>
                  <a:lnTo>
                    <a:pt x="73" y="100"/>
                  </a:lnTo>
                  <a:lnTo>
                    <a:pt x="54" y="100"/>
                  </a:lnTo>
                  <a:lnTo>
                    <a:pt x="37" y="96"/>
                  </a:lnTo>
                  <a:lnTo>
                    <a:pt x="22" y="88"/>
                  </a:lnTo>
                  <a:lnTo>
                    <a:pt x="10" y="77"/>
                  </a:lnTo>
                  <a:lnTo>
                    <a:pt x="2"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8972" name="Freeform 87"/>
            <p:cNvSpPr/>
            <p:nvPr/>
          </p:nvSpPr>
          <p:spPr>
            <a:xfrm>
              <a:off x="3758" y="2532"/>
              <a:ext cx="42" cy="5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1"/>
                </a:cxn>
                <a:cxn ang="0">
                  <a:pos x="0" y="1"/>
                </a:cxn>
                <a:cxn ang="0">
                  <a:pos x="0" y="1"/>
                </a:cxn>
                <a:cxn ang="0">
                  <a:pos x="0" y="1"/>
                </a:cxn>
                <a:cxn ang="0">
                  <a:pos x="0" y="1"/>
                </a:cxn>
                <a:cxn ang="0">
                  <a:pos x="0" y="1"/>
                </a:cxn>
                <a:cxn ang="0">
                  <a:pos x="0" y="1"/>
                </a:cxn>
                <a:cxn ang="0">
                  <a:pos x="0" y="1"/>
                </a:cxn>
                <a:cxn ang="0">
                  <a:pos x="0" y="1"/>
                </a:cxn>
                <a:cxn ang="0">
                  <a:pos x="0" y="1"/>
                </a:cxn>
                <a:cxn ang="0">
                  <a:pos x="0" y="0"/>
                </a:cxn>
              </a:cxnLst>
              <a:pathLst>
                <a:path w="127" h="101">
                  <a:moveTo>
                    <a:pt x="0" y="50"/>
                  </a:moveTo>
                  <a:lnTo>
                    <a:pt x="2" y="36"/>
                  </a:lnTo>
                  <a:lnTo>
                    <a:pt x="10" y="23"/>
                  </a:lnTo>
                  <a:lnTo>
                    <a:pt x="22" y="13"/>
                  </a:lnTo>
                  <a:lnTo>
                    <a:pt x="37" y="4"/>
                  </a:lnTo>
                  <a:lnTo>
                    <a:pt x="54" y="0"/>
                  </a:lnTo>
                  <a:lnTo>
                    <a:pt x="73" y="0"/>
                  </a:lnTo>
                  <a:lnTo>
                    <a:pt x="90" y="4"/>
                  </a:lnTo>
                  <a:lnTo>
                    <a:pt x="106" y="13"/>
                  </a:lnTo>
                  <a:lnTo>
                    <a:pt x="116" y="23"/>
                  </a:lnTo>
                  <a:lnTo>
                    <a:pt x="124" y="36"/>
                  </a:lnTo>
                  <a:lnTo>
                    <a:pt x="127" y="50"/>
                  </a:lnTo>
                  <a:lnTo>
                    <a:pt x="124" y="65"/>
                  </a:lnTo>
                  <a:lnTo>
                    <a:pt x="116" y="78"/>
                  </a:lnTo>
                  <a:lnTo>
                    <a:pt x="106" y="88"/>
                  </a:lnTo>
                  <a:lnTo>
                    <a:pt x="90" y="97"/>
                  </a:lnTo>
                  <a:lnTo>
                    <a:pt x="73" y="101"/>
                  </a:lnTo>
                  <a:lnTo>
                    <a:pt x="54" y="101"/>
                  </a:lnTo>
                  <a:lnTo>
                    <a:pt x="37" y="97"/>
                  </a:lnTo>
                  <a:lnTo>
                    <a:pt x="22" y="88"/>
                  </a:lnTo>
                  <a:lnTo>
                    <a:pt x="10" y="78"/>
                  </a:lnTo>
                  <a:lnTo>
                    <a:pt x="2"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8973" name="Freeform 88"/>
            <p:cNvSpPr/>
            <p:nvPr/>
          </p:nvSpPr>
          <p:spPr>
            <a:xfrm>
              <a:off x="3758" y="2733"/>
              <a:ext cx="42"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7" h="100">
                  <a:moveTo>
                    <a:pt x="0" y="51"/>
                  </a:moveTo>
                  <a:lnTo>
                    <a:pt x="2" y="36"/>
                  </a:lnTo>
                  <a:lnTo>
                    <a:pt x="10" y="24"/>
                  </a:lnTo>
                  <a:lnTo>
                    <a:pt x="22" y="13"/>
                  </a:lnTo>
                  <a:lnTo>
                    <a:pt x="37" y="5"/>
                  </a:lnTo>
                  <a:lnTo>
                    <a:pt x="54" y="0"/>
                  </a:lnTo>
                  <a:lnTo>
                    <a:pt x="73" y="0"/>
                  </a:lnTo>
                  <a:lnTo>
                    <a:pt x="90" y="5"/>
                  </a:lnTo>
                  <a:lnTo>
                    <a:pt x="106" y="13"/>
                  </a:lnTo>
                  <a:lnTo>
                    <a:pt x="116" y="24"/>
                  </a:lnTo>
                  <a:lnTo>
                    <a:pt x="124" y="36"/>
                  </a:lnTo>
                  <a:lnTo>
                    <a:pt x="127" y="51"/>
                  </a:lnTo>
                  <a:lnTo>
                    <a:pt x="124" y="64"/>
                  </a:lnTo>
                  <a:lnTo>
                    <a:pt x="116" y="78"/>
                  </a:lnTo>
                  <a:lnTo>
                    <a:pt x="106" y="88"/>
                  </a:lnTo>
                  <a:lnTo>
                    <a:pt x="90" y="97"/>
                  </a:lnTo>
                  <a:lnTo>
                    <a:pt x="73" y="100"/>
                  </a:lnTo>
                  <a:lnTo>
                    <a:pt x="54" y="100"/>
                  </a:lnTo>
                  <a:lnTo>
                    <a:pt x="37" y="97"/>
                  </a:lnTo>
                  <a:lnTo>
                    <a:pt x="22" y="88"/>
                  </a:lnTo>
                  <a:lnTo>
                    <a:pt x="10" y="78"/>
                  </a:lnTo>
                  <a:lnTo>
                    <a:pt x="2" y="64"/>
                  </a:lnTo>
                  <a:lnTo>
                    <a:pt x="0" y="51"/>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8974" name="Freeform 89"/>
            <p:cNvSpPr/>
            <p:nvPr/>
          </p:nvSpPr>
          <p:spPr>
            <a:xfrm>
              <a:off x="3758" y="2919"/>
              <a:ext cx="42"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7" h="100">
                  <a:moveTo>
                    <a:pt x="0" y="50"/>
                  </a:moveTo>
                  <a:lnTo>
                    <a:pt x="2" y="36"/>
                  </a:lnTo>
                  <a:lnTo>
                    <a:pt x="10" y="22"/>
                  </a:lnTo>
                  <a:lnTo>
                    <a:pt x="22" y="12"/>
                  </a:lnTo>
                  <a:lnTo>
                    <a:pt x="37" y="4"/>
                  </a:lnTo>
                  <a:lnTo>
                    <a:pt x="54" y="0"/>
                  </a:lnTo>
                  <a:lnTo>
                    <a:pt x="73" y="0"/>
                  </a:lnTo>
                  <a:lnTo>
                    <a:pt x="90" y="4"/>
                  </a:lnTo>
                  <a:lnTo>
                    <a:pt x="106" y="12"/>
                  </a:lnTo>
                  <a:lnTo>
                    <a:pt x="118" y="22"/>
                  </a:lnTo>
                  <a:lnTo>
                    <a:pt x="124" y="36"/>
                  </a:lnTo>
                  <a:lnTo>
                    <a:pt x="127" y="50"/>
                  </a:lnTo>
                  <a:lnTo>
                    <a:pt x="124" y="64"/>
                  </a:lnTo>
                  <a:lnTo>
                    <a:pt x="118" y="77"/>
                  </a:lnTo>
                  <a:lnTo>
                    <a:pt x="106" y="87"/>
                  </a:lnTo>
                  <a:lnTo>
                    <a:pt x="90" y="96"/>
                  </a:lnTo>
                  <a:lnTo>
                    <a:pt x="73" y="100"/>
                  </a:lnTo>
                  <a:lnTo>
                    <a:pt x="54" y="100"/>
                  </a:lnTo>
                  <a:lnTo>
                    <a:pt x="37" y="96"/>
                  </a:lnTo>
                  <a:lnTo>
                    <a:pt x="22" y="87"/>
                  </a:lnTo>
                  <a:lnTo>
                    <a:pt x="10" y="77"/>
                  </a:lnTo>
                  <a:lnTo>
                    <a:pt x="2" y="64"/>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8975" name="Freeform 90"/>
            <p:cNvSpPr/>
            <p:nvPr/>
          </p:nvSpPr>
          <p:spPr>
            <a:xfrm>
              <a:off x="4267" y="2330"/>
              <a:ext cx="43" cy="51"/>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1"/>
                </a:cxn>
              </a:cxnLst>
              <a:pathLst>
                <a:path w="128" h="100">
                  <a:moveTo>
                    <a:pt x="0" y="50"/>
                  </a:moveTo>
                  <a:lnTo>
                    <a:pt x="3" y="36"/>
                  </a:lnTo>
                  <a:lnTo>
                    <a:pt x="10" y="23"/>
                  </a:lnTo>
                  <a:lnTo>
                    <a:pt x="22" y="12"/>
                  </a:lnTo>
                  <a:lnTo>
                    <a:pt x="38" y="4"/>
                  </a:lnTo>
                  <a:lnTo>
                    <a:pt x="55" y="0"/>
                  </a:lnTo>
                  <a:lnTo>
                    <a:pt x="73" y="0"/>
                  </a:lnTo>
                  <a:lnTo>
                    <a:pt x="91" y="4"/>
                  </a:lnTo>
                  <a:lnTo>
                    <a:pt x="105" y="12"/>
                  </a:lnTo>
                  <a:lnTo>
                    <a:pt x="117" y="23"/>
                  </a:lnTo>
                  <a:lnTo>
                    <a:pt x="125" y="36"/>
                  </a:lnTo>
                  <a:lnTo>
                    <a:pt x="128" y="50"/>
                  </a:lnTo>
                  <a:lnTo>
                    <a:pt x="125" y="65"/>
                  </a:lnTo>
                  <a:lnTo>
                    <a:pt x="117" y="77"/>
                  </a:lnTo>
                  <a:lnTo>
                    <a:pt x="105" y="88"/>
                  </a:lnTo>
                  <a:lnTo>
                    <a:pt x="91" y="96"/>
                  </a:lnTo>
                  <a:lnTo>
                    <a:pt x="73" y="100"/>
                  </a:lnTo>
                  <a:lnTo>
                    <a:pt x="55" y="100"/>
                  </a:lnTo>
                  <a:lnTo>
                    <a:pt x="38" y="96"/>
                  </a:lnTo>
                  <a:lnTo>
                    <a:pt x="22" y="88"/>
                  </a:lnTo>
                  <a:lnTo>
                    <a:pt x="10" y="77"/>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8976" name="Freeform 91"/>
            <p:cNvSpPr/>
            <p:nvPr/>
          </p:nvSpPr>
          <p:spPr>
            <a:xfrm>
              <a:off x="4267" y="2532"/>
              <a:ext cx="43" cy="5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1"/>
                </a:cxn>
                <a:cxn ang="0">
                  <a:pos x="0" y="1"/>
                </a:cxn>
                <a:cxn ang="0">
                  <a:pos x="0" y="1"/>
                </a:cxn>
                <a:cxn ang="0">
                  <a:pos x="0" y="1"/>
                </a:cxn>
                <a:cxn ang="0">
                  <a:pos x="0" y="1"/>
                </a:cxn>
                <a:cxn ang="0">
                  <a:pos x="0" y="1"/>
                </a:cxn>
                <a:cxn ang="0">
                  <a:pos x="0" y="1"/>
                </a:cxn>
                <a:cxn ang="0">
                  <a:pos x="0" y="1"/>
                </a:cxn>
                <a:cxn ang="0">
                  <a:pos x="0" y="1"/>
                </a:cxn>
                <a:cxn ang="0">
                  <a:pos x="0" y="1"/>
                </a:cxn>
                <a:cxn ang="0">
                  <a:pos x="0" y="0"/>
                </a:cxn>
              </a:cxnLst>
              <a:pathLst>
                <a:path w="128" h="101">
                  <a:moveTo>
                    <a:pt x="0" y="50"/>
                  </a:moveTo>
                  <a:lnTo>
                    <a:pt x="3" y="36"/>
                  </a:lnTo>
                  <a:lnTo>
                    <a:pt x="10" y="23"/>
                  </a:lnTo>
                  <a:lnTo>
                    <a:pt x="22" y="13"/>
                  </a:lnTo>
                  <a:lnTo>
                    <a:pt x="38" y="4"/>
                  </a:lnTo>
                  <a:lnTo>
                    <a:pt x="55" y="0"/>
                  </a:lnTo>
                  <a:lnTo>
                    <a:pt x="73" y="0"/>
                  </a:lnTo>
                  <a:lnTo>
                    <a:pt x="91" y="4"/>
                  </a:lnTo>
                  <a:lnTo>
                    <a:pt x="105" y="13"/>
                  </a:lnTo>
                  <a:lnTo>
                    <a:pt x="117" y="23"/>
                  </a:lnTo>
                  <a:lnTo>
                    <a:pt x="125" y="36"/>
                  </a:lnTo>
                  <a:lnTo>
                    <a:pt x="128" y="50"/>
                  </a:lnTo>
                  <a:lnTo>
                    <a:pt x="125" y="65"/>
                  </a:lnTo>
                  <a:lnTo>
                    <a:pt x="117" y="78"/>
                  </a:lnTo>
                  <a:lnTo>
                    <a:pt x="105" y="88"/>
                  </a:lnTo>
                  <a:lnTo>
                    <a:pt x="91" y="97"/>
                  </a:lnTo>
                  <a:lnTo>
                    <a:pt x="73" y="101"/>
                  </a:lnTo>
                  <a:lnTo>
                    <a:pt x="55" y="101"/>
                  </a:lnTo>
                  <a:lnTo>
                    <a:pt x="38" y="97"/>
                  </a:lnTo>
                  <a:lnTo>
                    <a:pt x="22" y="88"/>
                  </a:lnTo>
                  <a:lnTo>
                    <a:pt x="10" y="78"/>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8977" name="Freeform 92"/>
            <p:cNvSpPr/>
            <p:nvPr/>
          </p:nvSpPr>
          <p:spPr>
            <a:xfrm>
              <a:off x="4267" y="2733"/>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51"/>
                  </a:moveTo>
                  <a:lnTo>
                    <a:pt x="3" y="36"/>
                  </a:lnTo>
                  <a:lnTo>
                    <a:pt x="10" y="24"/>
                  </a:lnTo>
                  <a:lnTo>
                    <a:pt x="22" y="13"/>
                  </a:lnTo>
                  <a:lnTo>
                    <a:pt x="38" y="5"/>
                  </a:lnTo>
                  <a:lnTo>
                    <a:pt x="55" y="0"/>
                  </a:lnTo>
                  <a:lnTo>
                    <a:pt x="73" y="0"/>
                  </a:lnTo>
                  <a:lnTo>
                    <a:pt x="91" y="5"/>
                  </a:lnTo>
                  <a:lnTo>
                    <a:pt x="105" y="13"/>
                  </a:lnTo>
                  <a:lnTo>
                    <a:pt x="117" y="24"/>
                  </a:lnTo>
                  <a:lnTo>
                    <a:pt x="125" y="36"/>
                  </a:lnTo>
                  <a:lnTo>
                    <a:pt x="128" y="51"/>
                  </a:lnTo>
                  <a:lnTo>
                    <a:pt x="125" y="64"/>
                  </a:lnTo>
                  <a:lnTo>
                    <a:pt x="117" y="78"/>
                  </a:lnTo>
                  <a:lnTo>
                    <a:pt x="105" y="88"/>
                  </a:lnTo>
                  <a:lnTo>
                    <a:pt x="91" y="97"/>
                  </a:lnTo>
                  <a:lnTo>
                    <a:pt x="73" y="100"/>
                  </a:lnTo>
                  <a:lnTo>
                    <a:pt x="55" y="100"/>
                  </a:lnTo>
                  <a:lnTo>
                    <a:pt x="38" y="97"/>
                  </a:lnTo>
                  <a:lnTo>
                    <a:pt x="22" y="88"/>
                  </a:lnTo>
                  <a:lnTo>
                    <a:pt x="10" y="78"/>
                  </a:lnTo>
                  <a:lnTo>
                    <a:pt x="3" y="64"/>
                  </a:lnTo>
                  <a:lnTo>
                    <a:pt x="0" y="51"/>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8978" name="Freeform 93"/>
            <p:cNvSpPr/>
            <p:nvPr/>
          </p:nvSpPr>
          <p:spPr>
            <a:xfrm>
              <a:off x="4267" y="2919"/>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50"/>
                  </a:moveTo>
                  <a:lnTo>
                    <a:pt x="3" y="36"/>
                  </a:lnTo>
                  <a:lnTo>
                    <a:pt x="10" y="22"/>
                  </a:lnTo>
                  <a:lnTo>
                    <a:pt x="22" y="12"/>
                  </a:lnTo>
                  <a:lnTo>
                    <a:pt x="38" y="4"/>
                  </a:lnTo>
                  <a:lnTo>
                    <a:pt x="55" y="0"/>
                  </a:lnTo>
                  <a:lnTo>
                    <a:pt x="73" y="0"/>
                  </a:lnTo>
                  <a:lnTo>
                    <a:pt x="91" y="4"/>
                  </a:lnTo>
                  <a:lnTo>
                    <a:pt x="105" y="12"/>
                  </a:lnTo>
                  <a:lnTo>
                    <a:pt x="117" y="22"/>
                  </a:lnTo>
                  <a:lnTo>
                    <a:pt x="125" y="36"/>
                  </a:lnTo>
                  <a:lnTo>
                    <a:pt x="128" y="50"/>
                  </a:lnTo>
                  <a:lnTo>
                    <a:pt x="125" y="64"/>
                  </a:lnTo>
                  <a:lnTo>
                    <a:pt x="117" y="77"/>
                  </a:lnTo>
                  <a:lnTo>
                    <a:pt x="105" y="87"/>
                  </a:lnTo>
                  <a:lnTo>
                    <a:pt x="91" y="96"/>
                  </a:lnTo>
                  <a:lnTo>
                    <a:pt x="73" y="100"/>
                  </a:lnTo>
                  <a:lnTo>
                    <a:pt x="55" y="100"/>
                  </a:lnTo>
                  <a:lnTo>
                    <a:pt x="38" y="96"/>
                  </a:lnTo>
                  <a:lnTo>
                    <a:pt x="22" y="87"/>
                  </a:lnTo>
                  <a:lnTo>
                    <a:pt x="10" y="77"/>
                  </a:lnTo>
                  <a:lnTo>
                    <a:pt x="3" y="64"/>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8979" name="Freeform 94"/>
            <p:cNvSpPr/>
            <p:nvPr/>
          </p:nvSpPr>
          <p:spPr>
            <a:xfrm>
              <a:off x="4777" y="2330"/>
              <a:ext cx="43" cy="51"/>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1"/>
                </a:cxn>
              </a:cxnLst>
              <a:pathLst>
                <a:path w="128" h="100">
                  <a:moveTo>
                    <a:pt x="0" y="50"/>
                  </a:moveTo>
                  <a:lnTo>
                    <a:pt x="3" y="36"/>
                  </a:lnTo>
                  <a:lnTo>
                    <a:pt x="10" y="23"/>
                  </a:lnTo>
                  <a:lnTo>
                    <a:pt x="22" y="12"/>
                  </a:lnTo>
                  <a:lnTo>
                    <a:pt x="38" y="4"/>
                  </a:lnTo>
                  <a:lnTo>
                    <a:pt x="55" y="0"/>
                  </a:lnTo>
                  <a:lnTo>
                    <a:pt x="72" y="0"/>
                  </a:lnTo>
                  <a:lnTo>
                    <a:pt x="91" y="4"/>
                  </a:lnTo>
                  <a:lnTo>
                    <a:pt x="105" y="12"/>
                  </a:lnTo>
                  <a:lnTo>
                    <a:pt x="117" y="23"/>
                  </a:lnTo>
                  <a:lnTo>
                    <a:pt x="125" y="36"/>
                  </a:lnTo>
                  <a:lnTo>
                    <a:pt x="128" y="50"/>
                  </a:lnTo>
                  <a:lnTo>
                    <a:pt x="125" y="65"/>
                  </a:lnTo>
                  <a:lnTo>
                    <a:pt x="117" y="77"/>
                  </a:lnTo>
                  <a:lnTo>
                    <a:pt x="105" y="88"/>
                  </a:lnTo>
                  <a:lnTo>
                    <a:pt x="91" y="96"/>
                  </a:lnTo>
                  <a:lnTo>
                    <a:pt x="72" y="100"/>
                  </a:lnTo>
                  <a:lnTo>
                    <a:pt x="55" y="100"/>
                  </a:lnTo>
                  <a:lnTo>
                    <a:pt x="38" y="96"/>
                  </a:lnTo>
                  <a:lnTo>
                    <a:pt x="22" y="88"/>
                  </a:lnTo>
                  <a:lnTo>
                    <a:pt x="10" y="77"/>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8980" name="Freeform 95"/>
            <p:cNvSpPr/>
            <p:nvPr/>
          </p:nvSpPr>
          <p:spPr>
            <a:xfrm>
              <a:off x="4777" y="2532"/>
              <a:ext cx="43" cy="5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1"/>
                </a:cxn>
                <a:cxn ang="0">
                  <a:pos x="0" y="1"/>
                </a:cxn>
                <a:cxn ang="0">
                  <a:pos x="0" y="1"/>
                </a:cxn>
                <a:cxn ang="0">
                  <a:pos x="0" y="1"/>
                </a:cxn>
                <a:cxn ang="0">
                  <a:pos x="0" y="1"/>
                </a:cxn>
                <a:cxn ang="0">
                  <a:pos x="0" y="1"/>
                </a:cxn>
                <a:cxn ang="0">
                  <a:pos x="0" y="1"/>
                </a:cxn>
                <a:cxn ang="0">
                  <a:pos x="0" y="1"/>
                </a:cxn>
                <a:cxn ang="0">
                  <a:pos x="0" y="1"/>
                </a:cxn>
                <a:cxn ang="0">
                  <a:pos x="0" y="1"/>
                </a:cxn>
                <a:cxn ang="0">
                  <a:pos x="0" y="0"/>
                </a:cxn>
              </a:cxnLst>
              <a:pathLst>
                <a:path w="128" h="101">
                  <a:moveTo>
                    <a:pt x="0" y="50"/>
                  </a:moveTo>
                  <a:lnTo>
                    <a:pt x="3" y="36"/>
                  </a:lnTo>
                  <a:lnTo>
                    <a:pt x="10" y="23"/>
                  </a:lnTo>
                  <a:lnTo>
                    <a:pt x="22" y="13"/>
                  </a:lnTo>
                  <a:lnTo>
                    <a:pt x="38" y="4"/>
                  </a:lnTo>
                  <a:lnTo>
                    <a:pt x="55" y="0"/>
                  </a:lnTo>
                  <a:lnTo>
                    <a:pt x="72" y="0"/>
                  </a:lnTo>
                  <a:lnTo>
                    <a:pt x="91" y="4"/>
                  </a:lnTo>
                  <a:lnTo>
                    <a:pt x="105" y="13"/>
                  </a:lnTo>
                  <a:lnTo>
                    <a:pt x="117" y="23"/>
                  </a:lnTo>
                  <a:lnTo>
                    <a:pt x="125" y="36"/>
                  </a:lnTo>
                  <a:lnTo>
                    <a:pt x="128" y="50"/>
                  </a:lnTo>
                  <a:lnTo>
                    <a:pt x="125" y="65"/>
                  </a:lnTo>
                  <a:lnTo>
                    <a:pt x="117" y="78"/>
                  </a:lnTo>
                  <a:lnTo>
                    <a:pt x="105" y="88"/>
                  </a:lnTo>
                  <a:lnTo>
                    <a:pt x="91" y="97"/>
                  </a:lnTo>
                  <a:lnTo>
                    <a:pt x="72" y="101"/>
                  </a:lnTo>
                  <a:lnTo>
                    <a:pt x="55" y="101"/>
                  </a:lnTo>
                  <a:lnTo>
                    <a:pt x="38" y="97"/>
                  </a:lnTo>
                  <a:lnTo>
                    <a:pt x="22" y="88"/>
                  </a:lnTo>
                  <a:lnTo>
                    <a:pt x="10" y="78"/>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8981" name="Freeform 96"/>
            <p:cNvSpPr/>
            <p:nvPr/>
          </p:nvSpPr>
          <p:spPr>
            <a:xfrm>
              <a:off x="4777" y="2733"/>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51"/>
                  </a:moveTo>
                  <a:lnTo>
                    <a:pt x="3" y="36"/>
                  </a:lnTo>
                  <a:lnTo>
                    <a:pt x="10" y="24"/>
                  </a:lnTo>
                  <a:lnTo>
                    <a:pt x="22" y="13"/>
                  </a:lnTo>
                  <a:lnTo>
                    <a:pt x="38" y="5"/>
                  </a:lnTo>
                  <a:lnTo>
                    <a:pt x="55" y="0"/>
                  </a:lnTo>
                  <a:lnTo>
                    <a:pt x="72" y="0"/>
                  </a:lnTo>
                  <a:lnTo>
                    <a:pt x="91" y="5"/>
                  </a:lnTo>
                  <a:lnTo>
                    <a:pt x="105" y="13"/>
                  </a:lnTo>
                  <a:lnTo>
                    <a:pt x="117" y="24"/>
                  </a:lnTo>
                  <a:lnTo>
                    <a:pt x="125" y="36"/>
                  </a:lnTo>
                  <a:lnTo>
                    <a:pt x="128" y="51"/>
                  </a:lnTo>
                  <a:lnTo>
                    <a:pt x="125" y="64"/>
                  </a:lnTo>
                  <a:lnTo>
                    <a:pt x="117" y="78"/>
                  </a:lnTo>
                  <a:lnTo>
                    <a:pt x="105" y="88"/>
                  </a:lnTo>
                  <a:lnTo>
                    <a:pt x="91" y="97"/>
                  </a:lnTo>
                  <a:lnTo>
                    <a:pt x="72" y="100"/>
                  </a:lnTo>
                  <a:lnTo>
                    <a:pt x="55" y="100"/>
                  </a:lnTo>
                  <a:lnTo>
                    <a:pt x="38" y="97"/>
                  </a:lnTo>
                  <a:lnTo>
                    <a:pt x="22" y="88"/>
                  </a:lnTo>
                  <a:lnTo>
                    <a:pt x="10" y="78"/>
                  </a:lnTo>
                  <a:lnTo>
                    <a:pt x="3" y="64"/>
                  </a:lnTo>
                  <a:lnTo>
                    <a:pt x="0" y="51"/>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8982" name="Freeform 97"/>
            <p:cNvSpPr/>
            <p:nvPr/>
          </p:nvSpPr>
          <p:spPr>
            <a:xfrm>
              <a:off x="4777" y="2919"/>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50"/>
                  </a:moveTo>
                  <a:lnTo>
                    <a:pt x="3" y="36"/>
                  </a:lnTo>
                  <a:lnTo>
                    <a:pt x="10" y="22"/>
                  </a:lnTo>
                  <a:lnTo>
                    <a:pt x="22" y="12"/>
                  </a:lnTo>
                  <a:lnTo>
                    <a:pt x="38" y="4"/>
                  </a:lnTo>
                  <a:lnTo>
                    <a:pt x="55" y="0"/>
                  </a:lnTo>
                  <a:lnTo>
                    <a:pt x="73" y="0"/>
                  </a:lnTo>
                  <a:lnTo>
                    <a:pt x="91" y="4"/>
                  </a:lnTo>
                  <a:lnTo>
                    <a:pt x="105" y="12"/>
                  </a:lnTo>
                  <a:lnTo>
                    <a:pt x="117" y="22"/>
                  </a:lnTo>
                  <a:lnTo>
                    <a:pt x="125" y="36"/>
                  </a:lnTo>
                  <a:lnTo>
                    <a:pt x="128" y="50"/>
                  </a:lnTo>
                  <a:lnTo>
                    <a:pt x="125" y="64"/>
                  </a:lnTo>
                  <a:lnTo>
                    <a:pt x="117" y="77"/>
                  </a:lnTo>
                  <a:lnTo>
                    <a:pt x="105" y="87"/>
                  </a:lnTo>
                  <a:lnTo>
                    <a:pt x="91" y="96"/>
                  </a:lnTo>
                  <a:lnTo>
                    <a:pt x="73" y="100"/>
                  </a:lnTo>
                  <a:lnTo>
                    <a:pt x="55" y="100"/>
                  </a:lnTo>
                  <a:lnTo>
                    <a:pt x="38" y="96"/>
                  </a:lnTo>
                  <a:lnTo>
                    <a:pt x="22" y="87"/>
                  </a:lnTo>
                  <a:lnTo>
                    <a:pt x="10" y="77"/>
                  </a:lnTo>
                  <a:lnTo>
                    <a:pt x="3" y="64"/>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8983" name="Rectangle 98"/>
            <p:cNvSpPr/>
            <p:nvPr/>
          </p:nvSpPr>
          <p:spPr>
            <a:xfrm>
              <a:off x="3090" y="2800"/>
              <a:ext cx="16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12</a:t>
              </a:r>
              <a:endParaRPr lang="en-US" altLang="zh-CN" sz="1800" b="0" dirty="0">
                <a:solidFill>
                  <a:schemeClr val="tx1"/>
                </a:solidFill>
                <a:latin typeface="Arial" panose="020B0604020202020204" pitchFamily="34" charset="0"/>
              </a:endParaRPr>
            </a:p>
          </p:txBody>
        </p:sp>
        <p:sp>
          <p:nvSpPr>
            <p:cNvPr id="208984" name="Rectangle 99"/>
            <p:cNvSpPr/>
            <p:nvPr/>
          </p:nvSpPr>
          <p:spPr>
            <a:xfrm>
              <a:off x="3211" y="2794"/>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08985" name="Rectangle 100"/>
            <p:cNvSpPr/>
            <p:nvPr/>
          </p:nvSpPr>
          <p:spPr>
            <a:xfrm>
              <a:off x="3637" y="2209"/>
              <a:ext cx="8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208986" name="Rectangle 101"/>
            <p:cNvSpPr/>
            <p:nvPr/>
          </p:nvSpPr>
          <p:spPr>
            <a:xfrm>
              <a:off x="3697" y="2202"/>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08987" name="Rectangle 102"/>
            <p:cNvSpPr/>
            <p:nvPr/>
          </p:nvSpPr>
          <p:spPr>
            <a:xfrm>
              <a:off x="3585" y="2800"/>
              <a:ext cx="16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13</a:t>
              </a:r>
              <a:endParaRPr lang="en-US" altLang="zh-CN" sz="1800" b="0" dirty="0">
                <a:solidFill>
                  <a:schemeClr val="tx1"/>
                </a:solidFill>
                <a:latin typeface="Arial" panose="020B0604020202020204" pitchFamily="34" charset="0"/>
              </a:endParaRPr>
            </a:p>
          </p:txBody>
        </p:sp>
        <p:sp>
          <p:nvSpPr>
            <p:cNvPr id="208988" name="Rectangle 103"/>
            <p:cNvSpPr/>
            <p:nvPr/>
          </p:nvSpPr>
          <p:spPr>
            <a:xfrm>
              <a:off x="3706" y="2794"/>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08989" name="Rectangle 104"/>
            <p:cNvSpPr/>
            <p:nvPr/>
          </p:nvSpPr>
          <p:spPr>
            <a:xfrm>
              <a:off x="4132" y="2209"/>
              <a:ext cx="8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2</a:t>
              </a:r>
              <a:endParaRPr lang="en-US" altLang="zh-CN" sz="1800" b="0" dirty="0">
                <a:solidFill>
                  <a:schemeClr val="tx1"/>
                </a:solidFill>
                <a:latin typeface="Arial" panose="020B0604020202020204" pitchFamily="34" charset="0"/>
              </a:endParaRPr>
            </a:p>
          </p:txBody>
        </p:sp>
        <p:sp>
          <p:nvSpPr>
            <p:cNvPr id="208990" name="Rectangle 105"/>
            <p:cNvSpPr/>
            <p:nvPr/>
          </p:nvSpPr>
          <p:spPr>
            <a:xfrm>
              <a:off x="4192" y="2202"/>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08991" name="Rectangle 106"/>
            <p:cNvSpPr/>
            <p:nvPr/>
          </p:nvSpPr>
          <p:spPr>
            <a:xfrm>
              <a:off x="4081" y="2800"/>
              <a:ext cx="16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14</a:t>
              </a:r>
              <a:endParaRPr lang="en-US" altLang="zh-CN" sz="1800" b="0" dirty="0">
                <a:solidFill>
                  <a:schemeClr val="tx1"/>
                </a:solidFill>
                <a:latin typeface="Arial" panose="020B0604020202020204" pitchFamily="34" charset="0"/>
              </a:endParaRPr>
            </a:p>
          </p:txBody>
        </p:sp>
        <p:sp>
          <p:nvSpPr>
            <p:cNvPr id="208992" name="Rectangle 107"/>
            <p:cNvSpPr/>
            <p:nvPr/>
          </p:nvSpPr>
          <p:spPr>
            <a:xfrm>
              <a:off x="4201" y="2794"/>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08993" name="Rectangle 108"/>
            <p:cNvSpPr/>
            <p:nvPr/>
          </p:nvSpPr>
          <p:spPr>
            <a:xfrm>
              <a:off x="4649" y="2209"/>
              <a:ext cx="8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3</a:t>
              </a:r>
              <a:endParaRPr lang="en-US" altLang="zh-CN" sz="1800" b="0" dirty="0">
                <a:solidFill>
                  <a:schemeClr val="tx1"/>
                </a:solidFill>
                <a:latin typeface="Arial" panose="020B0604020202020204" pitchFamily="34" charset="0"/>
              </a:endParaRPr>
            </a:p>
          </p:txBody>
        </p:sp>
        <p:sp>
          <p:nvSpPr>
            <p:cNvPr id="208994" name="Rectangle 109"/>
            <p:cNvSpPr/>
            <p:nvPr/>
          </p:nvSpPr>
          <p:spPr>
            <a:xfrm>
              <a:off x="4709" y="2202"/>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08995" name="Rectangle 110"/>
            <p:cNvSpPr/>
            <p:nvPr/>
          </p:nvSpPr>
          <p:spPr>
            <a:xfrm>
              <a:off x="4612" y="2812"/>
              <a:ext cx="16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15</a:t>
              </a:r>
              <a:endParaRPr lang="en-US" altLang="zh-CN" sz="1800" b="0" dirty="0">
                <a:solidFill>
                  <a:schemeClr val="tx1"/>
                </a:solidFill>
                <a:latin typeface="Arial" panose="020B0604020202020204" pitchFamily="34" charset="0"/>
              </a:endParaRPr>
            </a:p>
          </p:txBody>
        </p:sp>
        <p:sp>
          <p:nvSpPr>
            <p:cNvPr id="208996" name="Rectangle 111"/>
            <p:cNvSpPr/>
            <p:nvPr/>
          </p:nvSpPr>
          <p:spPr>
            <a:xfrm>
              <a:off x="4732" y="2806"/>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08997" name="Rectangle 113"/>
            <p:cNvSpPr/>
            <p:nvPr/>
          </p:nvSpPr>
          <p:spPr>
            <a:xfrm>
              <a:off x="5244" y="2498"/>
              <a:ext cx="24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行</a:t>
              </a:r>
              <a:r>
                <a:rPr lang="en-US" altLang="zh-CN" sz="2000" dirty="0">
                  <a:solidFill>
                    <a:srgbClr val="000000"/>
                  </a:solidFill>
                  <a:latin typeface="宋体" panose="02010600030101010101" pitchFamily="2" charset="-122"/>
                </a:rPr>
                <a:t>1</a:t>
              </a:r>
              <a:endParaRPr lang="en-US" altLang="zh-CN" sz="2000" dirty="0">
                <a:solidFill>
                  <a:srgbClr val="000000"/>
                </a:solidFill>
                <a:latin typeface="宋体" panose="02010600030101010101" pitchFamily="2" charset="-122"/>
              </a:endParaRPr>
            </a:p>
          </p:txBody>
        </p:sp>
        <p:sp>
          <p:nvSpPr>
            <p:cNvPr id="208998" name="Rectangle 114"/>
            <p:cNvSpPr/>
            <p:nvPr/>
          </p:nvSpPr>
          <p:spPr>
            <a:xfrm>
              <a:off x="5244" y="2699"/>
              <a:ext cx="24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行</a:t>
              </a:r>
              <a:r>
                <a:rPr lang="en-US" altLang="zh-CN" sz="2000" dirty="0">
                  <a:solidFill>
                    <a:srgbClr val="000000"/>
                  </a:solidFill>
                  <a:latin typeface="宋体" panose="02010600030101010101" pitchFamily="2" charset="-122"/>
                </a:rPr>
                <a:t>2</a:t>
              </a:r>
              <a:endParaRPr lang="en-US" altLang="zh-CN" sz="2000" dirty="0">
                <a:solidFill>
                  <a:srgbClr val="000000"/>
                </a:solidFill>
                <a:latin typeface="宋体" panose="02010600030101010101" pitchFamily="2" charset="-122"/>
              </a:endParaRPr>
            </a:p>
          </p:txBody>
        </p:sp>
        <p:sp>
          <p:nvSpPr>
            <p:cNvPr id="208999" name="Rectangle 115"/>
            <p:cNvSpPr/>
            <p:nvPr/>
          </p:nvSpPr>
          <p:spPr>
            <a:xfrm>
              <a:off x="5244" y="2875"/>
              <a:ext cx="218"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dirty="0">
                  <a:solidFill>
                    <a:srgbClr val="000000"/>
                  </a:solidFill>
                  <a:latin typeface="宋体" panose="02010600030101010101" pitchFamily="2" charset="-122"/>
                </a:rPr>
                <a:t>行</a:t>
              </a:r>
              <a:r>
                <a:rPr lang="en-US" altLang="zh-CN" sz="1800" dirty="0">
                  <a:solidFill>
                    <a:srgbClr val="000000"/>
                  </a:solidFill>
                  <a:latin typeface="宋体" panose="02010600030101010101" pitchFamily="2" charset="-122"/>
                </a:rPr>
                <a:t>3</a:t>
              </a:r>
              <a:endParaRPr lang="en-US" altLang="zh-CN" sz="1800" dirty="0">
                <a:solidFill>
                  <a:srgbClr val="000000"/>
                </a:solidFill>
                <a:latin typeface="宋体" panose="02010600030101010101" pitchFamily="2" charset="-122"/>
              </a:endParaRPr>
            </a:p>
          </p:txBody>
        </p:sp>
        <p:sp>
          <p:nvSpPr>
            <p:cNvPr id="209000" name="Line 116"/>
            <p:cNvSpPr/>
            <p:nvPr/>
          </p:nvSpPr>
          <p:spPr>
            <a:xfrm>
              <a:off x="3418" y="1777"/>
              <a:ext cx="0" cy="252"/>
            </a:xfrm>
            <a:prstGeom prst="line">
              <a:avLst/>
            </a:prstGeom>
            <a:ln w="14288" cap="flat" cmpd="sng">
              <a:solidFill>
                <a:srgbClr val="000000"/>
              </a:solidFill>
              <a:prstDash val="solid"/>
              <a:headEnd type="none" w="med" len="med"/>
              <a:tailEnd type="none" w="med" len="med"/>
            </a:ln>
          </p:spPr>
        </p:sp>
        <p:sp>
          <p:nvSpPr>
            <p:cNvPr id="209001" name="Rectangle 117"/>
            <p:cNvSpPr/>
            <p:nvPr/>
          </p:nvSpPr>
          <p:spPr>
            <a:xfrm>
              <a:off x="3376" y="1888"/>
              <a:ext cx="94" cy="141"/>
            </a:xfrm>
            <a:prstGeom prst="rect">
              <a:avLst/>
            </a:prstGeom>
            <a:solidFill>
              <a:srgbClr val="FFFFFF"/>
            </a:solidFill>
            <a:ln w="14288"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09002" name="Line 118"/>
            <p:cNvSpPr/>
            <p:nvPr/>
          </p:nvSpPr>
          <p:spPr>
            <a:xfrm>
              <a:off x="3917" y="1777"/>
              <a:ext cx="0" cy="252"/>
            </a:xfrm>
            <a:prstGeom prst="line">
              <a:avLst/>
            </a:prstGeom>
            <a:ln w="14288" cap="flat" cmpd="sng">
              <a:solidFill>
                <a:srgbClr val="000000"/>
              </a:solidFill>
              <a:prstDash val="solid"/>
              <a:headEnd type="none" w="med" len="med"/>
              <a:tailEnd type="none" w="med" len="med"/>
            </a:ln>
          </p:spPr>
        </p:sp>
        <p:sp>
          <p:nvSpPr>
            <p:cNvPr id="209003" name="Rectangle 119"/>
            <p:cNvSpPr/>
            <p:nvPr/>
          </p:nvSpPr>
          <p:spPr>
            <a:xfrm>
              <a:off x="3875" y="1888"/>
              <a:ext cx="94" cy="141"/>
            </a:xfrm>
            <a:prstGeom prst="rect">
              <a:avLst/>
            </a:prstGeom>
            <a:solidFill>
              <a:srgbClr val="FFFFFF"/>
            </a:solidFill>
            <a:ln w="14288"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09004" name="Line 120"/>
            <p:cNvSpPr/>
            <p:nvPr/>
          </p:nvSpPr>
          <p:spPr>
            <a:xfrm flipH="1">
              <a:off x="4421" y="1797"/>
              <a:ext cx="1" cy="232"/>
            </a:xfrm>
            <a:prstGeom prst="line">
              <a:avLst/>
            </a:prstGeom>
            <a:ln w="14288" cap="flat" cmpd="sng">
              <a:solidFill>
                <a:srgbClr val="000000"/>
              </a:solidFill>
              <a:prstDash val="solid"/>
              <a:headEnd type="none" w="med" len="med"/>
              <a:tailEnd type="none" w="med" len="med"/>
            </a:ln>
          </p:spPr>
        </p:sp>
        <p:sp>
          <p:nvSpPr>
            <p:cNvPr id="209005" name="Rectangle 121"/>
            <p:cNvSpPr/>
            <p:nvPr/>
          </p:nvSpPr>
          <p:spPr>
            <a:xfrm>
              <a:off x="4378" y="1888"/>
              <a:ext cx="90" cy="141"/>
            </a:xfrm>
            <a:prstGeom prst="rect">
              <a:avLst/>
            </a:prstGeom>
            <a:solidFill>
              <a:srgbClr val="FFFFFF"/>
            </a:solidFill>
            <a:ln w="14288"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09006" name="Rectangle 125"/>
            <p:cNvSpPr/>
            <p:nvPr/>
          </p:nvSpPr>
          <p:spPr>
            <a:xfrm>
              <a:off x="3334" y="1570"/>
              <a:ext cx="24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列</a:t>
              </a:r>
              <a:r>
                <a:rPr lang="en-US" altLang="zh-CN" sz="2000" dirty="0">
                  <a:solidFill>
                    <a:srgbClr val="000000"/>
                  </a:solidFill>
                  <a:latin typeface="宋体" panose="02010600030101010101" pitchFamily="2" charset="-122"/>
                </a:rPr>
                <a:t>0</a:t>
              </a:r>
              <a:endParaRPr lang="en-US" altLang="zh-CN" sz="2000" dirty="0">
                <a:solidFill>
                  <a:schemeClr val="tx1"/>
                </a:solidFill>
                <a:latin typeface="宋体" panose="02010600030101010101" pitchFamily="2" charset="-122"/>
              </a:endParaRPr>
            </a:p>
          </p:txBody>
        </p:sp>
        <p:sp>
          <p:nvSpPr>
            <p:cNvPr id="209007" name="Rectangle 126"/>
            <p:cNvSpPr/>
            <p:nvPr/>
          </p:nvSpPr>
          <p:spPr>
            <a:xfrm>
              <a:off x="3787" y="1570"/>
              <a:ext cx="24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列</a:t>
              </a:r>
              <a:r>
                <a:rPr lang="en-US" altLang="zh-CN" sz="2000" dirty="0">
                  <a:solidFill>
                    <a:srgbClr val="000000"/>
                  </a:solidFill>
                  <a:latin typeface="宋体" panose="02010600030101010101" pitchFamily="2" charset="-122"/>
                </a:rPr>
                <a:t>1</a:t>
              </a:r>
              <a:endParaRPr lang="en-US" altLang="zh-CN" sz="2000" dirty="0">
                <a:solidFill>
                  <a:srgbClr val="000000"/>
                </a:solidFill>
                <a:latin typeface="宋体" panose="02010600030101010101" pitchFamily="2" charset="-122"/>
              </a:endParaRPr>
            </a:p>
          </p:txBody>
        </p:sp>
        <p:sp>
          <p:nvSpPr>
            <p:cNvPr id="209008" name="Rectangle 127"/>
            <p:cNvSpPr/>
            <p:nvPr/>
          </p:nvSpPr>
          <p:spPr>
            <a:xfrm>
              <a:off x="4286" y="1560"/>
              <a:ext cx="272" cy="192"/>
            </a:xfrm>
            <a:prstGeom prst="rect">
              <a:avLst/>
            </a:prstGeom>
            <a:noFill/>
            <a:ln w="95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列</a:t>
              </a:r>
              <a:r>
                <a:rPr lang="en-US" altLang="zh-CN" sz="2000" dirty="0">
                  <a:solidFill>
                    <a:srgbClr val="000000"/>
                  </a:solidFill>
                  <a:latin typeface="宋体" panose="02010600030101010101" pitchFamily="2" charset="-122"/>
                </a:rPr>
                <a:t>2</a:t>
              </a:r>
              <a:endParaRPr lang="en-US" altLang="zh-CN" sz="2000" dirty="0">
                <a:solidFill>
                  <a:srgbClr val="000000"/>
                </a:solidFill>
                <a:latin typeface="宋体" panose="02010600030101010101" pitchFamily="2" charset="-122"/>
              </a:endParaRPr>
            </a:p>
          </p:txBody>
        </p:sp>
        <p:sp>
          <p:nvSpPr>
            <p:cNvPr id="209009" name="Rectangle 128"/>
            <p:cNvSpPr/>
            <p:nvPr/>
          </p:nvSpPr>
          <p:spPr>
            <a:xfrm>
              <a:off x="4785" y="1560"/>
              <a:ext cx="24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列</a:t>
              </a:r>
              <a:r>
                <a:rPr lang="en-US" altLang="zh-CN" sz="2000" dirty="0">
                  <a:solidFill>
                    <a:srgbClr val="000000"/>
                  </a:solidFill>
                  <a:latin typeface="宋体" panose="02010600030101010101" pitchFamily="2" charset="-122"/>
                </a:rPr>
                <a:t>3</a:t>
              </a:r>
              <a:endParaRPr lang="en-US" altLang="zh-CN" sz="2000" dirty="0">
                <a:solidFill>
                  <a:srgbClr val="000000"/>
                </a:solidFill>
                <a:latin typeface="宋体" panose="02010600030101010101" pitchFamily="2" charset="-122"/>
              </a:endParaRPr>
            </a:p>
          </p:txBody>
        </p:sp>
        <p:sp>
          <p:nvSpPr>
            <p:cNvPr id="209010" name="Line 129"/>
            <p:cNvSpPr/>
            <p:nvPr/>
          </p:nvSpPr>
          <p:spPr>
            <a:xfrm>
              <a:off x="4921" y="1797"/>
              <a:ext cx="0" cy="91"/>
            </a:xfrm>
            <a:prstGeom prst="line">
              <a:avLst/>
            </a:prstGeom>
            <a:ln w="14288" cap="flat" cmpd="sng">
              <a:solidFill>
                <a:srgbClr val="000000"/>
              </a:solidFill>
              <a:prstDash val="solid"/>
              <a:headEnd type="none" w="med" len="med"/>
              <a:tailEnd type="none" w="med" len="med"/>
            </a:ln>
          </p:spPr>
        </p:sp>
        <p:sp>
          <p:nvSpPr>
            <p:cNvPr id="209011" name="Line 130"/>
            <p:cNvSpPr/>
            <p:nvPr/>
          </p:nvSpPr>
          <p:spPr>
            <a:xfrm>
              <a:off x="4421" y="1777"/>
              <a:ext cx="0" cy="252"/>
            </a:xfrm>
            <a:prstGeom prst="line">
              <a:avLst/>
            </a:prstGeom>
            <a:ln w="14288" cap="flat" cmpd="sng">
              <a:solidFill>
                <a:srgbClr val="000000"/>
              </a:solidFill>
              <a:prstDash val="solid"/>
              <a:headEnd type="none" w="med" len="med"/>
              <a:tailEnd type="none" w="med" len="med"/>
            </a:ln>
          </p:spPr>
        </p:sp>
        <p:sp>
          <p:nvSpPr>
            <p:cNvPr id="209012" name="Line 132"/>
            <p:cNvSpPr/>
            <p:nvPr/>
          </p:nvSpPr>
          <p:spPr>
            <a:xfrm>
              <a:off x="2925" y="2387"/>
              <a:ext cx="2268" cy="0"/>
            </a:xfrm>
            <a:prstGeom prst="line">
              <a:avLst/>
            </a:prstGeom>
            <a:ln w="9525" cap="flat" cmpd="sng">
              <a:solidFill>
                <a:srgbClr val="FF00FF"/>
              </a:solidFill>
              <a:prstDash val="solid"/>
              <a:headEnd type="none" w="med" len="med"/>
              <a:tailEnd type="none" w="med" len="med"/>
            </a:ln>
          </p:spPr>
        </p:sp>
        <p:sp>
          <p:nvSpPr>
            <p:cNvPr id="209013" name="Line 133"/>
            <p:cNvSpPr/>
            <p:nvPr/>
          </p:nvSpPr>
          <p:spPr>
            <a:xfrm>
              <a:off x="2925" y="2568"/>
              <a:ext cx="2268" cy="0"/>
            </a:xfrm>
            <a:prstGeom prst="line">
              <a:avLst/>
            </a:prstGeom>
            <a:ln w="9525" cap="flat" cmpd="sng">
              <a:solidFill>
                <a:srgbClr val="FF00FF"/>
              </a:solidFill>
              <a:prstDash val="solid"/>
              <a:headEnd type="none" w="med" len="med"/>
              <a:tailEnd type="none" w="med" len="med"/>
            </a:ln>
          </p:spPr>
        </p:sp>
        <p:sp>
          <p:nvSpPr>
            <p:cNvPr id="209014" name="Line 134"/>
            <p:cNvSpPr/>
            <p:nvPr/>
          </p:nvSpPr>
          <p:spPr>
            <a:xfrm>
              <a:off x="2925" y="2795"/>
              <a:ext cx="2268" cy="0"/>
            </a:xfrm>
            <a:prstGeom prst="line">
              <a:avLst/>
            </a:prstGeom>
            <a:ln w="9525" cap="flat" cmpd="sng">
              <a:solidFill>
                <a:srgbClr val="FF00FF"/>
              </a:solidFill>
              <a:prstDash val="solid"/>
              <a:headEnd type="none" w="med" len="med"/>
              <a:tailEnd type="none" w="med" len="med"/>
            </a:ln>
          </p:spPr>
        </p:sp>
        <p:sp>
          <p:nvSpPr>
            <p:cNvPr id="209015" name="Line 135"/>
            <p:cNvSpPr/>
            <p:nvPr/>
          </p:nvSpPr>
          <p:spPr>
            <a:xfrm>
              <a:off x="2925" y="2976"/>
              <a:ext cx="2268" cy="0"/>
            </a:xfrm>
            <a:prstGeom prst="line">
              <a:avLst/>
            </a:prstGeom>
            <a:ln w="9525" cap="flat" cmpd="sng">
              <a:solidFill>
                <a:srgbClr val="FF00FF"/>
              </a:solidFill>
              <a:prstDash val="solid"/>
              <a:headEnd type="none" w="med" len="med"/>
              <a:tailEnd type="none" w="med" len="med"/>
            </a:ln>
          </p:spPr>
        </p:sp>
      </p:grpSp>
    </p:spTree>
  </p:cSld>
  <p:clrMapOvr>
    <a:masterClrMapping/>
  </p:clrMapOvr>
  <p:transition spd="slow">
    <p:zoom/>
  </p:transition>
</p:sld>
</file>

<file path=ppt/slides/slide1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209922" name="Rectangle 3"/>
          <p:cNvSpPr/>
          <p:nvPr/>
        </p:nvSpPr>
        <p:spPr>
          <a:xfrm>
            <a:off x="250825" y="260350"/>
            <a:ext cx="8497888" cy="1382713"/>
          </a:xfrm>
          <a:prstGeom prst="rect">
            <a:avLst/>
          </a:prstGeom>
          <a:solidFill>
            <a:srgbClr val="00FF00">
              <a:alpha val="23137"/>
            </a:srgbClr>
          </a:solidFill>
          <a:ln w="9525" cap="flat" cmpd="sng">
            <a:solidFill>
              <a:srgbClr val="FF00FF"/>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dirty="0">
                <a:solidFill>
                  <a:schemeClr val="tx1"/>
                </a:solidFill>
                <a:latin typeface="宋体" panose="02010600030101010101" pitchFamily="2" charset="-122"/>
              </a:rPr>
              <a:t>①</a:t>
            </a:r>
            <a:r>
              <a:rPr lang="zh-CN" altLang="en-US" dirty="0">
                <a:solidFill>
                  <a:schemeClr val="tx1"/>
                </a:solidFill>
                <a:latin typeface="宋体" panose="02010600030101010101" pitchFamily="2" charset="-122"/>
              </a:rPr>
              <a:t>使</a:t>
            </a:r>
            <a:r>
              <a:rPr lang="en-US" altLang="zh-CN" dirty="0">
                <a:solidFill>
                  <a:schemeClr val="tx1"/>
                </a:solidFill>
                <a:latin typeface="宋体" panose="02010600030101010101" pitchFamily="2" charset="-122"/>
              </a:rPr>
              <a:t>A</a:t>
            </a:r>
            <a:r>
              <a:rPr lang="zh-CN" altLang="en-US" dirty="0">
                <a:solidFill>
                  <a:schemeClr val="tx1"/>
                </a:solidFill>
                <a:latin typeface="宋体" panose="02010600030101010101" pitchFamily="2" charset="-122"/>
              </a:rPr>
              <a:t>口</a:t>
            </a:r>
            <a:r>
              <a:rPr lang="en-US" altLang="zh-CN" dirty="0">
                <a:solidFill>
                  <a:schemeClr val="tx1"/>
                </a:solidFill>
                <a:latin typeface="宋体" panose="02010600030101010101" pitchFamily="2" charset="-122"/>
              </a:rPr>
              <a:t>PA3</a:t>
            </a:r>
            <a:r>
              <a:rPr lang="en-US" altLang="zh-CN" dirty="0">
                <a:solidFill>
                  <a:schemeClr val="tx1"/>
                </a:solidFill>
                <a:latin typeface="宋体" panose="02010600030101010101" pitchFamily="2" charset="-122"/>
                <a:sym typeface="Symbol" panose="05050102010706020507" pitchFamily="18" charset="2"/>
              </a:rPr>
              <a:t></a:t>
            </a:r>
            <a:r>
              <a:rPr lang="en-US" altLang="zh-CN" dirty="0">
                <a:solidFill>
                  <a:schemeClr val="tx1"/>
                </a:solidFill>
                <a:latin typeface="宋体" panose="02010600030101010101" pitchFamily="2" charset="-122"/>
              </a:rPr>
              <a:t>PA0</a:t>
            </a:r>
            <a:r>
              <a:rPr lang="zh-CN" altLang="en-US" dirty="0">
                <a:solidFill>
                  <a:schemeClr val="tx1"/>
                </a:solidFill>
                <a:latin typeface="宋体" panose="02010600030101010101" pitchFamily="2" charset="-122"/>
              </a:rPr>
              <a:t>输出均为</a:t>
            </a:r>
            <a:r>
              <a:rPr lang="en-US" altLang="zh-CN" dirty="0">
                <a:solidFill>
                  <a:schemeClr val="tx1"/>
                </a:solidFill>
                <a:latin typeface="宋体" panose="02010600030101010101" pitchFamily="2" charset="-122"/>
              </a:rPr>
              <a:t>0</a:t>
            </a:r>
            <a:r>
              <a:rPr lang="zh-CN" altLang="en-US" dirty="0">
                <a:solidFill>
                  <a:schemeClr val="tx1"/>
                </a:solidFill>
                <a:latin typeface="宋体" panose="02010600030101010101" pitchFamily="2" charset="-122"/>
              </a:rPr>
              <a:t>，然后读入</a:t>
            </a:r>
            <a:r>
              <a:rPr lang="en-US" altLang="zh-CN" dirty="0">
                <a:solidFill>
                  <a:schemeClr val="tx1"/>
                </a:solidFill>
                <a:latin typeface="宋体" panose="02010600030101010101" pitchFamily="2" charset="-122"/>
              </a:rPr>
              <a:t>B</a:t>
            </a:r>
            <a:r>
              <a:rPr lang="zh-CN" altLang="en-US" dirty="0">
                <a:solidFill>
                  <a:schemeClr val="tx1"/>
                </a:solidFill>
                <a:latin typeface="宋体" panose="02010600030101010101" pitchFamily="2" charset="-122"/>
              </a:rPr>
              <a:t>口的值，查看</a:t>
            </a:r>
            <a:r>
              <a:rPr lang="en-US" altLang="zh-CN" dirty="0">
                <a:solidFill>
                  <a:schemeClr val="tx1"/>
                </a:solidFill>
                <a:latin typeface="宋体" panose="02010600030101010101" pitchFamily="2" charset="-122"/>
              </a:rPr>
              <a:t>PB3</a:t>
            </a:r>
            <a:r>
              <a:rPr lang="en-US" altLang="zh-CN" dirty="0">
                <a:solidFill>
                  <a:schemeClr val="tx1"/>
                </a:solidFill>
                <a:latin typeface="宋体" panose="02010600030101010101" pitchFamily="2" charset="-122"/>
                <a:sym typeface="Symbol" panose="05050102010706020507" pitchFamily="18" charset="2"/>
              </a:rPr>
              <a:t></a:t>
            </a:r>
            <a:r>
              <a:rPr lang="en-US" altLang="zh-CN" dirty="0">
                <a:solidFill>
                  <a:schemeClr val="tx1"/>
                </a:solidFill>
                <a:latin typeface="宋体" panose="02010600030101010101" pitchFamily="2" charset="-122"/>
              </a:rPr>
              <a:t>PB0</a:t>
            </a:r>
            <a:r>
              <a:rPr lang="zh-CN" altLang="en-US" dirty="0">
                <a:solidFill>
                  <a:schemeClr val="tx1"/>
                </a:solidFill>
                <a:latin typeface="宋体" panose="02010600030101010101" pitchFamily="2" charset="-122"/>
              </a:rPr>
              <a:t>是否有低电平，若没有低电平，则说明没有键按下，继续进行扫描（重复过程① ）。</a:t>
            </a:r>
            <a:endParaRPr lang="zh-CN" altLang="en-US" dirty="0">
              <a:solidFill>
                <a:schemeClr val="tx1"/>
              </a:solidFill>
              <a:latin typeface="宋体" panose="02010600030101010101" pitchFamily="2" charset="-122"/>
            </a:endParaRPr>
          </a:p>
        </p:txBody>
      </p:sp>
      <p:grpSp>
        <p:nvGrpSpPr>
          <p:cNvPr id="209923" name="Group 4"/>
          <p:cNvGrpSpPr/>
          <p:nvPr/>
        </p:nvGrpSpPr>
        <p:grpSpPr>
          <a:xfrm>
            <a:off x="3132138" y="2781300"/>
            <a:ext cx="5770562" cy="3544888"/>
            <a:chOff x="1882" y="1560"/>
            <a:chExt cx="3635" cy="2233"/>
          </a:xfrm>
        </p:grpSpPr>
        <p:sp>
          <p:nvSpPr>
            <p:cNvPr id="209925" name="Rectangle 5"/>
            <p:cNvSpPr/>
            <p:nvPr/>
          </p:nvSpPr>
          <p:spPr>
            <a:xfrm>
              <a:off x="3142" y="2209"/>
              <a:ext cx="8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209926" name="Rectangle 6"/>
            <p:cNvSpPr/>
            <p:nvPr/>
          </p:nvSpPr>
          <p:spPr>
            <a:xfrm>
              <a:off x="3202" y="2202"/>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09927" name="Rectangle 7"/>
            <p:cNvSpPr/>
            <p:nvPr/>
          </p:nvSpPr>
          <p:spPr>
            <a:xfrm>
              <a:off x="2336" y="2205"/>
              <a:ext cx="589" cy="1588"/>
            </a:xfrm>
            <a:prstGeom prst="rect">
              <a:avLst/>
            </a:prstGeom>
            <a:noFill/>
            <a:ln w="17463"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09928" name="Rectangle 8"/>
            <p:cNvSpPr/>
            <p:nvPr/>
          </p:nvSpPr>
          <p:spPr>
            <a:xfrm>
              <a:off x="2426" y="1933"/>
              <a:ext cx="416"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8255A</a:t>
              </a:r>
              <a:endParaRPr lang="en-US" altLang="zh-CN" sz="1800" b="0" dirty="0">
                <a:solidFill>
                  <a:schemeClr val="tx1"/>
                </a:solidFill>
                <a:latin typeface="Arial" panose="020B0604020202020204" pitchFamily="34" charset="0"/>
              </a:endParaRPr>
            </a:p>
          </p:txBody>
        </p:sp>
        <p:sp>
          <p:nvSpPr>
            <p:cNvPr id="209929" name="Rectangle 9"/>
            <p:cNvSpPr/>
            <p:nvPr/>
          </p:nvSpPr>
          <p:spPr>
            <a:xfrm>
              <a:off x="2602" y="2285"/>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09930" name="Rectangle 10"/>
            <p:cNvSpPr/>
            <p:nvPr/>
          </p:nvSpPr>
          <p:spPr>
            <a:xfrm>
              <a:off x="2827" y="2341"/>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209931" name="Rectangle 11"/>
            <p:cNvSpPr/>
            <p:nvPr/>
          </p:nvSpPr>
          <p:spPr>
            <a:xfrm>
              <a:off x="1927" y="2976"/>
              <a:ext cx="3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CPU</a:t>
              </a:r>
              <a:endParaRPr lang="en-US" altLang="zh-CN" sz="1800" b="0" dirty="0">
                <a:solidFill>
                  <a:schemeClr val="tx1"/>
                </a:solidFill>
                <a:latin typeface="Arial" panose="020B0604020202020204" pitchFamily="34" charset="0"/>
              </a:endParaRPr>
            </a:p>
          </p:txBody>
        </p:sp>
        <p:sp>
          <p:nvSpPr>
            <p:cNvPr id="209932" name="Rectangle 12"/>
            <p:cNvSpPr/>
            <p:nvPr/>
          </p:nvSpPr>
          <p:spPr>
            <a:xfrm>
              <a:off x="1927" y="3158"/>
              <a:ext cx="288" cy="173"/>
            </a:xfrm>
            <a:prstGeom prst="rect">
              <a:avLst/>
            </a:prstGeom>
            <a:noFill/>
            <a:ln w="95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rgbClr val="000000"/>
                  </a:solidFill>
                  <a:latin typeface="Times" charset="0"/>
                </a:rPr>
                <a:t>总线</a:t>
              </a:r>
              <a:endParaRPr lang="zh-CN" altLang="en-US" sz="1800" b="0" dirty="0">
                <a:solidFill>
                  <a:schemeClr val="tx1"/>
                </a:solidFill>
                <a:latin typeface="Arial" panose="020B0604020202020204" pitchFamily="34" charset="0"/>
              </a:endParaRPr>
            </a:p>
          </p:txBody>
        </p:sp>
        <p:sp>
          <p:nvSpPr>
            <p:cNvPr id="209933" name="Line 13"/>
            <p:cNvSpPr/>
            <p:nvPr/>
          </p:nvSpPr>
          <p:spPr>
            <a:xfrm>
              <a:off x="3415" y="2034"/>
              <a:ext cx="9" cy="1079"/>
            </a:xfrm>
            <a:prstGeom prst="line">
              <a:avLst/>
            </a:prstGeom>
            <a:ln w="14288" cap="flat" cmpd="sng">
              <a:solidFill>
                <a:srgbClr val="2603F7"/>
              </a:solidFill>
              <a:prstDash val="solid"/>
              <a:headEnd type="none" w="med" len="med"/>
              <a:tailEnd type="none" w="med" len="med"/>
            </a:ln>
          </p:spPr>
        </p:sp>
        <p:sp>
          <p:nvSpPr>
            <p:cNvPr id="209934" name="Line 14"/>
            <p:cNvSpPr/>
            <p:nvPr/>
          </p:nvSpPr>
          <p:spPr>
            <a:xfrm>
              <a:off x="3913" y="2034"/>
              <a:ext cx="10" cy="1260"/>
            </a:xfrm>
            <a:prstGeom prst="line">
              <a:avLst/>
            </a:prstGeom>
            <a:ln w="14288" cap="flat" cmpd="sng">
              <a:solidFill>
                <a:srgbClr val="2603F7"/>
              </a:solidFill>
              <a:prstDash val="solid"/>
              <a:headEnd type="none" w="med" len="med"/>
              <a:tailEnd type="none" w="med" len="med"/>
            </a:ln>
          </p:spPr>
        </p:sp>
        <p:sp>
          <p:nvSpPr>
            <p:cNvPr id="209935" name="Line 15"/>
            <p:cNvSpPr/>
            <p:nvPr/>
          </p:nvSpPr>
          <p:spPr>
            <a:xfrm>
              <a:off x="4421" y="2034"/>
              <a:ext cx="1" cy="1441"/>
            </a:xfrm>
            <a:prstGeom prst="line">
              <a:avLst/>
            </a:prstGeom>
            <a:ln w="14288" cap="flat" cmpd="sng">
              <a:solidFill>
                <a:srgbClr val="2603F7"/>
              </a:solidFill>
              <a:prstDash val="solid"/>
              <a:headEnd type="none" w="med" len="med"/>
              <a:tailEnd type="none" w="med" len="med"/>
            </a:ln>
          </p:spPr>
        </p:sp>
        <p:sp>
          <p:nvSpPr>
            <p:cNvPr id="209936" name="Line 16"/>
            <p:cNvSpPr/>
            <p:nvPr/>
          </p:nvSpPr>
          <p:spPr>
            <a:xfrm flipH="1">
              <a:off x="4921" y="2034"/>
              <a:ext cx="3" cy="1668"/>
            </a:xfrm>
            <a:prstGeom prst="line">
              <a:avLst/>
            </a:prstGeom>
            <a:ln w="14288" cap="flat" cmpd="sng">
              <a:solidFill>
                <a:srgbClr val="2603F7"/>
              </a:solidFill>
              <a:prstDash val="solid"/>
              <a:headEnd type="none" w="med" len="med"/>
              <a:tailEnd type="none" w="med" len="med"/>
            </a:ln>
          </p:spPr>
        </p:sp>
        <p:sp>
          <p:nvSpPr>
            <p:cNvPr id="209937" name="Line 17"/>
            <p:cNvSpPr/>
            <p:nvPr/>
          </p:nvSpPr>
          <p:spPr>
            <a:xfrm flipH="1">
              <a:off x="3346" y="2863"/>
              <a:ext cx="69" cy="56"/>
            </a:xfrm>
            <a:prstGeom prst="line">
              <a:avLst/>
            </a:prstGeom>
            <a:ln w="14288" cap="flat" cmpd="sng">
              <a:solidFill>
                <a:srgbClr val="000000"/>
              </a:solidFill>
              <a:prstDash val="solid"/>
              <a:headEnd type="none" w="med" len="med"/>
              <a:tailEnd type="none" w="med" len="med"/>
            </a:ln>
          </p:spPr>
        </p:sp>
        <p:sp>
          <p:nvSpPr>
            <p:cNvPr id="209938" name="Line 18"/>
            <p:cNvSpPr/>
            <p:nvPr/>
          </p:nvSpPr>
          <p:spPr>
            <a:xfrm flipV="1">
              <a:off x="3290" y="2838"/>
              <a:ext cx="83" cy="83"/>
            </a:xfrm>
            <a:prstGeom prst="line">
              <a:avLst/>
            </a:prstGeom>
            <a:ln w="14288" cap="flat" cmpd="sng">
              <a:solidFill>
                <a:srgbClr val="000000"/>
              </a:solidFill>
              <a:prstDash val="solid"/>
              <a:headEnd type="none" w="med" len="med"/>
              <a:tailEnd type="none" w="med" len="med"/>
            </a:ln>
          </p:spPr>
        </p:sp>
        <p:sp>
          <p:nvSpPr>
            <p:cNvPr id="209939" name="Line 19"/>
            <p:cNvSpPr/>
            <p:nvPr/>
          </p:nvSpPr>
          <p:spPr>
            <a:xfrm flipH="1">
              <a:off x="3346" y="2666"/>
              <a:ext cx="69" cy="57"/>
            </a:xfrm>
            <a:prstGeom prst="line">
              <a:avLst/>
            </a:prstGeom>
            <a:ln w="14288" cap="flat" cmpd="sng">
              <a:solidFill>
                <a:srgbClr val="000000"/>
              </a:solidFill>
              <a:prstDash val="solid"/>
              <a:headEnd type="none" w="med" len="med"/>
              <a:tailEnd type="none" w="med" len="med"/>
            </a:ln>
          </p:spPr>
        </p:sp>
        <p:sp>
          <p:nvSpPr>
            <p:cNvPr id="209940" name="Line 20"/>
            <p:cNvSpPr/>
            <p:nvPr/>
          </p:nvSpPr>
          <p:spPr>
            <a:xfrm flipV="1">
              <a:off x="3290" y="2641"/>
              <a:ext cx="83" cy="84"/>
            </a:xfrm>
            <a:prstGeom prst="line">
              <a:avLst/>
            </a:prstGeom>
            <a:ln w="14288" cap="flat" cmpd="sng">
              <a:solidFill>
                <a:srgbClr val="000000"/>
              </a:solidFill>
              <a:prstDash val="solid"/>
              <a:headEnd type="none" w="med" len="med"/>
              <a:tailEnd type="none" w="med" len="med"/>
            </a:ln>
          </p:spPr>
        </p:sp>
        <p:sp>
          <p:nvSpPr>
            <p:cNvPr id="209941" name="Line 21"/>
            <p:cNvSpPr/>
            <p:nvPr/>
          </p:nvSpPr>
          <p:spPr>
            <a:xfrm flipH="1">
              <a:off x="3346" y="2469"/>
              <a:ext cx="69" cy="57"/>
            </a:xfrm>
            <a:prstGeom prst="line">
              <a:avLst/>
            </a:prstGeom>
            <a:ln w="14288" cap="flat" cmpd="sng">
              <a:solidFill>
                <a:srgbClr val="000000"/>
              </a:solidFill>
              <a:prstDash val="solid"/>
              <a:headEnd type="none" w="med" len="med"/>
              <a:tailEnd type="none" w="med" len="med"/>
            </a:ln>
          </p:spPr>
        </p:sp>
        <p:sp>
          <p:nvSpPr>
            <p:cNvPr id="209942" name="Line 22"/>
            <p:cNvSpPr/>
            <p:nvPr/>
          </p:nvSpPr>
          <p:spPr>
            <a:xfrm flipV="1">
              <a:off x="3290" y="2444"/>
              <a:ext cx="83" cy="84"/>
            </a:xfrm>
            <a:prstGeom prst="line">
              <a:avLst/>
            </a:prstGeom>
            <a:ln w="14288" cap="flat" cmpd="sng">
              <a:solidFill>
                <a:srgbClr val="000000"/>
              </a:solidFill>
              <a:prstDash val="solid"/>
              <a:headEnd type="none" w="med" len="med"/>
              <a:tailEnd type="none" w="med" len="med"/>
            </a:ln>
          </p:spPr>
        </p:sp>
        <p:sp>
          <p:nvSpPr>
            <p:cNvPr id="209943" name="Line 23"/>
            <p:cNvSpPr/>
            <p:nvPr/>
          </p:nvSpPr>
          <p:spPr>
            <a:xfrm flipH="1">
              <a:off x="3346" y="2272"/>
              <a:ext cx="69" cy="57"/>
            </a:xfrm>
            <a:prstGeom prst="line">
              <a:avLst/>
            </a:prstGeom>
            <a:ln w="14288" cap="flat" cmpd="sng">
              <a:solidFill>
                <a:srgbClr val="000000"/>
              </a:solidFill>
              <a:prstDash val="solid"/>
              <a:headEnd type="none" w="med" len="med"/>
              <a:tailEnd type="none" w="med" len="med"/>
            </a:ln>
          </p:spPr>
        </p:sp>
        <p:sp>
          <p:nvSpPr>
            <p:cNvPr id="209944" name="Line 24"/>
            <p:cNvSpPr/>
            <p:nvPr/>
          </p:nvSpPr>
          <p:spPr>
            <a:xfrm flipV="1">
              <a:off x="3290" y="2247"/>
              <a:ext cx="83" cy="84"/>
            </a:xfrm>
            <a:prstGeom prst="line">
              <a:avLst/>
            </a:prstGeom>
            <a:ln w="14288" cap="flat" cmpd="sng">
              <a:solidFill>
                <a:srgbClr val="000000"/>
              </a:solidFill>
              <a:prstDash val="solid"/>
              <a:headEnd type="none" w="med" len="med"/>
              <a:tailEnd type="none" w="med" len="med"/>
            </a:ln>
          </p:spPr>
        </p:sp>
        <p:sp>
          <p:nvSpPr>
            <p:cNvPr id="209945" name="Line 25"/>
            <p:cNvSpPr/>
            <p:nvPr/>
          </p:nvSpPr>
          <p:spPr>
            <a:xfrm flipH="1">
              <a:off x="3844" y="2863"/>
              <a:ext cx="69" cy="56"/>
            </a:xfrm>
            <a:prstGeom prst="line">
              <a:avLst/>
            </a:prstGeom>
            <a:ln w="14288" cap="flat" cmpd="sng">
              <a:solidFill>
                <a:srgbClr val="000000"/>
              </a:solidFill>
              <a:prstDash val="solid"/>
              <a:headEnd type="none" w="med" len="med"/>
              <a:tailEnd type="none" w="med" len="med"/>
            </a:ln>
          </p:spPr>
        </p:sp>
        <p:sp>
          <p:nvSpPr>
            <p:cNvPr id="209946" name="Line 26"/>
            <p:cNvSpPr/>
            <p:nvPr/>
          </p:nvSpPr>
          <p:spPr>
            <a:xfrm flipV="1">
              <a:off x="3788" y="2838"/>
              <a:ext cx="84" cy="83"/>
            </a:xfrm>
            <a:prstGeom prst="line">
              <a:avLst/>
            </a:prstGeom>
            <a:ln w="14288" cap="flat" cmpd="sng">
              <a:solidFill>
                <a:srgbClr val="000000"/>
              </a:solidFill>
              <a:prstDash val="solid"/>
              <a:headEnd type="none" w="med" len="med"/>
              <a:tailEnd type="none" w="med" len="med"/>
            </a:ln>
          </p:spPr>
        </p:sp>
        <p:sp>
          <p:nvSpPr>
            <p:cNvPr id="209947" name="Line 27"/>
            <p:cNvSpPr/>
            <p:nvPr/>
          </p:nvSpPr>
          <p:spPr>
            <a:xfrm flipH="1">
              <a:off x="3844" y="2666"/>
              <a:ext cx="69" cy="57"/>
            </a:xfrm>
            <a:prstGeom prst="line">
              <a:avLst/>
            </a:prstGeom>
            <a:ln w="14288" cap="flat" cmpd="sng">
              <a:solidFill>
                <a:srgbClr val="000000"/>
              </a:solidFill>
              <a:prstDash val="solid"/>
              <a:headEnd type="none" w="med" len="med"/>
              <a:tailEnd type="none" w="med" len="med"/>
            </a:ln>
          </p:spPr>
        </p:sp>
        <p:sp>
          <p:nvSpPr>
            <p:cNvPr id="209948" name="Line 28"/>
            <p:cNvSpPr/>
            <p:nvPr/>
          </p:nvSpPr>
          <p:spPr>
            <a:xfrm flipV="1">
              <a:off x="3788" y="2641"/>
              <a:ext cx="84" cy="84"/>
            </a:xfrm>
            <a:prstGeom prst="line">
              <a:avLst/>
            </a:prstGeom>
            <a:ln w="14288" cap="flat" cmpd="sng">
              <a:solidFill>
                <a:srgbClr val="000000"/>
              </a:solidFill>
              <a:prstDash val="solid"/>
              <a:headEnd type="none" w="med" len="med"/>
              <a:tailEnd type="none" w="med" len="med"/>
            </a:ln>
          </p:spPr>
        </p:sp>
        <p:sp>
          <p:nvSpPr>
            <p:cNvPr id="209949" name="Line 29"/>
            <p:cNvSpPr/>
            <p:nvPr/>
          </p:nvSpPr>
          <p:spPr>
            <a:xfrm flipH="1">
              <a:off x="3844" y="2469"/>
              <a:ext cx="69" cy="57"/>
            </a:xfrm>
            <a:prstGeom prst="line">
              <a:avLst/>
            </a:prstGeom>
            <a:ln w="14288" cap="flat" cmpd="sng">
              <a:solidFill>
                <a:srgbClr val="000000"/>
              </a:solidFill>
              <a:prstDash val="solid"/>
              <a:headEnd type="none" w="med" len="med"/>
              <a:tailEnd type="none" w="med" len="med"/>
            </a:ln>
          </p:spPr>
        </p:sp>
        <p:sp>
          <p:nvSpPr>
            <p:cNvPr id="209950" name="Line 30"/>
            <p:cNvSpPr/>
            <p:nvPr/>
          </p:nvSpPr>
          <p:spPr>
            <a:xfrm flipV="1">
              <a:off x="3788" y="2444"/>
              <a:ext cx="84" cy="84"/>
            </a:xfrm>
            <a:prstGeom prst="line">
              <a:avLst/>
            </a:prstGeom>
            <a:ln w="14288" cap="flat" cmpd="sng">
              <a:solidFill>
                <a:srgbClr val="000000"/>
              </a:solidFill>
              <a:prstDash val="solid"/>
              <a:headEnd type="none" w="med" len="med"/>
              <a:tailEnd type="none" w="med" len="med"/>
            </a:ln>
          </p:spPr>
        </p:sp>
        <p:sp>
          <p:nvSpPr>
            <p:cNvPr id="209951" name="Line 31"/>
            <p:cNvSpPr/>
            <p:nvPr/>
          </p:nvSpPr>
          <p:spPr>
            <a:xfrm flipH="1">
              <a:off x="3844" y="2272"/>
              <a:ext cx="69" cy="57"/>
            </a:xfrm>
            <a:prstGeom prst="line">
              <a:avLst/>
            </a:prstGeom>
            <a:ln w="14288" cap="flat" cmpd="sng">
              <a:solidFill>
                <a:srgbClr val="000000"/>
              </a:solidFill>
              <a:prstDash val="solid"/>
              <a:headEnd type="none" w="med" len="med"/>
              <a:tailEnd type="none" w="med" len="med"/>
            </a:ln>
          </p:spPr>
        </p:sp>
        <p:sp>
          <p:nvSpPr>
            <p:cNvPr id="209952" name="Line 32"/>
            <p:cNvSpPr/>
            <p:nvPr/>
          </p:nvSpPr>
          <p:spPr>
            <a:xfrm flipV="1">
              <a:off x="3788" y="2247"/>
              <a:ext cx="84" cy="84"/>
            </a:xfrm>
            <a:prstGeom prst="line">
              <a:avLst/>
            </a:prstGeom>
            <a:ln w="14288" cap="flat" cmpd="sng">
              <a:solidFill>
                <a:srgbClr val="000000"/>
              </a:solidFill>
              <a:prstDash val="solid"/>
              <a:headEnd type="none" w="med" len="med"/>
              <a:tailEnd type="none" w="med" len="med"/>
            </a:ln>
          </p:spPr>
        </p:sp>
        <p:sp>
          <p:nvSpPr>
            <p:cNvPr id="209953" name="Line 33"/>
            <p:cNvSpPr/>
            <p:nvPr/>
          </p:nvSpPr>
          <p:spPr>
            <a:xfrm flipH="1">
              <a:off x="4342" y="2863"/>
              <a:ext cx="69" cy="56"/>
            </a:xfrm>
            <a:prstGeom prst="line">
              <a:avLst/>
            </a:prstGeom>
            <a:ln w="14288" cap="flat" cmpd="sng">
              <a:solidFill>
                <a:srgbClr val="000000"/>
              </a:solidFill>
              <a:prstDash val="solid"/>
              <a:headEnd type="none" w="med" len="med"/>
              <a:tailEnd type="none" w="med" len="med"/>
            </a:ln>
          </p:spPr>
        </p:sp>
        <p:sp>
          <p:nvSpPr>
            <p:cNvPr id="209954" name="Line 34"/>
            <p:cNvSpPr/>
            <p:nvPr/>
          </p:nvSpPr>
          <p:spPr>
            <a:xfrm flipV="1">
              <a:off x="4287" y="2838"/>
              <a:ext cx="83" cy="83"/>
            </a:xfrm>
            <a:prstGeom prst="line">
              <a:avLst/>
            </a:prstGeom>
            <a:ln w="14288" cap="flat" cmpd="sng">
              <a:solidFill>
                <a:srgbClr val="000000"/>
              </a:solidFill>
              <a:prstDash val="solid"/>
              <a:headEnd type="none" w="med" len="med"/>
              <a:tailEnd type="none" w="med" len="med"/>
            </a:ln>
          </p:spPr>
        </p:sp>
        <p:sp>
          <p:nvSpPr>
            <p:cNvPr id="209955" name="Line 35"/>
            <p:cNvSpPr/>
            <p:nvPr/>
          </p:nvSpPr>
          <p:spPr>
            <a:xfrm flipH="1">
              <a:off x="4342" y="2666"/>
              <a:ext cx="69" cy="57"/>
            </a:xfrm>
            <a:prstGeom prst="line">
              <a:avLst/>
            </a:prstGeom>
            <a:ln w="14288" cap="flat" cmpd="sng">
              <a:solidFill>
                <a:srgbClr val="000000"/>
              </a:solidFill>
              <a:prstDash val="solid"/>
              <a:headEnd type="none" w="med" len="med"/>
              <a:tailEnd type="none" w="med" len="med"/>
            </a:ln>
          </p:spPr>
        </p:sp>
        <p:sp>
          <p:nvSpPr>
            <p:cNvPr id="209956" name="Line 36"/>
            <p:cNvSpPr/>
            <p:nvPr/>
          </p:nvSpPr>
          <p:spPr>
            <a:xfrm flipV="1">
              <a:off x="4287" y="2641"/>
              <a:ext cx="83" cy="84"/>
            </a:xfrm>
            <a:prstGeom prst="line">
              <a:avLst/>
            </a:prstGeom>
            <a:ln w="14288" cap="flat" cmpd="sng">
              <a:solidFill>
                <a:srgbClr val="000000"/>
              </a:solidFill>
              <a:prstDash val="solid"/>
              <a:headEnd type="none" w="med" len="med"/>
              <a:tailEnd type="none" w="med" len="med"/>
            </a:ln>
          </p:spPr>
        </p:sp>
        <p:sp>
          <p:nvSpPr>
            <p:cNvPr id="209957" name="Line 37"/>
            <p:cNvSpPr/>
            <p:nvPr/>
          </p:nvSpPr>
          <p:spPr>
            <a:xfrm flipH="1">
              <a:off x="4342" y="2469"/>
              <a:ext cx="69" cy="57"/>
            </a:xfrm>
            <a:prstGeom prst="line">
              <a:avLst/>
            </a:prstGeom>
            <a:ln w="14288" cap="flat" cmpd="sng">
              <a:solidFill>
                <a:srgbClr val="000000"/>
              </a:solidFill>
              <a:prstDash val="solid"/>
              <a:headEnd type="none" w="med" len="med"/>
              <a:tailEnd type="none" w="med" len="med"/>
            </a:ln>
          </p:spPr>
        </p:sp>
        <p:sp>
          <p:nvSpPr>
            <p:cNvPr id="209958" name="Line 38"/>
            <p:cNvSpPr/>
            <p:nvPr/>
          </p:nvSpPr>
          <p:spPr>
            <a:xfrm flipV="1">
              <a:off x="4287" y="2444"/>
              <a:ext cx="83" cy="84"/>
            </a:xfrm>
            <a:prstGeom prst="line">
              <a:avLst/>
            </a:prstGeom>
            <a:ln w="14288" cap="flat" cmpd="sng">
              <a:solidFill>
                <a:srgbClr val="000000"/>
              </a:solidFill>
              <a:prstDash val="solid"/>
              <a:headEnd type="none" w="med" len="med"/>
              <a:tailEnd type="none" w="med" len="med"/>
            </a:ln>
          </p:spPr>
        </p:sp>
        <p:sp>
          <p:nvSpPr>
            <p:cNvPr id="209959" name="Line 39"/>
            <p:cNvSpPr/>
            <p:nvPr/>
          </p:nvSpPr>
          <p:spPr>
            <a:xfrm flipH="1">
              <a:off x="4342" y="2272"/>
              <a:ext cx="69" cy="57"/>
            </a:xfrm>
            <a:prstGeom prst="line">
              <a:avLst/>
            </a:prstGeom>
            <a:ln w="14288" cap="flat" cmpd="sng">
              <a:solidFill>
                <a:srgbClr val="000000"/>
              </a:solidFill>
              <a:prstDash val="solid"/>
              <a:headEnd type="none" w="med" len="med"/>
              <a:tailEnd type="none" w="med" len="med"/>
            </a:ln>
          </p:spPr>
        </p:sp>
        <p:sp>
          <p:nvSpPr>
            <p:cNvPr id="209960" name="Line 40"/>
            <p:cNvSpPr/>
            <p:nvPr/>
          </p:nvSpPr>
          <p:spPr>
            <a:xfrm flipV="1">
              <a:off x="4287" y="2247"/>
              <a:ext cx="83" cy="84"/>
            </a:xfrm>
            <a:prstGeom prst="line">
              <a:avLst/>
            </a:prstGeom>
            <a:ln w="14288" cap="flat" cmpd="sng">
              <a:solidFill>
                <a:srgbClr val="000000"/>
              </a:solidFill>
              <a:prstDash val="solid"/>
              <a:headEnd type="none" w="med" len="med"/>
              <a:tailEnd type="none" w="med" len="med"/>
            </a:ln>
          </p:spPr>
        </p:sp>
        <p:sp>
          <p:nvSpPr>
            <p:cNvPr id="209961" name="Line 41"/>
            <p:cNvSpPr/>
            <p:nvPr/>
          </p:nvSpPr>
          <p:spPr>
            <a:xfrm flipH="1">
              <a:off x="4855" y="2863"/>
              <a:ext cx="69" cy="56"/>
            </a:xfrm>
            <a:prstGeom prst="line">
              <a:avLst/>
            </a:prstGeom>
            <a:ln w="14288" cap="flat" cmpd="sng">
              <a:solidFill>
                <a:srgbClr val="000000"/>
              </a:solidFill>
              <a:prstDash val="solid"/>
              <a:headEnd type="none" w="med" len="med"/>
              <a:tailEnd type="none" w="med" len="med"/>
            </a:ln>
          </p:spPr>
        </p:sp>
        <p:sp>
          <p:nvSpPr>
            <p:cNvPr id="209962" name="Line 42"/>
            <p:cNvSpPr/>
            <p:nvPr/>
          </p:nvSpPr>
          <p:spPr>
            <a:xfrm flipV="1">
              <a:off x="4799" y="2838"/>
              <a:ext cx="83" cy="83"/>
            </a:xfrm>
            <a:prstGeom prst="line">
              <a:avLst/>
            </a:prstGeom>
            <a:ln w="14288" cap="flat" cmpd="sng">
              <a:solidFill>
                <a:srgbClr val="000000"/>
              </a:solidFill>
              <a:prstDash val="solid"/>
              <a:headEnd type="none" w="med" len="med"/>
              <a:tailEnd type="none" w="med" len="med"/>
            </a:ln>
          </p:spPr>
        </p:sp>
        <p:sp>
          <p:nvSpPr>
            <p:cNvPr id="209963" name="Line 43"/>
            <p:cNvSpPr/>
            <p:nvPr/>
          </p:nvSpPr>
          <p:spPr>
            <a:xfrm flipH="1">
              <a:off x="4855" y="2666"/>
              <a:ext cx="69" cy="57"/>
            </a:xfrm>
            <a:prstGeom prst="line">
              <a:avLst/>
            </a:prstGeom>
            <a:ln w="14288" cap="flat" cmpd="sng">
              <a:solidFill>
                <a:srgbClr val="000000"/>
              </a:solidFill>
              <a:prstDash val="solid"/>
              <a:headEnd type="none" w="med" len="med"/>
              <a:tailEnd type="none" w="med" len="med"/>
            </a:ln>
          </p:spPr>
        </p:sp>
        <p:sp>
          <p:nvSpPr>
            <p:cNvPr id="209964" name="Line 44"/>
            <p:cNvSpPr/>
            <p:nvPr/>
          </p:nvSpPr>
          <p:spPr>
            <a:xfrm flipV="1">
              <a:off x="4799" y="2641"/>
              <a:ext cx="83" cy="84"/>
            </a:xfrm>
            <a:prstGeom prst="line">
              <a:avLst/>
            </a:prstGeom>
            <a:ln w="14288" cap="flat" cmpd="sng">
              <a:solidFill>
                <a:srgbClr val="000000"/>
              </a:solidFill>
              <a:prstDash val="solid"/>
              <a:headEnd type="none" w="med" len="med"/>
              <a:tailEnd type="none" w="med" len="med"/>
            </a:ln>
          </p:spPr>
        </p:sp>
        <p:sp>
          <p:nvSpPr>
            <p:cNvPr id="209965" name="Line 45"/>
            <p:cNvSpPr/>
            <p:nvPr/>
          </p:nvSpPr>
          <p:spPr>
            <a:xfrm flipH="1">
              <a:off x="4855" y="2469"/>
              <a:ext cx="69" cy="57"/>
            </a:xfrm>
            <a:prstGeom prst="line">
              <a:avLst/>
            </a:prstGeom>
            <a:ln w="14288" cap="flat" cmpd="sng">
              <a:solidFill>
                <a:srgbClr val="000000"/>
              </a:solidFill>
              <a:prstDash val="solid"/>
              <a:headEnd type="none" w="med" len="med"/>
              <a:tailEnd type="none" w="med" len="med"/>
            </a:ln>
          </p:spPr>
        </p:sp>
        <p:sp>
          <p:nvSpPr>
            <p:cNvPr id="209966" name="Line 46"/>
            <p:cNvSpPr/>
            <p:nvPr/>
          </p:nvSpPr>
          <p:spPr>
            <a:xfrm flipV="1">
              <a:off x="4799" y="2444"/>
              <a:ext cx="83" cy="84"/>
            </a:xfrm>
            <a:prstGeom prst="line">
              <a:avLst/>
            </a:prstGeom>
            <a:ln w="14288" cap="flat" cmpd="sng">
              <a:solidFill>
                <a:srgbClr val="000000"/>
              </a:solidFill>
              <a:prstDash val="solid"/>
              <a:headEnd type="none" w="med" len="med"/>
              <a:tailEnd type="none" w="med" len="med"/>
            </a:ln>
          </p:spPr>
        </p:sp>
        <p:sp>
          <p:nvSpPr>
            <p:cNvPr id="209967" name="Line 47"/>
            <p:cNvSpPr/>
            <p:nvPr/>
          </p:nvSpPr>
          <p:spPr>
            <a:xfrm flipH="1">
              <a:off x="4855" y="2272"/>
              <a:ext cx="69" cy="57"/>
            </a:xfrm>
            <a:prstGeom prst="line">
              <a:avLst/>
            </a:prstGeom>
            <a:ln w="14288" cap="flat" cmpd="sng">
              <a:solidFill>
                <a:srgbClr val="000000"/>
              </a:solidFill>
              <a:prstDash val="solid"/>
              <a:headEnd type="none" w="med" len="med"/>
              <a:tailEnd type="none" w="med" len="med"/>
            </a:ln>
          </p:spPr>
        </p:sp>
        <p:sp>
          <p:nvSpPr>
            <p:cNvPr id="209968" name="Line 48"/>
            <p:cNvSpPr/>
            <p:nvPr/>
          </p:nvSpPr>
          <p:spPr>
            <a:xfrm flipV="1">
              <a:off x="4799" y="2247"/>
              <a:ext cx="83" cy="84"/>
            </a:xfrm>
            <a:prstGeom prst="line">
              <a:avLst/>
            </a:prstGeom>
            <a:ln w="14288" cap="flat" cmpd="sng">
              <a:solidFill>
                <a:srgbClr val="000000"/>
              </a:solidFill>
              <a:prstDash val="solid"/>
              <a:headEnd type="none" w="med" len="med"/>
              <a:tailEnd type="none" w="med" len="med"/>
            </a:ln>
          </p:spPr>
        </p:sp>
        <p:sp>
          <p:nvSpPr>
            <p:cNvPr id="209969" name="Line 49"/>
            <p:cNvSpPr/>
            <p:nvPr/>
          </p:nvSpPr>
          <p:spPr>
            <a:xfrm>
              <a:off x="2925" y="3113"/>
              <a:ext cx="499" cy="0"/>
            </a:xfrm>
            <a:prstGeom prst="line">
              <a:avLst/>
            </a:prstGeom>
            <a:ln w="14288" cap="flat" cmpd="sng">
              <a:solidFill>
                <a:srgbClr val="2603F7"/>
              </a:solidFill>
              <a:prstDash val="solid"/>
              <a:headEnd type="none" w="med" len="med"/>
              <a:tailEnd type="none" w="med" len="med"/>
            </a:ln>
          </p:spPr>
        </p:sp>
        <p:sp>
          <p:nvSpPr>
            <p:cNvPr id="209970" name="Line 50"/>
            <p:cNvSpPr/>
            <p:nvPr/>
          </p:nvSpPr>
          <p:spPr>
            <a:xfrm>
              <a:off x="2925" y="3294"/>
              <a:ext cx="990" cy="0"/>
            </a:xfrm>
            <a:prstGeom prst="line">
              <a:avLst/>
            </a:prstGeom>
            <a:ln w="14288" cap="flat" cmpd="sng">
              <a:solidFill>
                <a:srgbClr val="2603F7"/>
              </a:solidFill>
              <a:prstDash val="solid"/>
              <a:headEnd type="none" w="med" len="med"/>
              <a:tailEnd type="none" w="med" len="med"/>
            </a:ln>
          </p:spPr>
        </p:sp>
        <p:sp>
          <p:nvSpPr>
            <p:cNvPr id="209971" name="Line 51"/>
            <p:cNvSpPr/>
            <p:nvPr/>
          </p:nvSpPr>
          <p:spPr>
            <a:xfrm>
              <a:off x="2925" y="3475"/>
              <a:ext cx="1488" cy="0"/>
            </a:xfrm>
            <a:prstGeom prst="line">
              <a:avLst/>
            </a:prstGeom>
            <a:ln w="14288" cap="flat" cmpd="sng">
              <a:solidFill>
                <a:srgbClr val="2603F7"/>
              </a:solidFill>
              <a:prstDash val="solid"/>
              <a:headEnd type="none" w="med" len="med"/>
              <a:tailEnd type="none" w="med" len="med"/>
            </a:ln>
          </p:spPr>
        </p:sp>
        <p:sp>
          <p:nvSpPr>
            <p:cNvPr id="209972" name="Line 52"/>
            <p:cNvSpPr/>
            <p:nvPr/>
          </p:nvSpPr>
          <p:spPr>
            <a:xfrm>
              <a:off x="2925" y="3702"/>
              <a:ext cx="1996" cy="0"/>
            </a:xfrm>
            <a:prstGeom prst="line">
              <a:avLst/>
            </a:prstGeom>
            <a:ln w="14288" cap="flat" cmpd="sng">
              <a:solidFill>
                <a:srgbClr val="2603F7"/>
              </a:solidFill>
              <a:prstDash val="solid"/>
              <a:headEnd type="none" w="med" len="med"/>
              <a:tailEnd type="none" w="med" len="med"/>
            </a:ln>
          </p:spPr>
        </p:sp>
        <p:sp>
          <p:nvSpPr>
            <p:cNvPr id="209973" name="Rectangle 53"/>
            <p:cNvSpPr/>
            <p:nvPr/>
          </p:nvSpPr>
          <p:spPr>
            <a:xfrm>
              <a:off x="5244" y="2297"/>
              <a:ext cx="24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行</a:t>
              </a:r>
              <a:r>
                <a:rPr lang="en-US" altLang="zh-CN" sz="2000" dirty="0">
                  <a:solidFill>
                    <a:srgbClr val="000000"/>
                  </a:solidFill>
                  <a:latin typeface="宋体" panose="02010600030101010101" pitchFamily="2" charset="-122"/>
                </a:rPr>
                <a:t>0</a:t>
              </a:r>
              <a:endParaRPr lang="en-US" altLang="zh-CN" sz="2000" dirty="0">
                <a:solidFill>
                  <a:schemeClr val="tx1"/>
                </a:solidFill>
                <a:latin typeface="宋体" panose="02010600030101010101" pitchFamily="2" charset="-122"/>
              </a:endParaRPr>
            </a:p>
          </p:txBody>
        </p:sp>
        <p:sp>
          <p:nvSpPr>
            <p:cNvPr id="209974" name="Rectangle 54"/>
            <p:cNvSpPr/>
            <p:nvPr/>
          </p:nvSpPr>
          <p:spPr>
            <a:xfrm>
              <a:off x="4896" y="1888"/>
              <a:ext cx="71" cy="146"/>
            </a:xfrm>
            <a:prstGeom prst="rect">
              <a:avLst/>
            </a:prstGeom>
            <a:solidFill>
              <a:srgbClr val="FFFFFF"/>
            </a:solidFill>
            <a:ln w="14288"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09975" name="Line 55"/>
            <p:cNvSpPr/>
            <p:nvPr/>
          </p:nvSpPr>
          <p:spPr>
            <a:xfrm>
              <a:off x="3415" y="1797"/>
              <a:ext cx="1799" cy="0"/>
            </a:xfrm>
            <a:prstGeom prst="line">
              <a:avLst/>
            </a:prstGeom>
            <a:ln w="14288" cap="flat" cmpd="sng">
              <a:solidFill>
                <a:srgbClr val="000000"/>
              </a:solidFill>
              <a:prstDash val="solid"/>
              <a:headEnd type="none" w="med" len="med"/>
              <a:tailEnd type="none" w="med" len="med"/>
            </a:ln>
          </p:spPr>
        </p:sp>
        <p:sp>
          <p:nvSpPr>
            <p:cNvPr id="209976" name="Rectangle 56"/>
            <p:cNvSpPr/>
            <p:nvPr/>
          </p:nvSpPr>
          <p:spPr>
            <a:xfrm>
              <a:off x="5193" y="1797"/>
              <a:ext cx="324"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dirty="0">
                  <a:solidFill>
                    <a:srgbClr val="000000"/>
                  </a:solidFill>
                  <a:latin typeface="宋体" panose="02010600030101010101" pitchFamily="2" charset="-122"/>
                </a:rPr>
                <a:t>+5 V</a:t>
              </a:r>
              <a:endParaRPr lang="en-US" altLang="zh-CN" sz="2000" dirty="0">
                <a:solidFill>
                  <a:schemeClr val="tx1"/>
                </a:solidFill>
                <a:latin typeface="宋体" panose="02010600030101010101" pitchFamily="2" charset="-122"/>
              </a:endParaRPr>
            </a:p>
          </p:txBody>
        </p:sp>
        <p:sp>
          <p:nvSpPr>
            <p:cNvPr id="209977" name="Rectangle 57"/>
            <p:cNvSpPr/>
            <p:nvPr/>
          </p:nvSpPr>
          <p:spPr>
            <a:xfrm>
              <a:off x="2602" y="2486"/>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09978" name="Rectangle 58"/>
            <p:cNvSpPr/>
            <p:nvPr/>
          </p:nvSpPr>
          <p:spPr>
            <a:xfrm>
              <a:off x="2827" y="2523"/>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209979" name="Rectangle 59"/>
            <p:cNvSpPr/>
            <p:nvPr/>
          </p:nvSpPr>
          <p:spPr>
            <a:xfrm>
              <a:off x="2602" y="2674"/>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09980" name="Rectangle 60"/>
            <p:cNvSpPr/>
            <p:nvPr/>
          </p:nvSpPr>
          <p:spPr>
            <a:xfrm>
              <a:off x="2827" y="2704"/>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2</a:t>
              </a:r>
              <a:endParaRPr lang="en-US" altLang="zh-CN" sz="1800" b="0" dirty="0">
                <a:solidFill>
                  <a:schemeClr val="tx1"/>
                </a:solidFill>
                <a:latin typeface="Arial" panose="020B0604020202020204" pitchFamily="34" charset="0"/>
              </a:endParaRPr>
            </a:p>
          </p:txBody>
        </p:sp>
        <p:sp>
          <p:nvSpPr>
            <p:cNvPr id="209981" name="Rectangle 61"/>
            <p:cNvSpPr/>
            <p:nvPr/>
          </p:nvSpPr>
          <p:spPr>
            <a:xfrm>
              <a:off x="2608" y="2840"/>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09982" name="Rectangle 62"/>
            <p:cNvSpPr/>
            <p:nvPr/>
          </p:nvSpPr>
          <p:spPr>
            <a:xfrm>
              <a:off x="2827" y="2886"/>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3</a:t>
              </a:r>
              <a:endParaRPr lang="en-US" altLang="zh-CN" sz="1800" b="0" dirty="0">
                <a:solidFill>
                  <a:schemeClr val="tx1"/>
                </a:solidFill>
                <a:latin typeface="Arial" panose="020B0604020202020204" pitchFamily="34" charset="0"/>
              </a:endParaRPr>
            </a:p>
          </p:txBody>
        </p:sp>
        <p:sp>
          <p:nvSpPr>
            <p:cNvPr id="209983" name="Freeform 63"/>
            <p:cNvSpPr/>
            <p:nvPr/>
          </p:nvSpPr>
          <p:spPr>
            <a:xfrm>
              <a:off x="3269" y="2330"/>
              <a:ext cx="43" cy="51"/>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1"/>
                </a:cxn>
              </a:cxnLst>
              <a:pathLst>
                <a:path w="128" h="100">
                  <a:moveTo>
                    <a:pt x="0" y="50"/>
                  </a:moveTo>
                  <a:lnTo>
                    <a:pt x="3" y="36"/>
                  </a:lnTo>
                  <a:lnTo>
                    <a:pt x="11" y="23"/>
                  </a:lnTo>
                  <a:lnTo>
                    <a:pt x="23" y="12"/>
                  </a:lnTo>
                  <a:lnTo>
                    <a:pt x="38" y="4"/>
                  </a:lnTo>
                  <a:lnTo>
                    <a:pt x="55" y="0"/>
                  </a:lnTo>
                  <a:lnTo>
                    <a:pt x="73" y="0"/>
                  </a:lnTo>
                  <a:lnTo>
                    <a:pt x="91" y="4"/>
                  </a:lnTo>
                  <a:lnTo>
                    <a:pt x="107" y="12"/>
                  </a:lnTo>
                  <a:lnTo>
                    <a:pt x="119" y="23"/>
                  </a:lnTo>
                  <a:lnTo>
                    <a:pt x="125" y="36"/>
                  </a:lnTo>
                  <a:lnTo>
                    <a:pt x="128" y="50"/>
                  </a:lnTo>
                  <a:lnTo>
                    <a:pt x="125" y="65"/>
                  </a:lnTo>
                  <a:lnTo>
                    <a:pt x="119" y="77"/>
                  </a:lnTo>
                  <a:lnTo>
                    <a:pt x="107" y="88"/>
                  </a:lnTo>
                  <a:lnTo>
                    <a:pt x="91" y="96"/>
                  </a:lnTo>
                  <a:lnTo>
                    <a:pt x="73" y="100"/>
                  </a:lnTo>
                  <a:lnTo>
                    <a:pt x="55" y="100"/>
                  </a:lnTo>
                  <a:lnTo>
                    <a:pt x="38" y="96"/>
                  </a:lnTo>
                  <a:lnTo>
                    <a:pt x="23" y="88"/>
                  </a:lnTo>
                  <a:lnTo>
                    <a:pt x="11" y="77"/>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9984" name="Freeform 64"/>
            <p:cNvSpPr/>
            <p:nvPr/>
          </p:nvSpPr>
          <p:spPr>
            <a:xfrm>
              <a:off x="3269" y="2532"/>
              <a:ext cx="43" cy="49"/>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1"/>
                </a:cxn>
                <a:cxn ang="0">
                  <a:pos x="0" y="1"/>
                </a:cxn>
                <a:cxn ang="0">
                  <a:pos x="0" y="1"/>
                </a:cxn>
                <a:cxn ang="0">
                  <a:pos x="0" y="1"/>
                </a:cxn>
                <a:cxn ang="0">
                  <a:pos x="0" y="1"/>
                </a:cxn>
                <a:cxn ang="0">
                  <a:pos x="0" y="1"/>
                </a:cxn>
                <a:cxn ang="0">
                  <a:pos x="0" y="1"/>
                </a:cxn>
                <a:cxn ang="0">
                  <a:pos x="0" y="1"/>
                </a:cxn>
                <a:cxn ang="0">
                  <a:pos x="0" y="0"/>
                </a:cxn>
                <a:cxn ang="0">
                  <a:pos x="0" y="0"/>
                </a:cxn>
              </a:cxnLst>
              <a:pathLst>
                <a:path w="128" h="100">
                  <a:moveTo>
                    <a:pt x="0" y="50"/>
                  </a:moveTo>
                  <a:lnTo>
                    <a:pt x="3" y="36"/>
                  </a:lnTo>
                  <a:lnTo>
                    <a:pt x="11" y="23"/>
                  </a:lnTo>
                  <a:lnTo>
                    <a:pt x="23" y="13"/>
                  </a:lnTo>
                  <a:lnTo>
                    <a:pt x="38" y="4"/>
                  </a:lnTo>
                  <a:lnTo>
                    <a:pt x="55" y="0"/>
                  </a:lnTo>
                  <a:lnTo>
                    <a:pt x="73" y="0"/>
                  </a:lnTo>
                  <a:lnTo>
                    <a:pt x="91" y="4"/>
                  </a:lnTo>
                  <a:lnTo>
                    <a:pt x="107" y="13"/>
                  </a:lnTo>
                  <a:lnTo>
                    <a:pt x="119" y="23"/>
                  </a:lnTo>
                  <a:lnTo>
                    <a:pt x="125" y="36"/>
                  </a:lnTo>
                  <a:lnTo>
                    <a:pt x="128" y="50"/>
                  </a:lnTo>
                  <a:lnTo>
                    <a:pt x="125" y="64"/>
                  </a:lnTo>
                  <a:lnTo>
                    <a:pt x="119" y="78"/>
                  </a:lnTo>
                  <a:lnTo>
                    <a:pt x="107" y="88"/>
                  </a:lnTo>
                  <a:lnTo>
                    <a:pt x="91" y="97"/>
                  </a:lnTo>
                  <a:lnTo>
                    <a:pt x="73" y="100"/>
                  </a:lnTo>
                  <a:lnTo>
                    <a:pt x="55" y="100"/>
                  </a:lnTo>
                  <a:lnTo>
                    <a:pt x="38" y="97"/>
                  </a:lnTo>
                  <a:lnTo>
                    <a:pt x="23" y="88"/>
                  </a:lnTo>
                  <a:lnTo>
                    <a:pt x="11" y="78"/>
                  </a:lnTo>
                  <a:lnTo>
                    <a:pt x="3" y="64"/>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9985" name="Freeform 65"/>
            <p:cNvSpPr/>
            <p:nvPr/>
          </p:nvSpPr>
          <p:spPr>
            <a:xfrm>
              <a:off x="3269" y="2728"/>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49"/>
                  </a:moveTo>
                  <a:lnTo>
                    <a:pt x="3" y="36"/>
                  </a:lnTo>
                  <a:lnTo>
                    <a:pt x="11" y="22"/>
                  </a:lnTo>
                  <a:lnTo>
                    <a:pt x="23" y="12"/>
                  </a:lnTo>
                  <a:lnTo>
                    <a:pt x="38" y="4"/>
                  </a:lnTo>
                  <a:lnTo>
                    <a:pt x="55" y="0"/>
                  </a:lnTo>
                  <a:lnTo>
                    <a:pt x="73" y="0"/>
                  </a:lnTo>
                  <a:lnTo>
                    <a:pt x="91" y="4"/>
                  </a:lnTo>
                  <a:lnTo>
                    <a:pt x="107" y="12"/>
                  </a:lnTo>
                  <a:lnTo>
                    <a:pt x="119" y="22"/>
                  </a:lnTo>
                  <a:lnTo>
                    <a:pt x="125" y="36"/>
                  </a:lnTo>
                  <a:lnTo>
                    <a:pt x="128" y="49"/>
                  </a:lnTo>
                  <a:lnTo>
                    <a:pt x="125" y="64"/>
                  </a:lnTo>
                  <a:lnTo>
                    <a:pt x="119" y="77"/>
                  </a:lnTo>
                  <a:lnTo>
                    <a:pt x="107" y="88"/>
                  </a:lnTo>
                  <a:lnTo>
                    <a:pt x="91" y="95"/>
                  </a:lnTo>
                  <a:lnTo>
                    <a:pt x="73" y="100"/>
                  </a:lnTo>
                  <a:lnTo>
                    <a:pt x="55" y="100"/>
                  </a:lnTo>
                  <a:lnTo>
                    <a:pt x="38" y="95"/>
                  </a:lnTo>
                  <a:lnTo>
                    <a:pt x="23" y="88"/>
                  </a:lnTo>
                  <a:lnTo>
                    <a:pt x="11" y="77"/>
                  </a:lnTo>
                  <a:lnTo>
                    <a:pt x="3" y="64"/>
                  </a:lnTo>
                  <a:lnTo>
                    <a:pt x="0" y="49"/>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9986" name="Freeform 66"/>
            <p:cNvSpPr/>
            <p:nvPr/>
          </p:nvSpPr>
          <p:spPr>
            <a:xfrm>
              <a:off x="3269" y="2914"/>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99">
                  <a:moveTo>
                    <a:pt x="0" y="49"/>
                  </a:moveTo>
                  <a:lnTo>
                    <a:pt x="3" y="36"/>
                  </a:lnTo>
                  <a:lnTo>
                    <a:pt x="11" y="23"/>
                  </a:lnTo>
                  <a:lnTo>
                    <a:pt x="23" y="11"/>
                  </a:lnTo>
                  <a:lnTo>
                    <a:pt x="38" y="4"/>
                  </a:lnTo>
                  <a:lnTo>
                    <a:pt x="55" y="0"/>
                  </a:lnTo>
                  <a:lnTo>
                    <a:pt x="73" y="0"/>
                  </a:lnTo>
                  <a:lnTo>
                    <a:pt x="91" y="4"/>
                  </a:lnTo>
                  <a:lnTo>
                    <a:pt x="107" y="11"/>
                  </a:lnTo>
                  <a:lnTo>
                    <a:pt x="119" y="23"/>
                  </a:lnTo>
                  <a:lnTo>
                    <a:pt x="125" y="36"/>
                  </a:lnTo>
                  <a:lnTo>
                    <a:pt x="128" y="49"/>
                  </a:lnTo>
                  <a:lnTo>
                    <a:pt x="125" y="64"/>
                  </a:lnTo>
                  <a:lnTo>
                    <a:pt x="119" y="76"/>
                  </a:lnTo>
                  <a:lnTo>
                    <a:pt x="107" y="88"/>
                  </a:lnTo>
                  <a:lnTo>
                    <a:pt x="91" y="95"/>
                  </a:lnTo>
                  <a:lnTo>
                    <a:pt x="73" y="99"/>
                  </a:lnTo>
                  <a:lnTo>
                    <a:pt x="55" y="99"/>
                  </a:lnTo>
                  <a:lnTo>
                    <a:pt x="38" y="95"/>
                  </a:lnTo>
                  <a:lnTo>
                    <a:pt x="23" y="88"/>
                  </a:lnTo>
                  <a:lnTo>
                    <a:pt x="11" y="76"/>
                  </a:lnTo>
                  <a:lnTo>
                    <a:pt x="3" y="64"/>
                  </a:lnTo>
                  <a:lnTo>
                    <a:pt x="0" y="49"/>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9987" name="Rectangle 67"/>
            <p:cNvSpPr/>
            <p:nvPr/>
          </p:nvSpPr>
          <p:spPr>
            <a:xfrm>
              <a:off x="2609" y="3022"/>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PB</a:t>
              </a:r>
              <a:endParaRPr lang="en-US" altLang="zh-CN" sz="1800" b="0" dirty="0">
                <a:solidFill>
                  <a:schemeClr val="tx1"/>
                </a:solidFill>
                <a:latin typeface="Arial" panose="020B0604020202020204" pitchFamily="34" charset="0"/>
              </a:endParaRPr>
            </a:p>
          </p:txBody>
        </p:sp>
        <p:sp>
          <p:nvSpPr>
            <p:cNvPr id="209988" name="Rectangle 68"/>
            <p:cNvSpPr/>
            <p:nvPr/>
          </p:nvSpPr>
          <p:spPr>
            <a:xfrm>
              <a:off x="2827" y="3067"/>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209989" name="Rectangle 69"/>
            <p:cNvSpPr/>
            <p:nvPr/>
          </p:nvSpPr>
          <p:spPr>
            <a:xfrm>
              <a:off x="2609" y="3203"/>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PB</a:t>
              </a:r>
              <a:endParaRPr lang="en-US" altLang="zh-CN" sz="1800" b="0" dirty="0">
                <a:solidFill>
                  <a:schemeClr val="tx1"/>
                </a:solidFill>
                <a:latin typeface="Arial" panose="020B0604020202020204" pitchFamily="34" charset="0"/>
              </a:endParaRPr>
            </a:p>
          </p:txBody>
        </p:sp>
        <p:sp>
          <p:nvSpPr>
            <p:cNvPr id="209990" name="Rectangle 70"/>
            <p:cNvSpPr/>
            <p:nvPr/>
          </p:nvSpPr>
          <p:spPr>
            <a:xfrm>
              <a:off x="2827" y="3249"/>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209991" name="Rectangle 71"/>
            <p:cNvSpPr/>
            <p:nvPr/>
          </p:nvSpPr>
          <p:spPr>
            <a:xfrm>
              <a:off x="2609" y="3385"/>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PB</a:t>
              </a:r>
              <a:endParaRPr lang="en-US" altLang="zh-CN" sz="1800" b="0" dirty="0">
                <a:solidFill>
                  <a:schemeClr val="tx1"/>
                </a:solidFill>
                <a:latin typeface="Arial" panose="020B0604020202020204" pitchFamily="34" charset="0"/>
              </a:endParaRPr>
            </a:p>
          </p:txBody>
        </p:sp>
        <p:sp>
          <p:nvSpPr>
            <p:cNvPr id="209992" name="Rectangle 72"/>
            <p:cNvSpPr/>
            <p:nvPr/>
          </p:nvSpPr>
          <p:spPr>
            <a:xfrm>
              <a:off x="2827" y="3430"/>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2</a:t>
              </a:r>
              <a:endParaRPr lang="en-US" altLang="zh-CN" sz="1800" b="0" dirty="0">
                <a:solidFill>
                  <a:schemeClr val="tx1"/>
                </a:solidFill>
                <a:latin typeface="Arial" panose="020B0604020202020204" pitchFamily="34" charset="0"/>
              </a:endParaRPr>
            </a:p>
          </p:txBody>
        </p:sp>
        <p:sp>
          <p:nvSpPr>
            <p:cNvPr id="209993" name="Rectangle 73"/>
            <p:cNvSpPr/>
            <p:nvPr/>
          </p:nvSpPr>
          <p:spPr>
            <a:xfrm>
              <a:off x="2609" y="3566"/>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PB</a:t>
              </a:r>
              <a:endParaRPr lang="en-US" altLang="zh-CN" sz="1800" b="0" dirty="0">
                <a:solidFill>
                  <a:schemeClr val="tx1"/>
                </a:solidFill>
                <a:latin typeface="Arial" panose="020B0604020202020204" pitchFamily="34" charset="0"/>
              </a:endParaRPr>
            </a:p>
          </p:txBody>
        </p:sp>
        <p:sp>
          <p:nvSpPr>
            <p:cNvPr id="209994" name="Rectangle 74"/>
            <p:cNvSpPr/>
            <p:nvPr/>
          </p:nvSpPr>
          <p:spPr>
            <a:xfrm>
              <a:off x="2827" y="3612"/>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3</a:t>
              </a:r>
              <a:endParaRPr lang="en-US" altLang="zh-CN" sz="1800" b="0" dirty="0">
                <a:solidFill>
                  <a:schemeClr val="tx1"/>
                </a:solidFill>
                <a:latin typeface="Arial" panose="020B0604020202020204" pitchFamily="34" charset="0"/>
              </a:endParaRPr>
            </a:p>
          </p:txBody>
        </p:sp>
        <p:sp>
          <p:nvSpPr>
            <p:cNvPr id="209995" name="Freeform 75"/>
            <p:cNvSpPr/>
            <p:nvPr/>
          </p:nvSpPr>
          <p:spPr>
            <a:xfrm>
              <a:off x="1882" y="2659"/>
              <a:ext cx="425" cy="252"/>
            </a:xfrm>
            <a:custGeom>
              <a:avLst/>
              <a:gdLst/>
              <a:ahLst/>
              <a:cxnLst>
                <a:cxn ang="0">
                  <a:pos x="0" y="2"/>
                </a:cxn>
                <a:cxn ang="0">
                  <a:pos x="0" y="0"/>
                </a:cxn>
                <a:cxn ang="0">
                  <a:pos x="0" y="4"/>
                </a:cxn>
                <a:cxn ang="0">
                  <a:pos x="0" y="8"/>
                </a:cxn>
                <a:cxn ang="0">
                  <a:pos x="0" y="6"/>
                </a:cxn>
                <a:cxn ang="0">
                  <a:pos x="2" y="6"/>
                </a:cxn>
                <a:cxn ang="0">
                  <a:pos x="2" y="8"/>
                </a:cxn>
                <a:cxn ang="0">
                  <a:pos x="2" y="4"/>
                </a:cxn>
                <a:cxn ang="0">
                  <a:pos x="2" y="0"/>
                </a:cxn>
                <a:cxn ang="0">
                  <a:pos x="2" y="2"/>
                </a:cxn>
                <a:cxn ang="0">
                  <a:pos x="0" y="2"/>
                </a:cxn>
              </a:cxnLst>
              <a:pathLst>
                <a:path w="1274" h="503">
                  <a:moveTo>
                    <a:pt x="159" y="126"/>
                  </a:moveTo>
                  <a:lnTo>
                    <a:pt x="159" y="0"/>
                  </a:lnTo>
                  <a:lnTo>
                    <a:pt x="0" y="252"/>
                  </a:lnTo>
                  <a:lnTo>
                    <a:pt x="159" y="503"/>
                  </a:lnTo>
                  <a:lnTo>
                    <a:pt x="159" y="377"/>
                  </a:lnTo>
                  <a:lnTo>
                    <a:pt x="1115" y="377"/>
                  </a:lnTo>
                  <a:lnTo>
                    <a:pt x="1115" y="503"/>
                  </a:lnTo>
                  <a:lnTo>
                    <a:pt x="1274" y="252"/>
                  </a:lnTo>
                  <a:lnTo>
                    <a:pt x="1115" y="0"/>
                  </a:lnTo>
                  <a:lnTo>
                    <a:pt x="1115" y="126"/>
                  </a:lnTo>
                  <a:lnTo>
                    <a:pt x="159" y="126"/>
                  </a:lnTo>
                  <a:close/>
                </a:path>
              </a:pathLst>
            </a:custGeom>
            <a:solidFill>
              <a:srgbClr val="FFFFFF">
                <a:alpha val="100000"/>
              </a:srgbClr>
            </a:solidFill>
            <a:ln w="9525" cap="flat" cmpd="sng">
              <a:solidFill>
                <a:srgbClr val="000000">
                  <a:alpha val="100000"/>
                </a:srgbClr>
              </a:solidFill>
              <a:prstDash val="solid"/>
              <a:round/>
              <a:headEnd type="none" w="med" len="med"/>
              <a:tailEnd type="none" w="med" len="med"/>
            </a:ln>
          </p:spPr>
          <p:txBody>
            <a:bodyPr/>
            <a:p>
              <a:endParaRPr lang="zh-CN" altLang="en-US"/>
            </a:p>
          </p:txBody>
        </p:sp>
        <p:sp>
          <p:nvSpPr>
            <p:cNvPr id="209996" name="Freeform 76"/>
            <p:cNvSpPr/>
            <p:nvPr/>
          </p:nvSpPr>
          <p:spPr>
            <a:xfrm>
              <a:off x="3758" y="2330"/>
              <a:ext cx="42" cy="51"/>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1"/>
                </a:cxn>
              </a:cxnLst>
              <a:pathLst>
                <a:path w="127" h="100">
                  <a:moveTo>
                    <a:pt x="0" y="50"/>
                  </a:moveTo>
                  <a:lnTo>
                    <a:pt x="2" y="36"/>
                  </a:lnTo>
                  <a:lnTo>
                    <a:pt x="10" y="23"/>
                  </a:lnTo>
                  <a:lnTo>
                    <a:pt x="22" y="12"/>
                  </a:lnTo>
                  <a:lnTo>
                    <a:pt x="37" y="4"/>
                  </a:lnTo>
                  <a:lnTo>
                    <a:pt x="54" y="0"/>
                  </a:lnTo>
                  <a:lnTo>
                    <a:pt x="73" y="0"/>
                  </a:lnTo>
                  <a:lnTo>
                    <a:pt x="90" y="4"/>
                  </a:lnTo>
                  <a:lnTo>
                    <a:pt x="106" y="12"/>
                  </a:lnTo>
                  <a:lnTo>
                    <a:pt x="116" y="23"/>
                  </a:lnTo>
                  <a:lnTo>
                    <a:pt x="124" y="36"/>
                  </a:lnTo>
                  <a:lnTo>
                    <a:pt x="127" y="50"/>
                  </a:lnTo>
                  <a:lnTo>
                    <a:pt x="124" y="65"/>
                  </a:lnTo>
                  <a:lnTo>
                    <a:pt x="116" y="77"/>
                  </a:lnTo>
                  <a:lnTo>
                    <a:pt x="106" y="88"/>
                  </a:lnTo>
                  <a:lnTo>
                    <a:pt x="90" y="96"/>
                  </a:lnTo>
                  <a:lnTo>
                    <a:pt x="73" y="100"/>
                  </a:lnTo>
                  <a:lnTo>
                    <a:pt x="54" y="100"/>
                  </a:lnTo>
                  <a:lnTo>
                    <a:pt x="37" y="96"/>
                  </a:lnTo>
                  <a:lnTo>
                    <a:pt x="22" y="88"/>
                  </a:lnTo>
                  <a:lnTo>
                    <a:pt x="10" y="77"/>
                  </a:lnTo>
                  <a:lnTo>
                    <a:pt x="2"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9997" name="Freeform 77"/>
            <p:cNvSpPr/>
            <p:nvPr/>
          </p:nvSpPr>
          <p:spPr>
            <a:xfrm>
              <a:off x="3758" y="2532"/>
              <a:ext cx="42" cy="5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1"/>
                </a:cxn>
                <a:cxn ang="0">
                  <a:pos x="0" y="1"/>
                </a:cxn>
                <a:cxn ang="0">
                  <a:pos x="0" y="1"/>
                </a:cxn>
                <a:cxn ang="0">
                  <a:pos x="0" y="1"/>
                </a:cxn>
                <a:cxn ang="0">
                  <a:pos x="0" y="1"/>
                </a:cxn>
                <a:cxn ang="0">
                  <a:pos x="0" y="1"/>
                </a:cxn>
                <a:cxn ang="0">
                  <a:pos x="0" y="1"/>
                </a:cxn>
                <a:cxn ang="0">
                  <a:pos x="0" y="1"/>
                </a:cxn>
                <a:cxn ang="0">
                  <a:pos x="0" y="1"/>
                </a:cxn>
                <a:cxn ang="0">
                  <a:pos x="0" y="1"/>
                </a:cxn>
                <a:cxn ang="0">
                  <a:pos x="0" y="0"/>
                </a:cxn>
              </a:cxnLst>
              <a:pathLst>
                <a:path w="127" h="101">
                  <a:moveTo>
                    <a:pt x="0" y="50"/>
                  </a:moveTo>
                  <a:lnTo>
                    <a:pt x="2" y="36"/>
                  </a:lnTo>
                  <a:lnTo>
                    <a:pt x="10" y="23"/>
                  </a:lnTo>
                  <a:lnTo>
                    <a:pt x="22" y="13"/>
                  </a:lnTo>
                  <a:lnTo>
                    <a:pt x="37" y="4"/>
                  </a:lnTo>
                  <a:lnTo>
                    <a:pt x="54" y="0"/>
                  </a:lnTo>
                  <a:lnTo>
                    <a:pt x="73" y="0"/>
                  </a:lnTo>
                  <a:lnTo>
                    <a:pt x="90" y="4"/>
                  </a:lnTo>
                  <a:lnTo>
                    <a:pt x="106" y="13"/>
                  </a:lnTo>
                  <a:lnTo>
                    <a:pt x="116" y="23"/>
                  </a:lnTo>
                  <a:lnTo>
                    <a:pt x="124" y="36"/>
                  </a:lnTo>
                  <a:lnTo>
                    <a:pt x="127" y="50"/>
                  </a:lnTo>
                  <a:lnTo>
                    <a:pt x="124" y="65"/>
                  </a:lnTo>
                  <a:lnTo>
                    <a:pt x="116" y="78"/>
                  </a:lnTo>
                  <a:lnTo>
                    <a:pt x="106" y="88"/>
                  </a:lnTo>
                  <a:lnTo>
                    <a:pt x="90" y="97"/>
                  </a:lnTo>
                  <a:lnTo>
                    <a:pt x="73" y="101"/>
                  </a:lnTo>
                  <a:lnTo>
                    <a:pt x="54" y="101"/>
                  </a:lnTo>
                  <a:lnTo>
                    <a:pt x="37" y="97"/>
                  </a:lnTo>
                  <a:lnTo>
                    <a:pt x="22" y="88"/>
                  </a:lnTo>
                  <a:lnTo>
                    <a:pt x="10" y="78"/>
                  </a:lnTo>
                  <a:lnTo>
                    <a:pt x="2"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9998" name="Freeform 78"/>
            <p:cNvSpPr/>
            <p:nvPr/>
          </p:nvSpPr>
          <p:spPr>
            <a:xfrm>
              <a:off x="3758" y="2733"/>
              <a:ext cx="42"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7" h="100">
                  <a:moveTo>
                    <a:pt x="0" y="51"/>
                  </a:moveTo>
                  <a:lnTo>
                    <a:pt x="2" y="36"/>
                  </a:lnTo>
                  <a:lnTo>
                    <a:pt x="10" y="24"/>
                  </a:lnTo>
                  <a:lnTo>
                    <a:pt x="22" y="13"/>
                  </a:lnTo>
                  <a:lnTo>
                    <a:pt x="37" y="5"/>
                  </a:lnTo>
                  <a:lnTo>
                    <a:pt x="54" y="0"/>
                  </a:lnTo>
                  <a:lnTo>
                    <a:pt x="73" y="0"/>
                  </a:lnTo>
                  <a:lnTo>
                    <a:pt x="90" y="5"/>
                  </a:lnTo>
                  <a:lnTo>
                    <a:pt x="106" y="13"/>
                  </a:lnTo>
                  <a:lnTo>
                    <a:pt x="116" y="24"/>
                  </a:lnTo>
                  <a:lnTo>
                    <a:pt x="124" y="36"/>
                  </a:lnTo>
                  <a:lnTo>
                    <a:pt x="127" y="51"/>
                  </a:lnTo>
                  <a:lnTo>
                    <a:pt x="124" y="64"/>
                  </a:lnTo>
                  <a:lnTo>
                    <a:pt x="116" y="78"/>
                  </a:lnTo>
                  <a:lnTo>
                    <a:pt x="106" y="88"/>
                  </a:lnTo>
                  <a:lnTo>
                    <a:pt x="90" y="97"/>
                  </a:lnTo>
                  <a:lnTo>
                    <a:pt x="73" y="100"/>
                  </a:lnTo>
                  <a:lnTo>
                    <a:pt x="54" y="100"/>
                  </a:lnTo>
                  <a:lnTo>
                    <a:pt x="37" y="97"/>
                  </a:lnTo>
                  <a:lnTo>
                    <a:pt x="22" y="88"/>
                  </a:lnTo>
                  <a:lnTo>
                    <a:pt x="10" y="78"/>
                  </a:lnTo>
                  <a:lnTo>
                    <a:pt x="2" y="64"/>
                  </a:lnTo>
                  <a:lnTo>
                    <a:pt x="0" y="51"/>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09999" name="Freeform 79"/>
            <p:cNvSpPr/>
            <p:nvPr/>
          </p:nvSpPr>
          <p:spPr>
            <a:xfrm>
              <a:off x="3758" y="2919"/>
              <a:ext cx="42"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7" h="100">
                  <a:moveTo>
                    <a:pt x="0" y="50"/>
                  </a:moveTo>
                  <a:lnTo>
                    <a:pt x="2" y="36"/>
                  </a:lnTo>
                  <a:lnTo>
                    <a:pt x="10" y="22"/>
                  </a:lnTo>
                  <a:lnTo>
                    <a:pt x="22" y="12"/>
                  </a:lnTo>
                  <a:lnTo>
                    <a:pt x="37" y="4"/>
                  </a:lnTo>
                  <a:lnTo>
                    <a:pt x="54" y="0"/>
                  </a:lnTo>
                  <a:lnTo>
                    <a:pt x="73" y="0"/>
                  </a:lnTo>
                  <a:lnTo>
                    <a:pt x="90" y="4"/>
                  </a:lnTo>
                  <a:lnTo>
                    <a:pt x="106" y="12"/>
                  </a:lnTo>
                  <a:lnTo>
                    <a:pt x="118" y="22"/>
                  </a:lnTo>
                  <a:lnTo>
                    <a:pt x="124" y="36"/>
                  </a:lnTo>
                  <a:lnTo>
                    <a:pt x="127" y="50"/>
                  </a:lnTo>
                  <a:lnTo>
                    <a:pt x="124" y="64"/>
                  </a:lnTo>
                  <a:lnTo>
                    <a:pt x="118" y="77"/>
                  </a:lnTo>
                  <a:lnTo>
                    <a:pt x="106" y="87"/>
                  </a:lnTo>
                  <a:lnTo>
                    <a:pt x="90" y="96"/>
                  </a:lnTo>
                  <a:lnTo>
                    <a:pt x="73" y="100"/>
                  </a:lnTo>
                  <a:lnTo>
                    <a:pt x="54" y="100"/>
                  </a:lnTo>
                  <a:lnTo>
                    <a:pt x="37" y="96"/>
                  </a:lnTo>
                  <a:lnTo>
                    <a:pt x="22" y="87"/>
                  </a:lnTo>
                  <a:lnTo>
                    <a:pt x="10" y="77"/>
                  </a:lnTo>
                  <a:lnTo>
                    <a:pt x="2" y="64"/>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0000" name="Freeform 80"/>
            <p:cNvSpPr/>
            <p:nvPr/>
          </p:nvSpPr>
          <p:spPr>
            <a:xfrm>
              <a:off x="4267" y="2330"/>
              <a:ext cx="43" cy="51"/>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1"/>
                </a:cxn>
              </a:cxnLst>
              <a:pathLst>
                <a:path w="128" h="100">
                  <a:moveTo>
                    <a:pt x="0" y="50"/>
                  </a:moveTo>
                  <a:lnTo>
                    <a:pt x="3" y="36"/>
                  </a:lnTo>
                  <a:lnTo>
                    <a:pt x="10" y="23"/>
                  </a:lnTo>
                  <a:lnTo>
                    <a:pt x="22" y="12"/>
                  </a:lnTo>
                  <a:lnTo>
                    <a:pt x="38" y="4"/>
                  </a:lnTo>
                  <a:lnTo>
                    <a:pt x="55" y="0"/>
                  </a:lnTo>
                  <a:lnTo>
                    <a:pt x="73" y="0"/>
                  </a:lnTo>
                  <a:lnTo>
                    <a:pt x="91" y="4"/>
                  </a:lnTo>
                  <a:lnTo>
                    <a:pt x="105" y="12"/>
                  </a:lnTo>
                  <a:lnTo>
                    <a:pt x="117" y="23"/>
                  </a:lnTo>
                  <a:lnTo>
                    <a:pt x="125" y="36"/>
                  </a:lnTo>
                  <a:lnTo>
                    <a:pt x="128" y="50"/>
                  </a:lnTo>
                  <a:lnTo>
                    <a:pt x="125" y="65"/>
                  </a:lnTo>
                  <a:lnTo>
                    <a:pt x="117" y="77"/>
                  </a:lnTo>
                  <a:lnTo>
                    <a:pt x="105" y="88"/>
                  </a:lnTo>
                  <a:lnTo>
                    <a:pt x="91" y="96"/>
                  </a:lnTo>
                  <a:lnTo>
                    <a:pt x="73" y="100"/>
                  </a:lnTo>
                  <a:lnTo>
                    <a:pt x="55" y="100"/>
                  </a:lnTo>
                  <a:lnTo>
                    <a:pt x="38" y="96"/>
                  </a:lnTo>
                  <a:lnTo>
                    <a:pt x="22" y="88"/>
                  </a:lnTo>
                  <a:lnTo>
                    <a:pt x="10" y="77"/>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0001" name="Freeform 81"/>
            <p:cNvSpPr/>
            <p:nvPr/>
          </p:nvSpPr>
          <p:spPr>
            <a:xfrm>
              <a:off x="4267" y="2532"/>
              <a:ext cx="43" cy="5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1"/>
                </a:cxn>
                <a:cxn ang="0">
                  <a:pos x="0" y="1"/>
                </a:cxn>
                <a:cxn ang="0">
                  <a:pos x="0" y="1"/>
                </a:cxn>
                <a:cxn ang="0">
                  <a:pos x="0" y="1"/>
                </a:cxn>
                <a:cxn ang="0">
                  <a:pos x="0" y="1"/>
                </a:cxn>
                <a:cxn ang="0">
                  <a:pos x="0" y="1"/>
                </a:cxn>
                <a:cxn ang="0">
                  <a:pos x="0" y="1"/>
                </a:cxn>
                <a:cxn ang="0">
                  <a:pos x="0" y="1"/>
                </a:cxn>
                <a:cxn ang="0">
                  <a:pos x="0" y="1"/>
                </a:cxn>
                <a:cxn ang="0">
                  <a:pos x="0" y="1"/>
                </a:cxn>
                <a:cxn ang="0">
                  <a:pos x="0" y="0"/>
                </a:cxn>
              </a:cxnLst>
              <a:pathLst>
                <a:path w="128" h="101">
                  <a:moveTo>
                    <a:pt x="0" y="50"/>
                  </a:moveTo>
                  <a:lnTo>
                    <a:pt x="3" y="36"/>
                  </a:lnTo>
                  <a:lnTo>
                    <a:pt x="10" y="23"/>
                  </a:lnTo>
                  <a:lnTo>
                    <a:pt x="22" y="13"/>
                  </a:lnTo>
                  <a:lnTo>
                    <a:pt x="38" y="4"/>
                  </a:lnTo>
                  <a:lnTo>
                    <a:pt x="55" y="0"/>
                  </a:lnTo>
                  <a:lnTo>
                    <a:pt x="73" y="0"/>
                  </a:lnTo>
                  <a:lnTo>
                    <a:pt x="91" y="4"/>
                  </a:lnTo>
                  <a:lnTo>
                    <a:pt x="105" y="13"/>
                  </a:lnTo>
                  <a:lnTo>
                    <a:pt x="117" y="23"/>
                  </a:lnTo>
                  <a:lnTo>
                    <a:pt x="125" y="36"/>
                  </a:lnTo>
                  <a:lnTo>
                    <a:pt x="128" y="50"/>
                  </a:lnTo>
                  <a:lnTo>
                    <a:pt x="125" y="65"/>
                  </a:lnTo>
                  <a:lnTo>
                    <a:pt x="117" y="78"/>
                  </a:lnTo>
                  <a:lnTo>
                    <a:pt x="105" y="88"/>
                  </a:lnTo>
                  <a:lnTo>
                    <a:pt x="91" y="97"/>
                  </a:lnTo>
                  <a:lnTo>
                    <a:pt x="73" y="101"/>
                  </a:lnTo>
                  <a:lnTo>
                    <a:pt x="55" y="101"/>
                  </a:lnTo>
                  <a:lnTo>
                    <a:pt x="38" y="97"/>
                  </a:lnTo>
                  <a:lnTo>
                    <a:pt x="22" y="88"/>
                  </a:lnTo>
                  <a:lnTo>
                    <a:pt x="10" y="78"/>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0002" name="Freeform 82"/>
            <p:cNvSpPr/>
            <p:nvPr/>
          </p:nvSpPr>
          <p:spPr>
            <a:xfrm>
              <a:off x="4267" y="2733"/>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51"/>
                  </a:moveTo>
                  <a:lnTo>
                    <a:pt x="3" y="36"/>
                  </a:lnTo>
                  <a:lnTo>
                    <a:pt x="10" y="24"/>
                  </a:lnTo>
                  <a:lnTo>
                    <a:pt x="22" y="13"/>
                  </a:lnTo>
                  <a:lnTo>
                    <a:pt x="38" y="5"/>
                  </a:lnTo>
                  <a:lnTo>
                    <a:pt x="55" y="0"/>
                  </a:lnTo>
                  <a:lnTo>
                    <a:pt x="73" y="0"/>
                  </a:lnTo>
                  <a:lnTo>
                    <a:pt x="91" y="5"/>
                  </a:lnTo>
                  <a:lnTo>
                    <a:pt x="105" y="13"/>
                  </a:lnTo>
                  <a:lnTo>
                    <a:pt x="117" y="24"/>
                  </a:lnTo>
                  <a:lnTo>
                    <a:pt x="125" y="36"/>
                  </a:lnTo>
                  <a:lnTo>
                    <a:pt x="128" y="51"/>
                  </a:lnTo>
                  <a:lnTo>
                    <a:pt x="125" y="64"/>
                  </a:lnTo>
                  <a:lnTo>
                    <a:pt x="117" y="78"/>
                  </a:lnTo>
                  <a:lnTo>
                    <a:pt x="105" y="88"/>
                  </a:lnTo>
                  <a:lnTo>
                    <a:pt x="91" y="97"/>
                  </a:lnTo>
                  <a:lnTo>
                    <a:pt x="73" y="100"/>
                  </a:lnTo>
                  <a:lnTo>
                    <a:pt x="55" y="100"/>
                  </a:lnTo>
                  <a:lnTo>
                    <a:pt x="38" y="97"/>
                  </a:lnTo>
                  <a:lnTo>
                    <a:pt x="22" y="88"/>
                  </a:lnTo>
                  <a:lnTo>
                    <a:pt x="10" y="78"/>
                  </a:lnTo>
                  <a:lnTo>
                    <a:pt x="3" y="64"/>
                  </a:lnTo>
                  <a:lnTo>
                    <a:pt x="0" y="51"/>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0003" name="Freeform 83"/>
            <p:cNvSpPr/>
            <p:nvPr/>
          </p:nvSpPr>
          <p:spPr>
            <a:xfrm>
              <a:off x="4267" y="2919"/>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50"/>
                  </a:moveTo>
                  <a:lnTo>
                    <a:pt x="3" y="36"/>
                  </a:lnTo>
                  <a:lnTo>
                    <a:pt x="10" y="22"/>
                  </a:lnTo>
                  <a:lnTo>
                    <a:pt x="22" y="12"/>
                  </a:lnTo>
                  <a:lnTo>
                    <a:pt x="38" y="4"/>
                  </a:lnTo>
                  <a:lnTo>
                    <a:pt x="55" y="0"/>
                  </a:lnTo>
                  <a:lnTo>
                    <a:pt x="73" y="0"/>
                  </a:lnTo>
                  <a:lnTo>
                    <a:pt x="91" y="4"/>
                  </a:lnTo>
                  <a:lnTo>
                    <a:pt x="105" y="12"/>
                  </a:lnTo>
                  <a:lnTo>
                    <a:pt x="117" y="22"/>
                  </a:lnTo>
                  <a:lnTo>
                    <a:pt x="125" y="36"/>
                  </a:lnTo>
                  <a:lnTo>
                    <a:pt x="128" y="50"/>
                  </a:lnTo>
                  <a:lnTo>
                    <a:pt x="125" y="64"/>
                  </a:lnTo>
                  <a:lnTo>
                    <a:pt x="117" y="77"/>
                  </a:lnTo>
                  <a:lnTo>
                    <a:pt x="105" y="87"/>
                  </a:lnTo>
                  <a:lnTo>
                    <a:pt x="91" y="96"/>
                  </a:lnTo>
                  <a:lnTo>
                    <a:pt x="73" y="100"/>
                  </a:lnTo>
                  <a:lnTo>
                    <a:pt x="55" y="100"/>
                  </a:lnTo>
                  <a:lnTo>
                    <a:pt x="38" y="96"/>
                  </a:lnTo>
                  <a:lnTo>
                    <a:pt x="22" y="87"/>
                  </a:lnTo>
                  <a:lnTo>
                    <a:pt x="10" y="77"/>
                  </a:lnTo>
                  <a:lnTo>
                    <a:pt x="3" y="64"/>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0004" name="Freeform 84"/>
            <p:cNvSpPr/>
            <p:nvPr/>
          </p:nvSpPr>
          <p:spPr>
            <a:xfrm>
              <a:off x="4777" y="2330"/>
              <a:ext cx="43" cy="51"/>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1"/>
                </a:cxn>
              </a:cxnLst>
              <a:pathLst>
                <a:path w="128" h="100">
                  <a:moveTo>
                    <a:pt x="0" y="50"/>
                  </a:moveTo>
                  <a:lnTo>
                    <a:pt x="3" y="36"/>
                  </a:lnTo>
                  <a:lnTo>
                    <a:pt x="10" y="23"/>
                  </a:lnTo>
                  <a:lnTo>
                    <a:pt x="22" y="12"/>
                  </a:lnTo>
                  <a:lnTo>
                    <a:pt x="38" y="4"/>
                  </a:lnTo>
                  <a:lnTo>
                    <a:pt x="55" y="0"/>
                  </a:lnTo>
                  <a:lnTo>
                    <a:pt x="72" y="0"/>
                  </a:lnTo>
                  <a:lnTo>
                    <a:pt x="91" y="4"/>
                  </a:lnTo>
                  <a:lnTo>
                    <a:pt x="105" y="12"/>
                  </a:lnTo>
                  <a:lnTo>
                    <a:pt x="117" y="23"/>
                  </a:lnTo>
                  <a:lnTo>
                    <a:pt x="125" y="36"/>
                  </a:lnTo>
                  <a:lnTo>
                    <a:pt x="128" y="50"/>
                  </a:lnTo>
                  <a:lnTo>
                    <a:pt x="125" y="65"/>
                  </a:lnTo>
                  <a:lnTo>
                    <a:pt x="117" y="77"/>
                  </a:lnTo>
                  <a:lnTo>
                    <a:pt x="105" y="88"/>
                  </a:lnTo>
                  <a:lnTo>
                    <a:pt x="91" y="96"/>
                  </a:lnTo>
                  <a:lnTo>
                    <a:pt x="72" y="100"/>
                  </a:lnTo>
                  <a:lnTo>
                    <a:pt x="55" y="100"/>
                  </a:lnTo>
                  <a:lnTo>
                    <a:pt x="38" y="96"/>
                  </a:lnTo>
                  <a:lnTo>
                    <a:pt x="22" y="88"/>
                  </a:lnTo>
                  <a:lnTo>
                    <a:pt x="10" y="77"/>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0005" name="Freeform 85"/>
            <p:cNvSpPr/>
            <p:nvPr/>
          </p:nvSpPr>
          <p:spPr>
            <a:xfrm>
              <a:off x="4777" y="2532"/>
              <a:ext cx="43" cy="5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1"/>
                </a:cxn>
                <a:cxn ang="0">
                  <a:pos x="0" y="1"/>
                </a:cxn>
                <a:cxn ang="0">
                  <a:pos x="0" y="1"/>
                </a:cxn>
                <a:cxn ang="0">
                  <a:pos x="0" y="1"/>
                </a:cxn>
                <a:cxn ang="0">
                  <a:pos x="0" y="1"/>
                </a:cxn>
                <a:cxn ang="0">
                  <a:pos x="0" y="1"/>
                </a:cxn>
                <a:cxn ang="0">
                  <a:pos x="0" y="1"/>
                </a:cxn>
                <a:cxn ang="0">
                  <a:pos x="0" y="1"/>
                </a:cxn>
                <a:cxn ang="0">
                  <a:pos x="0" y="1"/>
                </a:cxn>
                <a:cxn ang="0">
                  <a:pos x="0" y="1"/>
                </a:cxn>
                <a:cxn ang="0">
                  <a:pos x="0" y="0"/>
                </a:cxn>
              </a:cxnLst>
              <a:pathLst>
                <a:path w="128" h="101">
                  <a:moveTo>
                    <a:pt x="0" y="50"/>
                  </a:moveTo>
                  <a:lnTo>
                    <a:pt x="3" y="36"/>
                  </a:lnTo>
                  <a:lnTo>
                    <a:pt x="10" y="23"/>
                  </a:lnTo>
                  <a:lnTo>
                    <a:pt x="22" y="13"/>
                  </a:lnTo>
                  <a:lnTo>
                    <a:pt x="38" y="4"/>
                  </a:lnTo>
                  <a:lnTo>
                    <a:pt x="55" y="0"/>
                  </a:lnTo>
                  <a:lnTo>
                    <a:pt x="72" y="0"/>
                  </a:lnTo>
                  <a:lnTo>
                    <a:pt x="91" y="4"/>
                  </a:lnTo>
                  <a:lnTo>
                    <a:pt x="105" y="13"/>
                  </a:lnTo>
                  <a:lnTo>
                    <a:pt x="117" y="23"/>
                  </a:lnTo>
                  <a:lnTo>
                    <a:pt x="125" y="36"/>
                  </a:lnTo>
                  <a:lnTo>
                    <a:pt x="128" y="50"/>
                  </a:lnTo>
                  <a:lnTo>
                    <a:pt x="125" y="65"/>
                  </a:lnTo>
                  <a:lnTo>
                    <a:pt x="117" y="78"/>
                  </a:lnTo>
                  <a:lnTo>
                    <a:pt x="105" y="88"/>
                  </a:lnTo>
                  <a:lnTo>
                    <a:pt x="91" y="97"/>
                  </a:lnTo>
                  <a:lnTo>
                    <a:pt x="72" y="101"/>
                  </a:lnTo>
                  <a:lnTo>
                    <a:pt x="55" y="101"/>
                  </a:lnTo>
                  <a:lnTo>
                    <a:pt x="38" y="97"/>
                  </a:lnTo>
                  <a:lnTo>
                    <a:pt x="22" y="88"/>
                  </a:lnTo>
                  <a:lnTo>
                    <a:pt x="10" y="78"/>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0006" name="Freeform 86"/>
            <p:cNvSpPr/>
            <p:nvPr/>
          </p:nvSpPr>
          <p:spPr>
            <a:xfrm>
              <a:off x="4777" y="2733"/>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51"/>
                  </a:moveTo>
                  <a:lnTo>
                    <a:pt x="3" y="36"/>
                  </a:lnTo>
                  <a:lnTo>
                    <a:pt x="10" y="24"/>
                  </a:lnTo>
                  <a:lnTo>
                    <a:pt x="22" y="13"/>
                  </a:lnTo>
                  <a:lnTo>
                    <a:pt x="38" y="5"/>
                  </a:lnTo>
                  <a:lnTo>
                    <a:pt x="55" y="0"/>
                  </a:lnTo>
                  <a:lnTo>
                    <a:pt x="72" y="0"/>
                  </a:lnTo>
                  <a:lnTo>
                    <a:pt x="91" y="5"/>
                  </a:lnTo>
                  <a:lnTo>
                    <a:pt x="105" y="13"/>
                  </a:lnTo>
                  <a:lnTo>
                    <a:pt x="117" y="24"/>
                  </a:lnTo>
                  <a:lnTo>
                    <a:pt x="125" y="36"/>
                  </a:lnTo>
                  <a:lnTo>
                    <a:pt x="128" y="51"/>
                  </a:lnTo>
                  <a:lnTo>
                    <a:pt x="125" y="64"/>
                  </a:lnTo>
                  <a:lnTo>
                    <a:pt x="117" y="78"/>
                  </a:lnTo>
                  <a:lnTo>
                    <a:pt x="105" y="88"/>
                  </a:lnTo>
                  <a:lnTo>
                    <a:pt x="91" y="97"/>
                  </a:lnTo>
                  <a:lnTo>
                    <a:pt x="72" y="100"/>
                  </a:lnTo>
                  <a:lnTo>
                    <a:pt x="55" y="100"/>
                  </a:lnTo>
                  <a:lnTo>
                    <a:pt x="38" y="97"/>
                  </a:lnTo>
                  <a:lnTo>
                    <a:pt x="22" y="88"/>
                  </a:lnTo>
                  <a:lnTo>
                    <a:pt x="10" y="78"/>
                  </a:lnTo>
                  <a:lnTo>
                    <a:pt x="3" y="64"/>
                  </a:lnTo>
                  <a:lnTo>
                    <a:pt x="0" y="51"/>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0007" name="Freeform 87"/>
            <p:cNvSpPr/>
            <p:nvPr/>
          </p:nvSpPr>
          <p:spPr>
            <a:xfrm>
              <a:off x="4777" y="2919"/>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50"/>
                  </a:moveTo>
                  <a:lnTo>
                    <a:pt x="3" y="36"/>
                  </a:lnTo>
                  <a:lnTo>
                    <a:pt x="10" y="22"/>
                  </a:lnTo>
                  <a:lnTo>
                    <a:pt x="22" y="12"/>
                  </a:lnTo>
                  <a:lnTo>
                    <a:pt x="38" y="4"/>
                  </a:lnTo>
                  <a:lnTo>
                    <a:pt x="55" y="0"/>
                  </a:lnTo>
                  <a:lnTo>
                    <a:pt x="73" y="0"/>
                  </a:lnTo>
                  <a:lnTo>
                    <a:pt x="91" y="4"/>
                  </a:lnTo>
                  <a:lnTo>
                    <a:pt x="105" y="12"/>
                  </a:lnTo>
                  <a:lnTo>
                    <a:pt x="117" y="22"/>
                  </a:lnTo>
                  <a:lnTo>
                    <a:pt x="125" y="36"/>
                  </a:lnTo>
                  <a:lnTo>
                    <a:pt x="128" y="50"/>
                  </a:lnTo>
                  <a:lnTo>
                    <a:pt x="125" y="64"/>
                  </a:lnTo>
                  <a:lnTo>
                    <a:pt x="117" y="77"/>
                  </a:lnTo>
                  <a:lnTo>
                    <a:pt x="105" y="87"/>
                  </a:lnTo>
                  <a:lnTo>
                    <a:pt x="91" y="96"/>
                  </a:lnTo>
                  <a:lnTo>
                    <a:pt x="73" y="100"/>
                  </a:lnTo>
                  <a:lnTo>
                    <a:pt x="55" y="100"/>
                  </a:lnTo>
                  <a:lnTo>
                    <a:pt x="38" y="96"/>
                  </a:lnTo>
                  <a:lnTo>
                    <a:pt x="22" y="87"/>
                  </a:lnTo>
                  <a:lnTo>
                    <a:pt x="10" y="77"/>
                  </a:lnTo>
                  <a:lnTo>
                    <a:pt x="3" y="64"/>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0008" name="Rectangle 88"/>
            <p:cNvSpPr/>
            <p:nvPr/>
          </p:nvSpPr>
          <p:spPr>
            <a:xfrm>
              <a:off x="3090" y="2800"/>
              <a:ext cx="16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12</a:t>
              </a:r>
              <a:endParaRPr lang="en-US" altLang="zh-CN" sz="1800" b="0" dirty="0">
                <a:solidFill>
                  <a:schemeClr val="tx1"/>
                </a:solidFill>
                <a:latin typeface="Arial" panose="020B0604020202020204" pitchFamily="34" charset="0"/>
              </a:endParaRPr>
            </a:p>
          </p:txBody>
        </p:sp>
        <p:sp>
          <p:nvSpPr>
            <p:cNvPr id="210009" name="Rectangle 89"/>
            <p:cNvSpPr/>
            <p:nvPr/>
          </p:nvSpPr>
          <p:spPr>
            <a:xfrm>
              <a:off x="3211" y="2794"/>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10010" name="Rectangle 90"/>
            <p:cNvSpPr/>
            <p:nvPr/>
          </p:nvSpPr>
          <p:spPr>
            <a:xfrm>
              <a:off x="3637" y="2209"/>
              <a:ext cx="8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210011" name="Rectangle 91"/>
            <p:cNvSpPr/>
            <p:nvPr/>
          </p:nvSpPr>
          <p:spPr>
            <a:xfrm>
              <a:off x="3697" y="2202"/>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10012" name="Rectangle 92"/>
            <p:cNvSpPr/>
            <p:nvPr/>
          </p:nvSpPr>
          <p:spPr>
            <a:xfrm>
              <a:off x="3585" y="2800"/>
              <a:ext cx="16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13</a:t>
              </a:r>
              <a:endParaRPr lang="en-US" altLang="zh-CN" sz="1800" b="0" dirty="0">
                <a:solidFill>
                  <a:schemeClr val="tx1"/>
                </a:solidFill>
                <a:latin typeface="Arial" panose="020B0604020202020204" pitchFamily="34" charset="0"/>
              </a:endParaRPr>
            </a:p>
          </p:txBody>
        </p:sp>
        <p:sp>
          <p:nvSpPr>
            <p:cNvPr id="210013" name="Rectangle 93"/>
            <p:cNvSpPr/>
            <p:nvPr/>
          </p:nvSpPr>
          <p:spPr>
            <a:xfrm>
              <a:off x="3706" y="2794"/>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10014" name="Rectangle 94"/>
            <p:cNvSpPr/>
            <p:nvPr/>
          </p:nvSpPr>
          <p:spPr>
            <a:xfrm>
              <a:off x="4132" y="2209"/>
              <a:ext cx="8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2</a:t>
              </a:r>
              <a:endParaRPr lang="en-US" altLang="zh-CN" sz="1800" b="0" dirty="0">
                <a:solidFill>
                  <a:schemeClr val="tx1"/>
                </a:solidFill>
                <a:latin typeface="Arial" panose="020B0604020202020204" pitchFamily="34" charset="0"/>
              </a:endParaRPr>
            </a:p>
          </p:txBody>
        </p:sp>
        <p:sp>
          <p:nvSpPr>
            <p:cNvPr id="210015" name="Rectangle 95"/>
            <p:cNvSpPr/>
            <p:nvPr/>
          </p:nvSpPr>
          <p:spPr>
            <a:xfrm>
              <a:off x="4192" y="2202"/>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10016" name="Rectangle 96"/>
            <p:cNvSpPr/>
            <p:nvPr/>
          </p:nvSpPr>
          <p:spPr>
            <a:xfrm>
              <a:off x="4081" y="2800"/>
              <a:ext cx="16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14</a:t>
              </a:r>
              <a:endParaRPr lang="en-US" altLang="zh-CN" sz="1800" b="0" dirty="0">
                <a:solidFill>
                  <a:schemeClr val="tx1"/>
                </a:solidFill>
                <a:latin typeface="Arial" panose="020B0604020202020204" pitchFamily="34" charset="0"/>
              </a:endParaRPr>
            </a:p>
          </p:txBody>
        </p:sp>
        <p:sp>
          <p:nvSpPr>
            <p:cNvPr id="210017" name="Rectangle 97"/>
            <p:cNvSpPr/>
            <p:nvPr/>
          </p:nvSpPr>
          <p:spPr>
            <a:xfrm>
              <a:off x="4201" y="2794"/>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10018" name="Rectangle 98"/>
            <p:cNvSpPr/>
            <p:nvPr/>
          </p:nvSpPr>
          <p:spPr>
            <a:xfrm>
              <a:off x="4649" y="2209"/>
              <a:ext cx="8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3</a:t>
              </a:r>
              <a:endParaRPr lang="en-US" altLang="zh-CN" sz="1800" b="0" dirty="0">
                <a:solidFill>
                  <a:schemeClr val="tx1"/>
                </a:solidFill>
                <a:latin typeface="Arial" panose="020B0604020202020204" pitchFamily="34" charset="0"/>
              </a:endParaRPr>
            </a:p>
          </p:txBody>
        </p:sp>
        <p:sp>
          <p:nvSpPr>
            <p:cNvPr id="210019" name="Rectangle 99"/>
            <p:cNvSpPr/>
            <p:nvPr/>
          </p:nvSpPr>
          <p:spPr>
            <a:xfrm>
              <a:off x="4709" y="2202"/>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10020" name="Rectangle 100"/>
            <p:cNvSpPr/>
            <p:nvPr/>
          </p:nvSpPr>
          <p:spPr>
            <a:xfrm>
              <a:off x="4612" y="2812"/>
              <a:ext cx="16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15</a:t>
              </a:r>
              <a:endParaRPr lang="en-US" altLang="zh-CN" sz="1800" b="0" dirty="0">
                <a:solidFill>
                  <a:schemeClr val="tx1"/>
                </a:solidFill>
                <a:latin typeface="Arial" panose="020B0604020202020204" pitchFamily="34" charset="0"/>
              </a:endParaRPr>
            </a:p>
          </p:txBody>
        </p:sp>
        <p:sp>
          <p:nvSpPr>
            <p:cNvPr id="210021" name="Rectangle 101"/>
            <p:cNvSpPr/>
            <p:nvPr/>
          </p:nvSpPr>
          <p:spPr>
            <a:xfrm>
              <a:off x="4732" y="2806"/>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10022" name="Rectangle 102"/>
            <p:cNvSpPr/>
            <p:nvPr/>
          </p:nvSpPr>
          <p:spPr>
            <a:xfrm>
              <a:off x="5244" y="2498"/>
              <a:ext cx="24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行</a:t>
              </a:r>
              <a:r>
                <a:rPr lang="en-US" altLang="zh-CN" sz="2000" dirty="0">
                  <a:solidFill>
                    <a:srgbClr val="000000"/>
                  </a:solidFill>
                  <a:latin typeface="宋体" panose="02010600030101010101" pitchFamily="2" charset="-122"/>
                </a:rPr>
                <a:t>1</a:t>
              </a:r>
              <a:endParaRPr lang="en-US" altLang="zh-CN" sz="2000" dirty="0">
                <a:solidFill>
                  <a:srgbClr val="000000"/>
                </a:solidFill>
                <a:latin typeface="宋体" panose="02010600030101010101" pitchFamily="2" charset="-122"/>
              </a:endParaRPr>
            </a:p>
          </p:txBody>
        </p:sp>
        <p:sp>
          <p:nvSpPr>
            <p:cNvPr id="210023" name="Rectangle 103"/>
            <p:cNvSpPr/>
            <p:nvPr/>
          </p:nvSpPr>
          <p:spPr>
            <a:xfrm>
              <a:off x="5244" y="2699"/>
              <a:ext cx="24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行</a:t>
              </a:r>
              <a:r>
                <a:rPr lang="en-US" altLang="zh-CN" sz="2000" dirty="0">
                  <a:solidFill>
                    <a:srgbClr val="000000"/>
                  </a:solidFill>
                  <a:latin typeface="宋体" panose="02010600030101010101" pitchFamily="2" charset="-122"/>
                </a:rPr>
                <a:t>2</a:t>
              </a:r>
              <a:endParaRPr lang="en-US" altLang="zh-CN" sz="2000" dirty="0">
                <a:solidFill>
                  <a:srgbClr val="000000"/>
                </a:solidFill>
                <a:latin typeface="宋体" panose="02010600030101010101" pitchFamily="2" charset="-122"/>
              </a:endParaRPr>
            </a:p>
          </p:txBody>
        </p:sp>
        <p:sp>
          <p:nvSpPr>
            <p:cNvPr id="210024" name="Rectangle 104"/>
            <p:cNvSpPr/>
            <p:nvPr/>
          </p:nvSpPr>
          <p:spPr>
            <a:xfrm>
              <a:off x="5244" y="2875"/>
              <a:ext cx="218"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dirty="0">
                  <a:solidFill>
                    <a:srgbClr val="000000"/>
                  </a:solidFill>
                  <a:latin typeface="宋体" panose="02010600030101010101" pitchFamily="2" charset="-122"/>
                </a:rPr>
                <a:t>行</a:t>
              </a:r>
              <a:r>
                <a:rPr lang="en-US" altLang="zh-CN" sz="1800" dirty="0">
                  <a:solidFill>
                    <a:srgbClr val="000000"/>
                  </a:solidFill>
                  <a:latin typeface="宋体" panose="02010600030101010101" pitchFamily="2" charset="-122"/>
                </a:rPr>
                <a:t>3</a:t>
              </a:r>
              <a:endParaRPr lang="en-US" altLang="zh-CN" sz="1800" dirty="0">
                <a:solidFill>
                  <a:srgbClr val="000000"/>
                </a:solidFill>
                <a:latin typeface="宋体" panose="02010600030101010101" pitchFamily="2" charset="-122"/>
              </a:endParaRPr>
            </a:p>
          </p:txBody>
        </p:sp>
        <p:sp>
          <p:nvSpPr>
            <p:cNvPr id="210025" name="Line 105"/>
            <p:cNvSpPr/>
            <p:nvPr/>
          </p:nvSpPr>
          <p:spPr>
            <a:xfrm>
              <a:off x="3418" y="1777"/>
              <a:ext cx="0" cy="252"/>
            </a:xfrm>
            <a:prstGeom prst="line">
              <a:avLst/>
            </a:prstGeom>
            <a:ln w="14288" cap="flat" cmpd="sng">
              <a:solidFill>
                <a:srgbClr val="000000"/>
              </a:solidFill>
              <a:prstDash val="solid"/>
              <a:headEnd type="none" w="med" len="med"/>
              <a:tailEnd type="none" w="med" len="med"/>
            </a:ln>
          </p:spPr>
        </p:sp>
        <p:sp>
          <p:nvSpPr>
            <p:cNvPr id="210026" name="Rectangle 106"/>
            <p:cNvSpPr/>
            <p:nvPr/>
          </p:nvSpPr>
          <p:spPr>
            <a:xfrm>
              <a:off x="3376" y="1888"/>
              <a:ext cx="94" cy="141"/>
            </a:xfrm>
            <a:prstGeom prst="rect">
              <a:avLst/>
            </a:prstGeom>
            <a:solidFill>
              <a:srgbClr val="FFFFFF"/>
            </a:solidFill>
            <a:ln w="14288"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10027" name="Line 107"/>
            <p:cNvSpPr/>
            <p:nvPr/>
          </p:nvSpPr>
          <p:spPr>
            <a:xfrm>
              <a:off x="3917" y="1777"/>
              <a:ext cx="0" cy="252"/>
            </a:xfrm>
            <a:prstGeom prst="line">
              <a:avLst/>
            </a:prstGeom>
            <a:ln w="14288" cap="flat" cmpd="sng">
              <a:solidFill>
                <a:srgbClr val="000000"/>
              </a:solidFill>
              <a:prstDash val="solid"/>
              <a:headEnd type="none" w="med" len="med"/>
              <a:tailEnd type="none" w="med" len="med"/>
            </a:ln>
          </p:spPr>
        </p:sp>
        <p:sp>
          <p:nvSpPr>
            <p:cNvPr id="210028" name="Rectangle 108"/>
            <p:cNvSpPr/>
            <p:nvPr/>
          </p:nvSpPr>
          <p:spPr>
            <a:xfrm>
              <a:off x="3875" y="1888"/>
              <a:ext cx="94" cy="141"/>
            </a:xfrm>
            <a:prstGeom prst="rect">
              <a:avLst/>
            </a:prstGeom>
            <a:solidFill>
              <a:srgbClr val="FFFFFF"/>
            </a:solidFill>
            <a:ln w="14288"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10029" name="Line 109"/>
            <p:cNvSpPr/>
            <p:nvPr/>
          </p:nvSpPr>
          <p:spPr>
            <a:xfrm flipH="1">
              <a:off x="4421" y="1797"/>
              <a:ext cx="1" cy="232"/>
            </a:xfrm>
            <a:prstGeom prst="line">
              <a:avLst/>
            </a:prstGeom>
            <a:ln w="14288" cap="flat" cmpd="sng">
              <a:solidFill>
                <a:srgbClr val="000000"/>
              </a:solidFill>
              <a:prstDash val="solid"/>
              <a:headEnd type="none" w="med" len="med"/>
              <a:tailEnd type="none" w="med" len="med"/>
            </a:ln>
          </p:spPr>
        </p:sp>
        <p:sp>
          <p:nvSpPr>
            <p:cNvPr id="210030" name="Rectangle 110"/>
            <p:cNvSpPr/>
            <p:nvPr/>
          </p:nvSpPr>
          <p:spPr>
            <a:xfrm>
              <a:off x="4378" y="1888"/>
              <a:ext cx="90" cy="141"/>
            </a:xfrm>
            <a:prstGeom prst="rect">
              <a:avLst/>
            </a:prstGeom>
            <a:solidFill>
              <a:srgbClr val="FFFFFF"/>
            </a:solidFill>
            <a:ln w="14288"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10031" name="Rectangle 111"/>
            <p:cNvSpPr/>
            <p:nvPr/>
          </p:nvSpPr>
          <p:spPr>
            <a:xfrm>
              <a:off x="3334" y="1570"/>
              <a:ext cx="24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列</a:t>
              </a:r>
              <a:r>
                <a:rPr lang="en-US" altLang="zh-CN" sz="2000" dirty="0">
                  <a:solidFill>
                    <a:srgbClr val="000000"/>
                  </a:solidFill>
                  <a:latin typeface="宋体" panose="02010600030101010101" pitchFamily="2" charset="-122"/>
                </a:rPr>
                <a:t>0</a:t>
              </a:r>
              <a:endParaRPr lang="en-US" altLang="zh-CN" sz="2000" dirty="0">
                <a:solidFill>
                  <a:schemeClr val="tx1"/>
                </a:solidFill>
                <a:latin typeface="宋体" panose="02010600030101010101" pitchFamily="2" charset="-122"/>
              </a:endParaRPr>
            </a:p>
          </p:txBody>
        </p:sp>
        <p:sp>
          <p:nvSpPr>
            <p:cNvPr id="210032" name="Rectangle 112"/>
            <p:cNvSpPr/>
            <p:nvPr/>
          </p:nvSpPr>
          <p:spPr>
            <a:xfrm>
              <a:off x="3787" y="1570"/>
              <a:ext cx="24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列</a:t>
              </a:r>
              <a:r>
                <a:rPr lang="en-US" altLang="zh-CN" sz="2000" dirty="0">
                  <a:solidFill>
                    <a:srgbClr val="000000"/>
                  </a:solidFill>
                  <a:latin typeface="宋体" panose="02010600030101010101" pitchFamily="2" charset="-122"/>
                </a:rPr>
                <a:t>1</a:t>
              </a:r>
              <a:endParaRPr lang="en-US" altLang="zh-CN" sz="2000" dirty="0">
                <a:solidFill>
                  <a:srgbClr val="000000"/>
                </a:solidFill>
                <a:latin typeface="宋体" panose="02010600030101010101" pitchFamily="2" charset="-122"/>
              </a:endParaRPr>
            </a:p>
          </p:txBody>
        </p:sp>
        <p:sp>
          <p:nvSpPr>
            <p:cNvPr id="210033" name="Rectangle 113"/>
            <p:cNvSpPr/>
            <p:nvPr/>
          </p:nvSpPr>
          <p:spPr>
            <a:xfrm>
              <a:off x="4286" y="1560"/>
              <a:ext cx="272" cy="192"/>
            </a:xfrm>
            <a:prstGeom prst="rect">
              <a:avLst/>
            </a:prstGeom>
            <a:noFill/>
            <a:ln w="95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列</a:t>
              </a:r>
              <a:r>
                <a:rPr lang="en-US" altLang="zh-CN" sz="2000" dirty="0">
                  <a:solidFill>
                    <a:srgbClr val="000000"/>
                  </a:solidFill>
                  <a:latin typeface="宋体" panose="02010600030101010101" pitchFamily="2" charset="-122"/>
                </a:rPr>
                <a:t>2</a:t>
              </a:r>
              <a:endParaRPr lang="en-US" altLang="zh-CN" sz="2000" dirty="0">
                <a:solidFill>
                  <a:srgbClr val="000000"/>
                </a:solidFill>
                <a:latin typeface="宋体" panose="02010600030101010101" pitchFamily="2" charset="-122"/>
              </a:endParaRPr>
            </a:p>
          </p:txBody>
        </p:sp>
        <p:sp>
          <p:nvSpPr>
            <p:cNvPr id="210034" name="Rectangle 114"/>
            <p:cNvSpPr/>
            <p:nvPr/>
          </p:nvSpPr>
          <p:spPr>
            <a:xfrm>
              <a:off x="4785" y="1560"/>
              <a:ext cx="24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列</a:t>
              </a:r>
              <a:r>
                <a:rPr lang="en-US" altLang="zh-CN" sz="2000" dirty="0">
                  <a:solidFill>
                    <a:srgbClr val="000000"/>
                  </a:solidFill>
                  <a:latin typeface="宋体" panose="02010600030101010101" pitchFamily="2" charset="-122"/>
                </a:rPr>
                <a:t>3</a:t>
              </a:r>
              <a:endParaRPr lang="en-US" altLang="zh-CN" sz="2000" dirty="0">
                <a:solidFill>
                  <a:srgbClr val="000000"/>
                </a:solidFill>
                <a:latin typeface="宋体" panose="02010600030101010101" pitchFamily="2" charset="-122"/>
              </a:endParaRPr>
            </a:p>
          </p:txBody>
        </p:sp>
        <p:sp>
          <p:nvSpPr>
            <p:cNvPr id="210035" name="Line 115"/>
            <p:cNvSpPr/>
            <p:nvPr/>
          </p:nvSpPr>
          <p:spPr>
            <a:xfrm>
              <a:off x="4921" y="1797"/>
              <a:ext cx="0" cy="91"/>
            </a:xfrm>
            <a:prstGeom prst="line">
              <a:avLst/>
            </a:prstGeom>
            <a:ln w="14288" cap="flat" cmpd="sng">
              <a:solidFill>
                <a:srgbClr val="000000"/>
              </a:solidFill>
              <a:prstDash val="solid"/>
              <a:headEnd type="none" w="med" len="med"/>
              <a:tailEnd type="none" w="med" len="med"/>
            </a:ln>
          </p:spPr>
        </p:sp>
        <p:sp>
          <p:nvSpPr>
            <p:cNvPr id="210036" name="Line 116"/>
            <p:cNvSpPr/>
            <p:nvPr/>
          </p:nvSpPr>
          <p:spPr>
            <a:xfrm>
              <a:off x="4421" y="1777"/>
              <a:ext cx="0" cy="252"/>
            </a:xfrm>
            <a:prstGeom prst="line">
              <a:avLst/>
            </a:prstGeom>
            <a:ln w="14288" cap="flat" cmpd="sng">
              <a:solidFill>
                <a:srgbClr val="000000"/>
              </a:solidFill>
              <a:prstDash val="solid"/>
              <a:headEnd type="none" w="med" len="med"/>
              <a:tailEnd type="none" w="med" len="med"/>
            </a:ln>
          </p:spPr>
        </p:sp>
        <p:sp>
          <p:nvSpPr>
            <p:cNvPr id="210037" name="Line 117"/>
            <p:cNvSpPr/>
            <p:nvPr/>
          </p:nvSpPr>
          <p:spPr>
            <a:xfrm>
              <a:off x="2925" y="2387"/>
              <a:ext cx="2268" cy="0"/>
            </a:xfrm>
            <a:prstGeom prst="line">
              <a:avLst/>
            </a:prstGeom>
            <a:ln w="9525" cap="flat" cmpd="sng">
              <a:solidFill>
                <a:srgbClr val="FF00FF"/>
              </a:solidFill>
              <a:prstDash val="solid"/>
              <a:headEnd type="none" w="med" len="med"/>
              <a:tailEnd type="none" w="med" len="med"/>
            </a:ln>
          </p:spPr>
        </p:sp>
        <p:sp>
          <p:nvSpPr>
            <p:cNvPr id="210038" name="Line 118"/>
            <p:cNvSpPr/>
            <p:nvPr/>
          </p:nvSpPr>
          <p:spPr>
            <a:xfrm>
              <a:off x="2925" y="2568"/>
              <a:ext cx="2268" cy="0"/>
            </a:xfrm>
            <a:prstGeom prst="line">
              <a:avLst/>
            </a:prstGeom>
            <a:ln w="9525" cap="flat" cmpd="sng">
              <a:solidFill>
                <a:srgbClr val="FF00FF"/>
              </a:solidFill>
              <a:prstDash val="solid"/>
              <a:headEnd type="none" w="med" len="med"/>
              <a:tailEnd type="none" w="med" len="med"/>
            </a:ln>
          </p:spPr>
        </p:sp>
        <p:sp>
          <p:nvSpPr>
            <p:cNvPr id="210039" name="Line 119"/>
            <p:cNvSpPr/>
            <p:nvPr/>
          </p:nvSpPr>
          <p:spPr>
            <a:xfrm>
              <a:off x="2925" y="2795"/>
              <a:ext cx="2268" cy="0"/>
            </a:xfrm>
            <a:prstGeom prst="line">
              <a:avLst/>
            </a:prstGeom>
            <a:ln w="9525" cap="flat" cmpd="sng">
              <a:solidFill>
                <a:srgbClr val="FF00FF"/>
              </a:solidFill>
              <a:prstDash val="solid"/>
              <a:headEnd type="none" w="med" len="med"/>
              <a:tailEnd type="none" w="med" len="med"/>
            </a:ln>
          </p:spPr>
        </p:sp>
        <p:sp>
          <p:nvSpPr>
            <p:cNvPr id="210040" name="Line 120"/>
            <p:cNvSpPr/>
            <p:nvPr/>
          </p:nvSpPr>
          <p:spPr>
            <a:xfrm>
              <a:off x="2925" y="2976"/>
              <a:ext cx="2268" cy="0"/>
            </a:xfrm>
            <a:prstGeom prst="line">
              <a:avLst/>
            </a:prstGeom>
            <a:ln w="9525" cap="flat" cmpd="sng">
              <a:solidFill>
                <a:srgbClr val="FF00FF"/>
              </a:solidFill>
              <a:prstDash val="solid"/>
              <a:headEnd type="none" w="med" len="med"/>
              <a:tailEnd type="none" w="med" len="med"/>
            </a:ln>
          </p:spPr>
        </p:sp>
      </p:grpSp>
      <p:sp>
        <p:nvSpPr>
          <p:cNvPr id="209924" name="Rectangle 121"/>
          <p:cNvSpPr/>
          <p:nvPr/>
        </p:nvSpPr>
        <p:spPr>
          <a:xfrm>
            <a:off x="179388" y="1844675"/>
            <a:ext cx="2808287" cy="4848225"/>
          </a:xfrm>
          <a:prstGeom prst="rect">
            <a:avLst/>
          </a:prstGeom>
          <a:solidFill>
            <a:srgbClr val="FFCC99">
              <a:alpha val="23921"/>
            </a:srgbClr>
          </a:solidFill>
          <a:ln w="9525" cap="flat" cmpd="sng">
            <a:solidFill>
              <a:srgbClr val="FF00FF"/>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400" dirty="0">
                <a:solidFill>
                  <a:schemeClr val="tx1"/>
                </a:solidFill>
                <a:latin typeface="宋体" panose="02010600030101010101" pitchFamily="2" charset="-122"/>
              </a:rPr>
              <a:t>若</a:t>
            </a:r>
            <a:r>
              <a:rPr lang="en-US" altLang="zh-CN" sz="2400" dirty="0">
                <a:solidFill>
                  <a:schemeClr val="tx1"/>
                </a:solidFill>
                <a:latin typeface="宋体" panose="02010600030101010101" pitchFamily="2" charset="-122"/>
              </a:rPr>
              <a:t>PB3</a:t>
            </a:r>
            <a:r>
              <a:rPr lang="en-US" altLang="zh-CN" sz="2400" dirty="0">
                <a:solidFill>
                  <a:schemeClr val="tx1"/>
                </a:solidFill>
                <a:latin typeface="宋体" panose="02010600030101010101" pitchFamily="2" charset="-122"/>
                <a:sym typeface="Symbol" panose="05050102010706020507" pitchFamily="18" charset="2"/>
              </a:rPr>
              <a:t></a:t>
            </a:r>
            <a:r>
              <a:rPr lang="en-US" altLang="zh-CN" sz="2400" dirty="0">
                <a:solidFill>
                  <a:schemeClr val="tx1"/>
                </a:solidFill>
                <a:latin typeface="宋体" panose="02010600030101010101" pitchFamily="2" charset="-122"/>
              </a:rPr>
              <a:t>PB0</a:t>
            </a:r>
            <a:r>
              <a:rPr lang="zh-CN" altLang="en-US" sz="2400" dirty="0">
                <a:solidFill>
                  <a:schemeClr val="tx1"/>
                </a:solidFill>
                <a:latin typeface="宋体" panose="02010600030101010101" pitchFamily="2" charset="-122"/>
              </a:rPr>
              <a:t>中有一位为低电平，使用软件延时</a:t>
            </a:r>
            <a:r>
              <a:rPr lang="en-US" altLang="zh-CN" sz="2400" dirty="0">
                <a:solidFill>
                  <a:schemeClr val="tx1"/>
                </a:solidFill>
                <a:latin typeface="宋体" panose="02010600030101010101" pitchFamily="2" charset="-122"/>
              </a:rPr>
              <a:t>10</a:t>
            </a:r>
            <a:r>
              <a:rPr lang="en-US" altLang="zh-CN" sz="2400" dirty="0">
                <a:solidFill>
                  <a:schemeClr val="tx1"/>
                </a:solidFill>
                <a:latin typeface="宋体" panose="02010600030101010101" pitchFamily="2" charset="-122"/>
                <a:sym typeface="Symbol" panose="05050102010706020507" pitchFamily="18" charset="2"/>
              </a:rPr>
              <a:t></a:t>
            </a:r>
            <a:r>
              <a:rPr lang="en-US" altLang="zh-CN" sz="2400" dirty="0">
                <a:solidFill>
                  <a:schemeClr val="tx1"/>
                </a:solidFill>
                <a:latin typeface="宋体" panose="02010600030101010101" pitchFamily="2" charset="-122"/>
              </a:rPr>
              <a:t>20 ms</a:t>
            </a:r>
            <a:r>
              <a:rPr lang="zh-CN" altLang="en-US" sz="2400" dirty="0">
                <a:solidFill>
                  <a:schemeClr val="tx1"/>
                </a:solidFill>
                <a:latin typeface="宋体" panose="02010600030101010101" pitchFamily="2" charset="-122"/>
              </a:rPr>
              <a:t>以消除抖动，若低电平消失，则说明低电平是由干扰或按键的抖动引起的，必须再次扫描，否则，则确认有键按下，接着进行第</a:t>
            </a:r>
            <a:r>
              <a:rPr lang="en-US" altLang="zh-CN" sz="2400" dirty="0">
                <a:solidFill>
                  <a:schemeClr val="tx1"/>
                </a:solidFill>
                <a:latin typeface="宋体" panose="02010600030101010101" pitchFamily="2" charset="-122"/>
              </a:rPr>
              <a:t>2</a:t>
            </a:r>
            <a:r>
              <a:rPr lang="zh-CN" altLang="en-US" sz="2400" dirty="0">
                <a:solidFill>
                  <a:schemeClr val="tx1"/>
                </a:solidFill>
                <a:latin typeface="宋体" panose="02010600030101010101" pitchFamily="2" charset="-122"/>
              </a:rPr>
              <a:t>次扫描</a:t>
            </a:r>
            <a:r>
              <a:rPr lang="en-US" altLang="zh-CN" sz="2400" dirty="0">
                <a:solidFill>
                  <a:schemeClr val="tx1"/>
                </a:solidFill>
                <a:latin typeface="宋体" panose="02010600030101010101" pitchFamily="2" charset="-122"/>
              </a:rPr>
              <a:t>(</a:t>
            </a:r>
            <a:r>
              <a:rPr lang="zh-CN" altLang="en-US" sz="2400" dirty="0">
                <a:solidFill>
                  <a:srgbClr val="CC66FF"/>
                </a:solidFill>
                <a:latin typeface="宋体" panose="02010600030101010101" pitchFamily="2" charset="-122"/>
              </a:rPr>
              <a:t>行扫描，判断所按键的位置</a:t>
            </a:r>
            <a:r>
              <a:rPr lang="en-US" altLang="zh-CN" sz="2400" dirty="0">
                <a:solidFill>
                  <a:schemeClr val="tx1"/>
                </a:solidFill>
                <a:latin typeface="宋体" panose="02010600030101010101" pitchFamily="2" charset="-122"/>
              </a:rPr>
              <a:t>)</a:t>
            </a:r>
            <a:r>
              <a:rPr lang="zh-CN" altLang="en-US" sz="2400" dirty="0">
                <a:solidFill>
                  <a:schemeClr val="tx1"/>
                </a:solidFill>
                <a:latin typeface="宋体" panose="02010600030101010101" pitchFamily="2" charset="-122"/>
              </a:rPr>
              <a:t>。</a:t>
            </a:r>
            <a:endParaRPr lang="zh-CN" altLang="en-US" sz="2400" dirty="0">
              <a:solidFill>
                <a:schemeClr val="tx1"/>
              </a:solidFill>
              <a:latin typeface="宋体" panose="02010600030101010101" pitchFamily="2" charset="-122"/>
            </a:endParaRPr>
          </a:p>
        </p:txBody>
      </p:sp>
    </p:spTree>
  </p:cSld>
  <p:clrMapOvr>
    <a:masterClrMapping/>
  </p:clrMapOvr>
  <p:transition spd="slow">
    <p:zoom/>
  </p:transition>
</p:sld>
</file>

<file path=ppt/slides/slide1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210946" name="Rectangle 2"/>
          <p:cNvSpPr/>
          <p:nvPr/>
        </p:nvSpPr>
        <p:spPr>
          <a:xfrm>
            <a:off x="250825" y="260350"/>
            <a:ext cx="8497888" cy="1562100"/>
          </a:xfrm>
          <a:prstGeom prst="rect">
            <a:avLst/>
          </a:prstGeom>
          <a:solidFill>
            <a:srgbClr val="00FF00">
              <a:alpha val="23137"/>
            </a:srgbClr>
          </a:solidFill>
          <a:ln w="9525" cap="flat" cmpd="sng">
            <a:solidFill>
              <a:srgbClr val="FF00FF"/>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400" dirty="0">
                <a:solidFill>
                  <a:schemeClr val="tx1"/>
                </a:solidFill>
                <a:latin typeface="宋体" panose="02010600030101010101" pitchFamily="2" charset="-122"/>
              </a:rPr>
              <a:t>②</a:t>
            </a:r>
            <a:r>
              <a:rPr lang="zh-CN" altLang="en-US" sz="2400" dirty="0">
                <a:solidFill>
                  <a:schemeClr val="tx1"/>
                </a:solidFill>
                <a:latin typeface="宋体" panose="02010600030101010101" pitchFamily="2" charset="-122"/>
              </a:rPr>
              <a:t>通过</a:t>
            </a:r>
            <a:r>
              <a:rPr lang="en-US" altLang="zh-CN" sz="2400" dirty="0">
                <a:solidFill>
                  <a:schemeClr val="tx1"/>
                </a:solidFill>
                <a:latin typeface="宋体" panose="02010600030101010101" pitchFamily="2" charset="-122"/>
              </a:rPr>
              <a:t>A</a:t>
            </a:r>
            <a:r>
              <a:rPr lang="zh-CN" altLang="en-US" sz="2400" dirty="0">
                <a:solidFill>
                  <a:schemeClr val="tx1"/>
                </a:solidFill>
                <a:latin typeface="宋体" panose="02010600030101010101" pitchFamily="2" charset="-122"/>
              </a:rPr>
              <a:t>口输出使</a:t>
            </a:r>
            <a:r>
              <a:rPr lang="en-US" altLang="zh-CN" sz="2400" dirty="0">
                <a:solidFill>
                  <a:schemeClr val="tx1"/>
                </a:solidFill>
                <a:latin typeface="宋体" panose="02010600030101010101" pitchFamily="2" charset="-122"/>
              </a:rPr>
              <a:t>PA0=0</a:t>
            </a:r>
            <a:r>
              <a:rPr lang="zh-CN" altLang="en-US" sz="2400" dirty="0">
                <a:solidFill>
                  <a:schemeClr val="tx1"/>
                </a:solidFill>
                <a:latin typeface="宋体" panose="02010600030101010101" pitchFamily="2" charset="-122"/>
              </a:rPr>
              <a:t>，</a:t>
            </a:r>
            <a:r>
              <a:rPr lang="en-US" altLang="zh-CN" sz="2400" dirty="0">
                <a:solidFill>
                  <a:schemeClr val="tx1"/>
                </a:solidFill>
                <a:latin typeface="宋体" panose="02010600030101010101" pitchFamily="2" charset="-122"/>
              </a:rPr>
              <a:t>PA1=1</a:t>
            </a:r>
            <a:r>
              <a:rPr lang="zh-CN" altLang="en-US" sz="2400" dirty="0">
                <a:solidFill>
                  <a:schemeClr val="tx1"/>
                </a:solidFill>
                <a:latin typeface="宋体" panose="02010600030101010101" pitchFamily="2" charset="-122"/>
              </a:rPr>
              <a:t>，</a:t>
            </a:r>
            <a:r>
              <a:rPr lang="en-US" altLang="zh-CN" sz="2400" dirty="0">
                <a:solidFill>
                  <a:schemeClr val="tx1"/>
                </a:solidFill>
                <a:latin typeface="宋体" panose="02010600030101010101" pitchFamily="2" charset="-122"/>
              </a:rPr>
              <a:t>PA2=1</a:t>
            </a:r>
            <a:r>
              <a:rPr lang="zh-CN" altLang="en-US" sz="2400" dirty="0">
                <a:solidFill>
                  <a:schemeClr val="tx1"/>
                </a:solidFill>
                <a:latin typeface="宋体" panose="02010600030101010101" pitchFamily="2" charset="-122"/>
              </a:rPr>
              <a:t>，</a:t>
            </a:r>
            <a:r>
              <a:rPr lang="en-US" altLang="zh-CN" sz="2400" dirty="0">
                <a:solidFill>
                  <a:schemeClr val="tx1"/>
                </a:solidFill>
                <a:latin typeface="宋体" panose="02010600030101010101" pitchFamily="2" charset="-122"/>
              </a:rPr>
              <a:t>PA3=1</a:t>
            </a:r>
            <a:r>
              <a:rPr lang="zh-CN" altLang="en-US" sz="2400" dirty="0">
                <a:solidFill>
                  <a:srgbClr val="CC66FF"/>
                </a:solidFill>
                <a:latin typeface="宋体" panose="02010600030101010101" pitchFamily="2" charset="-122"/>
              </a:rPr>
              <a:t>（逐位为</a:t>
            </a:r>
            <a:r>
              <a:rPr lang="en-US" altLang="zh-CN" sz="2400" dirty="0">
                <a:solidFill>
                  <a:srgbClr val="CC66FF"/>
                </a:solidFill>
                <a:latin typeface="宋体" panose="02010600030101010101" pitchFamily="2" charset="-122"/>
              </a:rPr>
              <a:t>0</a:t>
            </a:r>
            <a:r>
              <a:rPr lang="zh-CN" altLang="en-US" sz="2400" dirty="0">
                <a:solidFill>
                  <a:srgbClr val="CC66FF"/>
                </a:solidFill>
                <a:latin typeface="宋体" panose="02010600030101010101" pitchFamily="2" charset="-122"/>
              </a:rPr>
              <a:t>）</a:t>
            </a:r>
            <a:r>
              <a:rPr lang="zh-CN" altLang="en-US" sz="2400" dirty="0">
                <a:solidFill>
                  <a:schemeClr val="tx1"/>
                </a:solidFill>
                <a:latin typeface="宋体" panose="02010600030101010101" pitchFamily="2" charset="-122"/>
              </a:rPr>
              <a:t>对第</a:t>
            </a:r>
            <a:r>
              <a:rPr lang="en-US" altLang="zh-CN" sz="2400" dirty="0">
                <a:solidFill>
                  <a:schemeClr val="tx1"/>
                </a:solidFill>
                <a:latin typeface="宋体" panose="02010600030101010101" pitchFamily="2" charset="-122"/>
              </a:rPr>
              <a:t>0</a:t>
            </a:r>
            <a:r>
              <a:rPr lang="zh-CN" altLang="en-US" sz="2400" dirty="0">
                <a:solidFill>
                  <a:schemeClr val="tx1"/>
                </a:solidFill>
                <a:latin typeface="宋体" panose="02010600030101010101" pitchFamily="2" charset="-122"/>
              </a:rPr>
              <a:t>行进行扫描，此时，读入</a:t>
            </a:r>
            <a:r>
              <a:rPr lang="en-US" altLang="zh-CN" sz="2400" dirty="0">
                <a:solidFill>
                  <a:schemeClr val="tx1"/>
                </a:solidFill>
                <a:latin typeface="宋体" panose="02010600030101010101" pitchFamily="2" charset="-122"/>
              </a:rPr>
              <a:t>B</a:t>
            </a:r>
            <a:r>
              <a:rPr lang="zh-CN" altLang="en-US" sz="2400" dirty="0">
                <a:solidFill>
                  <a:schemeClr val="tx1"/>
                </a:solidFill>
                <a:latin typeface="宋体" panose="02010600030101010101" pitchFamily="2" charset="-122"/>
              </a:rPr>
              <a:t>口的值，判断</a:t>
            </a:r>
            <a:r>
              <a:rPr lang="en-US" altLang="zh-CN" sz="2400" dirty="0">
                <a:solidFill>
                  <a:schemeClr val="tx1"/>
                </a:solidFill>
                <a:latin typeface="宋体" panose="02010600030101010101" pitchFamily="2" charset="-122"/>
              </a:rPr>
              <a:t>PB3</a:t>
            </a:r>
            <a:r>
              <a:rPr lang="en-US" altLang="zh-CN" sz="2400" dirty="0">
                <a:solidFill>
                  <a:schemeClr val="tx1"/>
                </a:solidFill>
                <a:latin typeface="宋体" panose="02010600030101010101" pitchFamily="2" charset="-122"/>
                <a:sym typeface="Symbol" panose="05050102010706020507" pitchFamily="18" charset="2"/>
              </a:rPr>
              <a:t></a:t>
            </a:r>
            <a:r>
              <a:rPr lang="en-US" altLang="zh-CN" sz="2400" dirty="0">
                <a:solidFill>
                  <a:schemeClr val="tx1"/>
                </a:solidFill>
                <a:latin typeface="宋体" panose="02010600030101010101" pitchFamily="2" charset="-122"/>
              </a:rPr>
              <a:t>PB0</a:t>
            </a:r>
            <a:r>
              <a:rPr lang="zh-CN" altLang="en-US" sz="2400" dirty="0">
                <a:solidFill>
                  <a:schemeClr val="tx1"/>
                </a:solidFill>
                <a:latin typeface="宋体" panose="02010600030101010101" pitchFamily="2" charset="-122"/>
              </a:rPr>
              <a:t>中是否有某一位为低电平，若有低电平，则说明第</a:t>
            </a:r>
            <a:r>
              <a:rPr lang="en-US" altLang="zh-CN" sz="2400" dirty="0">
                <a:solidFill>
                  <a:schemeClr val="tx1"/>
                </a:solidFill>
                <a:latin typeface="宋体" panose="02010600030101010101" pitchFamily="2" charset="-122"/>
              </a:rPr>
              <a:t>0</a:t>
            </a:r>
            <a:r>
              <a:rPr lang="zh-CN" altLang="en-US" sz="2400" dirty="0">
                <a:solidFill>
                  <a:schemeClr val="tx1"/>
                </a:solidFill>
                <a:latin typeface="宋体" panose="02010600030101010101" pitchFamily="2" charset="-122"/>
              </a:rPr>
              <a:t>行某一列上有键按下。</a:t>
            </a:r>
            <a:endParaRPr lang="zh-CN" altLang="en-US" sz="2400" dirty="0">
              <a:solidFill>
                <a:schemeClr val="tx1"/>
              </a:solidFill>
              <a:latin typeface="宋体" panose="02010600030101010101" pitchFamily="2" charset="-122"/>
            </a:endParaRPr>
          </a:p>
        </p:txBody>
      </p:sp>
      <p:grpSp>
        <p:nvGrpSpPr>
          <p:cNvPr id="210947" name="Group 3"/>
          <p:cNvGrpSpPr/>
          <p:nvPr/>
        </p:nvGrpSpPr>
        <p:grpSpPr>
          <a:xfrm>
            <a:off x="3132138" y="3068638"/>
            <a:ext cx="5770562" cy="3544887"/>
            <a:chOff x="1882" y="1560"/>
            <a:chExt cx="3635" cy="2233"/>
          </a:xfrm>
        </p:grpSpPr>
        <p:sp>
          <p:nvSpPr>
            <p:cNvPr id="210950" name="Rectangle 4"/>
            <p:cNvSpPr/>
            <p:nvPr/>
          </p:nvSpPr>
          <p:spPr>
            <a:xfrm>
              <a:off x="3142" y="2209"/>
              <a:ext cx="8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210951" name="Rectangle 5"/>
            <p:cNvSpPr/>
            <p:nvPr/>
          </p:nvSpPr>
          <p:spPr>
            <a:xfrm>
              <a:off x="3202" y="2202"/>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10952" name="Rectangle 6"/>
            <p:cNvSpPr/>
            <p:nvPr/>
          </p:nvSpPr>
          <p:spPr>
            <a:xfrm>
              <a:off x="2336" y="2205"/>
              <a:ext cx="589" cy="1588"/>
            </a:xfrm>
            <a:prstGeom prst="rect">
              <a:avLst/>
            </a:prstGeom>
            <a:noFill/>
            <a:ln w="17463"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10953" name="Rectangle 7"/>
            <p:cNvSpPr/>
            <p:nvPr/>
          </p:nvSpPr>
          <p:spPr>
            <a:xfrm>
              <a:off x="2426" y="1933"/>
              <a:ext cx="416"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8255A</a:t>
              </a:r>
              <a:endParaRPr lang="en-US" altLang="zh-CN" sz="1800" b="0" dirty="0">
                <a:solidFill>
                  <a:schemeClr val="tx1"/>
                </a:solidFill>
                <a:latin typeface="Arial" panose="020B0604020202020204" pitchFamily="34" charset="0"/>
              </a:endParaRPr>
            </a:p>
          </p:txBody>
        </p:sp>
        <p:sp>
          <p:nvSpPr>
            <p:cNvPr id="210954" name="Rectangle 8"/>
            <p:cNvSpPr/>
            <p:nvPr/>
          </p:nvSpPr>
          <p:spPr>
            <a:xfrm>
              <a:off x="2602" y="2285"/>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10955" name="Rectangle 9"/>
            <p:cNvSpPr/>
            <p:nvPr/>
          </p:nvSpPr>
          <p:spPr>
            <a:xfrm>
              <a:off x="2827" y="2341"/>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210956" name="Rectangle 10"/>
            <p:cNvSpPr/>
            <p:nvPr/>
          </p:nvSpPr>
          <p:spPr>
            <a:xfrm>
              <a:off x="1927" y="2976"/>
              <a:ext cx="3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CPU</a:t>
              </a:r>
              <a:endParaRPr lang="en-US" altLang="zh-CN" sz="1800" b="0" dirty="0">
                <a:solidFill>
                  <a:schemeClr val="tx1"/>
                </a:solidFill>
                <a:latin typeface="Arial" panose="020B0604020202020204" pitchFamily="34" charset="0"/>
              </a:endParaRPr>
            </a:p>
          </p:txBody>
        </p:sp>
        <p:sp>
          <p:nvSpPr>
            <p:cNvPr id="210957" name="Rectangle 11"/>
            <p:cNvSpPr/>
            <p:nvPr/>
          </p:nvSpPr>
          <p:spPr>
            <a:xfrm>
              <a:off x="1927" y="3158"/>
              <a:ext cx="288" cy="173"/>
            </a:xfrm>
            <a:prstGeom prst="rect">
              <a:avLst/>
            </a:prstGeom>
            <a:noFill/>
            <a:ln w="95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rgbClr val="000000"/>
                  </a:solidFill>
                  <a:latin typeface="Times" charset="0"/>
                </a:rPr>
                <a:t>总线</a:t>
              </a:r>
              <a:endParaRPr lang="zh-CN" altLang="en-US" sz="1800" b="0" dirty="0">
                <a:solidFill>
                  <a:schemeClr val="tx1"/>
                </a:solidFill>
                <a:latin typeface="Arial" panose="020B0604020202020204" pitchFamily="34" charset="0"/>
              </a:endParaRPr>
            </a:p>
          </p:txBody>
        </p:sp>
        <p:sp>
          <p:nvSpPr>
            <p:cNvPr id="210958" name="Line 12"/>
            <p:cNvSpPr/>
            <p:nvPr/>
          </p:nvSpPr>
          <p:spPr>
            <a:xfrm>
              <a:off x="3415" y="2034"/>
              <a:ext cx="9" cy="1079"/>
            </a:xfrm>
            <a:prstGeom prst="line">
              <a:avLst/>
            </a:prstGeom>
            <a:ln w="14288" cap="flat" cmpd="sng">
              <a:solidFill>
                <a:srgbClr val="2603F7"/>
              </a:solidFill>
              <a:prstDash val="solid"/>
              <a:headEnd type="none" w="med" len="med"/>
              <a:tailEnd type="none" w="med" len="med"/>
            </a:ln>
          </p:spPr>
        </p:sp>
        <p:sp>
          <p:nvSpPr>
            <p:cNvPr id="210959" name="Line 13"/>
            <p:cNvSpPr/>
            <p:nvPr/>
          </p:nvSpPr>
          <p:spPr>
            <a:xfrm>
              <a:off x="3913" y="2034"/>
              <a:ext cx="10" cy="1260"/>
            </a:xfrm>
            <a:prstGeom prst="line">
              <a:avLst/>
            </a:prstGeom>
            <a:ln w="14288" cap="flat" cmpd="sng">
              <a:solidFill>
                <a:srgbClr val="2603F7"/>
              </a:solidFill>
              <a:prstDash val="solid"/>
              <a:headEnd type="none" w="med" len="med"/>
              <a:tailEnd type="none" w="med" len="med"/>
            </a:ln>
          </p:spPr>
        </p:sp>
        <p:sp>
          <p:nvSpPr>
            <p:cNvPr id="210960" name="Line 14"/>
            <p:cNvSpPr/>
            <p:nvPr/>
          </p:nvSpPr>
          <p:spPr>
            <a:xfrm>
              <a:off x="4421" y="2034"/>
              <a:ext cx="1" cy="1441"/>
            </a:xfrm>
            <a:prstGeom prst="line">
              <a:avLst/>
            </a:prstGeom>
            <a:ln w="14288" cap="flat" cmpd="sng">
              <a:solidFill>
                <a:srgbClr val="2603F7"/>
              </a:solidFill>
              <a:prstDash val="solid"/>
              <a:headEnd type="none" w="med" len="med"/>
              <a:tailEnd type="none" w="med" len="med"/>
            </a:ln>
          </p:spPr>
        </p:sp>
        <p:sp>
          <p:nvSpPr>
            <p:cNvPr id="210961" name="Line 15"/>
            <p:cNvSpPr/>
            <p:nvPr/>
          </p:nvSpPr>
          <p:spPr>
            <a:xfrm flipH="1">
              <a:off x="4921" y="2034"/>
              <a:ext cx="3" cy="1668"/>
            </a:xfrm>
            <a:prstGeom prst="line">
              <a:avLst/>
            </a:prstGeom>
            <a:ln w="14288" cap="flat" cmpd="sng">
              <a:solidFill>
                <a:srgbClr val="2603F7"/>
              </a:solidFill>
              <a:prstDash val="solid"/>
              <a:headEnd type="none" w="med" len="med"/>
              <a:tailEnd type="none" w="med" len="med"/>
            </a:ln>
          </p:spPr>
        </p:sp>
        <p:sp>
          <p:nvSpPr>
            <p:cNvPr id="210962" name="Line 16"/>
            <p:cNvSpPr/>
            <p:nvPr/>
          </p:nvSpPr>
          <p:spPr>
            <a:xfrm flipH="1">
              <a:off x="3346" y="2863"/>
              <a:ext cx="69" cy="56"/>
            </a:xfrm>
            <a:prstGeom prst="line">
              <a:avLst/>
            </a:prstGeom>
            <a:ln w="14288" cap="flat" cmpd="sng">
              <a:solidFill>
                <a:srgbClr val="000000"/>
              </a:solidFill>
              <a:prstDash val="solid"/>
              <a:headEnd type="none" w="med" len="med"/>
              <a:tailEnd type="none" w="med" len="med"/>
            </a:ln>
          </p:spPr>
        </p:sp>
        <p:sp>
          <p:nvSpPr>
            <p:cNvPr id="210963" name="Line 17"/>
            <p:cNvSpPr/>
            <p:nvPr/>
          </p:nvSpPr>
          <p:spPr>
            <a:xfrm flipV="1">
              <a:off x="3290" y="2838"/>
              <a:ext cx="83" cy="83"/>
            </a:xfrm>
            <a:prstGeom prst="line">
              <a:avLst/>
            </a:prstGeom>
            <a:ln w="14288" cap="flat" cmpd="sng">
              <a:solidFill>
                <a:srgbClr val="000000"/>
              </a:solidFill>
              <a:prstDash val="solid"/>
              <a:headEnd type="none" w="med" len="med"/>
              <a:tailEnd type="none" w="med" len="med"/>
            </a:ln>
          </p:spPr>
        </p:sp>
        <p:sp>
          <p:nvSpPr>
            <p:cNvPr id="210964" name="Line 18"/>
            <p:cNvSpPr/>
            <p:nvPr/>
          </p:nvSpPr>
          <p:spPr>
            <a:xfrm flipH="1">
              <a:off x="3346" y="2666"/>
              <a:ext cx="69" cy="57"/>
            </a:xfrm>
            <a:prstGeom prst="line">
              <a:avLst/>
            </a:prstGeom>
            <a:ln w="14288" cap="flat" cmpd="sng">
              <a:solidFill>
                <a:srgbClr val="000000"/>
              </a:solidFill>
              <a:prstDash val="solid"/>
              <a:headEnd type="none" w="med" len="med"/>
              <a:tailEnd type="none" w="med" len="med"/>
            </a:ln>
          </p:spPr>
        </p:sp>
        <p:sp>
          <p:nvSpPr>
            <p:cNvPr id="210965" name="Line 19"/>
            <p:cNvSpPr/>
            <p:nvPr/>
          </p:nvSpPr>
          <p:spPr>
            <a:xfrm flipV="1">
              <a:off x="3290" y="2641"/>
              <a:ext cx="83" cy="84"/>
            </a:xfrm>
            <a:prstGeom prst="line">
              <a:avLst/>
            </a:prstGeom>
            <a:ln w="14288" cap="flat" cmpd="sng">
              <a:solidFill>
                <a:srgbClr val="000000"/>
              </a:solidFill>
              <a:prstDash val="solid"/>
              <a:headEnd type="none" w="med" len="med"/>
              <a:tailEnd type="none" w="med" len="med"/>
            </a:ln>
          </p:spPr>
        </p:sp>
        <p:sp>
          <p:nvSpPr>
            <p:cNvPr id="210966" name="Line 20"/>
            <p:cNvSpPr/>
            <p:nvPr/>
          </p:nvSpPr>
          <p:spPr>
            <a:xfrm flipH="1">
              <a:off x="3346" y="2469"/>
              <a:ext cx="69" cy="57"/>
            </a:xfrm>
            <a:prstGeom prst="line">
              <a:avLst/>
            </a:prstGeom>
            <a:ln w="14288" cap="flat" cmpd="sng">
              <a:solidFill>
                <a:srgbClr val="000000"/>
              </a:solidFill>
              <a:prstDash val="solid"/>
              <a:headEnd type="none" w="med" len="med"/>
              <a:tailEnd type="none" w="med" len="med"/>
            </a:ln>
          </p:spPr>
        </p:sp>
        <p:sp>
          <p:nvSpPr>
            <p:cNvPr id="210967" name="Line 21"/>
            <p:cNvSpPr/>
            <p:nvPr/>
          </p:nvSpPr>
          <p:spPr>
            <a:xfrm flipV="1">
              <a:off x="3290" y="2444"/>
              <a:ext cx="83" cy="84"/>
            </a:xfrm>
            <a:prstGeom prst="line">
              <a:avLst/>
            </a:prstGeom>
            <a:ln w="14288" cap="flat" cmpd="sng">
              <a:solidFill>
                <a:srgbClr val="000000"/>
              </a:solidFill>
              <a:prstDash val="solid"/>
              <a:headEnd type="none" w="med" len="med"/>
              <a:tailEnd type="none" w="med" len="med"/>
            </a:ln>
          </p:spPr>
        </p:sp>
        <p:sp>
          <p:nvSpPr>
            <p:cNvPr id="210968" name="Line 22"/>
            <p:cNvSpPr/>
            <p:nvPr/>
          </p:nvSpPr>
          <p:spPr>
            <a:xfrm flipH="1">
              <a:off x="3346" y="2272"/>
              <a:ext cx="69" cy="57"/>
            </a:xfrm>
            <a:prstGeom prst="line">
              <a:avLst/>
            </a:prstGeom>
            <a:ln w="14288" cap="flat" cmpd="sng">
              <a:solidFill>
                <a:srgbClr val="000000"/>
              </a:solidFill>
              <a:prstDash val="solid"/>
              <a:headEnd type="none" w="med" len="med"/>
              <a:tailEnd type="none" w="med" len="med"/>
            </a:ln>
          </p:spPr>
        </p:sp>
        <p:sp>
          <p:nvSpPr>
            <p:cNvPr id="210969" name="Line 23"/>
            <p:cNvSpPr/>
            <p:nvPr/>
          </p:nvSpPr>
          <p:spPr>
            <a:xfrm flipV="1">
              <a:off x="3290" y="2247"/>
              <a:ext cx="83" cy="84"/>
            </a:xfrm>
            <a:prstGeom prst="line">
              <a:avLst/>
            </a:prstGeom>
            <a:ln w="14288" cap="flat" cmpd="sng">
              <a:solidFill>
                <a:srgbClr val="000000"/>
              </a:solidFill>
              <a:prstDash val="solid"/>
              <a:headEnd type="none" w="med" len="med"/>
              <a:tailEnd type="none" w="med" len="med"/>
            </a:ln>
          </p:spPr>
        </p:sp>
        <p:sp>
          <p:nvSpPr>
            <p:cNvPr id="210970" name="Line 24"/>
            <p:cNvSpPr/>
            <p:nvPr/>
          </p:nvSpPr>
          <p:spPr>
            <a:xfrm flipH="1">
              <a:off x="3844" y="2863"/>
              <a:ext cx="69" cy="56"/>
            </a:xfrm>
            <a:prstGeom prst="line">
              <a:avLst/>
            </a:prstGeom>
            <a:ln w="14288" cap="flat" cmpd="sng">
              <a:solidFill>
                <a:srgbClr val="000000"/>
              </a:solidFill>
              <a:prstDash val="solid"/>
              <a:headEnd type="none" w="med" len="med"/>
              <a:tailEnd type="none" w="med" len="med"/>
            </a:ln>
          </p:spPr>
        </p:sp>
        <p:sp>
          <p:nvSpPr>
            <p:cNvPr id="210971" name="Line 25"/>
            <p:cNvSpPr/>
            <p:nvPr/>
          </p:nvSpPr>
          <p:spPr>
            <a:xfrm flipV="1">
              <a:off x="3788" y="2838"/>
              <a:ext cx="84" cy="83"/>
            </a:xfrm>
            <a:prstGeom prst="line">
              <a:avLst/>
            </a:prstGeom>
            <a:ln w="14288" cap="flat" cmpd="sng">
              <a:solidFill>
                <a:srgbClr val="000000"/>
              </a:solidFill>
              <a:prstDash val="solid"/>
              <a:headEnd type="none" w="med" len="med"/>
              <a:tailEnd type="none" w="med" len="med"/>
            </a:ln>
          </p:spPr>
        </p:sp>
        <p:sp>
          <p:nvSpPr>
            <p:cNvPr id="210972" name="Line 26"/>
            <p:cNvSpPr/>
            <p:nvPr/>
          </p:nvSpPr>
          <p:spPr>
            <a:xfrm flipH="1">
              <a:off x="3844" y="2666"/>
              <a:ext cx="69" cy="57"/>
            </a:xfrm>
            <a:prstGeom prst="line">
              <a:avLst/>
            </a:prstGeom>
            <a:ln w="14288" cap="flat" cmpd="sng">
              <a:solidFill>
                <a:srgbClr val="000000"/>
              </a:solidFill>
              <a:prstDash val="solid"/>
              <a:headEnd type="none" w="med" len="med"/>
              <a:tailEnd type="none" w="med" len="med"/>
            </a:ln>
          </p:spPr>
        </p:sp>
        <p:sp>
          <p:nvSpPr>
            <p:cNvPr id="210973" name="Line 27"/>
            <p:cNvSpPr/>
            <p:nvPr/>
          </p:nvSpPr>
          <p:spPr>
            <a:xfrm flipV="1">
              <a:off x="3788" y="2641"/>
              <a:ext cx="84" cy="84"/>
            </a:xfrm>
            <a:prstGeom prst="line">
              <a:avLst/>
            </a:prstGeom>
            <a:ln w="14288" cap="flat" cmpd="sng">
              <a:solidFill>
                <a:srgbClr val="000000"/>
              </a:solidFill>
              <a:prstDash val="solid"/>
              <a:headEnd type="none" w="med" len="med"/>
              <a:tailEnd type="none" w="med" len="med"/>
            </a:ln>
          </p:spPr>
        </p:sp>
        <p:sp>
          <p:nvSpPr>
            <p:cNvPr id="210974" name="Line 28"/>
            <p:cNvSpPr/>
            <p:nvPr/>
          </p:nvSpPr>
          <p:spPr>
            <a:xfrm flipH="1">
              <a:off x="3844" y="2469"/>
              <a:ext cx="69" cy="57"/>
            </a:xfrm>
            <a:prstGeom prst="line">
              <a:avLst/>
            </a:prstGeom>
            <a:ln w="14288" cap="flat" cmpd="sng">
              <a:solidFill>
                <a:srgbClr val="000000"/>
              </a:solidFill>
              <a:prstDash val="solid"/>
              <a:headEnd type="none" w="med" len="med"/>
              <a:tailEnd type="none" w="med" len="med"/>
            </a:ln>
          </p:spPr>
        </p:sp>
        <p:sp>
          <p:nvSpPr>
            <p:cNvPr id="210975" name="Line 29"/>
            <p:cNvSpPr/>
            <p:nvPr/>
          </p:nvSpPr>
          <p:spPr>
            <a:xfrm flipV="1">
              <a:off x="3788" y="2444"/>
              <a:ext cx="84" cy="84"/>
            </a:xfrm>
            <a:prstGeom prst="line">
              <a:avLst/>
            </a:prstGeom>
            <a:ln w="14288" cap="flat" cmpd="sng">
              <a:solidFill>
                <a:srgbClr val="000000"/>
              </a:solidFill>
              <a:prstDash val="solid"/>
              <a:headEnd type="none" w="med" len="med"/>
              <a:tailEnd type="none" w="med" len="med"/>
            </a:ln>
          </p:spPr>
        </p:sp>
        <p:sp>
          <p:nvSpPr>
            <p:cNvPr id="210976" name="Line 30"/>
            <p:cNvSpPr/>
            <p:nvPr/>
          </p:nvSpPr>
          <p:spPr>
            <a:xfrm flipH="1">
              <a:off x="3844" y="2272"/>
              <a:ext cx="69" cy="57"/>
            </a:xfrm>
            <a:prstGeom prst="line">
              <a:avLst/>
            </a:prstGeom>
            <a:ln w="14288" cap="flat" cmpd="sng">
              <a:solidFill>
                <a:srgbClr val="000000"/>
              </a:solidFill>
              <a:prstDash val="solid"/>
              <a:headEnd type="none" w="med" len="med"/>
              <a:tailEnd type="none" w="med" len="med"/>
            </a:ln>
          </p:spPr>
        </p:sp>
        <p:sp>
          <p:nvSpPr>
            <p:cNvPr id="210977" name="Line 31"/>
            <p:cNvSpPr/>
            <p:nvPr/>
          </p:nvSpPr>
          <p:spPr>
            <a:xfrm flipV="1">
              <a:off x="3788" y="2247"/>
              <a:ext cx="84" cy="84"/>
            </a:xfrm>
            <a:prstGeom prst="line">
              <a:avLst/>
            </a:prstGeom>
            <a:ln w="14288" cap="flat" cmpd="sng">
              <a:solidFill>
                <a:srgbClr val="000000"/>
              </a:solidFill>
              <a:prstDash val="solid"/>
              <a:headEnd type="none" w="med" len="med"/>
              <a:tailEnd type="none" w="med" len="med"/>
            </a:ln>
          </p:spPr>
        </p:sp>
        <p:sp>
          <p:nvSpPr>
            <p:cNvPr id="210978" name="Line 32"/>
            <p:cNvSpPr/>
            <p:nvPr/>
          </p:nvSpPr>
          <p:spPr>
            <a:xfrm flipH="1">
              <a:off x="4342" y="2863"/>
              <a:ext cx="69" cy="56"/>
            </a:xfrm>
            <a:prstGeom prst="line">
              <a:avLst/>
            </a:prstGeom>
            <a:ln w="14288" cap="flat" cmpd="sng">
              <a:solidFill>
                <a:srgbClr val="000000"/>
              </a:solidFill>
              <a:prstDash val="solid"/>
              <a:headEnd type="none" w="med" len="med"/>
              <a:tailEnd type="none" w="med" len="med"/>
            </a:ln>
          </p:spPr>
        </p:sp>
        <p:sp>
          <p:nvSpPr>
            <p:cNvPr id="210979" name="Line 33"/>
            <p:cNvSpPr/>
            <p:nvPr/>
          </p:nvSpPr>
          <p:spPr>
            <a:xfrm flipV="1">
              <a:off x="4287" y="2838"/>
              <a:ext cx="83" cy="83"/>
            </a:xfrm>
            <a:prstGeom prst="line">
              <a:avLst/>
            </a:prstGeom>
            <a:ln w="14288" cap="flat" cmpd="sng">
              <a:solidFill>
                <a:srgbClr val="000000"/>
              </a:solidFill>
              <a:prstDash val="solid"/>
              <a:headEnd type="none" w="med" len="med"/>
              <a:tailEnd type="none" w="med" len="med"/>
            </a:ln>
          </p:spPr>
        </p:sp>
        <p:sp>
          <p:nvSpPr>
            <p:cNvPr id="210980" name="Line 34"/>
            <p:cNvSpPr/>
            <p:nvPr/>
          </p:nvSpPr>
          <p:spPr>
            <a:xfrm flipH="1">
              <a:off x="4342" y="2666"/>
              <a:ext cx="69" cy="57"/>
            </a:xfrm>
            <a:prstGeom prst="line">
              <a:avLst/>
            </a:prstGeom>
            <a:ln w="14288" cap="flat" cmpd="sng">
              <a:solidFill>
                <a:srgbClr val="000000"/>
              </a:solidFill>
              <a:prstDash val="solid"/>
              <a:headEnd type="none" w="med" len="med"/>
              <a:tailEnd type="none" w="med" len="med"/>
            </a:ln>
          </p:spPr>
        </p:sp>
        <p:sp>
          <p:nvSpPr>
            <p:cNvPr id="210981" name="Line 35"/>
            <p:cNvSpPr/>
            <p:nvPr/>
          </p:nvSpPr>
          <p:spPr>
            <a:xfrm flipV="1">
              <a:off x="4287" y="2641"/>
              <a:ext cx="83" cy="84"/>
            </a:xfrm>
            <a:prstGeom prst="line">
              <a:avLst/>
            </a:prstGeom>
            <a:ln w="14288" cap="flat" cmpd="sng">
              <a:solidFill>
                <a:srgbClr val="000000"/>
              </a:solidFill>
              <a:prstDash val="solid"/>
              <a:headEnd type="none" w="med" len="med"/>
              <a:tailEnd type="none" w="med" len="med"/>
            </a:ln>
          </p:spPr>
        </p:sp>
        <p:sp>
          <p:nvSpPr>
            <p:cNvPr id="210982" name="Line 36"/>
            <p:cNvSpPr/>
            <p:nvPr/>
          </p:nvSpPr>
          <p:spPr>
            <a:xfrm flipH="1">
              <a:off x="4342" y="2469"/>
              <a:ext cx="69" cy="57"/>
            </a:xfrm>
            <a:prstGeom prst="line">
              <a:avLst/>
            </a:prstGeom>
            <a:ln w="14288" cap="flat" cmpd="sng">
              <a:solidFill>
                <a:srgbClr val="000000"/>
              </a:solidFill>
              <a:prstDash val="solid"/>
              <a:headEnd type="none" w="med" len="med"/>
              <a:tailEnd type="none" w="med" len="med"/>
            </a:ln>
          </p:spPr>
        </p:sp>
        <p:sp>
          <p:nvSpPr>
            <p:cNvPr id="210983" name="Line 37"/>
            <p:cNvSpPr/>
            <p:nvPr/>
          </p:nvSpPr>
          <p:spPr>
            <a:xfrm flipV="1">
              <a:off x="4287" y="2444"/>
              <a:ext cx="83" cy="84"/>
            </a:xfrm>
            <a:prstGeom prst="line">
              <a:avLst/>
            </a:prstGeom>
            <a:ln w="14288" cap="flat" cmpd="sng">
              <a:solidFill>
                <a:srgbClr val="000000"/>
              </a:solidFill>
              <a:prstDash val="solid"/>
              <a:headEnd type="none" w="med" len="med"/>
              <a:tailEnd type="none" w="med" len="med"/>
            </a:ln>
          </p:spPr>
        </p:sp>
        <p:sp>
          <p:nvSpPr>
            <p:cNvPr id="210984" name="Line 38"/>
            <p:cNvSpPr/>
            <p:nvPr/>
          </p:nvSpPr>
          <p:spPr>
            <a:xfrm flipH="1">
              <a:off x="4342" y="2272"/>
              <a:ext cx="69" cy="57"/>
            </a:xfrm>
            <a:prstGeom prst="line">
              <a:avLst/>
            </a:prstGeom>
            <a:ln w="14288" cap="flat" cmpd="sng">
              <a:solidFill>
                <a:srgbClr val="000000"/>
              </a:solidFill>
              <a:prstDash val="solid"/>
              <a:headEnd type="none" w="med" len="med"/>
              <a:tailEnd type="none" w="med" len="med"/>
            </a:ln>
          </p:spPr>
        </p:sp>
        <p:sp>
          <p:nvSpPr>
            <p:cNvPr id="210985" name="Line 39"/>
            <p:cNvSpPr/>
            <p:nvPr/>
          </p:nvSpPr>
          <p:spPr>
            <a:xfrm flipV="1">
              <a:off x="4287" y="2247"/>
              <a:ext cx="83" cy="84"/>
            </a:xfrm>
            <a:prstGeom prst="line">
              <a:avLst/>
            </a:prstGeom>
            <a:ln w="14288" cap="flat" cmpd="sng">
              <a:solidFill>
                <a:srgbClr val="000000"/>
              </a:solidFill>
              <a:prstDash val="solid"/>
              <a:headEnd type="none" w="med" len="med"/>
              <a:tailEnd type="none" w="med" len="med"/>
            </a:ln>
          </p:spPr>
        </p:sp>
        <p:sp>
          <p:nvSpPr>
            <p:cNvPr id="210986" name="Line 40"/>
            <p:cNvSpPr/>
            <p:nvPr/>
          </p:nvSpPr>
          <p:spPr>
            <a:xfrm flipH="1">
              <a:off x="4855" y="2863"/>
              <a:ext cx="69" cy="56"/>
            </a:xfrm>
            <a:prstGeom prst="line">
              <a:avLst/>
            </a:prstGeom>
            <a:ln w="14288" cap="flat" cmpd="sng">
              <a:solidFill>
                <a:srgbClr val="000000"/>
              </a:solidFill>
              <a:prstDash val="solid"/>
              <a:headEnd type="none" w="med" len="med"/>
              <a:tailEnd type="none" w="med" len="med"/>
            </a:ln>
          </p:spPr>
        </p:sp>
        <p:sp>
          <p:nvSpPr>
            <p:cNvPr id="210987" name="Line 41"/>
            <p:cNvSpPr/>
            <p:nvPr/>
          </p:nvSpPr>
          <p:spPr>
            <a:xfrm flipV="1">
              <a:off x="4799" y="2838"/>
              <a:ext cx="83" cy="83"/>
            </a:xfrm>
            <a:prstGeom prst="line">
              <a:avLst/>
            </a:prstGeom>
            <a:ln w="14288" cap="flat" cmpd="sng">
              <a:solidFill>
                <a:srgbClr val="000000"/>
              </a:solidFill>
              <a:prstDash val="solid"/>
              <a:headEnd type="none" w="med" len="med"/>
              <a:tailEnd type="none" w="med" len="med"/>
            </a:ln>
          </p:spPr>
        </p:sp>
        <p:sp>
          <p:nvSpPr>
            <p:cNvPr id="210988" name="Line 42"/>
            <p:cNvSpPr/>
            <p:nvPr/>
          </p:nvSpPr>
          <p:spPr>
            <a:xfrm flipH="1">
              <a:off x="4855" y="2666"/>
              <a:ext cx="69" cy="57"/>
            </a:xfrm>
            <a:prstGeom prst="line">
              <a:avLst/>
            </a:prstGeom>
            <a:ln w="14288" cap="flat" cmpd="sng">
              <a:solidFill>
                <a:srgbClr val="000000"/>
              </a:solidFill>
              <a:prstDash val="solid"/>
              <a:headEnd type="none" w="med" len="med"/>
              <a:tailEnd type="none" w="med" len="med"/>
            </a:ln>
          </p:spPr>
        </p:sp>
        <p:sp>
          <p:nvSpPr>
            <p:cNvPr id="210989" name="Line 43"/>
            <p:cNvSpPr/>
            <p:nvPr/>
          </p:nvSpPr>
          <p:spPr>
            <a:xfrm flipV="1">
              <a:off x="4799" y="2641"/>
              <a:ext cx="83" cy="84"/>
            </a:xfrm>
            <a:prstGeom prst="line">
              <a:avLst/>
            </a:prstGeom>
            <a:ln w="14288" cap="flat" cmpd="sng">
              <a:solidFill>
                <a:srgbClr val="000000"/>
              </a:solidFill>
              <a:prstDash val="solid"/>
              <a:headEnd type="none" w="med" len="med"/>
              <a:tailEnd type="none" w="med" len="med"/>
            </a:ln>
          </p:spPr>
        </p:sp>
        <p:sp>
          <p:nvSpPr>
            <p:cNvPr id="210990" name="Line 44"/>
            <p:cNvSpPr/>
            <p:nvPr/>
          </p:nvSpPr>
          <p:spPr>
            <a:xfrm flipH="1">
              <a:off x="4855" y="2469"/>
              <a:ext cx="69" cy="57"/>
            </a:xfrm>
            <a:prstGeom prst="line">
              <a:avLst/>
            </a:prstGeom>
            <a:ln w="14288" cap="flat" cmpd="sng">
              <a:solidFill>
                <a:srgbClr val="000000"/>
              </a:solidFill>
              <a:prstDash val="solid"/>
              <a:headEnd type="none" w="med" len="med"/>
              <a:tailEnd type="none" w="med" len="med"/>
            </a:ln>
          </p:spPr>
        </p:sp>
        <p:sp>
          <p:nvSpPr>
            <p:cNvPr id="210991" name="Line 45"/>
            <p:cNvSpPr/>
            <p:nvPr/>
          </p:nvSpPr>
          <p:spPr>
            <a:xfrm flipV="1">
              <a:off x="4799" y="2444"/>
              <a:ext cx="83" cy="84"/>
            </a:xfrm>
            <a:prstGeom prst="line">
              <a:avLst/>
            </a:prstGeom>
            <a:ln w="14288" cap="flat" cmpd="sng">
              <a:solidFill>
                <a:srgbClr val="000000"/>
              </a:solidFill>
              <a:prstDash val="solid"/>
              <a:headEnd type="none" w="med" len="med"/>
              <a:tailEnd type="none" w="med" len="med"/>
            </a:ln>
          </p:spPr>
        </p:sp>
        <p:sp>
          <p:nvSpPr>
            <p:cNvPr id="210992" name="Line 46"/>
            <p:cNvSpPr/>
            <p:nvPr/>
          </p:nvSpPr>
          <p:spPr>
            <a:xfrm flipH="1">
              <a:off x="4855" y="2272"/>
              <a:ext cx="69" cy="57"/>
            </a:xfrm>
            <a:prstGeom prst="line">
              <a:avLst/>
            </a:prstGeom>
            <a:ln w="14288" cap="flat" cmpd="sng">
              <a:solidFill>
                <a:srgbClr val="000000"/>
              </a:solidFill>
              <a:prstDash val="solid"/>
              <a:headEnd type="none" w="med" len="med"/>
              <a:tailEnd type="none" w="med" len="med"/>
            </a:ln>
          </p:spPr>
        </p:sp>
        <p:sp>
          <p:nvSpPr>
            <p:cNvPr id="210993" name="Line 47"/>
            <p:cNvSpPr/>
            <p:nvPr/>
          </p:nvSpPr>
          <p:spPr>
            <a:xfrm flipV="1">
              <a:off x="4799" y="2247"/>
              <a:ext cx="83" cy="84"/>
            </a:xfrm>
            <a:prstGeom prst="line">
              <a:avLst/>
            </a:prstGeom>
            <a:ln w="14288" cap="flat" cmpd="sng">
              <a:solidFill>
                <a:srgbClr val="000000"/>
              </a:solidFill>
              <a:prstDash val="solid"/>
              <a:headEnd type="none" w="med" len="med"/>
              <a:tailEnd type="none" w="med" len="med"/>
            </a:ln>
          </p:spPr>
        </p:sp>
        <p:sp>
          <p:nvSpPr>
            <p:cNvPr id="210994" name="Line 48"/>
            <p:cNvSpPr/>
            <p:nvPr/>
          </p:nvSpPr>
          <p:spPr>
            <a:xfrm>
              <a:off x="2925" y="3113"/>
              <a:ext cx="499" cy="0"/>
            </a:xfrm>
            <a:prstGeom prst="line">
              <a:avLst/>
            </a:prstGeom>
            <a:ln w="14288" cap="flat" cmpd="sng">
              <a:solidFill>
                <a:srgbClr val="2603F7"/>
              </a:solidFill>
              <a:prstDash val="solid"/>
              <a:headEnd type="none" w="med" len="med"/>
              <a:tailEnd type="none" w="med" len="med"/>
            </a:ln>
          </p:spPr>
        </p:sp>
        <p:sp>
          <p:nvSpPr>
            <p:cNvPr id="210995" name="Line 49"/>
            <p:cNvSpPr/>
            <p:nvPr/>
          </p:nvSpPr>
          <p:spPr>
            <a:xfrm>
              <a:off x="2925" y="3294"/>
              <a:ext cx="990" cy="0"/>
            </a:xfrm>
            <a:prstGeom prst="line">
              <a:avLst/>
            </a:prstGeom>
            <a:ln w="14288" cap="flat" cmpd="sng">
              <a:solidFill>
                <a:srgbClr val="2603F7"/>
              </a:solidFill>
              <a:prstDash val="solid"/>
              <a:headEnd type="none" w="med" len="med"/>
              <a:tailEnd type="none" w="med" len="med"/>
            </a:ln>
          </p:spPr>
        </p:sp>
        <p:sp>
          <p:nvSpPr>
            <p:cNvPr id="210996" name="Line 50"/>
            <p:cNvSpPr/>
            <p:nvPr/>
          </p:nvSpPr>
          <p:spPr>
            <a:xfrm>
              <a:off x="2925" y="3475"/>
              <a:ext cx="1488" cy="0"/>
            </a:xfrm>
            <a:prstGeom prst="line">
              <a:avLst/>
            </a:prstGeom>
            <a:ln w="14288" cap="flat" cmpd="sng">
              <a:solidFill>
                <a:srgbClr val="2603F7"/>
              </a:solidFill>
              <a:prstDash val="solid"/>
              <a:headEnd type="none" w="med" len="med"/>
              <a:tailEnd type="none" w="med" len="med"/>
            </a:ln>
          </p:spPr>
        </p:sp>
        <p:sp>
          <p:nvSpPr>
            <p:cNvPr id="210997" name="Line 51"/>
            <p:cNvSpPr/>
            <p:nvPr/>
          </p:nvSpPr>
          <p:spPr>
            <a:xfrm>
              <a:off x="2925" y="3702"/>
              <a:ext cx="1996" cy="0"/>
            </a:xfrm>
            <a:prstGeom prst="line">
              <a:avLst/>
            </a:prstGeom>
            <a:ln w="14288" cap="flat" cmpd="sng">
              <a:solidFill>
                <a:srgbClr val="2603F7"/>
              </a:solidFill>
              <a:prstDash val="solid"/>
              <a:headEnd type="none" w="med" len="med"/>
              <a:tailEnd type="none" w="med" len="med"/>
            </a:ln>
          </p:spPr>
        </p:sp>
        <p:sp>
          <p:nvSpPr>
            <p:cNvPr id="210998" name="Rectangle 52"/>
            <p:cNvSpPr/>
            <p:nvPr/>
          </p:nvSpPr>
          <p:spPr>
            <a:xfrm>
              <a:off x="5244" y="2297"/>
              <a:ext cx="24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行</a:t>
              </a:r>
              <a:r>
                <a:rPr lang="en-US" altLang="zh-CN" sz="2000" dirty="0">
                  <a:solidFill>
                    <a:srgbClr val="000000"/>
                  </a:solidFill>
                  <a:latin typeface="宋体" panose="02010600030101010101" pitchFamily="2" charset="-122"/>
                </a:rPr>
                <a:t>0</a:t>
              </a:r>
              <a:endParaRPr lang="en-US" altLang="zh-CN" sz="2000" dirty="0">
                <a:solidFill>
                  <a:schemeClr val="tx1"/>
                </a:solidFill>
                <a:latin typeface="宋体" panose="02010600030101010101" pitchFamily="2" charset="-122"/>
              </a:endParaRPr>
            </a:p>
          </p:txBody>
        </p:sp>
        <p:sp>
          <p:nvSpPr>
            <p:cNvPr id="210999" name="Rectangle 53"/>
            <p:cNvSpPr/>
            <p:nvPr/>
          </p:nvSpPr>
          <p:spPr>
            <a:xfrm>
              <a:off x="4896" y="1888"/>
              <a:ext cx="71" cy="146"/>
            </a:xfrm>
            <a:prstGeom prst="rect">
              <a:avLst/>
            </a:prstGeom>
            <a:solidFill>
              <a:srgbClr val="FFFFFF"/>
            </a:solidFill>
            <a:ln w="14288"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11000" name="Line 54"/>
            <p:cNvSpPr/>
            <p:nvPr/>
          </p:nvSpPr>
          <p:spPr>
            <a:xfrm>
              <a:off x="3415" y="1797"/>
              <a:ext cx="1799" cy="0"/>
            </a:xfrm>
            <a:prstGeom prst="line">
              <a:avLst/>
            </a:prstGeom>
            <a:ln w="14288" cap="flat" cmpd="sng">
              <a:solidFill>
                <a:srgbClr val="000000"/>
              </a:solidFill>
              <a:prstDash val="solid"/>
              <a:headEnd type="none" w="med" len="med"/>
              <a:tailEnd type="none" w="med" len="med"/>
            </a:ln>
          </p:spPr>
        </p:sp>
        <p:sp>
          <p:nvSpPr>
            <p:cNvPr id="211001" name="Rectangle 55"/>
            <p:cNvSpPr/>
            <p:nvPr/>
          </p:nvSpPr>
          <p:spPr>
            <a:xfrm>
              <a:off x="5193" y="1797"/>
              <a:ext cx="324"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2000" dirty="0">
                  <a:solidFill>
                    <a:srgbClr val="000000"/>
                  </a:solidFill>
                  <a:latin typeface="宋体" panose="02010600030101010101" pitchFamily="2" charset="-122"/>
                </a:rPr>
                <a:t>+5 V</a:t>
              </a:r>
              <a:endParaRPr lang="en-US" altLang="zh-CN" sz="2000" dirty="0">
                <a:solidFill>
                  <a:schemeClr val="tx1"/>
                </a:solidFill>
                <a:latin typeface="宋体" panose="02010600030101010101" pitchFamily="2" charset="-122"/>
              </a:endParaRPr>
            </a:p>
          </p:txBody>
        </p:sp>
        <p:sp>
          <p:nvSpPr>
            <p:cNvPr id="211002" name="Rectangle 56"/>
            <p:cNvSpPr/>
            <p:nvPr/>
          </p:nvSpPr>
          <p:spPr>
            <a:xfrm>
              <a:off x="2602" y="2486"/>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11003" name="Rectangle 57"/>
            <p:cNvSpPr/>
            <p:nvPr/>
          </p:nvSpPr>
          <p:spPr>
            <a:xfrm>
              <a:off x="2827" y="2523"/>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211004" name="Rectangle 58"/>
            <p:cNvSpPr/>
            <p:nvPr/>
          </p:nvSpPr>
          <p:spPr>
            <a:xfrm>
              <a:off x="2602" y="2674"/>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11005" name="Rectangle 59"/>
            <p:cNvSpPr/>
            <p:nvPr/>
          </p:nvSpPr>
          <p:spPr>
            <a:xfrm>
              <a:off x="2827" y="2704"/>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2</a:t>
              </a:r>
              <a:endParaRPr lang="en-US" altLang="zh-CN" sz="1800" b="0" dirty="0">
                <a:solidFill>
                  <a:schemeClr val="tx1"/>
                </a:solidFill>
                <a:latin typeface="Arial" panose="020B0604020202020204" pitchFamily="34" charset="0"/>
              </a:endParaRPr>
            </a:p>
          </p:txBody>
        </p:sp>
        <p:sp>
          <p:nvSpPr>
            <p:cNvPr id="211006" name="Rectangle 60"/>
            <p:cNvSpPr/>
            <p:nvPr/>
          </p:nvSpPr>
          <p:spPr>
            <a:xfrm>
              <a:off x="2608" y="2840"/>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11007" name="Rectangle 61"/>
            <p:cNvSpPr/>
            <p:nvPr/>
          </p:nvSpPr>
          <p:spPr>
            <a:xfrm>
              <a:off x="2827" y="2886"/>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3</a:t>
              </a:r>
              <a:endParaRPr lang="en-US" altLang="zh-CN" sz="1800" b="0" dirty="0">
                <a:solidFill>
                  <a:schemeClr val="tx1"/>
                </a:solidFill>
                <a:latin typeface="Arial" panose="020B0604020202020204" pitchFamily="34" charset="0"/>
              </a:endParaRPr>
            </a:p>
          </p:txBody>
        </p:sp>
        <p:sp>
          <p:nvSpPr>
            <p:cNvPr id="211008" name="Freeform 62"/>
            <p:cNvSpPr/>
            <p:nvPr/>
          </p:nvSpPr>
          <p:spPr>
            <a:xfrm>
              <a:off x="3269" y="2330"/>
              <a:ext cx="43" cy="51"/>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1"/>
                </a:cxn>
              </a:cxnLst>
              <a:pathLst>
                <a:path w="128" h="100">
                  <a:moveTo>
                    <a:pt x="0" y="50"/>
                  </a:moveTo>
                  <a:lnTo>
                    <a:pt x="3" y="36"/>
                  </a:lnTo>
                  <a:lnTo>
                    <a:pt x="11" y="23"/>
                  </a:lnTo>
                  <a:lnTo>
                    <a:pt x="23" y="12"/>
                  </a:lnTo>
                  <a:lnTo>
                    <a:pt x="38" y="4"/>
                  </a:lnTo>
                  <a:lnTo>
                    <a:pt x="55" y="0"/>
                  </a:lnTo>
                  <a:lnTo>
                    <a:pt x="73" y="0"/>
                  </a:lnTo>
                  <a:lnTo>
                    <a:pt x="91" y="4"/>
                  </a:lnTo>
                  <a:lnTo>
                    <a:pt x="107" y="12"/>
                  </a:lnTo>
                  <a:lnTo>
                    <a:pt x="119" y="23"/>
                  </a:lnTo>
                  <a:lnTo>
                    <a:pt x="125" y="36"/>
                  </a:lnTo>
                  <a:lnTo>
                    <a:pt x="128" y="50"/>
                  </a:lnTo>
                  <a:lnTo>
                    <a:pt x="125" y="65"/>
                  </a:lnTo>
                  <a:lnTo>
                    <a:pt x="119" y="77"/>
                  </a:lnTo>
                  <a:lnTo>
                    <a:pt x="107" y="88"/>
                  </a:lnTo>
                  <a:lnTo>
                    <a:pt x="91" y="96"/>
                  </a:lnTo>
                  <a:lnTo>
                    <a:pt x="73" y="100"/>
                  </a:lnTo>
                  <a:lnTo>
                    <a:pt x="55" y="100"/>
                  </a:lnTo>
                  <a:lnTo>
                    <a:pt x="38" y="96"/>
                  </a:lnTo>
                  <a:lnTo>
                    <a:pt x="23" y="88"/>
                  </a:lnTo>
                  <a:lnTo>
                    <a:pt x="11" y="77"/>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1009" name="Freeform 63"/>
            <p:cNvSpPr/>
            <p:nvPr/>
          </p:nvSpPr>
          <p:spPr>
            <a:xfrm>
              <a:off x="3269" y="2532"/>
              <a:ext cx="43" cy="49"/>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1"/>
                </a:cxn>
                <a:cxn ang="0">
                  <a:pos x="0" y="1"/>
                </a:cxn>
                <a:cxn ang="0">
                  <a:pos x="0" y="1"/>
                </a:cxn>
                <a:cxn ang="0">
                  <a:pos x="0" y="1"/>
                </a:cxn>
                <a:cxn ang="0">
                  <a:pos x="0" y="1"/>
                </a:cxn>
                <a:cxn ang="0">
                  <a:pos x="0" y="1"/>
                </a:cxn>
                <a:cxn ang="0">
                  <a:pos x="0" y="1"/>
                </a:cxn>
                <a:cxn ang="0">
                  <a:pos x="0" y="1"/>
                </a:cxn>
                <a:cxn ang="0">
                  <a:pos x="0" y="0"/>
                </a:cxn>
                <a:cxn ang="0">
                  <a:pos x="0" y="0"/>
                </a:cxn>
              </a:cxnLst>
              <a:pathLst>
                <a:path w="128" h="100">
                  <a:moveTo>
                    <a:pt x="0" y="50"/>
                  </a:moveTo>
                  <a:lnTo>
                    <a:pt x="3" y="36"/>
                  </a:lnTo>
                  <a:lnTo>
                    <a:pt x="11" y="23"/>
                  </a:lnTo>
                  <a:lnTo>
                    <a:pt x="23" y="13"/>
                  </a:lnTo>
                  <a:lnTo>
                    <a:pt x="38" y="4"/>
                  </a:lnTo>
                  <a:lnTo>
                    <a:pt x="55" y="0"/>
                  </a:lnTo>
                  <a:lnTo>
                    <a:pt x="73" y="0"/>
                  </a:lnTo>
                  <a:lnTo>
                    <a:pt x="91" y="4"/>
                  </a:lnTo>
                  <a:lnTo>
                    <a:pt x="107" y="13"/>
                  </a:lnTo>
                  <a:lnTo>
                    <a:pt x="119" y="23"/>
                  </a:lnTo>
                  <a:lnTo>
                    <a:pt x="125" y="36"/>
                  </a:lnTo>
                  <a:lnTo>
                    <a:pt x="128" y="50"/>
                  </a:lnTo>
                  <a:lnTo>
                    <a:pt x="125" y="64"/>
                  </a:lnTo>
                  <a:lnTo>
                    <a:pt x="119" y="78"/>
                  </a:lnTo>
                  <a:lnTo>
                    <a:pt x="107" y="88"/>
                  </a:lnTo>
                  <a:lnTo>
                    <a:pt x="91" y="97"/>
                  </a:lnTo>
                  <a:lnTo>
                    <a:pt x="73" y="100"/>
                  </a:lnTo>
                  <a:lnTo>
                    <a:pt x="55" y="100"/>
                  </a:lnTo>
                  <a:lnTo>
                    <a:pt x="38" y="97"/>
                  </a:lnTo>
                  <a:lnTo>
                    <a:pt x="23" y="88"/>
                  </a:lnTo>
                  <a:lnTo>
                    <a:pt x="11" y="78"/>
                  </a:lnTo>
                  <a:lnTo>
                    <a:pt x="3" y="64"/>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1010" name="Freeform 64"/>
            <p:cNvSpPr/>
            <p:nvPr/>
          </p:nvSpPr>
          <p:spPr>
            <a:xfrm>
              <a:off x="3269" y="2728"/>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49"/>
                  </a:moveTo>
                  <a:lnTo>
                    <a:pt x="3" y="36"/>
                  </a:lnTo>
                  <a:lnTo>
                    <a:pt x="11" y="22"/>
                  </a:lnTo>
                  <a:lnTo>
                    <a:pt x="23" y="12"/>
                  </a:lnTo>
                  <a:lnTo>
                    <a:pt x="38" y="4"/>
                  </a:lnTo>
                  <a:lnTo>
                    <a:pt x="55" y="0"/>
                  </a:lnTo>
                  <a:lnTo>
                    <a:pt x="73" y="0"/>
                  </a:lnTo>
                  <a:lnTo>
                    <a:pt x="91" y="4"/>
                  </a:lnTo>
                  <a:lnTo>
                    <a:pt x="107" y="12"/>
                  </a:lnTo>
                  <a:lnTo>
                    <a:pt x="119" y="22"/>
                  </a:lnTo>
                  <a:lnTo>
                    <a:pt x="125" y="36"/>
                  </a:lnTo>
                  <a:lnTo>
                    <a:pt x="128" y="49"/>
                  </a:lnTo>
                  <a:lnTo>
                    <a:pt x="125" y="64"/>
                  </a:lnTo>
                  <a:lnTo>
                    <a:pt x="119" y="77"/>
                  </a:lnTo>
                  <a:lnTo>
                    <a:pt x="107" y="88"/>
                  </a:lnTo>
                  <a:lnTo>
                    <a:pt x="91" y="95"/>
                  </a:lnTo>
                  <a:lnTo>
                    <a:pt x="73" y="100"/>
                  </a:lnTo>
                  <a:lnTo>
                    <a:pt x="55" y="100"/>
                  </a:lnTo>
                  <a:lnTo>
                    <a:pt x="38" y="95"/>
                  </a:lnTo>
                  <a:lnTo>
                    <a:pt x="23" y="88"/>
                  </a:lnTo>
                  <a:lnTo>
                    <a:pt x="11" y="77"/>
                  </a:lnTo>
                  <a:lnTo>
                    <a:pt x="3" y="64"/>
                  </a:lnTo>
                  <a:lnTo>
                    <a:pt x="0" y="49"/>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1011" name="Freeform 65"/>
            <p:cNvSpPr/>
            <p:nvPr/>
          </p:nvSpPr>
          <p:spPr>
            <a:xfrm>
              <a:off x="3269" y="2914"/>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99">
                  <a:moveTo>
                    <a:pt x="0" y="49"/>
                  </a:moveTo>
                  <a:lnTo>
                    <a:pt x="3" y="36"/>
                  </a:lnTo>
                  <a:lnTo>
                    <a:pt x="11" y="23"/>
                  </a:lnTo>
                  <a:lnTo>
                    <a:pt x="23" y="11"/>
                  </a:lnTo>
                  <a:lnTo>
                    <a:pt x="38" y="4"/>
                  </a:lnTo>
                  <a:lnTo>
                    <a:pt x="55" y="0"/>
                  </a:lnTo>
                  <a:lnTo>
                    <a:pt x="73" y="0"/>
                  </a:lnTo>
                  <a:lnTo>
                    <a:pt x="91" y="4"/>
                  </a:lnTo>
                  <a:lnTo>
                    <a:pt x="107" y="11"/>
                  </a:lnTo>
                  <a:lnTo>
                    <a:pt x="119" y="23"/>
                  </a:lnTo>
                  <a:lnTo>
                    <a:pt x="125" y="36"/>
                  </a:lnTo>
                  <a:lnTo>
                    <a:pt x="128" y="49"/>
                  </a:lnTo>
                  <a:lnTo>
                    <a:pt x="125" y="64"/>
                  </a:lnTo>
                  <a:lnTo>
                    <a:pt x="119" y="76"/>
                  </a:lnTo>
                  <a:lnTo>
                    <a:pt x="107" y="88"/>
                  </a:lnTo>
                  <a:lnTo>
                    <a:pt x="91" y="95"/>
                  </a:lnTo>
                  <a:lnTo>
                    <a:pt x="73" y="99"/>
                  </a:lnTo>
                  <a:lnTo>
                    <a:pt x="55" y="99"/>
                  </a:lnTo>
                  <a:lnTo>
                    <a:pt x="38" y="95"/>
                  </a:lnTo>
                  <a:lnTo>
                    <a:pt x="23" y="88"/>
                  </a:lnTo>
                  <a:lnTo>
                    <a:pt x="11" y="76"/>
                  </a:lnTo>
                  <a:lnTo>
                    <a:pt x="3" y="64"/>
                  </a:lnTo>
                  <a:lnTo>
                    <a:pt x="0" y="49"/>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1012" name="Rectangle 66"/>
            <p:cNvSpPr/>
            <p:nvPr/>
          </p:nvSpPr>
          <p:spPr>
            <a:xfrm>
              <a:off x="2609" y="3022"/>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PB</a:t>
              </a:r>
              <a:endParaRPr lang="en-US" altLang="zh-CN" sz="1800" b="0" dirty="0">
                <a:solidFill>
                  <a:schemeClr val="tx1"/>
                </a:solidFill>
                <a:latin typeface="Arial" panose="020B0604020202020204" pitchFamily="34" charset="0"/>
              </a:endParaRPr>
            </a:p>
          </p:txBody>
        </p:sp>
        <p:sp>
          <p:nvSpPr>
            <p:cNvPr id="211013" name="Rectangle 67"/>
            <p:cNvSpPr/>
            <p:nvPr/>
          </p:nvSpPr>
          <p:spPr>
            <a:xfrm>
              <a:off x="2827" y="3067"/>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211014" name="Rectangle 68"/>
            <p:cNvSpPr/>
            <p:nvPr/>
          </p:nvSpPr>
          <p:spPr>
            <a:xfrm>
              <a:off x="2609" y="3203"/>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PB</a:t>
              </a:r>
              <a:endParaRPr lang="en-US" altLang="zh-CN" sz="1800" b="0" dirty="0">
                <a:solidFill>
                  <a:schemeClr val="tx1"/>
                </a:solidFill>
                <a:latin typeface="Arial" panose="020B0604020202020204" pitchFamily="34" charset="0"/>
              </a:endParaRPr>
            </a:p>
          </p:txBody>
        </p:sp>
        <p:sp>
          <p:nvSpPr>
            <p:cNvPr id="211015" name="Rectangle 69"/>
            <p:cNvSpPr/>
            <p:nvPr/>
          </p:nvSpPr>
          <p:spPr>
            <a:xfrm>
              <a:off x="2827" y="3249"/>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211016" name="Rectangle 70"/>
            <p:cNvSpPr/>
            <p:nvPr/>
          </p:nvSpPr>
          <p:spPr>
            <a:xfrm>
              <a:off x="2609" y="3385"/>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PB</a:t>
              </a:r>
              <a:endParaRPr lang="en-US" altLang="zh-CN" sz="1800" b="0" dirty="0">
                <a:solidFill>
                  <a:schemeClr val="tx1"/>
                </a:solidFill>
                <a:latin typeface="Arial" panose="020B0604020202020204" pitchFamily="34" charset="0"/>
              </a:endParaRPr>
            </a:p>
          </p:txBody>
        </p:sp>
        <p:sp>
          <p:nvSpPr>
            <p:cNvPr id="211017" name="Rectangle 71"/>
            <p:cNvSpPr/>
            <p:nvPr/>
          </p:nvSpPr>
          <p:spPr>
            <a:xfrm>
              <a:off x="2827" y="3430"/>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2</a:t>
              </a:r>
              <a:endParaRPr lang="en-US" altLang="zh-CN" sz="1800" b="0" dirty="0">
                <a:solidFill>
                  <a:schemeClr val="tx1"/>
                </a:solidFill>
                <a:latin typeface="Arial" panose="020B0604020202020204" pitchFamily="34" charset="0"/>
              </a:endParaRPr>
            </a:p>
          </p:txBody>
        </p:sp>
        <p:sp>
          <p:nvSpPr>
            <p:cNvPr id="211018" name="Rectangle 72"/>
            <p:cNvSpPr/>
            <p:nvPr/>
          </p:nvSpPr>
          <p:spPr>
            <a:xfrm>
              <a:off x="2609" y="3566"/>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PB</a:t>
              </a:r>
              <a:endParaRPr lang="en-US" altLang="zh-CN" sz="1800" b="0" dirty="0">
                <a:solidFill>
                  <a:schemeClr val="tx1"/>
                </a:solidFill>
                <a:latin typeface="Arial" panose="020B0604020202020204" pitchFamily="34" charset="0"/>
              </a:endParaRPr>
            </a:p>
          </p:txBody>
        </p:sp>
        <p:sp>
          <p:nvSpPr>
            <p:cNvPr id="211019" name="Rectangle 73"/>
            <p:cNvSpPr/>
            <p:nvPr/>
          </p:nvSpPr>
          <p:spPr>
            <a:xfrm>
              <a:off x="2827" y="3612"/>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3</a:t>
              </a:r>
              <a:endParaRPr lang="en-US" altLang="zh-CN" sz="1800" b="0" dirty="0">
                <a:solidFill>
                  <a:schemeClr val="tx1"/>
                </a:solidFill>
                <a:latin typeface="Arial" panose="020B0604020202020204" pitchFamily="34" charset="0"/>
              </a:endParaRPr>
            </a:p>
          </p:txBody>
        </p:sp>
        <p:sp>
          <p:nvSpPr>
            <p:cNvPr id="211020" name="Freeform 74"/>
            <p:cNvSpPr/>
            <p:nvPr/>
          </p:nvSpPr>
          <p:spPr>
            <a:xfrm>
              <a:off x="1882" y="2659"/>
              <a:ext cx="425" cy="252"/>
            </a:xfrm>
            <a:custGeom>
              <a:avLst/>
              <a:gdLst/>
              <a:ahLst/>
              <a:cxnLst>
                <a:cxn ang="0">
                  <a:pos x="0" y="2"/>
                </a:cxn>
                <a:cxn ang="0">
                  <a:pos x="0" y="0"/>
                </a:cxn>
                <a:cxn ang="0">
                  <a:pos x="0" y="4"/>
                </a:cxn>
                <a:cxn ang="0">
                  <a:pos x="0" y="8"/>
                </a:cxn>
                <a:cxn ang="0">
                  <a:pos x="0" y="6"/>
                </a:cxn>
                <a:cxn ang="0">
                  <a:pos x="2" y="6"/>
                </a:cxn>
                <a:cxn ang="0">
                  <a:pos x="2" y="8"/>
                </a:cxn>
                <a:cxn ang="0">
                  <a:pos x="2" y="4"/>
                </a:cxn>
                <a:cxn ang="0">
                  <a:pos x="2" y="0"/>
                </a:cxn>
                <a:cxn ang="0">
                  <a:pos x="2" y="2"/>
                </a:cxn>
                <a:cxn ang="0">
                  <a:pos x="0" y="2"/>
                </a:cxn>
              </a:cxnLst>
              <a:pathLst>
                <a:path w="1274" h="503">
                  <a:moveTo>
                    <a:pt x="159" y="126"/>
                  </a:moveTo>
                  <a:lnTo>
                    <a:pt x="159" y="0"/>
                  </a:lnTo>
                  <a:lnTo>
                    <a:pt x="0" y="252"/>
                  </a:lnTo>
                  <a:lnTo>
                    <a:pt x="159" y="503"/>
                  </a:lnTo>
                  <a:lnTo>
                    <a:pt x="159" y="377"/>
                  </a:lnTo>
                  <a:lnTo>
                    <a:pt x="1115" y="377"/>
                  </a:lnTo>
                  <a:lnTo>
                    <a:pt x="1115" y="503"/>
                  </a:lnTo>
                  <a:lnTo>
                    <a:pt x="1274" y="252"/>
                  </a:lnTo>
                  <a:lnTo>
                    <a:pt x="1115" y="0"/>
                  </a:lnTo>
                  <a:lnTo>
                    <a:pt x="1115" y="126"/>
                  </a:lnTo>
                  <a:lnTo>
                    <a:pt x="159" y="126"/>
                  </a:lnTo>
                  <a:close/>
                </a:path>
              </a:pathLst>
            </a:custGeom>
            <a:solidFill>
              <a:srgbClr val="FFFFFF">
                <a:alpha val="100000"/>
              </a:srgbClr>
            </a:solidFill>
            <a:ln w="9525" cap="flat" cmpd="sng">
              <a:solidFill>
                <a:srgbClr val="000000">
                  <a:alpha val="100000"/>
                </a:srgbClr>
              </a:solidFill>
              <a:prstDash val="solid"/>
              <a:round/>
              <a:headEnd type="none" w="med" len="med"/>
              <a:tailEnd type="none" w="med" len="med"/>
            </a:ln>
          </p:spPr>
          <p:txBody>
            <a:bodyPr/>
            <a:p>
              <a:endParaRPr lang="zh-CN" altLang="en-US"/>
            </a:p>
          </p:txBody>
        </p:sp>
        <p:sp>
          <p:nvSpPr>
            <p:cNvPr id="211021" name="Freeform 75"/>
            <p:cNvSpPr/>
            <p:nvPr/>
          </p:nvSpPr>
          <p:spPr>
            <a:xfrm>
              <a:off x="3758" y="2330"/>
              <a:ext cx="42" cy="51"/>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1"/>
                </a:cxn>
              </a:cxnLst>
              <a:pathLst>
                <a:path w="127" h="100">
                  <a:moveTo>
                    <a:pt x="0" y="50"/>
                  </a:moveTo>
                  <a:lnTo>
                    <a:pt x="2" y="36"/>
                  </a:lnTo>
                  <a:lnTo>
                    <a:pt x="10" y="23"/>
                  </a:lnTo>
                  <a:lnTo>
                    <a:pt x="22" y="12"/>
                  </a:lnTo>
                  <a:lnTo>
                    <a:pt x="37" y="4"/>
                  </a:lnTo>
                  <a:lnTo>
                    <a:pt x="54" y="0"/>
                  </a:lnTo>
                  <a:lnTo>
                    <a:pt x="73" y="0"/>
                  </a:lnTo>
                  <a:lnTo>
                    <a:pt x="90" y="4"/>
                  </a:lnTo>
                  <a:lnTo>
                    <a:pt x="106" y="12"/>
                  </a:lnTo>
                  <a:lnTo>
                    <a:pt x="116" y="23"/>
                  </a:lnTo>
                  <a:lnTo>
                    <a:pt x="124" y="36"/>
                  </a:lnTo>
                  <a:lnTo>
                    <a:pt x="127" y="50"/>
                  </a:lnTo>
                  <a:lnTo>
                    <a:pt x="124" y="65"/>
                  </a:lnTo>
                  <a:lnTo>
                    <a:pt x="116" y="77"/>
                  </a:lnTo>
                  <a:lnTo>
                    <a:pt x="106" y="88"/>
                  </a:lnTo>
                  <a:lnTo>
                    <a:pt x="90" y="96"/>
                  </a:lnTo>
                  <a:lnTo>
                    <a:pt x="73" y="100"/>
                  </a:lnTo>
                  <a:lnTo>
                    <a:pt x="54" y="100"/>
                  </a:lnTo>
                  <a:lnTo>
                    <a:pt x="37" y="96"/>
                  </a:lnTo>
                  <a:lnTo>
                    <a:pt x="22" y="88"/>
                  </a:lnTo>
                  <a:lnTo>
                    <a:pt x="10" y="77"/>
                  </a:lnTo>
                  <a:lnTo>
                    <a:pt x="2"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1022" name="Freeform 76"/>
            <p:cNvSpPr/>
            <p:nvPr/>
          </p:nvSpPr>
          <p:spPr>
            <a:xfrm>
              <a:off x="3758" y="2532"/>
              <a:ext cx="42" cy="5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1"/>
                </a:cxn>
                <a:cxn ang="0">
                  <a:pos x="0" y="1"/>
                </a:cxn>
                <a:cxn ang="0">
                  <a:pos x="0" y="1"/>
                </a:cxn>
                <a:cxn ang="0">
                  <a:pos x="0" y="1"/>
                </a:cxn>
                <a:cxn ang="0">
                  <a:pos x="0" y="1"/>
                </a:cxn>
                <a:cxn ang="0">
                  <a:pos x="0" y="1"/>
                </a:cxn>
                <a:cxn ang="0">
                  <a:pos x="0" y="1"/>
                </a:cxn>
                <a:cxn ang="0">
                  <a:pos x="0" y="1"/>
                </a:cxn>
                <a:cxn ang="0">
                  <a:pos x="0" y="1"/>
                </a:cxn>
                <a:cxn ang="0">
                  <a:pos x="0" y="1"/>
                </a:cxn>
                <a:cxn ang="0">
                  <a:pos x="0" y="0"/>
                </a:cxn>
              </a:cxnLst>
              <a:pathLst>
                <a:path w="127" h="101">
                  <a:moveTo>
                    <a:pt x="0" y="50"/>
                  </a:moveTo>
                  <a:lnTo>
                    <a:pt x="2" y="36"/>
                  </a:lnTo>
                  <a:lnTo>
                    <a:pt x="10" y="23"/>
                  </a:lnTo>
                  <a:lnTo>
                    <a:pt x="22" y="13"/>
                  </a:lnTo>
                  <a:lnTo>
                    <a:pt x="37" y="4"/>
                  </a:lnTo>
                  <a:lnTo>
                    <a:pt x="54" y="0"/>
                  </a:lnTo>
                  <a:lnTo>
                    <a:pt x="73" y="0"/>
                  </a:lnTo>
                  <a:lnTo>
                    <a:pt x="90" y="4"/>
                  </a:lnTo>
                  <a:lnTo>
                    <a:pt x="106" y="13"/>
                  </a:lnTo>
                  <a:lnTo>
                    <a:pt x="116" y="23"/>
                  </a:lnTo>
                  <a:lnTo>
                    <a:pt x="124" y="36"/>
                  </a:lnTo>
                  <a:lnTo>
                    <a:pt x="127" y="50"/>
                  </a:lnTo>
                  <a:lnTo>
                    <a:pt x="124" y="65"/>
                  </a:lnTo>
                  <a:lnTo>
                    <a:pt x="116" y="78"/>
                  </a:lnTo>
                  <a:lnTo>
                    <a:pt x="106" y="88"/>
                  </a:lnTo>
                  <a:lnTo>
                    <a:pt x="90" y="97"/>
                  </a:lnTo>
                  <a:lnTo>
                    <a:pt x="73" y="101"/>
                  </a:lnTo>
                  <a:lnTo>
                    <a:pt x="54" y="101"/>
                  </a:lnTo>
                  <a:lnTo>
                    <a:pt x="37" y="97"/>
                  </a:lnTo>
                  <a:lnTo>
                    <a:pt x="22" y="88"/>
                  </a:lnTo>
                  <a:lnTo>
                    <a:pt x="10" y="78"/>
                  </a:lnTo>
                  <a:lnTo>
                    <a:pt x="2"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1023" name="Freeform 77"/>
            <p:cNvSpPr/>
            <p:nvPr/>
          </p:nvSpPr>
          <p:spPr>
            <a:xfrm>
              <a:off x="3758" y="2733"/>
              <a:ext cx="42"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7" h="100">
                  <a:moveTo>
                    <a:pt x="0" y="51"/>
                  </a:moveTo>
                  <a:lnTo>
                    <a:pt x="2" y="36"/>
                  </a:lnTo>
                  <a:lnTo>
                    <a:pt x="10" y="24"/>
                  </a:lnTo>
                  <a:lnTo>
                    <a:pt x="22" y="13"/>
                  </a:lnTo>
                  <a:lnTo>
                    <a:pt x="37" y="5"/>
                  </a:lnTo>
                  <a:lnTo>
                    <a:pt x="54" y="0"/>
                  </a:lnTo>
                  <a:lnTo>
                    <a:pt x="73" y="0"/>
                  </a:lnTo>
                  <a:lnTo>
                    <a:pt x="90" y="5"/>
                  </a:lnTo>
                  <a:lnTo>
                    <a:pt x="106" y="13"/>
                  </a:lnTo>
                  <a:lnTo>
                    <a:pt x="116" y="24"/>
                  </a:lnTo>
                  <a:lnTo>
                    <a:pt x="124" y="36"/>
                  </a:lnTo>
                  <a:lnTo>
                    <a:pt x="127" y="51"/>
                  </a:lnTo>
                  <a:lnTo>
                    <a:pt x="124" y="64"/>
                  </a:lnTo>
                  <a:lnTo>
                    <a:pt x="116" y="78"/>
                  </a:lnTo>
                  <a:lnTo>
                    <a:pt x="106" y="88"/>
                  </a:lnTo>
                  <a:lnTo>
                    <a:pt x="90" y="97"/>
                  </a:lnTo>
                  <a:lnTo>
                    <a:pt x="73" y="100"/>
                  </a:lnTo>
                  <a:lnTo>
                    <a:pt x="54" y="100"/>
                  </a:lnTo>
                  <a:lnTo>
                    <a:pt x="37" y="97"/>
                  </a:lnTo>
                  <a:lnTo>
                    <a:pt x="22" y="88"/>
                  </a:lnTo>
                  <a:lnTo>
                    <a:pt x="10" y="78"/>
                  </a:lnTo>
                  <a:lnTo>
                    <a:pt x="2" y="64"/>
                  </a:lnTo>
                  <a:lnTo>
                    <a:pt x="0" y="51"/>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1024" name="Freeform 78"/>
            <p:cNvSpPr/>
            <p:nvPr/>
          </p:nvSpPr>
          <p:spPr>
            <a:xfrm>
              <a:off x="3758" y="2919"/>
              <a:ext cx="42"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7" h="100">
                  <a:moveTo>
                    <a:pt x="0" y="50"/>
                  </a:moveTo>
                  <a:lnTo>
                    <a:pt x="2" y="36"/>
                  </a:lnTo>
                  <a:lnTo>
                    <a:pt x="10" y="22"/>
                  </a:lnTo>
                  <a:lnTo>
                    <a:pt x="22" y="12"/>
                  </a:lnTo>
                  <a:lnTo>
                    <a:pt x="37" y="4"/>
                  </a:lnTo>
                  <a:lnTo>
                    <a:pt x="54" y="0"/>
                  </a:lnTo>
                  <a:lnTo>
                    <a:pt x="73" y="0"/>
                  </a:lnTo>
                  <a:lnTo>
                    <a:pt x="90" y="4"/>
                  </a:lnTo>
                  <a:lnTo>
                    <a:pt x="106" y="12"/>
                  </a:lnTo>
                  <a:lnTo>
                    <a:pt x="118" y="22"/>
                  </a:lnTo>
                  <a:lnTo>
                    <a:pt x="124" y="36"/>
                  </a:lnTo>
                  <a:lnTo>
                    <a:pt x="127" y="50"/>
                  </a:lnTo>
                  <a:lnTo>
                    <a:pt x="124" y="64"/>
                  </a:lnTo>
                  <a:lnTo>
                    <a:pt x="118" y="77"/>
                  </a:lnTo>
                  <a:lnTo>
                    <a:pt x="106" y="87"/>
                  </a:lnTo>
                  <a:lnTo>
                    <a:pt x="90" y="96"/>
                  </a:lnTo>
                  <a:lnTo>
                    <a:pt x="73" y="100"/>
                  </a:lnTo>
                  <a:lnTo>
                    <a:pt x="54" y="100"/>
                  </a:lnTo>
                  <a:lnTo>
                    <a:pt x="37" y="96"/>
                  </a:lnTo>
                  <a:lnTo>
                    <a:pt x="22" y="87"/>
                  </a:lnTo>
                  <a:lnTo>
                    <a:pt x="10" y="77"/>
                  </a:lnTo>
                  <a:lnTo>
                    <a:pt x="2" y="64"/>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1025" name="Freeform 79"/>
            <p:cNvSpPr/>
            <p:nvPr/>
          </p:nvSpPr>
          <p:spPr>
            <a:xfrm>
              <a:off x="4267" y="2330"/>
              <a:ext cx="43" cy="51"/>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1"/>
                </a:cxn>
              </a:cxnLst>
              <a:pathLst>
                <a:path w="128" h="100">
                  <a:moveTo>
                    <a:pt x="0" y="50"/>
                  </a:moveTo>
                  <a:lnTo>
                    <a:pt x="3" y="36"/>
                  </a:lnTo>
                  <a:lnTo>
                    <a:pt x="10" y="23"/>
                  </a:lnTo>
                  <a:lnTo>
                    <a:pt x="22" y="12"/>
                  </a:lnTo>
                  <a:lnTo>
                    <a:pt x="38" y="4"/>
                  </a:lnTo>
                  <a:lnTo>
                    <a:pt x="55" y="0"/>
                  </a:lnTo>
                  <a:lnTo>
                    <a:pt x="73" y="0"/>
                  </a:lnTo>
                  <a:lnTo>
                    <a:pt x="91" y="4"/>
                  </a:lnTo>
                  <a:lnTo>
                    <a:pt x="105" y="12"/>
                  </a:lnTo>
                  <a:lnTo>
                    <a:pt x="117" y="23"/>
                  </a:lnTo>
                  <a:lnTo>
                    <a:pt x="125" y="36"/>
                  </a:lnTo>
                  <a:lnTo>
                    <a:pt x="128" y="50"/>
                  </a:lnTo>
                  <a:lnTo>
                    <a:pt x="125" y="65"/>
                  </a:lnTo>
                  <a:lnTo>
                    <a:pt x="117" y="77"/>
                  </a:lnTo>
                  <a:lnTo>
                    <a:pt x="105" y="88"/>
                  </a:lnTo>
                  <a:lnTo>
                    <a:pt x="91" y="96"/>
                  </a:lnTo>
                  <a:lnTo>
                    <a:pt x="73" y="100"/>
                  </a:lnTo>
                  <a:lnTo>
                    <a:pt x="55" y="100"/>
                  </a:lnTo>
                  <a:lnTo>
                    <a:pt x="38" y="96"/>
                  </a:lnTo>
                  <a:lnTo>
                    <a:pt x="22" y="88"/>
                  </a:lnTo>
                  <a:lnTo>
                    <a:pt x="10" y="77"/>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1026" name="Freeform 80"/>
            <p:cNvSpPr/>
            <p:nvPr/>
          </p:nvSpPr>
          <p:spPr>
            <a:xfrm>
              <a:off x="4267" y="2532"/>
              <a:ext cx="43" cy="5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1"/>
                </a:cxn>
                <a:cxn ang="0">
                  <a:pos x="0" y="1"/>
                </a:cxn>
                <a:cxn ang="0">
                  <a:pos x="0" y="1"/>
                </a:cxn>
                <a:cxn ang="0">
                  <a:pos x="0" y="1"/>
                </a:cxn>
                <a:cxn ang="0">
                  <a:pos x="0" y="1"/>
                </a:cxn>
                <a:cxn ang="0">
                  <a:pos x="0" y="1"/>
                </a:cxn>
                <a:cxn ang="0">
                  <a:pos x="0" y="1"/>
                </a:cxn>
                <a:cxn ang="0">
                  <a:pos x="0" y="1"/>
                </a:cxn>
                <a:cxn ang="0">
                  <a:pos x="0" y="1"/>
                </a:cxn>
                <a:cxn ang="0">
                  <a:pos x="0" y="1"/>
                </a:cxn>
                <a:cxn ang="0">
                  <a:pos x="0" y="0"/>
                </a:cxn>
              </a:cxnLst>
              <a:pathLst>
                <a:path w="128" h="101">
                  <a:moveTo>
                    <a:pt x="0" y="50"/>
                  </a:moveTo>
                  <a:lnTo>
                    <a:pt x="3" y="36"/>
                  </a:lnTo>
                  <a:lnTo>
                    <a:pt x="10" y="23"/>
                  </a:lnTo>
                  <a:lnTo>
                    <a:pt x="22" y="13"/>
                  </a:lnTo>
                  <a:lnTo>
                    <a:pt x="38" y="4"/>
                  </a:lnTo>
                  <a:lnTo>
                    <a:pt x="55" y="0"/>
                  </a:lnTo>
                  <a:lnTo>
                    <a:pt x="73" y="0"/>
                  </a:lnTo>
                  <a:lnTo>
                    <a:pt x="91" y="4"/>
                  </a:lnTo>
                  <a:lnTo>
                    <a:pt x="105" y="13"/>
                  </a:lnTo>
                  <a:lnTo>
                    <a:pt x="117" y="23"/>
                  </a:lnTo>
                  <a:lnTo>
                    <a:pt x="125" y="36"/>
                  </a:lnTo>
                  <a:lnTo>
                    <a:pt x="128" y="50"/>
                  </a:lnTo>
                  <a:lnTo>
                    <a:pt x="125" y="65"/>
                  </a:lnTo>
                  <a:lnTo>
                    <a:pt x="117" y="78"/>
                  </a:lnTo>
                  <a:lnTo>
                    <a:pt x="105" y="88"/>
                  </a:lnTo>
                  <a:lnTo>
                    <a:pt x="91" y="97"/>
                  </a:lnTo>
                  <a:lnTo>
                    <a:pt x="73" y="101"/>
                  </a:lnTo>
                  <a:lnTo>
                    <a:pt x="55" y="101"/>
                  </a:lnTo>
                  <a:lnTo>
                    <a:pt x="38" y="97"/>
                  </a:lnTo>
                  <a:lnTo>
                    <a:pt x="22" y="88"/>
                  </a:lnTo>
                  <a:lnTo>
                    <a:pt x="10" y="78"/>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1027" name="Freeform 81"/>
            <p:cNvSpPr/>
            <p:nvPr/>
          </p:nvSpPr>
          <p:spPr>
            <a:xfrm>
              <a:off x="4267" y="2733"/>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51"/>
                  </a:moveTo>
                  <a:lnTo>
                    <a:pt x="3" y="36"/>
                  </a:lnTo>
                  <a:lnTo>
                    <a:pt x="10" y="24"/>
                  </a:lnTo>
                  <a:lnTo>
                    <a:pt x="22" y="13"/>
                  </a:lnTo>
                  <a:lnTo>
                    <a:pt x="38" y="5"/>
                  </a:lnTo>
                  <a:lnTo>
                    <a:pt x="55" y="0"/>
                  </a:lnTo>
                  <a:lnTo>
                    <a:pt x="73" y="0"/>
                  </a:lnTo>
                  <a:lnTo>
                    <a:pt x="91" y="5"/>
                  </a:lnTo>
                  <a:lnTo>
                    <a:pt x="105" y="13"/>
                  </a:lnTo>
                  <a:lnTo>
                    <a:pt x="117" y="24"/>
                  </a:lnTo>
                  <a:lnTo>
                    <a:pt x="125" y="36"/>
                  </a:lnTo>
                  <a:lnTo>
                    <a:pt x="128" y="51"/>
                  </a:lnTo>
                  <a:lnTo>
                    <a:pt x="125" y="64"/>
                  </a:lnTo>
                  <a:lnTo>
                    <a:pt x="117" y="78"/>
                  </a:lnTo>
                  <a:lnTo>
                    <a:pt x="105" y="88"/>
                  </a:lnTo>
                  <a:lnTo>
                    <a:pt x="91" y="97"/>
                  </a:lnTo>
                  <a:lnTo>
                    <a:pt x="73" y="100"/>
                  </a:lnTo>
                  <a:lnTo>
                    <a:pt x="55" y="100"/>
                  </a:lnTo>
                  <a:lnTo>
                    <a:pt x="38" y="97"/>
                  </a:lnTo>
                  <a:lnTo>
                    <a:pt x="22" y="88"/>
                  </a:lnTo>
                  <a:lnTo>
                    <a:pt x="10" y="78"/>
                  </a:lnTo>
                  <a:lnTo>
                    <a:pt x="3" y="64"/>
                  </a:lnTo>
                  <a:lnTo>
                    <a:pt x="0" y="51"/>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1028" name="Freeform 82"/>
            <p:cNvSpPr/>
            <p:nvPr/>
          </p:nvSpPr>
          <p:spPr>
            <a:xfrm>
              <a:off x="4267" y="2919"/>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50"/>
                  </a:moveTo>
                  <a:lnTo>
                    <a:pt x="3" y="36"/>
                  </a:lnTo>
                  <a:lnTo>
                    <a:pt x="10" y="22"/>
                  </a:lnTo>
                  <a:lnTo>
                    <a:pt x="22" y="12"/>
                  </a:lnTo>
                  <a:lnTo>
                    <a:pt x="38" y="4"/>
                  </a:lnTo>
                  <a:lnTo>
                    <a:pt x="55" y="0"/>
                  </a:lnTo>
                  <a:lnTo>
                    <a:pt x="73" y="0"/>
                  </a:lnTo>
                  <a:lnTo>
                    <a:pt x="91" y="4"/>
                  </a:lnTo>
                  <a:lnTo>
                    <a:pt x="105" y="12"/>
                  </a:lnTo>
                  <a:lnTo>
                    <a:pt x="117" y="22"/>
                  </a:lnTo>
                  <a:lnTo>
                    <a:pt x="125" y="36"/>
                  </a:lnTo>
                  <a:lnTo>
                    <a:pt x="128" y="50"/>
                  </a:lnTo>
                  <a:lnTo>
                    <a:pt x="125" y="64"/>
                  </a:lnTo>
                  <a:lnTo>
                    <a:pt x="117" y="77"/>
                  </a:lnTo>
                  <a:lnTo>
                    <a:pt x="105" y="87"/>
                  </a:lnTo>
                  <a:lnTo>
                    <a:pt x="91" y="96"/>
                  </a:lnTo>
                  <a:lnTo>
                    <a:pt x="73" y="100"/>
                  </a:lnTo>
                  <a:lnTo>
                    <a:pt x="55" y="100"/>
                  </a:lnTo>
                  <a:lnTo>
                    <a:pt x="38" y="96"/>
                  </a:lnTo>
                  <a:lnTo>
                    <a:pt x="22" y="87"/>
                  </a:lnTo>
                  <a:lnTo>
                    <a:pt x="10" y="77"/>
                  </a:lnTo>
                  <a:lnTo>
                    <a:pt x="3" y="64"/>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1029" name="Freeform 83"/>
            <p:cNvSpPr/>
            <p:nvPr/>
          </p:nvSpPr>
          <p:spPr>
            <a:xfrm>
              <a:off x="4777" y="2330"/>
              <a:ext cx="43" cy="51"/>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1"/>
                </a:cxn>
              </a:cxnLst>
              <a:pathLst>
                <a:path w="128" h="100">
                  <a:moveTo>
                    <a:pt x="0" y="50"/>
                  </a:moveTo>
                  <a:lnTo>
                    <a:pt x="3" y="36"/>
                  </a:lnTo>
                  <a:lnTo>
                    <a:pt x="10" y="23"/>
                  </a:lnTo>
                  <a:lnTo>
                    <a:pt x="22" y="12"/>
                  </a:lnTo>
                  <a:lnTo>
                    <a:pt x="38" y="4"/>
                  </a:lnTo>
                  <a:lnTo>
                    <a:pt x="55" y="0"/>
                  </a:lnTo>
                  <a:lnTo>
                    <a:pt x="72" y="0"/>
                  </a:lnTo>
                  <a:lnTo>
                    <a:pt x="91" y="4"/>
                  </a:lnTo>
                  <a:lnTo>
                    <a:pt x="105" y="12"/>
                  </a:lnTo>
                  <a:lnTo>
                    <a:pt x="117" y="23"/>
                  </a:lnTo>
                  <a:lnTo>
                    <a:pt x="125" y="36"/>
                  </a:lnTo>
                  <a:lnTo>
                    <a:pt x="128" y="50"/>
                  </a:lnTo>
                  <a:lnTo>
                    <a:pt x="125" y="65"/>
                  </a:lnTo>
                  <a:lnTo>
                    <a:pt x="117" y="77"/>
                  </a:lnTo>
                  <a:lnTo>
                    <a:pt x="105" y="88"/>
                  </a:lnTo>
                  <a:lnTo>
                    <a:pt x="91" y="96"/>
                  </a:lnTo>
                  <a:lnTo>
                    <a:pt x="72" y="100"/>
                  </a:lnTo>
                  <a:lnTo>
                    <a:pt x="55" y="100"/>
                  </a:lnTo>
                  <a:lnTo>
                    <a:pt x="38" y="96"/>
                  </a:lnTo>
                  <a:lnTo>
                    <a:pt x="22" y="88"/>
                  </a:lnTo>
                  <a:lnTo>
                    <a:pt x="10" y="77"/>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1030" name="Freeform 84"/>
            <p:cNvSpPr/>
            <p:nvPr/>
          </p:nvSpPr>
          <p:spPr>
            <a:xfrm>
              <a:off x="4777" y="2532"/>
              <a:ext cx="43" cy="5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1"/>
                </a:cxn>
                <a:cxn ang="0">
                  <a:pos x="0" y="1"/>
                </a:cxn>
                <a:cxn ang="0">
                  <a:pos x="0" y="1"/>
                </a:cxn>
                <a:cxn ang="0">
                  <a:pos x="0" y="1"/>
                </a:cxn>
                <a:cxn ang="0">
                  <a:pos x="0" y="1"/>
                </a:cxn>
                <a:cxn ang="0">
                  <a:pos x="0" y="1"/>
                </a:cxn>
                <a:cxn ang="0">
                  <a:pos x="0" y="1"/>
                </a:cxn>
                <a:cxn ang="0">
                  <a:pos x="0" y="1"/>
                </a:cxn>
                <a:cxn ang="0">
                  <a:pos x="0" y="1"/>
                </a:cxn>
                <a:cxn ang="0">
                  <a:pos x="0" y="1"/>
                </a:cxn>
                <a:cxn ang="0">
                  <a:pos x="0" y="0"/>
                </a:cxn>
              </a:cxnLst>
              <a:pathLst>
                <a:path w="128" h="101">
                  <a:moveTo>
                    <a:pt x="0" y="50"/>
                  </a:moveTo>
                  <a:lnTo>
                    <a:pt x="3" y="36"/>
                  </a:lnTo>
                  <a:lnTo>
                    <a:pt x="10" y="23"/>
                  </a:lnTo>
                  <a:lnTo>
                    <a:pt x="22" y="13"/>
                  </a:lnTo>
                  <a:lnTo>
                    <a:pt x="38" y="4"/>
                  </a:lnTo>
                  <a:lnTo>
                    <a:pt x="55" y="0"/>
                  </a:lnTo>
                  <a:lnTo>
                    <a:pt x="72" y="0"/>
                  </a:lnTo>
                  <a:lnTo>
                    <a:pt x="91" y="4"/>
                  </a:lnTo>
                  <a:lnTo>
                    <a:pt x="105" y="13"/>
                  </a:lnTo>
                  <a:lnTo>
                    <a:pt x="117" y="23"/>
                  </a:lnTo>
                  <a:lnTo>
                    <a:pt x="125" y="36"/>
                  </a:lnTo>
                  <a:lnTo>
                    <a:pt x="128" y="50"/>
                  </a:lnTo>
                  <a:lnTo>
                    <a:pt x="125" y="65"/>
                  </a:lnTo>
                  <a:lnTo>
                    <a:pt x="117" y="78"/>
                  </a:lnTo>
                  <a:lnTo>
                    <a:pt x="105" y="88"/>
                  </a:lnTo>
                  <a:lnTo>
                    <a:pt x="91" y="97"/>
                  </a:lnTo>
                  <a:lnTo>
                    <a:pt x="72" y="101"/>
                  </a:lnTo>
                  <a:lnTo>
                    <a:pt x="55" y="101"/>
                  </a:lnTo>
                  <a:lnTo>
                    <a:pt x="38" y="97"/>
                  </a:lnTo>
                  <a:lnTo>
                    <a:pt x="22" y="88"/>
                  </a:lnTo>
                  <a:lnTo>
                    <a:pt x="10" y="78"/>
                  </a:lnTo>
                  <a:lnTo>
                    <a:pt x="3" y="65"/>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1031" name="Freeform 85"/>
            <p:cNvSpPr/>
            <p:nvPr/>
          </p:nvSpPr>
          <p:spPr>
            <a:xfrm>
              <a:off x="4777" y="2733"/>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51"/>
                  </a:moveTo>
                  <a:lnTo>
                    <a:pt x="3" y="36"/>
                  </a:lnTo>
                  <a:lnTo>
                    <a:pt x="10" y="24"/>
                  </a:lnTo>
                  <a:lnTo>
                    <a:pt x="22" y="13"/>
                  </a:lnTo>
                  <a:lnTo>
                    <a:pt x="38" y="5"/>
                  </a:lnTo>
                  <a:lnTo>
                    <a:pt x="55" y="0"/>
                  </a:lnTo>
                  <a:lnTo>
                    <a:pt x="72" y="0"/>
                  </a:lnTo>
                  <a:lnTo>
                    <a:pt x="91" y="5"/>
                  </a:lnTo>
                  <a:lnTo>
                    <a:pt x="105" y="13"/>
                  </a:lnTo>
                  <a:lnTo>
                    <a:pt x="117" y="24"/>
                  </a:lnTo>
                  <a:lnTo>
                    <a:pt x="125" y="36"/>
                  </a:lnTo>
                  <a:lnTo>
                    <a:pt x="128" y="51"/>
                  </a:lnTo>
                  <a:lnTo>
                    <a:pt x="125" y="64"/>
                  </a:lnTo>
                  <a:lnTo>
                    <a:pt x="117" y="78"/>
                  </a:lnTo>
                  <a:lnTo>
                    <a:pt x="105" y="88"/>
                  </a:lnTo>
                  <a:lnTo>
                    <a:pt x="91" y="97"/>
                  </a:lnTo>
                  <a:lnTo>
                    <a:pt x="72" y="100"/>
                  </a:lnTo>
                  <a:lnTo>
                    <a:pt x="55" y="100"/>
                  </a:lnTo>
                  <a:lnTo>
                    <a:pt x="38" y="97"/>
                  </a:lnTo>
                  <a:lnTo>
                    <a:pt x="22" y="88"/>
                  </a:lnTo>
                  <a:lnTo>
                    <a:pt x="10" y="78"/>
                  </a:lnTo>
                  <a:lnTo>
                    <a:pt x="3" y="64"/>
                  </a:lnTo>
                  <a:lnTo>
                    <a:pt x="0" y="51"/>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1032" name="Freeform 86"/>
            <p:cNvSpPr/>
            <p:nvPr/>
          </p:nvSpPr>
          <p:spPr>
            <a:xfrm>
              <a:off x="4777" y="2919"/>
              <a:ext cx="43" cy="50"/>
            </a:xfrm>
            <a:custGeom>
              <a:avLst/>
              <a:gdLst/>
              <a:ahLst/>
              <a:cxnLst>
                <a:cxn ang="0">
                  <a:pos x="0" y="1"/>
                </a:cxn>
                <a:cxn ang="0">
                  <a:pos x="0" y="1"/>
                </a:cxn>
                <a:cxn ang="0">
                  <a:pos x="0" y="1"/>
                </a:cxn>
                <a:cxn ang="0">
                  <a:pos x="0" y="1"/>
                </a:cxn>
                <a:cxn ang="0">
                  <a:pos x="0" y="1"/>
                </a:cxn>
                <a:cxn ang="0">
                  <a:pos x="0" y="0"/>
                </a:cxn>
                <a:cxn ang="0">
                  <a:pos x="0" y="0"/>
                </a:cxn>
                <a:cxn ang="0">
                  <a:pos x="0" y="1"/>
                </a:cxn>
                <a:cxn ang="0">
                  <a:pos x="0" y="1"/>
                </a:cxn>
                <a:cxn ang="0">
                  <a:pos x="0" y="1"/>
                </a:cxn>
                <a:cxn ang="0">
                  <a:pos x="0" y="1"/>
                </a:cxn>
                <a:cxn ang="0">
                  <a:pos x="0" y="1"/>
                </a:cxn>
                <a:cxn ang="0">
                  <a:pos x="0" y="1"/>
                </a:cxn>
                <a:cxn ang="0">
                  <a:pos x="0" y="2"/>
                </a:cxn>
                <a:cxn ang="0">
                  <a:pos x="0" y="2"/>
                </a:cxn>
                <a:cxn ang="0">
                  <a:pos x="0" y="2"/>
                </a:cxn>
                <a:cxn ang="0">
                  <a:pos x="0" y="2"/>
                </a:cxn>
                <a:cxn ang="0">
                  <a:pos x="0" y="2"/>
                </a:cxn>
                <a:cxn ang="0">
                  <a:pos x="0" y="2"/>
                </a:cxn>
                <a:cxn ang="0">
                  <a:pos x="0" y="2"/>
                </a:cxn>
                <a:cxn ang="0">
                  <a:pos x="0" y="2"/>
                </a:cxn>
                <a:cxn ang="0">
                  <a:pos x="0" y="1"/>
                </a:cxn>
                <a:cxn ang="0">
                  <a:pos x="0" y="1"/>
                </a:cxn>
              </a:cxnLst>
              <a:pathLst>
                <a:path w="128" h="100">
                  <a:moveTo>
                    <a:pt x="0" y="50"/>
                  </a:moveTo>
                  <a:lnTo>
                    <a:pt x="3" y="36"/>
                  </a:lnTo>
                  <a:lnTo>
                    <a:pt x="10" y="22"/>
                  </a:lnTo>
                  <a:lnTo>
                    <a:pt x="22" y="12"/>
                  </a:lnTo>
                  <a:lnTo>
                    <a:pt x="38" y="4"/>
                  </a:lnTo>
                  <a:lnTo>
                    <a:pt x="55" y="0"/>
                  </a:lnTo>
                  <a:lnTo>
                    <a:pt x="73" y="0"/>
                  </a:lnTo>
                  <a:lnTo>
                    <a:pt x="91" y="4"/>
                  </a:lnTo>
                  <a:lnTo>
                    <a:pt x="105" y="12"/>
                  </a:lnTo>
                  <a:lnTo>
                    <a:pt x="117" y="22"/>
                  </a:lnTo>
                  <a:lnTo>
                    <a:pt x="125" y="36"/>
                  </a:lnTo>
                  <a:lnTo>
                    <a:pt x="128" y="50"/>
                  </a:lnTo>
                  <a:lnTo>
                    <a:pt x="125" y="64"/>
                  </a:lnTo>
                  <a:lnTo>
                    <a:pt x="117" y="77"/>
                  </a:lnTo>
                  <a:lnTo>
                    <a:pt x="105" y="87"/>
                  </a:lnTo>
                  <a:lnTo>
                    <a:pt x="91" y="96"/>
                  </a:lnTo>
                  <a:lnTo>
                    <a:pt x="73" y="100"/>
                  </a:lnTo>
                  <a:lnTo>
                    <a:pt x="55" y="100"/>
                  </a:lnTo>
                  <a:lnTo>
                    <a:pt x="38" y="96"/>
                  </a:lnTo>
                  <a:lnTo>
                    <a:pt x="22" y="87"/>
                  </a:lnTo>
                  <a:lnTo>
                    <a:pt x="10" y="77"/>
                  </a:lnTo>
                  <a:lnTo>
                    <a:pt x="3" y="64"/>
                  </a:lnTo>
                  <a:lnTo>
                    <a:pt x="0" y="50"/>
                  </a:lnTo>
                  <a:close/>
                </a:path>
              </a:pathLst>
            </a:custGeom>
            <a:solidFill>
              <a:srgbClr val="FFFFFF">
                <a:alpha val="100000"/>
              </a:srgbClr>
            </a:solidFill>
            <a:ln w="14288" cap="flat" cmpd="sng">
              <a:solidFill>
                <a:srgbClr val="000000">
                  <a:alpha val="100000"/>
                </a:srgbClr>
              </a:solidFill>
              <a:prstDash val="solid"/>
              <a:round/>
              <a:headEnd type="none" w="med" len="med"/>
              <a:tailEnd type="none" w="med" len="med"/>
            </a:ln>
          </p:spPr>
          <p:txBody>
            <a:bodyPr/>
            <a:p>
              <a:endParaRPr lang="zh-CN" altLang="en-US"/>
            </a:p>
          </p:txBody>
        </p:sp>
        <p:sp>
          <p:nvSpPr>
            <p:cNvPr id="211033" name="Rectangle 87"/>
            <p:cNvSpPr/>
            <p:nvPr/>
          </p:nvSpPr>
          <p:spPr>
            <a:xfrm>
              <a:off x="3090" y="2800"/>
              <a:ext cx="16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12</a:t>
              </a:r>
              <a:endParaRPr lang="en-US" altLang="zh-CN" sz="1800" b="0" dirty="0">
                <a:solidFill>
                  <a:schemeClr val="tx1"/>
                </a:solidFill>
                <a:latin typeface="Arial" panose="020B0604020202020204" pitchFamily="34" charset="0"/>
              </a:endParaRPr>
            </a:p>
          </p:txBody>
        </p:sp>
        <p:sp>
          <p:nvSpPr>
            <p:cNvPr id="211034" name="Rectangle 88"/>
            <p:cNvSpPr/>
            <p:nvPr/>
          </p:nvSpPr>
          <p:spPr>
            <a:xfrm>
              <a:off x="3211" y="2794"/>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11035" name="Rectangle 89"/>
            <p:cNvSpPr/>
            <p:nvPr/>
          </p:nvSpPr>
          <p:spPr>
            <a:xfrm>
              <a:off x="3637" y="2209"/>
              <a:ext cx="8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211036" name="Rectangle 90"/>
            <p:cNvSpPr/>
            <p:nvPr/>
          </p:nvSpPr>
          <p:spPr>
            <a:xfrm>
              <a:off x="3697" y="2202"/>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11037" name="Rectangle 91"/>
            <p:cNvSpPr/>
            <p:nvPr/>
          </p:nvSpPr>
          <p:spPr>
            <a:xfrm>
              <a:off x="3585" y="2800"/>
              <a:ext cx="16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13</a:t>
              </a:r>
              <a:endParaRPr lang="en-US" altLang="zh-CN" sz="1800" b="0" dirty="0">
                <a:solidFill>
                  <a:schemeClr val="tx1"/>
                </a:solidFill>
                <a:latin typeface="Arial" panose="020B0604020202020204" pitchFamily="34" charset="0"/>
              </a:endParaRPr>
            </a:p>
          </p:txBody>
        </p:sp>
        <p:sp>
          <p:nvSpPr>
            <p:cNvPr id="211038" name="Rectangle 92"/>
            <p:cNvSpPr/>
            <p:nvPr/>
          </p:nvSpPr>
          <p:spPr>
            <a:xfrm>
              <a:off x="3706" y="2794"/>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11039" name="Rectangle 93"/>
            <p:cNvSpPr/>
            <p:nvPr/>
          </p:nvSpPr>
          <p:spPr>
            <a:xfrm>
              <a:off x="4132" y="2209"/>
              <a:ext cx="8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2</a:t>
              </a:r>
              <a:endParaRPr lang="en-US" altLang="zh-CN" sz="1800" b="0" dirty="0">
                <a:solidFill>
                  <a:schemeClr val="tx1"/>
                </a:solidFill>
                <a:latin typeface="Arial" panose="020B0604020202020204" pitchFamily="34" charset="0"/>
              </a:endParaRPr>
            </a:p>
          </p:txBody>
        </p:sp>
        <p:sp>
          <p:nvSpPr>
            <p:cNvPr id="211040" name="Rectangle 94"/>
            <p:cNvSpPr/>
            <p:nvPr/>
          </p:nvSpPr>
          <p:spPr>
            <a:xfrm>
              <a:off x="4192" y="2202"/>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11041" name="Rectangle 95"/>
            <p:cNvSpPr/>
            <p:nvPr/>
          </p:nvSpPr>
          <p:spPr>
            <a:xfrm>
              <a:off x="4081" y="2800"/>
              <a:ext cx="16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14</a:t>
              </a:r>
              <a:endParaRPr lang="en-US" altLang="zh-CN" sz="1800" b="0" dirty="0">
                <a:solidFill>
                  <a:schemeClr val="tx1"/>
                </a:solidFill>
                <a:latin typeface="Arial" panose="020B0604020202020204" pitchFamily="34" charset="0"/>
              </a:endParaRPr>
            </a:p>
          </p:txBody>
        </p:sp>
        <p:sp>
          <p:nvSpPr>
            <p:cNvPr id="211042" name="Rectangle 96"/>
            <p:cNvSpPr/>
            <p:nvPr/>
          </p:nvSpPr>
          <p:spPr>
            <a:xfrm>
              <a:off x="4201" y="2794"/>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11043" name="Rectangle 97"/>
            <p:cNvSpPr/>
            <p:nvPr/>
          </p:nvSpPr>
          <p:spPr>
            <a:xfrm>
              <a:off x="4649" y="2209"/>
              <a:ext cx="8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3</a:t>
              </a:r>
              <a:endParaRPr lang="en-US" altLang="zh-CN" sz="1800" b="0" dirty="0">
                <a:solidFill>
                  <a:schemeClr val="tx1"/>
                </a:solidFill>
                <a:latin typeface="Arial" panose="020B0604020202020204" pitchFamily="34" charset="0"/>
              </a:endParaRPr>
            </a:p>
          </p:txBody>
        </p:sp>
        <p:sp>
          <p:nvSpPr>
            <p:cNvPr id="211044" name="Rectangle 98"/>
            <p:cNvSpPr/>
            <p:nvPr/>
          </p:nvSpPr>
          <p:spPr>
            <a:xfrm>
              <a:off x="4709" y="2202"/>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11045" name="Rectangle 99"/>
            <p:cNvSpPr/>
            <p:nvPr/>
          </p:nvSpPr>
          <p:spPr>
            <a:xfrm>
              <a:off x="4612" y="2812"/>
              <a:ext cx="16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15</a:t>
              </a:r>
              <a:endParaRPr lang="en-US" altLang="zh-CN" sz="1800" b="0" dirty="0">
                <a:solidFill>
                  <a:schemeClr val="tx1"/>
                </a:solidFill>
                <a:latin typeface="Arial" panose="020B0604020202020204" pitchFamily="34" charset="0"/>
              </a:endParaRPr>
            </a:p>
          </p:txBody>
        </p:sp>
        <p:sp>
          <p:nvSpPr>
            <p:cNvPr id="211046" name="Rectangle 100"/>
            <p:cNvSpPr/>
            <p:nvPr/>
          </p:nvSpPr>
          <p:spPr>
            <a:xfrm>
              <a:off x="4732" y="2806"/>
              <a:ext cx="53" cy="11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200" b="0" dirty="0">
                  <a:solidFill>
                    <a:srgbClr val="000000"/>
                  </a:solidFill>
                  <a:latin typeface="Times" charset="0"/>
                </a:rPr>
                <a:t>#</a:t>
              </a:r>
              <a:endParaRPr lang="en-US" altLang="zh-CN" sz="1800" b="0" dirty="0">
                <a:solidFill>
                  <a:schemeClr val="tx1"/>
                </a:solidFill>
                <a:latin typeface="Arial" panose="020B0604020202020204" pitchFamily="34" charset="0"/>
              </a:endParaRPr>
            </a:p>
          </p:txBody>
        </p:sp>
        <p:sp>
          <p:nvSpPr>
            <p:cNvPr id="211047" name="Rectangle 101"/>
            <p:cNvSpPr/>
            <p:nvPr/>
          </p:nvSpPr>
          <p:spPr>
            <a:xfrm>
              <a:off x="5244" y="2498"/>
              <a:ext cx="24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行</a:t>
              </a:r>
              <a:r>
                <a:rPr lang="en-US" altLang="zh-CN" sz="2000" dirty="0">
                  <a:solidFill>
                    <a:srgbClr val="000000"/>
                  </a:solidFill>
                  <a:latin typeface="宋体" panose="02010600030101010101" pitchFamily="2" charset="-122"/>
                </a:rPr>
                <a:t>1</a:t>
              </a:r>
              <a:endParaRPr lang="en-US" altLang="zh-CN" sz="2000" dirty="0">
                <a:solidFill>
                  <a:srgbClr val="000000"/>
                </a:solidFill>
                <a:latin typeface="宋体" panose="02010600030101010101" pitchFamily="2" charset="-122"/>
              </a:endParaRPr>
            </a:p>
          </p:txBody>
        </p:sp>
        <p:sp>
          <p:nvSpPr>
            <p:cNvPr id="211048" name="Rectangle 102"/>
            <p:cNvSpPr/>
            <p:nvPr/>
          </p:nvSpPr>
          <p:spPr>
            <a:xfrm>
              <a:off x="5244" y="2699"/>
              <a:ext cx="24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行</a:t>
              </a:r>
              <a:r>
                <a:rPr lang="en-US" altLang="zh-CN" sz="2000" dirty="0">
                  <a:solidFill>
                    <a:srgbClr val="000000"/>
                  </a:solidFill>
                  <a:latin typeface="宋体" panose="02010600030101010101" pitchFamily="2" charset="-122"/>
                </a:rPr>
                <a:t>2</a:t>
              </a:r>
              <a:endParaRPr lang="en-US" altLang="zh-CN" sz="2000" dirty="0">
                <a:solidFill>
                  <a:srgbClr val="000000"/>
                </a:solidFill>
                <a:latin typeface="宋体" panose="02010600030101010101" pitchFamily="2" charset="-122"/>
              </a:endParaRPr>
            </a:p>
          </p:txBody>
        </p:sp>
        <p:sp>
          <p:nvSpPr>
            <p:cNvPr id="211049" name="Rectangle 103"/>
            <p:cNvSpPr/>
            <p:nvPr/>
          </p:nvSpPr>
          <p:spPr>
            <a:xfrm>
              <a:off x="5244" y="2875"/>
              <a:ext cx="218"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dirty="0">
                  <a:solidFill>
                    <a:srgbClr val="000000"/>
                  </a:solidFill>
                  <a:latin typeface="宋体" panose="02010600030101010101" pitchFamily="2" charset="-122"/>
                </a:rPr>
                <a:t>行</a:t>
              </a:r>
              <a:r>
                <a:rPr lang="en-US" altLang="zh-CN" sz="1800" dirty="0">
                  <a:solidFill>
                    <a:srgbClr val="000000"/>
                  </a:solidFill>
                  <a:latin typeface="宋体" panose="02010600030101010101" pitchFamily="2" charset="-122"/>
                </a:rPr>
                <a:t>3</a:t>
              </a:r>
              <a:endParaRPr lang="en-US" altLang="zh-CN" sz="1800" dirty="0">
                <a:solidFill>
                  <a:srgbClr val="000000"/>
                </a:solidFill>
                <a:latin typeface="宋体" panose="02010600030101010101" pitchFamily="2" charset="-122"/>
              </a:endParaRPr>
            </a:p>
          </p:txBody>
        </p:sp>
        <p:sp>
          <p:nvSpPr>
            <p:cNvPr id="211050" name="Line 104"/>
            <p:cNvSpPr/>
            <p:nvPr/>
          </p:nvSpPr>
          <p:spPr>
            <a:xfrm>
              <a:off x="3418" y="1777"/>
              <a:ext cx="0" cy="252"/>
            </a:xfrm>
            <a:prstGeom prst="line">
              <a:avLst/>
            </a:prstGeom>
            <a:ln w="14288" cap="flat" cmpd="sng">
              <a:solidFill>
                <a:srgbClr val="000000"/>
              </a:solidFill>
              <a:prstDash val="solid"/>
              <a:headEnd type="none" w="med" len="med"/>
              <a:tailEnd type="none" w="med" len="med"/>
            </a:ln>
          </p:spPr>
        </p:sp>
        <p:sp>
          <p:nvSpPr>
            <p:cNvPr id="211051" name="Rectangle 105"/>
            <p:cNvSpPr/>
            <p:nvPr/>
          </p:nvSpPr>
          <p:spPr>
            <a:xfrm>
              <a:off x="3376" y="1888"/>
              <a:ext cx="94" cy="141"/>
            </a:xfrm>
            <a:prstGeom prst="rect">
              <a:avLst/>
            </a:prstGeom>
            <a:solidFill>
              <a:srgbClr val="FFFFFF"/>
            </a:solidFill>
            <a:ln w="14288"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11052" name="Line 106"/>
            <p:cNvSpPr/>
            <p:nvPr/>
          </p:nvSpPr>
          <p:spPr>
            <a:xfrm>
              <a:off x="3917" y="1777"/>
              <a:ext cx="0" cy="252"/>
            </a:xfrm>
            <a:prstGeom prst="line">
              <a:avLst/>
            </a:prstGeom>
            <a:ln w="14288" cap="flat" cmpd="sng">
              <a:solidFill>
                <a:srgbClr val="000000"/>
              </a:solidFill>
              <a:prstDash val="solid"/>
              <a:headEnd type="none" w="med" len="med"/>
              <a:tailEnd type="none" w="med" len="med"/>
            </a:ln>
          </p:spPr>
        </p:sp>
        <p:sp>
          <p:nvSpPr>
            <p:cNvPr id="211053" name="Rectangle 107"/>
            <p:cNvSpPr/>
            <p:nvPr/>
          </p:nvSpPr>
          <p:spPr>
            <a:xfrm>
              <a:off x="3875" y="1888"/>
              <a:ext cx="94" cy="141"/>
            </a:xfrm>
            <a:prstGeom prst="rect">
              <a:avLst/>
            </a:prstGeom>
            <a:solidFill>
              <a:srgbClr val="FFFFFF"/>
            </a:solidFill>
            <a:ln w="14288"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11054" name="Line 108"/>
            <p:cNvSpPr/>
            <p:nvPr/>
          </p:nvSpPr>
          <p:spPr>
            <a:xfrm flipH="1">
              <a:off x="4421" y="1797"/>
              <a:ext cx="1" cy="232"/>
            </a:xfrm>
            <a:prstGeom prst="line">
              <a:avLst/>
            </a:prstGeom>
            <a:ln w="14288" cap="flat" cmpd="sng">
              <a:solidFill>
                <a:srgbClr val="000000"/>
              </a:solidFill>
              <a:prstDash val="solid"/>
              <a:headEnd type="none" w="med" len="med"/>
              <a:tailEnd type="none" w="med" len="med"/>
            </a:ln>
          </p:spPr>
        </p:sp>
        <p:sp>
          <p:nvSpPr>
            <p:cNvPr id="211055" name="Rectangle 109"/>
            <p:cNvSpPr/>
            <p:nvPr/>
          </p:nvSpPr>
          <p:spPr>
            <a:xfrm>
              <a:off x="4378" y="1888"/>
              <a:ext cx="90" cy="141"/>
            </a:xfrm>
            <a:prstGeom prst="rect">
              <a:avLst/>
            </a:prstGeom>
            <a:solidFill>
              <a:srgbClr val="FFFFFF"/>
            </a:solidFill>
            <a:ln w="14288"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11056" name="Rectangle 110"/>
            <p:cNvSpPr/>
            <p:nvPr/>
          </p:nvSpPr>
          <p:spPr>
            <a:xfrm>
              <a:off x="3334" y="1570"/>
              <a:ext cx="24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列</a:t>
              </a:r>
              <a:r>
                <a:rPr lang="en-US" altLang="zh-CN" sz="2000" dirty="0">
                  <a:solidFill>
                    <a:srgbClr val="000000"/>
                  </a:solidFill>
                  <a:latin typeface="宋体" panose="02010600030101010101" pitchFamily="2" charset="-122"/>
                </a:rPr>
                <a:t>0</a:t>
              </a:r>
              <a:endParaRPr lang="en-US" altLang="zh-CN" sz="2000" dirty="0">
                <a:solidFill>
                  <a:schemeClr val="tx1"/>
                </a:solidFill>
                <a:latin typeface="宋体" panose="02010600030101010101" pitchFamily="2" charset="-122"/>
              </a:endParaRPr>
            </a:p>
          </p:txBody>
        </p:sp>
        <p:sp>
          <p:nvSpPr>
            <p:cNvPr id="211057" name="Rectangle 111"/>
            <p:cNvSpPr/>
            <p:nvPr/>
          </p:nvSpPr>
          <p:spPr>
            <a:xfrm>
              <a:off x="3787" y="1570"/>
              <a:ext cx="24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列</a:t>
              </a:r>
              <a:r>
                <a:rPr lang="en-US" altLang="zh-CN" sz="2000" dirty="0">
                  <a:solidFill>
                    <a:srgbClr val="000000"/>
                  </a:solidFill>
                  <a:latin typeface="宋体" panose="02010600030101010101" pitchFamily="2" charset="-122"/>
                </a:rPr>
                <a:t>1</a:t>
              </a:r>
              <a:endParaRPr lang="en-US" altLang="zh-CN" sz="2000" dirty="0">
                <a:solidFill>
                  <a:srgbClr val="000000"/>
                </a:solidFill>
                <a:latin typeface="宋体" panose="02010600030101010101" pitchFamily="2" charset="-122"/>
              </a:endParaRPr>
            </a:p>
          </p:txBody>
        </p:sp>
        <p:sp>
          <p:nvSpPr>
            <p:cNvPr id="211058" name="Rectangle 112"/>
            <p:cNvSpPr/>
            <p:nvPr/>
          </p:nvSpPr>
          <p:spPr>
            <a:xfrm>
              <a:off x="4286" y="1560"/>
              <a:ext cx="272" cy="192"/>
            </a:xfrm>
            <a:prstGeom prst="rect">
              <a:avLst/>
            </a:prstGeom>
            <a:noFill/>
            <a:ln w="9525">
              <a:noFill/>
            </a:ln>
          </p:spPr>
          <p:txBody>
            <a:bodyPr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列</a:t>
              </a:r>
              <a:r>
                <a:rPr lang="en-US" altLang="zh-CN" sz="2000" dirty="0">
                  <a:solidFill>
                    <a:srgbClr val="000000"/>
                  </a:solidFill>
                  <a:latin typeface="宋体" panose="02010600030101010101" pitchFamily="2" charset="-122"/>
                </a:rPr>
                <a:t>2</a:t>
              </a:r>
              <a:endParaRPr lang="en-US" altLang="zh-CN" sz="2000" dirty="0">
                <a:solidFill>
                  <a:srgbClr val="000000"/>
                </a:solidFill>
                <a:latin typeface="宋体" panose="02010600030101010101" pitchFamily="2" charset="-122"/>
              </a:endParaRPr>
            </a:p>
          </p:txBody>
        </p:sp>
        <p:sp>
          <p:nvSpPr>
            <p:cNvPr id="211059" name="Rectangle 113"/>
            <p:cNvSpPr/>
            <p:nvPr/>
          </p:nvSpPr>
          <p:spPr>
            <a:xfrm>
              <a:off x="4785" y="1560"/>
              <a:ext cx="242" cy="192"/>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000" dirty="0">
                  <a:solidFill>
                    <a:srgbClr val="000000"/>
                  </a:solidFill>
                  <a:latin typeface="宋体" panose="02010600030101010101" pitchFamily="2" charset="-122"/>
                </a:rPr>
                <a:t>列</a:t>
              </a:r>
              <a:r>
                <a:rPr lang="en-US" altLang="zh-CN" sz="2000" dirty="0">
                  <a:solidFill>
                    <a:srgbClr val="000000"/>
                  </a:solidFill>
                  <a:latin typeface="宋体" panose="02010600030101010101" pitchFamily="2" charset="-122"/>
                </a:rPr>
                <a:t>3</a:t>
              </a:r>
              <a:endParaRPr lang="en-US" altLang="zh-CN" sz="2000" dirty="0">
                <a:solidFill>
                  <a:srgbClr val="000000"/>
                </a:solidFill>
                <a:latin typeface="宋体" panose="02010600030101010101" pitchFamily="2" charset="-122"/>
              </a:endParaRPr>
            </a:p>
          </p:txBody>
        </p:sp>
        <p:sp>
          <p:nvSpPr>
            <p:cNvPr id="211060" name="Line 114"/>
            <p:cNvSpPr/>
            <p:nvPr/>
          </p:nvSpPr>
          <p:spPr>
            <a:xfrm>
              <a:off x="4921" y="1797"/>
              <a:ext cx="0" cy="91"/>
            </a:xfrm>
            <a:prstGeom prst="line">
              <a:avLst/>
            </a:prstGeom>
            <a:ln w="14288" cap="flat" cmpd="sng">
              <a:solidFill>
                <a:srgbClr val="000000"/>
              </a:solidFill>
              <a:prstDash val="solid"/>
              <a:headEnd type="none" w="med" len="med"/>
              <a:tailEnd type="none" w="med" len="med"/>
            </a:ln>
          </p:spPr>
        </p:sp>
        <p:sp>
          <p:nvSpPr>
            <p:cNvPr id="211061" name="Line 115"/>
            <p:cNvSpPr/>
            <p:nvPr/>
          </p:nvSpPr>
          <p:spPr>
            <a:xfrm>
              <a:off x="4421" y="1777"/>
              <a:ext cx="0" cy="252"/>
            </a:xfrm>
            <a:prstGeom prst="line">
              <a:avLst/>
            </a:prstGeom>
            <a:ln w="14288" cap="flat" cmpd="sng">
              <a:solidFill>
                <a:srgbClr val="000000"/>
              </a:solidFill>
              <a:prstDash val="solid"/>
              <a:headEnd type="none" w="med" len="med"/>
              <a:tailEnd type="none" w="med" len="med"/>
            </a:ln>
          </p:spPr>
        </p:sp>
        <p:sp>
          <p:nvSpPr>
            <p:cNvPr id="211062" name="Line 116"/>
            <p:cNvSpPr/>
            <p:nvPr/>
          </p:nvSpPr>
          <p:spPr>
            <a:xfrm>
              <a:off x="2925" y="2387"/>
              <a:ext cx="2268" cy="0"/>
            </a:xfrm>
            <a:prstGeom prst="line">
              <a:avLst/>
            </a:prstGeom>
            <a:ln w="9525" cap="flat" cmpd="sng">
              <a:solidFill>
                <a:srgbClr val="FF00FF"/>
              </a:solidFill>
              <a:prstDash val="solid"/>
              <a:headEnd type="none" w="med" len="med"/>
              <a:tailEnd type="none" w="med" len="med"/>
            </a:ln>
          </p:spPr>
        </p:sp>
        <p:sp>
          <p:nvSpPr>
            <p:cNvPr id="211063" name="Line 117"/>
            <p:cNvSpPr/>
            <p:nvPr/>
          </p:nvSpPr>
          <p:spPr>
            <a:xfrm>
              <a:off x="2925" y="2568"/>
              <a:ext cx="2268" cy="0"/>
            </a:xfrm>
            <a:prstGeom prst="line">
              <a:avLst/>
            </a:prstGeom>
            <a:ln w="9525" cap="flat" cmpd="sng">
              <a:solidFill>
                <a:srgbClr val="FF00FF"/>
              </a:solidFill>
              <a:prstDash val="solid"/>
              <a:headEnd type="none" w="med" len="med"/>
              <a:tailEnd type="none" w="med" len="med"/>
            </a:ln>
          </p:spPr>
        </p:sp>
        <p:sp>
          <p:nvSpPr>
            <p:cNvPr id="211064" name="Line 118"/>
            <p:cNvSpPr/>
            <p:nvPr/>
          </p:nvSpPr>
          <p:spPr>
            <a:xfrm>
              <a:off x="2925" y="2795"/>
              <a:ext cx="2268" cy="0"/>
            </a:xfrm>
            <a:prstGeom prst="line">
              <a:avLst/>
            </a:prstGeom>
            <a:ln w="9525" cap="flat" cmpd="sng">
              <a:solidFill>
                <a:srgbClr val="FF00FF"/>
              </a:solidFill>
              <a:prstDash val="solid"/>
              <a:headEnd type="none" w="med" len="med"/>
              <a:tailEnd type="none" w="med" len="med"/>
            </a:ln>
          </p:spPr>
        </p:sp>
        <p:sp>
          <p:nvSpPr>
            <p:cNvPr id="211065" name="Line 119"/>
            <p:cNvSpPr/>
            <p:nvPr/>
          </p:nvSpPr>
          <p:spPr>
            <a:xfrm>
              <a:off x="2925" y="2976"/>
              <a:ext cx="2268" cy="0"/>
            </a:xfrm>
            <a:prstGeom prst="line">
              <a:avLst/>
            </a:prstGeom>
            <a:ln w="9525" cap="flat" cmpd="sng">
              <a:solidFill>
                <a:srgbClr val="FF00FF"/>
              </a:solidFill>
              <a:prstDash val="solid"/>
              <a:headEnd type="none" w="med" len="med"/>
              <a:tailEnd type="none" w="med" len="med"/>
            </a:ln>
          </p:spPr>
        </p:sp>
      </p:grpSp>
      <p:sp>
        <p:nvSpPr>
          <p:cNvPr id="210948" name="Rectangle 120"/>
          <p:cNvSpPr/>
          <p:nvPr/>
        </p:nvSpPr>
        <p:spPr>
          <a:xfrm>
            <a:off x="250825" y="1989138"/>
            <a:ext cx="8497888" cy="977900"/>
          </a:xfrm>
          <a:prstGeom prst="rect">
            <a:avLst/>
          </a:prstGeom>
          <a:solidFill>
            <a:srgbClr val="FFCC99">
              <a:alpha val="23921"/>
            </a:srgbClr>
          </a:solidFill>
          <a:ln w="9525" cap="flat" cmpd="sng">
            <a:solidFill>
              <a:srgbClr val="FF00FF"/>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20000"/>
              </a:lnSpc>
              <a:spcBef>
                <a:spcPct val="0"/>
              </a:spcBef>
              <a:spcAft>
                <a:spcPct val="0"/>
              </a:spcAft>
              <a:buClrTx/>
              <a:buSzTx/>
              <a:buNone/>
            </a:pPr>
            <a:r>
              <a:rPr lang="zh-CN" altLang="en-US" sz="2400" dirty="0">
                <a:solidFill>
                  <a:schemeClr val="tx1"/>
                </a:solidFill>
                <a:latin typeface="宋体" panose="02010600030101010101" pitchFamily="2" charset="-122"/>
              </a:rPr>
              <a:t>如果没有低电平，接着使</a:t>
            </a:r>
            <a:r>
              <a:rPr lang="en-US" altLang="zh-CN" sz="2400" dirty="0">
                <a:solidFill>
                  <a:schemeClr val="tx1"/>
                </a:solidFill>
                <a:latin typeface="宋体" panose="02010600030101010101" pitchFamily="2" charset="-122"/>
              </a:rPr>
              <a:t>A</a:t>
            </a:r>
            <a:r>
              <a:rPr lang="zh-CN" altLang="en-US" sz="2400" dirty="0">
                <a:solidFill>
                  <a:schemeClr val="tx1"/>
                </a:solidFill>
                <a:latin typeface="宋体" panose="02010600030101010101" pitchFamily="2" charset="-122"/>
              </a:rPr>
              <a:t>口输出</a:t>
            </a:r>
            <a:r>
              <a:rPr lang="en-US" altLang="zh-CN" sz="2400" dirty="0">
                <a:solidFill>
                  <a:schemeClr val="tx1"/>
                </a:solidFill>
                <a:latin typeface="宋体" panose="02010600030101010101" pitchFamily="2" charset="-122"/>
              </a:rPr>
              <a:t>PA0=1</a:t>
            </a:r>
            <a:r>
              <a:rPr lang="zh-CN" altLang="en-US" sz="2400" dirty="0">
                <a:solidFill>
                  <a:schemeClr val="tx1"/>
                </a:solidFill>
                <a:latin typeface="宋体" panose="02010600030101010101" pitchFamily="2" charset="-122"/>
              </a:rPr>
              <a:t>，</a:t>
            </a:r>
            <a:r>
              <a:rPr lang="en-US" altLang="zh-CN" sz="2400" dirty="0">
                <a:solidFill>
                  <a:schemeClr val="tx1"/>
                </a:solidFill>
                <a:latin typeface="宋体" panose="02010600030101010101" pitchFamily="2" charset="-122"/>
              </a:rPr>
              <a:t>PA1=0</a:t>
            </a:r>
            <a:r>
              <a:rPr lang="zh-CN" altLang="en-US" sz="2400" dirty="0">
                <a:solidFill>
                  <a:schemeClr val="tx1"/>
                </a:solidFill>
                <a:latin typeface="宋体" panose="02010600030101010101" pitchFamily="2" charset="-122"/>
              </a:rPr>
              <a:t>，</a:t>
            </a:r>
            <a:r>
              <a:rPr lang="en-US" altLang="zh-CN" sz="2400" dirty="0">
                <a:solidFill>
                  <a:schemeClr val="tx1"/>
                </a:solidFill>
                <a:latin typeface="宋体" panose="02010600030101010101" pitchFamily="2" charset="-122"/>
              </a:rPr>
              <a:t>PA2=1</a:t>
            </a:r>
            <a:r>
              <a:rPr lang="zh-CN" altLang="en-US" sz="2400" dirty="0">
                <a:solidFill>
                  <a:schemeClr val="tx1"/>
                </a:solidFill>
                <a:latin typeface="宋体" panose="02010600030101010101" pitchFamily="2" charset="-122"/>
              </a:rPr>
              <a:t>，</a:t>
            </a:r>
            <a:r>
              <a:rPr lang="en-US" altLang="zh-CN" sz="2400" dirty="0">
                <a:solidFill>
                  <a:schemeClr val="tx1"/>
                </a:solidFill>
                <a:latin typeface="宋体" panose="02010600030101010101" pitchFamily="2" charset="-122"/>
              </a:rPr>
              <a:t>PA3=1</a:t>
            </a:r>
            <a:r>
              <a:rPr lang="zh-CN" altLang="en-US" sz="2400" dirty="0">
                <a:solidFill>
                  <a:schemeClr val="tx1"/>
                </a:solidFill>
                <a:latin typeface="宋体" panose="02010600030101010101" pitchFamily="2" charset="-122"/>
              </a:rPr>
              <a:t>对第</a:t>
            </a:r>
            <a:r>
              <a:rPr lang="en-US" altLang="zh-CN" sz="2400" dirty="0">
                <a:solidFill>
                  <a:schemeClr val="tx1"/>
                </a:solidFill>
                <a:latin typeface="宋体" panose="02010600030101010101" pitchFamily="2" charset="-122"/>
              </a:rPr>
              <a:t>1</a:t>
            </a:r>
            <a:r>
              <a:rPr lang="zh-CN" altLang="en-US" sz="2400" dirty="0">
                <a:solidFill>
                  <a:schemeClr val="tx1"/>
                </a:solidFill>
                <a:latin typeface="宋体" panose="02010600030101010101" pitchFamily="2" charset="-122"/>
              </a:rPr>
              <a:t>行进行扫描。</a:t>
            </a:r>
            <a:endParaRPr lang="zh-CN" altLang="en-US" sz="2400" dirty="0">
              <a:solidFill>
                <a:schemeClr val="tx1"/>
              </a:solidFill>
              <a:latin typeface="宋体" panose="02010600030101010101" pitchFamily="2" charset="-122"/>
            </a:endParaRPr>
          </a:p>
        </p:txBody>
      </p:sp>
      <p:sp>
        <p:nvSpPr>
          <p:cNvPr id="210949" name="Rectangle 121"/>
          <p:cNvSpPr/>
          <p:nvPr/>
        </p:nvSpPr>
        <p:spPr>
          <a:xfrm>
            <a:off x="250825" y="3357563"/>
            <a:ext cx="2808288" cy="3168650"/>
          </a:xfrm>
          <a:prstGeom prst="rect">
            <a:avLst/>
          </a:prstGeom>
          <a:solidFill>
            <a:srgbClr val="FFCC99">
              <a:alpha val="23921"/>
            </a:srgbClr>
          </a:solidFill>
          <a:ln w="9525" cap="flat" cmpd="sng">
            <a:solidFill>
              <a:srgbClr val="FF00FF"/>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20000"/>
              </a:lnSpc>
              <a:spcBef>
                <a:spcPct val="0"/>
              </a:spcBef>
              <a:spcAft>
                <a:spcPct val="0"/>
              </a:spcAft>
              <a:buClrTx/>
              <a:buSzTx/>
              <a:buNone/>
            </a:pPr>
            <a:r>
              <a:rPr lang="zh-CN" altLang="en-US" sz="2400" dirty="0">
                <a:solidFill>
                  <a:schemeClr val="tx1"/>
                </a:solidFill>
                <a:latin typeface="宋体" panose="02010600030101010101" pitchFamily="2" charset="-122"/>
              </a:rPr>
              <a:t>按上述方法判断，直到找到被按下的键，并识别出其在矩阵中的位置，从而可根据键号去执行该键对应的处理程序。 </a:t>
            </a:r>
            <a:endParaRPr lang="zh-CN" altLang="en-US" sz="2400" dirty="0">
              <a:solidFill>
                <a:schemeClr val="tx1"/>
              </a:solidFill>
              <a:latin typeface="宋体" panose="02010600030101010101" pitchFamily="2" charset="-122"/>
            </a:endParaRPr>
          </a:p>
        </p:txBody>
      </p:sp>
    </p:spTree>
  </p:cSld>
  <p:clrMapOvr>
    <a:masterClrMapping/>
  </p:clrMapOvr>
  <p:transition spd="slow">
    <p:zoom/>
  </p:transition>
</p:sld>
</file>

<file path=ppt/slides/slide1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211970" name="Rectangle 3"/>
          <p:cNvSpPr>
            <a:spLocks noGrp="1"/>
          </p:cNvSpPr>
          <p:nvPr>
            <p:ph idx="1"/>
          </p:nvPr>
        </p:nvSpPr>
        <p:spPr>
          <a:xfrm>
            <a:off x="230188" y="1125538"/>
            <a:ext cx="9024937" cy="5038725"/>
          </a:xfrm>
        </p:spPr>
        <p:txBody>
          <a:bodyPr vert="horz" wrap="square" lIns="91440" tIns="45720" rIns="91440" bIns="45720" anchor="t" anchorCtr="0"/>
          <a:p>
            <a:pPr marL="0" indent="0">
              <a:spcBef>
                <a:spcPct val="0"/>
              </a:spcBef>
              <a:buNone/>
            </a:pPr>
            <a:r>
              <a:rPr lang="zh-CN" altLang="en-US" sz="2400" dirty="0">
                <a:latin typeface="宋体" panose="02010600030101010101" pitchFamily="2" charset="-122"/>
              </a:rPr>
              <a:t>设</a:t>
            </a:r>
            <a:r>
              <a:rPr lang="en-US" altLang="zh-CN" sz="2400" dirty="0">
                <a:latin typeface="宋体" panose="02010600030101010101" pitchFamily="2" charset="-122"/>
              </a:rPr>
              <a:t>8255A</a:t>
            </a:r>
            <a:r>
              <a:rPr lang="zh-CN" altLang="en-US" sz="2400" dirty="0">
                <a:latin typeface="宋体" panose="02010600030101010101" pitchFamily="2" charset="-122"/>
              </a:rPr>
              <a:t>的</a:t>
            </a:r>
            <a:r>
              <a:rPr lang="en-US" altLang="zh-CN" sz="2400" dirty="0">
                <a:latin typeface="宋体" panose="02010600030101010101" pitchFamily="2" charset="-122"/>
              </a:rPr>
              <a:t>A</a:t>
            </a:r>
            <a:r>
              <a:rPr lang="zh-CN" altLang="en-US" sz="2400" dirty="0">
                <a:latin typeface="宋体" panose="02010600030101010101" pitchFamily="2" charset="-122"/>
              </a:rPr>
              <a:t>口、</a:t>
            </a:r>
            <a:r>
              <a:rPr lang="en-US" altLang="zh-CN" sz="2400" dirty="0">
                <a:latin typeface="宋体" panose="02010600030101010101" pitchFamily="2" charset="-122"/>
              </a:rPr>
              <a:t>B</a:t>
            </a:r>
            <a:r>
              <a:rPr lang="zh-CN" altLang="en-US" sz="2400" dirty="0">
                <a:latin typeface="宋体" panose="02010600030101010101" pitchFamily="2" charset="-122"/>
              </a:rPr>
              <a:t>口和控制寄存器的地址分别为</a:t>
            </a:r>
            <a:r>
              <a:rPr lang="en-US" altLang="zh-CN" sz="2400" dirty="0">
                <a:latin typeface="宋体" panose="02010600030101010101" pitchFamily="2" charset="-122"/>
              </a:rPr>
              <a:t>80H</a:t>
            </a:r>
            <a:r>
              <a:rPr lang="zh-CN" altLang="en-US" sz="2400" dirty="0">
                <a:latin typeface="宋体" panose="02010600030101010101" pitchFamily="2" charset="-122"/>
              </a:rPr>
              <a:t>、</a:t>
            </a:r>
            <a:r>
              <a:rPr lang="en-US" altLang="zh-CN" sz="2400" dirty="0">
                <a:latin typeface="宋体" panose="02010600030101010101" pitchFamily="2" charset="-122"/>
              </a:rPr>
              <a:t>81H</a:t>
            </a:r>
            <a:r>
              <a:rPr lang="zh-CN" altLang="en-US" sz="2400" dirty="0">
                <a:latin typeface="宋体" panose="02010600030101010101" pitchFamily="2" charset="-122"/>
              </a:rPr>
              <a:t>和</a:t>
            </a:r>
            <a:r>
              <a:rPr lang="en-US" altLang="zh-CN" sz="2400" dirty="0">
                <a:latin typeface="宋体" panose="02010600030101010101" pitchFamily="2" charset="-122"/>
              </a:rPr>
              <a:t>83H</a:t>
            </a:r>
            <a:r>
              <a:rPr lang="zh-CN" altLang="en-US" sz="2400" dirty="0">
                <a:latin typeface="宋体" panose="02010600030101010101" pitchFamily="2" charset="-122"/>
              </a:rPr>
              <a:t>。</a:t>
            </a:r>
            <a:endParaRPr lang="zh-CN" altLang="en-US" sz="2400" dirty="0">
              <a:latin typeface="宋体" panose="02010600030101010101" pitchFamily="2" charset="-122"/>
            </a:endParaRPr>
          </a:p>
          <a:p>
            <a:pPr marL="0" indent="0">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MOV  AL</a:t>
            </a:r>
            <a:r>
              <a:rPr lang="zh-CN" altLang="en-US" sz="2400" dirty="0">
                <a:latin typeface="宋体" panose="02010600030101010101" pitchFamily="2" charset="-122"/>
              </a:rPr>
              <a:t>，</a:t>
            </a:r>
            <a:r>
              <a:rPr lang="en-US" altLang="zh-CN" sz="2400" dirty="0">
                <a:latin typeface="宋体" panose="02010600030101010101" pitchFamily="2" charset="-122"/>
              </a:rPr>
              <a:t>82H  </a:t>
            </a:r>
            <a:r>
              <a:rPr lang="zh-CN" altLang="en-US" sz="2400" dirty="0">
                <a:latin typeface="宋体" panose="02010600030101010101" pitchFamily="2" charset="-122"/>
              </a:rPr>
              <a:t>；</a:t>
            </a:r>
            <a:r>
              <a:rPr lang="en-US" altLang="zh-CN" sz="2400" dirty="0">
                <a:latin typeface="宋体" panose="02010600030101010101" pitchFamily="2" charset="-122"/>
              </a:rPr>
              <a:t>A</a:t>
            </a:r>
            <a:r>
              <a:rPr lang="zh-CN" altLang="en-US" sz="2400" dirty="0">
                <a:latin typeface="宋体" panose="02010600030101010101" pitchFamily="2" charset="-122"/>
              </a:rPr>
              <a:t>口方式</a:t>
            </a:r>
            <a:r>
              <a:rPr lang="en-US" altLang="zh-CN" sz="2400" dirty="0">
                <a:latin typeface="宋体" panose="02010600030101010101" pitchFamily="2" charset="-122"/>
              </a:rPr>
              <a:t>0</a:t>
            </a:r>
            <a:r>
              <a:rPr lang="zh-CN" altLang="en-US" sz="2400" dirty="0">
                <a:latin typeface="宋体" panose="02010600030101010101" pitchFamily="2" charset="-122"/>
              </a:rPr>
              <a:t>输出，</a:t>
            </a:r>
            <a:r>
              <a:rPr lang="en-US" altLang="zh-CN" sz="2400" dirty="0">
                <a:latin typeface="宋体" panose="02010600030101010101" pitchFamily="2" charset="-122"/>
              </a:rPr>
              <a:t>B</a:t>
            </a:r>
            <a:r>
              <a:rPr lang="zh-CN" altLang="en-US" sz="2400" dirty="0">
                <a:latin typeface="宋体" panose="02010600030101010101" pitchFamily="2" charset="-122"/>
              </a:rPr>
              <a:t>口方式</a:t>
            </a:r>
            <a:r>
              <a:rPr lang="en-US" altLang="zh-CN" sz="2400" dirty="0">
                <a:latin typeface="宋体" panose="02010600030101010101" pitchFamily="2" charset="-122"/>
              </a:rPr>
              <a:t>0</a:t>
            </a:r>
            <a:r>
              <a:rPr lang="zh-CN" altLang="en-US" sz="2400" dirty="0">
                <a:latin typeface="宋体" panose="02010600030101010101" pitchFamily="2" charset="-122"/>
              </a:rPr>
              <a:t>输入</a:t>
            </a:r>
            <a:endParaRPr lang="zh-CN" altLang="en-US" sz="2400" dirty="0">
              <a:latin typeface="宋体" panose="02010600030101010101" pitchFamily="2" charset="-122"/>
            </a:endParaRPr>
          </a:p>
          <a:p>
            <a:pPr marL="0" indent="0">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OUT  83H</a:t>
            </a:r>
            <a:r>
              <a:rPr lang="zh-CN" altLang="en-US" sz="2400" dirty="0">
                <a:latin typeface="宋体" panose="02010600030101010101" pitchFamily="2" charset="-122"/>
              </a:rPr>
              <a:t>，</a:t>
            </a:r>
            <a:r>
              <a:rPr lang="en-US" altLang="zh-CN" sz="2400" dirty="0">
                <a:latin typeface="宋体" panose="02010600030101010101" pitchFamily="2" charset="-122"/>
              </a:rPr>
              <a:t>AL  </a:t>
            </a:r>
            <a:r>
              <a:rPr lang="zh-CN" altLang="en-US" sz="2400" dirty="0">
                <a:latin typeface="宋体" panose="02010600030101010101" pitchFamily="2" charset="-122"/>
              </a:rPr>
              <a:t>；将工作方式控制字送控制寄存器</a:t>
            </a:r>
            <a:endParaRPr lang="zh-CN" altLang="en-US" sz="2400" dirty="0">
              <a:latin typeface="宋体" panose="02010600030101010101" pitchFamily="2" charset="-122"/>
            </a:endParaRPr>
          </a:p>
          <a:p>
            <a:pPr marL="0" indent="0">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MOV  AL</a:t>
            </a:r>
            <a:r>
              <a:rPr lang="zh-CN" altLang="en-US" sz="2400" dirty="0">
                <a:latin typeface="宋体" panose="02010600030101010101" pitchFamily="2" charset="-122"/>
              </a:rPr>
              <a:t>，</a:t>
            </a:r>
            <a:r>
              <a:rPr lang="en-US" altLang="zh-CN" sz="2400" dirty="0">
                <a:latin typeface="宋体" panose="02010600030101010101" pitchFamily="2" charset="-122"/>
              </a:rPr>
              <a:t>00H		</a:t>
            </a:r>
            <a:endParaRPr lang="en-US" altLang="zh-CN" sz="2400" dirty="0">
              <a:latin typeface="宋体" panose="02010600030101010101" pitchFamily="2" charset="-122"/>
            </a:endParaRPr>
          </a:p>
          <a:p>
            <a:pPr marL="0" indent="0">
              <a:spcBef>
                <a:spcPct val="0"/>
              </a:spcBef>
              <a:buNone/>
            </a:pPr>
            <a:r>
              <a:rPr lang="en-US" altLang="zh-CN" sz="2400" dirty="0">
                <a:latin typeface="宋体" panose="02010600030101010101" pitchFamily="2" charset="-122"/>
              </a:rPr>
              <a:t>      OUT  80H</a:t>
            </a:r>
            <a:r>
              <a:rPr lang="zh-CN" altLang="en-US" sz="2400" dirty="0">
                <a:latin typeface="宋体" panose="02010600030101010101" pitchFamily="2" charset="-122"/>
              </a:rPr>
              <a:t>，</a:t>
            </a:r>
            <a:r>
              <a:rPr lang="en-US" altLang="zh-CN" sz="2400" dirty="0">
                <a:latin typeface="宋体" panose="02010600030101010101" pitchFamily="2" charset="-122"/>
              </a:rPr>
              <a:t>AL  </a:t>
            </a:r>
            <a:r>
              <a:rPr lang="zh-CN" altLang="en-US" sz="2400" dirty="0">
                <a:latin typeface="宋体" panose="02010600030101010101" pitchFamily="2" charset="-122"/>
              </a:rPr>
              <a:t>；使</a:t>
            </a:r>
            <a:r>
              <a:rPr lang="en-US" altLang="zh-CN" sz="2400" dirty="0">
                <a:latin typeface="宋体" panose="02010600030101010101" pitchFamily="2" charset="-122"/>
              </a:rPr>
              <a:t>PA3=PA2=PA1=PA0=0 </a:t>
            </a:r>
            <a:endParaRPr lang="en-US" altLang="zh-CN" sz="2400" dirty="0">
              <a:latin typeface="宋体" panose="02010600030101010101" pitchFamily="2" charset="-122"/>
            </a:endParaRPr>
          </a:p>
          <a:p>
            <a:pPr marL="0" indent="0">
              <a:spcBef>
                <a:spcPct val="0"/>
              </a:spcBef>
              <a:buNone/>
            </a:pPr>
            <a:r>
              <a:rPr lang="en-US" altLang="zh-CN" sz="2400" dirty="0">
                <a:latin typeface="宋体" panose="02010600030101010101" pitchFamily="2" charset="-122"/>
              </a:rPr>
              <a:t>LOOA</a:t>
            </a:r>
            <a:r>
              <a:rPr lang="zh-CN" altLang="en-US" sz="2400" dirty="0">
                <a:latin typeface="宋体" panose="02010600030101010101" pitchFamily="2" charset="-122"/>
              </a:rPr>
              <a:t>：</a:t>
            </a:r>
            <a:r>
              <a:rPr lang="en-US" altLang="zh-CN" sz="2400" dirty="0">
                <a:latin typeface="宋体" panose="02010600030101010101" pitchFamily="2" charset="-122"/>
              </a:rPr>
              <a:t>IN  AL</a:t>
            </a:r>
            <a:r>
              <a:rPr lang="zh-CN" altLang="en-US" sz="2400" dirty="0">
                <a:latin typeface="宋体" panose="02010600030101010101" pitchFamily="2" charset="-122"/>
              </a:rPr>
              <a:t>，</a:t>
            </a:r>
            <a:r>
              <a:rPr lang="en-US" altLang="zh-CN" sz="2400" dirty="0">
                <a:latin typeface="宋体" panose="02010600030101010101" pitchFamily="2" charset="-122"/>
              </a:rPr>
              <a:t>81H   </a:t>
            </a:r>
            <a:r>
              <a:rPr lang="zh-CN" altLang="en-US" sz="2400" dirty="0">
                <a:latin typeface="宋体" panose="02010600030101010101" pitchFamily="2" charset="-122"/>
              </a:rPr>
              <a:t>；读</a:t>
            </a:r>
            <a:r>
              <a:rPr lang="en-US" altLang="zh-CN" sz="2400" dirty="0">
                <a:latin typeface="宋体" panose="02010600030101010101" pitchFamily="2" charset="-122"/>
              </a:rPr>
              <a:t>B</a:t>
            </a:r>
            <a:r>
              <a:rPr lang="zh-CN" altLang="en-US" sz="2400" dirty="0">
                <a:latin typeface="宋体" panose="02010600030101010101" pitchFamily="2" charset="-122"/>
              </a:rPr>
              <a:t>口，判断</a:t>
            </a:r>
            <a:r>
              <a:rPr lang="en-US" altLang="zh-CN" sz="2400" dirty="0">
                <a:latin typeface="宋体" panose="02010600030101010101" pitchFamily="2" charset="-122"/>
              </a:rPr>
              <a:t>PB3</a:t>
            </a:r>
            <a:r>
              <a:rPr lang="en-US" altLang="zh-CN" sz="2400" dirty="0">
                <a:latin typeface="宋体" panose="02010600030101010101" pitchFamily="2" charset="-122"/>
                <a:sym typeface="Symbol" panose="05050102010706020507" pitchFamily="18" charset="2"/>
              </a:rPr>
              <a:t></a:t>
            </a:r>
            <a:r>
              <a:rPr lang="en-US" altLang="zh-CN" sz="2400" dirty="0">
                <a:latin typeface="宋体" panose="02010600030101010101" pitchFamily="2" charset="-122"/>
              </a:rPr>
              <a:t>0</a:t>
            </a:r>
            <a:r>
              <a:rPr lang="zh-CN" altLang="en-US" sz="2400" dirty="0">
                <a:latin typeface="宋体" panose="02010600030101010101" pitchFamily="2" charset="-122"/>
              </a:rPr>
              <a:t>是否有一位为低电平</a:t>
            </a:r>
            <a:endParaRPr lang="zh-CN" altLang="en-US" sz="2400" dirty="0">
              <a:latin typeface="宋体" panose="02010600030101010101" pitchFamily="2" charset="-122"/>
            </a:endParaRPr>
          </a:p>
          <a:p>
            <a:pPr marL="0" indent="0">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AND  AL</a:t>
            </a:r>
            <a:r>
              <a:rPr lang="zh-CN" altLang="en-US" sz="2400" dirty="0">
                <a:latin typeface="宋体" panose="02010600030101010101" pitchFamily="2" charset="-122"/>
              </a:rPr>
              <a:t>，</a:t>
            </a:r>
            <a:r>
              <a:rPr lang="en-US" altLang="zh-CN" sz="2400" dirty="0">
                <a:latin typeface="宋体" panose="02010600030101010101" pitchFamily="2" charset="-122"/>
              </a:rPr>
              <a:t>0FH  </a:t>
            </a:r>
            <a:r>
              <a:rPr lang="zh-CN" altLang="en-US" sz="2400" dirty="0">
                <a:latin typeface="宋体" panose="02010600030101010101" pitchFamily="2" charset="-122"/>
              </a:rPr>
              <a:t>；只考虑低四位的值	</a:t>
            </a:r>
            <a:endParaRPr lang="zh-CN" altLang="en-US" sz="2400" dirty="0">
              <a:latin typeface="宋体" panose="02010600030101010101" pitchFamily="2" charset="-122"/>
            </a:endParaRPr>
          </a:p>
          <a:p>
            <a:pPr marL="0" indent="0">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CMP  AL</a:t>
            </a:r>
            <a:r>
              <a:rPr lang="zh-CN" altLang="en-US" sz="2400" dirty="0">
                <a:latin typeface="宋体" panose="02010600030101010101" pitchFamily="2" charset="-122"/>
              </a:rPr>
              <a:t>，</a:t>
            </a:r>
            <a:r>
              <a:rPr lang="en-US" altLang="zh-CN" sz="2400" dirty="0">
                <a:latin typeface="宋体" panose="02010600030101010101" pitchFamily="2" charset="-122"/>
              </a:rPr>
              <a:t>0FH  </a:t>
            </a:r>
            <a:r>
              <a:rPr lang="zh-CN" altLang="en-US" sz="2400" dirty="0">
                <a:latin typeface="宋体" panose="02010600030101010101" pitchFamily="2" charset="-122"/>
              </a:rPr>
              <a:t>；有键闭合吗？</a:t>
            </a:r>
            <a:endParaRPr lang="zh-CN" altLang="en-US" sz="2400" dirty="0">
              <a:latin typeface="宋体" panose="02010600030101010101" pitchFamily="2" charset="-122"/>
            </a:endParaRPr>
          </a:p>
          <a:p>
            <a:pPr marL="0" indent="0">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JZ   LOOA	  </a:t>
            </a:r>
            <a:r>
              <a:rPr lang="zh-CN" altLang="en-US" sz="2400" dirty="0">
                <a:latin typeface="宋体" panose="02010600030101010101" pitchFamily="2" charset="-122"/>
              </a:rPr>
              <a:t>；无键被按下，转</a:t>
            </a:r>
            <a:r>
              <a:rPr lang="en-US" altLang="zh-CN" sz="2400" dirty="0">
                <a:latin typeface="宋体" panose="02010600030101010101" pitchFamily="2" charset="-122"/>
              </a:rPr>
              <a:t>LOOA</a:t>
            </a:r>
            <a:r>
              <a:rPr lang="zh-CN" altLang="en-US" sz="2400" dirty="0">
                <a:latin typeface="宋体" panose="02010600030101010101" pitchFamily="2" charset="-122"/>
              </a:rPr>
              <a:t>等待</a:t>
            </a:r>
            <a:endParaRPr lang="zh-CN" altLang="en-US" sz="2400" dirty="0">
              <a:latin typeface="宋体" panose="02010600030101010101" pitchFamily="2" charset="-122"/>
            </a:endParaRPr>
          </a:p>
          <a:p>
            <a:pPr marL="0" indent="0">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CALL LD20ms   </a:t>
            </a:r>
            <a:r>
              <a:rPr lang="zh-CN" altLang="en-US" sz="2400" dirty="0">
                <a:latin typeface="宋体" panose="02010600030101010101" pitchFamily="2" charset="-122"/>
              </a:rPr>
              <a:t>；有键被按下，</a:t>
            </a:r>
            <a:r>
              <a:rPr lang="en-US" altLang="zh-CN" sz="2400" dirty="0">
                <a:solidFill>
                  <a:srgbClr val="2603F7"/>
                </a:solidFill>
                <a:latin typeface="宋体" panose="02010600030101010101" pitchFamily="2" charset="-122"/>
              </a:rPr>
              <a:t>PB3</a:t>
            </a:r>
            <a:r>
              <a:rPr lang="en-US" altLang="zh-CN" sz="2400" dirty="0">
                <a:solidFill>
                  <a:srgbClr val="2603F7"/>
                </a:solidFill>
                <a:latin typeface="宋体" panose="02010600030101010101" pitchFamily="2" charset="-122"/>
                <a:sym typeface="Symbol" panose="05050102010706020507" pitchFamily="18" charset="2"/>
              </a:rPr>
              <a:t></a:t>
            </a:r>
            <a:r>
              <a:rPr lang="en-US" altLang="zh-CN" sz="2400" dirty="0">
                <a:solidFill>
                  <a:srgbClr val="2603F7"/>
                </a:solidFill>
                <a:latin typeface="宋体" panose="02010600030101010101" pitchFamily="2" charset="-122"/>
              </a:rPr>
              <a:t>PB0</a:t>
            </a:r>
            <a:r>
              <a:rPr lang="zh-CN" altLang="en-US" sz="2400" dirty="0">
                <a:solidFill>
                  <a:srgbClr val="2603F7"/>
                </a:solidFill>
                <a:latin typeface="宋体" panose="02010600030101010101" pitchFamily="2" charset="-122"/>
              </a:rPr>
              <a:t>有一位为低，调延</a:t>
            </a:r>
            <a:endParaRPr lang="zh-CN" altLang="en-US" sz="2400" dirty="0">
              <a:solidFill>
                <a:srgbClr val="2603F7"/>
              </a:solidFill>
              <a:latin typeface="宋体" panose="02010600030101010101" pitchFamily="2" charset="-122"/>
            </a:endParaRPr>
          </a:p>
          <a:p>
            <a:pPr marL="0" indent="0">
              <a:spcBef>
                <a:spcPct val="0"/>
              </a:spcBef>
              <a:buNone/>
            </a:pPr>
            <a:r>
              <a:rPr lang="zh-CN" altLang="en-US" sz="2400" dirty="0">
                <a:solidFill>
                  <a:srgbClr val="2603F7"/>
                </a:solidFill>
                <a:latin typeface="宋体" panose="02010600030101010101" pitchFamily="2" charset="-122"/>
              </a:rPr>
              <a:t>                    ；时</a:t>
            </a:r>
            <a:r>
              <a:rPr lang="en-US" altLang="zh-CN" sz="2400" dirty="0">
                <a:solidFill>
                  <a:srgbClr val="2603F7"/>
                </a:solidFill>
                <a:latin typeface="宋体" panose="02010600030101010101" pitchFamily="2" charset="-122"/>
              </a:rPr>
              <a:t>20 ms</a:t>
            </a:r>
            <a:r>
              <a:rPr lang="zh-CN" altLang="en-US" sz="2400" dirty="0">
                <a:solidFill>
                  <a:srgbClr val="2603F7"/>
                </a:solidFill>
                <a:latin typeface="宋体" panose="02010600030101010101" pitchFamily="2" charset="-122"/>
              </a:rPr>
              <a:t>子程序，消除抖动引起的误动作</a:t>
            </a:r>
            <a:r>
              <a:rPr lang="zh-CN" altLang="en-US" sz="2400" dirty="0">
                <a:latin typeface="宋体" panose="02010600030101010101" pitchFamily="2" charset="-122"/>
              </a:rPr>
              <a:t>          </a:t>
            </a:r>
            <a:endParaRPr lang="en-US" altLang="zh-CN" sz="2400" dirty="0">
              <a:latin typeface="宋体" panose="02010600030101010101" pitchFamily="2" charset="-122"/>
            </a:endParaRPr>
          </a:p>
          <a:p>
            <a:pPr marL="0" indent="0">
              <a:spcBef>
                <a:spcPct val="0"/>
              </a:spcBef>
              <a:buNone/>
            </a:pPr>
            <a:r>
              <a:rPr lang="en-US" altLang="zh-CN" sz="2400" dirty="0">
                <a:latin typeface="宋体" panose="02010600030101010101" pitchFamily="2" charset="-122"/>
              </a:rPr>
              <a:t>      IN   AL</a:t>
            </a:r>
            <a:r>
              <a:rPr lang="zh-CN" altLang="en-US" sz="2400" dirty="0">
                <a:latin typeface="宋体" panose="02010600030101010101" pitchFamily="2" charset="-122"/>
              </a:rPr>
              <a:t>，</a:t>
            </a:r>
            <a:r>
              <a:rPr lang="en-US" altLang="zh-CN" sz="2400" dirty="0">
                <a:latin typeface="宋体" panose="02010600030101010101" pitchFamily="2" charset="-122"/>
              </a:rPr>
              <a:t>81H  </a:t>
            </a:r>
            <a:r>
              <a:rPr lang="zh-CN" altLang="en-US" sz="2400" dirty="0">
                <a:latin typeface="宋体" panose="02010600030101010101" pitchFamily="2" charset="-122"/>
              </a:rPr>
              <a:t>；再次读入</a:t>
            </a:r>
            <a:r>
              <a:rPr lang="en-US" altLang="zh-CN" sz="2400" dirty="0">
                <a:latin typeface="宋体" panose="02010600030101010101" pitchFamily="2" charset="-122"/>
              </a:rPr>
              <a:t>B</a:t>
            </a:r>
            <a:r>
              <a:rPr lang="zh-CN" altLang="en-US" sz="2400" dirty="0">
                <a:latin typeface="宋体" panose="02010600030101010101" pitchFamily="2" charset="-122"/>
              </a:rPr>
              <a:t>口值。</a:t>
            </a:r>
            <a:endParaRPr lang="zh-CN" altLang="en-US" sz="2400" dirty="0">
              <a:latin typeface="宋体" panose="02010600030101010101" pitchFamily="2" charset="-122"/>
            </a:endParaRPr>
          </a:p>
        </p:txBody>
      </p:sp>
      <p:sp>
        <p:nvSpPr>
          <p:cNvPr id="211971" name="Rectangle 4"/>
          <p:cNvSpPr/>
          <p:nvPr/>
        </p:nvSpPr>
        <p:spPr>
          <a:xfrm>
            <a:off x="257175" y="404813"/>
            <a:ext cx="2089150" cy="4572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2400" dirty="0">
                <a:solidFill>
                  <a:srgbClr val="2603F7"/>
                </a:solidFill>
                <a:latin typeface="宋体" panose="02010600030101010101" pitchFamily="2" charset="-122"/>
              </a:rPr>
              <a:t>程序设计：</a:t>
            </a:r>
            <a:endParaRPr lang="zh-CN" altLang="en-US" sz="2400" dirty="0">
              <a:solidFill>
                <a:srgbClr val="2603F7"/>
              </a:solidFill>
              <a:latin typeface="宋体" panose="02010600030101010101" pitchFamily="2" charset="-122"/>
            </a:endParaRPr>
          </a:p>
        </p:txBody>
      </p:sp>
    </p:spTree>
  </p:cSld>
  <p:clrMapOvr>
    <a:masterClrMapping/>
  </p:clrMapOvr>
  <p:transition spd="slow">
    <p:zoom/>
  </p:transition>
</p:sld>
</file>

<file path=ppt/slides/slide1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212994" name="Text Box 2"/>
          <p:cNvSpPr txBox="1"/>
          <p:nvPr/>
        </p:nvSpPr>
        <p:spPr>
          <a:xfrm>
            <a:off x="179388" y="476250"/>
            <a:ext cx="8664575" cy="5799138"/>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05000"/>
              </a:lnSpc>
              <a:spcBef>
                <a:spcPct val="0"/>
              </a:spcBef>
              <a:spcAft>
                <a:spcPct val="0"/>
              </a:spcAft>
              <a:buClrTx/>
              <a:buSzTx/>
              <a:buFont typeface="Arial" panose="020B0604020202020204" pitchFamily="34" charset="0"/>
              <a:buNone/>
            </a:pPr>
            <a:r>
              <a:rPr lang="en-US" altLang="zh-CN" sz="2400" dirty="0">
                <a:solidFill>
                  <a:schemeClr val="tx1"/>
                </a:solidFill>
                <a:latin typeface="楷体_GB2312" pitchFamily="1" charset="-122"/>
              </a:rPr>
              <a:t>AND    AL</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0FH	</a:t>
            </a:r>
            <a:r>
              <a:rPr lang="zh-CN" altLang="en-US" sz="2400" dirty="0">
                <a:solidFill>
                  <a:schemeClr val="tx1"/>
                </a:solidFill>
                <a:latin typeface="楷体_GB2312" pitchFamily="1" charset="-122"/>
              </a:rPr>
              <a:t>；有键按下，在检查是否真的按下。</a:t>
            </a:r>
            <a:endParaRPr lang="zh-CN" altLang="en-US" sz="2400" dirty="0">
              <a:solidFill>
                <a:schemeClr val="tx1"/>
              </a:solidFill>
              <a:latin typeface="楷体_GB2312" pitchFamily="1" charset="-122"/>
            </a:endParaRPr>
          </a:p>
          <a:p>
            <a:pPr marL="0" lvl="0" indent="0" eaLnBrk="1" hangingPunct="1">
              <a:lnSpc>
                <a:spcPct val="105000"/>
              </a:lnSpc>
              <a:spcBef>
                <a:spcPct val="0"/>
              </a:spcBef>
              <a:spcAft>
                <a:spcPct val="0"/>
              </a:spcAft>
              <a:buClrTx/>
              <a:buSzTx/>
              <a:buFont typeface="Arial" panose="020B0604020202020204" pitchFamily="34" charset="0"/>
              <a:buNone/>
            </a:pPr>
            <a:r>
              <a:rPr lang="en-US" altLang="zh-CN" sz="2400" dirty="0">
                <a:solidFill>
                  <a:schemeClr val="tx1"/>
                </a:solidFill>
                <a:latin typeface="楷体_GB2312" pitchFamily="1" charset="-122"/>
              </a:rPr>
              <a:t>CMP	 AL</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0FH	</a:t>
            </a:r>
            <a:r>
              <a:rPr lang="zh-CN" altLang="en-US" sz="2400" dirty="0">
                <a:solidFill>
                  <a:schemeClr val="tx1"/>
                </a:solidFill>
                <a:latin typeface="楷体_GB2312" pitchFamily="1" charset="-122"/>
              </a:rPr>
              <a:t>；如果延时后</a:t>
            </a:r>
            <a:r>
              <a:rPr lang="en-US" altLang="zh-CN" sz="2400" dirty="0">
                <a:solidFill>
                  <a:schemeClr val="tx1"/>
                </a:solidFill>
                <a:latin typeface="楷体_GB2312" pitchFamily="1" charset="-122"/>
              </a:rPr>
              <a:t>PB</a:t>
            </a:r>
            <a:r>
              <a:rPr lang="en-US" altLang="zh-CN" sz="2400" baseline="-30000" dirty="0">
                <a:solidFill>
                  <a:schemeClr val="tx1"/>
                </a:solidFill>
                <a:latin typeface="楷体_GB2312" pitchFamily="1" charset="-122"/>
              </a:rPr>
              <a:t>3</a:t>
            </a:r>
            <a:r>
              <a:rPr lang="en-US" altLang="zh-CN" sz="2400" dirty="0">
                <a:solidFill>
                  <a:schemeClr val="tx1"/>
                </a:solidFill>
                <a:latin typeface="楷体_GB2312" pitchFamily="1" charset="-122"/>
                <a:sym typeface="Symbol" panose="05050102010706020507" pitchFamily="18" charset="2"/>
              </a:rPr>
              <a:t></a:t>
            </a:r>
            <a:r>
              <a:rPr lang="en-US" altLang="zh-CN" sz="2400" dirty="0">
                <a:solidFill>
                  <a:schemeClr val="tx1"/>
                </a:solidFill>
                <a:latin typeface="楷体_GB2312" pitchFamily="1" charset="-122"/>
              </a:rPr>
              <a:t>PB</a:t>
            </a:r>
            <a:r>
              <a:rPr lang="en-US" altLang="zh-CN" sz="2400" baseline="-30000" dirty="0">
                <a:solidFill>
                  <a:schemeClr val="tx1"/>
                </a:solidFill>
                <a:latin typeface="楷体_GB2312" pitchFamily="1" charset="-122"/>
              </a:rPr>
              <a:t>0</a:t>
            </a:r>
            <a:r>
              <a:rPr lang="zh-CN" altLang="en-US" sz="2400" dirty="0">
                <a:solidFill>
                  <a:schemeClr val="tx1"/>
                </a:solidFill>
                <a:latin typeface="楷体_GB2312" pitchFamily="1" charset="-122"/>
              </a:rPr>
              <a:t>中低电平不再存在，</a:t>
            </a:r>
            <a:endParaRPr lang="zh-CN" altLang="en-US" sz="2400" dirty="0">
              <a:solidFill>
                <a:schemeClr val="tx1"/>
              </a:solidFill>
              <a:latin typeface="楷体_GB2312" pitchFamily="1" charset="-122"/>
            </a:endParaRPr>
          </a:p>
          <a:p>
            <a:pPr marL="0" lvl="0" indent="0" eaLnBrk="1" hangingPunct="1">
              <a:lnSpc>
                <a:spcPct val="105000"/>
              </a:lnSpc>
              <a:spcBef>
                <a:spcPct val="0"/>
              </a:spcBef>
              <a:spcAft>
                <a:spcPct val="0"/>
              </a:spcAft>
              <a:buClrTx/>
              <a:buSzTx/>
              <a:buFont typeface="Arial" panose="020B0604020202020204" pitchFamily="34" charset="0"/>
              <a:buNone/>
            </a:pPr>
            <a:r>
              <a:rPr lang="en-US" altLang="zh-CN" sz="2400" dirty="0">
                <a:solidFill>
                  <a:schemeClr val="tx1"/>
                </a:solidFill>
                <a:latin typeface="楷体_GB2312" pitchFamily="1" charset="-122"/>
              </a:rPr>
              <a:t>JZ	  LOOA	</a:t>
            </a:r>
            <a:r>
              <a:rPr lang="zh-CN" altLang="en-US" sz="2400" dirty="0">
                <a:solidFill>
                  <a:schemeClr val="tx1"/>
                </a:solidFill>
                <a:latin typeface="楷体_GB2312" pitchFamily="1" charset="-122"/>
              </a:rPr>
              <a:t>；</a:t>
            </a:r>
            <a:r>
              <a:rPr lang="zh-CN" altLang="en-US" sz="2400" dirty="0">
                <a:solidFill>
                  <a:srgbClr val="2603F7"/>
                </a:solidFill>
                <a:latin typeface="楷体_GB2312" pitchFamily="1" charset="-122"/>
              </a:rPr>
              <a:t>说明是由干扰或抖动引起的，则转</a:t>
            </a:r>
            <a:r>
              <a:rPr lang="en-US" altLang="zh-CN" sz="2400" dirty="0">
                <a:solidFill>
                  <a:srgbClr val="2603F7"/>
                </a:solidFill>
                <a:latin typeface="楷体_GB2312" pitchFamily="1" charset="-122"/>
              </a:rPr>
              <a:t>LOOA</a:t>
            </a:r>
            <a:r>
              <a:rPr lang="zh-CN" altLang="en-US" sz="2400" dirty="0">
                <a:solidFill>
                  <a:srgbClr val="2603F7"/>
                </a:solidFill>
                <a:latin typeface="楷体_GB2312" pitchFamily="1" charset="-122"/>
              </a:rPr>
              <a:t>继续扫描，延时后仍有某位为</a:t>
            </a:r>
            <a:r>
              <a:rPr lang="en-US" altLang="zh-CN" sz="2400" dirty="0">
                <a:solidFill>
                  <a:srgbClr val="2603F7"/>
                </a:solidFill>
                <a:latin typeface="楷体_GB2312" pitchFamily="1" charset="-122"/>
              </a:rPr>
              <a:t>0</a:t>
            </a:r>
            <a:r>
              <a:rPr lang="zh-CN" altLang="en-US" sz="2400" dirty="0">
                <a:solidFill>
                  <a:srgbClr val="2603F7"/>
                </a:solidFill>
                <a:latin typeface="楷体_GB2312" pitchFamily="1" charset="-122"/>
              </a:rPr>
              <a:t>，说明有键被按下，查键值。</a:t>
            </a:r>
            <a:endParaRPr lang="zh-CN" altLang="en-US" sz="2400" dirty="0">
              <a:solidFill>
                <a:srgbClr val="2603F7"/>
              </a:solidFill>
              <a:latin typeface="楷体_GB2312" pitchFamily="1" charset="-122"/>
            </a:endParaRPr>
          </a:p>
          <a:p>
            <a:pPr marL="0" lvl="0" indent="0" eaLnBrk="1" hangingPunct="1">
              <a:lnSpc>
                <a:spcPct val="105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zh-CN" altLang="en-US" sz="2400" dirty="0">
                <a:solidFill>
                  <a:srgbClr val="FF00FF"/>
                </a:solidFill>
                <a:latin typeface="楷体_GB2312" pitchFamily="1" charset="-122"/>
              </a:rPr>
              <a:t>下段程序为判断哪一个键按下</a:t>
            </a:r>
            <a:r>
              <a:rPr lang="zh-CN" altLang="en-US" sz="2400" dirty="0">
                <a:solidFill>
                  <a:schemeClr val="tx1"/>
                </a:solidFill>
                <a:latin typeface="楷体_GB2312" pitchFamily="1" charset="-122"/>
              </a:rPr>
              <a:t> </a:t>
            </a:r>
            <a:endParaRPr lang="zh-CN" altLang="en-US" sz="2400" dirty="0">
              <a:solidFill>
                <a:schemeClr val="tx1"/>
              </a:solidFill>
              <a:latin typeface="楷体_GB2312" pitchFamily="1" charset="-122"/>
            </a:endParaRPr>
          </a:p>
          <a:p>
            <a:pPr marL="0" lvl="0" indent="0" eaLnBrk="1" hangingPunct="1">
              <a:lnSpc>
                <a:spcPct val="105000"/>
              </a:lnSpc>
              <a:spcBef>
                <a:spcPct val="0"/>
              </a:spcBef>
              <a:spcAft>
                <a:spcPct val="0"/>
              </a:spcAft>
              <a:buClrTx/>
              <a:buSzTx/>
              <a:buFont typeface="Arial" panose="020B0604020202020204" pitchFamily="34" charset="0"/>
              <a:buNone/>
            </a:pPr>
            <a:r>
              <a:rPr lang="en-US" altLang="zh-CN" sz="2400" dirty="0">
                <a:solidFill>
                  <a:schemeClr val="tx1"/>
                </a:solidFill>
                <a:latin typeface="楷体_GB2312" pitchFamily="1" charset="-122"/>
              </a:rPr>
              <a:t>START</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MOV  BL</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4	      </a:t>
            </a:r>
            <a:r>
              <a:rPr lang="zh-CN" altLang="en-US" sz="2400" dirty="0">
                <a:solidFill>
                  <a:schemeClr val="tx1"/>
                </a:solidFill>
                <a:latin typeface="楷体_GB2312" pitchFamily="1" charset="-122"/>
              </a:rPr>
              <a:t>；行数送</a:t>
            </a:r>
            <a:r>
              <a:rPr lang="en-US" altLang="zh-CN" sz="2400" dirty="0">
                <a:solidFill>
                  <a:schemeClr val="tx1"/>
                </a:solidFill>
                <a:latin typeface="楷体_GB2312" pitchFamily="1" charset="-122"/>
              </a:rPr>
              <a:t>BL</a:t>
            </a:r>
            <a:r>
              <a:rPr lang="zh-CN" altLang="en-US" sz="2400" dirty="0">
                <a:solidFill>
                  <a:schemeClr val="tx1"/>
                </a:solidFill>
                <a:latin typeface="楷体_GB2312" pitchFamily="1" charset="-122"/>
              </a:rPr>
              <a:t>（</a:t>
            </a:r>
            <a:r>
              <a:rPr lang="zh-CN" altLang="en-US" sz="2400" dirty="0">
                <a:solidFill>
                  <a:srgbClr val="CC66FF"/>
                </a:solidFill>
                <a:latin typeface="楷体_GB2312" pitchFamily="1" charset="-122"/>
              </a:rPr>
              <a:t>共四行</a:t>
            </a:r>
            <a:r>
              <a:rPr lang="zh-CN" altLang="en-US" sz="2400" dirty="0">
                <a:solidFill>
                  <a:schemeClr val="tx1"/>
                </a:solidFill>
                <a:latin typeface="楷体_GB2312" pitchFamily="1" charset="-122"/>
              </a:rPr>
              <a:t>）</a:t>
            </a:r>
            <a:endParaRPr lang="zh-CN" altLang="en-US" sz="2400" dirty="0">
              <a:solidFill>
                <a:schemeClr val="tx1"/>
              </a:solidFill>
              <a:latin typeface="楷体_GB2312" pitchFamily="1" charset="-122"/>
            </a:endParaRPr>
          </a:p>
          <a:p>
            <a:pPr marL="0" lvl="0" indent="0" eaLnBrk="1" hangingPunct="1">
              <a:lnSpc>
                <a:spcPct val="105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MOV	BH</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4		</a:t>
            </a:r>
            <a:r>
              <a:rPr lang="zh-CN" altLang="en-US" sz="2400" dirty="0">
                <a:solidFill>
                  <a:schemeClr val="tx1"/>
                </a:solidFill>
                <a:latin typeface="楷体_GB2312" pitchFamily="1" charset="-122"/>
              </a:rPr>
              <a:t>；列数送</a:t>
            </a:r>
            <a:r>
              <a:rPr lang="en-US" altLang="zh-CN" sz="2400" dirty="0">
                <a:solidFill>
                  <a:schemeClr val="tx1"/>
                </a:solidFill>
                <a:latin typeface="楷体_GB2312" pitchFamily="1" charset="-122"/>
              </a:rPr>
              <a:t>BH</a:t>
            </a:r>
            <a:r>
              <a:rPr lang="zh-CN" altLang="en-US" sz="2400" dirty="0">
                <a:solidFill>
                  <a:schemeClr val="tx1"/>
                </a:solidFill>
                <a:latin typeface="楷体_GB2312" pitchFamily="1" charset="-122"/>
              </a:rPr>
              <a:t>（</a:t>
            </a:r>
            <a:r>
              <a:rPr lang="zh-CN" altLang="en-US" sz="2400" dirty="0">
                <a:solidFill>
                  <a:srgbClr val="CC66FF"/>
                </a:solidFill>
                <a:latin typeface="楷体_GB2312" pitchFamily="1" charset="-122"/>
              </a:rPr>
              <a:t>共四列</a:t>
            </a:r>
            <a:r>
              <a:rPr lang="zh-CN" altLang="en-US" sz="2400" dirty="0">
                <a:solidFill>
                  <a:schemeClr val="tx1"/>
                </a:solidFill>
                <a:latin typeface="楷体_GB2312" pitchFamily="1" charset="-122"/>
              </a:rPr>
              <a:t>）</a:t>
            </a:r>
            <a:endParaRPr lang="zh-CN" altLang="en-US" sz="2400" dirty="0">
              <a:solidFill>
                <a:schemeClr val="tx1"/>
              </a:solidFill>
              <a:latin typeface="楷体_GB2312" pitchFamily="1" charset="-122"/>
            </a:endParaRPr>
          </a:p>
          <a:p>
            <a:pPr marL="0" lvl="0" indent="0" eaLnBrk="1" hangingPunct="1">
              <a:lnSpc>
                <a:spcPct val="105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MOV	AL</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0FEH	</a:t>
            </a:r>
            <a:r>
              <a:rPr lang="zh-CN" altLang="en-US" sz="2400" dirty="0">
                <a:solidFill>
                  <a:schemeClr val="tx1"/>
                </a:solidFill>
                <a:latin typeface="楷体_GB2312" pitchFamily="1" charset="-122"/>
              </a:rPr>
              <a:t>；</a:t>
            </a:r>
            <a:r>
              <a:rPr lang="zh-CN" altLang="en-US" sz="2400" dirty="0">
                <a:solidFill>
                  <a:srgbClr val="FF00FF"/>
                </a:solidFill>
                <a:latin typeface="楷体_GB2312" pitchFamily="1" charset="-122"/>
              </a:rPr>
              <a:t>准备扫描</a:t>
            </a:r>
            <a:r>
              <a:rPr lang="en-US" altLang="zh-CN" sz="2400" dirty="0">
                <a:solidFill>
                  <a:srgbClr val="FF00FF"/>
                </a:solidFill>
                <a:latin typeface="楷体_GB2312" pitchFamily="1" charset="-122"/>
              </a:rPr>
              <a:t>0</a:t>
            </a:r>
            <a:r>
              <a:rPr lang="zh-CN" altLang="en-US" sz="2400" dirty="0">
                <a:solidFill>
                  <a:srgbClr val="FF00FF"/>
                </a:solidFill>
                <a:latin typeface="楷体_GB2312" pitchFamily="1" charset="-122"/>
              </a:rPr>
              <a:t>行</a:t>
            </a:r>
            <a:r>
              <a:rPr lang="zh-CN" altLang="en-US" sz="2400" dirty="0">
                <a:solidFill>
                  <a:schemeClr val="tx1"/>
                </a:solidFill>
                <a:latin typeface="楷体_GB2312" pitchFamily="1" charset="-122"/>
              </a:rPr>
              <a:t>，使</a:t>
            </a:r>
            <a:r>
              <a:rPr lang="en-US" altLang="zh-CN" sz="2400" dirty="0">
                <a:solidFill>
                  <a:schemeClr val="tx1"/>
                </a:solidFill>
                <a:latin typeface="楷体_GB2312" pitchFamily="1" charset="-122"/>
              </a:rPr>
              <a:t>D0</a:t>
            </a:r>
            <a:r>
              <a:rPr lang="zh-CN" altLang="en-US" sz="2400" dirty="0">
                <a:solidFill>
                  <a:schemeClr val="tx1"/>
                </a:solidFill>
                <a:latin typeface="楷体_GB2312" pitchFamily="1" charset="-122"/>
              </a:rPr>
              <a:t>位</a:t>
            </a:r>
            <a:r>
              <a:rPr lang="en-US" altLang="zh-CN" sz="2400" dirty="0">
                <a:solidFill>
                  <a:schemeClr val="tx1"/>
                </a:solidFill>
                <a:latin typeface="楷体_GB2312" pitchFamily="1" charset="-122"/>
              </a:rPr>
              <a:t>=0</a:t>
            </a:r>
            <a:r>
              <a:rPr lang="zh-CN" altLang="en-US" sz="2400" dirty="0">
                <a:solidFill>
                  <a:schemeClr val="tx1"/>
                </a:solidFill>
                <a:latin typeface="楷体_GB2312" pitchFamily="1" charset="-122"/>
              </a:rPr>
              <a:t>。</a:t>
            </a:r>
            <a:endParaRPr lang="zh-CN" altLang="en-US" sz="2400" dirty="0">
              <a:solidFill>
                <a:schemeClr val="tx1"/>
              </a:solidFill>
              <a:latin typeface="楷体_GB2312" pitchFamily="1" charset="-122"/>
            </a:endParaRPr>
          </a:p>
          <a:p>
            <a:pPr marL="0" lvl="0" indent="0" eaLnBrk="1" hangingPunct="1">
              <a:lnSpc>
                <a:spcPct val="105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MOV	CL</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0FH	</a:t>
            </a:r>
            <a:r>
              <a:rPr lang="zh-CN" altLang="en-US" sz="2400" dirty="0">
                <a:solidFill>
                  <a:schemeClr val="tx1"/>
                </a:solidFill>
                <a:latin typeface="楷体_GB2312" pitchFamily="1" charset="-122"/>
              </a:rPr>
              <a:t>；键盘屏蔽码送</a:t>
            </a:r>
            <a:r>
              <a:rPr lang="en-US" altLang="zh-CN" sz="2400" dirty="0">
                <a:solidFill>
                  <a:schemeClr val="tx1"/>
                </a:solidFill>
                <a:latin typeface="楷体_GB2312" pitchFamily="1" charset="-122"/>
              </a:rPr>
              <a:t>CL</a:t>
            </a:r>
            <a:r>
              <a:rPr lang="zh-CN" altLang="en-US" sz="2400" dirty="0">
                <a:solidFill>
                  <a:schemeClr val="tx1"/>
                </a:solidFill>
                <a:latin typeface="楷体_GB2312" pitchFamily="1" charset="-122"/>
              </a:rPr>
              <a:t>（只要低四位）</a:t>
            </a:r>
            <a:endParaRPr lang="zh-CN" altLang="en-US" sz="2400" dirty="0">
              <a:solidFill>
                <a:schemeClr val="tx1"/>
              </a:solidFill>
              <a:latin typeface="楷体_GB2312" pitchFamily="1"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MOV	CH</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00H	</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CH</a:t>
            </a:r>
            <a:r>
              <a:rPr lang="zh-CN" altLang="en-US" sz="2400" dirty="0">
                <a:solidFill>
                  <a:schemeClr val="tx1"/>
                </a:solidFill>
                <a:latin typeface="楷体_GB2312" pitchFamily="1" charset="-122"/>
              </a:rPr>
              <a:t>中存放起始键号</a:t>
            </a:r>
            <a:endParaRPr lang="zh-CN" altLang="en-US" sz="2400" dirty="0">
              <a:solidFill>
                <a:schemeClr val="tx1"/>
              </a:solidFill>
              <a:latin typeface="楷体_GB2312" pitchFamily="1"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en-US" altLang="zh-CN" sz="2400" dirty="0">
                <a:solidFill>
                  <a:schemeClr val="tx1"/>
                </a:solidFill>
                <a:latin typeface="楷体_GB2312" pitchFamily="1" charset="-122"/>
              </a:rPr>
              <a:t>LOP1</a:t>
            </a: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OUT	80H</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AL	</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A</a:t>
            </a:r>
            <a:r>
              <a:rPr lang="zh-CN" altLang="en-US" sz="2400" dirty="0">
                <a:solidFill>
                  <a:schemeClr val="tx1"/>
                </a:solidFill>
                <a:latin typeface="楷体_GB2312" pitchFamily="1" charset="-122"/>
              </a:rPr>
              <a:t>口输出，扫描一行（</a:t>
            </a:r>
            <a:r>
              <a:rPr lang="en-US" altLang="zh-CN" sz="2400" dirty="0">
                <a:solidFill>
                  <a:schemeClr val="tx1"/>
                </a:solidFill>
                <a:latin typeface="楷体_GB2312" pitchFamily="1" charset="-122"/>
              </a:rPr>
              <a:t>D0=0</a:t>
            </a:r>
            <a:r>
              <a:rPr lang="zh-CN" altLang="en-US" sz="2400" dirty="0">
                <a:solidFill>
                  <a:schemeClr val="tx1"/>
                </a:solidFill>
                <a:latin typeface="楷体_GB2312" pitchFamily="1" charset="-122"/>
              </a:rPr>
              <a:t>）</a:t>
            </a:r>
            <a:endParaRPr lang="zh-CN" altLang="en-US" sz="2400" dirty="0">
              <a:solidFill>
                <a:schemeClr val="tx1"/>
              </a:solidFill>
              <a:latin typeface="楷体_GB2312" pitchFamily="1"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ROL	AL</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1		</a:t>
            </a:r>
            <a:r>
              <a:rPr lang="zh-CN" altLang="en-US" sz="2400" dirty="0">
                <a:solidFill>
                  <a:schemeClr val="tx1"/>
                </a:solidFill>
                <a:latin typeface="楷体_GB2312" pitchFamily="1" charset="-122"/>
              </a:rPr>
              <a:t>；行值左移一位，修改扫描码，准</a:t>
            </a:r>
            <a:endParaRPr lang="zh-CN" altLang="en-US" sz="2400" dirty="0">
              <a:solidFill>
                <a:schemeClr val="tx1"/>
              </a:solidFill>
              <a:latin typeface="楷体_GB2312" pitchFamily="1"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；备扫描下一行。</a:t>
            </a:r>
            <a:endParaRPr lang="zh-CN" altLang="en-US" sz="2400" dirty="0">
              <a:solidFill>
                <a:schemeClr val="tx1"/>
              </a:solidFill>
              <a:latin typeface="楷体_GB2312" pitchFamily="1"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MOV	AH</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AL	</a:t>
            </a:r>
            <a:r>
              <a:rPr lang="zh-CN" altLang="en-US" sz="2400" dirty="0">
                <a:solidFill>
                  <a:schemeClr val="tx1"/>
                </a:solidFill>
                <a:latin typeface="楷体_GB2312" pitchFamily="1" charset="-122"/>
              </a:rPr>
              <a:t>；暂时保存行线值</a:t>
            </a:r>
            <a:endParaRPr lang="zh-CN" altLang="en-US" sz="2400" dirty="0">
              <a:solidFill>
                <a:schemeClr val="tx1"/>
              </a:solidFill>
              <a:latin typeface="楷体_GB2312" pitchFamily="1" charset="-122"/>
            </a:endParaRPr>
          </a:p>
          <a:p>
            <a:pPr marL="0" lvl="0" indent="0" eaLnBrk="1" hangingPunct="1">
              <a:lnSpc>
                <a:spcPct val="100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IN	AL</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81H	</a:t>
            </a:r>
            <a:r>
              <a:rPr lang="zh-CN" altLang="en-US" sz="2400" dirty="0">
                <a:solidFill>
                  <a:schemeClr val="tx1"/>
                </a:solidFill>
                <a:latin typeface="楷体_GB2312" pitchFamily="1" charset="-122"/>
              </a:rPr>
              <a:t>；读</a:t>
            </a:r>
            <a:r>
              <a:rPr lang="en-US" altLang="zh-CN" sz="2400" dirty="0">
                <a:solidFill>
                  <a:schemeClr val="tx1"/>
                </a:solidFill>
                <a:latin typeface="楷体_GB2312" pitchFamily="1" charset="-122"/>
              </a:rPr>
              <a:t>B</a:t>
            </a:r>
            <a:r>
              <a:rPr lang="zh-CN" altLang="en-US" sz="2400" dirty="0">
                <a:solidFill>
                  <a:schemeClr val="tx1"/>
                </a:solidFill>
                <a:latin typeface="楷体_GB2312" pitchFamily="1" charset="-122"/>
              </a:rPr>
              <a:t>口，以便确定所按键的列值 </a:t>
            </a:r>
            <a:endParaRPr lang="zh-CN" altLang="en-US" sz="2400" dirty="0">
              <a:solidFill>
                <a:schemeClr val="tx1"/>
              </a:solidFill>
              <a:latin typeface="楷体_GB2312" pitchFamily="1" charset="-122"/>
            </a:endParaRPr>
          </a:p>
        </p:txBody>
      </p:sp>
    </p:spTree>
  </p:cSld>
  <p:clrMapOvr>
    <a:masterClrMapping/>
  </p:clrMapOvr>
  <p:transition spd="slow">
    <p:zoom/>
  </p:transition>
</p:sld>
</file>

<file path=ppt/slides/slide1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214018" name="Text Box 2"/>
          <p:cNvSpPr txBox="1"/>
          <p:nvPr/>
        </p:nvSpPr>
        <p:spPr>
          <a:xfrm>
            <a:off x="250825" y="260350"/>
            <a:ext cx="8569325" cy="59817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15000"/>
              </a:lnSpc>
              <a:spcBef>
                <a:spcPct val="0"/>
              </a:spcBef>
              <a:spcAft>
                <a:spcPct val="0"/>
              </a:spcAft>
              <a:buClrTx/>
              <a:buSzTx/>
              <a:buFont typeface="Arial" panose="020B0604020202020204" pitchFamily="34" charset="0"/>
              <a:buNone/>
            </a:pPr>
            <a:r>
              <a:rPr lang="en-US" altLang="zh-CN" sz="2400" dirty="0">
                <a:solidFill>
                  <a:schemeClr val="tx1"/>
                </a:solidFill>
                <a:latin typeface="宋体" panose="02010600030101010101" pitchFamily="2" charset="-122"/>
              </a:rPr>
              <a:t>      </a:t>
            </a:r>
            <a:r>
              <a:rPr lang="en-US" altLang="zh-CN" sz="2400" dirty="0">
                <a:solidFill>
                  <a:schemeClr val="tx1"/>
                </a:solidFill>
                <a:latin typeface="楷体_GB2312" pitchFamily="1" charset="-122"/>
              </a:rPr>
              <a:t>AND  AL</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CL   </a:t>
            </a:r>
            <a:r>
              <a:rPr lang="zh-CN" altLang="en-US" sz="2400" dirty="0">
                <a:solidFill>
                  <a:schemeClr val="tx1"/>
                </a:solidFill>
                <a:latin typeface="楷体_GB2312" pitchFamily="1" charset="-122"/>
              </a:rPr>
              <a:t>；比较是低四位，只保留低四位	</a:t>
            </a:r>
            <a:endParaRPr lang="zh-CN" altLang="en-US" sz="2400" dirty="0">
              <a:solidFill>
                <a:schemeClr val="tx1"/>
              </a:solidFill>
              <a:latin typeface="楷体_GB2312" pitchFamily="1" charset="-122"/>
            </a:endParaRPr>
          </a:p>
          <a:p>
            <a:pPr marL="0" lvl="0" indent="0" eaLnBrk="1" hangingPunct="1">
              <a:lnSpc>
                <a:spcPct val="115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CMP  AL</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CL	  </a:t>
            </a:r>
            <a:r>
              <a:rPr lang="zh-CN" altLang="en-US" sz="2400" dirty="0">
                <a:solidFill>
                  <a:schemeClr val="tx1"/>
                </a:solidFill>
                <a:latin typeface="楷体_GB2312" pitchFamily="1" charset="-122"/>
              </a:rPr>
              <a:t>；检查该列线是否为</a:t>
            </a:r>
            <a:r>
              <a:rPr lang="en-US" altLang="zh-CN" sz="2400" dirty="0">
                <a:solidFill>
                  <a:schemeClr val="tx1"/>
                </a:solidFill>
                <a:latin typeface="楷体_GB2312" pitchFamily="1" charset="-122"/>
              </a:rPr>
              <a:t>0</a:t>
            </a:r>
            <a:r>
              <a:rPr lang="zh-CN" altLang="en-US" sz="2400" dirty="0">
                <a:solidFill>
                  <a:schemeClr val="tx1"/>
                </a:solidFill>
                <a:latin typeface="楷体_GB2312" pitchFamily="1" charset="-122"/>
              </a:rPr>
              <a:t>，	</a:t>
            </a:r>
            <a:endParaRPr lang="zh-CN" altLang="en-US" sz="2400" dirty="0">
              <a:solidFill>
                <a:schemeClr val="tx1"/>
              </a:solidFill>
              <a:latin typeface="楷体_GB2312" pitchFamily="1" charset="-122"/>
            </a:endParaRPr>
          </a:p>
          <a:p>
            <a:pPr marL="0" lvl="0" indent="0" eaLnBrk="1" hangingPunct="1">
              <a:lnSpc>
                <a:spcPct val="115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JNZ  LOP2     </a:t>
            </a:r>
            <a:r>
              <a:rPr lang="zh-CN" altLang="en-US" sz="2400" dirty="0">
                <a:solidFill>
                  <a:schemeClr val="tx1"/>
                </a:solidFill>
                <a:latin typeface="楷体_GB2312" pitchFamily="1" charset="-122"/>
              </a:rPr>
              <a:t>；有列线为</a:t>
            </a:r>
            <a:r>
              <a:rPr lang="en-US" altLang="zh-CN" sz="2400" dirty="0">
                <a:solidFill>
                  <a:schemeClr val="tx1"/>
                </a:solidFill>
                <a:latin typeface="楷体_GB2312" pitchFamily="1" charset="-122"/>
              </a:rPr>
              <a:t>0</a:t>
            </a:r>
            <a:r>
              <a:rPr lang="zh-CN" altLang="en-US" sz="2400" dirty="0">
                <a:solidFill>
                  <a:schemeClr val="tx1"/>
                </a:solidFill>
                <a:latin typeface="楷体_GB2312" pitchFamily="1" charset="-122"/>
              </a:rPr>
              <a:t>，转</a:t>
            </a:r>
            <a:r>
              <a:rPr lang="en-US" altLang="zh-CN" sz="2400" dirty="0">
                <a:solidFill>
                  <a:schemeClr val="tx1"/>
                </a:solidFill>
                <a:latin typeface="楷体_GB2312" pitchFamily="1" charset="-122"/>
              </a:rPr>
              <a:t>LOP2</a:t>
            </a:r>
            <a:r>
              <a:rPr lang="zh-CN" altLang="en-US" sz="2400" dirty="0">
                <a:solidFill>
                  <a:schemeClr val="tx1"/>
                </a:solidFill>
                <a:latin typeface="楷体_GB2312" pitchFamily="1" charset="-122"/>
              </a:rPr>
              <a:t>，找列值</a:t>
            </a:r>
            <a:endParaRPr lang="zh-CN" altLang="en-US" sz="2400" dirty="0">
              <a:solidFill>
                <a:schemeClr val="tx1"/>
              </a:solidFill>
              <a:latin typeface="楷体_GB2312" pitchFamily="1" charset="-122"/>
            </a:endParaRPr>
          </a:p>
          <a:p>
            <a:pPr marL="0" lvl="0" indent="0" eaLnBrk="1" hangingPunct="1">
              <a:lnSpc>
                <a:spcPct val="115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ADD  CH</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BH   </a:t>
            </a:r>
            <a:r>
              <a:rPr lang="zh-CN" altLang="en-US" sz="2400" dirty="0">
                <a:solidFill>
                  <a:schemeClr val="tx1"/>
                </a:solidFill>
                <a:latin typeface="楷体_GB2312" pitchFamily="1" charset="-122"/>
              </a:rPr>
              <a:t>；无键按下，修改键号，检查下一行</a:t>
            </a:r>
            <a:endParaRPr lang="zh-CN" altLang="en-US" sz="2400" dirty="0">
              <a:solidFill>
                <a:schemeClr val="tx1"/>
              </a:solidFill>
              <a:latin typeface="楷体_GB2312" pitchFamily="1" charset="-122"/>
            </a:endParaRPr>
          </a:p>
          <a:p>
            <a:pPr marL="0" lvl="0" indent="0" eaLnBrk="1" hangingPunct="1">
              <a:lnSpc>
                <a:spcPct val="115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MOV  AL</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AH	  </a:t>
            </a:r>
            <a:r>
              <a:rPr lang="zh-CN" altLang="en-US" sz="2400" dirty="0">
                <a:solidFill>
                  <a:schemeClr val="tx1"/>
                </a:solidFill>
                <a:latin typeface="楷体_GB2312" pitchFamily="1" charset="-122"/>
              </a:rPr>
              <a:t>；恢复扫描码</a:t>
            </a:r>
            <a:endParaRPr lang="zh-CN" altLang="en-US" sz="2400" dirty="0">
              <a:solidFill>
                <a:schemeClr val="tx1"/>
              </a:solidFill>
              <a:latin typeface="楷体_GB2312" pitchFamily="1" charset="-122"/>
            </a:endParaRPr>
          </a:p>
          <a:p>
            <a:pPr marL="0" lvl="0" indent="0" eaLnBrk="1" hangingPunct="1">
              <a:lnSpc>
                <a:spcPct val="115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DEC  BL	  </a:t>
            </a:r>
            <a:r>
              <a:rPr lang="zh-CN" altLang="en-US" sz="2400" dirty="0">
                <a:solidFill>
                  <a:schemeClr val="tx1"/>
                </a:solidFill>
                <a:latin typeface="楷体_GB2312" pitchFamily="1" charset="-122"/>
              </a:rPr>
              <a:t>；行数减</a:t>
            </a:r>
            <a:r>
              <a:rPr lang="en-US" altLang="zh-CN" sz="2400" dirty="0">
                <a:solidFill>
                  <a:schemeClr val="tx1"/>
                </a:solidFill>
                <a:latin typeface="楷体_GB2312" pitchFamily="1" charset="-122"/>
              </a:rPr>
              <a:t>1</a:t>
            </a:r>
            <a:endParaRPr lang="en-US" altLang="zh-CN" sz="2400" dirty="0">
              <a:solidFill>
                <a:schemeClr val="tx1"/>
              </a:solidFill>
              <a:latin typeface="楷体_GB2312" pitchFamily="1" charset="-122"/>
            </a:endParaRPr>
          </a:p>
          <a:p>
            <a:pPr marL="0" lvl="0" indent="0" eaLnBrk="1" hangingPunct="1">
              <a:lnSpc>
                <a:spcPct val="115000"/>
              </a:lnSpc>
              <a:spcBef>
                <a:spcPct val="0"/>
              </a:spcBef>
              <a:spcAft>
                <a:spcPct val="0"/>
              </a:spcAft>
              <a:buClrTx/>
              <a:buSzTx/>
              <a:buFont typeface="Arial" panose="020B0604020202020204" pitchFamily="34" charset="0"/>
              <a:buNone/>
            </a:pPr>
            <a:r>
              <a:rPr lang="en-US" altLang="zh-CN" sz="2400" dirty="0">
                <a:solidFill>
                  <a:schemeClr val="tx1"/>
                </a:solidFill>
                <a:latin typeface="楷体_GB2312" pitchFamily="1" charset="-122"/>
              </a:rPr>
              <a:t>	JNZ	LOP1	  </a:t>
            </a:r>
            <a:r>
              <a:rPr lang="zh-CN" altLang="en-US" sz="2400" dirty="0">
                <a:solidFill>
                  <a:schemeClr val="tx1"/>
                </a:solidFill>
                <a:latin typeface="楷体_GB2312" pitchFamily="1" charset="-122"/>
              </a:rPr>
              <a:t>；行未扫描完转</a:t>
            </a:r>
            <a:r>
              <a:rPr lang="en-US" altLang="zh-CN" sz="2400" dirty="0">
                <a:solidFill>
                  <a:schemeClr val="tx1"/>
                </a:solidFill>
                <a:latin typeface="楷体_GB2312" pitchFamily="1" charset="-122"/>
              </a:rPr>
              <a:t>LOP1</a:t>
            </a:r>
            <a:r>
              <a:rPr lang="zh-CN" altLang="en-US" sz="2400" dirty="0">
                <a:solidFill>
                  <a:schemeClr val="tx1"/>
                </a:solidFill>
                <a:latin typeface="楷体_GB2312" pitchFamily="1" charset="-122"/>
              </a:rPr>
              <a:t>，扫描下一行</a:t>
            </a:r>
            <a:endParaRPr lang="zh-CN" altLang="en-US" sz="2400" dirty="0">
              <a:solidFill>
                <a:schemeClr val="tx1"/>
              </a:solidFill>
              <a:latin typeface="楷体_GB2312" pitchFamily="1" charset="-122"/>
            </a:endParaRPr>
          </a:p>
          <a:p>
            <a:pPr marL="0" lvl="0" indent="0" eaLnBrk="1" hangingPunct="1">
              <a:lnSpc>
                <a:spcPct val="115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MOV  CX</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16   </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16</a:t>
            </a:r>
            <a:r>
              <a:rPr lang="zh-CN" altLang="en-US" sz="2400" dirty="0">
                <a:solidFill>
                  <a:schemeClr val="tx1"/>
                </a:solidFill>
                <a:latin typeface="楷体_GB2312" pitchFamily="1" charset="-122"/>
              </a:rPr>
              <a:t>个键，要找最多</a:t>
            </a:r>
            <a:r>
              <a:rPr lang="en-US" altLang="zh-CN" sz="2400" dirty="0">
                <a:solidFill>
                  <a:schemeClr val="tx1"/>
                </a:solidFill>
                <a:latin typeface="楷体_GB2312" pitchFamily="1" charset="-122"/>
              </a:rPr>
              <a:t>16</a:t>
            </a:r>
            <a:r>
              <a:rPr lang="zh-CN" altLang="en-US" sz="2400" dirty="0">
                <a:solidFill>
                  <a:schemeClr val="tx1"/>
                </a:solidFill>
                <a:latin typeface="楷体_GB2312" pitchFamily="1" charset="-122"/>
              </a:rPr>
              <a:t>次</a:t>
            </a:r>
            <a:endParaRPr lang="zh-CN" altLang="en-US" sz="2400" dirty="0">
              <a:solidFill>
                <a:schemeClr val="tx1"/>
              </a:solidFill>
              <a:latin typeface="楷体_GB2312" pitchFamily="1" charset="-122"/>
            </a:endParaRPr>
          </a:p>
          <a:p>
            <a:pPr marL="0" lvl="0" indent="0" eaLnBrk="1" hangingPunct="1">
              <a:lnSpc>
                <a:spcPct val="115000"/>
              </a:lnSpc>
              <a:spcBef>
                <a:spcPct val="0"/>
              </a:spcBef>
              <a:spcAft>
                <a:spcPct val="0"/>
              </a:spcAft>
              <a:buClrTx/>
              <a:buSzTx/>
              <a:buFont typeface="Arial" panose="020B0604020202020204" pitchFamily="34" charset="0"/>
              <a:buNone/>
            </a:pPr>
            <a:r>
              <a:rPr lang="en-US" altLang="zh-CN" sz="2400" dirty="0">
                <a:solidFill>
                  <a:schemeClr val="tx1"/>
                </a:solidFill>
                <a:latin typeface="楷体_GB2312" pitchFamily="1" charset="-122"/>
              </a:rPr>
              <a:t>LOP2</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MOV  SI</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TABLE  </a:t>
            </a:r>
            <a:r>
              <a:rPr lang="zh-CN" altLang="en-US" sz="2400" dirty="0">
                <a:solidFill>
                  <a:schemeClr val="tx1"/>
                </a:solidFill>
                <a:latin typeface="楷体_GB2312" pitchFamily="1" charset="-122"/>
              </a:rPr>
              <a:t>；取键码表值</a:t>
            </a:r>
            <a:endParaRPr lang="zh-CN" altLang="en-US" sz="2400" dirty="0">
              <a:solidFill>
                <a:schemeClr val="tx1"/>
              </a:solidFill>
              <a:latin typeface="楷体_GB2312" pitchFamily="1" charset="-122"/>
            </a:endParaRPr>
          </a:p>
          <a:p>
            <a:pPr marL="0" lvl="0" indent="0" eaLnBrk="1" hangingPunct="1">
              <a:lnSpc>
                <a:spcPct val="115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CMP  AX</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[SI]   </a:t>
            </a:r>
            <a:r>
              <a:rPr lang="zh-CN" altLang="en-US" sz="2400" dirty="0">
                <a:solidFill>
                  <a:schemeClr val="tx1"/>
                </a:solidFill>
                <a:latin typeface="楷体_GB2312" pitchFamily="1" charset="-122"/>
              </a:rPr>
              <a:t>；查找该键值</a:t>
            </a:r>
            <a:endParaRPr lang="zh-CN" altLang="en-US" sz="2400" dirty="0">
              <a:solidFill>
                <a:schemeClr val="tx1"/>
              </a:solidFill>
              <a:latin typeface="楷体_GB2312" pitchFamily="1" charset="-122"/>
            </a:endParaRPr>
          </a:p>
          <a:p>
            <a:pPr marL="0" lvl="0" indent="0" eaLnBrk="1" hangingPunct="1">
              <a:lnSpc>
                <a:spcPct val="115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JZ   LOP3       </a:t>
            </a:r>
            <a:r>
              <a:rPr lang="zh-CN" altLang="en-US" sz="2400" dirty="0">
                <a:solidFill>
                  <a:schemeClr val="tx1"/>
                </a:solidFill>
                <a:latin typeface="楷体_GB2312" pitchFamily="1" charset="-122"/>
              </a:rPr>
              <a:t>；找到该值，到键处理子程序</a:t>
            </a:r>
            <a:endParaRPr lang="zh-CN" altLang="en-US" sz="2400" dirty="0">
              <a:solidFill>
                <a:schemeClr val="tx1"/>
              </a:solidFill>
              <a:latin typeface="楷体_GB2312" pitchFamily="1" charset="-122"/>
            </a:endParaRPr>
          </a:p>
          <a:p>
            <a:pPr marL="0" lvl="0" indent="0" eaLnBrk="1" hangingPunct="1">
              <a:lnSpc>
                <a:spcPct val="115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INC  SI</a:t>
            </a:r>
            <a:endParaRPr lang="en-US" altLang="zh-CN" sz="2400" dirty="0">
              <a:solidFill>
                <a:schemeClr val="tx1"/>
              </a:solidFill>
              <a:latin typeface="楷体_GB2312" pitchFamily="1" charset="-122"/>
            </a:endParaRPr>
          </a:p>
          <a:p>
            <a:pPr marL="0" lvl="0" indent="0" eaLnBrk="1" hangingPunct="1">
              <a:lnSpc>
                <a:spcPct val="115000"/>
              </a:lnSpc>
              <a:spcBef>
                <a:spcPct val="0"/>
              </a:spcBef>
              <a:spcAft>
                <a:spcPct val="0"/>
              </a:spcAft>
              <a:buClrTx/>
              <a:buSzTx/>
              <a:buFont typeface="Arial" panose="020B0604020202020204" pitchFamily="34" charset="0"/>
              <a:buNone/>
            </a:pPr>
            <a:r>
              <a:rPr lang="en-US" altLang="zh-CN" sz="2400" dirty="0">
                <a:solidFill>
                  <a:schemeClr val="tx1"/>
                </a:solidFill>
                <a:latin typeface="楷体_GB2312" pitchFamily="1" charset="-122"/>
              </a:rPr>
              <a:t>      INC  SI</a:t>
            </a:r>
            <a:endParaRPr lang="en-US" altLang="zh-CN" sz="2400" dirty="0">
              <a:solidFill>
                <a:schemeClr val="tx1"/>
              </a:solidFill>
              <a:latin typeface="楷体_GB2312" pitchFamily="1" charset="-122"/>
            </a:endParaRPr>
          </a:p>
          <a:p>
            <a:pPr marL="0" lvl="0" indent="0" eaLnBrk="1" hangingPunct="1">
              <a:lnSpc>
                <a:spcPct val="115000"/>
              </a:lnSpc>
              <a:spcBef>
                <a:spcPct val="0"/>
              </a:spcBef>
              <a:spcAft>
                <a:spcPct val="0"/>
              </a:spcAft>
              <a:buClrTx/>
              <a:buSzTx/>
              <a:buFont typeface="Arial" panose="020B0604020202020204" pitchFamily="34" charset="0"/>
              <a:buNone/>
            </a:pPr>
            <a:r>
              <a:rPr lang="en-US" altLang="zh-CN" sz="2400" dirty="0">
                <a:solidFill>
                  <a:schemeClr val="tx1"/>
                </a:solidFill>
                <a:latin typeface="楷体_GB2312" pitchFamily="1" charset="-122"/>
              </a:rPr>
              <a:t>      LOOP  LOP2</a:t>
            </a:r>
            <a:endParaRPr lang="en-US" altLang="zh-CN" sz="2400" dirty="0">
              <a:solidFill>
                <a:schemeClr val="tx1"/>
              </a:solidFill>
              <a:latin typeface="楷体_GB2312" pitchFamily="1" charset="-122"/>
            </a:endParaRPr>
          </a:p>
        </p:txBody>
      </p:sp>
    </p:spTree>
  </p:cSld>
  <p:clrMapOvr>
    <a:masterClrMapping/>
  </p:clrMapOvr>
  <p:transition spd="slow">
    <p:zoom/>
  </p:transition>
</p:sld>
</file>

<file path=ppt/slides/slide1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215042" name="Text Box 2"/>
          <p:cNvSpPr txBox="1"/>
          <p:nvPr/>
        </p:nvSpPr>
        <p:spPr>
          <a:xfrm>
            <a:off x="36513" y="476250"/>
            <a:ext cx="3743325" cy="589915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eaLnBrk="1" hangingPunct="1">
              <a:lnSpc>
                <a:spcPct val="135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键值表：</a:t>
            </a:r>
            <a:endParaRPr lang="zh-CN" altLang="en-US" sz="2400" dirty="0">
              <a:solidFill>
                <a:schemeClr val="tx1"/>
              </a:solidFill>
              <a:latin typeface="楷体_GB2312" pitchFamily="1" charset="-122"/>
            </a:endParaRPr>
          </a:p>
          <a:p>
            <a:pPr marL="0" lvl="0" indent="0" eaLnBrk="1" hangingPunct="1">
              <a:lnSpc>
                <a:spcPct val="135000"/>
              </a:lnSpc>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rgbClr val="FF00FF"/>
                </a:solidFill>
                <a:latin typeface="楷体_GB2312" pitchFamily="1" charset="-122"/>
              </a:rPr>
              <a:t>ORG  1000H</a:t>
            </a:r>
            <a:endParaRPr lang="en-US" altLang="zh-CN" sz="2400" dirty="0">
              <a:solidFill>
                <a:srgbClr val="FF00FF"/>
              </a:solidFill>
              <a:latin typeface="楷体_GB2312" pitchFamily="1" charset="-122"/>
            </a:endParaRPr>
          </a:p>
          <a:p>
            <a:pPr marL="0" lvl="0" indent="0" eaLnBrk="1" hangingPunct="1">
              <a:spcBef>
                <a:spcPct val="0"/>
              </a:spcBef>
              <a:spcAft>
                <a:spcPct val="0"/>
              </a:spcAft>
              <a:buClrTx/>
              <a:buSzTx/>
              <a:buFont typeface="Arial" panose="020B0604020202020204" pitchFamily="34" charset="0"/>
              <a:buNone/>
            </a:pPr>
            <a:r>
              <a:rPr lang="en-US" altLang="zh-CN" sz="2400" dirty="0">
                <a:solidFill>
                  <a:schemeClr val="tx1"/>
                </a:solidFill>
                <a:latin typeface="楷体_GB2312" pitchFamily="1" charset="-122"/>
              </a:rPr>
              <a:t>TABLE</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DW  FE0E  </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0</a:t>
            </a:r>
            <a:r>
              <a:rPr lang="zh-CN" altLang="en-US" sz="2400" dirty="0">
                <a:solidFill>
                  <a:schemeClr val="tx1"/>
                </a:solidFill>
                <a:latin typeface="楷体_GB2312" pitchFamily="1" charset="-122"/>
              </a:rPr>
              <a:t>键</a:t>
            </a:r>
            <a:endParaRPr lang="zh-CN" altLang="en-US" sz="2400" dirty="0">
              <a:solidFill>
                <a:schemeClr val="tx1"/>
              </a:solidFill>
              <a:latin typeface="楷体_GB2312" pitchFamily="1" charset="-122"/>
            </a:endParaRPr>
          </a:p>
          <a:p>
            <a:pPr marL="0" lvl="0" indent="0" eaLnBrk="1" hangingPunct="1">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DW  FD0E  </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1</a:t>
            </a:r>
            <a:r>
              <a:rPr lang="zh-CN" altLang="en-US" sz="2400" dirty="0">
                <a:solidFill>
                  <a:schemeClr val="tx1"/>
                </a:solidFill>
                <a:latin typeface="楷体_GB2312" pitchFamily="1" charset="-122"/>
              </a:rPr>
              <a:t>键</a:t>
            </a:r>
            <a:endParaRPr lang="zh-CN" altLang="en-US" sz="2400" dirty="0">
              <a:solidFill>
                <a:schemeClr val="tx1"/>
              </a:solidFill>
              <a:latin typeface="楷体_GB2312" pitchFamily="1" charset="-122"/>
            </a:endParaRPr>
          </a:p>
          <a:p>
            <a:pPr marL="0" lvl="0" indent="0" eaLnBrk="1" hangingPunct="1">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DW  FB0E  </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2</a:t>
            </a:r>
            <a:r>
              <a:rPr lang="zh-CN" altLang="en-US" sz="2400" dirty="0">
                <a:solidFill>
                  <a:schemeClr val="tx1"/>
                </a:solidFill>
                <a:latin typeface="楷体_GB2312" pitchFamily="1" charset="-122"/>
              </a:rPr>
              <a:t>键</a:t>
            </a:r>
            <a:endParaRPr lang="zh-CN" altLang="en-US" sz="2400" dirty="0">
              <a:solidFill>
                <a:schemeClr val="tx1"/>
              </a:solidFill>
              <a:latin typeface="楷体_GB2312" pitchFamily="1" charset="-122"/>
            </a:endParaRPr>
          </a:p>
          <a:p>
            <a:pPr marL="0" lvl="0" indent="0" eaLnBrk="1" hangingPunct="1">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DW  F70E  </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3</a:t>
            </a:r>
            <a:r>
              <a:rPr lang="zh-CN" altLang="en-US" sz="2400" dirty="0">
                <a:solidFill>
                  <a:schemeClr val="tx1"/>
                </a:solidFill>
                <a:latin typeface="楷体_GB2312" pitchFamily="1" charset="-122"/>
              </a:rPr>
              <a:t>键</a:t>
            </a:r>
            <a:endParaRPr lang="zh-CN" altLang="en-US" sz="2400" dirty="0">
              <a:solidFill>
                <a:schemeClr val="tx1"/>
              </a:solidFill>
              <a:latin typeface="楷体_GB2312" pitchFamily="1" charset="-122"/>
            </a:endParaRPr>
          </a:p>
          <a:p>
            <a:pPr marL="0" lvl="0" indent="0" eaLnBrk="1" hangingPunct="1">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DW  FE0D  </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4</a:t>
            </a:r>
            <a:r>
              <a:rPr lang="zh-CN" altLang="en-US" sz="2400" dirty="0">
                <a:solidFill>
                  <a:schemeClr val="tx1"/>
                </a:solidFill>
                <a:latin typeface="楷体_GB2312" pitchFamily="1" charset="-122"/>
              </a:rPr>
              <a:t>键</a:t>
            </a:r>
            <a:endParaRPr lang="zh-CN" altLang="en-US" sz="2400" dirty="0">
              <a:solidFill>
                <a:schemeClr val="tx1"/>
              </a:solidFill>
              <a:latin typeface="楷体_GB2312" pitchFamily="1" charset="-122"/>
            </a:endParaRPr>
          </a:p>
          <a:p>
            <a:pPr marL="0" lvl="0" indent="0" eaLnBrk="1" hangingPunct="1">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DW  FE0D  </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5</a:t>
            </a:r>
            <a:r>
              <a:rPr lang="zh-CN" altLang="en-US" sz="2400" dirty="0">
                <a:solidFill>
                  <a:schemeClr val="tx1"/>
                </a:solidFill>
                <a:latin typeface="楷体_GB2312" pitchFamily="1" charset="-122"/>
              </a:rPr>
              <a:t>键</a:t>
            </a:r>
            <a:endParaRPr lang="zh-CN" altLang="en-US" sz="2400" dirty="0">
              <a:solidFill>
                <a:schemeClr val="tx1"/>
              </a:solidFill>
              <a:latin typeface="楷体_GB2312" pitchFamily="1" charset="-122"/>
            </a:endParaRPr>
          </a:p>
          <a:p>
            <a:pPr marL="0" lvl="0" indent="0" eaLnBrk="1" hangingPunct="1">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DW  FD0D  </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6</a:t>
            </a:r>
            <a:r>
              <a:rPr lang="zh-CN" altLang="en-US" sz="2400" dirty="0">
                <a:solidFill>
                  <a:schemeClr val="tx1"/>
                </a:solidFill>
                <a:latin typeface="楷体_GB2312" pitchFamily="1" charset="-122"/>
              </a:rPr>
              <a:t>键</a:t>
            </a:r>
            <a:endParaRPr lang="zh-CN" altLang="en-US" sz="2400" dirty="0">
              <a:solidFill>
                <a:schemeClr val="tx1"/>
              </a:solidFill>
              <a:latin typeface="楷体_GB2312" pitchFamily="1" charset="-122"/>
            </a:endParaRPr>
          </a:p>
          <a:p>
            <a:pPr marL="0" lvl="0" indent="0" eaLnBrk="1" hangingPunct="1">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DW  FB0D  </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7</a:t>
            </a:r>
            <a:r>
              <a:rPr lang="zh-CN" altLang="en-US" sz="2400" dirty="0">
                <a:solidFill>
                  <a:schemeClr val="tx1"/>
                </a:solidFill>
                <a:latin typeface="楷体_GB2312" pitchFamily="1" charset="-122"/>
              </a:rPr>
              <a:t>键</a:t>
            </a:r>
            <a:endParaRPr lang="zh-CN" altLang="en-US" sz="2400" dirty="0">
              <a:solidFill>
                <a:schemeClr val="tx1"/>
              </a:solidFill>
              <a:latin typeface="楷体_GB2312" pitchFamily="1" charset="-122"/>
            </a:endParaRPr>
          </a:p>
          <a:p>
            <a:pPr marL="0" lvl="0" indent="0" eaLnBrk="1" hangingPunct="1">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DW  F70D  </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8</a:t>
            </a:r>
            <a:r>
              <a:rPr lang="zh-CN" altLang="en-US" sz="2400" dirty="0">
                <a:solidFill>
                  <a:schemeClr val="tx1"/>
                </a:solidFill>
                <a:latin typeface="楷体_GB2312" pitchFamily="1" charset="-122"/>
              </a:rPr>
              <a:t>键</a:t>
            </a:r>
            <a:endParaRPr lang="zh-CN" altLang="en-US" sz="2400" dirty="0">
              <a:solidFill>
                <a:schemeClr val="tx1"/>
              </a:solidFill>
              <a:latin typeface="楷体_GB2312" pitchFamily="1" charset="-122"/>
            </a:endParaRPr>
          </a:p>
          <a:p>
            <a:pPr marL="0" lvl="0" indent="0" eaLnBrk="1" hangingPunct="1">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r>
              <a:rPr lang="en-US" altLang="zh-CN" sz="2400" dirty="0">
                <a:solidFill>
                  <a:schemeClr val="tx1"/>
                </a:solidFill>
                <a:latin typeface="楷体_GB2312" pitchFamily="1" charset="-122"/>
              </a:rPr>
              <a:t>DW  FE0D  </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9</a:t>
            </a:r>
            <a:r>
              <a:rPr lang="zh-CN" altLang="en-US" sz="2400" dirty="0">
                <a:solidFill>
                  <a:schemeClr val="tx1"/>
                </a:solidFill>
                <a:latin typeface="楷体_GB2312" pitchFamily="1" charset="-122"/>
              </a:rPr>
              <a:t>键</a:t>
            </a:r>
            <a:endParaRPr lang="zh-CN" altLang="en-US" sz="2400" dirty="0">
              <a:solidFill>
                <a:schemeClr val="tx1"/>
              </a:solidFill>
              <a:latin typeface="楷体_GB2312" pitchFamily="1" charset="-122"/>
            </a:endParaRPr>
          </a:p>
          <a:p>
            <a:pPr marL="0" lvl="0" indent="0" eaLnBrk="1" hangingPunct="1">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endParaRPr lang="zh-CN" altLang="en-US" sz="2400" dirty="0">
              <a:solidFill>
                <a:schemeClr val="tx1"/>
              </a:solidFill>
              <a:latin typeface="楷体_GB2312" pitchFamily="1" charset="-122"/>
            </a:endParaRPr>
          </a:p>
          <a:p>
            <a:pPr marL="0" lvl="0" indent="0" eaLnBrk="1" hangingPunct="1">
              <a:spcBef>
                <a:spcPct val="0"/>
              </a:spcBef>
              <a:spcAft>
                <a:spcPct val="0"/>
              </a:spcAft>
              <a:buClrTx/>
              <a:buSzTx/>
              <a:buFont typeface="Arial" panose="020B0604020202020204" pitchFamily="34" charset="0"/>
              <a:buNone/>
            </a:pPr>
            <a:r>
              <a:rPr lang="zh-CN" altLang="en-US" sz="2400" dirty="0">
                <a:solidFill>
                  <a:schemeClr val="tx1"/>
                </a:solidFill>
                <a:latin typeface="楷体_GB2312" pitchFamily="1" charset="-122"/>
              </a:rPr>
              <a:t>           ；</a:t>
            </a:r>
            <a:endParaRPr lang="zh-CN" altLang="en-US" sz="2400" dirty="0">
              <a:solidFill>
                <a:schemeClr val="tx1"/>
              </a:solidFill>
              <a:latin typeface="楷体_GB2312" pitchFamily="1" charset="-122"/>
            </a:endParaRPr>
          </a:p>
        </p:txBody>
      </p:sp>
      <p:sp>
        <p:nvSpPr>
          <p:cNvPr id="215043" name="Text Box 3"/>
          <p:cNvSpPr txBox="1"/>
          <p:nvPr/>
        </p:nvSpPr>
        <p:spPr>
          <a:xfrm>
            <a:off x="3806825" y="476250"/>
            <a:ext cx="4995863" cy="180975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35000"/>
              </a:lnSpc>
              <a:spcBef>
                <a:spcPct val="0"/>
              </a:spcBef>
              <a:spcAft>
                <a:spcPct val="0"/>
              </a:spcAft>
              <a:buClrTx/>
              <a:buSzTx/>
              <a:buNone/>
            </a:pPr>
            <a:r>
              <a:rPr lang="zh-CN" altLang="en-US" sz="2400" dirty="0">
                <a:solidFill>
                  <a:schemeClr val="tx1"/>
                </a:solidFill>
                <a:latin typeface="宋体" panose="02010600030101010101" pitchFamily="2" charset="-122"/>
              </a:rPr>
              <a:t>键处理子程序：</a:t>
            </a:r>
            <a:endParaRPr lang="zh-CN" altLang="en-US" sz="2400" dirty="0">
              <a:solidFill>
                <a:schemeClr val="tx1"/>
              </a:solidFill>
              <a:latin typeface="宋体" panose="02010600030101010101" pitchFamily="2" charset="-122"/>
            </a:endParaRPr>
          </a:p>
          <a:p>
            <a:pPr marL="0" lvl="0" indent="0">
              <a:spcBef>
                <a:spcPct val="0"/>
              </a:spcBef>
              <a:spcAft>
                <a:spcPct val="0"/>
              </a:spcAft>
              <a:buClrTx/>
              <a:buSzTx/>
              <a:buNone/>
            </a:pPr>
            <a:r>
              <a:rPr lang="en-US" altLang="zh-CN" sz="2400" dirty="0">
                <a:solidFill>
                  <a:schemeClr val="tx1"/>
                </a:solidFill>
                <a:latin typeface="宋体" panose="02010600030101010101" pitchFamily="2" charset="-122"/>
              </a:rPr>
              <a:t>LOP3</a:t>
            </a:r>
            <a:r>
              <a:rPr lang="zh-CN" altLang="en-US" sz="2400" dirty="0">
                <a:solidFill>
                  <a:schemeClr val="tx1"/>
                </a:solidFill>
                <a:latin typeface="宋体" panose="02010600030101010101" pitchFamily="2" charset="-122"/>
              </a:rPr>
              <a:t>：</a:t>
            </a:r>
            <a:r>
              <a:rPr lang="en-US" altLang="zh-CN" sz="2400" dirty="0">
                <a:solidFill>
                  <a:schemeClr val="tx1"/>
                </a:solidFill>
                <a:latin typeface="宋体" panose="02010600030101010101" pitchFamily="2" charset="-122"/>
              </a:rPr>
              <a:t>MOV AX</a:t>
            </a:r>
            <a:r>
              <a:rPr lang="zh-CN" altLang="en-US" sz="2400" dirty="0">
                <a:solidFill>
                  <a:schemeClr val="tx1"/>
                </a:solidFill>
                <a:latin typeface="宋体" panose="02010600030101010101" pitchFamily="2" charset="-122"/>
              </a:rPr>
              <a:t>，</a:t>
            </a:r>
            <a:r>
              <a:rPr lang="en-US" altLang="zh-CN" sz="2400" dirty="0">
                <a:solidFill>
                  <a:schemeClr val="tx1"/>
                </a:solidFill>
                <a:latin typeface="宋体" panose="02010600030101010101" pitchFamily="2" charset="-122"/>
              </a:rPr>
              <a:t>SI</a:t>
            </a:r>
            <a:r>
              <a:rPr lang="zh-CN" altLang="en-US" sz="2400" dirty="0">
                <a:solidFill>
                  <a:schemeClr val="tx1"/>
                </a:solidFill>
                <a:latin typeface="宋体" panose="02010600030101010101" pitchFamily="2" charset="-122"/>
              </a:rPr>
              <a:t>；</a:t>
            </a:r>
            <a:r>
              <a:rPr lang="en-US" altLang="zh-CN" sz="2400" dirty="0">
                <a:solidFill>
                  <a:schemeClr val="tx1"/>
                </a:solidFill>
                <a:latin typeface="宋体" panose="02010600030101010101" pitchFamily="2" charset="-122"/>
              </a:rPr>
              <a:t>AL</a:t>
            </a:r>
            <a:r>
              <a:rPr lang="zh-CN" altLang="en-US" sz="2400" dirty="0">
                <a:solidFill>
                  <a:schemeClr val="tx1"/>
                </a:solidFill>
                <a:latin typeface="宋体" panose="02010600030101010101" pitchFamily="2" charset="-122"/>
              </a:rPr>
              <a:t>内容</a:t>
            </a:r>
            <a:r>
              <a:rPr lang="en-US" altLang="zh-CN" sz="2400" dirty="0">
                <a:solidFill>
                  <a:schemeClr val="tx1"/>
                </a:solidFill>
                <a:latin typeface="宋体" panose="02010600030101010101" pitchFamily="2" charset="-122"/>
              </a:rPr>
              <a:t>=</a:t>
            </a:r>
            <a:r>
              <a:rPr lang="zh-CN" altLang="en-US" sz="2400" dirty="0">
                <a:solidFill>
                  <a:schemeClr val="tx1"/>
                </a:solidFill>
                <a:latin typeface="宋体" panose="02010600030101010101" pitchFamily="2" charset="-122"/>
              </a:rPr>
              <a:t>该键值           </a:t>
            </a:r>
            <a:endParaRPr lang="zh-CN" altLang="en-US" sz="2400" dirty="0">
              <a:solidFill>
                <a:schemeClr val="tx1"/>
              </a:solidFill>
              <a:latin typeface="宋体" panose="02010600030101010101" pitchFamily="2" charset="-122"/>
            </a:endParaRPr>
          </a:p>
          <a:p>
            <a:pPr marL="0" lvl="0" indent="0">
              <a:spcBef>
                <a:spcPct val="0"/>
              </a:spcBef>
              <a:spcAft>
                <a:spcPct val="0"/>
              </a:spcAft>
              <a:buClrTx/>
              <a:buSzTx/>
              <a:buNone/>
            </a:pPr>
            <a:r>
              <a:rPr lang="zh-CN" altLang="en-US" sz="2400" dirty="0">
                <a:solidFill>
                  <a:schemeClr val="tx1"/>
                </a:solidFill>
                <a:latin typeface="宋体" panose="02010600030101010101" pitchFamily="2" charset="-122"/>
              </a:rPr>
              <a:t>    ：</a:t>
            </a:r>
            <a:endParaRPr lang="zh-CN" altLang="en-US" sz="2400" dirty="0">
              <a:solidFill>
                <a:schemeClr val="tx1"/>
              </a:solidFill>
              <a:latin typeface="宋体" panose="02010600030101010101" pitchFamily="2" charset="-122"/>
            </a:endParaRPr>
          </a:p>
          <a:p>
            <a:pPr marL="0" lvl="0" indent="0">
              <a:spcBef>
                <a:spcPct val="0"/>
              </a:spcBef>
              <a:spcAft>
                <a:spcPct val="0"/>
              </a:spcAft>
              <a:buClrTx/>
              <a:buSzTx/>
              <a:buNone/>
            </a:pPr>
            <a:r>
              <a:rPr lang="zh-CN" altLang="en-US" sz="2400" dirty="0">
                <a:solidFill>
                  <a:schemeClr val="tx1"/>
                </a:solidFill>
                <a:latin typeface="宋体" panose="02010600030101010101" pitchFamily="2" charset="-122"/>
              </a:rPr>
              <a:t>    ：</a:t>
            </a:r>
            <a:endParaRPr lang="zh-CN" altLang="en-US" sz="2400" dirty="0">
              <a:solidFill>
                <a:schemeClr val="tx1"/>
              </a:solidFill>
              <a:latin typeface="宋体" panose="02010600030101010101" pitchFamily="2" charset="-122"/>
            </a:endParaRPr>
          </a:p>
        </p:txBody>
      </p:sp>
    </p:spTree>
  </p:cSld>
  <p:clrMapOvr>
    <a:masterClrMapping/>
  </p:clrMapOvr>
  <p:transition spd="slow">
    <p:zoom/>
  </p:transition>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2" name="图片 1"/>
          <p:cNvPicPr>
            <a:picLocks noChangeAspect="1"/>
          </p:cNvPicPr>
          <p:nvPr/>
        </p:nvPicPr>
        <p:blipFill>
          <a:blip r:embed="rId1"/>
          <a:stretch>
            <a:fillRect/>
          </a:stretch>
        </p:blipFill>
        <p:spPr>
          <a:xfrm>
            <a:off x="899795" y="3068955"/>
            <a:ext cx="7271385" cy="3366770"/>
          </a:xfrm>
          <a:prstGeom prst="rect">
            <a:avLst/>
          </a:prstGeom>
        </p:spPr>
      </p:pic>
      <p:sp>
        <p:nvSpPr>
          <p:cNvPr id="3" name="文本框 2"/>
          <p:cNvSpPr txBox="1"/>
          <p:nvPr/>
        </p:nvSpPr>
        <p:spPr>
          <a:xfrm>
            <a:off x="828040" y="2204720"/>
            <a:ext cx="7501890" cy="676910"/>
          </a:xfrm>
          <a:prstGeom prst="rect">
            <a:avLst/>
          </a:prstGeom>
          <a:noFill/>
        </p:spPr>
        <p:txBody>
          <a:bodyPr wrap="square" rtlCol="0">
            <a:noAutofit/>
          </a:bodyPr>
          <a:p>
            <a:r>
              <a:rPr lang="zh-CN" altLang="en-US"/>
              <a:t>注意：按照前面给出的键盘图，键码应该是这个表（横向</a:t>
            </a:r>
            <a:r>
              <a:rPr lang="en-US" altLang="zh-CN"/>
              <a:t>Z</a:t>
            </a:r>
            <a:r>
              <a:rPr lang="zh-CN" altLang="en-US"/>
              <a:t>字型），但是按照程序里最后给出的简码表，键盘编码应该是竖向</a:t>
            </a:r>
            <a:r>
              <a:rPr lang="en-US" altLang="zh-CN"/>
              <a:t>Z</a:t>
            </a:r>
            <a:r>
              <a:rPr lang="zh-CN" altLang="en-US"/>
              <a:t>字型</a:t>
            </a:r>
            <a:endParaRPr lang="zh-CN" altLang="en-US"/>
          </a:p>
        </p:txBody>
      </p:sp>
    </p:spTree>
  </p:cSld>
  <p:clrMapOvr>
    <a:masterClrMapping/>
  </p:clrMapOvr>
  <p:transition spd="slow">
    <p:zoom/>
  </p:transition>
</p:sld>
</file>

<file path=ppt/slides/slide1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80899" name="Rectangle 3"/>
          <p:cNvSpPr>
            <a:spLocks noGrp="1" noChangeArrowheads="1"/>
          </p:cNvSpPr>
          <p:nvPr>
            <p:ph idx="1"/>
          </p:nvPr>
        </p:nvSpPr>
        <p:spPr>
          <a:xfrm>
            <a:off x="452438" y="228600"/>
            <a:ext cx="8280400" cy="1827213"/>
          </a:xfrm>
          <a:ln>
            <a:miter/>
          </a:ln>
        </p:spPr>
        <p:txBody>
          <a:bodyPr vert="horz" wrap="square" lIns="91440" tIns="45720" rIns="91440" bIns="45720" numCol="1" anchor="t" anchorCtr="0" compatLnSpc="1"/>
          <a:lstStyle/>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zh-CN" altLang="en-US" sz="4000" b="1" i="0" u="none" strike="noStrike" kern="1200" cap="none" spc="0" normalizeH="0" baseline="0" noProof="0" dirty="0">
                <a:ln>
                  <a:noFill/>
                </a:ln>
                <a:solidFill>
                  <a:srgbClr val="C00000"/>
                </a:solidFill>
                <a:effectLst/>
                <a:uLnTx/>
                <a:uFillTx/>
                <a:latin typeface="+mj-ea"/>
                <a:ea typeface="+mj-ea"/>
                <a:cs typeface="+mn-cs"/>
              </a:rPr>
              <a:t>例</a:t>
            </a:r>
            <a:r>
              <a:rPr kumimoji="1" lang="en-US" altLang="zh-CN" sz="4000" b="1" i="0" u="none" strike="noStrike" kern="1200" cap="none" spc="0" normalizeH="0" baseline="0" noProof="0" dirty="0">
                <a:ln>
                  <a:noFill/>
                </a:ln>
                <a:solidFill>
                  <a:srgbClr val="C00000"/>
                </a:solidFill>
                <a:effectLst/>
                <a:uLnTx/>
                <a:uFillTx/>
                <a:latin typeface="+mj-ea"/>
                <a:ea typeface="+mj-ea"/>
                <a:cs typeface="+mn-cs"/>
              </a:rPr>
              <a:t>4</a:t>
            </a:r>
            <a:r>
              <a:rPr kumimoji="1" lang="zh-CN" altLang="en-US" sz="4000" b="1" i="0" u="none" strike="noStrike" kern="1200" cap="none" spc="0" normalizeH="0" baseline="0" noProof="0" dirty="0">
                <a:ln>
                  <a:noFill/>
                </a:ln>
                <a:solidFill>
                  <a:srgbClr val="C00000"/>
                </a:solidFill>
                <a:effectLst/>
                <a:uLnTx/>
                <a:uFillTx/>
                <a:latin typeface="+mj-ea"/>
                <a:ea typeface="+mj-ea"/>
                <a:cs typeface="+mn-cs"/>
              </a:rPr>
              <a:t>：</a:t>
            </a:r>
            <a:endParaRPr kumimoji="1" lang="en-US" altLang="zh-CN" sz="4000" b="1" i="0" u="none" strike="noStrike" kern="1200" cap="none" spc="0" normalizeH="0" baseline="0" noProof="0" dirty="0">
              <a:ln>
                <a:noFill/>
              </a:ln>
              <a:solidFill>
                <a:srgbClr val="C00000"/>
              </a:solidFill>
              <a:effectLst/>
              <a:uLnTx/>
              <a:uFillTx/>
              <a:latin typeface="+mj-ea"/>
              <a:ea typeface="+mj-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en-US" altLang="zh-CN" sz="28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8255</a:t>
            </a:r>
            <a:r>
              <a:rPr kumimoji="1" lang="zh-CN" altLang="en-US" sz="28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与打印机连接的硬软件设计</a:t>
            </a:r>
            <a:endParaRPr kumimoji="1" lang="zh-CN" altLang="en-US" sz="28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1" lang="zh-CN" altLang="en-US" sz="28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查询式，用</a:t>
            </a:r>
            <a:r>
              <a:rPr kumimoji="1" lang="en-US" altLang="zh-CN" sz="28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C</a:t>
            </a:r>
            <a:r>
              <a:rPr kumimoji="1" lang="zh-CN" altLang="en-US" sz="28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口的一些位做工作状态</a:t>
            </a:r>
            <a:r>
              <a:rPr kumimoji="1" lang="zh-CN" altLang="en-US" sz="2800" b="1" i="0" u="none" strike="noStrike" kern="1200" cap="none" spc="0" normalizeH="0" baseline="0" noProof="0" dirty="0">
                <a:ln>
                  <a:noFill/>
                </a:ln>
                <a:solidFill>
                  <a:srgbClr val="FF3300"/>
                </a:solidFill>
                <a:effectLst/>
                <a:uLnTx/>
                <a:uFillTx/>
                <a:latin typeface="宋体" panose="02010600030101010101" pitchFamily="2" charset="-122"/>
                <a:ea typeface="+mn-ea"/>
                <a:cs typeface="+mn-cs"/>
              </a:rPr>
              <a:t>（灵活应用！）</a:t>
            </a:r>
            <a:endParaRPr kumimoji="1" lang="zh-CN" altLang="en-US" sz="2800" b="1" i="0" u="none" strike="noStrike" kern="1200" cap="none" spc="0" normalizeH="0" baseline="0" noProof="0" dirty="0">
              <a:ln>
                <a:noFill/>
              </a:ln>
              <a:solidFill>
                <a:srgbClr val="FF3300"/>
              </a:solidFill>
              <a:effectLst/>
              <a:uLnTx/>
              <a:uFillTx/>
              <a:latin typeface="宋体" panose="02010600030101010101" pitchFamily="2" charset="-122"/>
              <a:ea typeface="+mn-ea"/>
              <a:cs typeface="+mn-cs"/>
            </a:endParaRPr>
          </a:p>
        </p:txBody>
      </p:sp>
      <p:sp>
        <p:nvSpPr>
          <p:cNvPr id="216067" name="Text Box 4"/>
          <p:cNvSpPr txBox="1"/>
          <p:nvPr/>
        </p:nvSpPr>
        <p:spPr>
          <a:xfrm>
            <a:off x="4364038" y="6021388"/>
            <a:ext cx="3657600" cy="457200"/>
          </a:xfrm>
          <a:prstGeom prst="rect">
            <a:avLst/>
          </a:prstGeom>
          <a:noFill/>
          <a:ln w="9525">
            <a:noFill/>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None/>
            </a:pPr>
            <a:r>
              <a:rPr lang="zh-CN" altLang="en-US" sz="2400" b="0" dirty="0">
                <a:solidFill>
                  <a:schemeClr val="tx1"/>
                </a:solidFill>
                <a:latin typeface="Times New Roman" panose="02020603050405020304" pitchFamily="18" charset="0"/>
              </a:rPr>
              <a:t>      </a:t>
            </a:r>
            <a:r>
              <a:rPr lang="en-US" altLang="zh-CN" sz="2400" b="0" dirty="0">
                <a:solidFill>
                  <a:schemeClr val="tx1"/>
                </a:solidFill>
                <a:latin typeface="Times New Roman" panose="02020603050405020304" pitchFamily="18" charset="0"/>
              </a:rPr>
              <a:t>8255</a:t>
            </a:r>
            <a:r>
              <a:rPr lang="zh-CN" altLang="en-US" sz="2400" b="0" dirty="0">
                <a:solidFill>
                  <a:schemeClr val="tx1"/>
                </a:solidFill>
                <a:latin typeface="Times New Roman" panose="02020603050405020304" pitchFamily="18" charset="0"/>
              </a:rPr>
              <a:t>与打印机的连接</a:t>
            </a:r>
            <a:r>
              <a:rPr lang="zh-CN" altLang="en-US" sz="2000" b="0" dirty="0">
                <a:solidFill>
                  <a:schemeClr val="tx1"/>
                </a:solidFill>
                <a:latin typeface="Times New Roman" panose="02020603050405020304" pitchFamily="18" charset="0"/>
              </a:rPr>
              <a:t> </a:t>
            </a:r>
            <a:endParaRPr lang="zh-CN" altLang="en-US" sz="2000" b="0" dirty="0">
              <a:solidFill>
                <a:schemeClr val="tx1"/>
              </a:solidFill>
              <a:latin typeface="Times New Roman" panose="02020603050405020304" pitchFamily="18" charset="0"/>
            </a:endParaRPr>
          </a:p>
        </p:txBody>
      </p:sp>
      <p:sp>
        <p:nvSpPr>
          <p:cNvPr id="216068" name="Text Box 6"/>
          <p:cNvSpPr txBox="1"/>
          <p:nvPr/>
        </p:nvSpPr>
        <p:spPr>
          <a:xfrm>
            <a:off x="531813" y="2133600"/>
            <a:ext cx="3025775" cy="2292350"/>
          </a:xfrm>
          <a:prstGeom prst="rect">
            <a:avLst/>
          </a:prstGeom>
          <a:solidFill>
            <a:srgbClr val="00FF00">
              <a:alpha val="47842"/>
            </a:srgbClr>
          </a:solidFill>
          <a:ln w="9525" cap="flat" cmpd="sng">
            <a:solidFill>
              <a:schemeClr val="tx1"/>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None/>
            </a:pPr>
            <a:r>
              <a:rPr lang="en-US" altLang="zh-CN" sz="2000" b="0" dirty="0">
                <a:solidFill>
                  <a:schemeClr val="tx1"/>
                </a:solidFill>
                <a:latin typeface="Times New Roman" panose="02020603050405020304" pitchFamily="18" charset="0"/>
              </a:rPr>
              <a:t>  </a:t>
            </a:r>
            <a:r>
              <a:rPr lang="zh-CN" altLang="en-US" sz="2400" b="0" dirty="0">
                <a:solidFill>
                  <a:schemeClr val="tx1"/>
                </a:solidFill>
                <a:latin typeface="Times New Roman" panose="02020603050405020304" pitchFamily="18" charset="0"/>
              </a:rPr>
              <a:t>在使用中打印机的很多控制线中只使用少数的几个控制信号就可以满足正确打印的要求，其它信号线可以不要。</a:t>
            </a:r>
            <a:endParaRPr lang="zh-CN" altLang="en-US" sz="2400" b="0" dirty="0">
              <a:solidFill>
                <a:srgbClr val="FF3300"/>
              </a:solidFill>
              <a:latin typeface="Times New Roman" panose="02020603050405020304" pitchFamily="18" charset="0"/>
            </a:endParaRPr>
          </a:p>
        </p:txBody>
      </p:sp>
      <p:grpSp>
        <p:nvGrpSpPr>
          <p:cNvPr id="216069" name="Group 97"/>
          <p:cNvGrpSpPr/>
          <p:nvPr/>
        </p:nvGrpSpPr>
        <p:grpSpPr>
          <a:xfrm>
            <a:off x="4205288" y="2852738"/>
            <a:ext cx="4398962" cy="2655887"/>
            <a:chOff x="2064" y="1842"/>
            <a:chExt cx="2771" cy="1673"/>
          </a:xfrm>
        </p:grpSpPr>
        <p:sp>
          <p:nvSpPr>
            <p:cNvPr id="216071" name="AutoShape 52"/>
            <p:cNvSpPr>
              <a:spLocks noChangeAspect="1" noTextEdit="1"/>
            </p:cNvSpPr>
            <p:nvPr/>
          </p:nvSpPr>
          <p:spPr>
            <a:xfrm>
              <a:off x="2064" y="1842"/>
              <a:ext cx="2771" cy="1673"/>
            </a:xfrm>
            <a:prstGeom prst="rect">
              <a:avLst/>
            </a:prstGeom>
            <a:noFill/>
            <a:ln w="9525">
              <a:noFill/>
            </a:ln>
          </p:spPr>
          <p:txBody>
            <a:bodyPr/>
            <a:p>
              <a:endParaRPr lang="zh-CN" altLang="en-US"/>
            </a:p>
          </p:txBody>
        </p:sp>
        <p:sp>
          <p:nvSpPr>
            <p:cNvPr id="216072" name="Rectangle 54"/>
            <p:cNvSpPr/>
            <p:nvPr/>
          </p:nvSpPr>
          <p:spPr>
            <a:xfrm>
              <a:off x="2765" y="1887"/>
              <a:ext cx="735" cy="1583"/>
            </a:xfrm>
            <a:prstGeom prst="rect">
              <a:avLst/>
            </a:prstGeom>
            <a:solidFill>
              <a:srgbClr val="FFFFFF"/>
            </a:solidFill>
            <a:ln w="17463"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16073" name="Rectangle 55"/>
            <p:cNvSpPr/>
            <p:nvPr/>
          </p:nvSpPr>
          <p:spPr>
            <a:xfrm>
              <a:off x="2999" y="3258"/>
              <a:ext cx="32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8255</a:t>
              </a:r>
              <a:endParaRPr lang="en-US" altLang="zh-CN" sz="1800" b="0" dirty="0">
                <a:solidFill>
                  <a:schemeClr val="tx1"/>
                </a:solidFill>
                <a:latin typeface="Arial" panose="020B0604020202020204" pitchFamily="34" charset="0"/>
              </a:endParaRPr>
            </a:p>
          </p:txBody>
        </p:sp>
        <p:sp>
          <p:nvSpPr>
            <p:cNvPr id="216074" name="Rectangle 56"/>
            <p:cNvSpPr/>
            <p:nvPr/>
          </p:nvSpPr>
          <p:spPr>
            <a:xfrm>
              <a:off x="3221" y="1953"/>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16075" name="Rectangle 57"/>
            <p:cNvSpPr/>
            <p:nvPr/>
          </p:nvSpPr>
          <p:spPr>
            <a:xfrm>
              <a:off x="3411" y="2031"/>
              <a:ext cx="58" cy="1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216076" name="Line 58"/>
            <p:cNvSpPr/>
            <p:nvPr/>
          </p:nvSpPr>
          <p:spPr>
            <a:xfrm flipH="1">
              <a:off x="3500" y="2043"/>
              <a:ext cx="422" cy="0"/>
            </a:xfrm>
            <a:prstGeom prst="line">
              <a:avLst/>
            </a:prstGeom>
            <a:ln w="17463" cap="flat" cmpd="sng">
              <a:solidFill>
                <a:srgbClr val="000000"/>
              </a:solidFill>
              <a:prstDash val="solid"/>
              <a:headEnd type="none" w="med" len="med"/>
              <a:tailEnd type="none" w="med" len="med"/>
            </a:ln>
          </p:spPr>
        </p:sp>
        <p:sp>
          <p:nvSpPr>
            <p:cNvPr id="216077" name="Freeform 59"/>
            <p:cNvSpPr/>
            <p:nvPr/>
          </p:nvSpPr>
          <p:spPr>
            <a:xfrm>
              <a:off x="3789" y="2020"/>
              <a:ext cx="133" cy="56"/>
            </a:xfrm>
            <a:custGeom>
              <a:avLst/>
              <a:gdLst/>
              <a:ahLst/>
              <a:cxnLst>
                <a:cxn ang="0">
                  <a:pos x="0" y="0"/>
                </a:cxn>
                <a:cxn ang="0">
                  <a:pos x="22" y="23"/>
                </a:cxn>
                <a:cxn ang="0">
                  <a:pos x="0" y="56"/>
                </a:cxn>
                <a:cxn ang="0">
                  <a:pos x="133" y="23"/>
                </a:cxn>
                <a:cxn ang="0">
                  <a:pos x="0" y="0"/>
                </a:cxn>
              </a:cxnLst>
              <a:pathLst>
                <a:path w="133" h="56">
                  <a:moveTo>
                    <a:pt x="0" y="0"/>
                  </a:moveTo>
                  <a:lnTo>
                    <a:pt x="22" y="23"/>
                  </a:lnTo>
                  <a:lnTo>
                    <a:pt x="0" y="56"/>
                  </a:lnTo>
                  <a:lnTo>
                    <a:pt x="133" y="23"/>
                  </a:lnTo>
                  <a:lnTo>
                    <a:pt x="0" y="0"/>
                  </a:lnTo>
                  <a:close/>
                </a:path>
              </a:pathLst>
            </a:custGeom>
            <a:solidFill>
              <a:srgbClr val="000000">
                <a:alpha val="100000"/>
              </a:srgbClr>
            </a:solidFill>
            <a:ln w="17463" cap="flat" cmpd="sng">
              <a:solidFill>
                <a:srgbClr val="000000">
                  <a:alpha val="100000"/>
                </a:srgbClr>
              </a:solidFill>
              <a:prstDash val="solid"/>
              <a:round/>
              <a:headEnd type="none" w="med" len="med"/>
              <a:tailEnd type="none" w="med" len="med"/>
            </a:ln>
          </p:spPr>
          <p:txBody>
            <a:bodyPr/>
            <a:p>
              <a:endParaRPr lang="zh-CN" altLang="en-US"/>
            </a:p>
          </p:txBody>
        </p:sp>
        <p:sp>
          <p:nvSpPr>
            <p:cNvPr id="216078" name="Freeform 60"/>
            <p:cNvSpPr/>
            <p:nvPr/>
          </p:nvSpPr>
          <p:spPr>
            <a:xfrm>
              <a:off x="2353" y="2578"/>
              <a:ext cx="412" cy="212"/>
            </a:xfrm>
            <a:custGeom>
              <a:avLst/>
              <a:gdLst/>
              <a:ahLst/>
              <a:cxnLst>
                <a:cxn ang="0">
                  <a:pos x="100" y="34"/>
                </a:cxn>
                <a:cxn ang="0">
                  <a:pos x="100" y="0"/>
                </a:cxn>
                <a:cxn ang="0">
                  <a:pos x="0" y="101"/>
                </a:cxn>
                <a:cxn ang="0">
                  <a:pos x="100" y="212"/>
                </a:cxn>
                <a:cxn ang="0">
                  <a:pos x="100" y="167"/>
                </a:cxn>
                <a:cxn ang="0">
                  <a:pos x="312" y="167"/>
                </a:cxn>
                <a:cxn ang="0">
                  <a:pos x="312" y="212"/>
                </a:cxn>
                <a:cxn ang="0">
                  <a:pos x="412" y="101"/>
                </a:cxn>
                <a:cxn ang="0">
                  <a:pos x="312" y="0"/>
                </a:cxn>
                <a:cxn ang="0">
                  <a:pos x="312" y="34"/>
                </a:cxn>
                <a:cxn ang="0">
                  <a:pos x="100" y="34"/>
                </a:cxn>
              </a:cxnLst>
              <a:pathLst>
                <a:path w="412" h="212">
                  <a:moveTo>
                    <a:pt x="100" y="34"/>
                  </a:moveTo>
                  <a:lnTo>
                    <a:pt x="100" y="0"/>
                  </a:lnTo>
                  <a:lnTo>
                    <a:pt x="0" y="101"/>
                  </a:lnTo>
                  <a:lnTo>
                    <a:pt x="100" y="212"/>
                  </a:lnTo>
                  <a:lnTo>
                    <a:pt x="100" y="167"/>
                  </a:lnTo>
                  <a:lnTo>
                    <a:pt x="312" y="167"/>
                  </a:lnTo>
                  <a:lnTo>
                    <a:pt x="312" y="212"/>
                  </a:lnTo>
                  <a:lnTo>
                    <a:pt x="412" y="101"/>
                  </a:lnTo>
                  <a:lnTo>
                    <a:pt x="312" y="0"/>
                  </a:lnTo>
                  <a:lnTo>
                    <a:pt x="312" y="34"/>
                  </a:lnTo>
                  <a:lnTo>
                    <a:pt x="100" y="34"/>
                  </a:lnTo>
                  <a:close/>
                </a:path>
              </a:pathLst>
            </a:custGeom>
            <a:solidFill>
              <a:srgbClr val="FFFFFF">
                <a:alpha val="100000"/>
              </a:srgbClr>
            </a:solidFill>
            <a:ln w="17463" cap="flat" cmpd="sng">
              <a:solidFill>
                <a:srgbClr val="000000">
                  <a:alpha val="100000"/>
                </a:srgbClr>
              </a:solidFill>
              <a:prstDash val="solid"/>
              <a:round/>
              <a:headEnd type="none" w="med" len="med"/>
              <a:tailEnd type="none" w="med" len="med"/>
            </a:ln>
          </p:spPr>
          <p:txBody>
            <a:bodyPr/>
            <a:p>
              <a:endParaRPr lang="zh-CN" altLang="en-US"/>
            </a:p>
          </p:txBody>
        </p:sp>
        <p:sp>
          <p:nvSpPr>
            <p:cNvPr id="216079" name="Rectangle 61"/>
            <p:cNvSpPr/>
            <p:nvPr/>
          </p:nvSpPr>
          <p:spPr>
            <a:xfrm>
              <a:off x="3221" y="2165"/>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16080" name="Rectangle 62"/>
            <p:cNvSpPr/>
            <p:nvPr/>
          </p:nvSpPr>
          <p:spPr>
            <a:xfrm>
              <a:off x="3411" y="2243"/>
              <a:ext cx="58" cy="1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216081" name="Rectangle 63"/>
            <p:cNvSpPr/>
            <p:nvPr/>
          </p:nvSpPr>
          <p:spPr>
            <a:xfrm>
              <a:off x="3221" y="2489"/>
              <a:ext cx="1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PA</a:t>
              </a:r>
              <a:endParaRPr lang="en-US" altLang="zh-CN" sz="1800" b="0" dirty="0">
                <a:solidFill>
                  <a:schemeClr val="tx1"/>
                </a:solidFill>
                <a:latin typeface="Arial" panose="020B0604020202020204" pitchFamily="34" charset="0"/>
              </a:endParaRPr>
            </a:p>
          </p:txBody>
        </p:sp>
        <p:sp>
          <p:nvSpPr>
            <p:cNvPr id="216082" name="Rectangle 64"/>
            <p:cNvSpPr/>
            <p:nvPr/>
          </p:nvSpPr>
          <p:spPr>
            <a:xfrm>
              <a:off x="3411" y="2555"/>
              <a:ext cx="58" cy="1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Times" charset="0"/>
                </a:rPr>
                <a:t>7</a:t>
              </a:r>
              <a:endParaRPr lang="en-US" altLang="zh-CN" sz="1800" b="0" dirty="0">
                <a:solidFill>
                  <a:schemeClr val="tx1"/>
                </a:solidFill>
                <a:latin typeface="Arial" panose="020B0604020202020204" pitchFamily="34" charset="0"/>
              </a:endParaRPr>
            </a:p>
          </p:txBody>
        </p:sp>
        <p:sp>
          <p:nvSpPr>
            <p:cNvPr id="216083" name="Rectangle 65"/>
            <p:cNvSpPr/>
            <p:nvPr/>
          </p:nvSpPr>
          <p:spPr>
            <a:xfrm>
              <a:off x="3232" y="2857"/>
              <a:ext cx="20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PC</a:t>
              </a:r>
              <a:endParaRPr lang="en-US" altLang="zh-CN" sz="1800" b="0" dirty="0">
                <a:solidFill>
                  <a:schemeClr val="tx1"/>
                </a:solidFill>
                <a:latin typeface="Arial" panose="020B0604020202020204" pitchFamily="34" charset="0"/>
              </a:endParaRPr>
            </a:p>
          </p:txBody>
        </p:sp>
        <p:sp>
          <p:nvSpPr>
            <p:cNvPr id="216084" name="Rectangle 66"/>
            <p:cNvSpPr/>
            <p:nvPr/>
          </p:nvSpPr>
          <p:spPr>
            <a:xfrm>
              <a:off x="3399" y="2923"/>
              <a:ext cx="58" cy="1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Times" charset="0"/>
                </a:rPr>
                <a:t>6</a:t>
              </a:r>
              <a:endParaRPr lang="en-US" altLang="zh-CN" sz="1800" b="0" dirty="0">
                <a:solidFill>
                  <a:schemeClr val="tx1"/>
                </a:solidFill>
                <a:latin typeface="Arial" panose="020B0604020202020204" pitchFamily="34" charset="0"/>
              </a:endParaRPr>
            </a:p>
          </p:txBody>
        </p:sp>
        <p:sp>
          <p:nvSpPr>
            <p:cNvPr id="216085" name="Rectangle 67"/>
            <p:cNvSpPr/>
            <p:nvPr/>
          </p:nvSpPr>
          <p:spPr>
            <a:xfrm>
              <a:off x="3232" y="3069"/>
              <a:ext cx="200"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PC</a:t>
              </a:r>
              <a:endParaRPr lang="en-US" altLang="zh-CN" sz="1800" b="0" dirty="0">
                <a:solidFill>
                  <a:schemeClr val="tx1"/>
                </a:solidFill>
                <a:latin typeface="Arial" panose="020B0604020202020204" pitchFamily="34" charset="0"/>
              </a:endParaRPr>
            </a:p>
          </p:txBody>
        </p:sp>
        <p:sp>
          <p:nvSpPr>
            <p:cNvPr id="216086" name="Rectangle 68"/>
            <p:cNvSpPr/>
            <p:nvPr/>
          </p:nvSpPr>
          <p:spPr>
            <a:xfrm>
              <a:off x="3399" y="3135"/>
              <a:ext cx="58" cy="1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216087" name="Rectangle 69"/>
            <p:cNvSpPr/>
            <p:nvPr/>
          </p:nvSpPr>
          <p:spPr>
            <a:xfrm>
              <a:off x="2164" y="2332"/>
              <a:ext cx="14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rgbClr val="000000"/>
                  </a:solidFill>
                  <a:latin typeface="宋体" panose="02010600030101010101" pitchFamily="2" charset="-122"/>
                </a:rPr>
                <a:t>系</a:t>
              </a:r>
              <a:endParaRPr lang="zh-CN" altLang="en-US" sz="1800" b="0" dirty="0">
                <a:solidFill>
                  <a:schemeClr val="tx1"/>
                </a:solidFill>
                <a:latin typeface="Arial" panose="020B0604020202020204" pitchFamily="34" charset="0"/>
              </a:endParaRPr>
            </a:p>
          </p:txBody>
        </p:sp>
        <p:sp>
          <p:nvSpPr>
            <p:cNvPr id="216088" name="Rectangle 70"/>
            <p:cNvSpPr/>
            <p:nvPr/>
          </p:nvSpPr>
          <p:spPr>
            <a:xfrm>
              <a:off x="2164" y="2511"/>
              <a:ext cx="14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rgbClr val="000000"/>
                  </a:solidFill>
                  <a:latin typeface="宋体" panose="02010600030101010101" pitchFamily="2" charset="-122"/>
                </a:rPr>
                <a:t>统</a:t>
              </a:r>
              <a:endParaRPr lang="zh-CN" altLang="en-US" sz="1800" b="0" dirty="0">
                <a:solidFill>
                  <a:schemeClr val="tx1"/>
                </a:solidFill>
                <a:latin typeface="Arial" panose="020B0604020202020204" pitchFamily="34" charset="0"/>
              </a:endParaRPr>
            </a:p>
          </p:txBody>
        </p:sp>
        <p:sp>
          <p:nvSpPr>
            <p:cNvPr id="216089" name="Rectangle 71"/>
            <p:cNvSpPr/>
            <p:nvPr/>
          </p:nvSpPr>
          <p:spPr>
            <a:xfrm>
              <a:off x="2164" y="2689"/>
              <a:ext cx="14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rgbClr val="000000"/>
                  </a:solidFill>
                  <a:latin typeface="宋体" panose="02010600030101010101" pitchFamily="2" charset="-122"/>
                </a:rPr>
                <a:t>总</a:t>
              </a:r>
              <a:endParaRPr lang="zh-CN" altLang="en-US" sz="1800" b="0" dirty="0">
                <a:solidFill>
                  <a:schemeClr val="tx1"/>
                </a:solidFill>
                <a:latin typeface="Arial" panose="020B0604020202020204" pitchFamily="34" charset="0"/>
              </a:endParaRPr>
            </a:p>
          </p:txBody>
        </p:sp>
        <p:sp>
          <p:nvSpPr>
            <p:cNvPr id="216090" name="Rectangle 72"/>
            <p:cNvSpPr/>
            <p:nvPr/>
          </p:nvSpPr>
          <p:spPr>
            <a:xfrm>
              <a:off x="2164" y="2868"/>
              <a:ext cx="14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rgbClr val="000000"/>
                  </a:solidFill>
                  <a:latin typeface="宋体" panose="02010600030101010101" pitchFamily="2" charset="-122"/>
                </a:rPr>
                <a:t>线</a:t>
              </a:r>
              <a:endParaRPr lang="zh-CN" altLang="en-US" sz="1800" b="0" dirty="0">
                <a:solidFill>
                  <a:schemeClr val="tx1"/>
                </a:solidFill>
                <a:latin typeface="Arial" panose="020B0604020202020204" pitchFamily="34" charset="0"/>
              </a:endParaRPr>
            </a:p>
          </p:txBody>
        </p:sp>
        <p:sp>
          <p:nvSpPr>
            <p:cNvPr id="216091" name="Rectangle 73"/>
            <p:cNvSpPr/>
            <p:nvPr/>
          </p:nvSpPr>
          <p:spPr>
            <a:xfrm>
              <a:off x="3922" y="1942"/>
              <a:ext cx="735" cy="1372"/>
            </a:xfrm>
            <a:prstGeom prst="rect">
              <a:avLst/>
            </a:prstGeom>
            <a:solidFill>
              <a:srgbClr val="FFFFFF"/>
            </a:solidFill>
            <a:ln w="17463" cap="flat" cmpd="sng">
              <a:solidFill>
                <a:srgbClr val="000000"/>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endParaRPr lang="zh-CN" altLang="en-US" sz="1800" b="0" dirty="0">
                <a:solidFill>
                  <a:schemeClr val="tx1"/>
                </a:solidFill>
                <a:latin typeface="Arial" panose="020B0604020202020204" pitchFamily="34" charset="0"/>
              </a:endParaRPr>
            </a:p>
          </p:txBody>
        </p:sp>
        <p:sp>
          <p:nvSpPr>
            <p:cNvPr id="216092" name="Rectangle 74"/>
            <p:cNvSpPr/>
            <p:nvPr/>
          </p:nvSpPr>
          <p:spPr>
            <a:xfrm>
              <a:off x="3956" y="1953"/>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D</a:t>
              </a:r>
              <a:endParaRPr lang="en-US" altLang="zh-CN" sz="1800" b="0" dirty="0">
                <a:solidFill>
                  <a:schemeClr val="tx1"/>
                </a:solidFill>
                <a:latin typeface="Arial" panose="020B0604020202020204" pitchFamily="34" charset="0"/>
              </a:endParaRPr>
            </a:p>
          </p:txBody>
        </p:sp>
        <p:sp>
          <p:nvSpPr>
            <p:cNvPr id="216093" name="Rectangle 75"/>
            <p:cNvSpPr/>
            <p:nvPr/>
          </p:nvSpPr>
          <p:spPr>
            <a:xfrm>
              <a:off x="4056" y="2031"/>
              <a:ext cx="58" cy="1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Times" charset="0"/>
                </a:rPr>
                <a:t>0</a:t>
              </a:r>
              <a:endParaRPr lang="en-US" altLang="zh-CN" sz="1800" b="0" dirty="0">
                <a:solidFill>
                  <a:schemeClr val="tx1"/>
                </a:solidFill>
                <a:latin typeface="Arial" panose="020B0604020202020204" pitchFamily="34" charset="0"/>
              </a:endParaRPr>
            </a:p>
          </p:txBody>
        </p:sp>
        <p:sp>
          <p:nvSpPr>
            <p:cNvPr id="216094" name="Rectangle 76"/>
            <p:cNvSpPr/>
            <p:nvPr/>
          </p:nvSpPr>
          <p:spPr>
            <a:xfrm>
              <a:off x="3956" y="2165"/>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D</a:t>
              </a:r>
              <a:endParaRPr lang="en-US" altLang="zh-CN" sz="1800" b="0" dirty="0">
                <a:solidFill>
                  <a:schemeClr val="tx1"/>
                </a:solidFill>
                <a:latin typeface="Arial" panose="020B0604020202020204" pitchFamily="34" charset="0"/>
              </a:endParaRPr>
            </a:p>
          </p:txBody>
        </p:sp>
        <p:sp>
          <p:nvSpPr>
            <p:cNvPr id="216095" name="Rectangle 77"/>
            <p:cNvSpPr/>
            <p:nvPr/>
          </p:nvSpPr>
          <p:spPr>
            <a:xfrm>
              <a:off x="4056" y="2243"/>
              <a:ext cx="58" cy="1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Times" charset="0"/>
                </a:rPr>
                <a:t>1</a:t>
              </a:r>
              <a:endParaRPr lang="en-US" altLang="zh-CN" sz="1800" b="0" dirty="0">
                <a:solidFill>
                  <a:schemeClr val="tx1"/>
                </a:solidFill>
                <a:latin typeface="Arial" panose="020B0604020202020204" pitchFamily="34" charset="0"/>
              </a:endParaRPr>
            </a:p>
          </p:txBody>
        </p:sp>
        <p:sp>
          <p:nvSpPr>
            <p:cNvPr id="216096" name="Rectangle 78"/>
            <p:cNvSpPr/>
            <p:nvPr/>
          </p:nvSpPr>
          <p:spPr>
            <a:xfrm>
              <a:off x="3956" y="2489"/>
              <a:ext cx="10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D</a:t>
              </a:r>
              <a:endParaRPr lang="en-US" altLang="zh-CN" sz="1800" b="0" dirty="0">
                <a:solidFill>
                  <a:schemeClr val="tx1"/>
                </a:solidFill>
                <a:latin typeface="Arial" panose="020B0604020202020204" pitchFamily="34" charset="0"/>
              </a:endParaRPr>
            </a:p>
          </p:txBody>
        </p:sp>
        <p:sp>
          <p:nvSpPr>
            <p:cNvPr id="216097" name="Rectangle 79"/>
            <p:cNvSpPr/>
            <p:nvPr/>
          </p:nvSpPr>
          <p:spPr>
            <a:xfrm>
              <a:off x="4056" y="2555"/>
              <a:ext cx="58" cy="125"/>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300" b="0" dirty="0">
                  <a:solidFill>
                    <a:srgbClr val="000000"/>
                  </a:solidFill>
                  <a:latin typeface="Times" charset="0"/>
                </a:rPr>
                <a:t>7</a:t>
              </a:r>
              <a:endParaRPr lang="en-US" altLang="zh-CN" sz="1800" b="0" dirty="0">
                <a:solidFill>
                  <a:schemeClr val="tx1"/>
                </a:solidFill>
                <a:latin typeface="Arial" panose="020B0604020202020204" pitchFamily="34" charset="0"/>
              </a:endParaRPr>
            </a:p>
          </p:txBody>
        </p:sp>
        <p:sp>
          <p:nvSpPr>
            <p:cNvPr id="216098" name="Line 80"/>
            <p:cNvSpPr/>
            <p:nvPr/>
          </p:nvSpPr>
          <p:spPr>
            <a:xfrm flipH="1">
              <a:off x="3500" y="2255"/>
              <a:ext cx="422" cy="0"/>
            </a:xfrm>
            <a:prstGeom prst="line">
              <a:avLst/>
            </a:prstGeom>
            <a:ln w="17463" cap="flat" cmpd="sng">
              <a:solidFill>
                <a:srgbClr val="000000"/>
              </a:solidFill>
              <a:prstDash val="solid"/>
              <a:headEnd type="none" w="med" len="med"/>
              <a:tailEnd type="none" w="med" len="med"/>
            </a:ln>
          </p:spPr>
        </p:sp>
        <p:sp>
          <p:nvSpPr>
            <p:cNvPr id="216099" name="Line 81"/>
            <p:cNvSpPr/>
            <p:nvPr/>
          </p:nvSpPr>
          <p:spPr>
            <a:xfrm flipH="1">
              <a:off x="3500" y="2659"/>
              <a:ext cx="422" cy="0"/>
            </a:xfrm>
            <a:prstGeom prst="line">
              <a:avLst/>
            </a:prstGeom>
            <a:ln w="17463" cap="flat" cmpd="sng">
              <a:solidFill>
                <a:srgbClr val="000000"/>
              </a:solidFill>
              <a:prstDash val="solid"/>
              <a:headEnd type="none" w="med" len="med"/>
              <a:tailEnd type="none" w="med" len="med"/>
            </a:ln>
          </p:spPr>
        </p:sp>
        <p:sp>
          <p:nvSpPr>
            <p:cNvPr id="216100" name="Line 82"/>
            <p:cNvSpPr/>
            <p:nvPr/>
          </p:nvSpPr>
          <p:spPr>
            <a:xfrm flipH="1">
              <a:off x="3500" y="2946"/>
              <a:ext cx="422" cy="0"/>
            </a:xfrm>
            <a:prstGeom prst="line">
              <a:avLst/>
            </a:prstGeom>
            <a:ln w="17463" cap="flat" cmpd="sng">
              <a:solidFill>
                <a:srgbClr val="000000"/>
              </a:solidFill>
              <a:prstDash val="solid"/>
              <a:headEnd type="none" w="med" len="med"/>
              <a:tailEnd type="none" w="med" len="med"/>
            </a:ln>
          </p:spPr>
        </p:sp>
        <p:sp>
          <p:nvSpPr>
            <p:cNvPr id="216101" name="Line 83"/>
            <p:cNvSpPr/>
            <p:nvPr/>
          </p:nvSpPr>
          <p:spPr>
            <a:xfrm flipH="1">
              <a:off x="3500" y="3158"/>
              <a:ext cx="422" cy="0"/>
            </a:xfrm>
            <a:prstGeom prst="line">
              <a:avLst/>
            </a:prstGeom>
            <a:ln w="17463" cap="flat" cmpd="sng">
              <a:solidFill>
                <a:srgbClr val="000000"/>
              </a:solidFill>
              <a:prstDash val="solid"/>
              <a:headEnd type="none" w="med" len="med"/>
              <a:tailEnd type="none" w="med" len="med"/>
            </a:ln>
          </p:spPr>
        </p:sp>
        <p:sp>
          <p:nvSpPr>
            <p:cNvPr id="216102" name="Freeform 84"/>
            <p:cNvSpPr/>
            <p:nvPr/>
          </p:nvSpPr>
          <p:spPr>
            <a:xfrm>
              <a:off x="3789" y="2232"/>
              <a:ext cx="133" cy="56"/>
            </a:xfrm>
            <a:custGeom>
              <a:avLst/>
              <a:gdLst/>
              <a:ahLst/>
              <a:cxnLst>
                <a:cxn ang="0">
                  <a:pos x="0" y="0"/>
                </a:cxn>
                <a:cxn ang="0">
                  <a:pos x="22" y="23"/>
                </a:cxn>
                <a:cxn ang="0">
                  <a:pos x="0" y="56"/>
                </a:cxn>
                <a:cxn ang="0">
                  <a:pos x="133" y="23"/>
                </a:cxn>
                <a:cxn ang="0">
                  <a:pos x="0" y="0"/>
                </a:cxn>
              </a:cxnLst>
              <a:pathLst>
                <a:path w="133" h="56">
                  <a:moveTo>
                    <a:pt x="0" y="0"/>
                  </a:moveTo>
                  <a:lnTo>
                    <a:pt x="22" y="23"/>
                  </a:lnTo>
                  <a:lnTo>
                    <a:pt x="0" y="56"/>
                  </a:lnTo>
                  <a:lnTo>
                    <a:pt x="133" y="23"/>
                  </a:lnTo>
                  <a:lnTo>
                    <a:pt x="0" y="0"/>
                  </a:lnTo>
                  <a:close/>
                </a:path>
              </a:pathLst>
            </a:custGeom>
            <a:solidFill>
              <a:srgbClr val="000000">
                <a:alpha val="100000"/>
              </a:srgbClr>
            </a:solidFill>
            <a:ln w="17463" cap="flat" cmpd="sng">
              <a:solidFill>
                <a:srgbClr val="000000">
                  <a:alpha val="100000"/>
                </a:srgbClr>
              </a:solidFill>
              <a:prstDash val="solid"/>
              <a:round/>
              <a:headEnd type="none" w="med" len="med"/>
              <a:tailEnd type="none" w="med" len="med"/>
            </a:ln>
          </p:spPr>
          <p:txBody>
            <a:bodyPr/>
            <a:p>
              <a:endParaRPr lang="zh-CN" altLang="en-US"/>
            </a:p>
          </p:txBody>
        </p:sp>
        <p:sp>
          <p:nvSpPr>
            <p:cNvPr id="216103" name="Freeform 85"/>
            <p:cNvSpPr/>
            <p:nvPr/>
          </p:nvSpPr>
          <p:spPr>
            <a:xfrm>
              <a:off x="3789" y="2614"/>
              <a:ext cx="133" cy="55"/>
            </a:xfrm>
            <a:custGeom>
              <a:avLst/>
              <a:gdLst/>
              <a:ahLst/>
              <a:cxnLst>
                <a:cxn ang="0">
                  <a:pos x="0" y="0"/>
                </a:cxn>
                <a:cxn ang="0">
                  <a:pos x="22" y="33"/>
                </a:cxn>
                <a:cxn ang="0">
                  <a:pos x="0" y="55"/>
                </a:cxn>
                <a:cxn ang="0">
                  <a:pos x="133" y="33"/>
                </a:cxn>
                <a:cxn ang="0">
                  <a:pos x="0" y="0"/>
                </a:cxn>
              </a:cxnLst>
              <a:pathLst>
                <a:path w="133" h="55">
                  <a:moveTo>
                    <a:pt x="0" y="0"/>
                  </a:moveTo>
                  <a:lnTo>
                    <a:pt x="22" y="33"/>
                  </a:lnTo>
                  <a:lnTo>
                    <a:pt x="0" y="55"/>
                  </a:lnTo>
                  <a:lnTo>
                    <a:pt x="133" y="33"/>
                  </a:lnTo>
                  <a:lnTo>
                    <a:pt x="0" y="0"/>
                  </a:lnTo>
                  <a:close/>
                </a:path>
              </a:pathLst>
            </a:custGeom>
            <a:solidFill>
              <a:srgbClr val="000000">
                <a:alpha val="100000"/>
              </a:srgbClr>
            </a:solidFill>
            <a:ln w="17463" cap="flat" cmpd="sng">
              <a:solidFill>
                <a:srgbClr val="000000">
                  <a:alpha val="100000"/>
                </a:srgbClr>
              </a:solidFill>
              <a:prstDash val="solid"/>
              <a:round/>
              <a:headEnd type="none" w="med" len="med"/>
              <a:tailEnd type="none" w="med" len="med"/>
            </a:ln>
          </p:spPr>
          <p:txBody>
            <a:bodyPr/>
            <a:p>
              <a:endParaRPr lang="zh-CN" altLang="en-US"/>
            </a:p>
          </p:txBody>
        </p:sp>
        <p:sp>
          <p:nvSpPr>
            <p:cNvPr id="216104" name="Freeform 86"/>
            <p:cNvSpPr/>
            <p:nvPr/>
          </p:nvSpPr>
          <p:spPr>
            <a:xfrm>
              <a:off x="3789" y="2913"/>
              <a:ext cx="133" cy="55"/>
            </a:xfrm>
            <a:custGeom>
              <a:avLst/>
              <a:gdLst/>
              <a:ahLst/>
              <a:cxnLst>
                <a:cxn ang="0">
                  <a:pos x="0" y="0"/>
                </a:cxn>
                <a:cxn ang="0">
                  <a:pos x="22" y="33"/>
                </a:cxn>
                <a:cxn ang="0">
                  <a:pos x="0" y="55"/>
                </a:cxn>
                <a:cxn ang="0">
                  <a:pos x="133" y="33"/>
                </a:cxn>
                <a:cxn ang="0">
                  <a:pos x="0" y="0"/>
                </a:cxn>
              </a:cxnLst>
              <a:pathLst>
                <a:path w="133" h="55">
                  <a:moveTo>
                    <a:pt x="0" y="0"/>
                  </a:moveTo>
                  <a:lnTo>
                    <a:pt x="22" y="33"/>
                  </a:lnTo>
                  <a:lnTo>
                    <a:pt x="0" y="55"/>
                  </a:lnTo>
                  <a:lnTo>
                    <a:pt x="133" y="33"/>
                  </a:lnTo>
                  <a:lnTo>
                    <a:pt x="0" y="0"/>
                  </a:lnTo>
                  <a:close/>
                </a:path>
              </a:pathLst>
            </a:custGeom>
            <a:solidFill>
              <a:srgbClr val="000000">
                <a:alpha val="100000"/>
              </a:srgbClr>
            </a:solidFill>
            <a:ln w="17463" cap="flat" cmpd="sng">
              <a:solidFill>
                <a:srgbClr val="000000">
                  <a:alpha val="100000"/>
                </a:srgbClr>
              </a:solidFill>
              <a:prstDash val="solid"/>
              <a:round/>
              <a:headEnd type="none" w="med" len="med"/>
              <a:tailEnd type="none" w="med" len="med"/>
            </a:ln>
          </p:spPr>
          <p:txBody>
            <a:bodyPr/>
            <a:p>
              <a:endParaRPr lang="zh-CN" altLang="en-US"/>
            </a:p>
          </p:txBody>
        </p:sp>
        <p:sp>
          <p:nvSpPr>
            <p:cNvPr id="216105" name="Freeform 87"/>
            <p:cNvSpPr/>
            <p:nvPr/>
          </p:nvSpPr>
          <p:spPr>
            <a:xfrm>
              <a:off x="3500" y="3125"/>
              <a:ext cx="144" cy="55"/>
            </a:xfrm>
            <a:custGeom>
              <a:avLst/>
              <a:gdLst/>
              <a:ahLst/>
              <a:cxnLst>
                <a:cxn ang="0">
                  <a:pos x="144" y="0"/>
                </a:cxn>
                <a:cxn ang="0">
                  <a:pos x="122" y="33"/>
                </a:cxn>
                <a:cxn ang="0">
                  <a:pos x="144" y="55"/>
                </a:cxn>
                <a:cxn ang="0">
                  <a:pos x="0" y="33"/>
                </a:cxn>
                <a:cxn ang="0">
                  <a:pos x="144" y="0"/>
                </a:cxn>
              </a:cxnLst>
              <a:pathLst>
                <a:path w="144" h="55">
                  <a:moveTo>
                    <a:pt x="144" y="0"/>
                  </a:moveTo>
                  <a:lnTo>
                    <a:pt x="122" y="33"/>
                  </a:lnTo>
                  <a:lnTo>
                    <a:pt x="144" y="55"/>
                  </a:lnTo>
                  <a:lnTo>
                    <a:pt x="0" y="33"/>
                  </a:lnTo>
                  <a:lnTo>
                    <a:pt x="144" y="0"/>
                  </a:lnTo>
                  <a:close/>
                </a:path>
              </a:pathLst>
            </a:custGeom>
            <a:solidFill>
              <a:srgbClr val="000000">
                <a:alpha val="100000"/>
              </a:srgbClr>
            </a:solidFill>
            <a:ln w="17463" cap="flat" cmpd="sng">
              <a:solidFill>
                <a:srgbClr val="000000">
                  <a:alpha val="100000"/>
                </a:srgbClr>
              </a:solidFill>
              <a:prstDash val="solid"/>
              <a:round/>
              <a:headEnd type="none" w="med" len="med"/>
              <a:tailEnd type="none" w="med" len="med"/>
            </a:ln>
          </p:spPr>
          <p:txBody>
            <a:bodyPr/>
            <a:p>
              <a:endParaRPr lang="zh-CN" altLang="en-US"/>
            </a:p>
          </p:txBody>
        </p:sp>
        <p:sp>
          <p:nvSpPr>
            <p:cNvPr id="216106" name="Rectangle 88"/>
            <p:cNvSpPr/>
            <p:nvPr/>
          </p:nvSpPr>
          <p:spPr>
            <a:xfrm>
              <a:off x="3956" y="3069"/>
              <a:ext cx="3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BUSY</a:t>
              </a:r>
              <a:endParaRPr lang="en-US" altLang="zh-CN" sz="1800" b="0" dirty="0">
                <a:solidFill>
                  <a:schemeClr val="tx1"/>
                </a:solidFill>
                <a:latin typeface="Arial" panose="020B0604020202020204" pitchFamily="34" charset="0"/>
              </a:endParaRPr>
            </a:p>
          </p:txBody>
        </p:sp>
        <p:sp>
          <p:nvSpPr>
            <p:cNvPr id="216107" name="Rectangle 89"/>
            <p:cNvSpPr/>
            <p:nvPr/>
          </p:nvSpPr>
          <p:spPr>
            <a:xfrm>
              <a:off x="3956" y="2857"/>
              <a:ext cx="592"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en-US" altLang="zh-CN" sz="1800" b="0" dirty="0">
                  <a:solidFill>
                    <a:srgbClr val="000000"/>
                  </a:solidFill>
                  <a:latin typeface="Times" charset="0"/>
                </a:rPr>
                <a:t>STROBE</a:t>
              </a:r>
              <a:endParaRPr lang="en-US" altLang="zh-CN" sz="1800" b="0" dirty="0">
                <a:solidFill>
                  <a:schemeClr val="tx1"/>
                </a:solidFill>
                <a:latin typeface="Arial" panose="020B0604020202020204" pitchFamily="34" charset="0"/>
              </a:endParaRPr>
            </a:p>
          </p:txBody>
        </p:sp>
        <p:sp>
          <p:nvSpPr>
            <p:cNvPr id="216108" name="Rectangle 93"/>
            <p:cNvSpPr/>
            <p:nvPr/>
          </p:nvSpPr>
          <p:spPr>
            <a:xfrm>
              <a:off x="4457" y="2054"/>
              <a:ext cx="14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rgbClr val="000000"/>
                  </a:solidFill>
                  <a:latin typeface="宋体" panose="02010600030101010101" pitchFamily="2" charset="-122"/>
                </a:rPr>
                <a:t>打</a:t>
              </a:r>
              <a:endParaRPr lang="zh-CN" altLang="en-US" sz="1800" b="0" dirty="0">
                <a:solidFill>
                  <a:schemeClr val="tx1"/>
                </a:solidFill>
                <a:latin typeface="Arial" panose="020B0604020202020204" pitchFamily="34" charset="0"/>
              </a:endParaRPr>
            </a:p>
          </p:txBody>
        </p:sp>
        <p:sp>
          <p:nvSpPr>
            <p:cNvPr id="216109" name="Rectangle 94"/>
            <p:cNvSpPr/>
            <p:nvPr/>
          </p:nvSpPr>
          <p:spPr>
            <a:xfrm>
              <a:off x="4457" y="2232"/>
              <a:ext cx="14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rgbClr val="000000"/>
                  </a:solidFill>
                  <a:latin typeface="宋体" panose="02010600030101010101" pitchFamily="2" charset="-122"/>
                </a:rPr>
                <a:t>印</a:t>
              </a:r>
              <a:endParaRPr lang="zh-CN" altLang="en-US" sz="1800" b="0" dirty="0">
                <a:solidFill>
                  <a:schemeClr val="tx1"/>
                </a:solidFill>
                <a:latin typeface="Arial" panose="020B0604020202020204" pitchFamily="34" charset="0"/>
              </a:endParaRPr>
            </a:p>
          </p:txBody>
        </p:sp>
        <p:sp>
          <p:nvSpPr>
            <p:cNvPr id="216110" name="Rectangle 95"/>
            <p:cNvSpPr/>
            <p:nvPr/>
          </p:nvSpPr>
          <p:spPr>
            <a:xfrm>
              <a:off x="4457" y="2411"/>
              <a:ext cx="144" cy="173"/>
            </a:xfrm>
            <a:prstGeom prst="rect">
              <a:avLst/>
            </a:prstGeom>
            <a:noFill/>
            <a:ln w="9525">
              <a:noFill/>
            </a:ln>
          </p:spPr>
          <p:txBody>
            <a:bodyPr wrap="none" lIns="0" tIns="0" rIns="0" bIns="0">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sz="1800" b="0" dirty="0">
                  <a:solidFill>
                    <a:srgbClr val="000000"/>
                  </a:solidFill>
                  <a:latin typeface="宋体" panose="02010600030101010101" pitchFamily="2" charset="-122"/>
                </a:rPr>
                <a:t>机</a:t>
              </a:r>
              <a:endParaRPr lang="zh-CN" altLang="en-US" sz="1800" b="0" dirty="0">
                <a:solidFill>
                  <a:schemeClr val="tx1"/>
                </a:solidFill>
                <a:latin typeface="Arial" panose="020B0604020202020204" pitchFamily="34" charset="0"/>
              </a:endParaRPr>
            </a:p>
          </p:txBody>
        </p:sp>
        <p:sp>
          <p:nvSpPr>
            <p:cNvPr id="216111" name="Line 96"/>
            <p:cNvSpPr/>
            <p:nvPr/>
          </p:nvSpPr>
          <p:spPr>
            <a:xfrm>
              <a:off x="3651" y="2341"/>
              <a:ext cx="0" cy="227"/>
            </a:xfrm>
            <a:prstGeom prst="line">
              <a:avLst/>
            </a:prstGeom>
            <a:ln w="9525" cap="flat" cmpd="sng">
              <a:solidFill>
                <a:schemeClr val="tx1"/>
              </a:solidFill>
              <a:prstDash val="dash"/>
              <a:headEnd type="none" w="med" len="med"/>
              <a:tailEnd type="none" w="med" len="med"/>
            </a:ln>
          </p:spPr>
        </p:sp>
      </p:grpSp>
      <p:sp>
        <p:nvSpPr>
          <p:cNvPr id="216070" name="Text Box 98"/>
          <p:cNvSpPr txBox="1"/>
          <p:nvPr/>
        </p:nvSpPr>
        <p:spPr>
          <a:xfrm>
            <a:off x="531813" y="4581525"/>
            <a:ext cx="3024187" cy="2109788"/>
          </a:xfrm>
          <a:prstGeom prst="rect">
            <a:avLst/>
          </a:prstGeom>
          <a:solidFill>
            <a:srgbClr val="00CCFF">
              <a:alpha val="38823"/>
            </a:srgbClr>
          </a:solidFill>
          <a:ln w="9525" cap="flat" cmpd="sng">
            <a:solidFill>
              <a:srgbClr val="FF0000"/>
            </a:solidFill>
            <a:prstDash val="solid"/>
            <a:miter/>
            <a:headEnd type="none" w="med" len="med"/>
            <a:tailEnd type="none" w="med" len="med"/>
          </a:ln>
        </p:spPr>
        <p:txBody>
          <a:bodyPr>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50000"/>
              </a:spcBef>
              <a:spcAft>
                <a:spcPct val="0"/>
              </a:spcAft>
              <a:buClrTx/>
              <a:buSzTx/>
              <a:buNone/>
            </a:pPr>
            <a:r>
              <a:rPr lang="en-US" altLang="zh-CN" sz="2400" dirty="0">
                <a:solidFill>
                  <a:schemeClr val="tx1"/>
                </a:solidFill>
                <a:latin typeface="宋体" panose="02010600030101010101" pitchFamily="2" charset="-122"/>
              </a:rPr>
              <a:t>STROBE</a:t>
            </a:r>
            <a:r>
              <a:rPr lang="zh-CN" altLang="en-US" sz="2400" dirty="0">
                <a:solidFill>
                  <a:schemeClr val="tx1"/>
                </a:solidFill>
                <a:latin typeface="宋体" panose="02010600030101010101" pitchFamily="2" charset="-122"/>
              </a:rPr>
              <a:t>：告诉打印机是否能发数据。</a:t>
            </a:r>
            <a:endParaRPr lang="zh-CN" altLang="en-US" sz="2400" dirty="0">
              <a:solidFill>
                <a:schemeClr val="tx1"/>
              </a:solidFill>
              <a:latin typeface="宋体" panose="02010600030101010101" pitchFamily="2" charset="-122"/>
            </a:endParaRPr>
          </a:p>
          <a:p>
            <a:pPr marL="0" lvl="0" indent="0">
              <a:lnSpc>
                <a:spcPct val="100000"/>
              </a:lnSpc>
              <a:spcBef>
                <a:spcPct val="50000"/>
              </a:spcBef>
              <a:spcAft>
                <a:spcPct val="0"/>
              </a:spcAft>
              <a:buClrTx/>
              <a:buSzTx/>
              <a:buNone/>
            </a:pPr>
            <a:r>
              <a:rPr lang="en-US" altLang="zh-CN" sz="2400" dirty="0">
                <a:solidFill>
                  <a:schemeClr val="tx1"/>
                </a:solidFill>
                <a:latin typeface="宋体" panose="02010600030101010101" pitchFamily="2" charset="-122"/>
              </a:rPr>
              <a:t>BUSY</a:t>
            </a:r>
            <a:r>
              <a:rPr lang="zh-CN" altLang="en-US" sz="2400" dirty="0">
                <a:solidFill>
                  <a:schemeClr val="tx1"/>
                </a:solidFill>
                <a:latin typeface="宋体" panose="02010600030101010101" pitchFamily="2" charset="-122"/>
              </a:rPr>
              <a:t>：</a:t>
            </a:r>
            <a:r>
              <a:rPr lang="en-US" altLang="zh-CN" sz="2400" dirty="0">
                <a:solidFill>
                  <a:schemeClr val="tx1"/>
                </a:solidFill>
                <a:latin typeface="宋体" panose="02010600030101010101" pitchFamily="2" charset="-122"/>
              </a:rPr>
              <a:t>=1</a:t>
            </a:r>
            <a:r>
              <a:rPr lang="zh-CN" altLang="en-US" sz="2400" dirty="0">
                <a:solidFill>
                  <a:schemeClr val="tx1"/>
                </a:solidFill>
                <a:latin typeface="宋体" panose="02010600030101010101" pitchFamily="2" charset="-122"/>
              </a:rPr>
              <a:t>，数据被打印机取走，</a:t>
            </a:r>
            <a:r>
              <a:rPr lang="en-US" altLang="zh-CN" sz="2400" dirty="0">
                <a:solidFill>
                  <a:schemeClr val="tx1"/>
                </a:solidFill>
                <a:latin typeface="宋体" panose="02010600030101010101" pitchFamily="2" charset="-122"/>
              </a:rPr>
              <a:t>=0</a:t>
            </a:r>
            <a:r>
              <a:rPr lang="zh-CN" altLang="en-US" sz="2400" dirty="0">
                <a:solidFill>
                  <a:schemeClr val="tx1"/>
                </a:solidFill>
                <a:latin typeface="宋体" panose="02010600030101010101" pitchFamily="2" charset="-122"/>
              </a:rPr>
              <a:t>，</a:t>
            </a:r>
            <a:r>
              <a:rPr lang="zh-CN" altLang="en-US" sz="2400" dirty="0">
                <a:solidFill>
                  <a:schemeClr val="tx1"/>
                </a:solidFill>
                <a:latin typeface="Arial" panose="020B0604020202020204" pitchFamily="34" charset="0"/>
              </a:rPr>
              <a:t>数据被打印机取走。</a:t>
            </a:r>
            <a:endParaRPr lang="zh-CN" altLang="en-US" sz="2400" dirty="0">
              <a:solidFill>
                <a:schemeClr val="tx1"/>
              </a:solidFill>
              <a:latin typeface="Arial" panose="020B0604020202020204" pitchFamily="34" charset="0"/>
            </a:endParaRPr>
          </a:p>
        </p:txBody>
      </p:sp>
    </p:spTree>
  </p:cSld>
  <p:clrMapOvr>
    <a:masterClrMapping/>
  </p:clrMapOvr>
  <p:transition spd="slow">
    <p:zoom/>
  </p:transition>
</p:sld>
</file>

<file path=ppt/slides/slide1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217090" name="Rectangle 3"/>
          <p:cNvSpPr>
            <a:spLocks noGrp="1"/>
          </p:cNvSpPr>
          <p:nvPr>
            <p:ph idx="1"/>
          </p:nvPr>
        </p:nvSpPr>
        <p:spPr>
          <a:xfrm>
            <a:off x="179388" y="144463"/>
            <a:ext cx="8785225" cy="6524625"/>
          </a:xfrm>
        </p:spPr>
        <p:txBody>
          <a:bodyPr vert="horz" wrap="square" lIns="91440" tIns="45720" rIns="91440" bIns="45720" anchor="t" anchorCtr="0"/>
          <a:p>
            <a:pPr marL="0" indent="0">
              <a:spcBef>
                <a:spcPct val="0"/>
              </a:spcBef>
              <a:buNone/>
            </a:pPr>
            <a:r>
              <a:rPr lang="zh-CN" altLang="en-US" sz="2400" dirty="0">
                <a:latin typeface="宋体" panose="02010600030101010101" pitchFamily="2" charset="-122"/>
              </a:rPr>
              <a:t>打印程序如下： </a:t>
            </a:r>
            <a:endParaRPr lang="zh-CN" altLang="en-US" sz="2400" dirty="0">
              <a:latin typeface="宋体" panose="02010600030101010101" pitchFamily="2" charset="-122"/>
            </a:endParaRPr>
          </a:p>
          <a:p>
            <a:pPr marL="0" indent="0" algn="just">
              <a:spcBef>
                <a:spcPct val="0"/>
              </a:spcBef>
              <a:buNone/>
            </a:pPr>
            <a:r>
              <a:rPr lang="en-US" altLang="zh-CN" sz="2400" dirty="0">
                <a:latin typeface="宋体" panose="02010600030101010101" pitchFamily="2" charset="-122"/>
              </a:rPr>
              <a:t>INIT55</a:t>
            </a:r>
            <a:r>
              <a:rPr lang="zh-CN" altLang="en-US" sz="2400" dirty="0">
                <a:latin typeface="宋体" panose="02010600030101010101" pitchFamily="2" charset="-122"/>
              </a:rPr>
              <a:t>：</a:t>
            </a:r>
            <a:r>
              <a:rPr lang="en-US" altLang="zh-CN" sz="2400" dirty="0">
                <a:latin typeface="宋体" panose="02010600030101010101" pitchFamily="2" charset="-122"/>
              </a:rPr>
              <a:t>MOV DX</a:t>
            </a:r>
            <a:r>
              <a:rPr lang="zh-CN" altLang="en-US" sz="2400" dirty="0">
                <a:latin typeface="宋体" panose="02010600030101010101" pitchFamily="2" charset="-122"/>
              </a:rPr>
              <a:t>，</a:t>
            </a:r>
            <a:r>
              <a:rPr lang="en-US" altLang="zh-CN" sz="2400" dirty="0">
                <a:latin typeface="宋体" panose="02010600030101010101" pitchFamily="2" charset="-122"/>
              </a:rPr>
              <a:t>0383H</a:t>
            </a:r>
            <a:r>
              <a:rPr lang="zh-CN" altLang="en-US" sz="2400" dirty="0">
                <a:latin typeface="宋体" panose="02010600030101010101" pitchFamily="2" charset="-122"/>
              </a:rPr>
              <a:t>；控制口地址</a:t>
            </a:r>
            <a:endParaRPr lang="zh-CN" altLang="en-US" sz="2400" dirty="0">
              <a:latin typeface="宋体" panose="02010600030101010101" pitchFamily="2" charset="-122"/>
            </a:endParaRPr>
          </a:p>
          <a:p>
            <a:pPr marL="0" indent="0" algn="just">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MOV AL</a:t>
            </a:r>
            <a:r>
              <a:rPr lang="zh-CN" altLang="en-US" sz="2400" dirty="0">
                <a:latin typeface="宋体" panose="02010600030101010101" pitchFamily="2" charset="-122"/>
              </a:rPr>
              <a:t>，</a:t>
            </a:r>
            <a:r>
              <a:rPr lang="en-US" altLang="zh-CN" sz="2400" dirty="0">
                <a:latin typeface="宋体" panose="02010600030101010101" pitchFamily="2" charset="-122"/>
              </a:rPr>
              <a:t>13H </a:t>
            </a:r>
            <a:r>
              <a:rPr lang="zh-CN" altLang="en-US" sz="2400" dirty="0">
                <a:latin typeface="宋体" panose="02010600030101010101" pitchFamily="2" charset="-122"/>
              </a:rPr>
              <a:t>；</a:t>
            </a:r>
            <a:r>
              <a:rPr lang="en-US" altLang="zh-CN" sz="2400" dirty="0">
                <a:latin typeface="宋体" panose="02010600030101010101" pitchFamily="2" charset="-122"/>
              </a:rPr>
              <a:t>A</a:t>
            </a:r>
            <a:r>
              <a:rPr lang="zh-CN" altLang="en-US" sz="2400" dirty="0">
                <a:latin typeface="宋体" panose="02010600030101010101" pitchFamily="2" charset="-122"/>
              </a:rPr>
              <a:t>方式</a:t>
            </a:r>
            <a:r>
              <a:rPr lang="en-US" altLang="zh-CN" sz="2400" dirty="0">
                <a:latin typeface="宋体" panose="02010600030101010101" pitchFamily="2" charset="-122"/>
              </a:rPr>
              <a:t>0</a:t>
            </a:r>
            <a:r>
              <a:rPr lang="zh-CN" altLang="en-US" sz="2400" dirty="0">
                <a:latin typeface="宋体" panose="02010600030101010101" pitchFamily="2" charset="-122"/>
              </a:rPr>
              <a:t>、输出、</a:t>
            </a:r>
            <a:r>
              <a:rPr lang="en-US" altLang="zh-CN" sz="2400" dirty="0">
                <a:latin typeface="宋体" panose="02010600030101010101" pitchFamily="2" charset="-122"/>
              </a:rPr>
              <a:t>B</a:t>
            </a:r>
            <a:r>
              <a:rPr lang="zh-CN" altLang="en-US" sz="2400" dirty="0">
                <a:latin typeface="宋体" panose="02010600030101010101" pitchFamily="2" charset="-122"/>
              </a:rPr>
              <a:t>方式</a:t>
            </a:r>
            <a:r>
              <a:rPr lang="en-US" altLang="zh-CN" sz="2400" dirty="0">
                <a:latin typeface="宋体" panose="02010600030101010101" pitchFamily="2" charset="-122"/>
              </a:rPr>
              <a:t>0</a:t>
            </a:r>
            <a:r>
              <a:rPr lang="zh-CN" altLang="en-US" sz="2400" dirty="0">
                <a:latin typeface="宋体" panose="02010600030101010101" pitchFamily="2" charset="-122"/>
              </a:rPr>
              <a:t>，输入         </a:t>
            </a:r>
            <a:endParaRPr lang="zh-CN" altLang="en-US" sz="2400" dirty="0">
              <a:latin typeface="宋体" panose="02010600030101010101" pitchFamily="2" charset="-122"/>
            </a:endParaRPr>
          </a:p>
          <a:p>
            <a:pPr marL="0" indent="0" algn="just">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OUT DX</a:t>
            </a:r>
            <a:r>
              <a:rPr lang="zh-CN" altLang="en-US" sz="2400" dirty="0">
                <a:latin typeface="宋体" panose="02010600030101010101" pitchFamily="2" charset="-122"/>
              </a:rPr>
              <a:t>，</a:t>
            </a:r>
            <a:r>
              <a:rPr lang="en-US" altLang="zh-CN" sz="2400" dirty="0">
                <a:latin typeface="宋体" panose="02010600030101010101" pitchFamily="2" charset="-122"/>
              </a:rPr>
              <a:t>AL   </a:t>
            </a:r>
            <a:r>
              <a:rPr lang="zh-CN" altLang="en-US" sz="2400" dirty="0">
                <a:latin typeface="宋体" panose="02010600030101010101" pitchFamily="2" charset="-122"/>
              </a:rPr>
              <a:t>；</a:t>
            </a:r>
            <a:r>
              <a:rPr lang="en-US" altLang="zh-CN" sz="2400" dirty="0">
                <a:latin typeface="宋体" panose="02010600030101010101" pitchFamily="2" charset="-122"/>
              </a:rPr>
              <a:t>C7-4</a:t>
            </a:r>
            <a:r>
              <a:rPr lang="zh-CN" altLang="en-US" sz="2400" dirty="0">
                <a:latin typeface="宋体" panose="02010600030101010101" pitchFamily="2" charset="-122"/>
              </a:rPr>
              <a:t>输出、</a:t>
            </a:r>
            <a:r>
              <a:rPr lang="en-US" altLang="zh-CN" sz="2400" dirty="0">
                <a:latin typeface="宋体" panose="02010600030101010101" pitchFamily="2" charset="-122"/>
              </a:rPr>
              <a:t>C3-0</a:t>
            </a:r>
            <a:r>
              <a:rPr lang="zh-CN" altLang="en-US" sz="2400" dirty="0">
                <a:latin typeface="宋体" panose="02010600030101010101" pitchFamily="2" charset="-122"/>
              </a:rPr>
              <a:t>输入</a:t>
            </a:r>
            <a:endParaRPr lang="zh-CN" altLang="en-US" sz="2400" dirty="0">
              <a:latin typeface="宋体" panose="02010600030101010101" pitchFamily="2" charset="-122"/>
            </a:endParaRPr>
          </a:p>
          <a:p>
            <a:pPr marL="0" indent="0" algn="just">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MOV AL</a:t>
            </a:r>
            <a:r>
              <a:rPr lang="zh-CN" altLang="en-US" sz="2400" dirty="0">
                <a:latin typeface="宋体" panose="02010600030101010101" pitchFamily="2" charset="-122"/>
              </a:rPr>
              <a:t>，</a:t>
            </a:r>
            <a:r>
              <a:rPr lang="en-US" altLang="zh-CN" sz="2400" dirty="0">
                <a:latin typeface="宋体" panose="02010600030101010101" pitchFamily="2" charset="-122"/>
              </a:rPr>
              <a:t>0DH  </a:t>
            </a:r>
            <a:r>
              <a:rPr lang="zh-CN" altLang="en-US" sz="2400" dirty="0">
                <a:latin typeface="宋体" panose="02010600030101010101" pitchFamily="2" charset="-122"/>
              </a:rPr>
              <a:t>；</a:t>
            </a:r>
            <a:r>
              <a:rPr lang="en-US" altLang="zh-CN" sz="2400" dirty="0">
                <a:latin typeface="宋体" panose="02010600030101010101" pitchFamily="2" charset="-122"/>
              </a:rPr>
              <a:t>C6</a:t>
            </a:r>
            <a:r>
              <a:rPr lang="zh-CN" altLang="en-US" sz="2400" dirty="0">
                <a:latin typeface="宋体" panose="02010600030101010101" pitchFamily="2" charset="-122"/>
              </a:rPr>
              <a:t>置</a:t>
            </a:r>
            <a:r>
              <a:rPr lang="en-US" altLang="zh-CN" sz="2400" dirty="0">
                <a:latin typeface="宋体" panose="02010600030101010101" pitchFamily="2" charset="-122"/>
              </a:rPr>
              <a:t>1</a:t>
            </a:r>
            <a:endParaRPr lang="en-US" altLang="zh-CN" sz="2400" dirty="0">
              <a:latin typeface="宋体" panose="02010600030101010101" pitchFamily="2" charset="-122"/>
            </a:endParaRPr>
          </a:p>
          <a:p>
            <a:pPr marL="0" indent="0" algn="just">
              <a:spcBef>
                <a:spcPct val="0"/>
              </a:spcBef>
              <a:buNone/>
            </a:pPr>
            <a:r>
              <a:rPr lang="en-US" altLang="zh-CN" sz="2400" dirty="0">
                <a:latin typeface="宋体" panose="02010600030101010101" pitchFamily="2" charset="-122"/>
              </a:rPr>
              <a:t>        OUT DX</a:t>
            </a:r>
            <a:r>
              <a:rPr lang="zh-CN" altLang="en-US" sz="2400" dirty="0">
                <a:latin typeface="宋体" panose="02010600030101010101" pitchFamily="2" charset="-122"/>
              </a:rPr>
              <a:t>，</a:t>
            </a:r>
            <a:r>
              <a:rPr lang="en-US" altLang="zh-CN" sz="2400" dirty="0">
                <a:latin typeface="宋体" panose="02010600030101010101" pitchFamily="2" charset="-122"/>
              </a:rPr>
              <a:t>AL   </a:t>
            </a:r>
            <a:r>
              <a:rPr lang="zh-CN" altLang="en-US" sz="2400" dirty="0">
                <a:latin typeface="宋体" panose="02010600030101010101" pitchFamily="2" charset="-122"/>
              </a:rPr>
              <a:t>；给打印机一个接受数据信号</a:t>
            </a:r>
            <a:endParaRPr lang="zh-CN" altLang="en-US" sz="2400" dirty="0">
              <a:latin typeface="宋体" panose="02010600030101010101" pitchFamily="2" charset="-122"/>
            </a:endParaRPr>
          </a:p>
          <a:p>
            <a:pPr marL="0" indent="0" algn="just">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PRINT</a:t>
            </a:r>
            <a:r>
              <a:rPr lang="zh-CN" altLang="en-US" sz="2400" dirty="0">
                <a:latin typeface="宋体" panose="02010600030101010101" pitchFamily="2" charset="-122"/>
              </a:rPr>
              <a:t>：</a:t>
            </a:r>
            <a:r>
              <a:rPr lang="en-US" altLang="zh-CN" sz="2400" dirty="0">
                <a:latin typeface="宋体" panose="02010600030101010101" pitchFamily="2" charset="-122"/>
              </a:rPr>
              <a:t>MOV AL</a:t>
            </a:r>
            <a:r>
              <a:rPr lang="zh-CN" altLang="en-US" sz="2400" dirty="0">
                <a:latin typeface="宋体" panose="02010600030101010101" pitchFamily="2" charset="-122"/>
              </a:rPr>
              <a:t>，</a:t>
            </a:r>
            <a:r>
              <a:rPr lang="en-US" altLang="zh-CN" sz="2400" dirty="0">
                <a:latin typeface="宋体" panose="02010600030101010101" pitchFamily="2" charset="-122"/>
              </a:rPr>
              <a:t>BLAK </a:t>
            </a:r>
            <a:r>
              <a:rPr lang="zh-CN" altLang="en-US" sz="2400" dirty="0">
                <a:latin typeface="宋体" panose="02010600030101010101" pitchFamily="2" charset="-122"/>
              </a:rPr>
              <a:t>；</a:t>
            </a:r>
            <a:r>
              <a:rPr lang="en-US" altLang="zh-CN" sz="2400" dirty="0">
                <a:latin typeface="宋体" panose="02010600030101010101" pitchFamily="2" charset="-122"/>
              </a:rPr>
              <a:t>BLAK</a:t>
            </a:r>
            <a:r>
              <a:rPr lang="zh-CN" altLang="en-US" sz="2400" dirty="0">
                <a:latin typeface="宋体" panose="02010600030101010101" pitchFamily="2" charset="-122"/>
              </a:rPr>
              <a:t>为要打印的数据长度</a:t>
            </a:r>
            <a:endParaRPr lang="zh-CN" altLang="en-US" sz="2400" dirty="0">
              <a:latin typeface="宋体" panose="02010600030101010101" pitchFamily="2" charset="-122"/>
            </a:endParaRPr>
          </a:p>
          <a:p>
            <a:pPr marL="0" indent="0" algn="just">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MOV CL</a:t>
            </a:r>
            <a:r>
              <a:rPr lang="zh-CN" altLang="en-US" sz="2400" dirty="0">
                <a:latin typeface="宋体" panose="02010600030101010101" pitchFamily="2" charset="-122"/>
              </a:rPr>
              <a:t>，</a:t>
            </a:r>
            <a:r>
              <a:rPr lang="en-US" altLang="zh-CN" sz="2400" dirty="0">
                <a:latin typeface="宋体" panose="02010600030101010101" pitchFamily="2" charset="-122"/>
              </a:rPr>
              <a:t>AL</a:t>
            </a:r>
            <a:r>
              <a:rPr lang="zh-CN" altLang="en-US" sz="2400" dirty="0">
                <a:latin typeface="宋体" panose="02010600030101010101" pitchFamily="2" charset="-122"/>
              </a:rPr>
              <a:t>；数据长度送到</a:t>
            </a:r>
            <a:r>
              <a:rPr lang="en-US" altLang="zh-CN" sz="2400" dirty="0">
                <a:latin typeface="宋体" panose="02010600030101010101" pitchFamily="2" charset="-122"/>
              </a:rPr>
              <a:t>CL</a:t>
            </a:r>
            <a:r>
              <a:rPr lang="zh-CN" altLang="en-US" sz="2400" dirty="0">
                <a:latin typeface="宋体" panose="02010600030101010101" pitchFamily="2" charset="-122"/>
              </a:rPr>
              <a:t>保存 </a:t>
            </a:r>
            <a:endParaRPr lang="zh-CN" altLang="en-US" sz="2400" dirty="0">
              <a:latin typeface="宋体" panose="02010600030101010101" pitchFamily="2" charset="-122"/>
            </a:endParaRPr>
          </a:p>
          <a:p>
            <a:pPr marL="0" indent="0" algn="just">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MOV SI</a:t>
            </a:r>
            <a:r>
              <a:rPr lang="zh-CN" altLang="en-US" sz="2400" dirty="0">
                <a:latin typeface="宋体" panose="02010600030101010101" pitchFamily="2" charset="-122"/>
              </a:rPr>
              <a:t>，</a:t>
            </a:r>
            <a:r>
              <a:rPr lang="en-US" altLang="zh-CN" sz="2400" dirty="0">
                <a:latin typeface="宋体" panose="02010600030101010101" pitchFamily="2" charset="-122"/>
              </a:rPr>
              <a:t>OFFSETDATA1  </a:t>
            </a:r>
            <a:r>
              <a:rPr lang="zh-CN" altLang="en-US" sz="2400" dirty="0">
                <a:latin typeface="宋体" panose="02010600030101010101" pitchFamily="2" charset="-122"/>
              </a:rPr>
              <a:t>：取打印数据存放地址</a:t>
            </a:r>
            <a:endParaRPr lang="zh-CN" altLang="en-US" sz="2400" dirty="0">
              <a:latin typeface="宋体" panose="02010600030101010101" pitchFamily="2" charset="-122"/>
            </a:endParaRPr>
          </a:p>
          <a:p>
            <a:pPr marL="0" indent="0" algn="just">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GOON</a:t>
            </a:r>
            <a:r>
              <a:rPr lang="zh-CN" altLang="en-US" sz="2400" dirty="0">
                <a:latin typeface="宋体" panose="02010600030101010101" pitchFamily="2" charset="-122"/>
              </a:rPr>
              <a:t>：</a:t>
            </a:r>
            <a:r>
              <a:rPr lang="en-US" altLang="zh-CN" sz="2400" dirty="0">
                <a:latin typeface="宋体" panose="02010600030101010101" pitchFamily="2" charset="-122"/>
              </a:rPr>
              <a:t>MOV DX</a:t>
            </a:r>
            <a:r>
              <a:rPr lang="zh-CN" altLang="en-US" sz="2400" dirty="0">
                <a:latin typeface="宋体" panose="02010600030101010101" pitchFamily="2" charset="-122"/>
              </a:rPr>
              <a:t>，</a:t>
            </a:r>
            <a:r>
              <a:rPr lang="en-US" altLang="zh-CN" sz="2400" dirty="0">
                <a:latin typeface="宋体" panose="02010600030101010101" pitchFamily="2" charset="-122"/>
              </a:rPr>
              <a:t>0382H        </a:t>
            </a:r>
            <a:r>
              <a:rPr lang="zh-CN" altLang="en-US" sz="2400" dirty="0">
                <a:latin typeface="宋体" panose="02010600030101010101" pitchFamily="2" charset="-122"/>
              </a:rPr>
              <a:t>；设</a:t>
            </a:r>
            <a:r>
              <a:rPr lang="en-US" altLang="zh-CN" sz="2400" dirty="0">
                <a:latin typeface="宋体" panose="02010600030101010101" pitchFamily="2" charset="-122"/>
              </a:rPr>
              <a:t>C</a:t>
            </a:r>
            <a:r>
              <a:rPr lang="zh-CN" altLang="en-US" sz="2400" dirty="0">
                <a:latin typeface="宋体" panose="02010600030101010101" pitchFamily="2" charset="-122"/>
              </a:rPr>
              <a:t>口地址</a:t>
            </a:r>
            <a:endParaRPr lang="zh-CN" altLang="en-US" sz="2400" dirty="0">
              <a:latin typeface="宋体" panose="02010600030101010101" pitchFamily="2" charset="-122"/>
            </a:endParaRPr>
          </a:p>
          <a:p>
            <a:pPr marL="0" indent="0" algn="just">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PWAIT</a:t>
            </a:r>
            <a:r>
              <a:rPr lang="zh-CN" altLang="en-US" sz="2400" dirty="0">
                <a:latin typeface="宋体" panose="02010600030101010101" pitchFamily="2" charset="-122"/>
              </a:rPr>
              <a:t>：</a:t>
            </a:r>
            <a:r>
              <a:rPr lang="en-US" altLang="zh-CN" sz="2400" dirty="0">
                <a:latin typeface="宋体" panose="02010600030101010101" pitchFamily="2" charset="-122"/>
              </a:rPr>
              <a:t>IN  AL</a:t>
            </a:r>
            <a:r>
              <a:rPr lang="zh-CN" altLang="en-US" sz="2400" dirty="0">
                <a:latin typeface="宋体" panose="02010600030101010101" pitchFamily="2" charset="-122"/>
              </a:rPr>
              <a:t>，</a:t>
            </a:r>
            <a:r>
              <a:rPr lang="en-US" altLang="zh-CN" sz="2400" dirty="0">
                <a:latin typeface="宋体" panose="02010600030101010101" pitchFamily="2" charset="-122"/>
              </a:rPr>
              <a:t>DX       </a:t>
            </a:r>
            <a:r>
              <a:rPr lang="zh-CN" altLang="en-US" sz="2400" dirty="0">
                <a:latin typeface="宋体" panose="02010600030101010101" pitchFamily="2" charset="-122"/>
              </a:rPr>
              <a:t>；取回</a:t>
            </a:r>
            <a:r>
              <a:rPr lang="en-US" altLang="zh-CN" sz="2400" dirty="0">
                <a:latin typeface="宋体" panose="02010600030101010101" pitchFamily="2" charset="-122"/>
              </a:rPr>
              <a:t>C</a:t>
            </a:r>
            <a:r>
              <a:rPr lang="zh-CN" altLang="en-US" sz="2400" dirty="0">
                <a:latin typeface="宋体" panose="02010600030101010101" pitchFamily="2" charset="-122"/>
              </a:rPr>
              <a:t>口的内容</a:t>
            </a:r>
            <a:endParaRPr lang="zh-CN" altLang="en-US" sz="2400" dirty="0">
              <a:latin typeface="宋体" panose="02010600030101010101" pitchFamily="2" charset="-122"/>
            </a:endParaRPr>
          </a:p>
          <a:p>
            <a:pPr marL="0" indent="0" algn="just">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AND AL</a:t>
            </a:r>
            <a:r>
              <a:rPr lang="zh-CN" altLang="en-US" sz="2400" dirty="0">
                <a:latin typeface="宋体" panose="02010600030101010101" pitchFamily="2" charset="-122"/>
              </a:rPr>
              <a:t>，</a:t>
            </a:r>
            <a:r>
              <a:rPr lang="en-US" altLang="zh-CN" sz="2400" dirty="0">
                <a:latin typeface="宋体" panose="02010600030101010101" pitchFamily="2" charset="-122"/>
              </a:rPr>
              <a:t>02H</a:t>
            </a:r>
            <a:r>
              <a:rPr lang="zh-CN" altLang="en-US" sz="2400" dirty="0">
                <a:latin typeface="宋体" panose="02010600030101010101" pitchFamily="2" charset="-122"/>
              </a:rPr>
              <a:t>；判断</a:t>
            </a:r>
            <a:r>
              <a:rPr lang="en-US" altLang="zh-CN" sz="2400" dirty="0">
                <a:latin typeface="宋体" panose="02010600030101010101" pitchFamily="2" charset="-122"/>
              </a:rPr>
              <a:t>C1</a:t>
            </a:r>
            <a:r>
              <a:rPr lang="zh-CN" altLang="en-US" sz="2400" dirty="0">
                <a:latin typeface="宋体" panose="02010600030101010101" pitchFamily="2" charset="-122"/>
              </a:rPr>
              <a:t>位，打印是否准备好</a:t>
            </a:r>
            <a:endParaRPr lang="zh-CN" altLang="en-US" sz="2400" dirty="0">
              <a:latin typeface="宋体" panose="02010600030101010101" pitchFamily="2" charset="-122"/>
            </a:endParaRPr>
          </a:p>
          <a:p>
            <a:pPr marL="0" indent="0" algn="just">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JNZ  PWAIT   </a:t>
            </a:r>
            <a:r>
              <a:rPr lang="zh-CN" altLang="en-US" sz="2400" dirty="0">
                <a:latin typeface="宋体" panose="02010600030101010101" pitchFamily="2" charset="-122"/>
              </a:rPr>
              <a:t>；</a:t>
            </a:r>
            <a:r>
              <a:rPr lang="en-US" altLang="zh-CN" sz="2400" dirty="0">
                <a:latin typeface="宋体" panose="02010600030101010101" pitchFamily="2" charset="-122"/>
              </a:rPr>
              <a:t>C1=0  ZF=0 </a:t>
            </a:r>
            <a:r>
              <a:rPr lang="zh-CN" altLang="en-US" sz="2400" dirty="0">
                <a:latin typeface="宋体" panose="02010600030101010101" pitchFamily="2" charset="-122"/>
              </a:rPr>
              <a:t>则转去</a:t>
            </a:r>
            <a:r>
              <a:rPr lang="zh-CN" altLang="en-US" sz="2400" dirty="0">
                <a:solidFill>
                  <a:srgbClr val="FF3300"/>
                </a:solidFill>
                <a:latin typeface="宋体" panose="02010600030101010101" pitchFamily="2" charset="-122"/>
              </a:rPr>
              <a:t>继续查询等待</a:t>
            </a:r>
            <a:endParaRPr lang="zh-CN" altLang="en-US" sz="2400" dirty="0">
              <a:solidFill>
                <a:srgbClr val="FF3300"/>
              </a:solidFill>
              <a:latin typeface="宋体" panose="02010600030101010101" pitchFamily="2" charset="-122"/>
            </a:endParaRPr>
          </a:p>
          <a:p>
            <a:pPr marL="0" indent="0" algn="just">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MOV AL</a:t>
            </a:r>
            <a:r>
              <a:rPr lang="zh-CN" altLang="en-US" sz="2400" dirty="0">
                <a:latin typeface="宋体" panose="02010600030101010101" pitchFamily="2" charset="-122"/>
              </a:rPr>
              <a:t>，［</a:t>
            </a:r>
            <a:r>
              <a:rPr lang="en-US" altLang="zh-CN" sz="2400" dirty="0">
                <a:latin typeface="宋体" panose="02010600030101010101" pitchFamily="2" charset="-122"/>
              </a:rPr>
              <a:t>SI</a:t>
            </a:r>
            <a:r>
              <a:rPr lang="zh-CN" altLang="en-US" sz="2400" dirty="0">
                <a:latin typeface="宋体" panose="02010600030101010101" pitchFamily="2" charset="-122"/>
              </a:rPr>
              <a:t>］ ；准备好，取一个字符</a:t>
            </a:r>
            <a:endParaRPr lang="zh-CN" altLang="en-US" sz="2400" dirty="0">
              <a:latin typeface="宋体" panose="02010600030101010101" pitchFamily="2" charset="-122"/>
            </a:endParaRPr>
          </a:p>
          <a:p>
            <a:pPr marL="0" indent="0" algn="just">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MOV DX</a:t>
            </a:r>
            <a:r>
              <a:rPr lang="zh-CN" altLang="en-US" sz="2400" dirty="0">
                <a:latin typeface="宋体" panose="02010600030101010101" pitchFamily="2" charset="-122"/>
              </a:rPr>
              <a:t>，</a:t>
            </a:r>
            <a:r>
              <a:rPr lang="en-US" altLang="zh-CN" sz="2400" dirty="0">
                <a:solidFill>
                  <a:srgbClr val="FF3300"/>
                </a:solidFill>
                <a:latin typeface="宋体" panose="02010600030101010101" pitchFamily="2" charset="-122"/>
              </a:rPr>
              <a:t>0380H</a:t>
            </a:r>
            <a:r>
              <a:rPr lang="zh-CN" altLang="en-US" sz="2400" dirty="0">
                <a:latin typeface="宋体" panose="02010600030101010101" pitchFamily="2" charset="-122"/>
              </a:rPr>
              <a:t>；送打印字给</a:t>
            </a:r>
            <a:r>
              <a:rPr lang="en-US" altLang="zh-CN" sz="2400" dirty="0">
                <a:latin typeface="宋体" panose="02010600030101010101" pitchFamily="2" charset="-122"/>
              </a:rPr>
              <a:t>A</a:t>
            </a:r>
            <a:r>
              <a:rPr lang="zh-CN" altLang="en-US" sz="2400" dirty="0">
                <a:latin typeface="宋体" panose="02010600030101010101" pitchFamily="2" charset="-122"/>
              </a:rPr>
              <a:t>口</a:t>
            </a:r>
            <a:endParaRPr lang="zh-CN" altLang="en-US" sz="2400" dirty="0">
              <a:latin typeface="宋体" panose="02010600030101010101" pitchFamily="2" charset="-122"/>
            </a:endParaRPr>
          </a:p>
          <a:p>
            <a:pPr marL="0" indent="0" algn="just">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OUT DX</a:t>
            </a:r>
            <a:r>
              <a:rPr lang="zh-CN" altLang="en-US" sz="2400" dirty="0">
                <a:latin typeface="宋体" panose="02010600030101010101" pitchFamily="2" charset="-122"/>
              </a:rPr>
              <a:t>，</a:t>
            </a:r>
            <a:r>
              <a:rPr lang="en-US" altLang="zh-CN" sz="2400" dirty="0">
                <a:latin typeface="宋体" panose="02010600030101010101" pitchFamily="2" charset="-122"/>
              </a:rPr>
              <a:t>AL     </a:t>
            </a:r>
            <a:r>
              <a:rPr lang="zh-CN" altLang="en-US" sz="2400" dirty="0">
                <a:latin typeface="宋体" panose="02010600030101010101" pitchFamily="2" charset="-122"/>
              </a:rPr>
              <a:t>；送数据</a:t>
            </a:r>
            <a:endParaRPr lang="zh-CN" altLang="en-US" sz="2400" dirty="0">
              <a:latin typeface="宋体" panose="02010600030101010101" pitchFamily="2" charset="-122"/>
            </a:endParaRPr>
          </a:p>
        </p:txBody>
      </p:sp>
    </p:spTree>
  </p:cSld>
  <p:clrMapOvr>
    <a:masterClrMapping/>
  </p:clrMapOvr>
  <p:transition spd="slow">
    <p:zoom/>
  </p:transition>
</p:sld>
</file>

<file path=ppt/slides/slide1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218114" name="Rectangle 3"/>
          <p:cNvSpPr>
            <a:spLocks noGrp="1"/>
          </p:cNvSpPr>
          <p:nvPr>
            <p:ph idx="1"/>
          </p:nvPr>
        </p:nvSpPr>
        <p:spPr>
          <a:xfrm>
            <a:off x="323850" y="476250"/>
            <a:ext cx="8569325" cy="3816350"/>
          </a:xfrm>
        </p:spPr>
        <p:txBody>
          <a:bodyPr vert="horz" wrap="square" lIns="91440" tIns="45720" rIns="91440" bIns="45720" anchor="t" anchorCtr="0"/>
          <a:p>
            <a:pPr marL="0" indent="0" algn="just">
              <a:spcBef>
                <a:spcPct val="0"/>
              </a:spcBef>
              <a:buNone/>
            </a:pPr>
            <a:r>
              <a:rPr lang="en-US" altLang="zh-CN" sz="2400" dirty="0">
                <a:latin typeface="宋体" panose="02010600030101010101" pitchFamily="2" charset="-122"/>
              </a:rPr>
              <a:t> MOV DX</a:t>
            </a:r>
            <a:r>
              <a:rPr lang="zh-CN" altLang="en-US" sz="2400" dirty="0">
                <a:latin typeface="宋体" panose="02010600030101010101" pitchFamily="2" charset="-122"/>
              </a:rPr>
              <a:t>，</a:t>
            </a:r>
            <a:r>
              <a:rPr lang="en-US" altLang="zh-CN" sz="2400" dirty="0">
                <a:latin typeface="宋体" panose="02010600030101010101" pitchFamily="2" charset="-122"/>
              </a:rPr>
              <a:t>0383H</a:t>
            </a:r>
            <a:endParaRPr lang="en-US" altLang="zh-CN" sz="2400" dirty="0">
              <a:latin typeface="宋体" panose="02010600030101010101" pitchFamily="2" charset="-122"/>
            </a:endParaRPr>
          </a:p>
          <a:p>
            <a:pPr marL="0" indent="0" algn="just">
              <a:spcBef>
                <a:spcPct val="0"/>
              </a:spcBef>
              <a:buNone/>
            </a:pPr>
            <a:r>
              <a:rPr lang="en-US" altLang="zh-CN" sz="2400" dirty="0">
                <a:latin typeface="宋体" panose="02010600030101010101" pitchFamily="2" charset="-122"/>
              </a:rPr>
              <a:t> MOV AL</a:t>
            </a:r>
            <a:r>
              <a:rPr lang="zh-CN" altLang="en-US" sz="2400" dirty="0">
                <a:latin typeface="宋体" panose="02010600030101010101" pitchFamily="2" charset="-122"/>
              </a:rPr>
              <a:t>，</a:t>
            </a:r>
            <a:r>
              <a:rPr lang="en-US" altLang="zh-CN" sz="2400" dirty="0">
                <a:latin typeface="宋体" panose="02010600030101010101" pitchFamily="2" charset="-122"/>
              </a:rPr>
              <a:t>0CH</a:t>
            </a:r>
            <a:r>
              <a:rPr lang="zh-CN" altLang="en-US" sz="2400" dirty="0">
                <a:latin typeface="宋体" panose="02010600030101010101" pitchFamily="2" charset="-122"/>
              </a:rPr>
              <a:t>： </a:t>
            </a:r>
            <a:r>
              <a:rPr lang="en-US" altLang="zh-CN" sz="2400" dirty="0">
                <a:latin typeface="宋体" panose="02010600030101010101" pitchFamily="2" charset="-122"/>
              </a:rPr>
              <a:t>C6</a:t>
            </a:r>
            <a:r>
              <a:rPr lang="zh-CN" altLang="en-US" sz="2400" dirty="0">
                <a:latin typeface="宋体" panose="02010600030101010101" pitchFamily="2" charset="-122"/>
              </a:rPr>
              <a:t>置</a:t>
            </a:r>
            <a:r>
              <a:rPr lang="en-US" altLang="zh-CN" sz="2400" dirty="0">
                <a:latin typeface="宋体" panose="02010600030101010101" pitchFamily="2" charset="-122"/>
              </a:rPr>
              <a:t>0</a:t>
            </a:r>
            <a:r>
              <a:rPr lang="zh-CN" altLang="en-US" sz="2400" dirty="0">
                <a:latin typeface="宋体" panose="02010600030101010101" pitchFamily="2" charset="-122"/>
              </a:rPr>
              <a:t>，使该位有跳变</a:t>
            </a:r>
            <a:endParaRPr lang="zh-CN" altLang="en-US" sz="2400" dirty="0">
              <a:latin typeface="宋体" panose="02010600030101010101" pitchFamily="2" charset="-122"/>
            </a:endParaRPr>
          </a:p>
          <a:p>
            <a:pPr marL="0" indent="0" algn="just">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OUT DX</a:t>
            </a:r>
            <a:r>
              <a:rPr lang="zh-CN" altLang="en-US" sz="2400" dirty="0">
                <a:latin typeface="宋体" panose="02010600030101010101" pitchFamily="2" charset="-122"/>
              </a:rPr>
              <a:t>，</a:t>
            </a:r>
            <a:r>
              <a:rPr lang="en-US" altLang="zh-CN" sz="2400" dirty="0">
                <a:latin typeface="宋体" panose="02010600030101010101" pitchFamily="2" charset="-122"/>
              </a:rPr>
              <a:t>AL </a:t>
            </a:r>
            <a:r>
              <a:rPr lang="zh-CN" altLang="en-US" sz="2400" dirty="0">
                <a:latin typeface="宋体" panose="02010600030101010101" pitchFamily="2" charset="-122"/>
              </a:rPr>
              <a:t>；按位置位控制字</a:t>
            </a:r>
            <a:endParaRPr lang="zh-CN" altLang="en-US" sz="2400" dirty="0">
              <a:latin typeface="宋体" panose="02010600030101010101" pitchFamily="2" charset="-122"/>
            </a:endParaRPr>
          </a:p>
          <a:p>
            <a:pPr marL="0" indent="0" algn="just">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MOV AL</a:t>
            </a:r>
            <a:r>
              <a:rPr lang="zh-CN" altLang="en-US" sz="2400" dirty="0">
                <a:latin typeface="宋体" panose="02010600030101010101" pitchFamily="2" charset="-122"/>
              </a:rPr>
              <a:t>，</a:t>
            </a:r>
            <a:r>
              <a:rPr lang="en-US" altLang="zh-CN" sz="2400" dirty="0">
                <a:latin typeface="宋体" panose="02010600030101010101" pitchFamily="2" charset="-122"/>
              </a:rPr>
              <a:t>0DH </a:t>
            </a:r>
            <a:r>
              <a:rPr lang="zh-CN" altLang="en-US" sz="2400" dirty="0">
                <a:latin typeface="宋体" panose="02010600030101010101" pitchFamily="2" charset="-122"/>
              </a:rPr>
              <a:t>； </a:t>
            </a:r>
            <a:r>
              <a:rPr lang="en-US" altLang="zh-CN" sz="2400" dirty="0">
                <a:latin typeface="宋体" panose="02010600030101010101" pitchFamily="2" charset="-122"/>
              </a:rPr>
              <a:t>C6</a:t>
            </a:r>
            <a:r>
              <a:rPr lang="zh-CN" altLang="en-US" sz="2400" dirty="0">
                <a:latin typeface="宋体" panose="02010600030101010101" pitchFamily="2" charset="-122"/>
              </a:rPr>
              <a:t>置</a:t>
            </a:r>
            <a:r>
              <a:rPr lang="en-US" altLang="zh-CN" sz="2400" dirty="0">
                <a:latin typeface="宋体" panose="02010600030101010101" pitchFamily="2" charset="-122"/>
              </a:rPr>
              <a:t>1</a:t>
            </a:r>
            <a:r>
              <a:rPr lang="zh-CN" altLang="en-US" sz="2400" dirty="0">
                <a:latin typeface="宋体" panose="02010600030101010101" pitchFamily="2" charset="-122"/>
              </a:rPr>
              <a:t>，给打印机一个接受数据信号</a:t>
            </a:r>
            <a:endParaRPr lang="zh-CN" altLang="en-US" sz="2400" dirty="0">
              <a:latin typeface="宋体" panose="02010600030101010101" pitchFamily="2" charset="-122"/>
            </a:endParaRPr>
          </a:p>
          <a:p>
            <a:pPr marL="0" indent="0" algn="just">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OUT DX</a:t>
            </a:r>
            <a:r>
              <a:rPr lang="zh-CN" altLang="en-US" sz="2400" dirty="0">
                <a:latin typeface="宋体" panose="02010600030101010101" pitchFamily="2" charset="-122"/>
              </a:rPr>
              <a:t>，</a:t>
            </a:r>
            <a:r>
              <a:rPr lang="en-US" altLang="zh-CN" sz="2400" dirty="0">
                <a:latin typeface="宋体" panose="02010600030101010101" pitchFamily="2" charset="-122"/>
              </a:rPr>
              <a:t>AL     </a:t>
            </a:r>
            <a:r>
              <a:rPr lang="zh-CN" altLang="en-US" sz="2400" dirty="0">
                <a:latin typeface="宋体" panose="02010600030101010101" pitchFamily="2" charset="-122"/>
              </a:rPr>
              <a:t>；送脉冲</a:t>
            </a:r>
            <a:endParaRPr lang="zh-CN" altLang="en-US" sz="2400" dirty="0">
              <a:latin typeface="宋体" panose="02010600030101010101" pitchFamily="2" charset="-122"/>
            </a:endParaRPr>
          </a:p>
          <a:p>
            <a:pPr marL="0" indent="0" algn="just">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INC SI      </a:t>
            </a:r>
            <a:r>
              <a:rPr lang="zh-CN" altLang="en-US" sz="2400" dirty="0">
                <a:latin typeface="宋体" panose="02010600030101010101" pitchFamily="2" charset="-122"/>
              </a:rPr>
              <a:t>；打印数据区地址移到下一个数据位置</a:t>
            </a:r>
            <a:endParaRPr lang="zh-CN" altLang="en-US" sz="2400" dirty="0">
              <a:latin typeface="宋体" panose="02010600030101010101" pitchFamily="2" charset="-122"/>
            </a:endParaRPr>
          </a:p>
          <a:p>
            <a:pPr marL="0" indent="0" algn="just">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DEC CL     </a:t>
            </a:r>
            <a:r>
              <a:rPr lang="zh-CN" altLang="en-US" sz="2400" dirty="0">
                <a:latin typeface="宋体" panose="02010600030101010101" pitchFamily="2" charset="-122"/>
              </a:rPr>
              <a:t>；数据长度减</a:t>
            </a:r>
            <a:r>
              <a:rPr lang="en-US" altLang="zh-CN" sz="2400" dirty="0">
                <a:latin typeface="宋体" panose="02010600030101010101" pitchFamily="2" charset="-122"/>
              </a:rPr>
              <a:t>1</a:t>
            </a:r>
            <a:endParaRPr lang="en-US" altLang="zh-CN" sz="2400" dirty="0">
              <a:latin typeface="宋体" panose="02010600030101010101" pitchFamily="2" charset="-122"/>
            </a:endParaRPr>
          </a:p>
          <a:p>
            <a:pPr marL="0" indent="0" algn="just">
              <a:spcBef>
                <a:spcPct val="0"/>
              </a:spcBef>
              <a:buNone/>
            </a:pPr>
            <a:r>
              <a:rPr lang="en-US" altLang="zh-CN" sz="2400" dirty="0">
                <a:latin typeface="宋体" panose="02010600030101010101" pitchFamily="2" charset="-122"/>
              </a:rPr>
              <a:t> JNZ  GOON   </a:t>
            </a:r>
            <a:r>
              <a:rPr lang="zh-CN" altLang="en-US" sz="2400" dirty="0">
                <a:latin typeface="宋体" panose="02010600030101010101" pitchFamily="2" charset="-122"/>
              </a:rPr>
              <a:t>；全部数据打印完吗？没完返回继续打印</a:t>
            </a:r>
            <a:endParaRPr lang="zh-CN" altLang="en-US" sz="2400" dirty="0">
              <a:latin typeface="宋体" panose="02010600030101010101" pitchFamily="2" charset="-122"/>
            </a:endParaRPr>
          </a:p>
          <a:p>
            <a:pPr marL="0" indent="0">
              <a:spcBef>
                <a:spcPct val="0"/>
              </a:spcBef>
              <a:buNone/>
            </a:pPr>
            <a:r>
              <a:rPr lang="zh-CN" altLang="en-US" sz="2400" dirty="0">
                <a:latin typeface="宋体" panose="02010600030101010101" pitchFamily="2" charset="-122"/>
              </a:rPr>
              <a:t> </a:t>
            </a:r>
            <a:r>
              <a:rPr lang="en-US" altLang="zh-CN" sz="2400" dirty="0">
                <a:latin typeface="宋体" panose="02010600030101010101" pitchFamily="2" charset="-122"/>
              </a:rPr>
              <a:t>RET            </a:t>
            </a:r>
            <a:r>
              <a:rPr lang="zh-CN" altLang="en-US" sz="2400" dirty="0">
                <a:latin typeface="宋体" panose="02010600030101010101" pitchFamily="2" charset="-122"/>
              </a:rPr>
              <a:t>；全部数据打印完，返回主程序</a:t>
            </a:r>
            <a:endParaRPr lang="zh-CN" altLang="en-US" sz="2400" dirty="0">
              <a:latin typeface="宋体" panose="02010600030101010101" pitchFamily="2" charset="-122"/>
            </a:endParaRPr>
          </a:p>
        </p:txBody>
      </p:sp>
      <p:sp>
        <p:nvSpPr>
          <p:cNvPr id="218115" name="Rectangle 7"/>
          <p:cNvSpPr/>
          <p:nvPr/>
        </p:nvSpPr>
        <p:spPr>
          <a:xfrm>
            <a:off x="179388" y="4579938"/>
            <a:ext cx="8748712" cy="1844675"/>
          </a:xfrm>
          <a:prstGeom prst="rect">
            <a:avLst/>
          </a:prstGeom>
          <a:solidFill>
            <a:srgbClr val="FFCC99">
              <a:alpha val="25098"/>
            </a:srgbClr>
          </a:solidFill>
          <a:ln w="38100" cap="flat" cmpd="dbl">
            <a:solidFill>
              <a:srgbClr val="FF00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spcBef>
                <a:spcPct val="0"/>
              </a:spcBef>
              <a:spcAft>
                <a:spcPct val="0"/>
              </a:spcAft>
              <a:buClrTx/>
              <a:buSzTx/>
              <a:buNone/>
            </a:pPr>
            <a:r>
              <a:rPr lang="zh-CN" altLang="en-US" sz="2400" dirty="0">
                <a:solidFill>
                  <a:srgbClr val="2603F7"/>
                </a:solidFill>
                <a:latin typeface="宋体" panose="02010600030101010101" pitchFamily="2" charset="-122"/>
                <a:ea typeface="宋体" panose="02010600030101010101" pitchFamily="2" charset="-122"/>
              </a:rPr>
              <a:t>在此例中，为了保证打印机正确的接收到数据，先给出一个查询信号</a:t>
            </a:r>
            <a:r>
              <a:rPr lang="en-US" altLang="zh-CN" sz="2400" dirty="0">
                <a:solidFill>
                  <a:srgbClr val="2603F7"/>
                </a:solidFill>
                <a:latin typeface="宋体" panose="02010600030101010101" pitchFamily="2" charset="-122"/>
                <a:ea typeface="宋体" panose="02010600030101010101" pitchFamily="2" charset="-122"/>
              </a:rPr>
              <a:t>STROBE</a:t>
            </a:r>
            <a:r>
              <a:rPr lang="zh-CN" altLang="en-US" sz="2400" dirty="0">
                <a:solidFill>
                  <a:srgbClr val="2603F7"/>
                </a:solidFill>
                <a:latin typeface="宋体" panose="02010600030101010101" pitchFamily="2" charset="-122"/>
                <a:ea typeface="宋体" panose="02010600030101010101" pitchFamily="2" charset="-122"/>
              </a:rPr>
              <a:t>，在打印机接到这个信号后并且处在“闲”状态时，就回答给出</a:t>
            </a:r>
            <a:r>
              <a:rPr lang="en-US" altLang="zh-CN" sz="2400" dirty="0">
                <a:solidFill>
                  <a:srgbClr val="2603F7"/>
                </a:solidFill>
                <a:latin typeface="宋体" panose="02010600030101010101" pitchFamily="2" charset="-122"/>
                <a:ea typeface="宋体" panose="02010600030101010101" pitchFamily="2" charset="-122"/>
              </a:rPr>
              <a:t>BUSY=1</a:t>
            </a:r>
            <a:r>
              <a:rPr lang="zh-CN" altLang="en-US" sz="2400" dirty="0">
                <a:solidFill>
                  <a:srgbClr val="2603F7"/>
                </a:solidFill>
                <a:latin typeface="宋体" panose="02010600030101010101" pitchFamily="2" charset="-122"/>
                <a:ea typeface="宋体" panose="02010600030101010101" pitchFamily="2" charset="-122"/>
              </a:rPr>
              <a:t>，</a:t>
            </a:r>
            <a:r>
              <a:rPr lang="en-US" altLang="zh-CN" sz="2400" dirty="0">
                <a:solidFill>
                  <a:srgbClr val="2603F7"/>
                </a:solidFill>
                <a:latin typeface="宋体" panose="02010600030101010101" pitchFamily="2" charset="-122"/>
                <a:ea typeface="宋体" panose="02010600030101010101" pitchFamily="2" charset="-122"/>
              </a:rPr>
              <a:t>CPU</a:t>
            </a:r>
            <a:r>
              <a:rPr lang="zh-CN" altLang="en-US" sz="2400" dirty="0">
                <a:solidFill>
                  <a:srgbClr val="2603F7"/>
                </a:solidFill>
                <a:latin typeface="宋体" panose="02010600030101010101" pitchFamily="2" charset="-122"/>
                <a:ea typeface="宋体" panose="02010600030101010101" pitchFamily="2" charset="-122"/>
              </a:rPr>
              <a:t>就可以将要打印的数据送到</a:t>
            </a:r>
            <a:r>
              <a:rPr lang="en-US" altLang="zh-CN" sz="2400" dirty="0">
                <a:solidFill>
                  <a:srgbClr val="2603F7"/>
                </a:solidFill>
                <a:latin typeface="宋体" panose="02010600030101010101" pitchFamily="2" charset="-122"/>
                <a:ea typeface="宋体" panose="02010600030101010101" pitchFamily="2" charset="-122"/>
              </a:rPr>
              <a:t>A</a:t>
            </a:r>
            <a:r>
              <a:rPr lang="zh-CN" altLang="en-US" sz="2400" dirty="0">
                <a:solidFill>
                  <a:srgbClr val="2603F7"/>
                </a:solidFill>
                <a:latin typeface="宋体" panose="02010600030101010101" pitchFamily="2" charset="-122"/>
                <a:ea typeface="宋体" panose="02010600030101010101" pitchFamily="2" charset="-122"/>
              </a:rPr>
              <a:t>口，同时发出</a:t>
            </a:r>
            <a:r>
              <a:rPr lang="en-US" altLang="zh-CN" sz="2400" dirty="0">
                <a:solidFill>
                  <a:srgbClr val="2603F7"/>
                </a:solidFill>
                <a:latin typeface="宋体" panose="02010600030101010101" pitchFamily="2" charset="-122"/>
                <a:ea typeface="宋体" panose="02010600030101010101" pitchFamily="2" charset="-122"/>
              </a:rPr>
              <a:t>STROBE</a:t>
            </a:r>
            <a:r>
              <a:rPr lang="zh-CN" altLang="en-US" sz="2400" dirty="0">
                <a:solidFill>
                  <a:srgbClr val="2603F7"/>
                </a:solidFill>
                <a:latin typeface="宋体" panose="02010600030101010101" pitchFamily="2" charset="-122"/>
                <a:ea typeface="宋体" panose="02010600030101010101" pitchFamily="2" charset="-122"/>
              </a:rPr>
              <a:t>信号，告诉打印机，要发送下一个数据。</a:t>
            </a:r>
            <a:endParaRPr lang="zh-CN" altLang="en-US" sz="2400" dirty="0">
              <a:solidFill>
                <a:srgbClr val="2603F7"/>
              </a:solidFill>
              <a:latin typeface="宋体" panose="02010600030101010101" pitchFamily="2" charset="-122"/>
              <a:ea typeface="宋体" panose="02010600030101010101" pitchFamily="2" charset="-122"/>
            </a:endParaRPr>
          </a:p>
        </p:txBody>
      </p:sp>
    </p:spTree>
  </p:cSld>
  <p:clrMapOvr>
    <a:masterClrMapping/>
  </p:clrMapOvr>
  <p:transition spd="slow">
    <p:zoom/>
  </p:transition>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80930" name="Rectangle 2"/>
          <p:cNvSpPr>
            <a:spLocks noGrp="1" noChangeArrowheads="1"/>
          </p:cNvSpPr>
          <p:nvPr>
            <p:ph type="title"/>
          </p:nvPr>
        </p:nvSpPr>
        <p:spPr>
          <a:xfrm>
            <a:off x="827088" y="1052513"/>
            <a:ext cx="8169275" cy="712788"/>
          </a:xfrm>
          <a:ln>
            <a:miter/>
          </a:ln>
        </p:spPr>
        <p:txBody>
          <a:bodyPr vert="horz" wrap="square" lIns="91440" tIns="45720" rIns="91440" bIns="45720" numCol="1" anchor="b"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4000" b="1" i="0" u="none" strike="noStrike" kern="1200" cap="none" spc="0" normalizeH="0" baseline="0" noProof="0" dirty="0">
                <a:ln>
                  <a:noFill/>
                </a:ln>
                <a:solidFill>
                  <a:srgbClr val="C00000"/>
                </a:solidFill>
                <a:effectLst/>
                <a:uLnTx/>
                <a:uFillTx/>
                <a:latin typeface="+mj-ea"/>
                <a:ea typeface="+mj-ea"/>
                <a:cs typeface="+mj-cs"/>
              </a:rPr>
              <a:t> </a:t>
            </a:r>
            <a:r>
              <a:rPr kumimoji="0" lang="zh-CN" altLang="en-US" sz="4000" b="1" i="0" u="none" strike="noStrike" kern="1200" cap="none" spc="0" normalizeH="0" baseline="0" noProof="0" dirty="0">
                <a:ln>
                  <a:noFill/>
                </a:ln>
                <a:solidFill>
                  <a:srgbClr val="C00000"/>
                </a:solidFill>
                <a:effectLst/>
                <a:uLnTx/>
                <a:uFillTx/>
                <a:latin typeface="+mj-ea"/>
                <a:ea typeface="+mj-ea"/>
                <a:cs typeface="+mj-cs"/>
              </a:rPr>
              <a:t>例</a:t>
            </a:r>
            <a:r>
              <a:rPr kumimoji="0" lang="en-US" altLang="zh-CN" sz="4000" b="1" i="0" u="none" strike="noStrike" kern="1200" cap="none" spc="0" normalizeH="0" baseline="0" noProof="0" dirty="0">
                <a:ln>
                  <a:noFill/>
                </a:ln>
                <a:solidFill>
                  <a:srgbClr val="C00000"/>
                </a:solidFill>
                <a:effectLst/>
                <a:uLnTx/>
                <a:uFillTx/>
                <a:latin typeface="+mj-ea"/>
                <a:ea typeface="+mj-ea"/>
                <a:cs typeface="+mj-cs"/>
              </a:rPr>
              <a:t>5</a:t>
            </a:r>
            <a:r>
              <a:rPr kumimoji="0" lang="zh-CN" altLang="en-US" sz="4000" b="1" i="0" u="none" strike="noStrike" kern="1200" cap="none" spc="0" normalizeH="0" baseline="0" noProof="0" dirty="0">
                <a:ln>
                  <a:noFill/>
                </a:ln>
                <a:solidFill>
                  <a:srgbClr val="C00000"/>
                </a:solidFill>
                <a:effectLst/>
                <a:uLnTx/>
                <a:uFillTx/>
                <a:latin typeface="+mj-ea"/>
                <a:ea typeface="+mj-ea"/>
                <a:cs typeface="+mj-cs"/>
              </a:rPr>
              <a:t>：采用</a:t>
            </a:r>
            <a:r>
              <a:rPr kumimoji="0" lang="en-US" altLang="zh-CN" sz="4000" b="1" i="0" u="none" strike="noStrike" kern="1200" cap="none" spc="0" normalizeH="0" baseline="0" noProof="0" dirty="0">
                <a:ln>
                  <a:noFill/>
                </a:ln>
                <a:solidFill>
                  <a:srgbClr val="C00000"/>
                </a:solidFill>
                <a:effectLst/>
                <a:uLnTx/>
                <a:uFillTx/>
                <a:latin typeface="+mj-ea"/>
                <a:ea typeface="+mj-ea"/>
                <a:cs typeface="+mj-cs"/>
              </a:rPr>
              <a:t>8255A</a:t>
            </a:r>
            <a:r>
              <a:rPr kumimoji="0" lang="zh-CN" altLang="en-US" sz="4000" b="1" i="0" u="none" strike="noStrike" kern="1200" cap="none" spc="0" normalizeH="0" baseline="0" noProof="0" dirty="0">
                <a:ln>
                  <a:noFill/>
                </a:ln>
                <a:solidFill>
                  <a:srgbClr val="C00000"/>
                </a:solidFill>
                <a:effectLst/>
                <a:uLnTx/>
                <a:uFillTx/>
                <a:latin typeface="+mj-ea"/>
                <a:ea typeface="+mj-ea"/>
                <a:cs typeface="+mj-cs"/>
              </a:rPr>
              <a:t>进行双机并行通信</a:t>
            </a:r>
            <a:endParaRPr kumimoji="0" lang="zh-CN" altLang="en-US" sz="4000" b="1" i="0" u="none" strike="noStrike" kern="1200" cap="none" spc="0" normalizeH="0" baseline="0" noProof="0" dirty="0">
              <a:ln>
                <a:noFill/>
              </a:ln>
              <a:solidFill>
                <a:srgbClr val="C00000"/>
              </a:solidFill>
              <a:effectLst/>
              <a:uLnTx/>
              <a:uFillTx/>
              <a:latin typeface="+mj-ea"/>
              <a:ea typeface="+mj-ea"/>
              <a:cs typeface="+mj-cs"/>
            </a:endParaRPr>
          </a:p>
        </p:txBody>
      </p:sp>
      <p:sp>
        <p:nvSpPr>
          <p:cNvPr id="380931" name="Rectangle 3"/>
          <p:cNvSpPr>
            <a:spLocks noGrp="1" noChangeArrowheads="1"/>
          </p:cNvSpPr>
          <p:nvPr>
            <p:ph idx="1"/>
          </p:nvPr>
        </p:nvSpPr>
        <p:spPr>
          <a:xfrm>
            <a:off x="304800" y="2276475"/>
            <a:ext cx="8496300" cy="2016125"/>
          </a:xfrm>
          <a:solidFill>
            <a:schemeClr val="accent1">
              <a:alpha val="53999"/>
            </a:schemeClr>
          </a:solidFill>
          <a:ln>
            <a:solidFill>
              <a:srgbClr val="FF0000"/>
            </a:solidFill>
            <a:miter lim="800000"/>
          </a:ln>
        </p:spPr>
        <p:txBody>
          <a:bodyPr vert="horz" wrap="square" lIns="91440" tIns="45720" rIns="91440" bIns="45720" numCol="1" anchor="t" anchorCtr="0" compatLnSpc="1"/>
          <a:lstStyle/>
          <a:p>
            <a:pPr marL="0" marR="0" lvl="0" indent="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要求在甲乙两台微机之间并行传送</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1K</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字节数据。两机的</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CPU</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与接口之间都采用查询方式交换数据。</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甲机发送</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方式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PA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口为输出</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PC7</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和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PC6</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引脚分别固定作联络线</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OBF</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和</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ACK</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9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2.</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乙机接收。</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0</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方式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,PA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口为输入，</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PC4</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和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PC0</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作联络线。</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219140" name="Rectangle 5"/>
          <p:cNvSpPr/>
          <p:nvPr/>
        </p:nvSpPr>
        <p:spPr>
          <a:xfrm>
            <a:off x="295275" y="4803775"/>
            <a:ext cx="8515350" cy="1368425"/>
          </a:xfrm>
          <a:prstGeom prst="rect">
            <a:avLst/>
          </a:prstGeom>
          <a:solidFill>
            <a:srgbClr val="CCFFCC"/>
          </a:solidFill>
          <a:ln w="9525" cap="flat" cmpd="sng">
            <a:solidFill>
              <a:srgbClr val="FF00FF"/>
            </a:solidFill>
            <a:prstDash val="solid"/>
            <a:miter/>
            <a:headEnd type="none" w="med" len="med"/>
            <a:tailEnd type="none" w="med" len="med"/>
          </a:ln>
        </p:spPr>
        <p:txBody>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90000"/>
              </a:lnSpc>
              <a:spcAft>
                <a:spcPct val="0"/>
              </a:spcAft>
              <a:buClrTx/>
              <a:buSzTx/>
              <a:buFont typeface="Arial" panose="020B0604020202020204" pitchFamily="34" charset="0"/>
              <a:buNone/>
            </a:pPr>
            <a:r>
              <a:rPr lang="zh-CN" altLang="en-US" sz="2400" dirty="0">
                <a:solidFill>
                  <a:schemeClr val="tx1"/>
                </a:solidFill>
                <a:latin typeface="楷体_GB2312" pitchFamily="1" charset="-122"/>
              </a:rPr>
              <a:t>虽然，两侧的</a:t>
            </a:r>
            <a:r>
              <a:rPr lang="en-US" altLang="zh-CN" sz="2400" dirty="0">
                <a:solidFill>
                  <a:schemeClr val="tx1"/>
                </a:solidFill>
                <a:latin typeface="楷体_GB2312" pitchFamily="1" charset="-122"/>
              </a:rPr>
              <a:t>8255A</a:t>
            </a:r>
            <a:r>
              <a:rPr lang="zh-CN" altLang="en-US" sz="2400" dirty="0">
                <a:solidFill>
                  <a:schemeClr val="tx1"/>
                </a:solidFill>
                <a:latin typeface="楷体_GB2312" pitchFamily="1" charset="-122"/>
              </a:rPr>
              <a:t>都设置了联络线，但有本质的差别：甲机</a:t>
            </a:r>
            <a:r>
              <a:rPr lang="en-US" altLang="zh-CN" sz="2400" dirty="0">
                <a:solidFill>
                  <a:schemeClr val="tx1"/>
                </a:solidFill>
                <a:latin typeface="楷体_GB2312" pitchFamily="1" charset="-122"/>
              </a:rPr>
              <a:t>8255A</a:t>
            </a:r>
            <a:r>
              <a:rPr lang="zh-CN" altLang="en-US" sz="2400" dirty="0">
                <a:solidFill>
                  <a:schemeClr val="tx1"/>
                </a:solidFill>
                <a:latin typeface="楷体_GB2312" pitchFamily="1" charset="-122"/>
              </a:rPr>
              <a:t>是</a:t>
            </a:r>
            <a:r>
              <a:rPr lang="en-US" altLang="zh-CN" sz="2400" dirty="0">
                <a:solidFill>
                  <a:schemeClr val="tx1"/>
                </a:solidFill>
                <a:latin typeface="楷体_GB2312" pitchFamily="1" charset="-122"/>
              </a:rPr>
              <a:t>1</a:t>
            </a:r>
            <a:r>
              <a:rPr lang="zh-CN" altLang="en-US" sz="2400" dirty="0">
                <a:solidFill>
                  <a:schemeClr val="tx1"/>
                </a:solidFill>
                <a:latin typeface="楷体_GB2312" pitchFamily="1" charset="-122"/>
              </a:rPr>
              <a:t>方式，其联络线是固定的不可替换；乙机的</a:t>
            </a:r>
            <a:r>
              <a:rPr lang="en-US" altLang="zh-CN" sz="2400" dirty="0">
                <a:solidFill>
                  <a:schemeClr val="tx1"/>
                </a:solidFill>
                <a:latin typeface="楷体_GB2312" pitchFamily="1" charset="-122"/>
              </a:rPr>
              <a:t>8255A</a:t>
            </a:r>
            <a:r>
              <a:rPr lang="zh-CN" altLang="en-US" sz="2400" dirty="0">
                <a:solidFill>
                  <a:schemeClr val="tx1"/>
                </a:solidFill>
                <a:latin typeface="楷体_GB2312" pitchFamily="1" charset="-122"/>
              </a:rPr>
              <a:t>是</a:t>
            </a:r>
            <a:r>
              <a:rPr lang="en-US" altLang="zh-CN" sz="2400" dirty="0">
                <a:solidFill>
                  <a:schemeClr val="tx1"/>
                </a:solidFill>
                <a:latin typeface="楷体_GB2312" pitchFamily="1" charset="-122"/>
              </a:rPr>
              <a:t>0</a:t>
            </a:r>
            <a:r>
              <a:rPr lang="zh-CN" altLang="en-US" sz="2400" dirty="0">
                <a:solidFill>
                  <a:schemeClr val="tx1"/>
                </a:solidFill>
                <a:latin typeface="楷体_GB2312" pitchFamily="1" charset="-122"/>
              </a:rPr>
              <a:t>方式，其联络线是不固定的可选择，比如可选择</a:t>
            </a:r>
            <a:r>
              <a:rPr lang="en-US" altLang="zh-CN" sz="2400" dirty="0">
                <a:solidFill>
                  <a:schemeClr val="tx1"/>
                </a:solidFill>
                <a:latin typeface="楷体_GB2312" pitchFamily="1" charset="-122"/>
              </a:rPr>
              <a:t>PC4</a:t>
            </a:r>
            <a:r>
              <a:rPr lang="zh-CN" altLang="en-US" sz="2400" dirty="0">
                <a:solidFill>
                  <a:schemeClr val="tx1"/>
                </a:solidFill>
                <a:latin typeface="楷体_GB2312" pitchFamily="1" charset="-122"/>
              </a:rPr>
              <a:t>和</a:t>
            </a:r>
            <a:r>
              <a:rPr lang="en-US" altLang="zh-CN" sz="2400" dirty="0">
                <a:solidFill>
                  <a:schemeClr val="tx1"/>
                </a:solidFill>
                <a:latin typeface="楷体_GB2312" pitchFamily="1" charset="-122"/>
              </a:rPr>
              <a:t>PC1</a:t>
            </a:r>
            <a:r>
              <a:rPr lang="zh-CN" altLang="en-US" sz="2400" dirty="0">
                <a:solidFill>
                  <a:schemeClr val="tx1"/>
                </a:solidFill>
                <a:latin typeface="楷体_GB2312" pitchFamily="1" charset="-122"/>
              </a:rPr>
              <a:t>或</a:t>
            </a:r>
            <a:r>
              <a:rPr lang="en-US" altLang="zh-CN" sz="2400" dirty="0">
                <a:solidFill>
                  <a:schemeClr val="tx1"/>
                </a:solidFill>
                <a:latin typeface="楷体_GB2312" pitchFamily="1" charset="-122"/>
              </a:rPr>
              <a:t>PC3</a:t>
            </a:r>
            <a:r>
              <a:rPr lang="zh-CN" altLang="en-US" sz="2400" dirty="0">
                <a:solidFill>
                  <a:schemeClr val="tx1"/>
                </a:solidFill>
                <a:latin typeface="楷体_GB2312" pitchFamily="1" charset="-122"/>
              </a:rPr>
              <a:t>、</a:t>
            </a:r>
            <a:r>
              <a:rPr lang="en-US" altLang="zh-CN" sz="2400" dirty="0">
                <a:solidFill>
                  <a:schemeClr val="tx1"/>
                </a:solidFill>
                <a:latin typeface="楷体_GB2312" pitchFamily="1" charset="-122"/>
              </a:rPr>
              <a:t>PC2</a:t>
            </a:r>
            <a:r>
              <a:rPr lang="zh-CN" altLang="en-US" sz="2400" dirty="0">
                <a:solidFill>
                  <a:schemeClr val="tx1"/>
                </a:solidFill>
                <a:latin typeface="楷体_GB2312" pitchFamily="1" charset="-122"/>
              </a:rPr>
              <a:t>等任意组合。</a:t>
            </a:r>
            <a:endParaRPr lang="zh-CN" altLang="en-US" sz="2400" dirty="0">
              <a:solidFill>
                <a:schemeClr val="tx1"/>
              </a:solidFill>
              <a:latin typeface="楷体_GB2312" pitchFamily="1" charset="-122"/>
            </a:endParaRPr>
          </a:p>
        </p:txBody>
      </p:sp>
    </p:spTree>
  </p:cSld>
  <p:clrMapOvr>
    <a:masterClrMapping/>
  </p:clrMapOvr>
  <p:transition spd="slow">
    <p:zoom/>
  </p:transition>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0162" name="Rectangle 2"/>
          <p:cNvSpPr>
            <a:spLocks noGrp="1"/>
          </p:cNvSpPr>
          <p:nvPr>
            <p:ph type="title"/>
          </p:nvPr>
        </p:nvSpPr>
        <p:spPr>
          <a:xfrm>
            <a:off x="1331913" y="836613"/>
            <a:ext cx="5616575" cy="633412"/>
          </a:xfrm>
        </p:spPr>
        <p:txBody>
          <a:bodyPr vert="horz" wrap="square" lIns="91440" tIns="45720" rIns="91440" bIns="45720" anchor="b" anchorCtr="0"/>
          <a:p>
            <a:r>
              <a:rPr lang="zh-CN" altLang="en-US" sz="3200" b="1" dirty="0"/>
              <a:t>双机并行传送接口电路框图</a:t>
            </a:r>
            <a:endParaRPr lang="zh-CN" altLang="en-US" sz="3200" b="1" dirty="0"/>
          </a:p>
        </p:txBody>
      </p:sp>
      <p:graphicFrame>
        <p:nvGraphicFramePr>
          <p:cNvPr id="220163" name="Object 4"/>
          <p:cNvGraphicFramePr>
            <a:graphicFrameLocks noChangeAspect="1"/>
          </p:cNvGraphicFramePr>
          <p:nvPr/>
        </p:nvGraphicFramePr>
        <p:xfrm>
          <a:off x="466725" y="1773238"/>
          <a:ext cx="8458200" cy="5383212"/>
        </p:xfrm>
        <a:graphic>
          <a:graphicData uri="http://schemas.openxmlformats.org/presentationml/2006/ole">
            <mc:AlternateContent xmlns:mc="http://schemas.openxmlformats.org/markup-compatibility/2006">
              <mc:Choice xmlns:v="urn:schemas-microsoft-com:vml" Requires="v">
                <p:oleObj spid="_x0000_s3079" name="" r:id="rId1" imgW="11290300" imgH="7734300" progId="">
                  <p:embed/>
                </p:oleObj>
              </mc:Choice>
              <mc:Fallback>
                <p:oleObj name="" r:id="rId1" imgW="11290300" imgH="7734300" progId="">
                  <p:embed/>
                  <p:pic>
                    <p:nvPicPr>
                      <p:cNvPr id="0" name="图片 3078"/>
                      <p:cNvPicPr/>
                      <p:nvPr/>
                    </p:nvPicPr>
                    <p:blipFill>
                      <a:blip r:embed="rId2"/>
                      <a:srcRect b="12431"/>
                      <a:stretch>
                        <a:fillRect/>
                      </a:stretch>
                    </p:blipFill>
                    <p:spPr>
                      <a:xfrm>
                        <a:off x="466725" y="1773238"/>
                        <a:ext cx="8458200" cy="5383212"/>
                      </a:xfrm>
                      <a:prstGeom prst="rect">
                        <a:avLst/>
                      </a:prstGeom>
                      <a:noFill/>
                      <a:ln w="38100">
                        <a:noFill/>
                        <a:miter/>
                      </a:ln>
                    </p:spPr>
                  </p:pic>
                </p:oleObj>
              </mc:Fallback>
            </mc:AlternateContent>
          </a:graphicData>
        </a:graphic>
      </p:graphicFrame>
    </p:spTree>
  </p:cSld>
  <p:clrMapOvr>
    <a:masterClrMapping/>
  </p:clrMapOvr>
  <p:transition spd="slow">
    <p:zoom/>
  </p:transition>
</p:sld>
</file>

<file path=ppt/slides/slide1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382979" name="Rectangle 3"/>
          <p:cNvSpPr>
            <a:spLocks noGrp="1" noChangeArrowheads="1"/>
          </p:cNvSpPr>
          <p:nvPr>
            <p:ph idx="1"/>
          </p:nvPr>
        </p:nvSpPr>
        <p:spPr>
          <a:xfrm>
            <a:off x="250825" y="754063"/>
            <a:ext cx="8424863" cy="6103938"/>
          </a:xfrm>
          <a:ln>
            <a:miter/>
          </a:ln>
        </p:spPr>
        <p:txBody>
          <a:bodyPr vert="horz" wrap="square" lIns="91440" tIns="45720" rIns="91440" bIns="45720" numCol="1" anchor="t" anchorCtr="0" compatLnSpc="1"/>
          <a:lstStyle/>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en-US" altLang="zh-CN" sz="2000" b="1" i="0" u="none" strike="noStrike" kern="1200" cap="none" spc="0" normalizeH="0" baseline="0" noProof="0" dirty="0">
                <a:ln>
                  <a:noFill/>
                </a:ln>
                <a:solidFill>
                  <a:schemeClr val="tx2"/>
                </a:solidFill>
                <a:effectLst/>
                <a:uLnTx/>
                <a:uFillTx/>
                <a:latin typeface="+mn-lt"/>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甲机发送程序：</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DX,0303H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8255A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命令口</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AL,10100000B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；初始化工作方式字</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OUT DX,AL              </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MOV AL,0DH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；置发送中断允许</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INTEA=1</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OUT DX,AL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PC6=1</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MOV AX,0030H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；发送数据内存首址</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ES,AX </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MOV BX,00H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CX,0400H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；发送字节数</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DX,0300H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；向</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口写第一个数</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产生第一个</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OBF</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信号</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
        <p:nvSpPr>
          <p:cNvPr id="221187" name="Rectangle 4"/>
          <p:cNvSpPr/>
          <p:nvPr/>
        </p:nvSpPr>
        <p:spPr>
          <a:xfrm>
            <a:off x="395288" y="260350"/>
            <a:ext cx="4827587" cy="519113"/>
          </a:xfrm>
          <a:prstGeom prst="rect">
            <a:avLst/>
          </a:prstGeom>
          <a:noFill/>
          <a:ln w="9525">
            <a:noFill/>
          </a:ln>
        </p:spPr>
        <p:txBody>
          <a:bodyPr wrap="none">
            <a:spAutoFit/>
          </a:bodyPr>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nSpc>
                <a:spcPct val="100000"/>
              </a:lnSpc>
              <a:spcBef>
                <a:spcPct val="0"/>
              </a:spcBef>
              <a:spcAft>
                <a:spcPct val="0"/>
              </a:spcAft>
              <a:buClrTx/>
              <a:buSzTx/>
              <a:buNone/>
            </a:pPr>
            <a:r>
              <a:rPr lang="zh-CN" altLang="en-US" dirty="0">
                <a:solidFill>
                  <a:srgbClr val="2603F7"/>
                </a:solidFill>
                <a:latin typeface="宋体" panose="02010600030101010101" pitchFamily="2" charset="-122"/>
              </a:rPr>
              <a:t>分别对两个系统进行程序设计</a:t>
            </a:r>
            <a:endParaRPr lang="zh-CN" altLang="en-US" dirty="0">
              <a:solidFill>
                <a:srgbClr val="2603F7"/>
              </a:solidFill>
              <a:latin typeface="宋体" panose="02010600030101010101" pitchFamily="2" charset="-122"/>
            </a:endParaRPr>
          </a:p>
        </p:txBody>
      </p:sp>
    </p:spTree>
  </p:cSld>
  <p:clrMapOvr>
    <a:masterClrMapping/>
  </p:clrMapOvr>
  <p:transition spd="slow">
    <p:zoom/>
  </p:transition>
</p:sld>
</file>

<file path=ppt/slides/slide1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384003" name="Rectangle 3"/>
          <p:cNvSpPr>
            <a:spLocks noGrp="1" noChangeArrowheads="1"/>
          </p:cNvSpPr>
          <p:nvPr>
            <p:ph idx="1"/>
          </p:nvPr>
        </p:nvSpPr>
        <p:spPr>
          <a:xfrm>
            <a:off x="395288" y="188913"/>
            <a:ext cx="8424863" cy="6264275"/>
          </a:xfrm>
          <a:ln>
            <a:miter/>
          </a:ln>
        </p:spPr>
        <p:txBody>
          <a:bodyPr vert="horz" wrap="square" lIns="91440" tIns="45720" rIns="91440" bIns="45720" numCol="1" anchor="t" anchorCtr="0" compatLnSpc="1"/>
          <a:lstStyle/>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en-US" altLang="zh-CN" sz="2800" b="1" i="0" u="none" strike="noStrike" kern="1200" cap="none" spc="0" normalizeH="0" baseline="0" noProof="0" dirty="0">
                <a:ln>
                  <a:noFill/>
                </a:ln>
                <a:solidFill>
                  <a:schemeClr val="tx2"/>
                </a:solidFill>
                <a:effectLst/>
                <a:uLnTx/>
                <a:uFillTx/>
                <a:latin typeface="宋体" panose="02010600030101010101" pitchFamily="2" charset="-122"/>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AL,ES:[BX</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；送给对方，以便获取对方的</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ACK</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信号</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OUT DX,AL</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INC BX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；内存加</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DEC CX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；字节数减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L</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DX,0302H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8255A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状态口</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IN  AL,DX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；查发送中断请求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INTRA=1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AND AL, 08H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PC3= 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JZ  L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；若无中断请求，则等待；有中断请</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；求，则向</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口写数。</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DX,0300H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8255A  PA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口地址</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AL, ES:[BX</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；从内存取数</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2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OUT DX, AL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；通过</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口向乙机发送第二个数据</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Tree>
  </p:cSld>
  <p:clrMapOvr>
    <a:masterClrMapping/>
  </p:clrMapOvr>
  <p:transition spd="slow">
    <p:zoom/>
  </p:transition>
</p:sld>
</file>

<file path=ppt/slides/slide16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385027" name="Rectangle 3"/>
          <p:cNvSpPr>
            <a:spLocks noGrp="1" noChangeArrowheads="1"/>
          </p:cNvSpPr>
          <p:nvPr>
            <p:ph idx="1"/>
          </p:nvPr>
        </p:nvSpPr>
        <p:spPr>
          <a:xfrm>
            <a:off x="323850" y="333375"/>
            <a:ext cx="8539163" cy="4751388"/>
          </a:xfrm>
          <a:ln>
            <a:miter/>
          </a:ln>
        </p:spPr>
        <p:txBody>
          <a:bodyPr vert="horz" wrap="square" lIns="91440" tIns="45720" rIns="91440" bIns="45720" numCol="1" anchor="t" anchorCtr="0" compatLnSpc="1"/>
          <a:lstStyle/>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INC   BX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；内存地址加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DEC   CX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；字节数减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JNZ   L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；字节未完，继续</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AX, 4C00H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；已完，退出</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RET</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5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rgbClr val="2603F7"/>
                </a:solidFill>
                <a:effectLst/>
                <a:uLnTx/>
                <a:uFillTx/>
                <a:latin typeface="+mn-ea"/>
                <a:ea typeface="+mn-ea"/>
                <a:cs typeface="+mn-cs"/>
              </a:rPr>
              <a:t>在上述发送程序中，是查状态字的中断请求 </a:t>
            </a:r>
            <a:r>
              <a:rPr kumimoji="0" lang="en-US" altLang="zh-CN" sz="2400" b="1" i="0" u="none" strike="noStrike" kern="1200" cap="none" spc="0" normalizeH="0" baseline="0" noProof="0" dirty="0">
                <a:ln>
                  <a:noFill/>
                </a:ln>
                <a:solidFill>
                  <a:srgbClr val="2603F7"/>
                </a:solidFill>
                <a:effectLst/>
                <a:uLnTx/>
                <a:uFillTx/>
                <a:latin typeface="+mn-ea"/>
                <a:ea typeface="+mn-ea"/>
                <a:cs typeface="+mn-cs"/>
              </a:rPr>
              <a:t>INTR</a:t>
            </a:r>
            <a:r>
              <a:rPr kumimoji="0" lang="zh-CN" altLang="en-US" sz="2400" b="1" i="0" u="none" strike="noStrike" kern="1200" cap="none" spc="0" normalizeH="0" baseline="0" noProof="0" dirty="0">
                <a:ln>
                  <a:noFill/>
                </a:ln>
                <a:solidFill>
                  <a:srgbClr val="2603F7"/>
                </a:solidFill>
                <a:effectLst/>
                <a:uLnTx/>
                <a:uFillTx/>
                <a:latin typeface="+mn-ea"/>
                <a:ea typeface="+mn-ea"/>
                <a:cs typeface="+mn-cs"/>
              </a:rPr>
              <a:t>位（</a:t>
            </a:r>
            <a:r>
              <a:rPr kumimoji="0" lang="en-US" altLang="zh-CN" sz="2400" b="1" i="0" u="none" strike="noStrike" kern="1200" cap="none" spc="0" normalizeH="0" baseline="0" noProof="0" dirty="0">
                <a:ln>
                  <a:noFill/>
                </a:ln>
                <a:solidFill>
                  <a:srgbClr val="2603F7"/>
                </a:solidFill>
                <a:effectLst/>
                <a:uLnTx/>
                <a:uFillTx/>
                <a:latin typeface="+mn-ea"/>
                <a:ea typeface="+mn-ea"/>
                <a:cs typeface="+mn-cs"/>
              </a:rPr>
              <a:t>PC3</a:t>
            </a:r>
            <a:r>
              <a:rPr kumimoji="0" lang="zh-CN" altLang="en-US" sz="2400" b="1" i="0" u="none" strike="noStrike" kern="1200" cap="none" spc="0" normalizeH="0" baseline="0" noProof="0" dirty="0">
                <a:ln>
                  <a:noFill/>
                </a:ln>
                <a:solidFill>
                  <a:srgbClr val="2603F7"/>
                </a:solidFill>
                <a:effectLst/>
                <a:uLnTx/>
                <a:uFillTx/>
                <a:latin typeface="+mn-ea"/>
                <a:ea typeface="+mn-ea"/>
                <a:cs typeface="+mn-cs"/>
              </a:rPr>
              <a:t>），实际上，也可以查发送缓冲器满</a:t>
            </a:r>
            <a:r>
              <a:rPr kumimoji="0" lang="en-US" altLang="zh-CN" sz="2400" b="1" i="0" u="none" strike="noStrike" kern="1200" cap="none" spc="0" normalizeH="0" baseline="0" noProof="0" dirty="0">
                <a:ln>
                  <a:noFill/>
                </a:ln>
                <a:solidFill>
                  <a:srgbClr val="2603F7"/>
                </a:solidFill>
                <a:effectLst/>
                <a:uLnTx/>
                <a:uFillTx/>
                <a:latin typeface="+mn-ea"/>
                <a:ea typeface="+mn-ea"/>
                <a:cs typeface="+mn-cs"/>
              </a:rPr>
              <a:t>OBF</a:t>
            </a:r>
            <a:r>
              <a:rPr kumimoji="0" lang="zh-CN" altLang="en-US" sz="2400" b="1" i="0" u="none" strike="noStrike" kern="1200" cap="none" spc="0" normalizeH="0" baseline="0" noProof="0" dirty="0">
                <a:ln>
                  <a:noFill/>
                </a:ln>
                <a:solidFill>
                  <a:srgbClr val="2603F7"/>
                </a:solidFill>
                <a:effectLst/>
                <a:uLnTx/>
                <a:uFillTx/>
                <a:latin typeface="+mn-ea"/>
                <a:ea typeface="+mn-ea"/>
                <a:cs typeface="+mn-cs"/>
              </a:rPr>
              <a:t>（</a:t>
            </a:r>
            <a:r>
              <a:rPr kumimoji="0" lang="en-US" altLang="zh-CN" sz="2400" b="1" i="0" u="none" strike="noStrike" kern="1200" cap="none" spc="0" normalizeH="0" baseline="0" noProof="0" dirty="0">
                <a:ln>
                  <a:noFill/>
                </a:ln>
                <a:solidFill>
                  <a:srgbClr val="2603F7"/>
                </a:solidFill>
                <a:effectLst/>
                <a:uLnTx/>
                <a:uFillTx/>
                <a:latin typeface="+mn-ea"/>
                <a:ea typeface="+mn-ea"/>
                <a:cs typeface="+mn-cs"/>
              </a:rPr>
              <a:t>PC7</a:t>
            </a:r>
            <a:r>
              <a:rPr kumimoji="0" lang="zh-CN" altLang="en-US" sz="2400" b="1" i="0" u="none" strike="noStrike" kern="1200" cap="none" spc="0" normalizeH="0" baseline="0" noProof="0" dirty="0">
                <a:ln>
                  <a:noFill/>
                </a:ln>
                <a:solidFill>
                  <a:srgbClr val="2603F7"/>
                </a:solidFill>
                <a:effectLst/>
                <a:uLnTx/>
                <a:uFillTx/>
                <a:latin typeface="+mn-ea"/>
                <a:ea typeface="+mn-ea"/>
                <a:cs typeface="+mn-cs"/>
              </a:rPr>
              <a:t>）的状态</a:t>
            </a:r>
            <a:r>
              <a:rPr kumimoji="0" lang="en-US" altLang="zh-CN" sz="2400" b="1" i="0" u="none" strike="noStrike" kern="1200" cap="none" spc="0" normalizeH="0" baseline="0" noProof="0" dirty="0">
                <a:ln>
                  <a:noFill/>
                </a:ln>
                <a:solidFill>
                  <a:srgbClr val="2603F7"/>
                </a:solidFill>
                <a:effectLst/>
                <a:uLnTx/>
                <a:uFillTx/>
                <a:latin typeface="+mn-ea"/>
                <a:ea typeface="+mn-ea"/>
                <a:cs typeface="+mn-cs"/>
              </a:rPr>
              <a:t>, </a:t>
            </a:r>
            <a:r>
              <a:rPr kumimoji="0" lang="zh-CN" altLang="en-US" sz="2400" b="1" i="0" u="none" strike="noStrike" kern="1200" cap="none" spc="0" normalizeH="0" baseline="0" noProof="0" dirty="0">
                <a:ln>
                  <a:noFill/>
                </a:ln>
                <a:solidFill>
                  <a:srgbClr val="2603F7"/>
                </a:solidFill>
                <a:effectLst/>
                <a:uLnTx/>
                <a:uFillTx/>
                <a:latin typeface="+mn-ea"/>
                <a:ea typeface="+mn-ea"/>
                <a:cs typeface="+mn-cs"/>
              </a:rPr>
              <a:t>只有当发送缓冲器空时</a:t>
            </a:r>
            <a:r>
              <a:rPr kumimoji="0" lang="en-US" altLang="zh-CN" sz="2400" b="1" i="0" u="none" strike="noStrike" kern="1200" cap="none" spc="0" normalizeH="0" baseline="0" noProof="0" dirty="0">
                <a:ln>
                  <a:noFill/>
                </a:ln>
                <a:solidFill>
                  <a:srgbClr val="2603F7"/>
                </a:solidFill>
                <a:effectLst/>
                <a:uLnTx/>
                <a:uFillTx/>
                <a:latin typeface="+mn-ea"/>
                <a:ea typeface="+mn-ea"/>
                <a:cs typeface="+mn-cs"/>
              </a:rPr>
              <a:t>CPU</a:t>
            </a:r>
            <a:r>
              <a:rPr kumimoji="0" lang="zh-CN" altLang="en-US" sz="2400" b="1" i="0" u="none" strike="noStrike" kern="1200" cap="none" spc="0" normalizeH="0" baseline="0" noProof="0" dirty="0">
                <a:ln>
                  <a:noFill/>
                </a:ln>
                <a:solidFill>
                  <a:srgbClr val="2603F7"/>
                </a:solidFill>
                <a:effectLst/>
                <a:uLnTx/>
                <a:uFillTx/>
                <a:latin typeface="+mn-ea"/>
                <a:ea typeface="+mn-ea"/>
                <a:cs typeface="+mn-cs"/>
              </a:rPr>
              <a:t>才能送下一个数据。</a:t>
            </a:r>
            <a:endParaRPr kumimoji="0" lang="zh-CN" altLang="en-US" sz="2400" b="1" i="0" u="none" strike="noStrike" kern="1200" cap="none" spc="0" normalizeH="0" baseline="0" noProof="0" dirty="0">
              <a:ln>
                <a:noFill/>
              </a:ln>
              <a:solidFill>
                <a:srgbClr val="2603F7"/>
              </a:solidFill>
              <a:effectLst/>
              <a:uLnTx/>
              <a:uFillTx/>
              <a:latin typeface="+mn-ea"/>
              <a:ea typeface="+mn-ea"/>
              <a:cs typeface="+mn-cs"/>
            </a:endParaRPr>
          </a:p>
        </p:txBody>
      </p:sp>
    </p:spTree>
  </p:cSld>
  <p:clrMapOvr>
    <a:masterClrMapping/>
  </p:clrMapOvr>
  <p:transition spd="slow">
    <p:zoom/>
  </p:transition>
</p:sld>
</file>

<file path=ppt/slides/slide16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386051" name="Rectangle 3"/>
          <p:cNvSpPr>
            <a:spLocks noGrp="1" noChangeArrowheads="1"/>
          </p:cNvSpPr>
          <p:nvPr>
            <p:ph idx="1"/>
          </p:nvPr>
        </p:nvSpPr>
        <p:spPr>
          <a:xfrm>
            <a:off x="304800" y="304800"/>
            <a:ext cx="8534400" cy="6315075"/>
          </a:xfrm>
          <a:ln>
            <a:miter/>
          </a:ln>
        </p:spPr>
        <p:txBody>
          <a:bodyPr vert="horz" wrap="square" lIns="91440" tIns="45720" rIns="91440" bIns="45720" numCol="1" anchor="t" anchorCtr="0" compatLnSpc="1"/>
          <a:lstStyle/>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乙机接收程序：</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DX,0303H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8255A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命令口</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AL,10011000B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；初始化工作方式字</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OUT  DX,AL          </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MOV  AL,00000001B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；置</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ACK=1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PC0=1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OUT  DX, AL          </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MOV  AX,0040H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；接收数据内存首址</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ES, AX           </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MOV  BX, 0000H        </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    MOV  CX, 0400H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；接收字节数</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L1</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DX, 302H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255A PC</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口</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IN  AL,DX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；查甲机的</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OBF=0</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PC4=0</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zh-CN" altLang="en-US" sz="2400" b="1" i="0" u="none" strike="noStrike" kern="1200" cap="none" spc="0" normalizeH="0" baseline="0" noProof="0" dirty="0">
                <a:ln>
                  <a:noFill/>
                </a:ln>
                <a:solidFill>
                  <a:schemeClr val="tx2"/>
                </a:solidFill>
                <a:effectLst/>
                <a:uLnTx/>
                <a:uFillTx/>
                <a:latin typeface="+mn-ea"/>
                <a:ea typeface="+mn-ea"/>
                <a:cs typeface="+mn-cs"/>
              </a:rPr>
              <a:t>    </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AND AL,10H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；即查甲机是否有数据发来</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p:txBody>
      </p:sp>
    </p:spTree>
  </p:cSld>
  <p:clrMapOvr>
    <a:masterClrMapping/>
  </p:clrMapOvr>
  <p:transition spd="slow">
    <p:zoom/>
  </p:transition>
</p:sld>
</file>

<file path=ppt/slides/slide16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p:sp>
        <p:nvSpPr>
          <p:cNvPr id="387075" name="Rectangle 3"/>
          <p:cNvSpPr>
            <a:spLocks noGrp="1" noChangeArrowheads="1"/>
          </p:cNvSpPr>
          <p:nvPr>
            <p:ph idx="1"/>
          </p:nvPr>
        </p:nvSpPr>
        <p:spPr>
          <a:xfrm>
            <a:off x="323850" y="44450"/>
            <a:ext cx="8382000" cy="6742113"/>
          </a:xfrm>
          <a:ln>
            <a:miter/>
          </a:ln>
        </p:spPr>
        <p:txBody>
          <a:bodyPr vert="horz" wrap="square" lIns="91440" tIns="45720" rIns="91440" bIns="45720" numCol="1" anchor="t" anchorCtr="0" compatLnSpc="1"/>
          <a:lstStyle/>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JNZ L1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；若无数据发来，则等待；若有数据，则从</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口读数</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DX, 300H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8255A PA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口地址</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IN   AL,DX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；从</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口读入数据</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ES:[BX],AL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；存入内存</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DX,303H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；产生</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ACK</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信号．并发回给甲机</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AL,00000000B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PC0</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置“</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0”</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OUT  DX, AL </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NOP</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AL, 00000001B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PC0</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置“</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OUT  DX</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AL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INC  BX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；内存地址加</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DEC   CX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；字节数减</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1</a:t>
            </a:r>
            <a:endParaRPr kumimoji="0" lang="en-US" altLang="zh-CN"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JNZ   L1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；字节未完，则继续</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MOV   AX</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a:t>
            </a:r>
            <a:r>
              <a:rPr kumimoji="0" lang="en-US" altLang="zh-CN" sz="2400" b="1" i="0" u="none" strike="noStrike" kern="1200" cap="none" spc="0" normalizeH="0" baseline="0" noProof="0" dirty="0">
                <a:ln>
                  <a:noFill/>
                </a:ln>
                <a:solidFill>
                  <a:schemeClr val="tx2"/>
                </a:solidFill>
                <a:effectLst/>
                <a:uLnTx/>
                <a:uFillTx/>
                <a:latin typeface="+mn-ea"/>
                <a:ea typeface="+mn-ea"/>
                <a:cs typeface="+mn-cs"/>
              </a:rPr>
              <a:t>4C00H    </a:t>
            </a:r>
            <a:r>
              <a:rPr kumimoji="0" lang="zh-CN" altLang="en-US" sz="2400" b="1" i="0" u="none" strike="noStrike" kern="1200" cap="none" spc="0" normalizeH="0" baseline="0" noProof="0" dirty="0">
                <a:ln>
                  <a:noFill/>
                </a:ln>
                <a:solidFill>
                  <a:schemeClr val="tx2"/>
                </a:solidFill>
                <a:effectLst/>
                <a:uLnTx/>
                <a:uFillTx/>
                <a:latin typeface="+mn-ea"/>
                <a:ea typeface="+mn-ea"/>
                <a:cs typeface="+mn-cs"/>
              </a:rPr>
              <a:t>；已完，退出</a:t>
            </a:r>
            <a:endParaRPr kumimoji="0" lang="zh-CN" altLang="en-US" sz="2400" b="1" i="0" u="none" strike="noStrike" kern="1200" cap="none" spc="0" normalizeH="0" baseline="0" noProof="0" dirty="0">
              <a:ln>
                <a:noFill/>
              </a:ln>
              <a:solidFill>
                <a:schemeClr val="tx2"/>
              </a:solidFill>
              <a:effectLst/>
              <a:uLnTx/>
              <a:uFillTx/>
              <a:latin typeface="+mn-ea"/>
              <a:ea typeface="+mn-ea"/>
              <a:cs typeface="+mn-cs"/>
            </a:endParaRPr>
          </a:p>
          <a:p>
            <a:pPr marL="0" marR="0" lvl="0" indent="0" algn="l" defTabSz="914400" rtl="0" eaLnBrk="0" fontAlgn="base" latinLnBrk="0" hangingPunct="0">
              <a:lnSpc>
                <a:spcPct val="110000"/>
              </a:lnSpc>
              <a:spcBef>
                <a:spcPct val="20000"/>
              </a:spcBef>
              <a:spcAft>
                <a:spcPct val="5000"/>
              </a:spcAft>
              <a:buClr>
                <a:schemeClr val="folHlink"/>
              </a:buClr>
              <a:buSzPct val="60000"/>
              <a:buFontTx/>
              <a:buNone/>
              <a:defRPr/>
            </a:pPr>
            <a:r>
              <a:rPr kumimoji="0" lang="en-US" altLang="zh-CN" sz="2400" b="1" i="0" u="none" strike="noStrike" kern="1200" cap="none" spc="0" normalizeH="0" baseline="0" noProof="0" dirty="0">
                <a:ln>
                  <a:noFill/>
                </a:ln>
                <a:solidFill>
                  <a:schemeClr val="tx2"/>
                </a:solidFill>
                <a:effectLst/>
                <a:uLnTx/>
                <a:uFillTx/>
                <a:latin typeface="+mn-ea"/>
                <a:ea typeface="+mn-ea"/>
                <a:cs typeface="+mn-cs"/>
              </a:rPr>
              <a:t>RET</a:t>
            </a:r>
            <a:r>
              <a:rPr kumimoji="0" lang="en-US" altLang="zh-CN" sz="2800" b="1" i="0" u="none" strike="noStrike" kern="1200" cap="none" spc="0" normalizeH="0" baseline="0" noProof="0" dirty="0">
                <a:ln>
                  <a:noFill/>
                </a:ln>
                <a:solidFill>
                  <a:schemeClr val="tx2"/>
                </a:solidFill>
                <a:effectLst/>
                <a:uLnTx/>
                <a:uFillTx/>
                <a:latin typeface="+mn-ea"/>
                <a:ea typeface="+mn-ea"/>
                <a:cs typeface="+mn-cs"/>
              </a:rPr>
              <a:t>       </a:t>
            </a:r>
            <a:endParaRPr kumimoji="0" lang="en-US" altLang="zh-CN" sz="2800" b="1" i="0" u="none" strike="noStrike" kern="1200" cap="none" spc="0" normalizeH="0" baseline="0" noProof="0" dirty="0">
              <a:ln>
                <a:noFill/>
              </a:ln>
              <a:solidFill>
                <a:schemeClr val="tx2"/>
              </a:solidFill>
              <a:effectLst/>
              <a:uLnTx/>
              <a:uFillTx/>
              <a:latin typeface="+mn-ea"/>
              <a:ea typeface="+mn-ea"/>
              <a:cs typeface="+mn-cs"/>
            </a:endParaRPr>
          </a:p>
        </p:txBody>
      </p:sp>
    </p:spTree>
  </p:cSld>
  <p:clrMapOvr>
    <a:masterClrMapping/>
  </p:clrMapOvr>
  <p:transition spd="slow">
    <p:zoom/>
  </p:transition>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26306" name="灯片编号占位符 5"/>
          <p:cNvSpPr txBox="1">
            <a:spLocks noGrp="1"/>
          </p:cNvSpPr>
          <p:nvPr/>
        </p:nvSpPr>
        <p:spPr>
          <a:xfrm>
            <a:off x="7042150" y="6243638"/>
            <a:ext cx="1905000" cy="457200"/>
          </a:xfrm>
          <a:prstGeom prst="rect">
            <a:avLst/>
          </a:prstGeom>
          <a:noFill/>
          <a:ln w="9525">
            <a:noFill/>
          </a:ln>
        </p:spPr>
        <p:txBody>
          <a:bodyPr anchor="b" anchorCtr="0"/>
          <a:lstStyle>
            <a:lvl1pPr marL="342900" indent="-342900" algn="l" rtl="0" eaLnBrk="0" fontAlgn="base" hangingPunct="0">
              <a:lnSpc>
                <a:spcPct val="110000"/>
              </a:lnSpc>
              <a:spcBef>
                <a:spcPct val="20000"/>
              </a:spcBef>
              <a:spcAft>
                <a:spcPct val="5000"/>
              </a:spcAft>
              <a:buClr>
                <a:schemeClr val="folHlink"/>
              </a:buClr>
              <a:buSzPct val="60000"/>
              <a:buFont typeface="Wingdings" panose="05000000000000000000" pitchFamily="2" charset="2"/>
              <a:buChar char="n"/>
              <a:defRPr sz="2800" b="1" kern="1200">
                <a:solidFill>
                  <a:schemeClr val="tx2"/>
                </a:solidFill>
                <a:latin typeface="+mn-lt"/>
                <a:ea typeface="+mn-ea"/>
                <a:cs typeface="+mn-cs"/>
              </a:defRPr>
            </a:lvl1pPr>
            <a:lvl2pPr marL="742950" indent="-285750" algn="l" rtl="0" eaLnBrk="0" fontAlgn="base" hangingPunct="0">
              <a:lnSpc>
                <a:spcPct val="110000"/>
              </a:lnSpc>
              <a:spcBef>
                <a:spcPct val="20000"/>
              </a:spcBef>
              <a:spcAft>
                <a:spcPct val="5000"/>
              </a:spcAft>
              <a:buClr>
                <a:schemeClr val="hlink"/>
              </a:buClr>
              <a:buSzPct val="55000"/>
              <a:buFont typeface="Wingdings" panose="05000000000000000000" pitchFamily="2" charset="2"/>
              <a:buChar char="n"/>
              <a:defRPr sz="2400" b="1" kern="1200">
                <a:solidFill>
                  <a:schemeClr val="tx1"/>
                </a:solidFill>
                <a:latin typeface="+mn-lt"/>
                <a:ea typeface="+mn-ea"/>
                <a:cs typeface="+mn-cs"/>
              </a:defRPr>
            </a:lvl2pPr>
            <a:lvl3pPr marL="1143000" indent="-228600" algn="l" rtl="0" eaLnBrk="0" fontAlgn="base" hangingPunct="0">
              <a:lnSpc>
                <a:spcPct val="110000"/>
              </a:lnSpc>
              <a:spcBef>
                <a:spcPct val="20000"/>
              </a:spcBef>
              <a:spcAft>
                <a:spcPct val="5000"/>
              </a:spcAft>
              <a:buClr>
                <a:schemeClr val="folHlink"/>
              </a:buClr>
              <a:buSzPct val="50000"/>
              <a:buFont typeface="Wingdings" panose="05000000000000000000" pitchFamily="2" charset="2"/>
              <a:buChar char="n"/>
              <a:defRPr sz="2000" b="1" kern="1200">
                <a:solidFill>
                  <a:srgbClr val="FF0000"/>
                </a:solidFill>
                <a:latin typeface="+mn-lt"/>
                <a:ea typeface="+mn-ea"/>
                <a:cs typeface="+mn-cs"/>
              </a:defRPr>
            </a:lvl3pPr>
            <a:lvl4pPr marL="1600200" indent="-228600" algn="l" rtl="0" eaLnBrk="0" fontAlgn="base" hangingPunct="0">
              <a:lnSpc>
                <a:spcPct val="110000"/>
              </a:lnSpc>
              <a:spcBef>
                <a:spcPct val="20000"/>
              </a:spcBef>
              <a:spcAft>
                <a:spcPct val="0"/>
              </a:spcAft>
              <a:buClr>
                <a:schemeClr val="accent2"/>
              </a:buClr>
              <a:buSzPct val="55000"/>
              <a:buFont typeface="Wingdings" panose="05000000000000000000" pitchFamily="2" charset="2"/>
              <a:buChar char="n"/>
              <a:defRPr sz="2000" kern="1200">
                <a:solidFill>
                  <a:schemeClr val="tx1"/>
                </a:solidFill>
                <a:latin typeface="+mn-lt"/>
                <a:ea typeface="宋体" panose="02010600030101010101" pitchFamily="2" charset="-122"/>
                <a:cs typeface="+mn-cs"/>
              </a:defRPr>
            </a:lvl4pPr>
            <a:lvl5pPr marL="2057400" indent="-228600" algn="l" rtl="0" eaLnBrk="0" fontAlgn="base" hangingPunct="0">
              <a:lnSpc>
                <a:spcPct val="110000"/>
              </a:lnSpc>
              <a:spcBef>
                <a:spcPct val="20000"/>
              </a:spcBef>
              <a:spcAft>
                <a:spcPct val="0"/>
              </a:spcAft>
              <a:buClr>
                <a:schemeClr val="accent1"/>
              </a:buClr>
              <a:buSzPct val="50000"/>
              <a:buFont typeface="Wingdings" panose="05000000000000000000" pitchFamily="2" charset="2"/>
              <a:buChar char="n"/>
              <a:defRPr sz="2000" kern="1200">
                <a:solidFill>
                  <a:schemeClr val="tx1"/>
                </a:solidFill>
                <a:latin typeface="+mn-lt"/>
                <a:ea typeface="宋体" panose="02010600030101010101" pitchFamily="2" charset="-122"/>
                <a:cs typeface="+mn-cs"/>
              </a:defRPr>
            </a:lvl5pPr>
          </a:lstStyle>
          <a:p>
            <a:pPr marL="0" lvl="0" indent="0" algn="r" eaLnBrk="1" hangingPunct="1">
              <a:lnSpc>
                <a:spcPct val="100000"/>
              </a:lnSpc>
              <a:spcBef>
                <a:spcPct val="0"/>
              </a:spcBef>
              <a:spcAft>
                <a:spcPct val="0"/>
              </a:spcAft>
              <a:buClrTx/>
              <a:buSzTx/>
              <a:buFont typeface="Arial" panose="020B0604020202020204" pitchFamily="34" charset="0"/>
              <a:buNone/>
            </a:pPr>
            <a:fld id="{9A0DB2DC-4C9A-4742-B13C-FB6460FD3503}" type="slidenum">
              <a:rPr lang="zh-CN" altLang="en-US" sz="1400" b="0" dirty="0">
                <a:solidFill>
                  <a:schemeClr val="tx1"/>
                </a:solidFill>
                <a:ea typeface="宋体" panose="02010600030101010101" pitchFamily="2" charset="-122"/>
              </a:rPr>
            </a:fld>
            <a:endParaRPr lang="zh-CN" altLang="en-US" sz="1400" b="0" dirty="0">
              <a:solidFill>
                <a:schemeClr val="tx1"/>
              </a:solidFill>
              <a:ea typeface="宋体" panose="02010600030101010101" pitchFamily="2" charset="-122"/>
            </a:endParaRPr>
          </a:p>
        </p:txBody>
      </p:sp>
      <p:sp>
        <p:nvSpPr>
          <p:cNvPr id="226307" name="WordArt 4"/>
          <p:cNvSpPr>
            <a:spLocks noTextEdit="1"/>
          </p:cNvSpPr>
          <p:nvPr/>
        </p:nvSpPr>
        <p:spPr>
          <a:xfrm>
            <a:off x="2500313" y="2500313"/>
            <a:ext cx="3429000" cy="1571625"/>
          </a:xfrm>
          <a:prstGeom prst="rect">
            <a:avLst/>
          </a:prstGeom>
        </p:spPr>
        <p:txBody>
          <a:bodyPr wrap="none" fromWordArt="1">
            <a:prstTxWarp prst="textCascadeUp">
              <a:avLst>
                <a:gd name="adj" fmla="val 44444"/>
              </a:avLst>
            </a:prstTxWarp>
            <a:normAutofit/>
            <a:scene3d>
              <a:camera prst="legacyPerspectiveFront">
                <a:rot lat="20520000" lon="1080000" rev="0"/>
              </a:camera>
              <a:lightRig rig="legacyFlat3" dir="r"/>
            </a:scene3d>
            <a:sp3d extrusionH="430200" prstMaterial="legacyMatte">
              <a:extrusionClr>
                <a:srgbClr val="FF6600"/>
              </a:extrusionClr>
            </a:sp3d>
          </a:bodyPr>
          <a:p>
            <a:pPr algn="ctr"/>
            <a:r>
              <a:rPr lang="zh-CN" altLang="en-US" sz="3600">
                <a:gradFill rotWithShape="1">
                  <a:gsLst>
                    <a:gs pos="0">
                      <a:srgbClr val="FFE701"/>
                    </a:gs>
                    <a:gs pos="100000">
                      <a:srgbClr val="FE3E02"/>
                    </a:gs>
                  </a:gsLst>
                  <a:lin ang="5400000" scaled="1"/>
                  <a:tileRect/>
                </a:gradFill>
                <a:latin typeface="宋体" panose="02010600030101010101" pitchFamily="2" charset="-122"/>
                <a:ea typeface="宋体" panose="02010600030101010101" pitchFamily="2" charset="-122"/>
              </a:rPr>
              <a:t>谢谢大家！</a:t>
            </a:r>
            <a:endParaRPr lang="zh-CN" altLang="en-US" sz="3600">
              <a:gradFill rotWithShape="1">
                <a:gsLst>
                  <a:gs pos="0">
                    <a:srgbClr val="FFE701"/>
                  </a:gs>
                  <a:gs pos="100000">
                    <a:srgbClr val="FE3E02"/>
                  </a:gs>
                </a:gsLst>
                <a:lin ang="5400000" scaled="1"/>
                <a:tileRect/>
              </a:gradFill>
              <a:latin typeface="宋体" panose="02010600030101010101" pitchFamily="2" charset="-122"/>
              <a:ea typeface="宋体" panose="02010600030101010101" pitchFamily="2" charset="-122"/>
            </a:endParaRPr>
          </a:p>
        </p:txBody>
      </p:sp>
    </p:spTree>
  </p:cSld>
  <p:clrMapOvr>
    <a:masterClrMapping/>
  </p:clrMapOvr>
  <p:transition spd="slow">
    <p:zoom/>
  </p:transition>
</p:sld>
</file>

<file path=ppt/tags/tag1.xml><?xml version="1.0" encoding="utf-8"?>
<p:tagLst xmlns:p="http://schemas.openxmlformats.org/presentationml/2006/main">
  <p:tag name="COMMONDATA" val="eyJoZGlkIjoiOTdhNWNjNzkyNjhlYTk0YzYzZDdhYzA5YzlmNTk1YTUifQ=="/>
</p:tagLst>
</file>

<file path=ppt/theme/theme1.xml><?xml version="1.0" encoding="utf-8"?>
<a:theme xmlns:a="http://schemas.openxmlformats.org/drawingml/2006/main" name="1_062TGp_hosting_blue_v3">
  <a:themeElements>
    <a:clrScheme name="1_062TGp_hosting_blue_v3 3">
      <a:dk1>
        <a:srgbClr val="000066"/>
      </a:dk1>
      <a:lt1>
        <a:srgbClr val="FFFFFF"/>
      </a:lt1>
      <a:dk2>
        <a:srgbClr val="3C68F4"/>
      </a:dk2>
      <a:lt2>
        <a:srgbClr val="DDDDDD"/>
      </a:lt2>
      <a:accent1>
        <a:srgbClr val="96DAF2"/>
      </a:accent1>
      <a:accent2>
        <a:srgbClr val="8C50E4"/>
      </a:accent2>
      <a:accent3>
        <a:srgbClr val="FFFFFF"/>
      </a:accent3>
      <a:accent4>
        <a:srgbClr val="000056"/>
      </a:accent4>
      <a:accent5>
        <a:srgbClr val="C9EAF7"/>
      </a:accent5>
      <a:accent6>
        <a:srgbClr val="7E48CF"/>
      </a:accent6>
      <a:hlink>
        <a:srgbClr val="8A9EB2"/>
      </a:hlink>
      <a:folHlink>
        <a:srgbClr val="AFC456"/>
      </a:folHlink>
    </a:clrScheme>
    <a:fontScheme name="1_062TGp_hosting_blue_v3">
      <a:majorFont>
        <a:latin typeface="Arial"/>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0" fontAlgn="base" latinLnBrk="0" hangingPunct="0">
          <a:spcBef>
            <a:spcPct val="0"/>
          </a:spcBef>
          <a:spcAft>
            <a:spcPct val="0"/>
          </a:spcAft>
          <a:buClrTx/>
          <a:buSzTx/>
          <a:buFont typeface="Arial" panose="020B0604020202020204" pitchFamily="34" charset="0"/>
          <a:buNone/>
          <a:defRPr kumimoji="0" lang="en-US" altLang="zh-CN" sz="1800" b="0" i="0" u="none" strike="noStrike" cap="none" normalizeH="0" baseline="0" smtClean="0">
            <a:ln>
              <a:noFill/>
            </a:ln>
            <a:solidFill>
              <a:schemeClr val="tx1"/>
            </a:solidFill>
            <a:effectLst/>
            <a:latin typeface="Arial" panose="020B0604020202020204"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0" fontAlgn="base" latinLnBrk="0" hangingPunct="0">
          <a:spcBef>
            <a:spcPct val="0"/>
          </a:spcBef>
          <a:spcAft>
            <a:spcPct val="0"/>
          </a:spcAft>
          <a:buClrTx/>
          <a:buSzTx/>
          <a:buFont typeface="Arial" panose="020B0604020202020204" pitchFamily="34" charset="0"/>
          <a:buNone/>
          <a:defRPr kumimoji="0" lang="en-US" altLang="zh-CN" sz="1800" b="0" i="0" u="none" strike="noStrike" cap="none" normalizeH="0" baseline="0" smtClean="0">
            <a:ln>
              <a:noFill/>
            </a:ln>
            <a:solidFill>
              <a:schemeClr val="tx1"/>
            </a:solidFill>
            <a:effectLst/>
            <a:latin typeface="Arial" panose="020B0604020202020204" pitchFamily="34" charset="0"/>
          </a:defRPr>
        </a:defPPr>
      </a:lstStyle>
    </a:lnDef>
  </a:objectDefaults>
  <a:extraClrSchemeLst>
    <a:extraClrScheme>
      <a:clrScheme name="1_062TGp_hosting_blue_v3 1">
        <a:dk1>
          <a:srgbClr val="663300"/>
        </a:dk1>
        <a:lt1>
          <a:srgbClr val="FFFFFF"/>
        </a:lt1>
        <a:dk2>
          <a:srgbClr val="669900"/>
        </a:dk2>
        <a:lt2>
          <a:srgbClr val="DDDDDD"/>
        </a:lt2>
        <a:accent1>
          <a:srgbClr val="B1C137"/>
        </a:accent1>
        <a:accent2>
          <a:srgbClr val="CFA437"/>
        </a:accent2>
        <a:accent3>
          <a:srgbClr val="FFFFFF"/>
        </a:accent3>
        <a:accent4>
          <a:srgbClr val="562A00"/>
        </a:accent4>
        <a:accent5>
          <a:srgbClr val="D5DDAE"/>
        </a:accent5>
        <a:accent6>
          <a:srgbClr val="BB9431"/>
        </a:accent6>
        <a:hlink>
          <a:srgbClr val="B2572A"/>
        </a:hlink>
        <a:folHlink>
          <a:srgbClr val="3672AE"/>
        </a:folHlink>
      </a:clrScheme>
      <a:clrMap bg1="lt1" tx1="dk1" bg2="lt2" tx2="dk2" accent1="accent1" accent2="accent2" accent3="accent3" accent4="accent4" accent5="accent5" accent6="accent6" hlink="hlink" folHlink="folHlink"/>
    </a:extraClrScheme>
    <a:extraClrScheme>
      <a:clrScheme name="1_062TGp_hosting_blue_v3 2">
        <a:dk1>
          <a:srgbClr val="000066"/>
        </a:dk1>
        <a:lt1>
          <a:srgbClr val="FFFFFF"/>
        </a:lt1>
        <a:dk2>
          <a:srgbClr val="1D98C3"/>
        </a:dk2>
        <a:lt2>
          <a:srgbClr val="DDDDDD"/>
        </a:lt2>
        <a:accent1>
          <a:srgbClr val="96B0F2"/>
        </a:accent1>
        <a:accent2>
          <a:srgbClr val="5375E1"/>
        </a:accent2>
        <a:accent3>
          <a:srgbClr val="FFFFFF"/>
        </a:accent3>
        <a:accent4>
          <a:srgbClr val="000056"/>
        </a:accent4>
        <a:accent5>
          <a:srgbClr val="C9D4F7"/>
        </a:accent5>
        <a:accent6>
          <a:srgbClr val="4A69CC"/>
        </a:accent6>
        <a:hlink>
          <a:srgbClr val="97BD37"/>
        </a:hlink>
        <a:folHlink>
          <a:srgbClr val="008080"/>
        </a:folHlink>
      </a:clrScheme>
      <a:clrMap bg1="lt1" tx1="dk1" bg2="lt2" tx2="dk2" accent1="accent1" accent2="accent2" accent3="accent3" accent4="accent4" accent5="accent5" accent6="accent6" hlink="hlink" folHlink="folHlink"/>
    </a:extraClrScheme>
    <a:extraClrScheme>
      <a:clrScheme name="1_062TGp_hosting_blue_v3 3">
        <a:dk1>
          <a:srgbClr val="000066"/>
        </a:dk1>
        <a:lt1>
          <a:srgbClr val="FFFFFF"/>
        </a:lt1>
        <a:dk2>
          <a:srgbClr val="3C68F4"/>
        </a:dk2>
        <a:lt2>
          <a:srgbClr val="DDDDDD"/>
        </a:lt2>
        <a:accent1>
          <a:srgbClr val="96DAF2"/>
        </a:accent1>
        <a:accent2>
          <a:srgbClr val="8C50E4"/>
        </a:accent2>
        <a:accent3>
          <a:srgbClr val="FFFFFF"/>
        </a:accent3>
        <a:accent4>
          <a:srgbClr val="000056"/>
        </a:accent4>
        <a:accent5>
          <a:srgbClr val="C9EAF7"/>
        </a:accent5>
        <a:accent6>
          <a:srgbClr val="7E48CF"/>
        </a:accent6>
        <a:hlink>
          <a:srgbClr val="8A9EB2"/>
        </a:hlink>
        <a:folHlink>
          <a:srgbClr val="AFC456"/>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Blends">
  <a:themeElements>
    <a:clrScheme name="1_Blends 3">
      <a:dk1>
        <a:srgbClr val="000000"/>
      </a:dk1>
      <a:lt1>
        <a:srgbClr val="FFFFFF"/>
      </a:lt1>
      <a:dk2>
        <a:srgbClr val="333399"/>
      </a:dk2>
      <a:lt2>
        <a:srgbClr val="1C1C1C"/>
      </a:lt2>
      <a:accent1>
        <a:srgbClr val="00E4A8"/>
      </a:accent1>
      <a:accent2>
        <a:srgbClr val="FFCF01"/>
      </a:accent2>
      <a:accent3>
        <a:srgbClr val="FFFFFF"/>
      </a:accent3>
      <a:accent4>
        <a:srgbClr val="000000"/>
      </a:accent4>
      <a:accent5>
        <a:srgbClr val="AAEFD1"/>
      </a:accent5>
      <a:accent6>
        <a:srgbClr val="E7BB01"/>
      </a:accent6>
      <a:hlink>
        <a:srgbClr val="FF0000"/>
      </a:hlink>
      <a:folHlink>
        <a:srgbClr val="3333CC"/>
      </a:folHlink>
    </a:clrScheme>
    <a:fontScheme name="1_Blends">
      <a:majorFont>
        <a:latin typeface="Tahoma"/>
        <a:ea typeface="隶书"/>
        <a:cs typeface=""/>
      </a:majorFont>
      <a:minorFont>
        <a:latin typeface="Tahoma"/>
        <a:ea typeface="楷体_GB2312"/>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0" fontAlgn="base" latinLnBrk="0" hangingPunct="0">
          <a:spcBef>
            <a:spcPct val="0"/>
          </a:spcBef>
          <a:spcAft>
            <a:spcPct val="0"/>
          </a:spcAft>
          <a:buClrTx/>
          <a:buSzTx/>
          <a:buFont typeface="Arial" panose="020B0604020202020204" pitchFamily="34" charset="0"/>
          <a:buNone/>
          <a:defRPr kumimoji="0" lang="en-US" altLang="zh-CN" sz="1800" b="0" i="0" u="none" strike="noStrike" cap="none" normalizeH="0" baseline="0" smtClean="0">
            <a:ln>
              <a:noFill/>
            </a:ln>
            <a:solidFill>
              <a:schemeClr val="tx1"/>
            </a:solidFill>
            <a:effectLst/>
            <a:latin typeface="Arial" panose="020B0604020202020204"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0" fontAlgn="base" latinLnBrk="0" hangingPunct="0">
          <a:spcBef>
            <a:spcPct val="0"/>
          </a:spcBef>
          <a:spcAft>
            <a:spcPct val="0"/>
          </a:spcAft>
          <a:buClrTx/>
          <a:buSzTx/>
          <a:buFont typeface="Arial" panose="020B0604020202020204" pitchFamily="34" charset="0"/>
          <a:buNone/>
          <a:defRPr kumimoji="0" lang="en-US" altLang="zh-CN" sz="1800" b="0" i="0" u="none" strike="noStrike" cap="none" normalizeH="0" baseline="0" smtClean="0">
            <a:ln>
              <a:noFill/>
            </a:ln>
            <a:solidFill>
              <a:schemeClr val="tx1"/>
            </a:solidFill>
            <a:effectLst/>
            <a:latin typeface="Arial" panose="020B0604020202020204" pitchFamily="34" charset="0"/>
          </a:defRPr>
        </a:defPPr>
      </a:lstStyle>
    </a:lnDef>
  </a:objectDefaults>
  <a:extraClrSchemeLst>
    <a:extraClrScheme>
      <a:clrScheme name="1_Blends 1">
        <a:dk1>
          <a:srgbClr val="969696"/>
        </a:dk1>
        <a:lt1>
          <a:srgbClr val="FFFFFF"/>
        </a:lt1>
        <a:dk2>
          <a:srgbClr val="000000"/>
        </a:dk2>
        <a:lt2>
          <a:srgbClr val="DDDDDD"/>
        </a:lt2>
        <a:accent1>
          <a:srgbClr val="00E4A8"/>
        </a:accent1>
        <a:accent2>
          <a:srgbClr val="3333CC"/>
        </a:accent2>
        <a:accent3>
          <a:srgbClr val="AAAAAA"/>
        </a:accent3>
        <a:accent4>
          <a:srgbClr val="DADADA"/>
        </a:accent4>
        <a:accent5>
          <a:srgbClr val="AAEFD1"/>
        </a:accent5>
        <a:accent6>
          <a:srgbClr val="2D2DB9"/>
        </a:accent6>
        <a:hlink>
          <a:srgbClr val="FF5050"/>
        </a:hlink>
        <a:folHlink>
          <a:srgbClr val="FFCF01"/>
        </a:folHlink>
      </a:clrScheme>
      <a:clrMap bg1="dk2" tx1="lt1" bg2="dk1" tx2="lt2" accent1="accent1" accent2="accent2" accent3="accent3" accent4="accent4" accent5="accent5" accent6="accent6" hlink="hlink" folHlink="folHlink"/>
    </a:extraClrScheme>
    <a:extraClrScheme>
      <a:clrScheme name="1_Blends 2">
        <a:dk1>
          <a:srgbClr val="000094"/>
        </a:dk1>
        <a:lt1>
          <a:srgbClr val="FFFFFF"/>
        </a:lt1>
        <a:dk2>
          <a:srgbClr val="0000CC"/>
        </a:dk2>
        <a:lt2>
          <a:srgbClr val="FFFFCC"/>
        </a:lt2>
        <a:accent1>
          <a:srgbClr val="3193FF"/>
        </a:accent1>
        <a:accent2>
          <a:srgbClr val="9900FF"/>
        </a:accent2>
        <a:accent3>
          <a:srgbClr val="AAAAE2"/>
        </a:accent3>
        <a:accent4>
          <a:srgbClr val="DADADA"/>
        </a:accent4>
        <a:accent5>
          <a:srgbClr val="ADC8FF"/>
        </a:accent5>
        <a:accent6>
          <a:srgbClr val="8A00E7"/>
        </a:accent6>
        <a:hlink>
          <a:srgbClr val="FF3399"/>
        </a:hlink>
        <a:folHlink>
          <a:srgbClr val="FFCC00"/>
        </a:folHlink>
      </a:clrScheme>
      <a:clrMap bg1="dk2" tx1="lt1" bg2="dk1" tx2="lt2" accent1="accent1" accent2="accent2" accent3="accent3" accent4="accent4" accent5="accent5" accent6="accent6" hlink="hlink" folHlink="folHlink"/>
    </a:extraClrScheme>
    <a:extraClrScheme>
      <a:clrScheme name="1_Blends 3">
        <a:dk1>
          <a:srgbClr val="000000"/>
        </a:dk1>
        <a:lt1>
          <a:srgbClr val="FFFFFF"/>
        </a:lt1>
        <a:dk2>
          <a:srgbClr val="333399"/>
        </a:dk2>
        <a:lt2>
          <a:srgbClr val="1C1C1C"/>
        </a:lt2>
        <a:accent1>
          <a:srgbClr val="00E4A8"/>
        </a:accent1>
        <a:accent2>
          <a:srgbClr val="FFCF01"/>
        </a:accent2>
        <a:accent3>
          <a:srgbClr val="FFFFFF"/>
        </a:accent3>
        <a:accent4>
          <a:srgbClr val="000000"/>
        </a:accent4>
        <a:accent5>
          <a:srgbClr val="AAEFD1"/>
        </a:accent5>
        <a:accent6>
          <a:srgbClr val="E7BB01"/>
        </a:accent6>
        <a:hlink>
          <a:srgbClr val="FF0000"/>
        </a:hlink>
        <a:folHlink>
          <a:srgbClr val="3333CC"/>
        </a:folHlink>
      </a:clrScheme>
      <a:clrMap bg1="lt1" tx1="dk1" bg2="lt2" tx2="dk2" accent1="accent1" accent2="accent2" accent3="accent3" accent4="accent4" accent5="accent5" accent6="accent6" hlink="hlink" folHlink="folHlink"/>
    </a:extraClrScheme>
    <a:extraClrScheme>
      <a:clrScheme name="1_Blends 4">
        <a:dk1>
          <a:srgbClr val="000000"/>
        </a:dk1>
        <a:lt1>
          <a:srgbClr val="FFFFFF"/>
        </a:lt1>
        <a:dk2>
          <a:srgbClr val="515F7B"/>
        </a:dk2>
        <a:lt2>
          <a:srgbClr val="808080"/>
        </a:lt2>
        <a:accent1>
          <a:srgbClr val="9FCAD3"/>
        </a:accent1>
        <a:accent2>
          <a:srgbClr val="C0C0C0"/>
        </a:accent2>
        <a:accent3>
          <a:srgbClr val="FFFFFF"/>
        </a:accent3>
        <a:accent4>
          <a:srgbClr val="000000"/>
        </a:accent4>
        <a:accent5>
          <a:srgbClr val="CDE1E6"/>
        </a:accent5>
        <a:accent6>
          <a:srgbClr val="AEAEAE"/>
        </a:accent6>
        <a:hlink>
          <a:srgbClr val="91AFBF"/>
        </a:hlink>
        <a:folHlink>
          <a:srgbClr val="ECEAAC"/>
        </a:folHlink>
      </a:clrScheme>
      <a:clrMap bg1="lt1" tx1="dk1" bg2="lt2" tx2="dk2" accent1="accent1" accent2="accent2" accent3="accent3" accent4="accent4" accent5="accent5" accent6="accent6" hlink="hlink" folHlink="folHlink"/>
    </a:extraClrScheme>
    <a:extraClrScheme>
      <a:clrScheme name="1_Blends 5">
        <a:dk1>
          <a:srgbClr val="000000"/>
        </a:dk1>
        <a:lt1>
          <a:srgbClr val="FFFFFF"/>
        </a:lt1>
        <a:dk2>
          <a:srgbClr val="000066"/>
        </a:dk2>
        <a:lt2>
          <a:srgbClr val="333333"/>
        </a:lt2>
        <a:accent1>
          <a:srgbClr val="C4709A"/>
        </a:accent1>
        <a:accent2>
          <a:srgbClr val="4B4EB5"/>
        </a:accent2>
        <a:accent3>
          <a:srgbClr val="FFFFFF"/>
        </a:accent3>
        <a:accent4>
          <a:srgbClr val="000000"/>
        </a:accent4>
        <a:accent5>
          <a:srgbClr val="DEBBCA"/>
        </a:accent5>
        <a:accent6>
          <a:srgbClr val="4346A4"/>
        </a:accent6>
        <a:hlink>
          <a:srgbClr val="C481CF"/>
        </a:hlink>
        <a:folHlink>
          <a:srgbClr val="76B749"/>
        </a:folHlink>
      </a:clrScheme>
      <a:clrMap bg1="lt1" tx1="dk1" bg2="lt2" tx2="dk2" accent1="accent1" accent2="accent2" accent3="accent3" accent4="accent4" accent5="accent5" accent6="accent6" hlink="hlink" folHlink="folHlink"/>
    </a:extraClrScheme>
    <a:extraClrScheme>
      <a:clrScheme name="1_Blends 6">
        <a:dk1>
          <a:srgbClr val="000000"/>
        </a:dk1>
        <a:lt1>
          <a:srgbClr val="FFFFFF"/>
        </a:lt1>
        <a:dk2>
          <a:srgbClr val="6A4076"/>
        </a:dk2>
        <a:lt2>
          <a:srgbClr val="969696"/>
        </a:lt2>
        <a:accent1>
          <a:srgbClr val="DBA9C2"/>
        </a:accent1>
        <a:accent2>
          <a:srgbClr val="E1BF91"/>
        </a:accent2>
        <a:accent3>
          <a:srgbClr val="FFFFFF"/>
        </a:accent3>
        <a:accent4>
          <a:srgbClr val="000000"/>
        </a:accent4>
        <a:accent5>
          <a:srgbClr val="EAD1DD"/>
        </a:accent5>
        <a:accent6>
          <a:srgbClr val="CCAD83"/>
        </a:accent6>
        <a:hlink>
          <a:srgbClr val="B3CE82"/>
        </a:hlink>
        <a:folHlink>
          <a:srgbClr val="B8AD48"/>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Blends">
  <a:themeElements>
    <a:clrScheme name="Blends 3">
      <a:dk1>
        <a:srgbClr val="000000"/>
      </a:dk1>
      <a:lt1>
        <a:srgbClr val="FFFFFF"/>
      </a:lt1>
      <a:dk2>
        <a:srgbClr val="333399"/>
      </a:dk2>
      <a:lt2>
        <a:srgbClr val="1C1C1C"/>
      </a:lt2>
      <a:accent1>
        <a:srgbClr val="00E4A8"/>
      </a:accent1>
      <a:accent2>
        <a:srgbClr val="FFCF01"/>
      </a:accent2>
      <a:accent3>
        <a:srgbClr val="FFFFFF"/>
      </a:accent3>
      <a:accent4>
        <a:srgbClr val="000000"/>
      </a:accent4>
      <a:accent5>
        <a:srgbClr val="AAEFD1"/>
      </a:accent5>
      <a:accent6>
        <a:srgbClr val="E7BB01"/>
      </a:accent6>
      <a:hlink>
        <a:srgbClr val="FF0000"/>
      </a:hlink>
      <a:folHlink>
        <a:srgbClr val="3333CC"/>
      </a:folHlink>
    </a:clrScheme>
    <a:fontScheme name="Blends">
      <a:majorFont>
        <a:latin typeface="Tahoma"/>
        <a:ea typeface="隶书"/>
        <a:cs typeface=""/>
      </a:majorFont>
      <a:minorFont>
        <a:latin typeface="Tahoma"/>
        <a:ea typeface="楷体_GB2312"/>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0" fontAlgn="base" latinLnBrk="0" hangingPunct="0">
          <a:spcBef>
            <a:spcPct val="0"/>
          </a:spcBef>
          <a:spcAft>
            <a:spcPct val="0"/>
          </a:spcAft>
          <a:buClrTx/>
          <a:buSzTx/>
          <a:buFont typeface="Arial" panose="020B0604020202020204" pitchFamily="34" charset="0"/>
          <a:buNone/>
          <a:defRPr kumimoji="0" lang="en-US" altLang="zh-CN" sz="1800" b="0" i="0" u="none" strike="noStrike" cap="none" normalizeH="0" baseline="0" smtClean="0">
            <a:ln>
              <a:noFill/>
            </a:ln>
            <a:solidFill>
              <a:schemeClr val="tx1"/>
            </a:solidFill>
            <a:effectLst/>
            <a:latin typeface="Arial" panose="020B0604020202020204"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0" fontAlgn="base" latinLnBrk="0" hangingPunct="0">
          <a:spcBef>
            <a:spcPct val="0"/>
          </a:spcBef>
          <a:spcAft>
            <a:spcPct val="0"/>
          </a:spcAft>
          <a:buClrTx/>
          <a:buSzTx/>
          <a:buFont typeface="Arial" panose="020B0604020202020204" pitchFamily="34" charset="0"/>
          <a:buNone/>
          <a:defRPr kumimoji="0" lang="en-US" altLang="zh-CN" sz="1800" b="0" i="0" u="none" strike="noStrike" cap="none" normalizeH="0" baseline="0" smtClean="0">
            <a:ln>
              <a:noFill/>
            </a:ln>
            <a:solidFill>
              <a:schemeClr val="tx1"/>
            </a:solidFill>
            <a:effectLst/>
            <a:latin typeface="Arial" panose="020B0604020202020204" pitchFamily="34" charset="0"/>
          </a:defRPr>
        </a:defPPr>
      </a:lstStyle>
    </a:lnDef>
  </a:objectDefaults>
  <a:extraClrSchemeLst>
    <a:extraClrScheme>
      <a:clrScheme name="Blends 1">
        <a:dk1>
          <a:srgbClr val="969696"/>
        </a:dk1>
        <a:lt1>
          <a:srgbClr val="FFFFFF"/>
        </a:lt1>
        <a:dk2>
          <a:srgbClr val="000000"/>
        </a:dk2>
        <a:lt2>
          <a:srgbClr val="DDDDDD"/>
        </a:lt2>
        <a:accent1>
          <a:srgbClr val="00E4A8"/>
        </a:accent1>
        <a:accent2>
          <a:srgbClr val="3333CC"/>
        </a:accent2>
        <a:accent3>
          <a:srgbClr val="AAAAAA"/>
        </a:accent3>
        <a:accent4>
          <a:srgbClr val="DADADA"/>
        </a:accent4>
        <a:accent5>
          <a:srgbClr val="AAEFD1"/>
        </a:accent5>
        <a:accent6>
          <a:srgbClr val="2D2DB9"/>
        </a:accent6>
        <a:hlink>
          <a:srgbClr val="FF5050"/>
        </a:hlink>
        <a:folHlink>
          <a:srgbClr val="FFCF01"/>
        </a:folHlink>
      </a:clrScheme>
      <a:clrMap bg1="dk2" tx1="lt1" bg2="dk1" tx2="lt2" accent1="accent1" accent2="accent2" accent3="accent3" accent4="accent4" accent5="accent5" accent6="accent6" hlink="hlink" folHlink="folHlink"/>
    </a:extraClrScheme>
    <a:extraClrScheme>
      <a:clrScheme name="Blends 2">
        <a:dk1>
          <a:srgbClr val="000094"/>
        </a:dk1>
        <a:lt1>
          <a:srgbClr val="FFFFFF"/>
        </a:lt1>
        <a:dk2>
          <a:srgbClr val="0000CC"/>
        </a:dk2>
        <a:lt2>
          <a:srgbClr val="FFFFCC"/>
        </a:lt2>
        <a:accent1>
          <a:srgbClr val="3193FF"/>
        </a:accent1>
        <a:accent2>
          <a:srgbClr val="9900FF"/>
        </a:accent2>
        <a:accent3>
          <a:srgbClr val="AAAAE2"/>
        </a:accent3>
        <a:accent4>
          <a:srgbClr val="DADADA"/>
        </a:accent4>
        <a:accent5>
          <a:srgbClr val="ADC8FF"/>
        </a:accent5>
        <a:accent6>
          <a:srgbClr val="8A00E7"/>
        </a:accent6>
        <a:hlink>
          <a:srgbClr val="FF3399"/>
        </a:hlink>
        <a:folHlink>
          <a:srgbClr val="FFCC00"/>
        </a:folHlink>
      </a:clrScheme>
      <a:clrMap bg1="dk2" tx1="lt1" bg2="dk1" tx2="lt2" accent1="accent1" accent2="accent2" accent3="accent3" accent4="accent4" accent5="accent5" accent6="accent6" hlink="hlink" folHlink="folHlink"/>
    </a:extraClrScheme>
    <a:extraClrScheme>
      <a:clrScheme name="Blends 3">
        <a:dk1>
          <a:srgbClr val="000000"/>
        </a:dk1>
        <a:lt1>
          <a:srgbClr val="FFFFFF"/>
        </a:lt1>
        <a:dk2>
          <a:srgbClr val="333399"/>
        </a:dk2>
        <a:lt2>
          <a:srgbClr val="1C1C1C"/>
        </a:lt2>
        <a:accent1>
          <a:srgbClr val="00E4A8"/>
        </a:accent1>
        <a:accent2>
          <a:srgbClr val="FFCF01"/>
        </a:accent2>
        <a:accent3>
          <a:srgbClr val="FFFFFF"/>
        </a:accent3>
        <a:accent4>
          <a:srgbClr val="000000"/>
        </a:accent4>
        <a:accent5>
          <a:srgbClr val="AAEFD1"/>
        </a:accent5>
        <a:accent6>
          <a:srgbClr val="E7BB01"/>
        </a:accent6>
        <a:hlink>
          <a:srgbClr val="FF0000"/>
        </a:hlink>
        <a:folHlink>
          <a:srgbClr val="3333CC"/>
        </a:folHlink>
      </a:clrScheme>
      <a:clrMap bg1="lt1" tx1="dk1" bg2="lt2" tx2="dk2" accent1="accent1" accent2="accent2" accent3="accent3" accent4="accent4" accent5="accent5" accent6="accent6" hlink="hlink" folHlink="folHlink"/>
    </a:extraClrScheme>
    <a:extraClrScheme>
      <a:clrScheme name="Blends 4">
        <a:dk1>
          <a:srgbClr val="000000"/>
        </a:dk1>
        <a:lt1>
          <a:srgbClr val="FFFFFF"/>
        </a:lt1>
        <a:dk2>
          <a:srgbClr val="515F7B"/>
        </a:dk2>
        <a:lt2>
          <a:srgbClr val="808080"/>
        </a:lt2>
        <a:accent1>
          <a:srgbClr val="9FCAD3"/>
        </a:accent1>
        <a:accent2>
          <a:srgbClr val="C0C0C0"/>
        </a:accent2>
        <a:accent3>
          <a:srgbClr val="FFFFFF"/>
        </a:accent3>
        <a:accent4>
          <a:srgbClr val="000000"/>
        </a:accent4>
        <a:accent5>
          <a:srgbClr val="CDE1E6"/>
        </a:accent5>
        <a:accent6>
          <a:srgbClr val="AEAEAE"/>
        </a:accent6>
        <a:hlink>
          <a:srgbClr val="91AFBF"/>
        </a:hlink>
        <a:folHlink>
          <a:srgbClr val="ECEAAC"/>
        </a:folHlink>
      </a:clrScheme>
      <a:clrMap bg1="lt1" tx1="dk1" bg2="lt2" tx2="dk2" accent1="accent1" accent2="accent2" accent3="accent3" accent4="accent4" accent5="accent5" accent6="accent6" hlink="hlink" folHlink="folHlink"/>
    </a:extraClrScheme>
    <a:extraClrScheme>
      <a:clrScheme name="Blends 5">
        <a:dk1>
          <a:srgbClr val="000000"/>
        </a:dk1>
        <a:lt1>
          <a:srgbClr val="FFFFFF"/>
        </a:lt1>
        <a:dk2>
          <a:srgbClr val="000066"/>
        </a:dk2>
        <a:lt2>
          <a:srgbClr val="333333"/>
        </a:lt2>
        <a:accent1>
          <a:srgbClr val="C4709A"/>
        </a:accent1>
        <a:accent2>
          <a:srgbClr val="4B4EB5"/>
        </a:accent2>
        <a:accent3>
          <a:srgbClr val="FFFFFF"/>
        </a:accent3>
        <a:accent4>
          <a:srgbClr val="000000"/>
        </a:accent4>
        <a:accent5>
          <a:srgbClr val="DEBBCA"/>
        </a:accent5>
        <a:accent6>
          <a:srgbClr val="4346A4"/>
        </a:accent6>
        <a:hlink>
          <a:srgbClr val="C481CF"/>
        </a:hlink>
        <a:folHlink>
          <a:srgbClr val="76B749"/>
        </a:folHlink>
      </a:clrScheme>
      <a:clrMap bg1="lt1" tx1="dk1" bg2="lt2" tx2="dk2" accent1="accent1" accent2="accent2" accent3="accent3" accent4="accent4" accent5="accent5" accent6="accent6" hlink="hlink" folHlink="folHlink"/>
    </a:extraClrScheme>
    <a:extraClrScheme>
      <a:clrScheme name="Blends 6">
        <a:dk1>
          <a:srgbClr val="000000"/>
        </a:dk1>
        <a:lt1>
          <a:srgbClr val="FFFFFF"/>
        </a:lt1>
        <a:dk2>
          <a:srgbClr val="6A4076"/>
        </a:dk2>
        <a:lt2>
          <a:srgbClr val="969696"/>
        </a:lt2>
        <a:accent1>
          <a:srgbClr val="DBA9C2"/>
        </a:accent1>
        <a:accent2>
          <a:srgbClr val="E1BF91"/>
        </a:accent2>
        <a:accent3>
          <a:srgbClr val="FFFFFF"/>
        </a:accent3>
        <a:accent4>
          <a:srgbClr val="000000"/>
        </a:accent4>
        <a:accent5>
          <a:srgbClr val="EAD1DD"/>
        </a:accent5>
        <a:accent6>
          <a:srgbClr val="CCAD83"/>
        </a:accent6>
        <a:hlink>
          <a:srgbClr val="B3CE82"/>
        </a:hlink>
        <a:folHlink>
          <a:srgbClr val="B8AD48"/>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2_Blends">
  <a:themeElements>
    <a:clrScheme name="Blends 3">
      <a:dk1>
        <a:srgbClr val="000000"/>
      </a:dk1>
      <a:lt1>
        <a:srgbClr val="FFFFFF"/>
      </a:lt1>
      <a:dk2>
        <a:srgbClr val="333399"/>
      </a:dk2>
      <a:lt2>
        <a:srgbClr val="1C1C1C"/>
      </a:lt2>
      <a:accent1>
        <a:srgbClr val="00E4A8"/>
      </a:accent1>
      <a:accent2>
        <a:srgbClr val="FFCF01"/>
      </a:accent2>
      <a:accent3>
        <a:srgbClr val="FFFFFF"/>
      </a:accent3>
      <a:accent4>
        <a:srgbClr val="000000"/>
      </a:accent4>
      <a:accent5>
        <a:srgbClr val="AAEFD1"/>
      </a:accent5>
      <a:accent6>
        <a:srgbClr val="E7BB01"/>
      </a:accent6>
      <a:hlink>
        <a:srgbClr val="FF0000"/>
      </a:hlink>
      <a:folHlink>
        <a:srgbClr val="3333CC"/>
      </a:folHlink>
    </a:clrScheme>
    <a:fontScheme name="Blends">
      <a:majorFont>
        <a:latin typeface="Tahoma"/>
        <a:ea typeface="隶书"/>
        <a:cs typeface=""/>
      </a:majorFont>
      <a:minorFont>
        <a:latin typeface="Tahoma"/>
        <a:ea typeface="楷体_GB2312"/>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0" fontAlgn="base" latinLnBrk="0" hangingPunct="0">
          <a:spcBef>
            <a:spcPct val="0"/>
          </a:spcBef>
          <a:spcAft>
            <a:spcPct val="0"/>
          </a:spcAft>
          <a:buClrTx/>
          <a:buSzTx/>
          <a:buFont typeface="Arial" panose="020B0604020202020204" pitchFamily="34" charset="0"/>
          <a:buNone/>
          <a:defRPr kumimoji="0" lang="en-US" altLang="zh-CN" sz="1800" b="0" i="0" u="none" strike="noStrike" cap="none" normalizeH="0" baseline="0" smtClean="0">
            <a:ln>
              <a:noFill/>
            </a:ln>
            <a:solidFill>
              <a:schemeClr val="tx1"/>
            </a:solidFill>
            <a:effectLst/>
            <a:latin typeface="Arial" panose="020B0604020202020204"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0" fontAlgn="base" latinLnBrk="0" hangingPunct="0">
          <a:spcBef>
            <a:spcPct val="0"/>
          </a:spcBef>
          <a:spcAft>
            <a:spcPct val="0"/>
          </a:spcAft>
          <a:buClrTx/>
          <a:buSzTx/>
          <a:buFont typeface="Arial" panose="020B0604020202020204" pitchFamily="34" charset="0"/>
          <a:buNone/>
          <a:defRPr kumimoji="0" lang="en-US" altLang="zh-CN" sz="1800" b="0" i="0" u="none" strike="noStrike" cap="none" normalizeH="0" baseline="0" smtClean="0">
            <a:ln>
              <a:noFill/>
            </a:ln>
            <a:solidFill>
              <a:schemeClr val="tx1"/>
            </a:solidFill>
            <a:effectLst/>
            <a:latin typeface="Arial" panose="020B0604020202020204" pitchFamily="34" charset="0"/>
          </a:defRPr>
        </a:defPPr>
      </a:lstStyle>
    </a:lnDef>
  </a:objectDefaults>
  <a:extraClrSchemeLst>
    <a:extraClrScheme>
      <a:clrScheme name="Blends 1">
        <a:dk1>
          <a:srgbClr val="969696"/>
        </a:dk1>
        <a:lt1>
          <a:srgbClr val="FFFFFF"/>
        </a:lt1>
        <a:dk2>
          <a:srgbClr val="000000"/>
        </a:dk2>
        <a:lt2>
          <a:srgbClr val="DDDDDD"/>
        </a:lt2>
        <a:accent1>
          <a:srgbClr val="00E4A8"/>
        </a:accent1>
        <a:accent2>
          <a:srgbClr val="3333CC"/>
        </a:accent2>
        <a:accent3>
          <a:srgbClr val="AAAAAA"/>
        </a:accent3>
        <a:accent4>
          <a:srgbClr val="DADADA"/>
        </a:accent4>
        <a:accent5>
          <a:srgbClr val="AAEFD1"/>
        </a:accent5>
        <a:accent6>
          <a:srgbClr val="2D2DB9"/>
        </a:accent6>
        <a:hlink>
          <a:srgbClr val="FF5050"/>
        </a:hlink>
        <a:folHlink>
          <a:srgbClr val="FFCF01"/>
        </a:folHlink>
      </a:clrScheme>
      <a:clrMap bg1="dk2" tx1="lt1" bg2="dk1" tx2="lt2" accent1="accent1" accent2="accent2" accent3="accent3" accent4="accent4" accent5="accent5" accent6="accent6" hlink="hlink" folHlink="folHlink"/>
    </a:extraClrScheme>
    <a:extraClrScheme>
      <a:clrScheme name="Blends 2">
        <a:dk1>
          <a:srgbClr val="000094"/>
        </a:dk1>
        <a:lt1>
          <a:srgbClr val="FFFFFF"/>
        </a:lt1>
        <a:dk2>
          <a:srgbClr val="0000CC"/>
        </a:dk2>
        <a:lt2>
          <a:srgbClr val="FFFFCC"/>
        </a:lt2>
        <a:accent1>
          <a:srgbClr val="3193FF"/>
        </a:accent1>
        <a:accent2>
          <a:srgbClr val="9900FF"/>
        </a:accent2>
        <a:accent3>
          <a:srgbClr val="AAAAE2"/>
        </a:accent3>
        <a:accent4>
          <a:srgbClr val="DADADA"/>
        </a:accent4>
        <a:accent5>
          <a:srgbClr val="ADC8FF"/>
        </a:accent5>
        <a:accent6>
          <a:srgbClr val="8A00E7"/>
        </a:accent6>
        <a:hlink>
          <a:srgbClr val="FF3399"/>
        </a:hlink>
        <a:folHlink>
          <a:srgbClr val="FFCC00"/>
        </a:folHlink>
      </a:clrScheme>
      <a:clrMap bg1="dk2" tx1="lt1" bg2="dk1" tx2="lt2" accent1="accent1" accent2="accent2" accent3="accent3" accent4="accent4" accent5="accent5" accent6="accent6" hlink="hlink" folHlink="folHlink"/>
    </a:extraClrScheme>
    <a:extraClrScheme>
      <a:clrScheme name="Blends 3">
        <a:dk1>
          <a:srgbClr val="000000"/>
        </a:dk1>
        <a:lt1>
          <a:srgbClr val="FFFFFF"/>
        </a:lt1>
        <a:dk2>
          <a:srgbClr val="333399"/>
        </a:dk2>
        <a:lt2>
          <a:srgbClr val="1C1C1C"/>
        </a:lt2>
        <a:accent1>
          <a:srgbClr val="00E4A8"/>
        </a:accent1>
        <a:accent2>
          <a:srgbClr val="FFCF01"/>
        </a:accent2>
        <a:accent3>
          <a:srgbClr val="FFFFFF"/>
        </a:accent3>
        <a:accent4>
          <a:srgbClr val="000000"/>
        </a:accent4>
        <a:accent5>
          <a:srgbClr val="AAEFD1"/>
        </a:accent5>
        <a:accent6>
          <a:srgbClr val="E7BB01"/>
        </a:accent6>
        <a:hlink>
          <a:srgbClr val="FF0000"/>
        </a:hlink>
        <a:folHlink>
          <a:srgbClr val="3333CC"/>
        </a:folHlink>
      </a:clrScheme>
      <a:clrMap bg1="lt1" tx1="dk1" bg2="lt2" tx2="dk2" accent1="accent1" accent2="accent2" accent3="accent3" accent4="accent4" accent5="accent5" accent6="accent6" hlink="hlink" folHlink="folHlink"/>
    </a:extraClrScheme>
    <a:extraClrScheme>
      <a:clrScheme name="Blends 4">
        <a:dk1>
          <a:srgbClr val="000000"/>
        </a:dk1>
        <a:lt1>
          <a:srgbClr val="FFFFFF"/>
        </a:lt1>
        <a:dk2>
          <a:srgbClr val="515F7B"/>
        </a:dk2>
        <a:lt2>
          <a:srgbClr val="808080"/>
        </a:lt2>
        <a:accent1>
          <a:srgbClr val="9FCAD3"/>
        </a:accent1>
        <a:accent2>
          <a:srgbClr val="C0C0C0"/>
        </a:accent2>
        <a:accent3>
          <a:srgbClr val="FFFFFF"/>
        </a:accent3>
        <a:accent4>
          <a:srgbClr val="000000"/>
        </a:accent4>
        <a:accent5>
          <a:srgbClr val="CDE1E6"/>
        </a:accent5>
        <a:accent6>
          <a:srgbClr val="AEAEAE"/>
        </a:accent6>
        <a:hlink>
          <a:srgbClr val="91AFBF"/>
        </a:hlink>
        <a:folHlink>
          <a:srgbClr val="ECEAAC"/>
        </a:folHlink>
      </a:clrScheme>
      <a:clrMap bg1="lt1" tx1="dk1" bg2="lt2" tx2="dk2" accent1="accent1" accent2="accent2" accent3="accent3" accent4="accent4" accent5="accent5" accent6="accent6" hlink="hlink" folHlink="folHlink"/>
    </a:extraClrScheme>
    <a:extraClrScheme>
      <a:clrScheme name="Blends 5">
        <a:dk1>
          <a:srgbClr val="000000"/>
        </a:dk1>
        <a:lt1>
          <a:srgbClr val="FFFFFF"/>
        </a:lt1>
        <a:dk2>
          <a:srgbClr val="000066"/>
        </a:dk2>
        <a:lt2>
          <a:srgbClr val="333333"/>
        </a:lt2>
        <a:accent1>
          <a:srgbClr val="C4709A"/>
        </a:accent1>
        <a:accent2>
          <a:srgbClr val="4B4EB5"/>
        </a:accent2>
        <a:accent3>
          <a:srgbClr val="FFFFFF"/>
        </a:accent3>
        <a:accent4>
          <a:srgbClr val="000000"/>
        </a:accent4>
        <a:accent5>
          <a:srgbClr val="DEBBCA"/>
        </a:accent5>
        <a:accent6>
          <a:srgbClr val="4346A4"/>
        </a:accent6>
        <a:hlink>
          <a:srgbClr val="C481CF"/>
        </a:hlink>
        <a:folHlink>
          <a:srgbClr val="76B749"/>
        </a:folHlink>
      </a:clrScheme>
      <a:clrMap bg1="lt1" tx1="dk1" bg2="lt2" tx2="dk2" accent1="accent1" accent2="accent2" accent3="accent3" accent4="accent4" accent5="accent5" accent6="accent6" hlink="hlink" folHlink="folHlink"/>
    </a:extraClrScheme>
    <a:extraClrScheme>
      <a:clrScheme name="Blends 6">
        <a:dk1>
          <a:srgbClr val="000000"/>
        </a:dk1>
        <a:lt1>
          <a:srgbClr val="FFFFFF"/>
        </a:lt1>
        <a:dk2>
          <a:srgbClr val="6A4076"/>
        </a:dk2>
        <a:lt2>
          <a:srgbClr val="969696"/>
        </a:lt2>
        <a:accent1>
          <a:srgbClr val="DBA9C2"/>
        </a:accent1>
        <a:accent2>
          <a:srgbClr val="E1BF91"/>
        </a:accent2>
        <a:accent3>
          <a:srgbClr val="FFFFFF"/>
        </a:accent3>
        <a:accent4>
          <a:srgbClr val="000000"/>
        </a:accent4>
        <a:accent5>
          <a:srgbClr val="EAD1DD"/>
        </a:accent5>
        <a:accent6>
          <a:srgbClr val="CCAD83"/>
        </a:accent6>
        <a:hlink>
          <a:srgbClr val="B3CE82"/>
        </a:hlink>
        <a:folHlink>
          <a:srgbClr val="B8AD48"/>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主题">
  <a:themeElements>
    <a:clrScheme name="">
      <a:dk1>
        <a:srgbClr val="000000"/>
      </a:dk1>
      <a:lt1>
        <a:srgbClr val="FFFFFF"/>
      </a:lt1>
      <a:dk2>
        <a:srgbClr val="44546A"/>
      </a:dk2>
      <a:lt2>
        <a:srgbClr val="E7E6E6"/>
      </a:lt2>
      <a:accent1>
        <a:srgbClr val="5B9BD5"/>
      </a:accent1>
      <a:accent2>
        <a:srgbClr val="ED7D31"/>
      </a:accent2>
      <a:accent3>
        <a:srgbClr val="FFFFFF"/>
      </a:accent3>
      <a:accent4>
        <a:srgbClr val="000000"/>
      </a:accent4>
      <a:accent5>
        <a:srgbClr val="B5CBE7"/>
      </a:accent5>
      <a:accent6>
        <a:srgbClr val="D7712B"/>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31137</Words>
  <Application>WPS 演示</Application>
  <PresentationFormat>全屏显示(4:3)</PresentationFormat>
  <Paragraphs>5028</Paragraphs>
  <Slides>168</Slides>
  <Notes>14</Notes>
  <HiddenSlides>0</HiddenSlides>
  <MMClips>0</MMClips>
  <ScaleCrop>false</ScaleCrop>
  <HeadingPairs>
    <vt:vector size="8" baseType="variant">
      <vt:variant>
        <vt:lpstr>已用的字体</vt:lpstr>
      </vt:variant>
      <vt:variant>
        <vt:i4>23</vt:i4>
      </vt:variant>
      <vt:variant>
        <vt:lpstr>主题</vt:lpstr>
      </vt:variant>
      <vt:variant>
        <vt:i4>4</vt:i4>
      </vt:variant>
      <vt:variant>
        <vt:lpstr>嵌入 OLE 服务器</vt:lpstr>
      </vt:variant>
      <vt:variant>
        <vt:i4>1</vt:i4>
      </vt:variant>
      <vt:variant>
        <vt:lpstr>幻灯片标题</vt:lpstr>
      </vt:variant>
      <vt:variant>
        <vt:i4>168</vt:i4>
      </vt:variant>
    </vt:vector>
  </HeadingPairs>
  <TitlesOfParts>
    <vt:vector size="196" baseType="lpstr">
      <vt:lpstr>Arial</vt:lpstr>
      <vt:lpstr>宋体</vt:lpstr>
      <vt:lpstr>Wingdings</vt:lpstr>
      <vt:lpstr>Verdana</vt:lpstr>
      <vt:lpstr>Tahoma</vt:lpstr>
      <vt:lpstr>隶书</vt:lpstr>
      <vt:lpstr>Calibri</vt:lpstr>
      <vt:lpstr>黑体</vt:lpstr>
      <vt:lpstr>华文行楷</vt:lpstr>
      <vt:lpstr>楷体_GB2312</vt:lpstr>
      <vt:lpstr>新宋体</vt:lpstr>
      <vt:lpstr>Times New Roman</vt:lpstr>
      <vt:lpstr>微软雅黑</vt:lpstr>
      <vt:lpstr>Arial Unicode MS</vt:lpstr>
      <vt:lpstr>Times</vt:lpstr>
      <vt:lpstr>Monotype Sorts</vt:lpstr>
      <vt:lpstr>Wingdings</vt:lpstr>
      <vt:lpstr>Wingdings 2</vt:lpstr>
      <vt:lpstr>仿宋_GB2312</vt:lpstr>
      <vt:lpstr>仿宋</vt:lpstr>
      <vt:lpstr>Arial Unicode MS</vt:lpstr>
      <vt:lpstr>Symbol</vt:lpstr>
      <vt:lpstr>楷体_GB2312</vt:lpstr>
      <vt:lpstr>1_062TGp_hosting_blue_v3</vt:lpstr>
      <vt:lpstr>1_Blends</vt:lpstr>
      <vt:lpstr>Blends</vt:lpstr>
      <vt:lpstr>2_Blends</vt:lpstr>
      <vt:lpstr>Word.Document.8</vt:lpstr>
      <vt:lpstr>第八章  常用数字接口电路</vt:lpstr>
      <vt:lpstr>主要内容：</vt:lpstr>
      <vt:lpstr>§7.1 可编程定时器8253</vt:lpstr>
      <vt:lpstr>7.1.1 概述</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7.1.4 计数启动方式</vt:lpstr>
      <vt:lpstr>8253内部寄存器的读/写操作</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8253初始化步骤</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7.1.6 六种工作方式的比较</vt:lpstr>
      <vt:lpstr>PowerPoint 演示文稿</vt:lpstr>
      <vt:lpstr>PowerPoint 演示文稿</vt:lpstr>
      <vt:lpstr>PowerPoint 演示文稿</vt:lpstr>
      <vt:lpstr>PowerPoint 演示文稿</vt:lpstr>
      <vt:lpstr>PowerPoint 演示文稿</vt:lpstr>
      <vt:lpstr>PowerPoint 演示文稿</vt:lpstr>
      <vt:lpstr>7.1.7 8253的应用</vt:lpstr>
      <vt:lpstr>与系统的连接示意</vt:lpstr>
      <vt:lpstr>应用中的注意点</vt:lpstr>
      <vt:lpstr>初始化程序流程</vt:lpstr>
      <vt:lpstr>两个以上计数器初始化程序流程</vt:lpstr>
      <vt:lpstr>PowerPoint 演示文稿</vt:lpstr>
      <vt:lpstr>8253应用例1</vt:lpstr>
      <vt:lpstr>PowerPoint 演示文稿</vt:lpstr>
      <vt:lpstr>PowerPoint 演示文稿</vt:lpstr>
      <vt:lpstr>初始化程序</vt:lpstr>
      <vt:lpstr>8253应用例2</vt:lpstr>
      <vt:lpstr>PowerPoint 演示文稿</vt:lpstr>
      <vt:lpstr>PowerPoint 演示文稿</vt:lpstr>
      <vt:lpstr>PowerPoint 演示文稿</vt:lpstr>
      <vt:lpstr>PowerPoint 演示文稿</vt:lpstr>
      <vt:lpstr>PowerPoint 演示文稿</vt:lpstr>
      <vt:lpstr>设计要求及设计方案确定</vt:lpstr>
      <vt:lpstr>控制字设置</vt:lpstr>
      <vt:lpstr>主程序：</vt:lpstr>
      <vt:lpstr>PowerPoint 演示文稿</vt:lpstr>
      <vt:lpstr>8253应用例4   若8253计数器对设备的转轴的旋转速度进行测试，接口电路如图所示。从图可知，若与转轴相连的转盘上均匀地钻有50个圆孔，当旋转时，通过光电转换，每通过一个小孔，产生一个正脉冲，当转轴转一圈，就会产生50个脉冲通过CLK输入8253计数器进行减法计数，若假设此转轴的速度范围在50-1000转/秒，并设8253的端口地址为84H—87H。</vt:lpstr>
      <vt:lpstr>PowerPoint 演示文稿</vt:lpstr>
      <vt:lpstr>PowerPoint 演示文稿</vt:lpstr>
      <vt:lpstr>8253应用例5 </vt:lpstr>
      <vt:lpstr>PowerPoint 演示文稿</vt:lpstr>
      <vt:lpstr>§7.2可编程并行接口8255</vt:lpstr>
      <vt:lpstr>掌握:</vt:lpstr>
      <vt:lpstr>PowerPoint 演示文稿</vt:lpstr>
      <vt:lpstr>PowerPoint 演示文稿</vt:lpstr>
      <vt:lpstr>PowerPoint 演示文稿</vt:lpstr>
      <vt:lpstr>PowerPoint 演示文稿</vt:lpstr>
      <vt:lpstr>7.2.2 并行接口8255</vt:lpstr>
      <vt:lpstr>功能结构</vt:lpstr>
      <vt:lpstr>PowerPoint 演示文稿</vt:lpstr>
      <vt:lpstr>PowerPoint 演示文稿</vt:lpstr>
      <vt:lpstr>PowerPoint 演示文稿</vt:lpstr>
      <vt:lpstr>8255与系统的连接示意图</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使用状态字时要注意的几个问题</vt:lpstr>
      <vt:lpstr> 7.2.4 工作方式</vt:lpstr>
      <vt:lpstr>PowerPoint 演示文稿</vt:lpstr>
      <vt:lpstr>PowerPoint 演示文稿</vt:lpstr>
      <vt:lpstr>PowerPoint 演示文稿</vt:lpstr>
      <vt:lpstr>PowerPoint 演示文稿</vt:lpstr>
      <vt:lpstr>方式0编程示例</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方式1联络信号表</vt:lpstr>
      <vt:lpstr>8255A方式1的工作特点</vt:lpstr>
      <vt:lpstr>8255A方式1编程示例</vt:lpstr>
      <vt:lpstr>PowerPoint 演示文稿</vt:lpstr>
      <vt:lpstr>PowerPoint 演示文稿</vt:lpstr>
      <vt:lpstr>方式2双向时序</vt:lpstr>
      <vt:lpstr>PowerPoint 演示文稿</vt:lpstr>
      <vt:lpstr>8255A方式2的工作特点</vt:lpstr>
      <vt:lpstr>7.2.5  8255芯片的应用</vt:lpstr>
      <vt:lpstr>8255A应用例1</vt:lpstr>
      <vt:lpstr>PowerPoint 演示文稿</vt:lpstr>
      <vt:lpstr>应用例1中断方式程序</vt:lpstr>
      <vt:lpstr>PowerPoint 演示文稿</vt:lpstr>
      <vt:lpstr>例2：</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 例5：采用8255A进行双机并行通信</vt:lpstr>
      <vt:lpstr>双机并行传送接口电路框图</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湖熟现代农业示范园农业物联网建设方案</dc:title>
  <dc:creator>a</dc:creator>
  <cp:lastModifiedBy>2017</cp:lastModifiedBy>
  <cp:revision>309</cp:revision>
  <dcterms:created xsi:type="dcterms:W3CDTF">2015-05-14T13:02:00Z</dcterms:created>
  <dcterms:modified xsi:type="dcterms:W3CDTF">2025-06-09T01:18:34Z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2052-12.1.0.21171</vt:lpwstr>
  </property>
  <property fmtid="{D5CDD505-2E9C-101B-9397-08002B2CF9AE}" pid="3" name="ICV">
    <vt:lpwstr>E6D2D47AD2214C1CAA6D45F0586066C5_12</vt:lpwstr>
  </property>
</Properties>
</file>